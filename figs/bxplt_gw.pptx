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353198" y="2844239"/>
              <a:ext cx="55098" cy="40603"/>
            </a:xfrm>
            <a:custGeom>
              <a:avLst/>
              <a:pathLst>
                <a:path w="55098" h="40603">
                  <a:moveTo>
                    <a:pt x="0" y="40603"/>
                  </a:moveTo>
                  <a:lnTo>
                    <a:pt x="55098" y="4060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53198" y="2869759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80748" y="2884843"/>
              <a:ext cx="0" cy="60905"/>
            </a:xfrm>
            <a:custGeom>
              <a:avLst/>
              <a:pathLst>
                <a:path w="0" h="60905">
                  <a:moveTo>
                    <a:pt x="0" y="609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80748" y="2783333"/>
              <a:ext cx="0" cy="60905"/>
            </a:xfrm>
            <a:custGeom>
              <a:avLst/>
              <a:pathLst>
                <a:path w="0" h="60905">
                  <a:moveTo>
                    <a:pt x="0" y="0"/>
                  </a:moveTo>
                  <a:lnTo>
                    <a:pt x="0" y="609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66973" y="2945748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66973" y="2783333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353198" y="2844239"/>
              <a:ext cx="55098" cy="40603"/>
            </a:xfrm>
            <a:custGeom>
              <a:avLst/>
              <a:pathLst>
                <a:path w="55098" h="40603">
                  <a:moveTo>
                    <a:pt x="0" y="40603"/>
                  </a:moveTo>
                  <a:lnTo>
                    <a:pt x="55098" y="4060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1720525" y="2698947"/>
              <a:ext cx="55098" cy="134472"/>
            </a:xfrm>
            <a:custGeom>
              <a:avLst/>
              <a:pathLst>
                <a:path w="55098" h="134472">
                  <a:moveTo>
                    <a:pt x="0" y="134472"/>
                  </a:moveTo>
                  <a:lnTo>
                    <a:pt x="55098" y="134472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720525" y="2768021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748074" y="2833419"/>
              <a:ext cx="0" cy="201630"/>
            </a:xfrm>
            <a:custGeom>
              <a:avLst/>
              <a:pathLst>
                <a:path w="0" h="201630">
                  <a:moveTo>
                    <a:pt x="0" y="20163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748074" y="2497246"/>
              <a:ext cx="0" cy="201700"/>
            </a:xfrm>
            <a:custGeom>
              <a:avLst/>
              <a:pathLst>
                <a:path w="0" h="201700">
                  <a:moveTo>
                    <a:pt x="0" y="0"/>
                  </a:moveTo>
                  <a:lnTo>
                    <a:pt x="0" y="201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734299" y="3035049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734299" y="2497246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1720525" y="2698947"/>
              <a:ext cx="55098" cy="134472"/>
            </a:xfrm>
            <a:custGeom>
              <a:avLst/>
              <a:pathLst>
                <a:path w="55098" h="134472">
                  <a:moveTo>
                    <a:pt x="0" y="134472"/>
                  </a:moveTo>
                  <a:lnTo>
                    <a:pt x="55098" y="134472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087851" y="2598576"/>
              <a:ext cx="55098" cy="184646"/>
            </a:xfrm>
            <a:custGeom>
              <a:avLst/>
              <a:pathLst>
                <a:path w="55098" h="184646">
                  <a:moveTo>
                    <a:pt x="0" y="184646"/>
                  </a:moveTo>
                  <a:lnTo>
                    <a:pt x="55098" y="184646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087851" y="2686441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115400" y="2783223"/>
              <a:ext cx="0" cy="273734"/>
            </a:xfrm>
            <a:custGeom>
              <a:avLst/>
              <a:pathLst>
                <a:path w="0" h="273734">
                  <a:moveTo>
                    <a:pt x="0" y="27373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115400" y="2322421"/>
              <a:ext cx="0" cy="276155"/>
            </a:xfrm>
            <a:custGeom>
              <a:avLst/>
              <a:pathLst>
                <a:path w="0" h="276155">
                  <a:moveTo>
                    <a:pt x="0" y="0"/>
                  </a:moveTo>
                  <a:lnTo>
                    <a:pt x="0" y="2761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101626" y="3056957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101626" y="2322421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087851" y="2598576"/>
              <a:ext cx="55098" cy="184646"/>
            </a:xfrm>
            <a:custGeom>
              <a:avLst/>
              <a:pathLst>
                <a:path w="55098" h="184646">
                  <a:moveTo>
                    <a:pt x="0" y="184646"/>
                  </a:moveTo>
                  <a:lnTo>
                    <a:pt x="55098" y="184646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2455177" y="2511488"/>
              <a:ext cx="55098" cy="198953"/>
            </a:xfrm>
            <a:custGeom>
              <a:avLst/>
              <a:pathLst>
                <a:path w="55098" h="198953">
                  <a:moveTo>
                    <a:pt x="0" y="198953"/>
                  </a:moveTo>
                  <a:lnTo>
                    <a:pt x="55098" y="19895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455177" y="2597286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482727" y="2710442"/>
              <a:ext cx="0" cy="298160"/>
            </a:xfrm>
            <a:custGeom>
              <a:avLst/>
              <a:pathLst>
                <a:path w="0" h="298160">
                  <a:moveTo>
                    <a:pt x="0" y="29816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482727" y="2280196"/>
              <a:ext cx="0" cy="231291"/>
            </a:xfrm>
            <a:custGeom>
              <a:avLst/>
              <a:pathLst>
                <a:path w="0" h="231291">
                  <a:moveTo>
                    <a:pt x="0" y="0"/>
                  </a:moveTo>
                  <a:lnTo>
                    <a:pt x="0" y="2312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468952" y="3008602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468952" y="2280196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2455177" y="2511488"/>
              <a:ext cx="55098" cy="198953"/>
            </a:xfrm>
            <a:custGeom>
              <a:avLst/>
              <a:pathLst>
                <a:path w="55098" h="198953">
                  <a:moveTo>
                    <a:pt x="0" y="198953"/>
                  </a:moveTo>
                  <a:lnTo>
                    <a:pt x="55098" y="19895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2822504" y="2455440"/>
              <a:ext cx="55098" cy="166643"/>
            </a:xfrm>
            <a:custGeom>
              <a:avLst/>
              <a:pathLst>
                <a:path w="55098" h="166643">
                  <a:moveTo>
                    <a:pt x="0" y="166643"/>
                  </a:moveTo>
                  <a:lnTo>
                    <a:pt x="55098" y="16664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822504" y="2522739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850053" y="2622083"/>
              <a:ext cx="0" cy="249925"/>
            </a:xfrm>
            <a:custGeom>
              <a:avLst/>
              <a:pathLst>
                <a:path w="0" h="249925">
                  <a:moveTo>
                    <a:pt x="0" y="24992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850053" y="2259753"/>
              <a:ext cx="0" cy="195687"/>
            </a:xfrm>
            <a:custGeom>
              <a:avLst/>
              <a:pathLst>
                <a:path w="0" h="195687">
                  <a:moveTo>
                    <a:pt x="0" y="0"/>
                  </a:moveTo>
                  <a:lnTo>
                    <a:pt x="0" y="1956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836278" y="2872008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2836278" y="2259753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2822504" y="2455440"/>
              <a:ext cx="55098" cy="166643"/>
            </a:xfrm>
            <a:custGeom>
              <a:avLst/>
              <a:pathLst>
                <a:path w="55098" h="166643">
                  <a:moveTo>
                    <a:pt x="0" y="166643"/>
                  </a:moveTo>
                  <a:lnTo>
                    <a:pt x="55098" y="16664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3189830" y="2396041"/>
              <a:ext cx="55098" cy="119295"/>
            </a:xfrm>
            <a:custGeom>
              <a:avLst/>
              <a:pathLst>
                <a:path w="55098" h="119295">
                  <a:moveTo>
                    <a:pt x="0" y="119295"/>
                  </a:moveTo>
                  <a:lnTo>
                    <a:pt x="55098" y="119295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189830" y="2450707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217379" y="2515337"/>
              <a:ext cx="0" cy="178448"/>
            </a:xfrm>
            <a:custGeom>
              <a:avLst/>
              <a:pathLst>
                <a:path w="0" h="178448">
                  <a:moveTo>
                    <a:pt x="0" y="17844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217379" y="2254633"/>
              <a:ext cx="0" cy="141407"/>
            </a:xfrm>
            <a:custGeom>
              <a:avLst/>
              <a:pathLst>
                <a:path w="0" h="141407">
                  <a:moveTo>
                    <a:pt x="0" y="0"/>
                  </a:moveTo>
                  <a:lnTo>
                    <a:pt x="0" y="1414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203605" y="2693786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203605" y="2254633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3189830" y="2396041"/>
              <a:ext cx="55098" cy="119295"/>
            </a:xfrm>
            <a:custGeom>
              <a:avLst/>
              <a:pathLst>
                <a:path w="55098" h="119295">
                  <a:moveTo>
                    <a:pt x="0" y="119295"/>
                  </a:moveTo>
                  <a:lnTo>
                    <a:pt x="55098" y="119295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3557156" y="2355874"/>
              <a:ext cx="55098" cy="93590"/>
            </a:xfrm>
            <a:custGeom>
              <a:avLst/>
              <a:pathLst>
                <a:path w="55098" h="93590">
                  <a:moveTo>
                    <a:pt x="0" y="93590"/>
                  </a:moveTo>
                  <a:lnTo>
                    <a:pt x="55098" y="93590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3557156" y="2400181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3584706" y="2449465"/>
              <a:ext cx="0" cy="139266"/>
            </a:xfrm>
            <a:custGeom>
              <a:avLst/>
              <a:pathLst>
                <a:path w="0" h="139266">
                  <a:moveTo>
                    <a:pt x="0" y="13926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3584706" y="2258378"/>
              <a:ext cx="0" cy="97496"/>
            </a:xfrm>
            <a:custGeom>
              <a:avLst/>
              <a:pathLst>
                <a:path w="0" h="97496">
                  <a:moveTo>
                    <a:pt x="0" y="0"/>
                  </a:moveTo>
                  <a:lnTo>
                    <a:pt x="0" y="974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3570931" y="2588732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3570931" y="2258378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3557156" y="2355874"/>
              <a:ext cx="55098" cy="93590"/>
            </a:xfrm>
            <a:custGeom>
              <a:avLst/>
              <a:pathLst>
                <a:path w="55098" h="93590">
                  <a:moveTo>
                    <a:pt x="0" y="93590"/>
                  </a:moveTo>
                  <a:lnTo>
                    <a:pt x="55098" y="93590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3924483" y="2337143"/>
              <a:ext cx="55098" cy="77903"/>
            </a:xfrm>
            <a:custGeom>
              <a:avLst/>
              <a:pathLst>
                <a:path w="55098" h="77903">
                  <a:moveTo>
                    <a:pt x="0" y="77903"/>
                  </a:moveTo>
                  <a:lnTo>
                    <a:pt x="55098" y="7790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924483" y="2371552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952032" y="2415046"/>
              <a:ext cx="0" cy="110940"/>
            </a:xfrm>
            <a:custGeom>
              <a:avLst/>
              <a:pathLst>
                <a:path w="0" h="110940">
                  <a:moveTo>
                    <a:pt x="0" y="11094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3952032" y="2262465"/>
              <a:ext cx="0" cy="74677"/>
            </a:xfrm>
            <a:custGeom>
              <a:avLst/>
              <a:pathLst>
                <a:path w="0" h="74677">
                  <a:moveTo>
                    <a:pt x="0" y="0"/>
                  </a:moveTo>
                  <a:lnTo>
                    <a:pt x="0" y="746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3938257" y="2525986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938257" y="2262465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3924483" y="2337143"/>
              <a:ext cx="55098" cy="77903"/>
            </a:xfrm>
            <a:custGeom>
              <a:avLst/>
              <a:pathLst>
                <a:path w="55098" h="77903">
                  <a:moveTo>
                    <a:pt x="0" y="77903"/>
                  </a:moveTo>
                  <a:lnTo>
                    <a:pt x="55098" y="7790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380748" y="3089050"/>
              <a:ext cx="2571284" cy="0"/>
            </a:xfrm>
            <a:custGeom>
              <a:avLst/>
              <a:pathLst>
                <a:path w="2571284" h="0">
                  <a:moveTo>
                    <a:pt x="0" y="0"/>
                  </a:moveTo>
                  <a:lnTo>
                    <a:pt x="257128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380748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748074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2115400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2482727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2850053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3217379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584706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3952032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1170473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(4,5.5]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1905126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(6,6.5]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2639779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(7,7.5]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3374431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(8,8.5]</a:t>
              </a:r>
            </a:p>
          </p:txBody>
        </p:sp>
        <p:sp>
          <p:nvSpPr>
            <p:cNvPr id="74" name="pl73"/>
            <p:cNvSpPr/>
            <p:nvPr/>
          </p:nvSpPr>
          <p:spPr>
            <a:xfrm>
              <a:off x="1079540" y="2332888"/>
              <a:ext cx="0" cy="650307"/>
            </a:xfrm>
            <a:custGeom>
              <a:avLst/>
              <a:pathLst>
                <a:path w="0" h="650307">
                  <a:moveTo>
                    <a:pt x="0" y="65030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003645" y="298319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1003645" y="285313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003645" y="272307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003645" y="259301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003645" y="246295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1003645" y="233288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0"/>
            <p:cNvSpPr/>
            <p:nvPr/>
          </p:nvSpPr>
          <p:spPr>
            <a:xfrm rot="-5400000">
              <a:off x="811046" y="2937089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2" name="tx81"/>
            <p:cNvSpPr/>
            <p:nvPr/>
          </p:nvSpPr>
          <p:spPr>
            <a:xfrm rot="-5400000">
              <a:off x="809317" y="2675237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83" name="tx82"/>
            <p:cNvSpPr/>
            <p:nvPr/>
          </p:nvSpPr>
          <p:spPr>
            <a:xfrm rot="-5400000">
              <a:off x="809317" y="2415114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1264886" y="1819799"/>
              <a:ext cx="2803008" cy="146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rsqr train = 0.483 , rsqr test = 0.465</a:t>
              </a:r>
            </a:p>
          </p:txBody>
        </p:sp>
        <p:sp>
          <p:nvSpPr>
            <p:cNvPr id="85" name="pg84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1426664" y="2848806"/>
              <a:ext cx="55098" cy="37520"/>
            </a:xfrm>
            <a:custGeom>
              <a:avLst/>
              <a:pathLst>
                <a:path w="55098" h="37520">
                  <a:moveTo>
                    <a:pt x="0" y="37520"/>
                  </a:moveTo>
                  <a:lnTo>
                    <a:pt x="55098" y="37520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1426664" y="2872245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454213" y="2886326"/>
              <a:ext cx="0" cy="56279"/>
            </a:xfrm>
            <a:custGeom>
              <a:avLst/>
              <a:pathLst>
                <a:path w="0" h="56279">
                  <a:moveTo>
                    <a:pt x="0" y="5627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1454213" y="2792526"/>
              <a:ext cx="0" cy="56279"/>
            </a:xfrm>
            <a:custGeom>
              <a:avLst/>
              <a:pathLst>
                <a:path w="0" h="56279">
                  <a:moveTo>
                    <a:pt x="0" y="0"/>
                  </a:moveTo>
                  <a:lnTo>
                    <a:pt x="0" y="562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440438" y="2942606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440438" y="2792526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1426664" y="2848806"/>
              <a:ext cx="55098" cy="37520"/>
            </a:xfrm>
            <a:custGeom>
              <a:avLst/>
              <a:pathLst>
                <a:path w="55098" h="37520">
                  <a:moveTo>
                    <a:pt x="0" y="37520"/>
                  </a:moveTo>
                  <a:lnTo>
                    <a:pt x="55098" y="37520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1793990" y="2701075"/>
              <a:ext cx="55098" cy="132008"/>
            </a:xfrm>
            <a:custGeom>
              <a:avLst/>
              <a:pathLst>
                <a:path w="55098" h="132008">
                  <a:moveTo>
                    <a:pt x="0" y="132008"/>
                  </a:moveTo>
                  <a:lnTo>
                    <a:pt x="55098" y="132008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1793990" y="2771511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821539" y="2833084"/>
              <a:ext cx="0" cy="197920"/>
            </a:xfrm>
            <a:custGeom>
              <a:avLst/>
              <a:pathLst>
                <a:path w="0" h="197920">
                  <a:moveTo>
                    <a:pt x="0" y="19792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821539" y="2503173"/>
              <a:ext cx="0" cy="197902"/>
            </a:xfrm>
            <a:custGeom>
              <a:avLst/>
              <a:pathLst>
                <a:path w="0" h="197902">
                  <a:moveTo>
                    <a:pt x="0" y="0"/>
                  </a:moveTo>
                  <a:lnTo>
                    <a:pt x="0" y="1979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807765" y="3031004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807765" y="2503173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1793990" y="2701075"/>
              <a:ext cx="55098" cy="132008"/>
            </a:xfrm>
            <a:custGeom>
              <a:avLst/>
              <a:pathLst>
                <a:path w="55098" h="132008">
                  <a:moveTo>
                    <a:pt x="0" y="132008"/>
                  </a:moveTo>
                  <a:lnTo>
                    <a:pt x="55098" y="132008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2161316" y="2606412"/>
              <a:ext cx="55098" cy="179074"/>
            </a:xfrm>
            <a:custGeom>
              <a:avLst/>
              <a:pathLst>
                <a:path w="55098" h="179074">
                  <a:moveTo>
                    <a:pt x="0" y="179074"/>
                  </a:moveTo>
                  <a:lnTo>
                    <a:pt x="55098" y="179074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2161316" y="2693941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2188866" y="2785487"/>
              <a:ext cx="0" cy="250556"/>
            </a:xfrm>
            <a:custGeom>
              <a:avLst/>
              <a:pathLst>
                <a:path w="0" h="250556">
                  <a:moveTo>
                    <a:pt x="0" y="25055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2188866" y="2339294"/>
              <a:ext cx="0" cy="267118"/>
            </a:xfrm>
            <a:custGeom>
              <a:avLst/>
              <a:pathLst>
                <a:path w="0" h="267118">
                  <a:moveTo>
                    <a:pt x="0" y="0"/>
                  </a:moveTo>
                  <a:lnTo>
                    <a:pt x="0" y="2671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2175091" y="3036043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2175091" y="2339294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2161316" y="2606412"/>
              <a:ext cx="55098" cy="179074"/>
            </a:xfrm>
            <a:custGeom>
              <a:avLst/>
              <a:pathLst>
                <a:path w="55098" h="179074">
                  <a:moveTo>
                    <a:pt x="0" y="179074"/>
                  </a:moveTo>
                  <a:lnTo>
                    <a:pt x="55098" y="179074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2528643" y="2527238"/>
              <a:ext cx="55098" cy="214471"/>
            </a:xfrm>
            <a:custGeom>
              <a:avLst/>
              <a:pathLst>
                <a:path w="55098" h="214471">
                  <a:moveTo>
                    <a:pt x="0" y="214471"/>
                  </a:moveTo>
                  <a:lnTo>
                    <a:pt x="55098" y="214471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2528643" y="2620764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2556192" y="2741710"/>
              <a:ext cx="0" cy="259388"/>
            </a:xfrm>
            <a:custGeom>
              <a:avLst/>
              <a:pathLst>
                <a:path w="0" h="259388">
                  <a:moveTo>
                    <a:pt x="0" y="25938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2556192" y="2289911"/>
              <a:ext cx="0" cy="237327"/>
            </a:xfrm>
            <a:custGeom>
              <a:avLst/>
              <a:pathLst>
                <a:path w="0" h="237327">
                  <a:moveTo>
                    <a:pt x="0" y="0"/>
                  </a:moveTo>
                  <a:lnTo>
                    <a:pt x="0" y="2373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542417" y="3001098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2542417" y="2289911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528643" y="2527238"/>
              <a:ext cx="55098" cy="214471"/>
            </a:xfrm>
            <a:custGeom>
              <a:avLst/>
              <a:pathLst>
                <a:path w="55098" h="214471">
                  <a:moveTo>
                    <a:pt x="0" y="214471"/>
                  </a:moveTo>
                  <a:lnTo>
                    <a:pt x="55098" y="214471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2895969" y="2454466"/>
              <a:ext cx="55098" cy="170009"/>
            </a:xfrm>
            <a:custGeom>
              <a:avLst/>
              <a:pathLst>
                <a:path w="55098" h="170009">
                  <a:moveTo>
                    <a:pt x="0" y="170009"/>
                  </a:moveTo>
                  <a:lnTo>
                    <a:pt x="55098" y="170009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2895969" y="2528128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2923518" y="2624476"/>
              <a:ext cx="0" cy="254097"/>
            </a:xfrm>
            <a:custGeom>
              <a:avLst/>
              <a:pathLst>
                <a:path w="0" h="254097">
                  <a:moveTo>
                    <a:pt x="0" y="25409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2923518" y="2290019"/>
              <a:ext cx="0" cy="164447"/>
            </a:xfrm>
            <a:custGeom>
              <a:avLst/>
              <a:pathLst>
                <a:path w="0" h="164447">
                  <a:moveTo>
                    <a:pt x="0" y="0"/>
                  </a:moveTo>
                  <a:lnTo>
                    <a:pt x="0" y="1644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2909744" y="2878574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2909744" y="2290019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895969" y="2454466"/>
              <a:ext cx="55098" cy="170009"/>
            </a:xfrm>
            <a:custGeom>
              <a:avLst/>
              <a:pathLst>
                <a:path w="55098" h="170009">
                  <a:moveTo>
                    <a:pt x="0" y="170009"/>
                  </a:moveTo>
                  <a:lnTo>
                    <a:pt x="55098" y="170009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3263295" y="2388149"/>
              <a:ext cx="55098" cy="155218"/>
            </a:xfrm>
            <a:custGeom>
              <a:avLst/>
              <a:pathLst>
                <a:path w="55098" h="155218">
                  <a:moveTo>
                    <a:pt x="0" y="155218"/>
                  </a:moveTo>
                  <a:lnTo>
                    <a:pt x="55098" y="155218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3263295" y="2451752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3290845" y="2543367"/>
              <a:ext cx="0" cy="232161"/>
            </a:xfrm>
            <a:custGeom>
              <a:avLst/>
              <a:pathLst>
                <a:path w="0" h="232161">
                  <a:moveTo>
                    <a:pt x="0" y="2321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3290845" y="2262571"/>
              <a:ext cx="0" cy="125578"/>
            </a:xfrm>
            <a:custGeom>
              <a:avLst/>
              <a:pathLst>
                <a:path w="0" h="125578">
                  <a:moveTo>
                    <a:pt x="0" y="0"/>
                  </a:moveTo>
                  <a:lnTo>
                    <a:pt x="0" y="1255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3277070" y="2775528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3277070" y="2262571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3263295" y="2388149"/>
              <a:ext cx="55098" cy="155218"/>
            </a:xfrm>
            <a:custGeom>
              <a:avLst/>
              <a:pathLst>
                <a:path w="55098" h="155218">
                  <a:moveTo>
                    <a:pt x="0" y="155218"/>
                  </a:moveTo>
                  <a:lnTo>
                    <a:pt x="55098" y="155218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3630622" y="2339985"/>
              <a:ext cx="55098" cy="122933"/>
            </a:xfrm>
            <a:custGeom>
              <a:avLst/>
              <a:pathLst>
                <a:path w="55098" h="122933">
                  <a:moveTo>
                    <a:pt x="0" y="122933"/>
                  </a:moveTo>
                  <a:lnTo>
                    <a:pt x="55098" y="12293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3630622" y="2401081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3658171" y="2462918"/>
              <a:ext cx="0" cy="173758"/>
            </a:xfrm>
            <a:custGeom>
              <a:avLst/>
              <a:pathLst>
                <a:path w="0" h="173758">
                  <a:moveTo>
                    <a:pt x="0" y="17375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3658171" y="2279251"/>
              <a:ext cx="0" cy="60733"/>
            </a:xfrm>
            <a:custGeom>
              <a:avLst/>
              <a:pathLst>
                <a:path w="0" h="60733">
                  <a:moveTo>
                    <a:pt x="0" y="0"/>
                  </a:moveTo>
                  <a:lnTo>
                    <a:pt x="0" y="607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3644396" y="2636677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3644396" y="2279251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3630622" y="2339985"/>
              <a:ext cx="55098" cy="122933"/>
            </a:xfrm>
            <a:custGeom>
              <a:avLst/>
              <a:pathLst>
                <a:path w="55098" h="122933">
                  <a:moveTo>
                    <a:pt x="0" y="122933"/>
                  </a:moveTo>
                  <a:lnTo>
                    <a:pt x="55098" y="122933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3997948" y="2331023"/>
              <a:ext cx="55098" cy="108637"/>
            </a:xfrm>
            <a:custGeom>
              <a:avLst/>
              <a:pathLst>
                <a:path w="55098" h="108637">
                  <a:moveTo>
                    <a:pt x="0" y="108637"/>
                  </a:moveTo>
                  <a:lnTo>
                    <a:pt x="55098" y="108637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3997948" y="2370752"/>
              <a:ext cx="55098" cy="0"/>
            </a:xfrm>
            <a:custGeom>
              <a:avLst/>
              <a:pathLst>
                <a:path w="55098" h="0">
                  <a:moveTo>
                    <a:pt x="0" y="0"/>
                  </a:moveTo>
                  <a:lnTo>
                    <a:pt x="5509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4025497" y="2439661"/>
              <a:ext cx="0" cy="30089"/>
            </a:xfrm>
            <a:custGeom>
              <a:avLst/>
              <a:pathLst>
                <a:path w="0" h="30089">
                  <a:moveTo>
                    <a:pt x="0" y="3008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4025497" y="2313951"/>
              <a:ext cx="0" cy="17072"/>
            </a:xfrm>
            <a:custGeom>
              <a:avLst/>
              <a:pathLst>
                <a:path w="0" h="17072">
                  <a:moveTo>
                    <a:pt x="0" y="0"/>
                  </a:moveTo>
                  <a:lnTo>
                    <a:pt x="0" y="170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4011723" y="2469750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4011723" y="2313951"/>
              <a:ext cx="27549" cy="0"/>
            </a:xfrm>
            <a:custGeom>
              <a:avLst/>
              <a:pathLst>
                <a:path w="27549" h="0">
                  <a:moveTo>
                    <a:pt x="0" y="0"/>
                  </a:moveTo>
                  <a:lnTo>
                    <a:pt x="2754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3997948" y="2331023"/>
              <a:ext cx="55098" cy="108637"/>
            </a:xfrm>
            <a:custGeom>
              <a:avLst/>
              <a:pathLst>
                <a:path w="55098" h="108637">
                  <a:moveTo>
                    <a:pt x="0" y="108637"/>
                  </a:moveTo>
                  <a:lnTo>
                    <a:pt x="55098" y="108637"/>
                  </a:lnTo>
                  <a:lnTo>
                    <a:pt x="5509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079540" y="2332888"/>
              <a:ext cx="0" cy="650307"/>
            </a:xfrm>
            <a:custGeom>
              <a:avLst/>
              <a:pathLst>
                <a:path w="0" h="650307">
                  <a:moveTo>
                    <a:pt x="0" y="65030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003645" y="298319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003645" y="285313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003645" y="272307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003645" y="259301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003645" y="246295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003645" y="233288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8"/>
            <p:cNvSpPr/>
            <p:nvPr/>
          </p:nvSpPr>
          <p:spPr>
            <a:xfrm rot="-5400000">
              <a:off x="811046" y="2937089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50" name="tx149"/>
            <p:cNvSpPr/>
            <p:nvPr/>
          </p:nvSpPr>
          <p:spPr>
            <a:xfrm rot="-5400000">
              <a:off x="809317" y="2675237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51" name="tx150"/>
            <p:cNvSpPr/>
            <p:nvPr/>
          </p:nvSpPr>
          <p:spPr>
            <a:xfrm rot="-5400000">
              <a:off x="809317" y="2415114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2" name="pg151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2026-03-10T18:04:14Z</dcterms:modified>
  <cp:category/>
</cp:coreProperties>
</file>