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t4"/>
            <p:cNvSpPr/>
            <p:nvPr/>
          </p:nvSpPr>
          <p:spPr>
            <a:xfrm>
              <a:off x="4720590" y="3737451"/>
              <a:ext cx="68580" cy="68580"/>
            </a:xfrm>
            <a:prstGeom prst="ellipse">
              <a:avLst/>
            </a:pr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469813" y="5193474"/>
              <a:ext cx="6570133" cy="0"/>
            </a:xfrm>
            <a:custGeom>
              <a:avLst/>
              <a:pathLst>
                <a:path w="6570133" h="0">
                  <a:moveTo>
                    <a:pt x="0" y="0"/>
                  </a:moveTo>
                  <a:lnTo>
                    <a:pt x="657013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46981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311234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4754880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639741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803994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tx11"/>
            <p:cNvSpPr/>
            <p:nvPr/>
          </p:nvSpPr>
          <p:spPr>
            <a:xfrm>
              <a:off x="1348630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0.6</a:t>
              </a:r>
            </a:p>
          </p:txBody>
        </p:sp>
        <p:sp>
          <p:nvSpPr>
            <p:cNvPr id="13" name="tx12"/>
            <p:cNvSpPr/>
            <p:nvPr/>
          </p:nvSpPr>
          <p:spPr>
            <a:xfrm>
              <a:off x="2991163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0.8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4633696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6276230" y="5409549"/>
              <a:ext cx="242366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1.2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7918763" y="5411558"/>
              <a:ext cx="242366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1.4</a:t>
              </a:r>
            </a:p>
          </p:txBody>
        </p:sp>
        <p:sp>
          <p:nvSpPr>
            <p:cNvPr id="17" name="pl16"/>
            <p:cNvSpPr/>
            <p:nvPr/>
          </p:nvSpPr>
          <p:spPr>
            <a:xfrm>
              <a:off x="1207008" y="2455321"/>
              <a:ext cx="0" cy="2632839"/>
            </a:xfrm>
            <a:custGeom>
              <a:avLst/>
              <a:pathLst>
                <a:path w="0" h="2632839">
                  <a:moveTo>
                    <a:pt x="0" y="263283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115567" y="508816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115567" y="442995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115567" y="377174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115567" y="311353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115567" y="245532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tx22"/>
            <p:cNvSpPr/>
            <p:nvPr/>
          </p:nvSpPr>
          <p:spPr>
            <a:xfrm rot="-5400000">
              <a:off x="808735" y="503052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0.6</a:t>
              </a:r>
            </a:p>
          </p:txBody>
        </p:sp>
        <p:sp>
          <p:nvSpPr>
            <p:cNvPr id="24" name="tx23"/>
            <p:cNvSpPr/>
            <p:nvPr/>
          </p:nvSpPr>
          <p:spPr>
            <a:xfrm rot="-5400000">
              <a:off x="808735" y="437231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0.8</a:t>
              </a:r>
            </a:p>
          </p:txBody>
        </p:sp>
        <p:sp>
          <p:nvSpPr>
            <p:cNvPr id="25" name="tx24"/>
            <p:cNvSpPr/>
            <p:nvPr/>
          </p:nvSpPr>
          <p:spPr>
            <a:xfrm rot="-5400000">
              <a:off x="808735" y="371410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26" name="tx25"/>
            <p:cNvSpPr/>
            <p:nvPr/>
          </p:nvSpPr>
          <p:spPr>
            <a:xfrm rot="-5400000">
              <a:off x="809814" y="3056976"/>
              <a:ext cx="242366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1.2</a:t>
              </a:r>
            </a:p>
          </p:txBody>
        </p:sp>
        <p:sp>
          <p:nvSpPr>
            <p:cNvPr id="27" name="tx26"/>
            <p:cNvSpPr/>
            <p:nvPr/>
          </p:nvSpPr>
          <p:spPr>
            <a:xfrm rot="-5400000">
              <a:off x="810818" y="2399771"/>
              <a:ext cx="242366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1.4</a:t>
              </a:r>
            </a:p>
          </p:txBody>
        </p:sp>
        <p:sp>
          <p:nvSpPr>
            <p:cNvPr id="28" name="pg27"/>
            <p:cNvSpPr/>
            <p:nvPr/>
          </p:nvSpPr>
          <p:spPr>
            <a:xfrm>
              <a:off x="1207008" y="2350008"/>
              <a:ext cx="7095744" cy="2843466"/>
            </a:xfrm>
            <a:custGeom>
              <a:avLst/>
              <a:pathLst>
                <a:path w="7095744" h="2843466">
                  <a:moveTo>
                    <a:pt x="0" y="2843466"/>
                  </a:moveTo>
                  <a:lnTo>
                    <a:pt x="7095744" y="2843466"/>
                  </a:lnTo>
                  <a:lnTo>
                    <a:pt x="7095744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tx28"/>
            <p:cNvSpPr/>
            <p:nvPr/>
          </p:nvSpPr>
          <p:spPr>
            <a:xfrm>
              <a:off x="4706399" y="5777318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  <p:sp>
          <p:nvSpPr>
            <p:cNvPr id="30" name="tx29"/>
            <p:cNvSpPr/>
            <p:nvPr/>
          </p:nvSpPr>
          <p:spPr>
            <a:xfrm rot="-5400000">
              <a:off x="517761" y="3716191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</p:grpSp>
      <p:grpSp xmlns:pic="http://schemas.openxmlformats.org/drawingml/2006/picture">
        <p:nvGrpSpPr>
          <p:cNvPr id="31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2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rc5"/>
            <p:cNvSpPr/>
            <p:nvPr/>
          </p:nvSpPr>
          <p:spPr>
            <a:xfrm>
              <a:off x="937651" y="1669789"/>
              <a:ext cx="7679559" cy="40537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l6"/>
            <p:cNvSpPr/>
            <p:nvPr/>
          </p:nvSpPr>
          <p:spPr>
            <a:xfrm>
              <a:off x="937651" y="5539267"/>
              <a:ext cx="7679559" cy="0"/>
            </a:xfrm>
            <a:custGeom>
              <a:avLst/>
              <a:pathLst>
                <a:path w="7679559" h="0">
                  <a:moveTo>
                    <a:pt x="0" y="0"/>
                  </a:moveTo>
                  <a:lnTo>
                    <a:pt x="7679559" y="0"/>
                  </a:lnTo>
                  <a:lnTo>
                    <a:pt x="767955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7"/>
            <p:cNvSpPr/>
            <p:nvPr/>
          </p:nvSpPr>
          <p:spPr>
            <a:xfrm>
              <a:off x="937651" y="4869227"/>
              <a:ext cx="7679559" cy="0"/>
            </a:xfrm>
            <a:custGeom>
              <a:avLst/>
              <a:pathLst>
                <a:path w="7679559" h="0">
                  <a:moveTo>
                    <a:pt x="0" y="0"/>
                  </a:moveTo>
                  <a:lnTo>
                    <a:pt x="7679559" y="0"/>
                  </a:lnTo>
                  <a:lnTo>
                    <a:pt x="767955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8"/>
            <p:cNvSpPr/>
            <p:nvPr/>
          </p:nvSpPr>
          <p:spPr>
            <a:xfrm>
              <a:off x="937651" y="4199188"/>
              <a:ext cx="7679559" cy="0"/>
            </a:xfrm>
            <a:custGeom>
              <a:avLst/>
              <a:pathLst>
                <a:path w="7679559" h="0">
                  <a:moveTo>
                    <a:pt x="0" y="0"/>
                  </a:moveTo>
                  <a:lnTo>
                    <a:pt x="7679559" y="0"/>
                  </a:lnTo>
                  <a:lnTo>
                    <a:pt x="767955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9"/>
            <p:cNvSpPr/>
            <p:nvPr/>
          </p:nvSpPr>
          <p:spPr>
            <a:xfrm>
              <a:off x="937651" y="3529148"/>
              <a:ext cx="7679559" cy="0"/>
            </a:xfrm>
            <a:custGeom>
              <a:avLst/>
              <a:pathLst>
                <a:path w="7679559" h="0">
                  <a:moveTo>
                    <a:pt x="0" y="0"/>
                  </a:moveTo>
                  <a:lnTo>
                    <a:pt x="7679559" y="0"/>
                  </a:lnTo>
                  <a:lnTo>
                    <a:pt x="767955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10"/>
            <p:cNvSpPr/>
            <p:nvPr/>
          </p:nvSpPr>
          <p:spPr>
            <a:xfrm>
              <a:off x="937651" y="2859109"/>
              <a:ext cx="7679559" cy="0"/>
            </a:xfrm>
            <a:custGeom>
              <a:avLst/>
              <a:pathLst>
                <a:path w="7679559" h="0">
                  <a:moveTo>
                    <a:pt x="0" y="0"/>
                  </a:moveTo>
                  <a:lnTo>
                    <a:pt x="7679559" y="0"/>
                  </a:lnTo>
                  <a:lnTo>
                    <a:pt x="767955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11"/>
            <p:cNvSpPr/>
            <p:nvPr/>
          </p:nvSpPr>
          <p:spPr>
            <a:xfrm>
              <a:off x="937651" y="2189069"/>
              <a:ext cx="7679559" cy="0"/>
            </a:xfrm>
            <a:custGeom>
              <a:avLst/>
              <a:pathLst>
                <a:path w="7679559" h="0">
                  <a:moveTo>
                    <a:pt x="0" y="0"/>
                  </a:moveTo>
                  <a:lnTo>
                    <a:pt x="7679559" y="0"/>
                  </a:lnTo>
                  <a:lnTo>
                    <a:pt x="767955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12"/>
            <p:cNvSpPr/>
            <p:nvPr/>
          </p:nvSpPr>
          <p:spPr>
            <a:xfrm>
              <a:off x="937651" y="5204247"/>
              <a:ext cx="7679559" cy="0"/>
            </a:xfrm>
            <a:custGeom>
              <a:avLst/>
              <a:pathLst>
                <a:path w="7679559" h="0">
                  <a:moveTo>
                    <a:pt x="0" y="0"/>
                  </a:moveTo>
                  <a:lnTo>
                    <a:pt x="7679559" y="0"/>
                  </a:lnTo>
                  <a:lnTo>
                    <a:pt x="7679559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13"/>
            <p:cNvSpPr/>
            <p:nvPr/>
          </p:nvSpPr>
          <p:spPr>
            <a:xfrm>
              <a:off x="937651" y="4534208"/>
              <a:ext cx="7679559" cy="0"/>
            </a:xfrm>
            <a:custGeom>
              <a:avLst/>
              <a:pathLst>
                <a:path w="7679559" h="0">
                  <a:moveTo>
                    <a:pt x="0" y="0"/>
                  </a:moveTo>
                  <a:lnTo>
                    <a:pt x="7679559" y="0"/>
                  </a:lnTo>
                  <a:lnTo>
                    <a:pt x="7679559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14"/>
            <p:cNvSpPr/>
            <p:nvPr/>
          </p:nvSpPr>
          <p:spPr>
            <a:xfrm>
              <a:off x="937651" y="3864168"/>
              <a:ext cx="7679559" cy="0"/>
            </a:xfrm>
            <a:custGeom>
              <a:avLst/>
              <a:pathLst>
                <a:path w="7679559" h="0">
                  <a:moveTo>
                    <a:pt x="0" y="0"/>
                  </a:moveTo>
                  <a:lnTo>
                    <a:pt x="7679559" y="0"/>
                  </a:lnTo>
                  <a:lnTo>
                    <a:pt x="7679559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15"/>
            <p:cNvSpPr/>
            <p:nvPr/>
          </p:nvSpPr>
          <p:spPr>
            <a:xfrm>
              <a:off x="937651" y="3194129"/>
              <a:ext cx="7679559" cy="0"/>
            </a:xfrm>
            <a:custGeom>
              <a:avLst/>
              <a:pathLst>
                <a:path w="7679559" h="0">
                  <a:moveTo>
                    <a:pt x="0" y="0"/>
                  </a:moveTo>
                  <a:lnTo>
                    <a:pt x="7679559" y="0"/>
                  </a:lnTo>
                  <a:lnTo>
                    <a:pt x="7679559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16"/>
            <p:cNvSpPr/>
            <p:nvPr/>
          </p:nvSpPr>
          <p:spPr>
            <a:xfrm>
              <a:off x="937651" y="2524089"/>
              <a:ext cx="7679559" cy="0"/>
            </a:xfrm>
            <a:custGeom>
              <a:avLst/>
              <a:pathLst>
                <a:path w="7679559" h="0">
                  <a:moveTo>
                    <a:pt x="0" y="0"/>
                  </a:moveTo>
                  <a:lnTo>
                    <a:pt x="7679559" y="0"/>
                  </a:lnTo>
                  <a:lnTo>
                    <a:pt x="7679559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17"/>
            <p:cNvSpPr/>
            <p:nvPr/>
          </p:nvSpPr>
          <p:spPr>
            <a:xfrm>
              <a:off x="937651" y="1854049"/>
              <a:ext cx="7679559" cy="0"/>
            </a:xfrm>
            <a:custGeom>
              <a:avLst/>
              <a:pathLst>
                <a:path w="7679559" h="0">
                  <a:moveTo>
                    <a:pt x="0" y="0"/>
                  </a:moveTo>
                  <a:lnTo>
                    <a:pt x="7679559" y="0"/>
                  </a:lnTo>
                  <a:lnTo>
                    <a:pt x="7679559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18"/>
            <p:cNvSpPr/>
            <p:nvPr/>
          </p:nvSpPr>
          <p:spPr>
            <a:xfrm>
              <a:off x="1680835" y="1669789"/>
              <a:ext cx="0" cy="4053739"/>
            </a:xfrm>
            <a:custGeom>
              <a:avLst/>
              <a:pathLst>
                <a:path w="0" h="4053739">
                  <a:moveTo>
                    <a:pt x="0" y="40537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19"/>
            <p:cNvSpPr/>
            <p:nvPr/>
          </p:nvSpPr>
          <p:spPr>
            <a:xfrm>
              <a:off x="2919473" y="1669789"/>
              <a:ext cx="0" cy="4053739"/>
            </a:xfrm>
            <a:custGeom>
              <a:avLst/>
              <a:pathLst>
                <a:path w="0" h="4053739">
                  <a:moveTo>
                    <a:pt x="0" y="40537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20"/>
            <p:cNvSpPr/>
            <p:nvPr/>
          </p:nvSpPr>
          <p:spPr>
            <a:xfrm>
              <a:off x="4158112" y="1669789"/>
              <a:ext cx="0" cy="4053739"/>
            </a:xfrm>
            <a:custGeom>
              <a:avLst/>
              <a:pathLst>
                <a:path w="0" h="4053739">
                  <a:moveTo>
                    <a:pt x="0" y="40537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21"/>
            <p:cNvSpPr/>
            <p:nvPr/>
          </p:nvSpPr>
          <p:spPr>
            <a:xfrm>
              <a:off x="5396750" y="1669789"/>
              <a:ext cx="0" cy="4053739"/>
            </a:xfrm>
            <a:custGeom>
              <a:avLst/>
              <a:pathLst>
                <a:path w="0" h="4053739">
                  <a:moveTo>
                    <a:pt x="0" y="40537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22"/>
            <p:cNvSpPr/>
            <p:nvPr/>
          </p:nvSpPr>
          <p:spPr>
            <a:xfrm>
              <a:off x="6635389" y="1669789"/>
              <a:ext cx="0" cy="4053739"/>
            </a:xfrm>
            <a:custGeom>
              <a:avLst/>
              <a:pathLst>
                <a:path w="0" h="4053739">
                  <a:moveTo>
                    <a:pt x="0" y="40537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23"/>
            <p:cNvSpPr/>
            <p:nvPr/>
          </p:nvSpPr>
          <p:spPr>
            <a:xfrm>
              <a:off x="7874027" y="1669789"/>
              <a:ext cx="0" cy="4053739"/>
            </a:xfrm>
            <a:custGeom>
              <a:avLst/>
              <a:pathLst>
                <a:path w="0" h="4053739">
                  <a:moveTo>
                    <a:pt x="0" y="40537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24"/>
            <p:cNvSpPr/>
            <p:nvPr/>
          </p:nvSpPr>
          <p:spPr>
            <a:xfrm>
              <a:off x="1680835" y="1669789"/>
              <a:ext cx="0" cy="1951778"/>
            </a:xfrm>
            <a:custGeom>
              <a:avLst/>
              <a:pathLst>
                <a:path w="0" h="1951778">
                  <a:moveTo>
                    <a:pt x="0" y="195177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25"/>
            <p:cNvSpPr/>
            <p:nvPr/>
          </p:nvSpPr>
          <p:spPr>
            <a:xfrm>
              <a:off x="1680835" y="561273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26"/>
            <p:cNvSpPr/>
            <p:nvPr/>
          </p:nvSpPr>
          <p:spPr>
            <a:xfrm>
              <a:off x="1216345" y="3621567"/>
              <a:ext cx="928978" cy="1991163"/>
            </a:xfrm>
            <a:custGeom>
              <a:avLst/>
              <a:pathLst>
                <a:path w="928978" h="1991163">
                  <a:moveTo>
                    <a:pt x="0" y="0"/>
                  </a:moveTo>
                  <a:lnTo>
                    <a:pt x="0" y="1991163"/>
                  </a:lnTo>
                  <a:lnTo>
                    <a:pt x="928978" y="1991163"/>
                  </a:lnTo>
                  <a:lnTo>
                    <a:pt x="92897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pl27"/>
            <p:cNvSpPr/>
            <p:nvPr/>
          </p:nvSpPr>
          <p:spPr>
            <a:xfrm>
              <a:off x="1216345" y="4432543"/>
              <a:ext cx="928978" cy="0"/>
            </a:xfrm>
            <a:custGeom>
              <a:avLst/>
              <a:pathLst>
                <a:path w="928978" h="0">
                  <a:moveTo>
                    <a:pt x="0" y="0"/>
                  </a:moveTo>
                  <a:lnTo>
                    <a:pt x="92897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pl28"/>
            <p:cNvSpPr/>
            <p:nvPr/>
          </p:nvSpPr>
          <p:spPr>
            <a:xfrm>
              <a:off x="2919473" y="2913489"/>
              <a:ext cx="0" cy="1616765"/>
            </a:xfrm>
            <a:custGeom>
              <a:avLst/>
              <a:pathLst>
                <a:path w="0" h="1616765">
                  <a:moveTo>
                    <a:pt x="0" y="161676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29"/>
            <p:cNvSpPr/>
            <p:nvPr/>
          </p:nvSpPr>
          <p:spPr>
            <a:xfrm>
              <a:off x="2919473" y="561273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30"/>
            <p:cNvSpPr/>
            <p:nvPr/>
          </p:nvSpPr>
          <p:spPr>
            <a:xfrm>
              <a:off x="2454984" y="4530255"/>
              <a:ext cx="928978" cy="1082475"/>
            </a:xfrm>
            <a:custGeom>
              <a:avLst/>
              <a:pathLst>
                <a:path w="928978" h="1082475">
                  <a:moveTo>
                    <a:pt x="0" y="0"/>
                  </a:moveTo>
                  <a:lnTo>
                    <a:pt x="0" y="1082475"/>
                  </a:lnTo>
                  <a:lnTo>
                    <a:pt x="928978" y="1082475"/>
                  </a:lnTo>
                  <a:lnTo>
                    <a:pt x="92897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pl31"/>
            <p:cNvSpPr/>
            <p:nvPr/>
          </p:nvSpPr>
          <p:spPr>
            <a:xfrm>
              <a:off x="2454984" y="5422658"/>
              <a:ext cx="928978" cy="0"/>
            </a:xfrm>
            <a:custGeom>
              <a:avLst/>
              <a:pathLst>
                <a:path w="928978" h="0">
                  <a:moveTo>
                    <a:pt x="0" y="0"/>
                  </a:moveTo>
                  <a:lnTo>
                    <a:pt x="92897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pl32"/>
            <p:cNvSpPr/>
            <p:nvPr/>
          </p:nvSpPr>
          <p:spPr>
            <a:xfrm>
              <a:off x="4158112" y="4761470"/>
              <a:ext cx="0" cy="502417"/>
            </a:xfrm>
            <a:custGeom>
              <a:avLst/>
              <a:pathLst>
                <a:path w="0" h="502417">
                  <a:moveTo>
                    <a:pt x="0" y="50241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33"/>
            <p:cNvSpPr/>
            <p:nvPr/>
          </p:nvSpPr>
          <p:spPr>
            <a:xfrm>
              <a:off x="4158112" y="561273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34"/>
            <p:cNvSpPr/>
            <p:nvPr/>
          </p:nvSpPr>
          <p:spPr>
            <a:xfrm>
              <a:off x="3693622" y="5263888"/>
              <a:ext cx="928978" cy="348842"/>
            </a:xfrm>
            <a:custGeom>
              <a:avLst/>
              <a:pathLst>
                <a:path w="928978" h="348842">
                  <a:moveTo>
                    <a:pt x="0" y="0"/>
                  </a:moveTo>
                  <a:lnTo>
                    <a:pt x="0" y="348842"/>
                  </a:lnTo>
                  <a:lnTo>
                    <a:pt x="928978" y="348842"/>
                  </a:lnTo>
                  <a:lnTo>
                    <a:pt x="92897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pl35"/>
            <p:cNvSpPr/>
            <p:nvPr/>
          </p:nvSpPr>
          <p:spPr>
            <a:xfrm>
              <a:off x="3693622" y="5612730"/>
              <a:ext cx="928978" cy="0"/>
            </a:xfrm>
            <a:custGeom>
              <a:avLst/>
              <a:pathLst>
                <a:path w="928978" h="0">
                  <a:moveTo>
                    <a:pt x="0" y="0"/>
                  </a:moveTo>
                  <a:lnTo>
                    <a:pt x="92897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pl36"/>
            <p:cNvSpPr/>
            <p:nvPr/>
          </p:nvSpPr>
          <p:spPr>
            <a:xfrm>
              <a:off x="5396750" y="5193319"/>
              <a:ext cx="0" cy="229338"/>
            </a:xfrm>
            <a:custGeom>
              <a:avLst/>
              <a:pathLst>
                <a:path w="0" h="229338">
                  <a:moveTo>
                    <a:pt x="0" y="22933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37"/>
            <p:cNvSpPr/>
            <p:nvPr/>
          </p:nvSpPr>
          <p:spPr>
            <a:xfrm>
              <a:off x="5396750" y="561273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38"/>
            <p:cNvSpPr/>
            <p:nvPr/>
          </p:nvSpPr>
          <p:spPr>
            <a:xfrm>
              <a:off x="4932261" y="5422658"/>
              <a:ext cx="928978" cy="190072"/>
            </a:xfrm>
            <a:custGeom>
              <a:avLst/>
              <a:pathLst>
                <a:path w="928978" h="190072">
                  <a:moveTo>
                    <a:pt x="0" y="0"/>
                  </a:moveTo>
                  <a:lnTo>
                    <a:pt x="0" y="190072"/>
                  </a:lnTo>
                  <a:lnTo>
                    <a:pt x="928978" y="190072"/>
                  </a:lnTo>
                  <a:lnTo>
                    <a:pt x="92897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pl39"/>
            <p:cNvSpPr/>
            <p:nvPr/>
          </p:nvSpPr>
          <p:spPr>
            <a:xfrm>
              <a:off x="4932261" y="5612730"/>
              <a:ext cx="928978" cy="0"/>
            </a:xfrm>
            <a:custGeom>
              <a:avLst/>
              <a:pathLst>
                <a:path w="928978" h="0">
                  <a:moveTo>
                    <a:pt x="0" y="0"/>
                  </a:moveTo>
                  <a:lnTo>
                    <a:pt x="92897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pl40"/>
            <p:cNvSpPr/>
            <p:nvPr/>
          </p:nvSpPr>
          <p:spPr>
            <a:xfrm>
              <a:off x="6635389" y="5422658"/>
              <a:ext cx="0" cy="90372"/>
            </a:xfrm>
            <a:custGeom>
              <a:avLst/>
              <a:pathLst>
                <a:path w="0" h="90372">
                  <a:moveTo>
                    <a:pt x="0" y="9037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41"/>
            <p:cNvSpPr/>
            <p:nvPr/>
          </p:nvSpPr>
          <p:spPr>
            <a:xfrm>
              <a:off x="6635389" y="561273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42"/>
            <p:cNvSpPr/>
            <p:nvPr/>
          </p:nvSpPr>
          <p:spPr>
            <a:xfrm>
              <a:off x="6170899" y="5513030"/>
              <a:ext cx="928978" cy="99700"/>
            </a:xfrm>
            <a:custGeom>
              <a:avLst/>
              <a:pathLst>
                <a:path w="928978" h="99700">
                  <a:moveTo>
                    <a:pt x="0" y="0"/>
                  </a:moveTo>
                  <a:lnTo>
                    <a:pt x="0" y="99700"/>
                  </a:lnTo>
                  <a:lnTo>
                    <a:pt x="928978" y="99700"/>
                  </a:lnTo>
                  <a:lnTo>
                    <a:pt x="92897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pl43"/>
            <p:cNvSpPr/>
            <p:nvPr/>
          </p:nvSpPr>
          <p:spPr>
            <a:xfrm>
              <a:off x="6170899" y="5612730"/>
              <a:ext cx="928978" cy="0"/>
            </a:xfrm>
            <a:custGeom>
              <a:avLst/>
              <a:pathLst>
                <a:path w="928978" h="0">
                  <a:moveTo>
                    <a:pt x="0" y="0"/>
                  </a:moveTo>
                  <a:lnTo>
                    <a:pt x="92897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pl44"/>
            <p:cNvSpPr/>
            <p:nvPr/>
          </p:nvSpPr>
          <p:spPr>
            <a:xfrm>
              <a:off x="7874027" y="561273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45"/>
            <p:cNvSpPr/>
            <p:nvPr/>
          </p:nvSpPr>
          <p:spPr>
            <a:xfrm>
              <a:off x="7874027" y="561273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46"/>
            <p:cNvSpPr/>
            <p:nvPr/>
          </p:nvSpPr>
          <p:spPr>
            <a:xfrm>
              <a:off x="7409538" y="5612730"/>
              <a:ext cx="928978" cy="0"/>
            </a:xfrm>
            <a:custGeom>
              <a:avLst/>
              <a:pathLst>
                <a:path w="928978" h="0">
                  <a:moveTo>
                    <a:pt x="0" y="0"/>
                  </a:moveTo>
                  <a:lnTo>
                    <a:pt x="92897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pl47"/>
            <p:cNvSpPr/>
            <p:nvPr/>
          </p:nvSpPr>
          <p:spPr>
            <a:xfrm>
              <a:off x="7409538" y="5612730"/>
              <a:ext cx="928978" cy="0"/>
            </a:xfrm>
            <a:custGeom>
              <a:avLst/>
              <a:pathLst>
                <a:path w="928978" h="0">
                  <a:moveTo>
                    <a:pt x="0" y="0"/>
                  </a:moveTo>
                  <a:lnTo>
                    <a:pt x="92897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48"/>
            <p:cNvSpPr/>
            <p:nvPr/>
          </p:nvSpPr>
          <p:spPr>
            <a:xfrm>
              <a:off x="937651" y="1669789"/>
              <a:ext cx="7679559" cy="4053739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tx49"/>
            <p:cNvSpPr/>
            <p:nvPr/>
          </p:nvSpPr>
          <p:spPr>
            <a:xfrm>
              <a:off x="692484" y="5160455"/>
              <a:ext cx="182537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-16</a:t>
              </a:r>
            </a:p>
          </p:txBody>
        </p:sp>
        <p:sp>
          <p:nvSpPr>
            <p:cNvPr id="79" name="tx50"/>
            <p:cNvSpPr/>
            <p:nvPr/>
          </p:nvSpPr>
          <p:spPr>
            <a:xfrm>
              <a:off x="692484" y="4491888"/>
              <a:ext cx="182537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-15</a:t>
              </a:r>
            </a:p>
          </p:txBody>
        </p:sp>
        <p:sp>
          <p:nvSpPr>
            <p:cNvPr id="80" name="tx51"/>
            <p:cNvSpPr/>
            <p:nvPr/>
          </p:nvSpPr>
          <p:spPr>
            <a:xfrm>
              <a:off x="692484" y="3823431"/>
              <a:ext cx="18253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-14</a:t>
              </a:r>
            </a:p>
          </p:txBody>
        </p:sp>
        <p:sp>
          <p:nvSpPr>
            <p:cNvPr id="81" name="tx52"/>
            <p:cNvSpPr/>
            <p:nvPr/>
          </p:nvSpPr>
          <p:spPr>
            <a:xfrm>
              <a:off x="692484" y="3150336"/>
              <a:ext cx="182537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-13</a:t>
              </a:r>
            </a:p>
          </p:txBody>
        </p:sp>
        <p:sp>
          <p:nvSpPr>
            <p:cNvPr id="82" name="tx53"/>
            <p:cNvSpPr/>
            <p:nvPr/>
          </p:nvSpPr>
          <p:spPr>
            <a:xfrm>
              <a:off x="692484" y="2481879"/>
              <a:ext cx="182537" cy="829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-12</a:t>
              </a:r>
            </a:p>
          </p:txBody>
        </p:sp>
        <p:sp>
          <p:nvSpPr>
            <p:cNvPr id="83" name="tx54"/>
            <p:cNvSpPr/>
            <p:nvPr/>
          </p:nvSpPr>
          <p:spPr>
            <a:xfrm>
              <a:off x="692484" y="1813313"/>
              <a:ext cx="18253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-11</a:t>
              </a:r>
            </a:p>
          </p:txBody>
        </p:sp>
        <p:sp>
          <p:nvSpPr>
            <p:cNvPr id="84" name="pl55"/>
            <p:cNvSpPr/>
            <p:nvPr/>
          </p:nvSpPr>
          <p:spPr>
            <a:xfrm>
              <a:off x="902857" y="520424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56"/>
            <p:cNvSpPr/>
            <p:nvPr/>
          </p:nvSpPr>
          <p:spPr>
            <a:xfrm>
              <a:off x="902857" y="453420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57"/>
            <p:cNvSpPr/>
            <p:nvPr/>
          </p:nvSpPr>
          <p:spPr>
            <a:xfrm>
              <a:off x="902857" y="386416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58"/>
            <p:cNvSpPr/>
            <p:nvPr/>
          </p:nvSpPr>
          <p:spPr>
            <a:xfrm>
              <a:off x="902857" y="319412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59"/>
            <p:cNvSpPr/>
            <p:nvPr/>
          </p:nvSpPr>
          <p:spPr>
            <a:xfrm>
              <a:off x="902857" y="252408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60"/>
            <p:cNvSpPr/>
            <p:nvPr/>
          </p:nvSpPr>
          <p:spPr>
            <a:xfrm>
              <a:off x="902857" y="185404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61"/>
            <p:cNvSpPr/>
            <p:nvPr/>
          </p:nvSpPr>
          <p:spPr>
            <a:xfrm>
              <a:off x="1680835" y="572352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62"/>
            <p:cNvSpPr/>
            <p:nvPr/>
          </p:nvSpPr>
          <p:spPr>
            <a:xfrm>
              <a:off x="2919473" y="572352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63"/>
            <p:cNvSpPr/>
            <p:nvPr/>
          </p:nvSpPr>
          <p:spPr>
            <a:xfrm>
              <a:off x="4158112" y="572352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64"/>
            <p:cNvSpPr/>
            <p:nvPr/>
          </p:nvSpPr>
          <p:spPr>
            <a:xfrm>
              <a:off x="5396750" y="572352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65"/>
            <p:cNvSpPr/>
            <p:nvPr/>
          </p:nvSpPr>
          <p:spPr>
            <a:xfrm>
              <a:off x="6635389" y="572352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66"/>
            <p:cNvSpPr/>
            <p:nvPr/>
          </p:nvSpPr>
          <p:spPr>
            <a:xfrm>
              <a:off x="7874027" y="572352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tx67"/>
            <p:cNvSpPr/>
            <p:nvPr/>
          </p:nvSpPr>
          <p:spPr>
            <a:xfrm>
              <a:off x="1528201" y="5767986"/>
              <a:ext cx="305266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(-1,5]</a:t>
              </a:r>
            </a:p>
          </p:txBody>
        </p:sp>
        <p:sp>
          <p:nvSpPr>
            <p:cNvPr id="97" name="tx68"/>
            <p:cNvSpPr/>
            <p:nvPr/>
          </p:nvSpPr>
          <p:spPr>
            <a:xfrm>
              <a:off x="2787004" y="5767986"/>
              <a:ext cx="264938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(5,6]</a:t>
              </a:r>
            </a:p>
          </p:txBody>
        </p:sp>
        <p:sp>
          <p:nvSpPr>
            <p:cNvPr id="98" name="tx69"/>
            <p:cNvSpPr/>
            <p:nvPr/>
          </p:nvSpPr>
          <p:spPr>
            <a:xfrm>
              <a:off x="4025642" y="5767986"/>
              <a:ext cx="264938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(6,7]</a:t>
              </a:r>
            </a:p>
          </p:txBody>
        </p:sp>
        <p:sp>
          <p:nvSpPr>
            <p:cNvPr id="99" name="tx70"/>
            <p:cNvSpPr/>
            <p:nvPr/>
          </p:nvSpPr>
          <p:spPr>
            <a:xfrm>
              <a:off x="5210966" y="5767986"/>
              <a:ext cx="371569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(7,7.5]</a:t>
              </a:r>
            </a:p>
          </p:txBody>
        </p:sp>
        <p:sp>
          <p:nvSpPr>
            <p:cNvPr id="100" name="tx71"/>
            <p:cNvSpPr/>
            <p:nvPr/>
          </p:nvSpPr>
          <p:spPr>
            <a:xfrm>
              <a:off x="6449604" y="5767986"/>
              <a:ext cx="371569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(7.5,8]</a:t>
              </a:r>
            </a:p>
          </p:txBody>
        </p:sp>
        <p:sp>
          <p:nvSpPr>
            <p:cNvPr id="101" name="tx72"/>
            <p:cNvSpPr/>
            <p:nvPr/>
          </p:nvSpPr>
          <p:spPr>
            <a:xfrm>
              <a:off x="7688243" y="5767986"/>
              <a:ext cx="371569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(8,9.5]</a:t>
              </a:r>
            </a:p>
          </p:txBody>
        </p:sp>
        <p:sp>
          <p:nvSpPr>
            <p:cNvPr id="102" name="tx73"/>
            <p:cNvSpPr/>
            <p:nvPr/>
          </p:nvSpPr>
          <p:spPr>
            <a:xfrm>
              <a:off x="4505159" y="5888429"/>
              <a:ext cx="544543" cy="139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bin_k27</a:t>
              </a:r>
            </a:p>
          </p:txBody>
        </p:sp>
        <p:sp>
          <p:nvSpPr>
            <p:cNvPr id="103" name="tx74"/>
            <p:cNvSpPr/>
            <p:nvPr/>
          </p:nvSpPr>
          <p:spPr>
            <a:xfrm rot="-5400000">
              <a:off x="373889" y="3642599"/>
              <a:ext cx="401364" cy="1081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rna1k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2026-03-10T09:27:17Z</dcterms:modified>
  <cp:category/>
</cp:coreProperties>
</file>