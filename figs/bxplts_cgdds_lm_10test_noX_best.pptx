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405236" y="2480785"/>
              <a:ext cx="73465" cy="329495"/>
            </a:xfrm>
            <a:custGeom>
              <a:avLst/>
              <a:pathLst>
                <a:path w="73465" h="329495">
                  <a:moveTo>
                    <a:pt x="0" y="329495"/>
                  </a:moveTo>
                  <a:lnTo>
                    <a:pt x="73465" y="32949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05236" y="2668768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41969" y="2810281"/>
              <a:ext cx="0" cy="171899"/>
            </a:xfrm>
            <a:custGeom>
              <a:avLst/>
              <a:pathLst>
                <a:path w="0" h="171899">
                  <a:moveTo>
                    <a:pt x="0" y="17189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41969" y="2258857"/>
              <a:ext cx="0" cy="221928"/>
            </a:xfrm>
            <a:custGeom>
              <a:avLst/>
              <a:pathLst>
                <a:path w="0" h="221928">
                  <a:moveTo>
                    <a:pt x="0" y="0"/>
                  </a:moveTo>
                  <a:lnTo>
                    <a:pt x="0" y="2219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423602" y="298218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423602" y="22588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405236" y="2480785"/>
              <a:ext cx="73465" cy="329495"/>
            </a:xfrm>
            <a:custGeom>
              <a:avLst/>
              <a:pathLst>
                <a:path w="73465" h="329495">
                  <a:moveTo>
                    <a:pt x="0" y="329495"/>
                  </a:moveTo>
                  <a:lnTo>
                    <a:pt x="73465" y="32949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1895005" y="2473754"/>
              <a:ext cx="73465" cy="313859"/>
            </a:xfrm>
            <a:custGeom>
              <a:avLst/>
              <a:pathLst>
                <a:path w="73465" h="313859">
                  <a:moveTo>
                    <a:pt x="0" y="313859"/>
                  </a:moveTo>
                  <a:lnTo>
                    <a:pt x="73465" y="31385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895005" y="2622575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931737" y="2787614"/>
              <a:ext cx="0" cy="238790"/>
            </a:xfrm>
            <a:custGeom>
              <a:avLst/>
              <a:pathLst>
                <a:path w="0" h="238790">
                  <a:moveTo>
                    <a:pt x="0" y="23879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931737" y="2254633"/>
              <a:ext cx="0" cy="219121"/>
            </a:xfrm>
            <a:custGeom>
              <a:avLst/>
              <a:pathLst>
                <a:path w="0" h="219121">
                  <a:moveTo>
                    <a:pt x="0" y="0"/>
                  </a:moveTo>
                  <a:lnTo>
                    <a:pt x="0" y="2191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913371" y="302640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913371" y="225463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1895005" y="2473754"/>
              <a:ext cx="73465" cy="313859"/>
            </a:xfrm>
            <a:custGeom>
              <a:avLst/>
              <a:pathLst>
                <a:path w="73465" h="313859">
                  <a:moveTo>
                    <a:pt x="0" y="313859"/>
                  </a:moveTo>
                  <a:lnTo>
                    <a:pt x="73465" y="31385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2384773" y="2496772"/>
              <a:ext cx="73465" cy="291433"/>
            </a:xfrm>
            <a:custGeom>
              <a:avLst/>
              <a:pathLst>
                <a:path w="73465" h="291433">
                  <a:moveTo>
                    <a:pt x="0" y="291433"/>
                  </a:moveTo>
                  <a:lnTo>
                    <a:pt x="73465" y="29143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384773" y="2631469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421506" y="2788205"/>
              <a:ext cx="0" cy="262616"/>
            </a:xfrm>
            <a:custGeom>
              <a:avLst/>
              <a:pathLst>
                <a:path w="0" h="262616">
                  <a:moveTo>
                    <a:pt x="0" y="26261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421506" y="2277817"/>
              <a:ext cx="0" cy="218955"/>
            </a:xfrm>
            <a:custGeom>
              <a:avLst/>
              <a:pathLst>
                <a:path w="0" h="218955">
                  <a:moveTo>
                    <a:pt x="0" y="0"/>
                  </a:moveTo>
                  <a:lnTo>
                    <a:pt x="0" y="21895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403139" y="305082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403139" y="227781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2384773" y="2496772"/>
              <a:ext cx="73465" cy="291433"/>
            </a:xfrm>
            <a:custGeom>
              <a:avLst/>
              <a:pathLst>
                <a:path w="73465" h="291433">
                  <a:moveTo>
                    <a:pt x="0" y="291433"/>
                  </a:moveTo>
                  <a:lnTo>
                    <a:pt x="73465" y="29143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2874541" y="2647555"/>
              <a:ext cx="73465" cy="225308"/>
            </a:xfrm>
            <a:custGeom>
              <a:avLst/>
              <a:pathLst>
                <a:path w="73465" h="225308">
                  <a:moveTo>
                    <a:pt x="0" y="225308"/>
                  </a:moveTo>
                  <a:lnTo>
                    <a:pt x="73465" y="22530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874541" y="2790808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911274" y="2872863"/>
              <a:ext cx="0" cy="171095"/>
            </a:xfrm>
            <a:custGeom>
              <a:avLst/>
              <a:pathLst>
                <a:path w="0" h="171095">
                  <a:moveTo>
                    <a:pt x="0" y="1710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2911274" y="2328691"/>
              <a:ext cx="0" cy="318863"/>
            </a:xfrm>
            <a:custGeom>
              <a:avLst/>
              <a:pathLst>
                <a:path w="0" h="318863">
                  <a:moveTo>
                    <a:pt x="0" y="0"/>
                  </a:moveTo>
                  <a:lnTo>
                    <a:pt x="0" y="3188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2892908" y="304395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892908" y="232869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2874541" y="2647555"/>
              <a:ext cx="73465" cy="225308"/>
            </a:xfrm>
            <a:custGeom>
              <a:avLst/>
              <a:pathLst>
                <a:path w="73465" h="225308">
                  <a:moveTo>
                    <a:pt x="0" y="225308"/>
                  </a:moveTo>
                  <a:lnTo>
                    <a:pt x="73465" y="22530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3364310" y="2804164"/>
              <a:ext cx="73465" cy="101596"/>
            </a:xfrm>
            <a:custGeom>
              <a:avLst/>
              <a:pathLst>
                <a:path w="73465" h="101596">
                  <a:moveTo>
                    <a:pt x="0" y="101596"/>
                  </a:moveTo>
                  <a:lnTo>
                    <a:pt x="73465" y="10159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364310" y="286105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401043" y="2905761"/>
              <a:ext cx="0" cy="151196"/>
            </a:xfrm>
            <a:custGeom>
              <a:avLst/>
              <a:pathLst>
                <a:path w="0" h="151196">
                  <a:moveTo>
                    <a:pt x="0" y="15119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3401043" y="2651799"/>
              <a:ext cx="0" cy="152364"/>
            </a:xfrm>
            <a:custGeom>
              <a:avLst/>
              <a:pathLst>
                <a:path w="0" h="152364">
                  <a:moveTo>
                    <a:pt x="0" y="0"/>
                  </a:moveTo>
                  <a:lnTo>
                    <a:pt x="0" y="1523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3382676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3382676" y="265179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3364310" y="2804164"/>
              <a:ext cx="73465" cy="101596"/>
            </a:xfrm>
            <a:custGeom>
              <a:avLst/>
              <a:pathLst>
                <a:path w="73465" h="101596">
                  <a:moveTo>
                    <a:pt x="0" y="101596"/>
                  </a:moveTo>
                  <a:lnTo>
                    <a:pt x="73465" y="10159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3854078" y="2840127"/>
              <a:ext cx="73465" cy="77745"/>
            </a:xfrm>
            <a:custGeom>
              <a:avLst/>
              <a:pathLst>
                <a:path w="73465" h="77745">
                  <a:moveTo>
                    <a:pt x="0" y="77745"/>
                  </a:moveTo>
                  <a:lnTo>
                    <a:pt x="73465" y="7774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854078" y="2880118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3890811" y="2917873"/>
              <a:ext cx="0" cy="110190"/>
            </a:xfrm>
            <a:custGeom>
              <a:avLst/>
              <a:pathLst>
                <a:path w="0" h="110190">
                  <a:moveTo>
                    <a:pt x="0" y="11019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3890811" y="2725065"/>
              <a:ext cx="0" cy="115062"/>
            </a:xfrm>
            <a:custGeom>
              <a:avLst/>
              <a:pathLst>
                <a:path w="0" h="115062">
                  <a:moveTo>
                    <a:pt x="0" y="0"/>
                  </a:moveTo>
                  <a:lnTo>
                    <a:pt x="0" y="11506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3872445" y="302806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872445" y="272506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3854078" y="2840127"/>
              <a:ext cx="73465" cy="77745"/>
            </a:xfrm>
            <a:custGeom>
              <a:avLst/>
              <a:pathLst>
                <a:path w="73465" h="77745">
                  <a:moveTo>
                    <a:pt x="0" y="77745"/>
                  </a:moveTo>
                  <a:lnTo>
                    <a:pt x="73465" y="7774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1441969" y="3089050"/>
              <a:ext cx="2448842" cy="0"/>
            </a:xfrm>
            <a:custGeom>
              <a:avLst/>
              <a:pathLst>
                <a:path w="2448842" h="0">
                  <a:moveTo>
                    <a:pt x="0" y="0"/>
                  </a:moveTo>
                  <a:lnTo>
                    <a:pt x="244884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441969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1931737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421506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911274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3401043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3890811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3"/>
            <p:cNvSpPr/>
            <p:nvPr/>
          </p:nvSpPr>
          <p:spPr>
            <a:xfrm>
              <a:off x="1045230" y="3249492"/>
              <a:ext cx="793477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(-7.01,-1.17]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2047588" y="3249492"/>
              <a:ext cx="747834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(-0.17,0.83]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3049947" y="3249492"/>
              <a:ext cx="702191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(1.83,2.83]</a:t>
              </a:r>
            </a:p>
          </p:txBody>
        </p:sp>
        <p:sp>
          <p:nvSpPr>
            <p:cNvPr id="57" name="pl56"/>
            <p:cNvSpPr/>
            <p:nvPr/>
          </p:nvSpPr>
          <p:spPr>
            <a:xfrm>
              <a:off x="1079540" y="2250644"/>
              <a:ext cx="0" cy="701514"/>
            </a:xfrm>
            <a:custGeom>
              <a:avLst/>
              <a:pathLst>
                <a:path w="0" h="701514">
                  <a:moveTo>
                    <a:pt x="0" y="70151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1003645" y="295215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1003645" y="281185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003645" y="2671552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003645" y="253124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003645" y="2390947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003645" y="225064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3"/>
            <p:cNvSpPr/>
            <p:nvPr/>
          </p:nvSpPr>
          <p:spPr>
            <a:xfrm rot="-5400000">
              <a:off x="811046" y="2906051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65" name="tx64"/>
            <p:cNvSpPr/>
            <p:nvPr/>
          </p:nvSpPr>
          <p:spPr>
            <a:xfrm rot="-5400000">
              <a:off x="809317" y="2623716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66" name="tx65"/>
            <p:cNvSpPr/>
            <p:nvPr/>
          </p:nvSpPr>
          <p:spPr>
            <a:xfrm rot="-5400000">
              <a:off x="809317" y="2343111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503006" y="1815574"/>
              <a:ext cx="4326767" cy="1511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lm_10test_noX_best, rsqr train = 0.242,rsqr test = 0.239</a:t>
              </a:r>
            </a:p>
          </p:txBody>
        </p:sp>
        <p:sp>
          <p:nvSpPr>
            <p:cNvPr id="68" name="pg67"/>
            <p:cNvSpPr/>
            <p:nvPr/>
          </p:nvSpPr>
          <p:spPr>
            <a:xfrm>
              <a:off x="10795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8"/>
            <p:cNvSpPr/>
            <p:nvPr/>
          </p:nvSpPr>
          <p:spPr>
            <a:xfrm>
              <a:off x="1503190" y="2507071"/>
              <a:ext cx="73465" cy="337618"/>
            </a:xfrm>
            <a:custGeom>
              <a:avLst/>
              <a:pathLst>
                <a:path w="73465" h="337618">
                  <a:moveTo>
                    <a:pt x="0" y="337618"/>
                  </a:moveTo>
                  <a:lnTo>
                    <a:pt x="73465" y="33761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1503190" y="272204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539922" y="2844689"/>
              <a:ext cx="0" cy="117517"/>
            </a:xfrm>
            <a:custGeom>
              <a:avLst/>
              <a:pathLst>
                <a:path w="0" h="117517">
                  <a:moveTo>
                    <a:pt x="0" y="1175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539922" y="2243323"/>
              <a:ext cx="0" cy="263747"/>
            </a:xfrm>
            <a:custGeom>
              <a:avLst/>
              <a:pathLst>
                <a:path w="0" h="263747">
                  <a:moveTo>
                    <a:pt x="0" y="0"/>
                  </a:moveTo>
                  <a:lnTo>
                    <a:pt x="0" y="2637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521556" y="296220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1521556" y="224332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1503190" y="2507071"/>
              <a:ext cx="73465" cy="337618"/>
            </a:xfrm>
            <a:custGeom>
              <a:avLst/>
              <a:pathLst>
                <a:path w="73465" h="337618">
                  <a:moveTo>
                    <a:pt x="0" y="337618"/>
                  </a:moveTo>
                  <a:lnTo>
                    <a:pt x="73465" y="33761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5"/>
            <p:cNvSpPr/>
            <p:nvPr/>
          </p:nvSpPr>
          <p:spPr>
            <a:xfrm>
              <a:off x="1992958" y="2451760"/>
              <a:ext cx="73465" cy="325978"/>
            </a:xfrm>
            <a:custGeom>
              <a:avLst/>
              <a:pathLst>
                <a:path w="73465" h="325978">
                  <a:moveTo>
                    <a:pt x="0" y="325978"/>
                  </a:moveTo>
                  <a:lnTo>
                    <a:pt x="73465" y="32597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1992958" y="260550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2029691" y="2777739"/>
              <a:ext cx="0" cy="211794"/>
            </a:xfrm>
            <a:custGeom>
              <a:avLst/>
              <a:pathLst>
                <a:path w="0" h="211794">
                  <a:moveTo>
                    <a:pt x="0" y="21179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2029691" y="2265356"/>
              <a:ext cx="0" cy="186403"/>
            </a:xfrm>
            <a:custGeom>
              <a:avLst/>
              <a:pathLst>
                <a:path w="0" h="186403">
                  <a:moveTo>
                    <a:pt x="0" y="0"/>
                  </a:moveTo>
                  <a:lnTo>
                    <a:pt x="0" y="18640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2011325" y="298953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2011325" y="226535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1"/>
            <p:cNvSpPr/>
            <p:nvPr/>
          </p:nvSpPr>
          <p:spPr>
            <a:xfrm>
              <a:off x="1992958" y="2451760"/>
              <a:ext cx="73465" cy="325978"/>
            </a:xfrm>
            <a:custGeom>
              <a:avLst/>
              <a:pathLst>
                <a:path w="73465" h="325978">
                  <a:moveTo>
                    <a:pt x="0" y="325978"/>
                  </a:moveTo>
                  <a:lnTo>
                    <a:pt x="73465" y="32597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2"/>
            <p:cNvSpPr/>
            <p:nvPr/>
          </p:nvSpPr>
          <p:spPr>
            <a:xfrm>
              <a:off x="2482727" y="2491965"/>
              <a:ext cx="73465" cy="283136"/>
            </a:xfrm>
            <a:custGeom>
              <a:avLst/>
              <a:pathLst>
                <a:path w="73465" h="283136">
                  <a:moveTo>
                    <a:pt x="0" y="283136"/>
                  </a:moveTo>
                  <a:lnTo>
                    <a:pt x="73465" y="28313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2482727" y="260613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2519459" y="2775101"/>
              <a:ext cx="0" cy="232827"/>
            </a:xfrm>
            <a:custGeom>
              <a:avLst/>
              <a:pathLst>
                <a:path w="0" h="232827">
                  <a:moveTo>
                    <a:pt x="0" y="23282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2519459" y="2291589"/>
              <a:ext cx="0" cy="200376"/>
            </a:xfrm>
            <a:custGeom>
              <a:avLst/>
              <a:pathLst>
                <a:path w="0" h="200376">
                  <a:moveTo>
                    <a:pt x="0" y="0"/>
                  </a:moveTo>
                  <a:lnTo>
                    <a:pt x="0" y="20037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2501093" y="300792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2501093" y="229158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2482727" y="2491965"/>
              <a:ext cx="73465" cy="283136"/>
            </a:xfrm>
            <a:custGeom>
              <a:avLst/>
              <a:pathLst>
                <a:path w="73465" h="283136">
                  <a:moveTo>
                    <a:pt x="0" y="283136"/>
                  </a:moveTo>
                  <a:lnTo>
                    <a:pt x="73465" y="28313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2972495" y="2636666"/>
              <a:ext cx="73465" cy="235457"/>
            </a:xfrm>
            <a:custGeom>
              <a:avLst/>
              <a:pathLst>
                <a:path w="73465" h="235457">
                  <a:moveTo>
                    <a:pt x="0" y="235457"/>
                  </a:moveTo>
                  <a:lnTo>
                    <a:pt x="73465" y="23545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2972495" y="2783171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3009228" y="2872123"/>
              <a:ext cx="0" cy="169905"/>
            </a:xfrm>
            <a:custGeom>
              <a:avLst/>
              <a:pathLst>
                <a:path w="0" h="169905">
                  <a:moveTo>
                    <a:pt x="0" y="1699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3009228" y="2313267"/>
              <a:ext cx="0" cy="323399"/>
            </a:xfrm>
            <a:custGeom>
              <a:avLst/>
              <a:pathLst>
                <a:path w="0" h="323399">
                  <a:moveTo>
                    <a:pt x="0" y="0"/>
                  </a:moveTo>
                  <a:lnTo>
                    <a:pt x="0" y="3233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2990861" y="304202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2990861" y="231326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2972495" y="2636666"/>
              <a:ext cx="73465" cy="235457"/>
            </a:xfrm>
            <a:custGeom>
              <a:avLst/>
              <a:pathLst>
                <a:path w="73465" h="235457">
                  <a:moveTo>
                    <a:pt x="0" y="235457"/>
                  </a:moveTo>
                  <a:lnTo>
                    <a:pt x="73465" y="23545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6"/>
            <p:cNvSpPr/>
            <p:nvPr/>
          </p:nvSpPr>
          <p:spPr>
            <a:xfrm>
              <a:off x="3462264" y="2812006"/>
              <a:ext cx="73465" cy="92332"/>
            </a:xfrm>
            <a:custGeom>
              <a:avLst/>
              <a:pathLst>
                <a:path w="73465" h="92332">
                  <a:moveTo>
                    <a:pt x="0" y="92332"/>
                  </a:moveTo>
                  <a:lnTo>
                    <a:pt x="73465" y="9233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3462264" y="286099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3498996" y="2904338"/>
              <a:ext cx="0" cy="103180"/>
            </a:xfrm>
            <a:custGeom>
              <a:avLst/>
              <a:pathLst>
                <a:path w="0" h="103180">
                  <a:moveTo>
                    <a:pt x="0" y="10318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3498996" y="2679735"/>
              <a:ext cx="0" cy="132270"/>
            </a:xfrm>
            <a:custGeom>
              <a:avLst/>
              <a:pathLst>
                <a:path w="0" h="132270">
                  <a:moveTo>
                    <a:pt x="0" y="0"/>
                  </a:moveTo>
                  <a:lnTo>
                    <a:pt x="0" y="1322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3480630" y="300751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3480630" y="267973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3462264" y="2812006"/>
              <a:ext cx="73465" cy="92332"/>
            </a:xfrm>
            <a:custGeom>
              <a:avLst/>
              <a:pathLst>
                <a:path w="73465" h="92332">
                  <a:moveTo>
                    <a:pt x="0" y="92332"/>
                  </a:moveTo>
                  <a:lnTo>
                    <a:pt x="73465" y="9233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3"/>
            <p:cNvSpPr/>
            <p:nvPr/>
          </p:nvSpPr>
          <p:spPr>
            <a:xfrm>
              <a:off x="3952032" y="2839376"/>
              <a:ext cx="73465" cy="73974"/>
            </a:xfrm>
            <a:custGeom>
              <a:avLst/>
              <a:pathLst>
                <a:path w="73465" h="73974">
                  <a:moveTo>
                    <a:pt x="0" y="73974"/>
                  </a:moveTo>
                  <a:lnTo>
                    <a:pt x="73465" y="7397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3952032" y="2873855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3988765" y="2913351"/>
              <a:ext cx="0" cy="65197"/>
            </a:xfrm>
            <a:custGeom>
              <a:avLst/>
              <a:pathLst>
                <a:path w="0" h="65197">
                  <a:moveTo>
                    <a:pt x="0" y="6519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3988765" y="2735146"/>
              <a:ext cx="0" cy="104230"/>
            </a:xfrm>
            <a:custGeom>
              <a:avLst/>
              <a:pathLst>
                <a:path w="0" h="104230">
                  <a:moveTo>
                    <a:pt x="0" y="0"/>
                  </a:moveTo>
                  <a:lnTo>
                    <a:pt x="0" y="10423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3970398" y="297854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3970398" y="273514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09"/>
            <p:cNvSpPr/>
            <p:nvPr/>
          </p:nvSpPr>
          <p:spPr>
            <a:xfrm>
              <a:off x="3952032" y="2839376"/>
              <a:ext cx="73465" cy="73974"/>
            </a:xfrm>
            <a:custGeom>
              <a:avLst/>
              <a:pathLst>
                <a:path w="73465" h="73974">
                  <a:moveTo>
                    <a:pt x="0" y="73974"/>
                  </a:moveTo>
                  <a:lnTo>
                    <a:pt x="73465" y="7397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1079540" y="2250644"/>
              <a:ext cx="0" cy="701514"/>
            </a:xfrm>
            <a:custGeom>
              <a:avLst/>
              <a:pathLst>
                <a:path w="0" h="701514">
                  <a:moveTo>
                    <a:pt x="0" y="70151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1003645" y="295215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1003645" y="281185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1003645" y="2671552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1003645" y="253124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1003645" y="2390947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1003645" y="225064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7"/>
            <p:cNvSpPr/>
            <p:nvPr/>
          </p:nvSpPr>
          <p:spPr>
            <a:xfrm rot="-5400000">
              <a:off x="811046" y="2906051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19" name="tx118"/>
            <p:cNvSpPr/>
            <p:nvPr/>
          </p:nvSpPr>
          <p:spPr>
            <a:xfrm rot="-5400000">
              <a:off x="809317" y="2623716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20" name="tx119"/>
            <p:cNvSpPr/>
            <p:nvPr/>
          </p:nvSpPr>
          <p:spPr>
            <a:xfrm rot="-5400000">
              <a:off x="809317" y="2343111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21" name="pg120"/>
            <p:cNvSpPr/>
            <p:nvPr/>
          </p:nvSpPr>
          <p:spPr>
            <a:xfrm>
              <a:off x="10795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1"/>
            <p:cNvSpPr/>
            <p:nvPr/>
          </p:nvSpPr>
          <p:spPr>
            <a:xfrm>
              <a:off x="1405236" y="4972151"/>
              <a:ext cx="73465" cy="140136"/>
            </a:xfrm>
            <a:custGeom>
              <a:avLst/>
              <a:pathLst>
                <a:path w="73465" h="140136">
                  <a:moveTo>
                    <a:pt x="0" y="140136"/>
                  </a:moveTo>
                  <a:lnTo>
                    <a:pt x="73465" y="14013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1405236" y="5053031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1441969" y="5112288"/>
              <a:ext cx="0" cy="207650"/>
            </a:xfrm>
            <a:custGeom>
              <a:avLst/>
              <a:pathLst>
                <a:path w="0" h="207650">
                  <a:moveTo>
                    <a:pt x="0" y="20765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1441969" y="4764755"/>
              <a:ext cx="0" cy="207396"/>
            </a:xfrm>
            <a:custGeom>
              <a:avLst/>
              <a:pathLst>
                <a:path w="0" h="207396">
                  <a:moveTo>
                    <a:pt x="0" y="0"/>
                  </a:moveTo>
                  <a:lnTo>
                    <a:pt x="0" y="20739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1423602" y="531993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1423602" y="476475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7"/>
            <p:cNvSpPr/>
            <p:nvPr/>
          </p:nvSpPr>
          <p:spPr>
            <a:xfrm>
              <a:off x="1405236" y="4972151"/>
              <a:ext cx="73465" cy="140136"/>
            </a:xfrm>
            <a:custGeom>
              <a:avLst/>
              <a:pathLst>
                <a:path w="73465" h="140136">
                  <a:moveTo>
                    <a:pt x="0" y="140136"/>
                  </a:moveTo>
                  <a:lnTo>
                    <a:pt x="73465" y="14013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8"/>
            <p:cNvSpPr/>
            <p:nvPr/>
          </p:nvSpPr>
          <p:spPr>
            <a:xfrm>
              <a:off x="1895005" y="4862994"/>
              <a:ext cx="73465" cy="183758"/>
            </a:xfrm>
            <a:custGeom>
              <a:avLst/>
              <a:pathLst>
                <a:path w="73465" h="183758">
                  <a:moveTo>
                    <a:pt x="0" y="183758"/>
                  </a:moveTo>
                  <a:lnTo>
                    <a:pt x="73465" y="18375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pl129"/>
            <p:cNvSpPr/>
            <p:nvPr/>
          </p:nvSpPr>
          <p:spPr>
            <a:xfrm>
              <a:off x="1895005" y="496437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1931737" y="5046753"/>
              <a:ext cx="0" cy="244732"/>
            </a:xfrm>
            <a:custGeom>
              <a:avLst/>
              <a:pathLst>
                <a:path w="0" h="244732">
                  <a:moveTo>
                    <a:pt x="0" y="24473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2" name="pl131"/>
            <p:cNvSpPr/>
            <p:nvPr/>
          </p:nvSpPr>
          <p:spPr>
            <a:xfrm>
              <a:off x="1931737" y="4589825"/>
              <a:ext cx="0" cy="273169"/>
            </a:xfrm>
            <a:custGeom>
              <a:avLst/>
              <a:pathLst>
                <a:path w="0" h="273169">
                  <a:moveTo>
                    <a:pt x="0" y="0"/>
                  </a:moveTo>
                  <a:lnTo>
                    <a:pt x="0" y="2731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3" name="pl132"/>
            <p:cNvSpPr/>
            <p:nvPr/>
          </p:nvSpPr>
          <p:spPr>
            <a:xfrm>
              <a:off x="1913371" y="529148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1913371" y="458982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4"/>
            <p:cNvSpPr/>
            <p:nvPr/>
          </p:nvSpPr>
          <p:spPr>
            <a:xfrm>
              <a:off x="1895005" y="4862994"/>
              <a:ext cx="73465" cy="183758"/>
            </a:xfrm>
            <a:custGeom>
              <a:avLst/>
              <a:pathLst>
                <a:path w="73465" h="183758">
                  <a:moveTo>
                    <a:pt x="0" y="183758"/>
                  </a:moveTo>
                  <a:lnTo>
                    <a:pt x="73465" y="18375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5"/>
            <p:cNvSpPr/>
            <p:nvPr/>
          </p:nvSpPr>
          <p:spPr>
            <a:xfrm>
              <a:off x="2384773" y="4765585"/>
              <a:ext cx="73465" cy="202313"/>
            </a:xfrm>
            <a:custGeom>
              <a:avLst/>
              <a:pathLst>
                <a:path w="73465" h="202313">
                  <a:moveTo>
                    <a:pt x="0" y="202313"/>
                  </a:moveTo>
                  <a:lnTo>
                    <a:pt x="73465" y="20231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2384773" y="487951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2421506" y="4967899"/>
              <a:ext cx="0" cy="299811"/>
            </a:xfrm>
            <a:custGeom>
              <a:avLst/>
              <a:pathLst>
                <a:path w="0" h="299811">
                  <a:moveTo>
                    <a:pt x="0" y="29981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2421506" y="4540966"/>
              <a:ext cx="0" cy="224619"/>
            </a:xfrm>
            <a:custGeom>
              <a:avLst/>
              <a:pathLst>
                <a:path w="0" h="224619">
                  <a:moveTo>
                    <a:pt x="0" y="0"/>
                  </a:moveTo>
                  <a:lnTo>
                    <a:pt x="0" y="2246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2403139" y="526771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2403139" y="454096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1"/>
            <p:cNvSpPr/>
            <p:nvPr/>
          </p:nvSpPr>
          <p:spPr>
            <a:xfrm>
              <a:off x="2384773" y="4765585"/>
              <a:ext cx="73465" cy="202313"/>
            </a:xfrm>
            <a:custGeom>
              <a:avLst/>
              <a:pathLst>
                <a:path w="73465" h="202313">
                  <a:moveTo>
                    <a:pt x="0" y="202313"/>
                  </a:moveTo>
                  <a:lnTo>
                    <a:pt x="73465" y="20231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2874541" y="4648751"/>
              <a:ext cx="73465" cy="179782"/>
            </a:xfrm>
            <a:custGeom>
              <a:avLst/>
              <a:pathLst>
                <a:path w="73465" h="179782">
                  <a:moveTo>
                    <a:pt x="0" y="179782"/>
                  </a:moveTo>
                  <a:lnTo>
                    <a:pt x="73465" y="17978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2874541" y="471518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2911274" y="4828533"/>
              <a:ext cx="0" cy="268431"/>
            </a:xfrm>
            <a:custGeom>
              <a:avLst/>
              <a:pathLst>
                <a:path w="0" h="268431">
                  <a:moveTo>
                    <a:pt x="0" y="26843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2911274" y="4521174"/>
              <a:ext cx="0" cy="127576"/>
            </a:xfrm>
            <a:custGeom>
              <a:avLst/>
              <a:pathLst>
                <a:path w="0" h="127576">
                  <a:moveTo>
                    <a:pt x="0" y="0"/>
                  </a:moveTo>
                  <a:lnTo>
                    <a:pt x="0" y="12757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2892908" y="509696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2892908" y="452117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2874541" y="4648751"/>
              <a:ext cx="73465" cy="179782"/>
            </a:xfrm>
            <a:custGeom>
              <a:avLst/>
              <a:pathLst>
                <a:path w="73465" h="179782">
                  <a:moveTo>
                    <a:pt x="0" y="179782"/>
                  </a:moveTo>
                  <a:lnTo>
                    <a:pt x="73465" y="17978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49"/>
            <p:cNvSpPr/>
            <p:nvPr/>
          </p:nvSpPr>
          <p:spPr>
            <a:xfrm>
              <a:off x="3364310" y="4613938"/>
              <a:ext cx="73465" cy="76442"/>
            </a:xfrm>
            <a:custGeom>
              <a:avLst/>
              <a:pathLst>
                <a:path w="73465" h="76442">
                  <a:moveTo>
                    <a:pt x="0" y="76442"/>
                  </a:moveTo>
                  <a:lnTo>
                    <a:pt x="73465" y="7644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3364310" y="464671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3401043" y="4690381"/>
              <a:ext cx="0" cy="113024"/>
            </a:xfrm>
            <a:custGeom>
              <a:avLst/>
              <a:pathLst>
                <a:path w="0" h="113024">
                  <a:moveTo>
                    <a:pt x="0" y="11302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3401043" y="4518241"/>
              <a:ext cx="0" cy="95696"/>
            </a:xfrm>
            <a:custGeom>
              <a:avLst/>
              <a:pathLst>
                <a:path w="0" h="95696">
                  <a:moveTo>
                    <a:pt x="0" y="0"/>
                  </a:moveTo>
                  <a:lnTo>
                    <a:pt x="0" y="9569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3382676" y="480340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3382676" y="451824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5"/>
            <p:cNvSpPr/>
            <p:nvPr/>
          </p:nvSpPr>
          <p:spPr>
            <a:xfrm>
              <a:off x="3364310" y="4613938"/>
              <a:ext cx="73465" cy="76442"/>
            </a:xfrm>
            <a:custGeom>
              <a:avLst/>
              <a:pathLst>
                <a:path w="73465" h="76442">
                  <a:moveTo>
                    <a:pt x="0" y="76442"/>
                  </a:moveTo>
                  <a:lnTo>
                    <a:pt x="73465" y="7644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6"/>
            <p:cNvSpPr/>
            <p:nvPr/>
          </p:nvSpPr>
          <p:spPr>
            <a:xfrm>
              <a:off x="3854078" y="4599500"/>
              <a:ext cx="73465" cy="56785"/>
            </a:xfrm>
            <a:custGeom>
              <a:avLst/>
              <a:pathLst>
                <a:path w="73465" h="56785">
                  <a:moveTo>
                    <a:pt x="0" y="56785"/>
                  </a:moveTo>
                  <a:lnTo>
                    <a:pt x="73465" y="5678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3854078" y="4627178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3890811" y="4656286"/>
              <a:ext cx="0" cy="83867"/>
            </a:xfrm>
            <a:custGeom>
              <a:avLst/>
              <a:pathLst>
                <a:path w="0" h="83867">
                  <a:moveTo>
                    <a:pt x="0" y="8386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3890811" y="4517615"/>
              <a:ext cx="0" cy="81885"/>
            </a:xfrm>
            <a:custGeom>
              <a:avLst/>
              <a:pathLst>
                <a:path w="0" h="81885">
                  <a:moveTo>
                    <a:pt x="0" y="0"/>
                  </a:moveTo>
                  <a:lnTo>
                    <a:pt x="0" y="8188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3872445" y="474015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3872445" y="451761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2"/>
            <p:cNvSpPr/>
            <p:nvPr/>
          </p:nvSpPr>
          <p:spPr>
            <a:xfrm>
              <a:off x="3854078" y="4599500"/>
              <a:ext cx="73465" cy="56785"/>
            </a:xfrm>
            <a:custGeom>
              <a:avLst/>
              <a:pathLst>
                <a:path w="73465" h="56785">
                  <a:moveTo>
                    <a:pt x="0" y="56785"/>
                  </a:moveTo>
                  <a:lnTo>
                    <a:pt x="73465" y="5678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1441969" y="5352031"/>
              <a:ext cx="2448842" cy="0"/>
            </a:xfrm>
            <a:custGeom>
              <a:avLst/>
              <a:pathLst>
                <a:path w="2448842" h="0">
                  <a:moveTo>
                    <a:pt x="0" y="0"/>
                  </a:moveTo>
                  <a:lnTo>
                    <a:pt x="244884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4"/>
            <p:cNvSpPr/>
            <p:nvPr/>
          </p:nvSpPr>
          <p:spPr>
            <a:xfrm>
              <a:off x="1441969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5"/>
            <p:cNvSpPr/>
            <p:nvPr/>
          </p:nvSpPr>
          <p:spPr>
            <a:xfrm>
              <a:off x="1931737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6"/>
            <p:cNvSpPr/>
            <p:nvPr/>
          </p:nvSpPr>
          <p:spPr>
            <a:xfrm>
              <a:off x="2421506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7"/>
            <p:cNvSpPr/>
            <p:nvPr/>
          </p:nvSpPr>
          <p:spPr>
            <a:xfrm>
              <a:off x="2911274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8"/>
            <p:cNvSpPr/>
            <p:nvPr/>
          </p:nvSpPr>
          <p:spPr>
            <a:xfrm>
              <a:off x="3401043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3890811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170"/>
            <p:cNvSpPr/>
            <p:nvPr/>
          </p:nvSpPr>
          <p:spPr>
            <a:xfrm>
              <a:off x="1045230" y="5512474"/>
              <a:ext cx="793477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(-7.01,-1.17]</a:t>
              </a:r>
            </a:p>
          </p:txBody>
        </p:sp>
        <p:sp>
          <p:nvSpPr>
            <p:cNvPr id="172" name="tx171"/>
            <p:cNvSpPr/>
            <p:nvPr/>
          </p:nvSpPr>
          <p:spPr>
            <a:xfrm>
              <a:off x="2047588" y="5512474"/>
              <a:ext cx="747834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(-0.17,0.83]</a:t>
              </a:r>
            </a:p>
          </p:txBody>
        </p:sp>
        <p:sp>
          <p:nvSpPr>
            <p:cNvPr id="173" name="tx172"/>
            <p:cNvSpPr/>
            <p:nvPr/>
          </p:nvSpPr>
          <p:spPr>
            <a:xfrm>
              <a:off x="3049947" y="5512474"/>
              <a:ext cx="702191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(1.83,2.83]</a:t>
              </a:r>
            </a:p>
          </p:txBody>
        </p:sp>
        <p:sp>
          <p:nvSpPr>
            <p:cNvPr id="174" name="pl173"/>
            <p:cNvSpPr/>
            <p:nvPr/>
          </p:nvSpPr>
          <p:spPr>
            <a:xfrm>
              <a:off x="1079540" y="4544515"/>
              <a:ext cx="0" cy="674221"/>
            </a:xfrm>
            <a:custGeom>
              <a:avLst/>
              <a:pathLst>
                <a:path w="0" h="674221">
                  <a:moveTo>
                    <a:pt x="0" y="6742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1003645" y="521873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1003645" y="505018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1003645" y="488162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1003645" y="471307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1003645" y="454451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tx179"/>
            <p:cNvSpPr/>
            <p:nvPr/>
          </p:nvSpPr>
          <p:spPr>
            <a:xfrm rot="-5400000">
              <a:off x="788224" y="5172630"/>
              <a:ext cx="126121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181" name="tx180"/>
            <p:cNvSpPr/>
            <p:nvPr/>
          </p:nvSpPr>
          <p:spPr>
            <a:xfrm rot="-5400000">
              <a:off x="809317" y="4833790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82" name="tx181"/>
            <p:cNvSpPr/>
            <p:nvPr/>
          </p:nvSpPr>
          <p:spPr>
            <a:xfrm rot="-5400000">
              <a:off x="811046" y="4498408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83" name="tx182"/>
            <p:cNvSpPr/>
            <p:nvPr/>
          </p:nvSpPr>
          <p:spPr>
            <a:xfrm>
              <a:off x="503006" y="4078556"/>
              <a:ext cx="4326767" cy="1511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lm_10test_noX_best, rsqr train = 0.528,rsqr test = 0.503</a:t>
              </a:r>
            </a:p>
          </p:txBody>
        </p:sp>
        <p:sp>
          <p:nvSpPr>
            <p:cNvPr id="184" name="pg183"/>
            <p:cNvSpPr/>
            <p:nvPr/>
          </p:nvSpPr>
          <p:spPr>
            <a:xfrm>
              <a:off x="1079540" y="4485522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4"/>
            <p:cNvSpPr/>
            <p:nvPr/>
          </p:nvSpPr>
          <p:spPr>
            <a:xfrm>
              <a:off x="1503190" y="4954777"/>
              <a:ext cx="73465" cy="139279"/>
            </a:xfrm>
            <a:custGeom>
              <a:avLst/>
              <a:pathLst>
                <a:path w="73465" h="139279">
                  <a:moveTo>
                    <a:pt x="0" y="139279"/>
                  </a:moveTo>
                  <a:lnTo>
                    <a:pt x="73465" y="13927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1503190" y="503461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1539922" y="5094057"/>
              <a:ext cx="0" cy="203543"/>
            </a:xfrm>
            <a:custGeom>
              <a:avLst/>
              <a:pathLst>
                <a:path w="0" h="203543">
                  <a:moveTo>
                    <a:pt x="0" y="20354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1539922" y="4797577"/>
              <a:ext cx="0" cy="157199"/>
            </a:xfrm>
            <a:custGeom>
              <a:avLst/>
              <a:pathLst>
                <a:path w="0" h="157199">
                  <a:moveTo>
                    <a:pt x="0" y="0"/>
                  </a:moveTo>
                  <a:lnTo>
                    <a:pt x="0" y="1571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1521556" y="529760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1521556" y="479757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0"/>
            <p:cNvSpPr/>
            <p:nvPr/>
          </p:nvSpPr>
          <p:spPr>
            <a:xfrm>
              <a:off x="1503190" y="4954777"/>
              <a:ext cx="73465" cy="139279"/>
            </a:xfrm>
            <a:custGeom>
              <a:avLst/>
              <a:pathLst>
                <a:path w="73465" h="139279">
                  <a:moveTo>
                    <a:pt x="0" y="139279"/>
                  </a:moveTo>
                  <a:lnTo>
                    <a:pt x="73465" y="13927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1"/>
            <p:cNvSpPr/>
            <p:nvPr/>
          </p:nvSpPr>
          <p:spPr>
            <a:xfrm>
              <a:off x="1992958" y="4863378"/>
              <a:ext cx="73465" cy="179998"/>
            </a:xfrm>
            <a:custGeom>
              <a:avLst/>
              <a:pathLst>
                <a:path w="73465" h="179998">
                  <a:moveTo>
                    <a:pt x="0" y="179998"/>
                  </a:moveTo>
                  <a:lnTo>
                    <a:pt x="73465" y="17999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pl192"/>
            <p:cNvSpPr/>
            <p:nvPr/>
          </p:nvSpPr>
          <p:spPr>
            <a:xfrm>
              <a:off x="1992958" y="4955119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2029691" y="5043376"/>
              <a:ext cx="0" cy="211956"/>
            </a:xfrm>
            <a:custGeom>
              <a:avLst/>
              <a:pathLst>
                <a:path w="0" h="211956">
                  <a:moveTo>
                    <a:pt x="0" y="21195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5" name="pl194"/>
            <p:cNvSpPr/>
            <p:nvPr/>
          </p:nvSpPr>
          <p:spPr>
            <a:xfrm>
              <a:off x="2029691" y="4609820"/>
              <a:ext cx="0" cy="253557"/>
            </a:xfrm>
            <a:custGeom>
              <a:avLst/>
              <a:pathLst>
                <a:path w="0" h="253557">
                  <a:moveTo>
                    <a:pt x="0" y="0"/>
                  </a:moveTo>
                  <a:lnTo>
                    <a:pt x="0" y="2535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2011325" y="525533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2011325" y="460982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7"/>
            <p:cNvSpPr/>
            <p:nvPr/>
          </p:nvSpPr>
          <p:spPr>
            <a:xfrm>
              <a:off x="1992958" y="4863378"/>
              <a:ext cx="73465" cy="179998"/>
            </a:xfrm>
            <a:custGeom>
              <a:avLst/>
              <a:pathLst>
                <a:path w="73465" h="179998">
                  <a:moveTo>
                    <a:pt x="0" y="179998"/>
                  </a:moveTo>
                  <a:lnTo>
                    <a:pt x="73465" y="17999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8"/>
            <p:cNvSpPr/>
            <p:nvPr/>
          </p:nvSpPr>
          <p:spPr>
            <a:xfrm>
              <a:off x="2482727" y="4776362"/>
              <a:ext cx="73465" cy="203460"/>
            </a:xfrm>
            <a:custGeom>
              <a:avLst/>
              <a:pathLst>
                <a:path w="73465" h="203460">
                  <a:moveTo>
                    <a:pt x="0" y="203460"/>
                  </a:moveTo>
                  <a:lnTo>
                    <a:pt x="73465" y="20346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2482727" y="489011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2519459" y="4979822"/>
              <a:ext cx="0" cy="284551"/>
            </a:xfrm>
            <a:custGeom>
              <a:avLst/>
              <a:pathLst>
                <a:path w="0" h="284551">
                  <a:moveTo>
                    <a:pt x="0" y="2845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2519459" y="4525060"/>
              <a:ext cx="0" cy="251301"/>
            </a:xfrm>
            <a:custGeom>
              <a:avLst/>
              <a:pathLst>
                <a:path w="0" h="251301">
                  <a:moveTo>
                    <a:pt x="0" y="0"/>
                  </a:moveTo>
                  <a:lnTo>
                    <a:pt x="0" y="2513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2501093" y="526437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2501093" y="452506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4"/>
            <p:cNvSpPr/>
            <p:nvPr/>
          </p:nvSpPr>
          <p:spPr>
            <a:xfrm>
              <a:off x="2482727" y="4776362"/>
              <a:ext cx="73465" cy="203460"/>
            </a:xfrm>
            <a:custGeom>
              <a:avLst/>
              <a:pathLst>
                <a:path w="73465" h="203460">
                  <a:moveTo>
                    <a:pt x="0" y="203460"/>
                  </a:moveTo>
                  <a:lnTo>
                    <a:pt x="73465" y="20346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5"/>
            <p:cNvSpPr/>
            <p:nvPr/>
          </p:nvSpPr>
          <p:spPr>
            <a:xfrm>
              <a:off x="2972495" y="4645871"/>
              <a:ext cx="73465" cy="185534"/>
            </a:xfrm>
            <a:custGeom>
              <a:avLst/>
              <a:pathLst>
                <a:path w="73465" h="185534">
                  <a:moveTo>
                    <a:pt x="0" y="185534"/>
                  </a:moveTo>
                  <a:lnTo>
                    <a:pt x="73465" y="18553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2972495" y="4721201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3009228" y="4831405"/>
              <a:ext cx="0" cy="267418"/>
            </a:xfrm>
            <a:custGeom>
              <a:avLst/>
              <a:pathLst>
                <a:path w="0" h="267418">
                  <a:moveTo>
                    <a:pt x="0" y="26741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3009228" y="4508377"/>
              <a:ext cx="0" cy="137493"/>
            </a:xfrm>
            <a:custGeom>
              <a:avLst/>
              <a:pathLst>
                <a:path w="0" h="137493">
                  <a:moveTo>
                    <a:pt x="0" y="0"/>
                  </a:moveTo>
                  <a:lnTo>
                    <a:pt x="0" y="1374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2990861" y="509882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2990861" y="450837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1"/>
            <p:cNvSpPr/>
            <p:nvPr/>
          </p:nvSpPr>
          <p:spPr>
            <a:xfrm>
              <a:off x="2972495" y="4645871"/>
              <a:ext cx="73465" cy="185534"/>
            </a:xfrm>
            <a:custGeom>
              <a:avLst/>
              <a:pathLst>
                <a:path w="73465" h="185534">
                  <a:moveTo>
                    <a:pt x="0" y="185534"/>
                  </a:moveTo>
                  <a:lnTo>
                    <a:pt x="73465" y="18553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2"/>
            <p:cNvSpPr/>
            <p:nvPr/>
          </p:nvSpPr>
          <p:spPr>
            <a:xfrm>
              <a:off x="3462264" y="4614702"/>
              <a:ext cx="73465" cy="75687"/>
            </a:xfrm>
            <a:custGeom>
              <a:avLst/>
              <a:pathLst>
                <a:path w="73465" h="75687">
                  <a:moveTo>
                    <a:pt x="0" y="75687"/>
                  </a:moveTo>
                  <a:lnTo>
                    <a:pt x="73465" y="7568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3462264" y="464894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3498996" y="4690390"/>
              <a:ext cx="0" cy="107115"/>
            </a:xfrm>
            <a:custGeom>
              <a:avLst/>
              <a:pathLst>
                <a:path w="0" h="107115">
                  <a:moveTo>
                    <a:pt x="0" y="10711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6" name="pl215"/>
            <p:cNvSpPr/>
            <p:nvPr/>
          </p:nvSpPr>
          <p:spPr>
            <a:xfrm>
              <a:off x="3498996" y="4527643"/>
              <a:ext cx="0" cy="87059"/>
            </a:xfrm>
            <a:custGeom>
              <a:avLst/>
              <a:pathLst>
                <a:path w="0" h="87059">
                  <a:moveTo>
                    <a:pt x="0" y="0"/>
                  </a:moveTo>
                  <a:lnTo>
                    <a:pt x="0" y="8705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3480630" y="479750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3480630" y="452764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8"/>
            <p:cNvSpPr/>
            <p:nvPr/>
          </p:nvSpPr>
          <p:spPr>
            <a:xfrm>
              <a:off x="3462264" y="4614702"/>
              <a:ext cx="73465" cy="75687"/>
            </a:xfrm>
            <a:custGeom>
              <a:avLst/>
              <a:pathLst>
                <a:path w="73465" h="75687">
                  <a:moveTo>
                    <a:pt x="0" y="75687"/>
                  </a:moveTo>
                  <a:lnTo>
                    <a:pt x="73465" y="7568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19"/>
            <p:cNvSpPr/>
            <p:nvPr/>
          </p:nvSpPr>
          <p:spPr>
            <a:xfrm>
              <a:off x="3952032" y="4604207"/>
              <a:ext cx="73465" cy="50996"/>
            </a:xfrm>
            <a:custGeom>
              <a:avLst/>
              <a:pathLst>
                <a:path w="73465" h="50996">
                  <a:moveTo>
                    <a:pt x="0" y="50996"/>
                  </a:moveTo>
                  <a:lnTo>
                    <a:pt x="73465" y="5099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3952032" y="4629015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1"/>
            <p:cNvSpPr/>
            <p:nvPr/>
          </p:nvSpPr>
          <p:spPr>
            <a:xfrm>
              <a:off x="3988765" y="4655203"/>
              <a:ext cx="0" cy="64648"/>
            </a:xfrm>
            <a:custGeom>
              <a:avLst/>
              <a:pathLst>
                <a:path w="0" h="64648">
                  <a:moveTo>
                    <a:pt x="0" y="6464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3988765" y="4555226"/>
              <a:ext cx="0" cy="48981"/>
            </a:xfrm>
            <a:custGeom>
              <a:avLst/>
              <a:pathLst>
                <a:path w="0" h="48981">
                  <a:moveTo>
                    <a:pt x="0" y="0"/>
                  </a:moveTo>
                  <a:lnTo>
                    <a:pt x="0" y="489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3970398" y="4719852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3970398" y="455522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5"/>
            <p:cNvSpPr/>
            <p:nvPr/>
          </p:nvSpPr>
          <p:spPr>
            <a:xfrm>
              <a:off x="3952032" y="4604207"/>
              <a:ext cx="73465" cy="50996"/>
            </a:xfrm>
            <a:custGeom>
              <a:avLst/>
              <a:pathLst>
                <a:path w="73465" h="50996">
                  <a:moveTo>
                    <a:pt x="0" y="50996"/>
                  </a:moveTo>
                  <a:lnTo>
                    <a:pt x="73465" y="5099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1079540" y="4544515"/>
              <a:ext cx="0" cy="674221"/>
            </a:xfrm>
            <a:custGeom>
              <a:avLst/>
              <a:pathLst>
                <a:path w="0" h="674221">
                  <a:moveTo>
                    <a:pt x="0" y="6742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1003645" y="521873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1003645" y="505018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1003645" y="488162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1003645" y="471307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1"/>
            <p:cNvSpPr/>
            <p:nvPr/>
          </p:nvSpPr>
          <p:spPr>
            <a:xfrm>
              <a:off x="1003645" y="454451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232"/>
            <p:cNvSpPr/>
            <p:nvPr/>
          </p:nvSpPr>
          <p:spPr>
            <a:xfrm rot="-5400000">
              <a:off x="788224" y="5172630"/>
              <a:ext cx="126121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234" name="tx233"/>
            <p:cNvSpPr/>
            <p:nvPr/>
          </p:nvSpPr>
          <p:spPr>
            <a:xfrm rot="-5400000">
              <a:off x="809317" y="4833790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35" name="tx234"/>
            <p:cNvSpPr/>
            <p:nvPr/>
          </p:nvSpPr>
          <p:spPr>
            <a:xfrm rot="-5400000">
              <a:off x="811046" y="4498408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236" name="pg235"/>
            <p:cNvSpPr/>
            <p:nvPr/>
          </p:nvSpPr>
          <p:spPr>
            <a:xfrm>
              <a:off x="1079540" y="4485522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2026-03-10T13:14:23Z</dcterms:modified>
  <cp:category/>
</cp:coreProperties>
</file>