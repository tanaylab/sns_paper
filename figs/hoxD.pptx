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669197"/>
              <a:ext cx="474060" cy="593279"/>
            </a:xfrm>
            <a:custGeom>
              <a:avLst/>
              <a:pathLst>
                <a:path w="474060" h="593279">
                  <a:moveTo>
                    <a:pt x="0" y="110516"/>
                  </a:moveTo>
                  <a:lnTo>
                    <a:pt x="6713" y="134358"/>
                  </a:lnTo>
                  <a:lnTo>
                    <a:pt x="13427" y="19080"/>
                  </a:lnTo>
                  <a:lnTo>
                    <a:pt x="20141" y="0"/>
                  </a:lnTo>
                  <a:lnTo>
                    <a:pt x="26855" y="66080"/>
                  </a:lnTo>
                  <a:lnTo>
                    <a:pt x="33569" y="140433"/>
                  </a:lnTo>
                  <a:lnTo>
                    <a:pt x="40283" y="226789"/>
                  </a:lnTo>
                  <a:lnTo>
                    <a:pt x="46997" y="303055"/>
                  </a:lnTo>
                  <a:lnTo>
                    <a:pt x="53711" y="417723"/>
                  </a:lnTo>
                  <a:lnTo>
                    <a:pt x="60425" y="458265"/>
                  </a:lnTo>
                  <a:lnTo>
                    <a:pt x="67139" y="459874"/>
                  </a:lnTo>
                  <a:lnTo>
                    <a:pt x="73853" y="459471"/>
                  </a:lnTo>
                  <a:lnTo>
                    <a:pt x="80567" y="453668"/>
                  </a:lnTo>
                  <a:lnTo>
                    <a:pt x="87281" y="428612"/>
                  </a:lnTo>
                  <a:lnTo>
                    <a:pt x="93995" y="426432"/>
                  </a:lnTo>
                  <a:lnTo>
                    <a:pt x="100709" y="443632"/>
                  </a:lnTo>
                  <a:lnTo>
                    <a:pt x="107423" y="472064"/>
                  </a:lnTo>
                  <a:lnTo>
                    <a:pt x="114136" y="472466"/>
                  </a:lnTo>
                  <a:lnTo>
                    <a:pt x="120850" y="493270"/>
                  </a:lnTo>
                  <a:lnTo>
                    <a:pt x="127564" y="553669"/>
                  </a:lnTo>
                  <a:lnTo>
                    <a:pt x="134278" y="590873"/>
                  </a:lnTo>
                  <a:lnTo>
                    <a:pt x="140992" y="577277"/>
                  </a:lnTo>
                  <a:lnTo>
                    <a:pt x="147706" y="566404"/>
                  </a:lnTo>
                  <a:lnTo>
                    <a:pt x="154420" y="566406"/>
                  </a:lnTo>
                  <a:lnTo>
                    <a:pt x="161134" y="547725"/>
                  </a:lnTo>
                  <a:lnTo>
                    <a:pt x="167848" y="443760"/>
                  </a:lnTo>
                  <a:lnTo>
                    <a:pt x="174562" y="336448"/>
                  </a:lnTo>
                  <a:lnTo>
                    <a:pt x="181276" y="369424"/>
                  </a:lnTo>
                  <a:lnTo>
                    <a:pt x="187990" y="389486"/>
                  </a:lnTo>
                  <a:lnTo>
                    <a:pt x="194704" y="374052"/>
                  </a:lnTo>
                  <a:lnTo>
                    <a:pt x="201418" y="339621"/>
                  </a:lnTo>
                  <a:lnTo>
                    <a:pt x="208132" y="388549"/>
                  </a:lnTo>
                  <a:lnTo>
                    <a:pt x="214846" y="468888"/>
                  </a:lnTo>
                  <a:lnTo>
                    <a:pt x="221560" y="474560"/>
                  </a:lnTo>
                  <a:lnTo>
                    <a:pt x="228273" y="474560"/>
                  </a:lnTo>
                  <a:lnTo>
                    <a:pt x="234987" y="489994"/>
                  </a:lnTo>
                  <a:lnTo>
                    <a:pt x="241701" y="484599"/>
                  </a:lnTo>
                  <a:lnTo>
                    <a:pt x="248415" y="477140"/>
                  </a:lnTo>
                  <a:lnTo>
                    <a:pt x="255129" y="477139"/>
                  </a:lnTo>
                  <a:lnTo>
                    <a:pt x="261843" y="477140"/>
                  </a:lnTo>
                  <a:lnTo>
                    <a:pt x="268557" y="477140"/>
                  </a:lnTo>
                  <a:lnTo>
                    <a:pt x="275271" y="477140"/>
                  </a:lnTo>
                  <a:lnTo>
                    <a:pt x="281985" y="520648"/>
                  </a:lnTo>
                  <a:lnTo>
                    <a:pt x="288699" y="547798"/>
                  </a:lnTo>
                  <a:lnTo>
                    <a:pt x="295413" y="547798"/>
                  </a:lnTo>
                  <a:lnTo>
                    <a:pt x="302127" y="547798"/>
                  </a:lnTo>
                  <a:lnTo>
                    <a:pt x="308841" y="547798"/>
                  </a:lnTo>
                  <a:lnTo>
                    <a:pt x="315555" y="547798"/>
                  </a:lnTo>
                  <a:lnTo>
                    <a:pt x="322269" y="547798"/>
                  </a:lnTo>
                  <a:lnTo>
                    <a:pt x="328983" y="547798"/>
                  </a:lnTo>
                  <a:lnTo>
                    <a:pt x="335697" y="547798"/>
                  </a:lnTo>
                  <a:lnTo>
                    <a:pt x="342410" y="528090"/>
                  </a:lnTo>
                  <a:lnTo>
                    <a:pt x="349124" y="485558"/>
                  </a:lnTo>
                  <a:lnTo>
                    <a:pt x="355838" y="475652"/>
                  </a:lnTo>
                  <a:lnTo>
                    <a:pt x="362552" y="475653"/>
                  </a:lnTo>
                  <a:lnTo>
                    <a:pt x="369266" y="475653"/>
                  </a:lnTo>
                  <a:lnTo>
                    <a:pt x="375980" y="475653"/>
                  </a:lnTo>
                  <a:lnTo>
                    <a:pt x="382694" y="502787"/>
                  </a:lnTo>
                  <a:lnTo>
                    <a:pt x="389408" y="538544"/>
                  </a:lnTo>
                  <a:lnTo>
                    <a:pt x="396122" y="486735"/>
                  </a:lnTo>
                  <a:lnTo>
                    <a:pt x="402836" y="418540"/>
                  </a:lnTo>
                  <a:lnTo>
                    <a:pt x="409550" y="393320"/>
                  </a:lnTo>
                  <a:lnTo>
                    <a:pt x="416264" y="393320"/>
                  </a:lnTo>
                  <a:lnTo>
                    <a:pt x="422978" y="385895"/>
                  </a:lnTo>
                  <a:lnTo>
                    <a:pt x="429692" y="383978"/>
                  </a:lnTo>
                  <a:lnTo>
                    <a:pt x="436406" y="419006"/>
                  </a:lnTo>
                  <a:lnTo>
                    <a:pt x="443120" y="500222"/>
                  </a:lnTo>
                  <a:lnTo>
                    <a:pt x="449834" y="557208"/>
                  </a:lnTo>
                  <a:lnTo>
                    <a:pt x="456547" y="557208"/>
                  </a:lnTo>
                  <a:lnTo>
                    <a:pt x="463261" y="557208"/>
                  </a:lnTo>
                  <a:lnTo>
                    <a:pt x="469975" y="565901"/>
                  </a:lnTo>
                  <a:lnTo>
                    <a:pt x="474060" y="5932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31329" y="2700459"/>
              <a:ext cx="881879" cy="562018"/>
            </a:xfrm>
            <a:custGeom>
              <a:avLst/>
              <a:pathLst>
                <a:path w="881879" h="562018">
                  <a:moveTo>
                    <a:pt x="0" y="562018"/>
                  </a:moveTo>
                  <a:lnTo>
                    <a:pt x="3722" y="522556"/>
                  </a:lnTo>
                  <a:lnTo>
                    <a:pt x="10436" y="452056"/>
                  </a:lnTo>
                  <a:lnTo>
                    <a:pt x="17150" y="426790"/>
                  </a:lnTo>
                  <a:lnTo>
                    <a:pt x="23864" y="387650"/>
                  </a:lnTo>
                  <a:lnTo>
                    <a:pt x="30578" y="344881"/>
                  </a:lnTo>
                  <a:lnTo>
                    <a:pt x="37292" y="308006"/>
                  </a:lnTo>
                  <a:lnTo>
                    <a:pt x="44006" y="355991"/>
                  </a:lnTo>
                  <a:lnTo>
                    <a:pt x="50720" y="443695"/>
                  </a:lnTo>
                  <a:lnTo>
                    <a:pt x="57434" y="448429"/>
                  </a:lnTo>
                  <a:lnTo>
                    <a:pt x="64148" y="449635"/>
                  </a:lnTo>
                  <a:lnTo>
                    <a:pt x="70862" y="479701"/>
                  </a:lnTo>
                  <a:lnTo>
                    <a:pt x="77576" y="463551"/>
                  </a:lnTo>
                  <a:lnTo>
                    <a:pt x="84289" y="404056"/>
                  </a:lnTo>
                  <a:lnTo>
                    <a:pt x="91003" y="342203"/>
                  </a:lnTo>
                  <a:lnTo>
                    <a:pt x="97717" y="329223"/>
                  </a:lnTo>
                  <a:lnTo>
                    <a:pt x="104431" y="325134"/>
                  </a:lnTo>
                  <a:lnTo>
                    <a:pt x="111145" y="295897"/>
                  </a:lnTo>
                  <a:lnTo>
                    <a:pt x="117859" y="261967"/>
                  </a:lnTo>
                  <a:lnTo>
                    <a:pt x="124573" y="230612"/>
                  </a:lnTo>
                  <a:lnTo>
                    <a:pt x="131287" y="182175"/>
                  </a:lnTo>
                  <a:lnTo>
                    <a:pt x="138001" y="161140"/>
                  </a:lnTo>
                  <a:lnTo>
                    <a:pt x="144715" y="172397"/>
                  </a:lnTo>
                  <a:lnTo>
                    <a:pt x="151429" y="176821"/>
                  </a:lnTo>
                  <a:lnTo>
                    <a:pt x="158143" y="197442"/>
                  </a:lnTo>
                  <a:lnTo>
                    <a:pt x="164857" y="209987"/>
                  </a:lnTo>
                  <a:lnTo>
                    <a:pt x="171571" y="228773"/>
                  </a:lnTo>
                  <a:lnTo>
                    <a:pt x="178285" y="262028"/>
                  </a:lnTo>
                  <a:lnTo>
                    <a:pt x="184999" y="230515"/>
                  </a:lnTo>
                  <a:lnTo>
                    <a:pt x="191713" y="215017"/>
                  </a:lnTo>
                  <a:lnTo>
                    <a:pt x="198426" y="227783"/>
                  </a:lnTo>
                  <a:lnTo>
                    <a:pt x="205140" y="273058"/>
                  </a:lnTo>
                  <a:lnTo>
                    <a:pt x="211854" y="306893"/>
                  </a:lnTo>
                  <a:lnTo>
                    <a:pt x="218568" y="302792"/>
                  </a:lnTo>
                  <a:lnTo>
                    <a:pt x="225282" y="319317"/>
                  </a:lnTo>
                  <a:lnTo>
                    <a:pt x="231996" y="287292"/>
                  </a:lnTo>
                  <a:lnTo>
                    <a:pt x="238710" y="290573"/>
                  </a:lnTo>
                  <a:lnTo>
                    <a:pt x="245424" y="315023"/>
                  </a:lnTo>
                  <a:lnTo>
                    <a:pt x="252138" y="355489"/>
                  </a:lnTo>
                  <a:lnTo>
                    <a:pt x="258852" y="354732"/>
                  </a:lnTo>
                  <a:lnTo>
                    <a:pt x="265566" y="356103"/>
                  </a:lnTo>
                  <a:lnTo>
                    <a:pt x="272280" y="430616"/>
                  </a:lnTo>
                  <a:lnTo>
                    <a:pt x="278994" y="468529"/>
                  </a:lnTo>
                  <a:lnTo>
                    <a:pt x="285708" y="411618"/>
                  </a:lnTo>
                  <a:lnTo>
                    <a:pt x="292422" y="281629"/>
                  </a:lnTo>
                  <a:lnTo>
                    <a:pt x="299136" y="172124"/>
                  </a:lnTo>
                  <a:lnTo>
                    <a:pt x="305850" y="171471"/>
                  </a:lnTo>
                  <a:lnTo>
                    <a:pt x="312563" y="119393"/>
                  </a:lnTo>
                  <a:lnTo>
                    <a:pt x="319277" y="39184"/>
                  </a:lnTo>
                  <a:lnTo>
                    <a:pt x="325991" y="0"/>
                  </a:lnTo>
                  <a:lnTo>
                    <a:pt x="332705" y="41589"/>
                  </a:lnTo>
                  <a:lnTo>
                    <a:pt x="339419" y="118176"/>
                  </a:lnTo>
                  <a:lnTo>
                    <a:pt x="346133" y="148296"/>
                  </a:lnTo>
                  <a:lnTo>
                    <a:pt x="352847" y="208528"/>
                  </a:lnTo>
                  <a:lnTo>
                    <a:pt x="359561" y="315221"/>
                  </a:lnTo>
                  <a:lnTo>
                    <a:pt x="366275" y="345753"/>
                  </a:lnTo>
                  <a:lnTo>
                    <a:pt x="372989" y="348876"/>
                  </a:lnTo>
                  <a:lnTo>
                    <a:pt x="379703" y="398258"/>
                  </a:lnTo>
                  <a:lnTo>
                    <a:pt x="386417" y="417822"/>
                  </a:lnTo>
                  <a:lnTo>
                    <a:pt x="393131" y="369454"/>
                  </a:lnTo>
                  <a:lnTo>
                    <a:pt x="399845" y="289733"/>
                  </a:lnTo>
                  <a:lnTo>
                    <a:pt x="406559" y="355296"/>
                  </a:lnTo>
                  <a:lnTo>
                    <a:pt x="413273" y="440570"/>
                  </a:lnTo>
                  <a:lnTo>
                    <a:pt x="419987" y="450259"/>
                  </a:lnTo>
                  <a:lnTo>
                    <a:pt x="426700" y="410778"/>
                  </a:lnTo>
                  <a:lnTo>
                    <a:pt x="433414" y="366461"/>
                  </a:lnTo>
                  <a:lnTo>
                    <a:pt x="440128" y="280279"/>
                  </a:lnTo>
                  <a:lnTo>
                    <a:pt x="446842" y="239781"/>
                  </a:lnTo>
                  <a:lnTo>
                    <a:pt x="453556" y="237511"/>
                  </a:lnTo>
                  <a:lnTo>
                    <a:pt x="460270" y="204933"/>
                  </a:lnTo>
                  <a:lnTo>
                    <a:pt x="466984" y="163691"/>
                  </a:lnTo>
                  <a:lnTo>
                    <a:pt x="473698" y="152222"/>
                  </a:lnTo>
                  <a:lnTo>
                    <a:pt x="480412" y="226478"/>
                  </a:lnTo>
                  <a:lnTo>
                    <a:pt x="487126" y="260538"/>
                  </a:lnTo>
                  <a:lnTo>
                    <a:pt x="493840" y="240254"/>
                  </a:lnTo>
                  <a:lnTo>
                    <a:pt x="500554" y="232471"/>
                  </a:lnTo>
                  <a:lnTo>
                    <a:pt x="507268" y="294577"/>
                  </a:lnTo>
                  <a:lnTo>
                    <a:pt x="513982" y="337513"/>
                  </a:lnTo>
                  <a:lnTo>
                    <a:pt x="520696" y="353136"/>
                  </a:lnTo>
                  <a:lnTo>
                    <a:pt x="527410" y="315553"/>
                  </a:lnTo>
                  <a:lnTo>
                    <a:pt x="534124" y="326425"/>
                  </a:lnTo>
                  <a:lnTo>
                    <a:pt x="540837" y="367183"/>
                  </a:lnTo>
                  <a:lnTo>
                    <a:pt x="547551" y="322912"/>
                  </a:lnTo>
                  <a:lnTo>
                    <a:pt x="554265" y="297491"/>
                  </a:lnTo>
                  <a:lnTo>
                    <a:pt x="560979" y="294163"/>
                  </a:lnTo>
                  <a:lnTo>
                    <a:pt x="567693" y="336582"/>
                  </a:lnTo>
                  <a:lnTo>
                    <a:pt x="574407" y="348267"/>
                  </a:lnTo>
                  <a:lnTo>
                    <a:pt x="581121" y="347869"/>
                  </a:lnTo>
                  <a:lnTo>
                    <a:pt x="587835" y="410319"/>
                  </a:lnTo>
                  <a:lnTo>
                    <a:pt x="594549" y="495878"/>
                  </a:lnTo>
                  <a:lnTo>
                    <a:pt x="601263" y="536332"/>
                  </a:lnTo>
                  <a:lnTo>
                    <a:pt x="607977" y="491176"/>
                  </a:lnTo>
                  <a:lnTo>
                    <a:pt x="614691" y="487749"/>
                  </a:lnTo>
                  <a:lnTo>
                    <a:pt x="621405" y="465731"/>
                  </a:lnTo>
                  <a:lnTo>
                    <a:pt x="628119" y="393346"/>
                  </a:lnTo>
                  <a:lnTo>
                    <a:pt x="634833" y="304010"/>
                  </a:lnTo>
                  <a:lnTo>
                    <a:pt x="641547" y="282236"/>
                  </a:lnTo>
                  <a:lnTo>
                    <a:pt x="648261" y="328995"/>
                  </a:lnTo>
                  <a:lnTo>
                    <a:pt x="654974" y="332421"/>
                  </a:lnTo>
                  <a:lnTo>
                    <a:pt x="661688" y="354041"/>
                  </a:lnTo>
                  <a:lnTo>
                    <a:pt x="668402" y="366655"/>
                  </a:lnTo>
                  <a:lnTo>
                    <a:pt x="675116" y="408417"/>
                  </a:lnTo>
                  <a:lnTo>
                    <a:pt x="681830" y="379021"/>
                  </a:lnTo>
                  <a:lnTo>
                    <a:pt x="688544" y="370335"/>
                  </a:lnTo>
                  <a:lnTo>
                    <a:pt x="695258" y="373527"/>
                  </a:lnTo>
                  <a:lnTo>
                    <a:pt x="701972" y="328659"/>
                  </a:lnTo>
                  <a:lnTo>
                    <a:pt x="708686" y="401191"/>
                  </a:lnTo>
                  <a:lnTo>
                    <a:pt x="715400" y="458451"/>
                  </a:lnTo>
                  <a:lnTo>
                    <a:pt x="722114" y="478942"/>
                  </a:lnTo>
                  <a:lnTo>
                    <a:pt x="728828" y="354684"/>
                  </a:lnTo>
                  <a:lnTo>
                    <a:pt x="735542" y="255562"/>
                  </a:lnTo>
                  <a:lnTo>
                    <a:pt x="742256" y="277958"/>
                  </a:lnTo>
                  <a:lnTo>
                    <a:pt x="748970" y="260992"/>
                  </a:lnTo>
                  <a:lnTo>
                    <a:pt x="755684" y="225234"/>
                  </a:lnTo>
                  <a:lnTo>
                    <a:pt x="762398" y="207289"/>
                  </a:lnTo>
                  <a:lnTo>
                    <a:pt x="769111" y="276308"/>
                  </a:lnTo>
                  <a:lnTo>
                    <a:pt x="775825" y="352069"/>
                  </a:lnTo>
                  <a:lnTo>
                    <a:pt x="782539" y="322040"/>
                  </a:lnTo>
                  <a:lnTo>
                    <a:pt x="789253" y="267562"/>
                  </a:lnTo>
                  <a:lnTo>
                    <a:pt x="795967" y="283620"/>
                  </a:lnTo>
                  <a:lnTo>
                    <a:pt x="802681" y="330412"/>
                  </a:lnTo>
                  <a:lnTo>
                    <a:pt x="809395" y="395527"/>
                  </a:lnTo>
                  <a:lnTo>
                    <a:pt x="816109" y="371625"/>
                  </a:lnTo>
                  <a:lnTo>
                    <a:pt x="822823" y="399579"/>
                  </a:lnTo>
                  <a:lnTo>
                    <a:pt x="829537" y="454059"/>
                  </a:lnTo>
                  <a:lnTo>
                    <a:pt x="836251" y="426883"/>
                  </a:lnTo>
                  <a:lnTo>
                    <a:pt x="842965" y="360506"/>
                  </a:lnTo>
                  <a:lnTo>
                    <a:pt x="849679" y="368799"/>
                  </a:lnTo>
                  <a:lnTo>
                    <a:pt x="856393" y="463139"/>
                  </a:lnTo>
                  <a:lnTo>
                    <a:pt x="863107" y="535660"/>
                  </a:lnTo>
                  <a:lnTo>
                    <a:pt x="869821" y="549214"/>
                  </a:lnTo>
                  <a:lnTo>
                    <a:pt x="876535" y="542586"/>
                  </a:lnTo>
                  <a:lnTo>
                    <a:pt x="881879" y="5620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17830" y="145504"/>
              <a:ext cx="7126867" cy="3116972"/>
            </a:xfrm>
            <a:custGeom>
              <a:avLst/>
              <a:pathLst>
                <a:path w="7126867" h="3116972">
                  <a:moveTo>
                    <a:pt x="0" y="3116972"/>
                  </a:moveTo>
                  <a:lnTo>
                    <a:pt x="3461" y="3111674"/>
                  </a:lnTo>
                  <a:lnTo>
                    <a:pt x="10175" y="3061405"/>
                  </a:lnTo>
                  <a:lnTo>
                    <a:pt x="16889" y="2989970"/>
                  </a:lnTo>
                  <a:lnTo>
                    <a:pt x="23603" y="2893754"/>
                  </a:lnTo>
                  <a:lnTo>
                    <a:pt x="30317" y="2880858"/>
                  </a:lnTo>
                  <a:lnTo>
                    <a:pt x="37031" y="2915529"/>
                  </a:lnTo>
                  <a:lnTo>
                    <a:pt x="43745" y="2880933"/>
                  </a:lnTo>
                  <a:lnTo>
                    <a:pt x="50459" y="2850855"/>
                  </a:lnTo>
                  <a:lnTo>
                    <a:pt x="57173" y="2874056"/>
                  </a:lnTo>
                  <a:lnTo>
                    <a:pt x="63887" y="2956717"/>
                  </a:lnTo>
                  <a:lnTo>
                    <a:pt x="70601" y="2998557"/>
                  </a:lnTo>
                  <a:lnTo>
                    <a:pt x="77314" y="2999301"/>
                  </a:lnTo>
                  <a:lnTo>
                    <a:pt x="84028" y="3017767"/>
                  </a:lnTo>
                  <a:lnTo>
                    <a:pt x="90742" y="3044365"/>
                  </a:lnTo>
                  <a:lnTo>
                    <a:pt x="97456" y="3003073"/>
                  </a:lnTo>
                  <a:lnTo>
                    <a:pt x="104170" y="2952596"/>
                  </a:lnTo>
                  <a:lnTo>
                    <a:pt x="110884" y="2966470"/>
                  </a:lnTo>
                  <a:lnTo>
                    <a:pt x="117598" y="2949092"/>
                  </a:lnTo>
                  <a:lnTo>
                    <a:pt x="124312" y="2926031"/>
                  </a:lnTo>
                  <a:lnTo>
                    <a:pt x="131026" y="2954268"/>
                  </a:lnTo>
                  <a:lnTo>
                    <a:pt x="137740" y="3009063"/>
                  </a:lnTo>
                  <a:lnTo>
                    <a:pt x="144454" y="3059539"/>
                  </a:lnTo>
                  <a:lnTo>
                    <a:pt x="151168" y="3045666"/>
                  </a:lnTo>
                  <a:lnTo>
                    <a:pt x="157882" y="3069105"/>
                  </a:lnTo>
                  <a:lnTo>
                    <a:pt x="164596" y="3109089"/>
                  </a:lnTo>
                  <a:lnTo>
                    <a:pt x="171310" y="3084331"/>
                  </a:lnTo>
                  <a:lnTo>
                    <a:pt x="178024" y="3025439"/>
                  </a:lnTo>
                  <a:lnTo>
                    <a:pt x="184738" y="2946684"/>
                  </a:lnTo>
                  <a:lnTo>
                    <a:pt x="191451" y="2902048"/>
                  </a:lnTo>
                  <a:lnTo>
                    <a:pt x="198165" y="2868033"/>
                  </a:lnTo>
                  <a:lnTo>
                    <a:pt x="204879" y="2866857"/>
                  </a:lnTo>
                  <a:lnTo>
                    <a:pt x="211593" y="2866858"/>
                  </a:lnTo>
                  <a:lnTo>
                    <a:pt x="218307" y="2882389"/>
                  </a:lnTo>
                  <a:lnTo>
                    <a:pt x="225021" y="2921035"/>
                  </a:lnTo>
                  <a:lnTo>
                    <a:pt x="231735" y="2965671"/>
                  </a:lnTo>
                  <a:lnTo>
                    <a:pt x="238449" y="2999687"/>
                  </a:lnTo>
                  <a:lnTo>
                    <a:pt x="245163" y="3005199"/>
                  </a:lnTo>
                  <a:lnTo>
                    <a:pt x="251877" y="3031628"/>
                  </a:lnTo>
                  <a:lnTo>
                    <a:pt x="258591" y="3082326"/>
                  </a:lnTo>
                  <a:lnTo>
                    <a:pt x="265305" y="3107394"/>
                  </a:lnTo>
                  <a:lnTo>
                    <a:pt x="272019" y="3050868"/>
                  </a:lnTo>
                  <a:lnTo>
                    <a:pt x="278733" y="2961091"/>
                  </a:lnTo>
                  <a:lnTo>
                    <a:pt x="285447" y="2877873"/>
                  </a:lnTo>
                  <a:lnTo>
                    <a:pt x="292161" y="2846234"/>
                  </a:lnTo>
                  <a:lnTo>
                    <a:pt x="298875" y="2849140"/>
                  </a:lnTo>
                  <a:lnTo>
                    <a:pt x="305588" y="2792126"/>
                  </a:lnTo>
                  <a:lnTo>
                    <a:pt x="312302" y="2691336"/>
                  </a:lnTo>
                  <a:lnTo>
                    <a:pt x="319016" y="2676007"/>
                  </a:lnTo>
                  <a:lnTo>
                    <a:pt x="325730" y="2693988"/>
                  </a:lnTo>
                  <a:lnTo>
                    <a:pt x="332444" y="2701376"/>
                  </a:lnTo>
                  <a:lnTo>
                    <a:pt x="339158" y="2678291"/>
                  </a:lnTo>
                  <a:lnTo>
                    <a:pt x="345872" y="2738774"/>
                  </a:lnTo>
                  <a:lnTo>
                    <a:pt x="352586" y="2862185"/>
                  </a:lnTo>
                  <a:lnTo>
                    <a:pt x="359300" y="2925847"/>
                  </a:lnTo>
                  <a:lnTo>
                    <a:pt x="366014" y="2976479"/>
                  </a:lnTo>
                  <a:lnTo>
                    <a:pt x="372728" y="2912776"/>
                  </a:lnTo>
                  <a:lnTo>
                    <a:pt x="379442" y="2807897"/>
                  </a:lnTo>
                  <a:lnTo>
                    <a:pt x="386156" y="2719608"/>
                  </a:lnTo>
                  <a:lnTo>
                    <a:pt x="392870" y="2709837"/>
                  </a:lnTo>
                  <a:lnTo>
                    <a:pt x="399584" y="2675588"/>
                  </a:lnTo>
                  <a:lnTo>
                    <a:pt x="406298" y="2614952"/>
                  </a:lnTo>
                  <a:lnTo>
                    <a:pt x="413012" y="2573588"/>
                  </a:lnTo>
                  <a:lnTo>
                    <a:pt x="419725" y="2655617"/>
                  </a:lnTo>
                  <a:lnTo>
                    <a:pt x="426439" y="2705835"/>
                  </a:lnTo>
                  <a:lnTo>
                    <a:pt x="433153" y="2661933"/>
                  </a:lnTo>
                  <a:lnTo>
                    <a:pt x="439867" y="2713731"/>
                  </a:lnTo>
                  <a:lnTo>
                    <a:pt x="446581" y="2732052"/>
                  </a:lnTo>
                  <a:lnTo>
                    <a:pt x="453295" y="2740425"/>
                  </a:lnTo>
                  <a:lnTo>
                    <a:pt x="460009" y="2701069"/>
                  </a:lnTo>
                  <a:lnTo>
                    <a:pt x="466723" y="2700428"/>
                  </a:lnTo>
                  <a:lnTo>
                    <a:pt x="473437" y="2675659"/>
                  </a:lnTo>
                  <a:lnTo>
                    <a:pt x="480151" y="2632057"/>
                  </a:lnTo>
                  <a:lnTo>
                    <a:pt x="486865" y="2648707"/>
                  </a:lnTo>
                  <a:lnTo>
                    <a:pt x="493579" y="2730316"/>
                  </a:lnTo>
                  <a:lnTo>
                    <a:pt x="500293" y="2793911"/>
                  </a:lnTo>
                  <a:lnTo>
                    <a:pt x="507007" y="2844194"/>
                  </a:lnTo>
                  <a:lnTo>
                    <a:pt x="513721" y="2951881"/>
                  </a:lnTo>
                  <a:lnTo>
                    <a:pt x="520435" y="2976285"/>
                  </a:lnTo>
                  <a:lnTo>
                    <a:pt x="527149" y="2859472"/>
                  </a:lnTo>
                  <a:lnTo>
                    <a:pt x="533862" y="2750831"/>
                  </a:lnTo>
                  <a:lnTo>
                    <a:pt x="540576" y="2680452"/>
                  </a:lnTo>
                  <a:lnTo>
                    <a:pt x="547290" y="2616196"/>
                  </a:lnTo>
                  <a:lnTo>
                    <a:pt x="554004" y="2552788"/>
                  </a:lnTo>
                  <a:lnTo>
                    <a:pt x="560718" y="2555350"/>
                  </a:lnTo>
                  <a:lnTo>
                    <a:pt x="567432" y="2665150"/>
                  </a:lnTo>
                  <a:lnTo>
                    <a:pt x="574146" y="2774775"/>
                  </a:lnTo>
                  <a:lnTo>
                    <a:pt x="580860" y="2719277"/>
                  </a:lnTo>
                  <a:lnTo>
                    <a:pt x="587574" y="2570702"/>
                  </a:lnTo>
                  <a:lnTo>
                    <a:pt x="594288" y="2502727"/>
                  </a:lnTo>
                  <a:lnTo>
                    <a:pt x="601002" y="2487214"/>
                  </a:lnTo>
                  <a:lnTo>
                    <a:pt x="607716" y="2481725"/>
                  </a:lnTo>
                  <a:lnTo>
                    <a:pt x="614430" y="2439613"/>
                  </a:lnTo>
                  <a:lnTo>
                    <a:pt x="621144" y="2458086"/>
                  </a:lnTo>
                  <a:lnTo>
                    <a:pt x="627858" y="2543389"/>
                  </a:lnTo>
                  <a:lnTo>
                    <a:pt x="634572" y="2608602"/>
                  </a:lnTo>
                  <a:lnTo>
                    <a:pt x="641286" y="2618361"/>
                  </a:lnTo>
                  <a:lnTo>
                    <a:pt x="647999" y="2680797"/>
                  </a:lnTo>
                  <a:lnTo>
                    <a:pt x="654713" y="2684611"/>
                  </a:lnTo>
                  <a:lnTo>
                    <a:pt x="661427" y="2645462"/>
                  </a:lnTo>
                  <a:lnTo>
                    <a:pt x="668141" y="2631307"/>
                  </a:lnTo>
                  <a:lnTo>
                    <a:pt x="674855" y="2578677"/>
                  </a:lnTo>
                  <a:lnTo>
                    <a:pt x="681569" y="2506390"/>
                  </a:lnTo>
                  <a:lnTo>
                    <a:pt x="688283" y="2415309"/>
                  </a:lnTo>
                  <a:lnTo>
                    <a:pt x="694997" y="2338842"/>
                  </a:lnTo>
                  <a:lnTo>
                    <a:pt x="701711" y="2392405"/>
                  </a:lnTo>
                  <a:lnTo>
                    <a:pt x="708425" y="2439627"/>
                  </a:lnTo>
                  <a:lnTo>
                    <a:pt x="715139" y="2421897"/>
                  </a:lnTo>
                  <a:lnTo>
                    <a:pt x="721853" y="2477354"/>
                  </a:lnTo>
                  <a:lnTo>
                    <a:pt x="728567" y="2561862"/>
                  </a:lnTo>
                  <a:lnTo>
                    <a:pt x="735281" y="2683791"/>
                  </a:lnTo>
                  <a:lnTo>
                    <a:pt x="741995" y="2734366"/>
                  </a:lnTo>
                  <a:lnTo>
                    <a:pt x="748709" y="2775703"/>
                  </a:lnTo>
                  <a:lnTo>
                    <a:pt x="755423" y="2783969"/>
                  </a:lnTo>
                  <a:lnTo>
                    <a:pt x="762136" y="2788004"/>
                  </a:lnTo>
                  <a:lnTo>
                    <a:pt x="768850" y="2636943"/>
                  </a:lnTo>
                  <a:lnTo>
                    <a:pt x="775564" y="2460743"/>
                  </a:lnTo>
                  <a:lnTo>
                    <a:pt x="782278" y="2420894"/>
                  </a:lnTo>
                  <a:lnTo>
                    <a:pt x="788992" y="2402203"/>
                  </a:lnTo>
                  <a:lnTo>
                    <a:pt x="795706" y="2385677"/>
                  </a:lnTo>
                  <a:lnTo>
                    <a:pt x="802420" y="2258979"/>
                  </a:lnTo>
                  <a:lnTo>
                    <a:pt x="809134" y="2244136"/>
                  </a:lnTo>
                  <a:lnTo>
                    <a:pt x="815848" y="2302212"/>
                  </a:lnTo>
                  <a:lnTo>
                    <a:pt x="822562" y="2221842"/>
                  </a:lnTo>
                  <a:lnTo>
                    <a:pt x="829276" y="2184507"/>
                  </a:lnTo>
                  <a:lnTo>
                    <a:pt x="835990" y="2242606"/>
                  </a:lnTo>
                  <a:lnTo>
                    <a:pt x="842704" y="2376314"/>
                  </a:lnTo>
                  <a:lnTo>
                    <a:pt x="849418" y="2382341"/>
                  </a:lnTo>
                  <a:lnTo>
                    <a:pt x="856132" y="2315651"/>
                  </a:lnTo>
                  <a:lnTo>
                    <a:pt x="862846" y="2255758"/>
                  </a:lnTo>
                  <a:lnTo>
                    <a:pt x="869560" y="2104677"/>
                  </a:lnTo>
                  <a:lnTo>
                    <a:pt x="876273" y="1949850"/>
                  </a:lnTo>
                  <a:lnTo>
                    <a:pt x="882987" y="1744956"/>
                  </a:lnTo>
                  <a:lnTo>
                    <a:pt x="889701" y="1600178"/>
                  </a:lnTo>
                  <a:lnTo>
                    <a:pt x="896415" y="1468089"/>
                  </a:lnTo>
                  <a:lnTo>
                    <a:pt x="903129" y="1355767"/>
                  </a:lnTo>
                  <a:lnTo>
                    <a:pt x="909843" y="1353803"/>
                  </a:lnTo>
                  <a:lnTo>
                    <a:pt x="916557" y="1319315"/>
                  </a:lnTo>
                  <a:lnTo>
                    <a:pt x="923271" y="1274060"/>
                  </a:lnTo>
                  <a:lnTo>
                    <a:pt x="929985" y="1319028"/>
                  </a:lnTo>
                  <a:lnTo>
                    <a:pt x="936699" y="1359469"/>
                  </a:lnTo>
                  <a:lnTo>
                    <a:pt x="943413" y="1344634"/>
                  </a:lnTo>
                  <a:lnTo>
                    <a:pt x="950127" y="1309542"/>
                  </a:lnTo>
                  <a:lnTo>
                    <a:pt x="956841" y="1330052"/>
                  </a:lnTo>
                  <a:lnTo>
                    <a:pt x="963555" y="1349529"/>
                  </a:lnTo>
                  <a:lnTo>
                    <a:pt x="970269" y="1280858"/>
                  </a:lnTo>
                  <a:lnTo>
                    <a:pt x="976983" y="1254816"/>
                  </a:lnTo>
                  <a:lnTo>
                    <a:pt x="983697" y="1371434"/>
                  </a:lnTo>
                  <a:lnTo>
                    <a:pt x="990410" y="1465239"/>
                  </a:lnTo>
                  <a:lnTo>
                    <a:pt x="997124" y="1484774"/>
                  </a:lnTo>
                  <a:lnTo>
                    <a:pt x="1003838" y="1456169"/>
                  </a:lnTo>
                  <a:lnTo>
                    <a:pt x="1010552" y="1417837"/>
                  </a:lnTo>
                  <a:lnTo>
                    <a:pt x="1017266" y="1437658"/>
                  </a:lnTo>
                  <a:lnTo>
                    <a:pt x="1023980" y="1405169"/>
                  </a:lnTo>
                  <a:lnTo>
                    <a:pt x="1030694" y="1281879"/>
                  </a:lnTo>
                  <a:lnTo>
                    <a:pt x="1037408" y="1215474"/>
                  </a:lnTo>
                  <a:lnTo>
                    <a:pt x="1044122" y="1291319"/>
                  </a:lnTo>
                  <a:lnTo>
                    <a:pt x="1050836" y="1407355"/>
                  </a:lnTo>
                  <a:lnTo>
                    <a:pt x="1057550" y="1499355"/>
                  </a:lnTo>
                  <a:lnTo>
                    <a:pt x="1064264" y="1687359"/>
                  </a:lnTo>
                  <a:lnTo>
                    <a:pt x="1070978" y="1963119"/>
                  </a:lnTo>
                  <a:lnTo>
                    <a:pt x="1077692" y="2119146"/>
                  </a:lnTo>
                  <a:lnTo>
                    <a:pt x="1084406" y="2170014"/>
                  </a:lnTo>
                  <a:lnTo>
                    <a:pt x="1091120" y="2176769"/>
                  </a:lnTo>
                  <a:lnTo>
                    <a:pt x="1097834" y="2085375"/>
                  </a:lnTo>
                  <a:lnTo>
                    <a:pt x="1104547" y="1924987"/>
                  </a:lnTo>
                  <a:lnTo>
                    <a:pt x="1111261" y="1861277"/>
                  </a:lnTo>
                  <a:lnTo>
                    <a:pt x="1117975" y="1944274"/>
                  </a:lnTo>
                  <a:lnTo>
                    <a:pt x="1124689" y="2102156"/>
                  </a:lnTo>
                  <a:lnTo>
                    <a:pt x="1131403" y="2231617"/>
                  </a:lnTo>
                  <a:lnTo>
                    <a:pt x="1138117" y="2235750"/>
                  </a:lnTo>
                  <a:lnTo>
                    <a:pt x="1144831" y="2133140"/>
                  </a:lnTo>
                  <a:lnTo>
                    <a:pt x="1151545" y="1904757"/>
                  </a:lnTo>
                  <a:lnTo>
                    <a:pt x="1158259" y="1564732"/>
                  </a:lnTo>
                  <a:lnTo>
                    <a:pt x="1164973" y="1185800"/>
                  </a:lnTo>
                  <a:lnTo>
                    <a:pt x="1171687" y="902881"/>
                  </a:lnTo>
                  <a:lnTo>
                    <a:pt x="1178401" y="810830"/>
                  </a:lnTo>
                  <a:lnTo>
                    <a:pt x="1185115" y="754129"/>
                  </a:lnTo>
                  <a:lnTo>
                    <a:pt x="1191829" y="764247"/>
                  </a:lnTo>
                  <a:lnTo>
                    <a:pt x="1198543" y="899654"/>
                  </a:lnTo>
                  <a:lnTo>
                    <a:pt x="1205257" y="1047338"/>
                  </a:lnTo>
                  <a:lnTo>
                    <a:pt x="1211971" y="1127913"/>
                  </a:lnTo>
                  <a:lnTo>
                    <a:pt x="1218684" y="1168828"/>
                  </a:lnTo>
                  <a:lnTo>
                    <a:pt x="1225398" y="1249435"/>
                  </a:lnTo>
                  <a:lnTo>
                    <a:pt x="1232112" y="1243503"/>
                  </a:lnTo>
                  <a:lnTo>
                    <a:pt x="1238826" y="1094805"/>
                  </a:lnTo>
                  <a:lnTo>
                    <a:pt x="1245540" y="954820"/>
                  </a:lnTo>
                  <a:lnTo>
                    <a:pt x="1252254" y="930278"/>
                  </a:lnTo>
                  <a:lnTo>
                    <a:pt x="1258968" y="901541"/>
                  </a:lnTo>
                  <a:lnTo>
                    <a:pt x="1265682" y="795774"/>
                  </a:lnTo>
                  <a:lnTo>
                    <a:pt x="1272396" y="753512"/>
                  </a:lnTo>
                  <a:lnTo>
                    <a:pt x="1279110" y="813457"/>
                  </a:lnTo>
                  <a:lnTo>
                    <a:pt x="1285824" y="841940"/>
                  </a:lnTo>
                  <a:lnTo>
                    <a:pt x="1292538" y="770345"/>
                  </a:lnTo>
                  <a:lnTo>
                    <a:pt x="1299252" y="747986"/>
                  </a:lnTo>
                  <a:lnTo>
                    <a:pt x="1305966" y="825469"/>
                  </a:lnTo>
                  <a:lnTo>
                    <a:pt x="1312680" y="898480"/>
                  </a:lnTo>
                  <a:lnTo>
                    <a:pt x="1319394" y="950557"/>
                  </a:lnTo>
                  <a:lnTo>
                    <a:pt x="1326108" y="960646"/>
                  </a:lnTo>
                  <a:lnTo>
                    <a:pt x="1332821" y="947874"/>
                  </a:lnTo>
                  <a:lnTo>
                    <a:pt x="1339535" y="927380"/>
                  </a:lnTo>
                  <a:lnTo>
                    <a:pt x="1346249" y="848667"/>
                  </a:lnTo>
                  <a:lnTo>
                    <a:pt x="1352963" y="786448"/>
                  </a:lnTo>
                  <a:lnTo>
                    <a:pt x="1359677" y="686668"/>
                  </a:lnTo>
                  <a:lnTo>
                    <a:pt x="1366391" y="588683"/>
                  </a:lnTo>
                  <a:lnTo>
                    <a:pt x="1373105" y="567519"/>
                  </a:lnTo>
                  <a:lnTo>
                    <a:pt x="1379819" y="539431"/>
                  </a:lnTo>
                  <a:lnTo>
                    <a:pt x="1386533" y="532103"/>
                  </a:lnTo>
                  <a:lnTo>
                    <a:pt x="1393247" y="494214"/>
                  </a:lnTo>
                  <a:lnTo>
                    <a:pt x="1399961" y="570184"/>
                  </a:lnTo>
                  <a:lnTo>
                    <a:pt x="1406675" y="697047"/>
                  </a:lnTo>
                  <a:lnTo>
                    <a:pt x="1413389" y="760904"/>
                  </a:lnTo>
                  <a:lnTo>
                    <a:pt x="1420103" y="779005"/>
                  </a:lnTo>
                  <a:lnTo>
                    <a:pt x="1426817" y="831339"/>
                  </a:lnTo>
                  <a:lnTo>
                    <a:pt x="1433531" y="867891"/>
                  </a:lnTo>
                  <a:lnTo>
                    <a:pt x="1440245" y="862189"/>
                  </a:lnTo>
                  <a:lnTo>
                    <a:pt x="1446958" y="886416"/>
                  </a:lnTo>
                  <a:lnTo>
                    <a:pt x="1453672" y="890207"/>
                  </a:lnTo>
                  <a:lnTo>
                    <a:pt x="1460386" y="863570"/>
                  </a:lnTo>
                  <a:lnTo>
                    <a:pt x="1467100" y="823267"/>
                  </a:lnTo>
                  <a:lnTo>
                    <a:pt x="1473814" y="865113"/>
                  </a:lnTo>
                  <a:lnTo>
                    <a:pt x="1480528" y="817408"/>
                  </a:lnTo>
                  <a:lnTo>
                    <a:pt x="1487242" y="708417"/>
                  </a:lnTo>
                  <a:lnTo>
                    <a:pt x="1493956" y="701277"/>
                  </a:lnTo>
                  <a:lnTo>
                    <a:pt x="1500670" y="743395"/>
                  </a:lnTo>
                  <a:lnTo>
                    <a:pt x="1507384" y="704887"/>
                  </a:lnTo>
                  <a:lnTo>
                    <a:pt x="1514098" y="590814"/>
                  </a:lnTo>
                  <a:lnTo>
                    <a:pt x="1520812" y="614683"/>
                  </a:lnTo>
                  <a:lnTo>
                    <a:pt x="1527526" y="658061"/>
                  </a:lnTo>
                  <a:lnTo>
                    <a:pt x="1534240" y="728833"/>
                  </a:lnTo>
                  <a:lnTo>
                    <a:pt x="1540954" y="864550"/>
                  </a:lnTo>
                  <a:lnTo>
                    <a:pt x="1547668" y="981124"/>
                  </a:lnTo>
                  <a:lnTo>
                    <a:pt x="1554382" y="1008753"/>
                  </a:lnTo>
                  <a:lnTo>
                    <a:pt x="1561095" y="904797"/>
                  </a:lnTo>
                  <a:lnTo>
                    <a:pt x="1567809" y="813362"/>
                  </a:lnTo>
                  <a:lnTo>
                    <a:pt x="1574523" y="685060"/>
                  </a:lnTo>
                  <a:lnTo>
                    <a:pt x="1581237" y="549046"/>
                  </a:lnTo>
                  <a:lnTo>
                    <a:pt x="1587951" y="515044"/>
                  </a:lnTo>
                  <a:lnTo>
                    <a:pt x="1594665" y="562068"/>
                  </a:lnTo>
                  <a:lnTo>
                    <a:pt x="1601379" y="616500"/>
                  </a:lnTo>
                  <a:lnTo>
                    <a:pt x="1608093" y="763186"/>
                  </a:lnTo>
                  <a:lnTo>
                    <a:pt x="1614807" y="899323"/>
                  </a:lnTo>
                  <a:lnTo>
                    <a:pt x="1621521" y="1007425"/>
                  </a:lnTo>
                  <a:lnTo>
                    <a:pt x="1628235" y="1079453"/>
                  </a:lnTo>
                  <a:lnTo>
                    <a:pt x="1634949" y="1157539"/>
                  </a:lnTo>
                  <a:lnTo>
                    <a:pt x="1641663" y="1276775"/>
                  </a:lnTo>
                  <a:lnTo>
                    <a:pt x="1648377" y="1248520"/>
                  </a:lnTo>
                  <a:lnTo>
                    <a:pt x="1655091" y="1180230"/>
                  </a:lnTo>
                  <a:lnTo>
                    <a:pt x="1661805" y="1061689"/>
                  </a:lnTo>
                  <a:lnTo>
                    <a:pt x="1668519" y="971339"/>
                  </a:lnTo>
                  <a:lnTo>
                    <a:pt x="1675232" y="829860"/>
                  </a:lnTo>
                  <a:lnTo>
                    <a:pt x="1681946" y="676529"/>
                  </a:lnTo>
                  <a:lnTo>
                    <a:pt x="1688660" y="603338"/>
                  </a:lnTo>
                  <a:lnTo>
                    <a:pt x="1695374" y="671434"/>
                  </a:lnTo>
                  <a:lnTo>
                    <a:pt x="1702088" y="751946"/>
                  </a:lnTo>
                  <a:lnTo>
                    <a:pt x="1708802" y="736924"/>
                  </a:lnTo>
                  <a:lnTo>
                    <a:pt x="1715516" y="716073"/>
                  </a:lnTo>
                  <a:lnTo>
                    <a:pt x="1722230" y="793166"/>
                  </a:lnTo>
                  <a:lnTo>
                    <a:pt x="1728944" y="878920"/>
                  </a:lnTo>
                  <a:lnTo>
                    <a:pt x="1735658" y="907510"/>
                  </a:lnTo>
                  <a:lnTo>
                    <a:pt x="1742372" y="850420"/>
                  </a:lnTo>
                  <a:lnTo>
                    <a:pt x="1749086" y="775403"/>
                  </a:lnTo>
                  <a:lnTo>
                    <a:pt x="1755800" y="762845"/>
                  </a:lnTo>
                  <a:lnTo>
                    <a:pt x="1762514" y="712555"/>
                  </a:lnTo>
                  <a:lnTo>
                    <a:pt x="1769228" y="640863"/>
                  </a:lnTo>
                  <a:lnTo>
                    <a:pt x="1775942" y="551794"/>
                  </a:lnTo>
                  <a:lnTo>
                    <a:pt x="1782656" y="634098"/>
                  </a:lnTo>
                  <a:lnTo>
                    <a:pt x="1789369" y="810178"/>
                  </a:lnTo>
                  <a:lnTo>
                    <a:pt x="1796083" y="902135"/>
                  </a:lnTo>
                  <a:lnTo>
                    <a:pt x="1802797" y="947047"/>
                  </a:lnTo>
                  <a:lnTo>
                    <a:pt x="1809511" y="950675"/>
                  </a:lnTo>
                  <a:lnTo>
                    <a:pt x="1816225" y="878199"/>
                  </a:lnTo>
                  <a:lnTo>
                    <a:pt x="1822939" y="756041"/>
                  </a:lnTo>
                  <a:lnTo>
                    <a:pt x="1829653" y="624845"/>
                  </a:lnTo>
                  <a:lnTo>
                    <a:pt x="1836367" y="539239"/>
                  </a:lnTo>
                  <a:lnTo>
                    <a:pt x="1843081" y="459660"/>
                  </a:lnTo>
                  <a:lnTo>
                    <a:pt x="1849795" y="431794"/>
                  </a:lnTo>
                  <a:lnTo>
                    <a:pt x="1856509" y="483330"/>
                  </a:lnTo>
                  <a:lnTo>
                    <a:pt x="1863223" y="543181"/>
                  </a:lnTo>
                  <a:lnTo>
                    <a:pt x="1869937" y="584364"/>
                  </a:lnTo>
                  <a:lnTo>
                    <a:pt x="1876651" y="609752"/>
                  </a:lnTo>
                  <a:lnTo>
                    <a:pt x="1883365" y="645885"/>
                  </a:lnTo>
                  <a:lnTo>
                    <a:pt x="1890079" y="663150"/>
                  </a:lnTo>
                  <a:lnTo>
                    <a:pt x="1896793" y="581200"/>
                  </a:lnTo>
                  <a:lnTo>
                    <a:pt x="1903506" y="452928"/>
                  </a:lnTo>
                  <a:lnTo>
                    <a:pt x="1910220" y="412052"/>
                  </a:lnTo>
                  <a:lnTo>
                    <a:pt x="1916934" y="405704"/>
                  </a:lnTo>
                  <a:lnTo>
                    <a:pt x="1923648" y="349573"/>
                  </a:lnTo>
                  <a:lnTo>
                    <a:pt x="1930362" y="289894"/>
                  </a:lnTo>
                  <a:lnTo>
                    <a:pt x="1937076" y="349356"/>
                  </a:lnTo>
                  <a:lnTo>
                    <a:pt x="1943790" y="590881"/>
                  </a:lnTo>
                  <a:lnTo>
                    <a:pt x="1950504" y="665612"/>
                  </a:lnTo>
                  <a:lnTo>
                    <a:pt x="1957218" y="678117"/>
                  </a:lnTo>
                  <a:lnTo>
                    <a:pt x="1963932" y="735644"/>
                  </a:lnTo>
                  <a:lnTo>
                    <a:pt x="1970646" y="748692"/>
                  </a:lnTo>
                  <a:lnTo>
                    <a:pt x="1977360" y="695573"/>
                  </a:lnTo>
                  <a:lnTo>
                    <a:pt x="1984074" y="570867"/>
                  </a:lnTo>
                  <a:lnTo>
                    <a:pt x="1990788" y="602308"/>
                  </a:lnTo>
                  <a:lnTo>
                    <a:pt x="1997502" y="661430"/>
                  </a:lnTo>
                  <a:lnTo>
                    <a:pt x="2004216" y="686595"/>
                  </a:lnTo>
                  <a:lnTo>
                    <a:pt x="2010930" y="760908"/>
                  </a:lnTo>
                  <a:lnTo>
                    <a:pt x="2017643" y="827753"/>
                  </a:lnTo>
                  <a:lnTo>
                    <a:pt x="2024357" y="859469"/>
                  </a:lnTo>
                  <a:lnTo>
                    <a:pt x="2031071" y="809352"/>
                  </a:lnTo>
                  <a:lnTo>
                    <a:pt x="2037785" y="739232"/>
                  </a:lnTo>
                  <a:lnTo>
                    <a:pt x="2044499" y="750557"/>
                  </a:lnTo>
                  <a:lnTo>
                    <a:pt x="2051213" y="713553"/>
                  </a:lnTo>
                  <a:lnTo>
                    <a:pt x="2057927" y="608331"/>
                  </a:lnTo>
                  <a:lnTo>
                    <a:pt x="2064641" y="462602"/>
                  </a:lnTo>
                  <a:lnTo>
                    <a:pt x="2071355" y="501695"/>
                  </a:lnTo>
                  <a:lnTo>
                    <a:pt x="2078069" y="638912"/>
                  </a:lnTo>
                  <a:lnTo>
                    <a:pt x="2084783" y="727032"/>
                  </a:lnTo>
                  <a:lnTo>
                    <a:pt x="2091497" y="869841"/>
                  </a:lnTo>
                  <a:lnTo>
                    <a:pt x="2098211" y="1082782"/>
                  </a:lnTo>
                  <a:lnTo>
                    <a:pt x="2104925" y="1271563"/>
                  </a:lnTo>
                  <a:lnTo>
                    <a:pt x="2111639" y="1265545"/>
                  </a:lnTo>
                  <a:lnTo>
                    <a:pt x="2118353" y="1224294"/>
                  </a:lnTo>
                  <a:lnTo>
                    <a:pt x="2125067" y="1115965"/>
                  </a:lnTo>
                  <a:lnTo>
                    <a:pt x="2131780" y="1015783"/>
                  </a:lnTo>
                  <a:lnTo>
                    <a:pt x="2138494" y="941862"/>
                  </a:lnTo>
                  <a:lnTo>
                    <a:pt x="2145208" y="825564"/>
                  </a:lnTo>
                  <a:lnTo>
                    <a:pt x="2151922" y="746724"/>
                  </a:lnTo>
                  <a:lnTo>
                    <a:pt x="2158636" y="626710"/>
                  </a:lnTo>
                  <a:lnTo>
                    <a:pt x="2165350" y="567329"/>
                  </a:lnTo>
                  <a:lnTo>
                    <a:pt x="2172064" y="531174"/>
                  </a:lnTo>
                  <a:lnTo>
                    <a:pt x="2178778" y="499365"/>
                  </a:lnTo>
                  <a:lnTo>
                    <a:pt x="2185492" y="528608"/>
                  </a:lnTo>
                  <a:lnTo>
                    <a:pt x="2192206" y="491814"/>
                  </a:lnTo>
                  <a:lnTo>
                    <a:pt x="2198920" y="473819"/>
                  </a:lnTo>
                  <a:lnTo>
                    <a:pt x="2205634" y="543353"/>
                  </a:lnTo>
                  <a:lnTo>
                    <a:pt x="2212348" y="640863"/>
                  </a:lnTo>
                  <a:lnTo>
                    <a:pt x="2219062" y="843087"/>
                  </a:lnTo>
                  <a:lnTo>
                    <a:pt x="2225776" y="1080225"/>
                  </a:lnTo>
                  <a:lnTo>
                    <a:pt x="2232490" y="1194095"/>
                  </a:lnTo>
                  <a:lnTo>
                    <a:pt x="2239204" y="1277647"/>
                  </a:lnTo>
                  <a:lnTo>
                    <a:pt x="2245917" y="1279387"/>
                  </a:lnTo>
                  <a:lnTo>
                    <a:pt x="2252631" y="1142622"/>
                  </a:lnTo>
                  <a:lnTo>
                    <a:pt x="2259345" y="837190"/>
                  </a:lnTo>
                  <a:lnTo>
                    <a:pt x="2266059" y="550192"/>
                  </a:lnTo>
                  <a:lnTo>
                    <a:pt x="2272773" y="473978"/>
                  </a:lnTo>
                  <a:lnTo>
                    <a:pt x="2279487" y="449129"/>
                  </a:lnTo>
                  <a:lnTo>
                    <a:pt x="2286201" y="470574"/>
                  </a:lnTo>
                  <a:lnTo>
                    <a:pt x="2292915" y="503806"/>
                  </a:lnTo>
                  <a:lnTo>
                    <a:pt x="2299629" y="585683"/>
                  </a:lnTo>
                  <a:lnTo>
                    <a:pt x="2306343" y="752896"/>
                  </a:lnTo>
                  <a:lnTo>
                    <a:pt x="2313057" y="904060"/>
                  </a:lnTo>
                  <a:lnTo>
                    <a:pt x="2319771" y="903576"/>
                  </a:lnTo>
                  <a:lnTo>
                    <a:pt x="2326485" y="856935"/>
                  </a:lnTo>
                  <a:lnTo>
                    <a:pt x="2333199" y="847695"/>
                  </a:lnTo>
                  <a:lnTo>
                    <a:pt x="2339913" y="811805"/>
                  </a:lnTo>
                  <a:lnTo>
                    <a:pt x="2346627" y="634915"/>
                  </a:lnTo>
                  <a:lnTo>
                    <a:pt x="2353341" y="474894"/>
                  </a:lnTo>
                  <a:lnTo>
                    <a:pt x="2360054" y="488006"/>
                  </a:lnTo>
                  <a:lnTo>
                    <a:pt x="2366768" y="561246"/>
                  </a:lnTo>
                  <a:lnTo>
                    <a:pt x="2373482" y="815079"/>
                  </a:lnTo>
                  <a:lnTo>
                    <a:pt x="2380196" y="1050803"/>
                  </a:lnTo>
                  <a:lnTo>
                    <a:pt x="2386910" y="1157507"/>
                  </a:lnTo>
                  <a:lnTo>
                    <a:pt x="2393624" y="1185982"/>
                  </a:lnTo>
                  <a:lnTo>
                    <a:pt x="2400338" y="1220662"/>
                  </a:lnTo>
                  <a:lnTo>
                    <a:pt x="2407052" y="1223072"/>
                  </a:lnTo>
                  <a:lnTo>
                    <a:pt x="2413766" y="1066217"/>
                  </a:lnTo>
                  <a:lnTo>
                    <a:pt x="2420480" y="877209"/>
                  </a:lnTo>
                  <a:lnTo>
                    <a:pt x="2427194" y="772495"/>
                  </a:lnTo>
                  <a:lnTo>
                    <a:pt x="2433908" y="705597"/>
                  </a:lnTo>
                  <a:lnTo>
                    <a:pt x="2440622" y="600730"/>
                  </a:lnTo>
                  <a:lnTo>
                    <a:pt x="2447336" y="493982"/>
                  </a:lnTo>
                  <a:lnTo>
                    <a:pt x="2454050" y="385501"/>
                  </a:lnTo>
                  <a:lnTo>
                    <a:pt x="2460764" y="317213"/>
                  </a:lnTo>
                  <a:lnTo>
                    <a:pt x="2467478" y="279681"/>
                  </a:lnTo>
                  <a:lnTo>
                    <a:pt x="2474191" y="335149"/>
                  </a:lnTo>
                  <a:lnTo>
                    <a:pt x="2480905" y="395102"/>
                  </a:lnTo>
                  <a:lnTo>
                    <a:pt x="2487619" y="405404"/>
                  </a:lnTo>
                  <a:lnTo>
                    <a:pt x="2494333" y="408619"/>
                  </a:lnTo>
                  <a:lnTo>
                    <a:pt x="2501047" y="459550"/>
                  </a:lnTo>
                  <a:lnTo>
                    <a:pt x="2507761" y="592366"/>
                  </a:lnTo>
                  <a:lnTo>
                    <a:pt x="2514475" y="700062"/>
                  </a:lnTo>
                  <a:lnTo>
                    <a:pt x="2521189" y="702343"/>
                  </a:lnTo>
                  <a:lnTo>
                    <a:pt x="2527903" y="625257"/>
                  </a:lnTo>
                  <a:lnTo>
                    <a:pt x="2534617" y="540794"/>
                  </a:lnTo>
                  <a:lnTo>
                    <a:pt x="2541331" y="458716"/>
                  </a:lnTo>
                  <a:lnTo>
                    <a:pt x="2548045" y="356600"/>
                  </a:lnTo>
                  <a:lnTo>
                    <a:pt x="2554759" y="204944"/>
                  </a:lnTo>
                  <a:lnTo>
                    <a:pt x="2561473" y="192502"/>
                  </a:lnTo>
                  <a:lnTo>
                    <a:pt x="2568187" y="239507"/>
                  </a:lnTo>
                  <a:lnTo>
                    <a:pt x="2574901" y="299664"/>
                  </a:lnTo>
                  <a:lnTo>
                    <a:pt x="2581615" y="344037"/>
                  </a:lnTo>
                  <a:lnTo>
                    <a:pt x="2588328" y="347641"/>
                  </a:lnTo>
                  <a:lnTo>
                    <a:pt x="2595042" y="360414"/>
                  </a:lnTo>
                  <a:lnTo>
                    <a:pt x="2601756" y="339589"/>
                  </a:lnTo>
                  <a:lnTo>
                    <a:pt x="2608470" y="425515"/>
                  </a:lnTo>
                  <a:lnTo>
                    <a:pt x="2615184" y="529998"/>
                  </a:lnTo>
                  <a:lnTo>
                    <a:pt x="2621898" y="629665"/>
                  </a:lnTo>
                  <a:lnTo>
                    <a:pt x="2628612" y="725908"/>
                  </a:lnTo>
                  <a:lnTo>
                    <a:pt x="2635326" y="800489"/>
                  </a:lnTo>
                  <a:lnTo>
                    <a:pt x="2642040" y="867411"/>
                  </a:lnTo>
                  <a:lnTo>
                    <a:pt x="2648754" y="892062"/>
                  </a:lnTo>
                  <a:lnTo>
                    <a:pt x="2655468" y="842618"/>
                  </a:lnTo>
                  <a:lnTo>
                    <a:pt x="2662182" y="787290"/>
                  </a:lnTo>
                  <a:lnTo>
                    <a:pt x="2668896" y="725583"/>
                  </a:lnTo>
                  <a:lnTo>
                    <a:pt x="2675610" y="665171"/>
                  </a:lnTo>
                  <a:lnTo>
                    <a:pt x="2682324" y="598328"/>
                  </a:lnTo>
                  <a:lnTo>
                    <a:pt x="2689038" y="502080"/>
                  </a:lnTo>
                  <a:lnTo>
                    <a:pt x="2695752" y="406195"/>
                  </a:lnTo>
                  <a:lnTo>
                    <a:pt x="2702465" y="352635"/>
                  </a:lnTo>
                  <a:lnTo>
                    <a:pt x="2709179" y="317013"/>
                  </a:lnTo>
                  <a:lnTo>
                    <a:pt x="2715893" y="306402"/>
                  </a:lnTo>
                  <a:lnTo>
                    <a:pt x="2722607" y="385733"/>
                  </a:lnTo>
                  <a:lnTo>
                    <a:pt x="2729321" y="480632"/>
                  </a:lnTo>
                  <a:lnTo>
                    <a:pt x="2736035" y="674419"/>
                  </a:lnTo>
                  <a:lnTo>
                    <a:pt x="2742749" y="905126"/>
                  </a:lnTo>
                  <a:lnTo>
                    <a:pt x="2749463" y="1153792"/>
                  </a:lnTo>
                  <a:lnTo>
                    <a:pt x="2756177" y="1397180"/>
                  </a:lnTo>
                  <a:lnTo>
                    <a:pt x="2762891" y="1472612"/>
                  </a:lnTo>
                  <a:lnTo>
                    <a:pt x="2769605" y="1505552"/>
                  </a:lnTo>
                  <a:lnTo>
                    <a:pt x="2776319" y="1620461"/>
                  </a:lnTo>
                  <a:lnTo>
                    <a:pt x="2783033" y="1584578"/>
                  </a:lnTo>
                  <a:lnTo>
                    <a:pt x="2789747" y="1457518"/>
                  </a:lnTo>
                  <a:lnTo>
                    <a:pt x="2796461" y="1291127"/>
                  </a:lnTo>
                  <a:lnTo>
                    <a:pt x="2803175" y="1121492"/>
                  </a:lnTo>
                  <a:lnTo>
                    <a:pt x="2809889" y="936504"/>
                  </a:lnTo>
                  <a:lnTo>
                    <a:pt x="2816602" y="691258"/>
                  </a:lnTo>
                  <a:lnTo>
                    <a:pt x="2823316" y="575000"/>
                  </a:lnTo>
                  <a:lnTo>
                    <a:pt x="2830030" y="464447"/>
                  </a:lnTo>
                  <a:lnTo>
                    <a:pt x="2836744" y="407303"/>
                  </a:lnTo>
                  <a:lnTo>
                    <a:pt x="2843458" y="518450"/>
                  </a:lnTo>
                  <a:lnTo>
                    <a:pt x="2850172" y="675097"/>
                  </a:lnTo>
                  <a:lnTo>
                    <a:pt x="2856886" y="768636"/>
                  </a:lnTo>
                  <a:lnTo>
                    <a:pt x="2863600" y="849957"/>
                  </a:lnTo>
                  <a:lnTo>
                    <a:pt x="2870314" y="987545"/>
                  </a:lnTo>
                  <a:lnTo>
                    <a:pt x="2877028" y="1075732"/>
                  </a:lnTo>
                  <a:lnTo>
                    <a:pt x="2883742" y="1067368"/>
                  </a:lnTo>
                  <a:lnTo>
                    <a:pt x="2890456" y="1014576"/>
                  </a:lnTo>
                  <a:lnTo>
                    <a:pt x="2897170" y="953779"/>
                  </a:lnTo>
                  <a:lnTo>
                    <a:pt x="2903884" y="815891"/>
                  </a:lnTo>
                  <a:lnTo>
                    <a:pt x="2910598" y="644936"/>
                  </a:lnTo>
                  <a:lnTo>
                    <a:pt x="2917312" y="465841"/>
                  </a:lnTo>
                  <a:lnTo>
                    <a:pt x="2924026" y="375594"/>
                  </a:lnTo>
                  <a:lnTo>
                    <a:pt x="2930739" y="520446"/>
                  </a:lnTo>
                  <a:lnTo>
                    <a:pt x="2937453" y="631559"/>
                  </a:lnTo>
                  <a:lnTo>
                    <a:pt x="2944167" y="685079"/>
                  </a:lnTo>
                  <a:lnTo>
                    <a:pt x="2950881" y="701254"/>
                  </a:lnTo>
                  <a:lnTo>
                    <a:pt x="2957595" y="734977"/>
                  </a:lnTo>
                  <a:lnTo>
                    <a:pt x="2964309" y="736961"/>
                  </a:lnTo>
                  <a:lnTo>
                    <a:pt x="2971023" y="615292"/>
                  </a:lnTo>
                  <a:lnTo>
                    <a:pt x="2977737" y="462464"/>
                  </a:lnTo>
                  <a:lnTo>
                    <a:pt x="2984451" y="350825"/>
                  </a:lnTo>
                  <a:lnTo>
                    <a:pt x="2991165" y="308145"/>
                  </a:lnTo>
                  <a:lnTo>
                    <a:pt x="2997879" y="371199"/>
                  </a:lnTo>
                  <a:lnTo>
                    <a:pt x="3004593" y="495912"/>
                  </a:lnTo>
                  <a:lnTo>
                    <a:pt x="3011307" y="514321"/>
                  </a:lnTo>
                  <a:lnTo>
                    <a:pt x="3018021" y="554168"/>
                  </a:lnTo>
                  <a:lnTo>
                    <a:pt x="3024735" y="609520"/>
                  </a:lnTo>
                  <a:lnTo>
                    <a:pt x="3031449" y="713163"/>
                  </a:lnTo>
                  <a:lnTo>
                    <a:pt x="3038163" y="771277"/>
                  </a:lnTo>
                  <a:lnTo>
                    <a:pt x="3044876" y="665999"/>
                  </a:lnTo>
                  <a:lnTo>
                    <a:pt x="3051590" y="608619"/>
                  </a:lnTo>
                  <a:lnTo>
                    <a:pt x="3058304" y="590216"/>
                  </a:lnTo>
                  <a:lnTo>
                    <a:pt x="3065018" y="561146"/>
                  </a:lnTo>
                  <a:lnTo>
                    <a:pt x="3071732" y="476562"/>
                  </a:lnTo>
                  <a:lnTo>
                    <a:pt x="3078446" y="402199"/>
                  </a:lnTo>
                  <a:lnTo>
                    <a:pt x="3085160" y="468426"/>
                  </a:lnTo>
                  <a:lnTo>
                    <a:pt x="3091874" y="524409"/>
                  </a:lnTo>
                  <a:lnTo>
                    <a:pt x="3098588" y="606881"/>
                  </a:lnTo>
                  <a:lnTo>
                    <a:pt x="3105302" y="681997"/>
                  </a:lnTo>
                  <a:lnTo>
                    <a:pt x="3112016" y="748553"/>
                  </a:lnTo>
                  <a:lnTo>
                    <a:pt x="3118730" y="797412"/>
                  </a:lnTo>
                  <a:lnTo>
                    <a:pt x="3125444" y="929560"/>
                  </a:lnTo>
                  <a:lnTo>
                    <a:pt x="3132158" y="1013140"/>
                  </a:lnTo>
                  <a:lnTo>
                    <a:pt x="3138872" y="920969"/>
                  </a:lnTo>
                  <a:lnTo>
                    <a:pt x="3145586" y="863874"/>
                  </a:lnTo>
                  <a:lnTo>
                    <a:pt x="3152300" y="859540"/>
                  </a:lnTo>
                  <a:lnTo>
                    <a:pt x="3159013" y="828776"/>
                  </a:lnTo>
                  <a:lnTo>
                    <a:pt x="3165727" y="691185"/>
                  </a:lnTo>
                  <a:lnTo>
                    <a:pt x="3172441" y="604385"/>
                  </a:lnTo>
                  <a:lnTo>
                    <a:pt x="3179155" y="704693"/>
                  </a:lnTo>
                  <a:lnTo>
                    <a:pt x="3185869" y="846588"/>
                  </a:lnTo>
                  <a:lnTo>
                    <a:pt x="3192583" y="1012709"/>
                  </a:lnTo>
                  <a:lnTo>
                    <a:pt x="3199297" y="1171257"/>
                  </a:lnTo>
                  <a:lnTo>
                    <a:pt x="3206011" y="1231669"/>
                  </a:lnTo>
                  <a:lnTo>
                    <a:pt x="3212725" y="1377369"/>
                  </a:lnTo>
                  <a:lnTo>
                    <a:pt x="3219439" y="1488152"/>
                  </a:lnTo>
                  <a:lnTo>
                    <a:pt x="3226153" y="1575314"/>
                  </a:lnTo>
                  <a:lnTo>
                    <a:pt x="3232867" y="1568034"/>
                  </a:lnTo>
                  <a:lnTo>
                    <a:pt x="3239581" y="1513273"/>
                  </a:lnTo>
                  <a:lnTo>
                    <a:pt x="3246295" y="1503743"/>
                  </a:lnTo>
                  <a:lnTo>
                    <a:pt x="3253009" y="1429806"/>
                  </a:lnTo>
                  <a:lnTo>
                    <a:pt x="3259723" y="1419138"/>
                  </a:lnTo>
                  <a:lnTo>
                    <a:pt x="3266437" y="1430458"/>
                  </a:lnTo>
                  <a:lnTo>
                    <a:pt x="3273150" y="1479436"/>
                  </a:lnTo>
                  <a:lnTo>
                    <a:pt x="3279864" y="1540347"/>
                  </a:lnTo>
                  <a:lnTo>
                    <a:pt x="3286578" y="1521558"/>
                  </a:lnTo>
                  <a:lnTo>
                    <a:pt x="3293292" y="1470110"/>
                  </a:lnTo>
                  <a:lnTo>
                    <a:pt x="3300006" y="1400325"/>
                  </a:lnTo>
                  <a:lnTo>
                    <a:pt x="3306720" y="1285881"/>
                  </a:lnTo>
                  <a:lnTo>
                    <a:pt x="3313434" y="1168723"/>
                  </a:lnTo>
                  <a:lnTo>
                    <a:pt x="3320148" y="1109006"/>
                  </a:lnTo>
                  <a:lnTo>
                    <a:pt x="3326862" y="1173389"/>
                  </a:lnTo>
                  <a:lnTo>
                    <a:pt x="3333576" y="1234869"/>
                  </a:lnTo>
                  <a:lnTo>
                    <a:pt x="3340290" y="1372867"/>
                  </a:lnTo>
                  <a:lnTo>
                    <a:pt x="3347004" y="1545180"/>
                  </a:lnTo>
                  <a:lnTo>
                    <a:pt x="3353718" y="1646316"/>
                  </a:lnTo>
                  <a:lnTo>
                    <a:pt x="3360432" y="1713883"/>
                  </a:lnTo>
                  <a:lnTo>
                    <a:pt x="3367146" y="1785908"/>
                  </a:lnTo>
                  <a:lnTo>
                    <a:pt x="3373860" y="1918165"/>
                  </a:lnTo>
                  <a:lnTo>
                    <a:pt x="3380574" y="1913464"/>
                  </a:lnTo>
                  <a:lnTo>
                    <a:pt x="3387287" y="1830287"/>
                  </a:lnTo>
                  <a:lnTo>
                    <a:pt x="3394001" y="1762301"/>
                  </a:lnTo>
                  <a:lnTo>
                    <a:pt x="3400715" y="1681933"/>
                  </a:lnTo>
                  <a:lnTo>
                    <a:pt x="3407429" y="1589085"/>
                  </a:lnTo>
                  <a:lnTo>
                    <a:pt x="3414143" y="1451995"/>
                  </a:lnTo>
                  <a:lnTo>
                    <a:pt x="3420857" y="1349940"/>
                  </a:lnTo>
                  <a:lnTo>
                    <a:pt x="3427571" y="1298061"/>
                  </a:lnTo>
                  <a:lnTo>
                    <a:pt x="3434285" y="1244402"/>
                  </a:lnTo>
                  <a:lnTo>
                    <a:pt x="3440999" y="1192724"/>
                  </a:lnTo>
                  <a:lnTo>
                    <a:pt x="3447713" y="1193711"/>
                  </a:lnTo>
                  <a:lnTo>
                    <a:pt x="3454427" y="1189688"/>
                  </a:lnTo>
                  <a:lnTo>
                    <a:pt x="3461141" y="1064807"/>
                  </a:lnTo>
                  <a:lnTo>
                    <a:pt x="3467855" y="967261"/>
                  </a:lnTo>
                  <a:lnTo>
                    <a:pt x="3474569" y="965574"/>
                  </a:lnTo>
                  <a:lnTo>
                    <a:pt x="3481283" y="965261"/>
                  </a:lnTo>
                  <a:lnTo>
                    <a:pt x="3487997" y="869880"/>
                  </a:lnTo>
                  <a:lnTo>
                    <a:pt x="3494711" y="757688"/>
                  </a:lnTo>
                  <a:lnTo>
                    <a:pt x="3501424" y="713934"/>
                  </a:lnTo>
                  <a:lnTo>
                    <a:pt x="3508138" y="664432"/>
                  </a:lnTo>
                  <a:lnTo>
                    <a:pt x="3514852" y="597544"/>
                  </a:lnTo>
                  <a:lnTo>
                    <a:pt x="3521566" y="601294"/>
                  </a:lnTo>
                  <a:lnTo>
                    <a:pt x="3528280" y="619936"/>
                  </a:lnTo>
                  <a:lnTo>
                    <a:pt x="3534994" y="666015"/>
                  </a:lnTo>
                  <a:lnTo>
                    <a:pt x="3541708" y="758616"/>
                  </a:lnTo>
                  <a:lnTo>
                    <a:pt x="3548422" y="860751"/>
                  </a:lnTo>
                  <a:lnTo>
                    <a:pt x="3555136" y="906011"/>
                  </a:lnTo>
                  <a:lnTo>
                    <a:pt x="3561850" y="868113"/>
                  </a:lnTo>
                  <a:lnTo>
                    <a:pt x="3568564" y="810502"/>
                  </a:lnTo>
                  <a:lnTo>
                    <a:pt x="3575278" y="696574"/>
                  </a:lnTo>
                  <a:lnTo>
                    <a:pt x="3581992" y="588555"/>
                  </a:lnTo>
                  <a:lnTo>
                    <a:pt x="3588706" y="517104"/>
                  </a:lnTo>
                  <a:lnTo>
                    <a:pt x="3595420" y="497136"/>
                  </a:lnTo>
                  <a:lnTo>
                    <a:pt x="3602134" y="590780"/>
                  </a:lnTo>
                  <a:lnTo>
                    <a:pt x="3608848" y="732533"/>
                  </a:lnTo>
                  <a:lnTo>
                    <a:pt x="3615561" y="842142"/>
                  </a:lnTo>
                  <a:lnTo>
                    <a:pt x="3622275" y="887581"/>
                  </a:lnTo>
                  <a:lnTo>
                    <a:pt x="3628989" y="932164"/>
                  </a:lnTo>
                  <a:lnTo>
                    <a:pt x="3635703" y="990895"/>
                  </a:lnTo>
                  <a:lnTo>
                    <a:pt x="3642417" y="894452"/>
                  </a:lnTo>
                  <a:lnTo>
                    <a:pt x="3649131" y="793521"/>
                  </a:lnTo>
                  <a:lnTo>
                    <a:pt x="3655845" y="810571"/>
                  </a:lnTo>
                  <a:lnTo>
                    <a:pt x="3662559" y="970236"/>
                  </a:lnTo>
                  <a:lnTo>
                    <a:pt x="3669273" y="1087105"/>
                  </a:lnTo>
                  <a:lnTo>
                    <a:pt x="3675987" y="1100641"/>
                  </a:lnTo>
                  <a:lnTo>
                    <a:pt x="3682701" y="1205391"/>
                  </a:lnTo>
                  <a:lnTo>
                    <a:pt x="3689415" y="1362574"/>
                  </a:lnTo>
                  <a:lnTo>
                    <a:pt x="3696129" y="1536499"/>
                  </a:lnTo>
                  <a:lnTo>
                    <a:pt x="3702843" y="1543950"/>
                  </a:lnTo>
                  <a:lnTo>
                    <a:pt x="3709557" y="1419772"/>
                  </a:lnTo>
                  <a:lnTo>
                    <a:pt x="3716271" y="1372043"/>
                  </a:lnTo>
                  <a:lnTo>
                    <a:pt x="3722985" y="1284089"/>
                  </a:lnTo>
                  <a:lnTo>
                    <a:pt x="3729698" y="1131841"/>
                  </a:lnTo>
                  <a:lnTo>
                    <a:pt x="3736412" y="921737"/>
                  </a:lnTo>
                  <a:lnTo>
                    <a:pt x="3743126" y="779153"/>
                  </a:lnTo>
                  <a:lnTo>
                    <a:pt x="3749840" y="802428"/>
                  </a:lnTo>
                  <a:lnTo>
                    <a:pt x="3756554" y="840179"/>
                  </a:lnTo>
                  <a:lnTo>
                    <a:pt x="3763268" y="798416"/>
                  </a:lnTo>
                  <a:lnTo>
                    <a:pt x="3769982" y="683166"/>
                  </a:lnTo>
                  <a:lnTo>
                    <a:pt x="3776696" y="589892"/>
                  </a:lnTo>
                  <a:lnTo>
                    <a:pt x="3783410" y="566039"/>
                  </a:lnTo>
                  <a:lnTo>
                    <a:pt x="3790124" y="514320"/>
                  </a:lnTo>
                  <a:lnTo>
                    <a:pt x="3796838" y="398469"/>
                  </a:lnTo>
                  <a:lnTo>
                    <a:pt x="3803552" y="430852"/>
                  </a:lnTo>
                  <a:lnTo>
                    <a:pt x="3810266" y="627374"/>
                  </a:lnTo>
                  <a:lnTo>
                    <a:pt x="3816980" y="831917"/>
                  </a:lnTo>
                  <a:lnTo>
                    <a:pt x="3823694" y="914097"/>
                  </a:lnTo>
                  <a:lnTo>
                    <a:pt x="3830408" y="915777"/>
                  </a:lnTo>
                  <a:lnTo>
                    <a:pt x="3837122" y="997235"/>
                  </a:lnTo>
                  <a:lnTo>
                    <a:pt x="3843835" y="1002927"/>
                  </a:lnTo>
                  <a:lnTo>
                    <a:pt x="3850549" y="873067"/>
                  </a:lnTo>
                  <a:lnTo>
                    <a:pt x="3857263" y="697816"/>
                  </a:lnTo>
                  <a:lnTo>
                    <a:pt x="3863977" y="582826"/>
                  </a:lnTo>
                  <a:lnTo>
                    <a:pt x="3870691" y="558609"/>
                  </a:lnTo>
                  <a:lnTo>
                    <a:pt x="3877405" y="517404"/>
                  </a:lnTo>
                  <a:lnTo>
                    <a:pt x="3884119" y="502527"/>
                  </a:lnTo>
                  <a:lnTo>
                    <a:pt x="3890833" y="540704"/>
                  </a:lnTo>
                  <a:lnTo>
                    <a:pt x="3897547" y="616789"/>
                  </a:lnTo>
                  <a:lnTo>
                    <a:pt x="3904261" y="679085"/>
                  </a:lnTo>
                  <a:lnTo>
                    <a:pt x="3910975" y="692056"/>
                  </a:lnTo>
                  <a:lnTo>
                    <a:pt x="3917689" y="700739"/>
                  </a:lnTo>
                  <a:lnTo>
                    <a:pt x="3924403" y="688875"/>
                  </a:lnTo>
                  <a:lnTo>
                    <a:pt x="3931117" y="641162"/>
                  </a:lnTo>
                  <a:lnTo>
                    <a:pt x="3937831" y="593477"/>
                  </a:lnTo>
                  <a:lnTo>
                    <a:pt x="3944545" y="484954"/>
                  </a:lnTo>
                  <a:lnTo>
                    <a:pt x="3951259" y="360007"/>
                  </a:lnTo>
                  <a:lnTo>
                    <a:pt x="3957972" y="246462"/>
                  </a:lnTo>
                  <a:lnTo>
                    <a:pt x="3964686" y="171394"/>
                  </a:lnTo>
                  <a:lnTo>
                    <a:pt x="3971400" y="121698"/>
                  </a:lnTo>
                  <a:lnTo>
                    <a:pt x="3978114" y="73689"/>
                  </a:lnTo>
                  <a:lnTo>
                    <a:pt x="3984828" y="90770"/>
                  </a:lnTo>
                  <a:lnTo>
                    <a:pt x="3991542" y="164961"/>
                  </a:lnTo>
                  <a:lnTo>
                    <a:pt x="3998256" y="257621"/>
                  </a:lnTo>
                  <a:lnTo>
                    <a:pt x="4004970" y="255972"/>
                  </a:lnTo>
                  <a:lnTo>
                    <a:pt x="4011684" y="226408"/>
                  </a:lnTo>
                  <a:lnTo>
                    <a:pt x="4018398" y="225142"/>
                  </a:lnTo>
                  <a:lnTo>
                    <a:pt x="4025112" y="250620"/>
                  </a:lnTo>
                  <a:lnTo>
                    <a:pt x="4031826" y="247089"/>
                  </a:lnTo>
                  <a:lnTo>
                    <a:pt x="4038540" y="212264"/>
                  </a:lnTo>
                  <a:lnTo>
                    <a:pt x="4045254" y="311214"/>
                  </a:lnTo>
                  <a:lnTo>
                    <a:pt x="4051968" y="410295"/>
                  </a:lnTo>
                  <a:lnTo>
                    <a:pt x="4058682" y="429441"/>
                  </a:lnTo>
                  <a:lnTo>
                    <a:pt x="4065396" y="429414"/>
                  </a:lnTo>
                  <a:lnTo>
                    <a:pt x="4072109" y="421666"/>
                  </a:lnTo>
                  <a:lnTo>
                    <a:pt x="4078823" y="400363"/>
                  </a:lnTo>
                  <a:lnTo>
                    <a:pt x="4085537" y="363923"/>
                  </a:lnTo>
                  <a:lnTo>
                    <a:pt x="4092251" y="373867"/>
                  </a:lnTo>
                  <a:lnTo>
                    <a:pt x="4098965" y="416153"/>
                  </a:lnTo>
                  <a:lnTo>
                    <a:pt x="4105679" y="510250"/>
                  </a:lnTo>
                  <a:lnTo>
                    <a:pt x="4112393" y="698255"/>
                  </a:lnTo>
                  <a:lnTo>
                    <a:pt x="4119107" y="868668"/>
                  </a:lnTo>
                  <a:lnTo>
                    <a:pt x="4125821" y="1005065"/>
                  </a:lnTo>
                  <a:lnTo>
                    <a:pt x="4132535" y="1144876"/>
                  </a:lnTo>
                  <a:lnTo>
                    <a:pt x="4139249" y="1162368"/>
                  </a:lnTo>
                  <a:lnTo>
                    <a:pt x="4145963" y="1062949"/>
                  </a:lnTo>
                  <a:lnTo>
                    <a:pt x="4152677" y="931521"/>
                  </a:lnTo>
                  <a:lnTo>
                    <a:pt x="4159391" y="765624"/>
                  </a:lnTo>
                  <a:lnTo>
                    <a:pt x="4166105" y="550210"/>
                  </a:lnTo>
                  <a:lnTo>
                    <a:pt x="4172819" y="295614"/>
                  </a:lnTo>
                  <a:lnTo>
                    <a:pt x="4179533" y="142520"/>
                  </a:lnTo>
                  <a:lnTo>
                    <a:pt x="4186246" y="63547"/>
                  </a:lnTo>
                  <a:lnTo>
                    <a:pt x="4192960" y="0"/>
                  </a:lnTo>
                  <a:lnTo>
                    <a:pt x="4192960" y="0"/>
                  </a:lnTo>
                  <a:lnTo>
                    <a:pt x="4199674" y="16971"/>
                  </a:lnTo>
                  <a:lnTo>
                    <a:pt x="4206388" y="45777"/>
                  </a:lnTo>
                  <a:lnTo>
                    <a:pt x="4213102" y="57237"/>
                  </a:lnTo>
                  <a:lnTo>
                    <a:pt x="4219816" y="126945"/>
                  </a:lnTo>
                  <a:lnTo>
                    <a:pt x="4226530" y="185143"/>
                  </a:lnTo>
                  <a:lnTo>
                    <a:pt x="4233244" y="172077"/>
                  </a:lnTo>
                  <a:lnTo>
                    <a:pt x="4239958" y="157052"/>
                  </a:lnTo>
                  <a:lnTo>
                    <a:pt x="4246672" y="236694"/>
                  </a:lnTo>
                  <a:lnTo>
                    <a:pt x="4253386" y="392593"/>
                  </a:lnTo>
                  <a:lnTo>
                    <a:pt x="4260100" y="517369"/>
                  </a:lnTo>
                  <a:lnTo>
                    <a:pt x="4266814" y="620475"/>
                  </a:lnTo>
                  <a:lnTo>
                    <a:pt x="4273528" y="720141"/>
                  </a:lnTo>
                  <a:lnTo>
                    <a:pt x="4280242" y="769662"/>
                  </a:lnTo>
                  <a:lnTo>
                    <a:pt x="4286956" y="761390"/>
                  </a:lnTo>
                  <a:lnTo>
                    <a:pt x="4293670" y="700492"/>
                  </a:lnTo>
                  <a:lnTo>
                    <a:pt x="4300383" y="632095"/>
                  </a:lnTo>
                  <a:lnTo>
                    <a:pt x="4307097" y="660753"/>
                  </a:lnTo>
                  <a:lnTo>
                    <a:pt x="4313811" y="717950"/>
                  </a:lnTo>
                  <a:lnTo>
                    <a:pt x="4320525" y="759543"/>
                  </a:lnTo>
                  <a:lnTo>
                    <a:pt x="4327239" y="787999"/>
                  </a:lnTo>
                  <a:lnTo>
                    <a:pt x="4333953" y="927868"/>
                  </a:lnTo>
                  <a:lnTo>
                    <a:pt x="4340667" y="1019271"/>
                  </a:lnTo>
                  <a:lnTo>
                    <a:pt x="4347381" y="1021609"/>
                  </a:lnTo>
                  <a:lnTo>
                    <a:pt x="4354095" y="1030052"/>
                  </a:lnTo>
                  <a:lnTo>
                    <a:pt x="4360809" y="1056531"/>
                  </a:lnTo>
                  <a:lnTo>
                    <a:pt x="4367523" y="1146617"/>
                  </a:lnTo>
                  <a:lnTo>
                    <a:pt x="4374237" y="1058037"/>
                  </a:lnTo>
                  <a:lnTo>
                    <a:pt x="4380951" y="969267"/>
                  </a:lnTo>
                  <a:lnTo>
                    <a:pt x="4387665" y="872083"/>
                  </a:lnTo>
                  <a:lnTo>
                    <a:pt x="4394379" y="784488"/>
                  </a:lnTo>
                  <a:lnTo>
                    <a:pt x="4401093" y="714534"/>
                  </a:lnTo>
                  <a:lnTo>
                    <a:pt x="4407806" y="562108"/>
                  </a:lnTo>
                  <a:lnTo>
                    <a:pt x="4414520" y="464192"/>
                  </a:lnTo>
                  <a:lnTo>
                    <a:pt x="4421234" y="427368"/>
                  </a:lnTo>
                  <a:lnTo>
                    <a:pt x="4427948" y="405325"/>
                  </a:lnTo>
                  <a:lnTo>
                    <a:pt x="4434662" y="366831"/>
                  </a:lnTo>
                  <a:lnTo>
                    <a:pt x="4441376" y="322227"/>
                  </a:lnTo>
                  <a:lnTo>
                    <a:pt x="4448090" y="344383"/>
                  </a:lnTo>
                  <a:lnTo>
                    <a:pt x="4454804" y="339133"/>
                  </a:lnTo>
                  <a:lnTo>
                    <a:pt x="4461518" y="352162"/>
                  </a:lnTo>
                  <a:lnTo>
                    <a:pt x="4468232" y="411073"/>
                  </a:lnTo>
                  <a:lnTo>
                    <a:pt x="4474946" y="484570"/>
                  </a:lnTo>
                  <a:lnTo>
                    <a:pt x="4481660" y="596312"/>
                  </a:lnTo>
                  <a:lnTo>
                    <a:pt x="4488374" y="599785"/>
                  </a:lnTo>
                  <a:lnTo>
                    <a:pt x="4495088" y="648980"/>
                  </a:lnTo>
                  <a:lnTo>
                    <a:pt x="4501802" y="708550"/>
                  </a:lnTo>
                  <a:lnTo>
                    <a:pt x="4508516" y="747182"/>
                  </a:lnTo>
                  <a:lnTo>
                    <a:pt x="4515230" y="708362"/>
                  </a:lnTo>
                  <a:lnTo>
                    <a:pt x="4521943" y="653946"/>
                  </a:lnTo>
                  <a:lnTo>
                    <a:pt x="4528657" y="662120"/>
                  </a:lnTo>
                  <a:lnTo>
                    <a:pt x="4535371" y="669868"/>
                  </a:lnTo>
                  <a:lnTo>
                    <a:pt x="4542085" y="647461"/>
                  </a:lnTo>
                  <a:lnTo>
                    <a:pt x="4548799" y="644345"/>
                  </a:lnTo>
                  <a:lnTo>
                    <a:pt x="4555513" y="758985"/>
                  </a:lnTo>
                  <a:lnTo>
                    <a:pt x="4562227" y="985789"/>
                  </a:lnTo>
                  <a:lnTo>
                    <a:pt x="4568941" y="1129053"/>
                  </a:lnTo>
                  <a:lnTo>
                    <a:pt x="4575655" y="1241994"/>
                  </a:lnTo>
                  <a:lnTo>
                    <a:pt x="4582369" y="1406899"/>
                  </a:lnTo>
                  <a:lnTo>
                    <a:pt x="4589083" y="1435002"/>
                  </a:lnTo>
                  <a:lnTo>
                    <a:pt x="4595797" y="1412506"/>
                  </a:lnTo>
                  <a:lnTo>
                    <a:pt x="4602511" y="1322355"/>
                  </a:lnTo>
                  <a:lnTo>
                    <a:pt x="4609225" y="1318020"/>
                  </a:lnTo>
                  <a:lnTo>
                    <a:pt x="4615939" y="1380087"/>
                  </a:lnTo>
                  <a:lnTo>
                    <a:pt x="4622653" y="1334604"/>
                  </a:lnTo>
                  <a:lnTo>
                    <a:pt x="4629367" y="1371145"/>
                  </a:lnTo>
                  <a:lnTo>
                    <a:pt x="4636080" y="1385673"/>
                  </a:lnTo>
                  <a:lnTo>
                    <a:pt x="4642794" y="1314573"/>
                  </a:lnTo>
                  <a:lnTo>
                    <a:pt x="4649508" y="1342354"/>
                  </a:lnTo>
                  <a:lnTo>
                    <a:pt x="4656222" y="1375246"/>
                  </a:lnTo>
                  <a:lnTo>
                    <a:pt x="4662936" y="1445918"/>
                  </a:lnTo>
                  <a:lnTo>
                    <a:pt x="4669650" y="1591644"/>
                  </a:lnTo>
                  <a:lnTo>
                    <a:pt x="4676364" y="1685033"/>
                  </a:lnTo>
                  <a:lnTo>
                    <a:pt x="4683078" y="1690736"/>
                  </a:lnTo>
                  <a:lnTo>
                    <a:pt x="4689792" y="1610037"/>
                  </a:lnTo>
                  <a:lnTo>
                    <a:pt x="4696506" y="1457423"/>
                  </a:lnTo>
                  <a:lnTo>
                    <a:pt x="4703220" y="1284009"/>
                  </a:lnTo>
                  <a:lnTo>
                    <a:pt x="4709934" y="1044575"/>
                  </a:lnTo>
                  <a:lnTo>
                    <a:pt x="4716648" y="881472"/>
                  </a:lnTo>
                  <a:lnTo>
                    <a:pt x="4723362" y="912306"/>
                  </a:lnTo>
                  <a:lnTo>
                    <a:pt x="4730076" y="966463"/>
                  </a:lnTo>
                  <a:lnTo>
                    <a:pt x="4736790" y="973873"/>
                  </a:lnTo>
                  <a:lnTo>
                    <a:pt x="4743504" y="1058060"/>
                  </a:lnTo>
                  <a:lnTo>
                    <a:pt x="4750217" y="1144180"/>
                  </a:lnTo>
                  <a:lnTo>
                    <a:pt x="4756931" y="1146918"/>
                  </a:lnTo>
                  <a:lnTo>
                    <a:pt x="4763645" y="1068546"/>
                  </a:lnTo>
                  <a:lnTo>
                    <a:pt x="4770359" y="954912"/>
                  </a:lnTo>
                  <a:lnTo>
                    <a:pt x="4777073" y="919788"/>
                  </a:lnTo>
                  <a:lnTo>
                    <a:pt x="4783787" y="828393"/>
                  </a:lnTo>
                  <a:lnTo>
                    <a:pt x="4790501" y="771969"/>
                  </a:lnTo>
                  <a:lnTo>
                    <a:pt x="4797215" y="862517"/>
                  </a:lnTo>
                  <a:lnTo>
                    <a:pt x="4803929" y="974878"/>
                  </a:lnTo>
                  <a:lnTo>
                    <a:pt x="4810643" y="1077380"/>
                  </a:lnTo>
                  <a:lnTo>
                    <a:pt x="4817357" y="1164706"/>
                  </a:lnTo>
                  <a:lnTo>
                    <a:pt x="4824071" y="1222930"/>
                  </a:lnTo>
                  <a:lnTo>
                    <a:pt x="4830785" y="1209780"/>
                  </a:lnTo>
                  <a:lnTo>
                    <a:pt x="4837499" y="1097991"/>
                  </a:lnTo>
                  <a:lnTo>
                    <a:pt x="4844213" y="968422"/>
                  </a:lnTo>
                  <a:lnTo>
                    <a:pt x="4850927" y="877902"/>
                  </a:lnTo>
                  <a:lnTo>
                    <a:pt x="4857641" y="829314"/>
                  </a:lnTo>
                  <a:lnTo>
                    <a:pt x="4864354" y="853147"/>
                  </a:lnTo>
                  <a:lnTo>
                    <a:pt x="4871068" y="1007553"/>
                  </a:lnTo>
                  <a:lnTo>
                    <a:pt x="4877782" y="1234648"/>
                  </a:lnTo>
                  <a:lnTo>
                    <a:pt x="4884496" y="1368601"/>
                  </a:lnTo>
                  <a:lnTo>
                    <a:pt x="4891210" y="1431760"/>
                  </a:lnTo>
                  <a:lnTo>
                    <a:pt x="4897924" y="1477133"/>
                  </a:lnTo>
                  <a:lnTo>
                    <a:pt x="4904638" y="1557398"/>
                  </a:lnTo>
                  <a:lnTo>
                    <a:pt x="4911352" y="1650641"/>
                  </a:lnTo>
                  <a:lnTo>
                    <a:pt x="4918066" y="1616360"/>
                  </a:lnTo>
                  <a:lnTo>
                    <a:pt x="4924780" y="1673447"/>
                  </a:lnTo>
                  <a:lnTo>
                    <a:pt x="4931494" y="1804952"/>
                  </a:lnTo>
                  <a:lnTo>
                    <a:pt x="4938208" y="1892282"/>
                  </a:lnTo>
                  <a:lnTo>
                    <a:pt x="4944922" y="1896520"/>
                  </a:lnTo>
                  <a:lnTo>
                    <a:pt x="4951636" y="1877856"/>
                  </a:lnTo>
                  <a:lnTo>
                    <a:pt x="4958350" y="2050244"/>
                  </a:lnTo>
                  <a:lnTo>
                    <a:pt x="4965064" y="2256732"/>
                  </a:lnTo>
                  <a:lnTo>
                    <a:pt x="4971778" y="2444444"/>
                  </a:lnTo>
                  <a:lnTo>
                    <a:pt x="4978491" y="2588577"/>
                  </a:lnTo>
                  <a:lnTo>
                    <a:pt x="4985205" y="2575702"/>
                  </a:lnTo>
                  <a:lnTo>
                    <a:pt x="4991919" y="2447150"/>
                  </a:lnTo>
                  <a:lnTo>
                    <a:pt x="4998633" y="2203470"/>
                  </a:lnTo>
                  <a:lnTo>
                    <a:pt x="5005347" y="1964400"/>
                  </a:lnTo>
                  <a:lnTo>
                    <a:pt x="5012061" y="1803895"/>
                  </a:lnTo>
                  <a:lnTo>
                    <a:pt x="5018775" y="1730828"/>
                  </a:lnTo>
                  <a:lnTo>
                    <a:pt x="5025489" y="1827816"/>
                  </a:lnTo>
                  <a:lnTo>
                    <a:pt x="5032203" y="1938444"/>
                  </a:lnTo>
                  <a:lnTo>
                    <a:pt x="5038917" y="2127636"/>
                  </a:lnTo>
                  <a:lnTo>
                    <a:pt x="5045631" y="2294253"/>
                  </a:lnTo>
                  <a:lnTo>
                    <a:pt x="5052345" y="2328955"/>
                  </a:lnTo>
                  <a:lnTo>
                    <a:pt x="5059059" y="2272900"/>
                  </a:lnTo>
                  <a:lnTo>
                    <a:pt x="5065773" y="2209760"/>
                  </a:lnTo>
                  <a:lnTo>
                    <a:pt x="5072487" y="2320927"/>
                  </a:lnTo>
                  <a:lnTo>
                    <a:pt x="5079201" y="2374909"/>
                  </a:lnTo>
                  <a:lnTo>
                    <a:pt x="5085915" y="2349851"/>
                  </a:lnTo>
                  <a:lnTo>
                    <a:pt x="5092628" y="2337122"/>
                  </a:lnTo>
                  <a:lnTo>
                    <a:pt x="5099342" y="2408045"/>
                  </a:lnTo>
                  <a:lnTo>
                    <a:pt x="5106056" y="2396302"/>
                  </a:lnTo>
                  <a:lnTo>
                    <a:pt x="5112770" y="2249766"/>
                  </a:lnTo>
                  <a:lnTo>
                    <a:pt x="5119484" y="2209988"/>
                  </a:lnTo>
                  <a:lnTo>
                    <a:pt x="5126198" y="2220068"/>
                  </a:lnTo>
                  <a:lnTo>
                    <a:pt x="5132912" y="2225199"/>
                  </a:lnTo>
                  <a:lnTo>
                    <a:pt x="5139626" y="2205984"/>
                  </a:lnTo>
                  <a:lnTo>
                    <a:pt x="5146340" y="2233720"/>
                  </a:lnTo>
                  <a:lnTo>
                    <a:pt x="5153054" y="2251826"/>
                  </a:lnTo>
                  <a:lnTo>
                    <a:pt x="5159768" y="2206950"/>
                  </a:lnTo>
                  <a:lnTo>
                    <a:pt x="5166482" y="2203124"/>
                  </a:lnTo>
                  <a:lnTo>
                    <a:pt x="5173196" y="2311560"/>
                  </a:lnTo>
                  <a:lnTo>
                    <a:pt x="5179910" y="2416517"/>
                  </a:lnTo>
                  <a:lnTo>
                    <a:pt x="5186624" y="2570522"/>
                  </a:lnTo>
                  <a:lnTo>
                    <a:pt x="5193338" y="2713385"/>
                  </a:lnTo>
                  <a:lnTo>
                    <a:pt x="5200052" y="2758198"/>
                  </a:lnTo>
                  <a:lnTo>
                    <a:pt x="5206765" y="2709037"/>
                  </a:lnTo>
                  <a:lnTo>
                    <a:pt x="5213479" y="2681993"/>
                  </a:lnTo>
                  <a:lnTo>
                    <a:pt x="5220193" y="2773379"/>
                  </a:lnTo>
                  <a:lnTo>
                    <a:pt x="5226907" y="2824531"/>
                  </a:lnTo>
                  <a:lnTo>
                    <a:pt x="5233621" y="2847946"/>
                  </a:lnTo>
                  <a:lnTo>
                    <a:pt x="5240335" y="2791471"/>
                  </a:lnTo>
                  <a:lnTo>
                    <a:pt x="5247049" y="2786032"/>
                  </a:lnTo>
                  <a:lnTo>
                    <a:pt x="5253763" y="2647112"/>
                  </a:lnTo>
                  <a:lnTo>
                    <a:pt x="5260477" y="2335901"/>
                  </a:lnTo>
                  <a:lnTo>
                    <a:pt x="5267191" y="2032987"/>
                  </a:lnTo>
                  <a:lnTo>
                    <a:pt x="5273905" y="1803979"/>
                  </a:lnTo>
                  <a:lnTo>
                    <a:pt x="5280619" y="1791401"/>
                  </a:lnTo>
                  <a:lnTo>
                    <a:pt x="5287333" y="1808795"/>
                  </a:lnTo>
                  <a:lnTo>
                    <a:pt x="5294047" y="1805109"/>
                  </a:lnTo>
                  <a:lnTo>
                    <a:pt x="5300761" y="1845951"/>
                  </a:lnTo>
                  <a:lnTo>
                    <a:pt x="5307475" y="2026247"/>
                  </a:lnTo>
                  <a:lnTo>
                    <a:pt x="5314189" y="2207062"/>
                  </a:lnTo>
                  <a:lnTo>
                    <a:pt x="5320902" y="2184130"/>
                  </a:lnTo>
                  <a:lnTo>
                    <a:pt x="5327616" y="2224047"/>
                  </a:lnTo>
                  <a:lnTo>
                    <a:pt x="5334330" y="2358054"/>
                  </a:lnTo>
                  <a:lnTo>
                    <a:pt x="5341044" y="2457736"/>
                  </a:lnTo>
                  <a:lnTo>
                    <a:pt x="5347758" y="2382813"/>
                  </a:lnTo>
                  <a:lnTo>
                    <a:pt x="5354472" y="2259472"/>
                  </a:lnTo>
                  <a:lnTo>
                    <a:pt x="5361186" y="2237085"/>
                  </a:lnTo>
                  <a:lnTo>
                    <a:pt x="5367900" y="2133061"/>
                  </a:lnTo>
                  <a:lnTo>
                    <a:pt x="5374614" y="2057847"/>
                  </a:lnTo>
                  <a:lnTo>
                    <a:pt x="5381328" y="2112197"/>
                  </a:lnTo>
                  <a:lnTo>
                    <a:pt x="5388042" y="2249043"/>
                  </a:lnTo>
                  <a:lnTo>
                    <a:pt x="5394756" y="2391985"/>
                  </a:lnTo>
                  <a:lnTo>
                    <a:pt x="5401470" y="2566587"/>
                  </a:lnTo>
                  <a:lnTo>
                    <a:pt x="5408184" y="2722098"/>
                  </a:lnTo>
                  <a:lnTo>
                    <a:pt x="5414898" y="2828493"/>
                  </a:lnTo>
                  <a:lnTo>
                    <a:pt x="5421612" y="2897517"/>
                  </a:lnTo>
                  <a:lnTo>
                    <a:pt x="5428326" y="2907198"/>
                  </a:lnTo>
                  <a:lnTo>
                    <a:pt x="5435039" y="2911989"/>
                  </a:lnTo>
                  <a:lnTo>
                    <a:pt x="5441753" y="2910691"/>
                  </a:lnTo>
                  <a:lnTo>
                    <a:pt x="5448467" y="2810931"/>
                  </a:lnTo>
                  <a:lnTo>
                    <a:pt x="5455181" y="2688967"/>
                  </a:lnTo>
                  <a:lnTo>
                    <a:pt x="5461895" y="2594993"/>
                  </a:lnTo>
                  <a:lnTo>
                    <a:pt x="5468609" y="2519581"/>
                  </a:lnTo>
                  <a:lnTo>
                    <a:pt x="5475323" y="2337864"/>
                  </a:lnTo>
                  <a:lnTo>
                    <a:pt x="5482037" y="2071895"/>
                  </a:lnTo>
                  <a:lnTo>
                    <a:pt x="5488751" y="1974096"/>
                  </a:lnTo>
                  <a:lnTo>
                    <a:pt x="5495465" y="2004853"/>
                  </a:lnTo>
                  <a:lnTo>
                    <a:pt x="5502179" y="2033569"/>
                  </a:lnTo>
                  <a:lnTo>
                    <a:pt x="5508893" y="2104312"/>
                  </a:lnTo>
                  <a:lnTo>
                    <a:pt x="5515607" y="2312167"/>
                  </a:lnTo>
                  <a:lnTo>
                    <a:pt x="5522321" y="2593283"/>
                  </a:lnTo>
                  <a:lnTo>
                    <a:pt x="5529035" y="2739040"/>
                  </a:lnTo>
                  <a:lnTo>
                    <a:pt x="5535749" y="2593128"/>
                  </a:lnTo>
                  <a:lnTo>
                    <a:pt x="5542463" y="2422519"/>
                  </a:lnTo>
                  <a:lnTo>
                    <a:pt x="5549176" y="2375899"/>
                  </a:lnTo>
                  <a:lnTo>
                    <a:pt x="5555890" y="2376556"/>
                  </a:lnTo>
                  <a:lnTo>
                    <a:pt x="5562604" y="2323539"/>
                  </a:lnTo>
                  <a:lnTo>
                    <a:pt x="5569318" y="2300124"/>
                  </a:lnTo>
                  <a:lnTo>
                    <a:pt x="5576032" y="2475187"/>
                  </a:lnTo>
                  <a:lnTo>
                    <a:pt x="5582746" y="2649084"/>
                  </a:lnTo>
                  <a:lnTo>
                    <a:pt x="5589460" y="2632712"/>
                  </a:lnTo>
                  <a:lnTo>
                    <a:pt x="5596174" y="2574079"/>
                  </a:lnTo>
                  <a:lnTo>
                    <a:pt x="5602888" y="2614411"/>
                  </a:lnTo>
                  <a:lnTo>
                    <a:pt x="5609602" y="2713841"/>
                  </a:lnTo>
                  <a:lnTo>
                    <a:pt x="5616316" y="2741909"/>
                  </a:lnTo>
                  <a:lnTo>
                    <a:pt x="5623030" y="2707824"/>
                  </a:lnTo>
                  <a:lnTo>
                    <a:pt x="5629744" y="2729403"/>
                  </a:lnTo>
                  <a:lnTo>
                    <a:pt x="5636458" y="2670192"/>
                  </a:lnTo>
                  <a:lnTo>
                    <a:pt x="5643172" y="2516943"/>
                  </a:lnTo>
                  <a:lnTo>
                    <a:pt x="5649886" y="2428880"/>
                  </a:lnTo>
                  <a:lnTo>
                    <a:pt x="5656600" y="2465560"/>
                  </a:lnTo>
                  <a:lnTo>
                    <a:pt x="5663313" y="2514861"/>
                  </a:lnTo>
                  <a:lnTo>
                    <a:pt x="5670027" y="2569875"/>
                  </a:lnTo>
                  <a:lnTo>
                    <a:pt x="5676741" y="2604831"/>
                  </a:lnTo>
                  <a:lnTo>
                    <a:pt x="5683455" y="2668825"/>
                  </a:lnTo>
                  <a:lnTo>
                    <a:pt x="5690169" y="2654125"/>
                  </a:lnTo>
                  <a:lnTo>
                    <a:pt x="5696883" y="2611702"/>
                  </a:lnTo>
                  <a:lnTo>
                    <a:pt x="5703597" y="2591488"/>
                  </a:lnTo>
                  <a:lnTo>
                    <a:pt x="5710311" y="2516330"/>
                  </a:lnTo>
                  <a:lnTo>
                    <a:pt x="5717025" y="2498881"/>
                  </a:lnTo>
                  <a:lnTo>
                    <a:pt x="5723739" y="2528740"/>
                  </a:lnTo>
                  <a:lnTo>
                    <a:pt x="5730453" y="2527166"/>
                  </a:lnTo>
                  <a:lnTo>
                    <a:pt x="5737167" y="2471443"/>
                  </a:lnTo>
                  <a:lnTo>
                    <a:pt x="5743881" y="2448843"/>
                  </a:lnTo>
                  <a:lnTo>
                    <a:pt x="5750595" y="2503880"/>
                  </a:lnTo>
                  <a:lnTo>
                    <a:pt x="5757309" y="2497109"/>
                  </a:lnTo>
                  <a:lnTo>
                    <a:pt x="5764023" y="2450360"/>
                  </a:lnTo>
                  <a:lnTo>
                    <a:pt x="5770737" y="2540837"/>
                  </a:lnTo>
                  <a:lnTo>
                    <a:pt x="5777450" y="2661299"/>
                  </a:lnTo>
                  <a:lnTo>
                    <a:pt x="5784164" y="2738075"/>
                  </a:lnTo>
                  <a:lnTo>
                    <a:pt x="5790878" y="2726289"/>
                  </a:lnTo>
                  <a:lnTo>
                    <a:pt x="5797592" y="2788204"/>
                  </a:lnTo>
                  <a:lnTo>
                    <a:pt x="5804306" y="2899046"/>
                  </a:lnTo>
                  <a:lnTo>
                    <a:pt x="5811020" y="2906756"/>
                  </a:lnTo>
                  <a:lnTo>
                    <a:pt x="5817734" y="2903992"/>
                  </a:lnTo>
                  <a:lnTo>
                    <a:pt x="5824448" y="2897638"/>
                  </a:lnTo>
                  <a:lnTo>
                    <a:pt x="5831162" y="2936276"/>
                  </a:lnTo>
                  <a:lnTo>
                    <a:pt x="5837876" y="2956802"/>
                  </a:lnTo>
                  <a:lnTo>
                    <a:pt x="5844590" y="2943419"/>
                  </a:lnTo>
                  <a:lnTo>
                    <a:pt x="5851304" y="2921523"/>
                  </a:lnTo>
                  <a:lnTo>
                    <a:pt x="5858018" y="2839894"/>
                  </a:lnTo>
                  <a:lnTo>
                    <a:pt x="5864732" y="2783802"/>
                  </a:lnTo>
                  <a:lnTo>
                    <a:pt x="5871446" y="2773041"/>
                  </a:lnTo>
                  <a:lnTo>
                    <a:pt x="5878160" y="2810901"/>
                  </a:lnTo>
                  <a:lnTo>
                    <a:pt x="5884874" y="2830846"/>
                  </a:lnTo>
                  <a:lnTo>
                    <a:pt x="5891587" y="2863864"/>
                  </a:lnTo>
                  <a:lnTo>
                    <a:pt x="5898301" y="2875912"/>
                  </a:lnTo>
                  <a:lnTo>
                    <a:pt x="5905015" y="2832235"/>
                  </a:lnTo>
                  <a:lnTo>
                    <a:pt x="5911729" y="2763390"/>
                  </a:lnTo>
                  <a:lnTo>
                    <a:pt x="5918443" y="2746025"/>
                  </a:lnTo>
                  <a:lnTo>
                    <a:pt x="5925157" y="2668800"/>
                  </a:lnTo>
                  <a:lnTo>
                    <a:pt x="5931871" y="2593094"/>
                  </a:lnTo>
                  <a:lnTo>
                    <a:pt x="5938585" y="2628734"/>
                  </a:lnTo>
                  <a:lnTo>
                    <a:pt x="5945299" y="2683548"/>
                  </a:lnTo>
                  <a:lnTo>
                    <a:pt x="5952013" y="2752359"/>
                  </a:lnTo>
                  <a:lnTo>
                    <a:pt x="5958727" y="2768504"/>
                  </a:lnTo>
                  <a:lnTo>
                    <a:pt x="5965441" y="2802502"/>
                  </a:lnTo>
                  <a:lnTo>
                    <a:pt x="5972155" y="2876734"/>
                  </a:lnTo>
                  <a:lnTo>
                    <a:pt x="5978869" y="2873906"/>
                  </a:lnTo>
                  <a:lnTo>
                    <a:pt x="5985583" y="2913514"/>
                  </a:lnTo>
                  <a:lnTo>
                    <a:pt x="5992297" y="2940752"/>
                  </a:lnTo>
                  <a:lnTo>
                    <a:pt x="5999011" y="2914433"/>
                  </a:lnTo>
                  <a:lnTo>
                    <a:pt x="6005724" y="2874476"/>
                  </a:lnTo>
                  <a:lnTo>
                    <a:pt x="6012438" y="2792091"/>
                  </a:lnTo>
                  <a:lnTo>
                    <a:pt x="6019152" y="2775023"/>
                  </a:lnTo>
                  <a:lnTo>
                    <a:pt x="6025866" y="2684161"/>
                  </a:lnTo>
                  <a:lnTo>
                    <a:pt x="6032580" y="2502449"/>
                  </a:lnTo>
                  <a:lnTo>
                    <a:pt x="6039294" y="2347932"/>
                  </a:lnTo>
                  <a:lnTo>
                    <a:pt x="6046008" y="2341477"/>
                  </a:lnTo>
                  <a:lnTo>
                    <a:pt x="6052722" y="2435718"/>
                  </a:lnTo>
                  <a:lnTo>
                    <a:pt x="6059436" y="2491066"/>
                  </a:lnTo>
                  <a:lnTo>
                    <a:pt x="6066150" y="2552954"/>
                  </a:lnTo>
                  <a:lnTo>
                    <a:pt x="6072864" y="2627442"/>
                  </a:lnTo>
                  <a:lnTo>
                    <a:pt x="6079578" y="2743140"/>
                  </a:lnTo>
                  <a:lnTo>
                    <a:pt x="6086292" y="2803093"/>
                  </a:lnTo>
                  <a:lnTo>
                    <a:pt x="6093006" y="2700180"/>
                  </a:lnTo>
                  <a:lnTo>
                    <a:pt x="6099720" y="2606459"/>
                  </a:lnTo>
                  <a:lnTo>
                    <a:pt x="6106434" y="2522444"/>
                  </a:lnTo>
                  <a:lnTo>
                    <a:pt x="6113148" y="2427666"/>
                  </a:lnTo>
                  <a:lnTo>
                    <a:pt x="6119861" y="2339393"/>
                  </a:lnTo>
                  <a:lnTo>
                    <a:pt x="6126575" y="2320549"/>
                  </a:lnTo>
                  <a:lnTo>
                    <a:pt x="6133289" y="2425258"/>
                  </a:lnTo>
                  <a:lnTo>
                    <a:pt x="6140003" y="2524655"/>
                  </a:lnTo>
                  <a:lnTo>
                    <a:pt x="6146717" y="2661219"/>
                  </a:lnTo>
                  <a:lnTo>
                    <a:pt x="6153431" y="2811811"/>
                  </a:lnTo>
                  <a:lnTo>
                    <a:pt x="6160145" y="2850045"/>
                  </a:lnTo>
                  <a:lnTo>
                    <a:pt x="6166859" y="2806744"/>
                  </a:lnTo>
                  <a:lnTo>
                    <a:pt x="6173573" y="2740807"/>
                  </a:lnTo>
                  <a:lnTo>
                    <a:pt x="6180287" y="2753308"/>
                  </a:lnTo>
                  <a:lnTo>
                    <a:pt x="6187001" y="2758729"/>
                  </a:lnTo>
                  <a:lnTo>
                    <a:pt x="6193715" y="2810933"/>
                  </a:lnTo>
                  <a:lnTo>
                    <a:pt x="6200429" y="2916239"/>
                  </a:lnTo>
                  <a:lnTo>
                    <a:pt x="6207143" y="2933889"/>
                  </a:lnTo>
                  <a:lnTo>
                    <a:pt x="6213857" y="2881496"/>
                  </a:lnTo>
                  <a:lnTo>
                    <a:pt x="6220571" y="2720239"/>
                  </a:lnTo>
                  <a:lnTo>
                    <a:pt x="6227285" y="2615052"/>
                  </a:lnTo>
                  <a:lnTo>
                    <a:pt x="6233998" y="2539091"/>
                  </a:lnTo>
                  <a:lnTo>
                    <a:pt x="6240712" y="2439518"/>
                  </a:lnTo>
                  <a:lnTo>
                    <a:pt x="6247426" y="2424551"/>
                  </a:lnTo>
                  <a:lnTo>
                    <a:pt x="6254140" y="2427031"/>
                  </a:lnTo>
                  <a:lnTo>
                    <a:pt x="6260854" y="2430276"/>
                  </a:lnTo>
                  <a:lnTo>
                    <a:pt x="6267568" y="2413565"/>
                  </a:lnTo>
                  <a:lnTo>
                    <a:pt x="6274282" y="2406226"/>
                  </a:lnTo>
                  <a:lnTo>
                    <a:pt x="6280996" y="2388032"/>
                  </a:lnTo>
                  <a:lnTo>
                    <a:pt x="6287710" y="2367887"/>
                  </a:lnTo>
                  <a:lnTo>
                    <a:pt x="6294424" y="2480529"/>
                  </a:lnTo>
                  <a:lnTo>
                    <a:pt x="6301138" y="2632704"/>
                  </a:lnTo>
                  <a:lnTo>
                    <a:pt x="6307852" y="2750100"/>
                  </a:lnTo>
                  <a:lnTo>
                    <a:pt x="6314566" y="2825990"/>
                  </a:lnTo>
                  <a:lnTo>
                    <a:pt x="6321280" y="2856057"/>
                  </a:lnTo>
                  <a:lnTo>
                    <a:pt x="6327994" y="2854928"/>
                  </a:lnTo>
                  <a:lnTo>
                    <a:pt x="6334708" y="2833514"/>
                  </a:lnTo>
                  <a:lnTo>
                    <a:pt x="6341422" y="2815121"/>
                  </a:lnTo>
                  <a:lnTo>
                    <a:pt x="6348135" y="2790066"/>
                  </a:lnTo>
                  <a:lnTo>
                    <a:pt x="6354849" y="2770827"/>
                  </a:lnTo>
                  <a:lnTo>
                    <a:pt x="6361563" y="2790151"/>
                  </a:lnTo>
                  <a:lnTo>
                    <a:pt x="6368277" y="2804250"/>
                  </a:lnTo>
                  <a:lnTo>
                    <a:pt x="6374991" y="2718524"/>
                  </a:lnTo>
                  <a:lnTo>
                    <a:pt x="6381705" y="2606357"/>
                  </a:lnTo>
                  <a:lnTo>
                    <a:pt x="6388419" y="2528962"/>
                  </a:lnTo>
                  <a:lnTo>
                    <a:pt x="6395133" y="2467761"/>
                  </a:lnTo>
                  <a:lnTo>
                    <a:pt x="6401847" y="2405047"/>
                  </a:lnTo>
                  <a:lnTo>
                    <a:pt x="6408561" y="2345786"/>
                  </a:lnTo>
                  <a:lnTo>
                    <a:pt x="6415275" y="2374268"/>
                  </a:lnTo>
                  <a:lnTo>
                    <a:pt x="6421989" y="2496865"/>
                  </a:lnTo>
                  <a:lnTo>
                    <a:pt x="6428703" y="2599313"/>
                  </a:lnTo>
                  <a:lnTo>
                    <a:pt x="6435417" y="2687033"/>
                  </a:lnTo>
                  <a:lnTo>
                    <a:pt x="6442131" y="2783238"/>
                  </a:lnTo>
                  <a:lnTo>
                    <a:pt x="6448845" y="2864213"/>
                  </a:lnTo>
                  <a:lnTo>
                    <a:pt x="6455559" y="2793341"/>
                  </a:lnTo>
                  <a:lnTo>
                    <a:pt x="6462272" y="2629804"/>
                  </a:lnTo>
                  <a:lnTo>
                    <a:pt x="6468986" y="2526027"/>
                  </a:lnTo>
                  <a:lnTo>
                    <a:pt x="6475700" y="2411793"/>
                  </a:lnTo>
                  <a:lnTo>
                    <a:pt x="6482414" y="2242804"/>
                  </a:lnTo>
                  <a:lnTo>
                    <a:pt x="6489128" y="2123999"/>
                  </a:lnTo>
                  <a:lnTo>
                    <a:pt x="6495842" y="2132996"/>
                  </a:lnTo>
                  <a:lnTo>
                    <a:pt x="6502556" y="2246718"/>
                  </a:lnTo>
                  <a:lnTo>
                    <a:pt x="6509270" y="2303119"/>
                  </a:lnTo>
                  <a:lnTo>
                    <a:pt x="6515984" y="2383991"/>
                  </a:lnTo>
                  <a:lnTo>
                    <a:pt x="6522698" y="2587303"/>
                  </a:lnTo>
                  <a:lnTo>
                    <a:pt x="6529412" y="2737166"/>
                  </a:lnTo>
                  <a:lnTo>
                    <a:pt x="6536126" y="2785718"/>
                  </a:lnTo>
                  <a:lnTo>
                    <a:pt x="6542840" y="2687785"/>
                  </a:lnTo>
                  <a:lnTo>
                    <a:pt x="6549554" y="2636829"/>
                  </a:lnTo>
                  <a:lnTo>
                    <a:pt x="6556268" y="2625520"/>
                  </a:lnTo>
                  <a:lnTo>
                    <a:pt x="6562982" y="2560623"/>
                  </a:lnTo>
                  <a:lnTo>
                    <a:pt x="6569696" y="2505452"/>
                  </a:lnTo>
                  <a:lnTo>
                    <a:pt x="6576409" y="2537636"/>
                  </a:lnTo>
                  <a:lnTo>
                    <a:pt x="6583123" y="2679759"/>
                  </a:lnTo>
                  <a:lnTo>
                    <a:pt x="6589837" y="2740304"/>
                  </a:lnTo>
                  <a:lnTo>
                    <a:pt x="6596551" y="2716636"/>
                  </a:lnTo>
                  <a:lnTo>
                    <a:pt x="6603265" y="2765458"/>
                  </a:lnTo>
                  <a:lnTo>
                    <a:pt x="6609979" y="2863452"/>
                  </a:lnTo>
                  <a:lnTo>
                    <a:pt x="6616693" y="2897793"/>
                  </a:lnTo>
                  <a:lnTo>
                    <a:pt x="6623407" y="2852399"/>
                  </a:lnTo>
                  <a:lnTo>
                    <a:pt x="6630121" y="2783092"/>
                  </a:lnTo>
                  <a:lnTo>
                    <a:pt x="6636835" y="2803375"/>
                  </a:lnTo>
                  <a:lnTo>
                    <a:pt x="6643549" y="2851471"/>
                  </a:lnTo>
                  <a:lnTo>
                    <a:pt x="6650263" y="2845680"/>
                  </a:lnTo>
                  <a:lnTo>
                    <a:pt x="6656977" y="2804644"/>
                  </a:lnTo>
                  <a:lnTo>
                    <a:pt x="6663691" y="2793076"/>
                  </a:lnTo>
                  <a:lnTo>
                    <a:pt x="6670405" y="2853112"/>
                  </a:lnTo>
                  <a:lnTo>
                    <a:pt x="6677119" y="2864265"/>
                  </a:lnTo>
                  <a:lnTo>
                    <a:pt x="6683833" y="2799234"/>
                  </a:lnTo>
                  <a:lnTo>
                    <a:pt x="6690546" y="2701860"/>
                  </a:lnTo>
                  <a:lnTo>
                    <a:pt x="6697260" y="2564480"/>
                  </a:lnTo>
                  <a:lnTo>
                    <a:pt x="6703974" y="2428824"/>
                  </a:lnTo>
                  <a:lnTo>
                    <a:pt x="6710688" y="2347017"/>
                  </a:lnTo>
                  <a:lnTo>
                    <a:pt x="6717402" y="2268798"/>
                  </a:lnTo>
                  <a:lnTo>
                    <a:pt x="6724116" y="2188540"/>
                  </a:lnTo>
                  <a:lnTo>
                    <a:pt x="6730830" y="2214172"/>
                  </a:lnTo>
                  <a:lnTo>
                    <a:pt x="6737544" y="2398533"/>
                  </a:lnTo>
                  <a:lnTo>
                    <a:pt x="6744258" y="2506356"/>
                  </a:lnTo>
                  <a:lnTo>
                    <a:pt x="6750972" y="2493769"/>
                  </a:lnTo>
                  <a:lnTo>
                    <a:pt x="6757686" y="2491334"/>
                  </a:lnTo>
                  <a:lnTo>
                    <a:pt x="6764400" y="2547720"/>
                  </a:lnTo>
                  <a:lnTo>
                    <a:pt x="6771114" y="2593666"/>
                  </a:lnTo>
                  <a:lnTo>
                    <a:pt x="6777828" y="2547129"/>
                  </a:lnTo>
                  <a:lnTo>
                    <a:pt x="6784542" y="2607282"/>
                  </a:lnTo>
                  <a:lnTo>
                    <a:pt x="6791256" y="2745036"/>
                  </a:lnTo>
                  <a:lnTo>
                    <a:pt x="6797970" y="2830592"/>
                  </a:lnTo>
                  <a:lnTo>
                    <a:pt x="6804683" y="2865502"/>
                  </a:lnTo>
                  <a:lnTo>
                    <a:pt x="6811397" y="2845113"/>
                  </a:lnTo>
                  <a:lnTo>
                    <a:pt x="6818111" y="2863750"/>
                  </a:lnTo>
                  <a:lnTo>
                    <a:pt x="6824825" y="2834985"/>
                  </a:lnTo>
                  <a:lnTo>
                    <a:pt x="6831539" y="2696578"/>
                  </a:lnTo>
                  <a:lnTo>
                    <a:pt x="6838253" y="2520226"/>
                  </a:lnTo>
                  <a:lnTo>
                    <a:pt x="6844967" y="2280980"/>
                  </a:lnTo>
                  <a:lnTo>
                    <a:pt x="6851681" y="2115307"/>
                  </a:lnTo>
                  <a:lnTo>
                    <a:pt x="6858395" y="2044153"/>
                  </a:lnTo>
                  <a:lnTo>
                    <a:pt x="6865109" y="2051603"/>
                  </a:lnTo>
                  <a:lnTo>
                    <a:pt x="6871823" y="2113114"/>
                  </a:lnTo>
                  <a:lnTo>
                    <a:pt x="6878537" y="2171402"/>
                  </a:lnTo>
                  <a:lnTo>
                    <a:pt x="6885251" y="2290841"/>
                  </a:lnTo>
                  <a:lnTo>
                    <a:pt x="6891965" y="2422447"/>
                  </a:lnTo>
                  <a:lnTo>
                    <a:pt x="6898679" y="2470787"/>
                  </a:lnTo>
                  <a:lnTo>
                    <a:pt x="6905393" y="2448906"/>
                  </a:lnTo>
                  <a:lnTo>
                    <a:pt x="6912107" y="2448944"/>
                  </a:lnTo>
                  <a:lnTo>
                    <a:pt x="6918820" y="2514567"/>
                  </a:lnTo>
                  <a:lnTo>
                    <a:pt x="6925534" y="2576920"/>
                  </a:lnTo>
                  <a:lnTo>
                    <a:pt x="6932248" y="2573250"/>
                  </a:lnTo>
                  <a:lnTo>
                    <a:pt x="6938962" y="2582272"/>
                  </a:lnTo>
                  <a:lnTo>
                    <a:pt x="6945676" y="2653994"/>
                  </a:lnTo>
                  <a:lnTo>
                    <a:pt x="6952390" y="2734553"/>
                  </a:lnTo>
                  <a:lnTo>
                    <a:pt x="6959104" y="2819131"/>
                  </a:lnTo>
                  <a:lnTo>
                    <a:pt x="6965818" y="2912185"/>
                  </a:lnTo>
                  <a:lnTo>
                    <a:pt x="6972532" y="3004049"/>
                  </a:lnTo>
                  <a:lnTo>
                    <a:pt x="6979246" y="3068453"/>
                  </a:lnTo>
                  <a:lnTo>
                    <a:pt x="6985960" y="3071491"/>
                  </a:lnTo>
                  <a:lnTo>
                    <a:pt x="6992674" y="3079228"/>
                  </a:lnTo>
                  <a:lnTo>
                    <a:pt x="6999388" y="3107023"/>
                  </a:lnTo>
                  <a:lnTo>
                    <a:pt x="7006102" y="3114904"/>
                  </a:lnTo>
                  <a:lnTo>
                    <a:pt x="7012816" y="3114904"/>
                  </a:lnTo>
                  <a:lnTo>
                    <a:pt x="7019530" y="3114906"/>
                  </a:lnTo>
                  <a:lnTo>
                    <a:pt x="7026244" y="3060165"/>
                  </a:lnTo>
                  <a:lnTo>
                    <a:pt x="7032957" y="2944986"/>
                  </a:lnTo>
                  <a:lnTo>
                    <a:pt x="7039671" y="2874540"/>
                  </a:lnTo>
                  <a:lnTo>
                    <a:pt x="7046385" y="2793104"/>
                  </a:lnTo>
                  <a:lnTo>
                    <a:pt x="7053099" y="2761079"/>
                  </a:lnTo>
                  <a:lnTo>
                    <a:pt x="7059813" y="2761080"/>
                  </a:lnTo>
                  <a:lnTo>
                    <a:pt x="7066527" y="2815823"/>
                  </a:lnTo>
                  <a:lnTo>
                    <a:pt x="7073241" y="2923267"/>
                  </a:lnTo>
                  <a:lnTo>
                    <a:pt x="7079955" y="2982279"/>
                  </a:lnTo>
                  <a:lnTo>
                    <a:pt x="7086669" y="3036619"/>
                  </a:lnTo>
                  <a:lnTo>
                    <a:pt x="7093383" y="3057206"/>
                  </a:lnTo>
                  <a:lnTo>
                    <a:pt x="7100097" y="3042471"/>
                  </a:lnTo>
                  <a:lnTo>
                    <a:pt x="7106811" y="3032330"/>
                  </a:lnTo>
                  <a:lnTo>
                    <a:pt x="7113525" y="3032331"/>
                  </a:lnTo>
                  <a:lnTo>
                    <a:pt x="7120239" y="3046374"/>
                  </a:lnTo>
                  <a:lnTo>
                    <a:pt x="7126867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634209"/>
                  </a:moveTo>
                  <a:lnTo>
                    <a:pt x="6713" y="2658051"/>
                  </a:lnTo>
                  <a:lnTo>
                    <a:pt x="13427" y="2542773"/>
                  </a:lnTo>
                  <a:lnTo>
                    <a:pt x="20141" y="2523692"/>
                  </a:lnTo>
                  <a:lnTo>
                    <a:pt x="26855" y="2589773"/>
                  </a:lnTo>
                  <a:lnTo>
                    <a:pt x="33569" y="2664126"/>
                  </a:lnTo>
                  <a:lnTo>
                    <a:pt x="40283" y="2750482"/>
                  </a:lnTo>
                  <a:lnTo>
                    <a:pt x="46997" y="2826748"/>
                  </a:lnTo>
                  <a:lnTo>
                    <a:pt x="53711" y="2941416"/>
                  </a:lnTo>
                  <a:lnTo>
                    <a:pt x="60425" y="2981958"/>
                  </a:lnTo>
                  <a:lnTo>
                    <a:pt x="67139" y="2983567"/>
                  </a:lnTo>
                  <a:lnTo>
                    <a:pt x="73853" y="2983164"/>
                  </a:lnTo>
                  <a:lnTo>
                    <a:pt x="80567" y="2977361"/>
                  </a:lnTo>
                  <a:lnTo>
                    <a:pt x="87281" y="2952305"/>
                  </a:lnTo>
                  <a:lnTo>
                    <a:pt x="93995" y="2950125"/>
                  </a:lnTo>
                  <a:lnTo>
                    <a:pt x="100709" y="2967325"/>
                  </a:lnTo>
                  <a:lnTo>
                    <a:pt x="107423" y="2995757"/>
                  </a:lnTo>
                  <a:lnTo>
                    <a:pt x="114136" y="2996159"/>
                  </a:lnTo>
                  <a:lnTo>
                    <a:pt x="120850" y="3016963"/>
                  </a:lnTo>
                  <a:lnTo>
                    <a:pt x="127564" y="3077362"/>
                  </a:lnTo>
                  <a:lnTo>
                    <a:pt x="134278" y="3114566"/>
                  </a:lnTo>
                  <a:lnTo>
                    <a:pt x="140992" y="3100970"/>
                  </a:lnTo>
                  <a:lnTo>
                    <a:pt x="147706" y="3090097"/>
                  </a:lnTo>
                  <a:lnTo>
                    <a:pt x="154420" y="3090099"/>
                  </a:lnTo>
                  <a:lnTo>
                    <a:pt x="161134" y="3071418"/>
                  </a:lnTo>
                  <a:lnTo>
                    <a:pt x="167848" y="2967453"/>
                  </a:lnTo>
                  <a:lnTo>
                    <a:pt x="174562" y="2860141"/>
                  </a:lnTo>
                  <a:lnTo>
                    <a:pt x="181276" y="2893117"/>
                  </a:lnTo>
                  <a:lnTo>
                    <a:pt x="187990" y="2913179"/>
                  </a:lnTo>
                  <a:lnTo>
                    <a:pt x="194704" y="2897745"/>
                  </a:lnTo>
                  <a:lnTo>
                    <a:pt x="201418" y="2863314"/>
                  </a:lnTo>
                  <a:lnTo>
                    <a:pt x="208132" y="2912242"/>
                  </a:lnTo>
                  <a:lnTo>
                    <a:pt x="214846" y="2992580"/>
                  </a:lnTo>
                  <a:lnTo>
                    <a:pt x="221560" y="2998253"/>
                  </a:lnTo>
                  <a:lnTo>
                    <a:pt x="228273" y="2998253"/>
                  </a:lnTo>
                  <a:lnTo>
                    <a:pt x="234987" y="3013687"/>
                  </a:lnTo>
                  <a:lnTo>
                    <a:pt x="241701" y="3008292"/>
                  </a:lnTo>
                  <a:lnTo>
                    <a:pt x="248415" y="3000833"/>
                  </a:lnTo>
                  <a:lnTo>
                    <a:pt x="255129" y="3000832"/>
                  </a:lnTo>
                  <a:lnTo>
                    <a:pt x="261843" y="3000833"/>
                  </a:lnTo>
                  <a:lnTo>
                    <a:pt x="268557" y="3000833"/>
                  </a:lnTo>
                  <a:lnTo>
                    <a:pt x="275271" y="3000833"/>
                  </a:lnTo>
                  <a:lnTo>
                    <a:pt x="281985" y="3044341"/>
                  </a:lnTo>
                  <a:lnTo>
                    <a:pt x="288699" y="3071491"/>
                  </a:lnTo>
                  <a:lnTo>
                    <a:pt x="295413" y="3071491"/>
                  </a:lnTo>
                  <a:lnTo>
                    <a:pt x="302127" y="3071491"/>
                  </a:lnTo>
                  <a:lnTo>
                    <a:pt x="308841" y="3071491"/>
                  </a:lnTo>
                  <a:lnTo>
                    <a:pt x="315555" y="3071491"/>
                  </a:lnTo>
                  <a:lnTo>
                    <a:pt x="322269" y="3071491"/>
                  </a:lnTo>
                  <a:lnTo>
                    <a:pt x="328983" y="3071491"/>
                  </a:lnTo>
                  <a:lnTo>
                    <a:pt x="335697" y="3071491"/>
                  </a:lnTo>
                  <a:lnTo>
                    <a:pt x="342410" y="3051783"/>
                  </a:lnTo>
                  <a:lnTo>
                    <a:pt x="349124" y="3009251"/>
                  </a:lnTo>
                  <a:lnTo>
                    <a:pt x="355838" y="2999345"/>
                  </a:lnTo>
                  <a:lnTo>
                    <a:pt x="362552" y="2999346"/>
                  </a:lnTo>
                  <a:lnTo>
                    <a:pt x="369266" y="2999346"/>
                  </a:lnTo>
                  <a:lnTo>
                    <a:pt x="375980" y="2999346"/>
                  </a:lnTo>
                  <a:lnTo>
                    <a:pt x="382694" y="3026480"/>
                  </a:lnTo>
                  <a:lnTo>
                    <a:pt x="389408" y="3062237"/>
                  </a:lnTo>
                  <a:lnTo>
                    <a:pt x="396122" y="3010428"/>
                  </a:lnTo>
                  <a:lnTo>
                    <a:pt x="402836" y="2942233"/>
                  </a:lnTo>
                  <a:lnTo>
                    <a:pt x="409550" y="2917013"/>
                  </a:lnTo>
                  <a:lnTo>
                    <a:pt x="416264" y="2917013"/>
                  </a:lnTo>
                  <a:lnTo>
                    <a:pt x="422978" y="2909588"/>
                  </a:lnTo>
                  <a:lnTo>
                    <a:pt x="429692" y="2907671"/>
                  </a:lnTo>
                  <a:lnTo>
                    <a:pt x="436406" y="2942699"/>
                  </a:lnTo>
                  <a:lnTo>
                    <a:pt x="443120" y="3023915"/>
                  </a:lnTo>
                  <a:lnTo>
                    <a:pt x="449834" y="3080901"/>
                  </a:lnTo>
                  <a:lnTo>
                    <a:pt x="456547" y="3080901"/>
                  </a:lnTo>
                  <a:lnTo>
                    <a:pt x="463261" y="3080901"/>
                  </a:lnTo>
                  <a:lnTo>
                    <a:pt x="469975" y="3089594"/>
                  </a:lnTo>
                  <a:lnTo>
                    <a:pt x="476689" y="3116972"/>
                  </a:lnTo>
                  <a:lnTo>
                    <a:pt x="483403" y="3116972"/>
                  </a:lnTo>
                  <a:lnTo>
                    <a:pt x="490117" y="3077511"/>
                  </a:lnTo>
                  <a:lnTo>
                    <a:pt x="496831" y="3007011"/>
                  </a:lnTo>
                  <a:lnTo>
                    <a:pt x="503545" y="2981744"/>
                  </a:lnTo>
                  <a:lnTo>
                    <a:pt x="510259" y="2942605"/>
                  </a:lnTo>
                  <a:lnTo>
                    <a:pt x="516973" y="2899836"/>
                  </a:lnTo>
                  <a:lnTo>
                    <a:pt x="523687" y="2862961"/>
                  </a:lnTo>
                  <a:lnTo>
                    <a:pt x="530401" y="2910946"/>
                  </a:lnTo>
                  <a:lnTo>
                    <a:pt x="537115" y="2998650"/>
                  </a:lnTo>
                  <a:lnTo>
                    <a:pt x="543829" y="3003384"/>
                  </a:lnTo>
                  <a:lnTo>
                    <a:pt x="550543" y="3004589"/>
                  </a:lnTo>
                  <a:lnTo>
                    <a:pt x="557257" y="3034655"/>
                  </a:lnTo>
                  <a:lnTo>
                    <a:pt x="563971" y="3018505"/>
                  </a:lnTo>
                  <a:lnTo>
                    <a:pt x="570684" y="2959011"/>
                  </a:lnTo>
                  <a:lnTo>
                    <a:pt x="577398" y="2897158"/>
                  </a:lnTo>
                  <a:lnTo>
                    <a:pt x="584112" y="2884178"/>
                  </a:lnTo>
                  <a:lnTo>
                    <a:pt x="590826" y="2880088"/>
                  </a:lnTo>
                  <a:lnTo>
                    <a:pt x="597540" y="2850852"/>
                  </a:lnTo>
                  <a:lnTo>
                    <a:pt x="604254" y="2816922"/>
                  </a:lnTo>
                  <a:lnTo>
                    <a:pt x="610968" y="2785567"/>
                  </a:lnTo>
                  <a:lnTo>
                    <a:pt x="617682" y="2737129"/>
                  </a:lnTo>
                  <a:lnTo>
                    <a:pt x="624396" y="2716095"/>
                  </a:lnTo>
                  <a:lnTo>
                    <a:pt x="631110" y="2727352"/>
                  </a:lnTo>
                  <a:lnTo>
                    <a:pt x="637824" y="2731776"/>
                  </a:lnTo>
                  <a:lnTo>
                    <a:pt x="644538" y="2752396"/>
                  </a:lnTo>
                  <a:lnTo>
                    <a:pt x="651252" y="2764942"/>
                  </a:lnTo>
                  <a:lnTo>
                    <a:pt x="657966" y="2783728"/>
                  </a:lnTo>
                  <a:lnTo>
                    <a:pt x="664680" y="2816983"/>
                  </a:lnTo>
                  <a:lnTo>
                    <a:pt x="671394" y="2785470"/>
                  </a:lnTo>
                  <a:lnTo>
                    <a:pt x="678108" y="2769971"/>
                  </a:lnTo>
                  <a:lnTo>
                    <a:pt x="684821" y="2782738"/>
                  </a:lnTo>
                  <a:lnTo>
                    <a:pt x="691535" y="2828013"/>
                  </a:lnTo>
                  <a:lnTo>
                    <a:pt x="698249" y="2861848"/>
                  </a:lnTo>
                  <a:lnTo>
                    <a:pt x="704963" y="2857747"/>
                  </a:lnTo>
                  <a:lnTo>
                    <a:pt x="711677" y="2874272"/>
                  </a:lnTo>
                  <a:lnTo>
                    <a:pt x="718391" y="2842247"/>
                  </a:lnTo>
                  <a:lnTo>
                    <a:pt x="725105" y="2845528"/>
                  </a:lnTo>
                  <a:lnTo>
                    <a:pt x="731819" y="2869978"/>
                  </a:lnTo>
                  <a:lnTo>
                    <a:pt x="738533" y="2910444"/>
                  </a:lnTo>
                  <a:lnTo>
                    <a:pt x="745247" y="2909686"/>
                  </a:lnTo>
                  <a:lnTo>
                    <a:pt x="751961" y="2911058"/>
                  </a:lnTo>
                  <a:lnTo>
                    <a:pt x="758675" y="2985570"/>
                  </a:lnTo>
                  <a:lnTo>
                    <a:pt x="765389" y="3023484"/>
                  </a:lnTo>
                  <a:lnTo>
                    <a:pt x="772103" y="2966573"/>
                  </a:lnTo>
                  <a:lnTo>
                    <a:pt x="778817" y="2836584"/>
                  </a:lnTo>
                  <a:lnTo>
                    <a:pt x="785531" y="2727079"/>
                  </a:lnTo>
                  <a:lnTo>
                    <a:pt x="792245" y="2726425"/>
                  </a:lnTo>
                  <a:lnTo>
                    <a:pt x="798958" y="2674348"/>
                  </a:lnTo>
                  <a:lnTo>
                    <a:pt x="805672" y="2594139"/>
                  </a:lnTo>
                  <a:lnTo>
                    <a:pt x="812386" y="2554954"/>
                  </a:lnTo>
                  <a:lnTo>
                    <a:pt x="819100" y="2596543"/>
                  </a:lnTo>
                  <a:lnTo>
                    <a:pt x="825814" y="2673131"/>
                  </a:lnTo>
                  <a:lnTo>
                    <a:pt x="832528" y="2703251"/>
                  </a:lnTo>
                  <a:lnTo>
                    <a:pt x="839242" y="2763483"/>
                  </a:lnTo>
                  <a:lnTo>
                    <a:pt x="845956" y="2870176"/>
                  </a:lnTo>
                  <a:lnTo>
                    <a:pt x="852670" y="2900708"/>
                  </a:lnTo>
                  <a:lnTo>
                    <a:pt x="859384" y="2903831"/>
                  </a:lnTo>
                  <a:lnTo>
                    <a:pt x="866098" y="2953213"/>
                  </a:lnTo>
                  <a:lnTo>
                    <a:pt x="872812" y="2972777"/>
                  </a:lnTo>
                  <a:lnTo>
                    <a:pt x="879526" y="2924409"/>
                  </a:lnTo>
                  <a:lnTo>
                    <a:pt x="886240" y="2844687"/>
                  </a:lnTo>
                  <a:lnTo>
                    <a:pt x="892954" y="2910251"/>
                  </a:lnTo>
                  <a:lnTo>
                    <a:pt x="899668" y="2995525"/>
                  </a:lnTo>
                  <a:lnTo>
                    <a:pt x="906382" y="3005214"/>
                  </a:lnTo>
                  <a:lnTo>
                    <a:pt x="913095" y="2965732"/>
                  </a:lnTo>
                  <a:lnTo>
                    <a:pt x="919809" y="2921416"/>
                  </a:lnTo>
                  <a:lnTo>
                    <a:pt x="926523" y="2835234"/>
                  </a:lnTo>
                  <a:lnTo>
                    <a:pt x="933237" y="2794736"/>
                  </a:lnTo>
                  <a:lnTo>
                    <a:pt x="939951" y="2792466"/>
                  </a:lnTo>
                  <a:lnTo>
                    <a:pt x="946665" y="2759888"/>
                  </a:lnTo>
                  <a:lnTo>
                    <a:pt x="953379" y="2718646"/>
                  </a:lnTo>
                  <a:lnTo>
                    <a:pt x="960093" y="2707177"/>
                  </a:lnTo>
                  <a:lnTo>
                    <a:pt x="966807" y="2781433"/>
                  </a:lnTo>
                  <a:lnTo>
                    <a:pt x="973521" y="2815493"/>
                  </a:lnTo>
                  <a:lnTo>
                    <a:pt x="980235" y="2795209"/>
                  </a:lnTo>
                  <a:lnTo>
                    <a:pt x="986949" y="2787426"/>
                  </a:lnTo>
                  <a:lnTo>
                    <a:pt x="993663" y="2849532"/>
                  </a:lnTo>
                  <a:lnTo>
                    <a:pt x="1000377" y="2892468"/>
                  </a:lnTo>
                  <a:lnTo>
                    <a:pt x="1007091" y="2908091"/>
                  </a:lnTo>
                  <a:lnTo>
                    <a:pt x="1013805" y="2870508"/>
                  </a:lnTo>
                  <a:lnTo>
                    <a:pt x="1020519" y="2881380"/>
                  </a:lnTo>
                  <a:lnTo>
                    <a:pt x="1027232" y="2922138"/>
                  </a:lnTo>
                  <a:lnTo>
                    <a:pt x="1033946" y="2877866"/>
                  </a:lnTo>
                  <a:lnTo>
                    <a:pt x="1040660" y="2852446"/>
                  </a:lnTo>
                  <a:lnTo>
                    <a:pt x="1047374" y="2849118"/>
                  </a:lnTo>
                  <a:lnTo>
                    <a:pt x="1054088" y="2891537"/>
                  </a:lnTo>
                  <a:lnTo>
                    <a:pt x="1060802" y="2903221"/>
                  </a:lnTo>
                  <a:lnTo>
                    <a:pt x="1067516" y="2902823"/>
                  </a:lnTo>
                  <a:lnTo>
                    <a:pt x="1074230" y="2965273"/>
                  </a:lnTo>
                  <a:lnTo>
                    <a:pt x="1080944" y="3050833"/>
                  </a:lnTo>
                  <a:lnTo>
                    <a:pt x="1087658" y="3091286"/>
                  </a:lnTo>
                  <a:lnTo>
                    <a:pt x="1094372" y="3046130"/>
                  </a:lnTo>
                  <a:lnTo>
                    <a:pt x="1101086" y="3042704"/>
                  </a:lnTo>
                  <a:lnTo>
                    <a:pt x="1107800" y="3020686"/>
                  </a:lnTo>
                  <a:lnTo>
                    <a:pt x="1114514" y="2948301"/>
                  </a:lnTo>
                  <a:lnTo>
                    <a:pt x="1121228" y="2858965"/>
                  </a:lnTo>
                  <a:lnTo>
                    <a:pt x="1127942" y="2837191"/>
                  </a:lnTo>
                  <a:lnTo>
                    <a:pt x="1134656" y="2883949"/>
                  </a:lnTo>
                  <a:lnTo>
                    <a:pt x="1141369" y="2887376"/>
                  </a:lnTo>
                  <a:lnTo>
                    <a:pt x="1148083" y="2908995"/>
                  </a:lnTo>
                  <a:lnTo>
                    <a:pt x="1154797" y="2921610"/>
                  </a:lnTo>
                  <a:lnTo>
                    <a:pt x="1161511" y="2963372"/>
                  </a:lnTo>
                  <a:lnTo>
                    <a:pt x="1168225" y="2933976"/>
                  </a:lnTo>
                  <a:lnTo>
                    <a:pt x="1174939" y="2925290"/>
                  </a:lnTo>
                  <a:lnTo>
                    <a:pt x="1181653" y="2928481"/>
                  </a:lnTo>
                  <a:lnTo>
                    <a:pt x="1188367" y="2883614"/>
                  </a:lnTo>
                  <a:lnTo>
                    <a:pt x="1195081" y="2956146"/>
                  </a:lnTo>
                  <a:lnTo>
                    <a:pt x="1201795" y="3013406"/>
                  </a:lnTo>
                  <a:lnTo>
                    <a:pt x="1208509" y="3033897"/>
                  </a:lnTo>
                  <a:lnTo>
                    <a:pt x="1215223" y="2909639"/>
                  </a:lnTo>
                  <a:lnTo>
                    <a:pt x="1221937" y="2810517"/>
                  </a:lnTo>
                  <a:lnTo>
                    <a:pt x="1228651" y="2832913"/>
                  </a:lnTo>
                  <a:lnTo>
                    <a:pt x="1235365" y="2815946"/>
                  </a:lnTo>
                  <a:lnTo>
                    <a:pt x="1242079" y="2780189"/>
                  </a:lnTo>
                  <a:lnTo>
                    <a:pt x="1248793" y="2762244"/>
                  </a:lnTo>
                  <a:lnTo>
                    <a:pt x="1255506" y="2831263"/>
                  </a:lnTo>
                  <a:lnTo>
                    <a:pt x="1262220" y="2907024"/>
                  </a:lnTo>
                  <a:lnTo>
                    <a:pt x="1268934" y="2876995"/>
                  </a:lnTo>
                  <a:lnTo>
                    <a:pt x="1275648" y="2822517"/>
                  </a:lnTo>
                  <a:lnTo>
                    <a:pt x="1282362" y="2838575"/>
                  </a:lnTo>
                  <a:lnTo>
                    <a:pt x="1289076" y="2885367"/>
                  </a:lnTo>
                  <a:lnTo>
                    <a:pt x="1295790" y="2950482"/>
                  </a:lnTo>
                  <a:lnTo>
                    <a:pt x="1302504" y="2926580"/>
                  </a:lnTo>
                  <a:lnTo>
                    <a:pt x="1309218" y="2954534"/>
                  </a:lnTo>
                  <a:lnTo>
                    <a:pt x="1315932" y="3009013"/>
                  </a:lnTo>
                  <a:lnTo>
                    <a:pt x="1322646" y="2981837"/>
                  </a:lnTo>
                  <a:lnTo>
                    <a:pt x="1329360" y="2915460"/>
                  </a:lnTo>
                  <a:lnTo>
                    <a:pt x="1336074" y="2923754"/>
                  </a:lnTo>
                  <a:lnTo>
                    <a:pt x="1342788" y="3018094"/>
                  </a:lnTo>
                  <a:lnTo>
                    <a:pt x="1349502" y="3090615"/>
                  </a:lnTo>
                  <a:lnTo>
                    <a:pt x="1356216" y="3104168"/>
                  </a:lnTo>
                  <a:lnTo>
                    <a:pt x="1362930" y="3097541"/>
                  </a:lnTo>
                  <a:lnTo>
                    <a:pt x="1369643" y="3116972"/>
                  </a:lnTo>
                  <a:lnTo>
                    <a:pt x="1376357" y="3111674"/>
                  </a:lnTo>
                  <a:lnTo>
                    <a:pt x="1383071" y="3061405"/>
                  </a:lnTo>
                  <a:lnTo>
                    <a:pt x="1389785" y="2989970"/>
                  </a:lnTo>
                  <a:lnTo>
                    <a:pt x="1396499" y="2893754"/>
                  </a:lnTo>
                  <a:lnTo>
                    <a:pt x="1403213" y="2880858"/>
                  </a:lnTo>
                  <a:lnTo>
                    <a:pt x="1409927" y="2915529"/>
                  </a:lnTo>
                  <a:lnTo>
                    <a:pt x="1416641" y="2880933"/>
                  </a:lnTo>
                  <a:lnTo>
                    <a:pt x="1423355" y="2850855"/>
                  </a:lnTo>
                  <a:lnTo>
                    <a:pt x="1430069" y="2874056"/>
                  </a:lnTo>
                  <a:lnTo>
                    <a:pt x="1436783" y="2956717"/>
                  </a:lnTo>
                  <a:lnTo>
                    <a:pt x="1443497" y="2998557"/>
                  </a:lnTo>
                  <a:lnTo>
                    <a:pt x="1450211" y="2999301"/>
                  </a:lnTo>
                  <a:lnTo>
                    <a:pt x="1456925" y="3017767"/>
                  </a:lnTo>
                  <a:lnTo>
                    <a:pt x="1463639" y="3044365"/>
                  </a:lnTo>
                  <a:lnTo>
                    <a:pt x="1470353" y="3003073"/>
                  </a:lnTo>
                  <a:lnTo>
                    <a:pt x="1477067" y="2952596"/>
                  </a:lnTo>
                  <a:lnTo>
                    <a:pt x="1483780" y="2966470"/>
                  </a:lnTo>
                  <a:lnTo>
                    <a:pt x="1490494" y="2949092"/>
                  </a:lnTo>
                  <a:lnTo>
                    <a:pt x="1497208" y="2926031"/>
                  </a:lnTo>
                  <a:lnTo>
                    <a:pt x="1503922" y="2954268"/>
                  </a:lnTo>
                  <a:lnTo>
                    <a:pt x="1510636" y="3009063"/>
                  </a:lnTo>
                  <a:lnTo>
                    <a:pt x="1517350" y="3059539"/>
                  </a:lnTo>
                  <a:lnTo>
                    <a:pt x="1524064" y="3045666"/>
                  </a:lnTo>
                  <a:lnTo>
                    <a:pt x="1530778" y="3069105"/>
                  </a:lnTo>
                  <a:lnTo>
                    <a:pt x="1537492" y="3109089"/>
                  </a:lnTo>
                  <a:lnTo>
                    <a:pt x="1544206" y="3084331"/>
                  </a:lnTo>
                  <a:lnTo>
                    <a:pt x="1550920" y="3025439"/>
                  </a:lnTo>
                  <a:lnTo>
                    <a:pt x="1557634" y="2946684"/>
                  </a:lnTo>
                  <a:lnTo>
                    <a:pt x="1564348" y="2902048"/>
                  </a:lnTo>
                  <a:lnTo>
                    <a:pt x="1571062" y="2868033"/>
                  </a:lnTo>
                  <a:lnTo>
                    <a:pt x="1577776" y="2866857"/>
                  </a:lnTo>
                  <a:lnTo>
                    <a:pt x="1584490" y="2866858"/>
                  </a:lnTo>
                  <a:lnTo>
                    <a:pt x="1591204" y="2882389"/>
                  </a:lnTo>
                  <a:lnTo>
                    <a:pt x="1597917" y="2921035"/>
                  </a:lnTo>
                  <a:lnTo>
                    <a:pt x="1604631" y="2965671"/>
                  </a:lnTo>
                  <a:lnTo>
                    <a:pt x="1611345" y="2999687"/>
                  </a:lnTo>
                  <a:lnTo>
                    <a:pt x="1618059" y="3005199"/>
                  </a:lnTo>
                  <a:lnTo>
                    <a:pt x="1624773" y="3031628"/>
                  </a:lnTo>
                  <a:lnTo>
                    <a:pt x="1631487" y="3082326"/>
                  </a:lnTo>
                  <a:lnTo>
                    <a:pt x="1638201" y="3107394"/>
                  </a:lnTo>
                  <a:lnTo>
                    <a:pt x="1644915" y="3050868"/>
                  </a:lnTo>
                  <a:lnTo>
                    <a:pt x="1651629" y="2961091"/>
                  </a:lnTo>
                  <a:lnTo>
                    <a:pt x="1658343" y="2877873"/>
                  </a:lnTo>
                  <a:lnTo>
                    <a:pt x="1665057" y="2846234"/>
                  </a:lnTo>
                  <a:lnTo>
                    <a:pt x="1671771" y="2849140"/>
                  </a:lnTo>
                  <a:lnTo>
                    <a:pt x="1678485" y="2792126"/>
                  </a:lnTo>
                  <a:lnTo>
                    <a:pt x="1685199" y="2691336"/>
                  </a:lnTo>
                  <a:lnTo>
                    <a:pt x="1691913" y="2676007"/>
                  </a:lnTo>
                  <a:lnTo>
                    <a:pt x="1698627" y="2693988"/>
                  </a:lnTo>
                  <a:lnTo>
                    <a:pt x="1705341" y="2701376"/>
                  </a:lnTo>
                  <a:lnTo>
                    <a:pt x="1712054" y="2678291"/>
                  </a:lnTo>
                  <a:lnTo>
                    <a:pt x="1718768" y="2738774"/>
                  </a:lnTo>
                  <a:lnTo>
                    <a:pt x="1725482" y="2862185"/>
                  </a:lnTo>
                  <a:lnTo>
                    <a:pt x="1732196" y="2925847"/>
                  </a:lnTo>
                  <a:lnTo>
                    <a:pt x="1738910" y="2976479"/>
                  </a:lnTo>
                  <a:lnTo>
                    <a:pt x="1745624" y="2912776"/>
                  </a:lnTo>
                  <a:lnTo>
                    <a:pt x="1752338" y="2807897"/>
                  </a:lnTo>
                  <a:lnTo>
                    <a:pt x="1759052" y="2719608"/>
                  </a:lnTo>
                  <a:lnTo>
                    <a:pt x="1765766" y="2709837"/>
                  </a:lnTo>
                  <a:lnTo>
                    <a:pt x="1772480" y="2675588"/>
                  </a:lnTo>
                  <a:lnTo>
                    <a:pt x="1779194" y="2614952"/>
                  </a:lnTo>
                  <a:lnTo>
                    <a:pt x="1785908" y="2573588"/>
                  </a:lnTo>
                  <a:lnTo>
                    <a:pt x="1792622" y="2655617"/>
                  </a:lnTo>
                  <a:lnTo>
                    <a:pt x="1799336" y="2705835"/>
                  </a:lnTo>
                  <a:lnTo>
                    <a:pt x="1806050" y="2661933"/>
                  </a:lnTo>
                  <a:lnTo>
                    <a:pt x="1812764" y="2713731"/>
                  </a:lnTo>
                  <a:lnTo>
                    <a:pt x="1819478" y="2732052"/>
                  </a:lnTo>
                  <a:lnTo>
                    <a:pt x="1826191" y="2740425"/>
                  </a:lnTo>
                  <a:lnTo>
                    <a:pt x="1832905" y="2701069"/>
                  </a:lnTo>
                  <a:lnTo>
                    <a:pt x="1839619" y="2700428"/>
                  </a:lnTo>
                  <a:lnTo>
                    <a:pt x="1846333" y="2675659"/>
                  </a:lnTo>
                  <a:lnTo>
                    <a:pt x="1853047" y="2632057"/>
                  </a:lnTo>
                  <a:lnTo>
                    <a:pt x="1859761" y="2648707"/>
                  </a:lnTo>
                  <a:lnTo>
                    <a:pt x="1866475" y="2730316"/>
                  </a:lnTo>
                  <a:lnTo>
                    <a:pt x="1873189" y="2793911"/>
                  </a:lnTo>
                  <a:lnTo>
                    <a:pt x="1879903" y="2844194"/>
                  </a:lnTo>
                  <a:lnTo>
                    <a:pt x="1886617" y="2951881"/>
                  </a:lnTo>
                  <a:lnTo>
                    <a:pt x="1893331" y="2976285"/>
                  </a:lnTo>
                  <a:lnTo>
                    <a:pt x="1900045" y="2859472"/>
                  </a:lnTo>
                  <a:lnTo>
                    <a:pt x="1906759" y="2750831"/>
                  </a:lnTo>
                  <a:lnTo>
                    <a:pt x="1913473" y="2680452"/>
                  </a:lnTo>
                  <a:lnTo>
                    <a:pt x="1920187" y="2616196"/>
                  </a:lnTo>
                  <a:lnTo>
                    <a:pt x="1926901" y="2552788"/>
                  </a:lnTo>
                  <a:lnTo>
                    <a:pt x="1933615" y="2555350"/>
                  </a:lnTo>
                  <a:lnTo>
                    <a:pt x="1940328" y="2665150"/>
                  </a:lnTo>
                  <a:lnTo>
                    <a:pt x="1947042" y="2774775"/>
                  </a:lnTo>
                  <a:lnTo>
                    <a:pt x="1953756" y="2719277"/>
                  </a:lnTo>
                  <a:lnTo>
                    <a:pt x="1960470" y="2570702"/>
                  </a:lnTo>
                  <a:lnTo>
                    <a:pt x="1967184" y="2502727"/>
                  </a:lnTo>
                  <a:lnTo>
                    <a:pt x="1973898" y="2487214"/>
                  </a:lnTo>
                  <a:lnTo>
                    <a:pt x="1980612" y="2481725"/>
                  </a:lnTo>
                  <a:lnTo>
                    <a:pt x="1987326" y="2439613"/>
                  </a:lnTo>
                  <a:lnTo>
                    <a:pt x="1994040" y="2458086"/>
                  </a:lnTo>
                  <a:lnTo>
                    <a:pt x="2000754" y="2543389"/>
                  </a:lnTo>
                  <a:lnTo>
                    <a:pt x="2007468" y="2608602"/>
                  </a:lnTo>
                  <a:lnTo>
                    <a:pt x="2014182" y="2618361"/>
                  </a:lnTo>
                  <a:lnTo>
                    <a:pt x="2020896" y="2680797"/>
                  </a:lnTo>
                  <a:lnTo>
                    <a:pt x="2027610" y="2684611"/>
                  </a:lnTo>
                  <a:lnTo>
                    <a:pt x="2034324" y="2645462"/>
                  </a:lnTo>
                  <a:lnTo>
                    <a:pt x="2041038" y="2631307"/>
                  </a:lnTo>
                  <a:lnTo>
                    <a:pt x="2047752" y="2578677"/>
                  </a:lnTo>
                  <a:lnTo>
                    <a:pt x="2054465" y="2506390"/>
                  </a:lnTo>
                  <a:lnTo>
                    <a:pt x="2061179" y="2415309"/>
                  </a:lnTo>
                  <a:lnTo>
                    <a:pt x="2067893" y="2338842"/>
                  </a:lnTo>
                  <a:lnTo>
                    <a:pt x="2074607" y="2392405"/>
                  </a:lnTo>
                  <a:lnTo>
                    <a:pt x="2081321" y="2439627"/>
                  </a:lnTo>
                  <a:lnTo>
                    <a:pt x="2088035" y="2421897"/>
                  </a:lnTo>
                  <a:lnTo>
                    <a:pt x="2094749" y="2477354"/>
                  </a:lnTo>
                  <a:lnTo>
                    <a:pt x="2101463" y="2561862"/>
                  </a:lnTo>
                  <a:lnTo>
                    <a:pt x="2108177" y="2683791"/>
                  </a:lnTo>
                  <a:lnTo>
                    <a:pt x="2114891" y="2734366"/>
                  </a:lnTo>
                  <a:lnTo>
                    <a:pt x="2121605" y="2775703"/>
                  </a:lnTo>
                  <a:lnTo>
                    <a:pt x="2128319" y="2783969"/>
                  </a:lnTo>
                  <a:lnTo>
                    <a:pt x="2135033" y="2788004"/>
                  </a:lnTo>
                  <a:lnTo>
                    <a:pt x="2141747" y="2636943"/>
                  </a:lnTo>
                  <a:lnTo>
                    <a:pt x="2148461" y="2460743"/>
                  </a:lnTo>
                  <a:lnTo>
                    <a:pt x="2155175" y="2420894"/>
                  </a:lnTo>
                  <a:lnTo>
                    <a:pt x="2161889" y="2402203"/>
                  </a:lnTo>
                  <a:lnTo>
                    <a:pt x="2168602" y="2385677"/>
                  </a:lnTo>
                  <a:lnTo>
                    <a:pt x="2175316" y="2258979"/>
                  </a:lnTo>
                  <a:lnTo>
                    <a:pt x="2182030" y="2244136"/>
                  </a:lnTo>
                  <a:lnTo>
                    <a:pt x="2188744" y="2302212"/>
                  </a:lnTo>
                  <a:lnTo>
                    <a:pt x="2195458" y="2221842"/>
                  </a:lnTo>
                  <a:lnTo>
                    <a:pt x="2202172" y="2184507"/>
                  </a:lnTo>
                  <a:lnTo>
                    <a:pt x="2208886" y="2242606"/>
                  </a:lnTo>
                  <a:lnTo>
                    <a:pt x="2215600" y="2376314"/>
                  </a:lnTo>
                  <a:lnTo>
                    <a:pt x="2222314" y="2382341"/>
                  </a:lnTo>
                  <a:lnTo>
                    <a:pt x="2229028" y="2315651"/>
                  </a:lnTo>
                  <a:lnTo>
                    <a:pt x="2235742" y="2255758"/>
                  </a:lnTo>
                  <a:lnTo>
                    <a:pt x="2242456" y="2104677"/>
                  </a:lnTo>
                  <a:lnTo>
                    <a:pt x="2249170" y="1949850"/>
                  </a:lnTo>
                  <a:lnTo>
                    <a:pt x="2255884" y="1744956"/>
                  </a:lnTo>
                  <a:lnTo>
                    <a:pt x="2262598" y="1600178"/>
                  </a:lnTo>
                  <a:lnTo>
                    <a:pt x="2269312" y="1468089"/>
                  </a:lnTo>
                  <a:lnTo>
                    <a:pt x="2276026" y="1355767"/>
                  </a:lnTo>
                  <a:lnTo>
                    <a:pt x="2282739" y="1353803"/>
                  </a:lnTo>
                  <a:lnTo>
                    <a:pt x="2289453" y="1319315"/>
                  </a:lnTo>
                  <a:lnTo>
                    <a:pt x="2296167" y="1274060"/>
                  </a:lnTo>
                  <a:lnTo>
                    <a:pt x="2302881" y="1319028"/>
                  </a:lnTo>
                  <a:lnTo>
                    <a:pt x="2309595" y="1359469"/>
                  </a:lnTo>
                  <a:lnTo>
                    <a:pt x="2316309" y="1344634"/>
                  </a:lnTo>
                  <a:lnTo>
                    <a:pt x="2323023" y="1309542"/>
                  </a:lnTo>
                  <a:lnTo>
                    <a:pt x="2329737" y="1330052"/>
                  </a:lnTo>
                  <a:lnTo>
                    <a:pt x="2336451" y="1349529"/>
                  </a:lnTo>
                  <a:lnTo>
                    <a:pt x="2343165" y="1280858"/>
                  </a:lnTo>
                  <a:lnTo>
                    <a:pt x="2349879" y="1254816"/>
                  </a:lnTo>
                  <a:lnTo>
                    <a:pt x="2356593" y="1371434"/>
                  </a:lnTo>
                  <a:lnTo>
                    <a:pt x="2363307" y="1465239"/>
                  </a:lnTo>
                  <a:lnTo>
                    <a:pt x="2370021" y="1484774"/>
                  </a:lnTo>
                  <a:lnTo>
                    <a:pt x="2376735" y="1456169"/>
                  </a:lnTo>
                  <a:lnTo>
                    <a:pt x="2383449" y="1417837"/>
                  </a:lnTo>
                  <a:lnTo>
                    <a:pt x="2390163" y="1437658"/>
                  </a:lnTo>
                  <a:lnTo>
                    <a:pt x="2396876" y="1405169"/>
                  </a:lnTo>
                  <a:lnTo>
                    <a:pt x="2403590" y="1281879"/>
                  </a:lnTo>
                  <a:lnTo>
                    <a:pt x="2410304" y="1215474"/>
                  </a:lnTo>
                  <a:lnTo>
                    <a:pt x="2417018" y="1291319"/>
                  </a:lnTo>
                  <a:lnTo>
                    <a:pt x="2423732" y="1407355"/>
                  </a:lnTo>
                  <a:lnTo>
                    <a:pt x="2430446" y="1499355"/>
                  </a:lnTo>
                  <a:lnTo>
                    <a:pt x="2437160" y="1687359"/>
                  </a:lnTo>
                  <a:lnTo>
                    <a:pt x="2443874" y="1963119"/>
                  </a:lnTo>
                  <a:lnTo>
                    <a:pt x="2450588" y="2119146"/>
                  </a:lnTo>
                  <a:lnTo>
                    <a:pt x="2457302" y="2170014"/>
                  </a:lnTo>
                  <a:lnTo>
                    <a:pt x="2464016" y="2176769"/>
                  </a:lnTo>
                  <a:lnTo>
                    <a:pt x="2470730" y="2085375"/>
                  </a:lnTo>
                  <a:lnTo>
                    <a:pt x="2477444" y="1924987"/>
                  </a:lnTo>
                  <a:lnTo>
                    <a:pt x="2484158" y="1861277"/>
                  </a:lnTo>
                  <a:lnTo>
                    <a:pt x="2490872" y="1944274"/>
                  </a:lnTo>
                  <a:lnTo>
                    <a:pt x="2497586" y="2102156"/>
                  </a:lnTo>
                  <a:lnTo>
                    <a:pt x="2504300" y="2231617"/>
                  </a:lnTo>
                  <a:lnTo>
                    <a:pt x="2511013" y="2235750"/>
                  </a:lnTo>
                  <a:lnTo>
                    <a:pt x="2517727" y="2133140"/>
                  </a:lnTo>
                  <a:lnTo>
                    <a:pt x="2524441" y="1904757"/>
                  </a:lnTo>
                  <a:lnTo>
                    <a:pt x="2531155" y="1564732"/>
                  </a:lnTo>
                  <a:lnTo>
                    <a:pt x="2537869" y="1185800"/>
                  </a:lnTo>
                  <a:lnTo>
                    <a:pt x="2544583" y="902881"/>
                  </a:lnTo>
                  <a:lnTo>
                    <a:pt x="2551297" y="810830"/>
                  </a:lnTo>
                  <a:lnTo>
                    <a:pt x="2558011" y="754129"/>
                  </a:lnTo>
                  <a:lnTo>
                    <a:pt x="2564725" y="764247"/>
                  </a:lnTo>
                  <a:lnTo>
                    <a:pt x="2571439" y="899654"/>
                  </a:lnTo>
                  <a:lnTo>
                    <a:pt x="2578153" y="1047338"/>
                  </a:lnTo>
                  <a:lnTo>
                    <a:pt x="2584867" y="1127913"/>
                  </a:lnTo>
                  <a:lnTo>
                    <a:pt x="2591581" y="1168828"/>
                  </a:lnTo>
                  <a:lnTo>
                    <a:pt x="2598295" y="1249435"/>
                  </a:lnTo>
                  <a:lnTo>
                    <a:pt x="2605009" y="1243503"/>
                  </a:lnTo>
                  <a:lnTo>
                    <a:pt x="2611723" y="1094805"/>
                  </a:lnTo>
                  <a:lnTo>
                    <a:pt x="2618437" y="954820"/>
                  </a:lnTo>
                  <a:lnTo>
                    <a:pt x="2625150" y="930278"/>
                  </a:lnTo>
                  <a:lnTo>
                    <a:pt x="2631864" y="901541"/>
                  </a:lnTo>
                  <a:lnTo>
                    <a:pt x="2638578" y="795774"/>
                  </a:lnTo>
                  <a:lnTo>
                    <a:pt x="2645292" y="753512"/>
                  </a:lnTo>
                  <a:lnTo>
                    <a:pt x="2652006" y="813457"/>
                  </a:lnTo>
                  <a:lnTo>
                    <a:pt x="2658720" y="841940"/>
                  </a:lnTo>
                  <a:lnTo>
                    <a:pt x="2665434" y="770345"/>
                  </a:lnTo>
                  <a:lnTo>
                    <a:pt x="2672148" y="747986"/>
                  </a:lnTo>
                  <a:lnTo>
                    <a:pt x="2678862" y="825469"/>
                  </a:lnTo>
                  <a:lnTo>
                    <a:pt x="2685576" y="898480"/>
                  </a:lnTo>
                  <a:lnTo>
                    <a:pt x="2692290" y="950557"/>
                  </a:lnTo>
                  <a:lnTo>
                    <a:pt x="2699004" y="960646"/>
                  </a:lnTo>
                  <a:lnTo>
                    <a:pt x="2705718" y="947874"/>
                  </a:lnTo>
                  <a:lnTo>
                    <a:pt x="2712432" y="927380"/>
                  </a:lnTo>
                  <a:lnTo>
                    <a:pt x="2719146" y="848667"/>
                  </a:lnTo>
                  <a:lnTo>
                    <a:pt x="2725860" y="786448"/>
                  </a:lnTo>
                  <a:lnTo>
                    <a:pt x="2732574" y="686668"/>
                  </a:lnTo>
                  <a:lnTo>
                    <a:pt x="2739287" y="588683"/>
                  </a:lnTo>
                  <a:lnTo>
                    <a:pt x="2746001" y="567519"/>
                  </a:lnTo>
                  <a:lnTo>
                    <a:pt x="2752715" y="539431"/>
                  </a:lnTo>
                  <a:lnTo>
                    <a:pt x="2759429" y="532103"/>
                  </a:lnTo>
                  <a:lnTo>
                    <a:pt x="2766143" y="494214"/>
                  </a:lnTo>
                  <a:lnTo>
                    <a:pt x="2772857" y="570184"/>
                  </a:lnTo>
                  <a:lnTo>
                    <a:pt x="2779571" y="697047"/>
                  </a:lnTo>
                  <a:lnTo>
                    <a:pt x="2786285" y="760904"/>
                  </a:lnTo>
                  <a:lnTo>
                    <a:pt x="2792999" y="779005"/>
                  </a:lnTo>
                  <a:lnTo>
                    <a:pt x="2799713" y="831339"/>
                  </a:lnTo>
                  <a:lnTo>
                    <a:pt x="2806427" y="867891"/>
                  </a:lnTo>
                  <a:lnTo>
                    <a:pt x="2813141" y="862189"/>
                  </a:lnTo>
                  <a:lnTo>
                    <a:pt x="2819855" y="886416"/>
                  </a:lnTo>
                  <a:lnTo>
                    <a:pt x="2826569" y="890207"/>
                  </a:lnTo>
                  <a:lnTo>
                    <a:pt x="2833283" y="863570"/>
                  </a:lnTo>
                  <a:lnTo>
                    <a:pt x="2839997" y="823267"/>
                  </a:lnTo>
                  <a:lnTo>
                    <a:pt x="2846711" y="865113"/>
                  </a:lnTo>
                  <a:lnTo>
                    <a:pt x="2853424" y="817408"/>
                  </a:lnTo>
                  <a:lnTo>
                    <a:pt x="2860138" y="708417"/>
                  </a:lnTo>
                  <a:lnTo>
                    <a:pt x="2866852" y="701277"/>
                  </a:lnTo>
                  <a:lnTo>
                    <a:pt x="2873566" y="743395"/>
                  </a:lnTo>
                  <a:lnTo>
                    <a:pt x="2880280" y="704887"/>
                  </a:lnTo>
                  <a:lnTo>
                    <a:pt x="2886994" y="590814"/>
                  </a:lnTo>
                  <a:lnTo>
                    <a:pt x="2893708" y="614683"/>
                  </a:lnTo>
                  <a:lnTo>
                    <a:pt x="2900422" y="658061"/>
                  </a:lnTo>
                  <a:lnTo>
                    <a:pt x="2907136" y="728833"/>
                  </a:lnTo>
                  <a:lnTo>
                    <a:pt x="2913850" y="864550"/>
                  </a:lnTo>
                  <a:lnTo>
                    <a:pt x="2920564" y="981124"/>
                  </a:lnTo>
                  <a:lnTo>
                    <a:pt x="2927278" y="1008753"/>
                  </a:lnTo>
                  <a:lnTo>
                    <a:pt x="2933992" y="904797"/>
                  </a:lnTo>
                  <a:lnTo>
                    <a:pt x="2940706" y="813362"/>
                  </a:lnTo>
                  <a:lnTo>
                    <a:pt x="2947420" y="685060"/>
                  </a:lnTo>
                  <a:lnTo>
                    <a:pt x="2954134" y="549046"/>
                  </a:lnTo>
                  <a:lnTo>
                    <a:pt x="2960848" y="515044"/>
                  </a:lnTo>
                  <a:lnTo>
                    <a:pt x="2967561" y="562068"/>
                  </a:lnTo>
                  <a:lnTo>
                    <a:pt x="2974275" y="616500"/>
                  </a:lnTo>
                  <a:lnTo>
                    <a:pt x="2980989" y="763186"/>
                  </a:lnTo>
                  <a:lnTo>
                    <a:pt x="2987703" y="899323"/>
                  </a:lnTo>
                  <a:lnTo>
                    <a:pt x="2994417" y="1007425"/>
                  </a:lnTo>
                  <a:lnTo>
                    <a:pt x="3001131" y="1079453"/>
                  </a:lnTo>
                  <a:lnTo>
                    <a:pt x="3007845" y="1157539"/>
                  </a:lnTo>
                  <a:lnTo>
                    <a:pt x="3014559" y="1276775"/>
                  </a:lnTo>
                  <a:lnTo>
                    <a:pt x="3021273" y="1248520"/>
                  </a:lnTo>
                  <a:lnTo>
                    <a:pt x="3027987" y="1180230"/>
                  </a:lnTo>
                  <a:lnTo>
                    <a:pt x="3034701" y="1061689"/>
                  </a:lnTo>
                  <a:lnTo>
                    <a:pt x="3041415" y="971339"/>
                  </a:lnTo>
                  <a:lnTo>
                    <a:pt x="3048129" y="829860"/>
                  </a:lnTo>
                  <a:lnTo>
                    <a:pt x="3054843" y="676529"/>
                  </a:lnTo>
                  <a:lnTo>
                    <a:pt x="3061557" y="603338"/>
                  </a:lnTo>
                  <a:lnTo>
                    <a:pt x="3068271" y="671434"/>
                  </a:lnTo>
                  <a:lnTo>
                    <a:pt x="3074985" y="751946"/>
                  </a:lnTo>
                  <a:lnTo>
                    <a:pt x="3081698" y="736924"/>
                  </a:lnTo>
                  <a:lnTo>
                    <a:pt x="3088412" y="716073"/>
                  </a:lnTo>
                  <a:lnTo>
                    <a:pt x="3095126" y="793166"/>
                  </a:lnTo>
                  <a:lnTo>
                    <a:pt x="3101840" y="878920"/>
                  </a:lnTo>
                  <a:lnTo>
                    <a:pt x="3108554" y="907510"/>
                  </a:lnTo>
                  <a:lnTo>
                    <a:pt x="3115268" y="850420"/>
                  </a:lnTo>
                  <a:lnTo>
                    <a:pt x="3121982" y="775403"/>
                  </a:lnTo>
                  <a:lnTo>
                    <a:pt x="3128696" y="762845"/>
                  </a:lnTo>
                  <a:lnTo>
                    <a:pt x="3135410" y="712555"/>
                  </a:lnTo>
                  <a:lnTo>
                    <a:pt x="3142124" y="640863"/>
                  </a:lnTo>
                  <a:lnTo>
                    <a:pt x="3148838" y="551794"/>
                  </a:lnTo>
                  <a:lnTo>
                    <a:pt x="3155552" y="634098"/>
                  </a:lnTo>
                  <a:lnTo>
                    <a:pt x="3162266" y="810178"/>
                  </a:lnTo>
                  <a:lnTo>
                    <a:pt x="3168980" y="902135"/>
                  </a:lnTo>
                  <a:lnTo>
                    <a:pt x="3175694" y="947047"/>
                  </a:lnTo>
                  <a:lnTo>
                    <a:pt x="3182408" y="950675"/>
                  </a:lnTo>
                  <a:lnTo>
                    <a:pt x="3189122" y="878199"/>
                  </a:lnTo>
                  <a:lnTo>
                    <a:pt x="3195835" y="756041"/>
                  </a:lnTo>
                  <a:lnTo>
                    <a:pt x="3202549" y="624845"/>
                  </a:lnTo>
                  <a:lnTo>
                    <a:pt x="3209263" y="539239"/>
                  </a:lnTo>
                  <a:lnTo>
                    <a:pt x="3215977" y="459660"/>
                  </a:lnTo>
                  <a:lnTo>
                    <a:pt x="3222691" y="431794"/>
                  </a:lnTo>
                  <a:lnTo>
                    <a:pt x="3229405" y="483330"/>
                  </a:lnTo>
                  <a:lnTo>
                    <a:pt x="3236119" y="543181"/>
                  </a:lnTo>
                  <a:lnTo>
                    <a:pt x="3242833" y="584364"/>
                  </a:lnTo>
                  <a:lnTo>
                    <a:pt x="3249547" y="609752"/>
                  </a:lnTo>
                  <a:lnTo>
                    <a:pt x="3256261" y="645885"/>
                  </a:lnTo>
                  <a:lnTo>
                    <a:pt x="3262975" y="663150"/>
                  </a:lnTo>
                  <a:lnTo>
                    <a:pt x="3269689" y="581200"/>
                  </a:lnTo>
                  <a:lnTo>
                    <a:pt x="3276403" y="452928"/>
                  </a:lnTo>
                  <a:lnTo>
                    <a:pt x="3283117" y="412052"/>
                  </a:lnTo>
                  <a:lnTo>
                    <a:pt x="3289831" y="405704"/>
                  </a:lnTo>
                  <a:lnTo>
                    <a:pt x="3296545" y="349573"/>
                  </a:lnTo>
                  <a:lnTo>
                    <a:pt x="3303259" y="289894"/>
                  </a:lnTo>
                  <a:lnTo>
                    <a:pt x="3309972" y="349356"/>
                  </a:lnTo>
                  <a:lnTo>
                    <a:pt x="3316686" y="590881"/>
                  </a:lnTo>
                  <a:lnTo>
                    <a:pt x="3323400" y="665612"/>
                  </a:lnTo>
                  <a:lnTo>
                    <a:pt x="3330114" y="678117"/>
                  </a:lnTo>
                  <a:lnTo>
                    <a:pt x="3336828" y="735644"/>
                  </a:lnTo>
                  <a:lnTo>
                    <a:pt x="3343542" y="748692"/>
                  </a:lnTo>
                  <a:lnTo>
                    <a:pt x="3350256" y="695573"/>
                  </a:lnTo>
                  <a:lnTo>
                    <a:pt x="3356970" y="570867"/>
                  </a:lnTo>
                  <a:lnTo>
                    <a:pt x="3363684" y="602308"/>
                  </a:lnTo>
                  <a:lnTo>
                    <a:pt x="3370398" y="661430"/>
                  </a:lnTo>
                  <a:lnTo>
                    <a:pt x="3377112" y="686595"/>
                  </a:lnTo>
                  <a:lnTo>
                    <a:pt x="3383826" y="760908"/>
                  </a:lnTo>
                  <a:lnTo>
                    <a:pt x="3390540" y="827753"/>
                  </a:lnTo>
                  <a:lnTo>
                    <a:pt x="3397254" y="859469"/>
                  </a:lnTo>
                  <a:lnTo>
                    <a:pt x="3403968" y="809352"/>
                  </a:lnTo>
                  <a:lnTo>
                    <a:pt x="3410682" y="739232"/>
                  </a:lnTo>
                  <a:lnTo>
                    <a:pt x="3417396" y="750557"/>
                  </a:lnTo>
                  <a:lnTo>
                    <a:pt x="3424109" y="713553"/>
                  </a:lnTo>
                  <a:lnTo>
                    <a:pt x="3430823" y="608331"/>
                  </a:lnTo>
                  <a:lnTo>
                    <a:pt x="3437537" y="462602"/>
                  </a:lnTo>
                  <a:lnTo>
                    <a:pt x="3444251" y="501695"/>
                  </a:lnTo>
                  <a:lnTo>
                    <a:pt x="3450965" y="638912"/>
                  </a:lnTo>
                  <a:lnTo>
                    <a:pt x="3457679" y="727032"/>
                  </a:lnTo>
                  <a:lnTo>
                    <a:pt x="3464393" y="869841"/>
                  </a:lnTo>
                  <a:lnTo>
                    <a:pt x="3471107" y="1082782"/>
                  </a:lnTo>
                  <a:lnTo>
                    <a:pt x="3477821" y="1271563"/>
                  </a:lnTo>
                  <a:lnTo>
                    <a:pt x="3484535" y="1265545"/>
                  </a:lnTo>
                  <a:lnTo>
                    <a:pt x="3491249" y="1224294"/>
                  </a:lnTo>
                  <a:lnTo>
                    <a:pt x="3497963" y="1115965"/>
                  </a:lnTo>
                  <a:lnTo>
                    <a:pt x="3504677" y="1015783"/>
                  </a:lnTo>
                  <a:lnTo>
                    <a:pt x="3511391" y="941862"/>
                  </a:lnTo>
                  <a:lnTo>
                    <a:pt x="3518105" y="825564"/>
                  </a:lnTo>
                  <a:lnTo>
                    <a:pt x="3524819" y="746724"/>
                  </a:lnTo>
                  <a:lnTo>
                    <a:pt x="3531533" y="626710"/>
                  </a:lnTo>
                  <a:lnTo>
                    <a:pt x="3538246" y="567329"/>
                  </a:lnTo>
                  <a:lnTo>
                    <a:pt x="3544960" y="531174"/>
                  </a:lnTo>
                  <a:lnTo>
                    <a:pt x="3551674" y="499365"/>
                  </a:lnTo>
                  <a:lnTo>
                    <a:pt x="3558388" y="528608"/>
                  </a:lnTo>
                  <a:lnTo>
                    <a:pt x="3565102" y="491814"/>
                  </a:lnTo>
                  <a:lnTo>
                    <a:pt x="3571816" y="473819"/>
                  </a:lnTo>
                  <a:lnTo>
                    <a:pt x="3578530" y="543353"/>
                  </a:lnTo>
                  <a:lnTo>
                    <a:pt x="3585244" y="640863"/>
                  </a:lnTo>
                  <a:lnTo>
                    <a:pt x="3591958" y="843087"/>
                  </a:lnTo>
                  <a:lnTo>
                    <a:pt x="3598672" y="1080225"/>
                  </a:lnTo>
                  <a:lnTo>
                    <a:pt x="3605386" y="1194095"/>
                  </a:lnTo>
                  <a:lnTo>
                    <a:pt x="3612100" y="1277647"/>
                  </a:lnTo>
                  <a:lnTo>
                    <a:pt x="3618814" y="1279387"/>
                  </a:lnTo>
                  <a:lnTo>
                    <a:pt x="3625528" y="1142622"/>
                  </a:lnTo>
                  <a:lnTo>
                    <a:pt x="3632242" y="837190"/>
                  </a:lnTo>
                  <a:lnTo>
                    <a:pt x="3638956" y="550192"/>
                  </a:lnTo>
                  <a:lnTo>
                    <a:pt x="3645670" y="473978"/>
                  </a:lnTo>
                  <a:lnTo>
                    <a:pt x="3652383" y="449129"/>
                  </a:lnTo>
                  <a:lnTo>
                    <a:pt x="3659097" y="470574"/>
                  </a:lnTo>
                  <a:lnTo>
                    <a:pt x="3665811" y="503806"/>
                  </a:lnTo>
                  <a:lnTo>
                    <a:pt x="3672525" y="585683"/>
                  </a:lnTo>
                  <a:lnTo>
                    <a:pt x="3679239" y="752896"/>
                  </a:lnTo>
                  <a:lnTo>
                    <a:pt x="3685953" y="904060"/>
                  </a:lnTo>
                  <a:lnTo>
                    <a:pt x="3692667" y="903576"/>
                  </a:lnTo>
                  <a:lnTo>
                    <a:pt x="3699381" y="856935"/>
                  </a:lnTo>
                  <a:lnTo>
                    <a:pt x="3706095" y="847695"/>
                  </a:lnTo>
                  <a:lnTo>
                    <a:pt x="3712809" y="811805"/>
                  </a:lnTo>
                  <a:lnTo>
                    <a:pt x="3719523" y="634915"/>
                  </a:lnTo>
                  <a:lnTo>
                    <a:pt x="3726237" y="474894"/>
                  </a:lnTo>
                  <a:lnTo>
                    <a:pt x="3732951" y="488006"/>
                  </a:lnTo>
                  <a:lnTo>
                    <a:pt x="3739665" y="561246"/>
                  </a:lnTo>
                  <a:lnTo>
                    <a:pt x="3746379" y="815079"/>
                  </a:lnTo>
                  <a:lnTo>
                    <a:pt x="3753093" y="1050803"/>
                  </a:lnTo>
                  <a:lnTo>
                    <a:pt x="3759807" y="1157507"/>
                  </a:lnTo>
                  <a:lnTo>
                    <a:pt x="3766520" y="1185982"/>
                  </a:lnTo>
                  <a:lnTo>
                    <a:pt x="3773234" y="1220662"/>
                  </a:lnTo>
                  <a:lnTo>
                    <a:pt x="3779948" y="1223072"/>
                  </a:lnTo>
                  <a:lnTo>
                    <a:pt x="3786662" y="1066217"/>
                  </a:lnTo>
                  <a:lnTo>
                    <a:pt x="3793376" y="877209"/>
                  </a:lnTo>
                  <a:lnTo>
                    <a:pt x="3800090" y="772495"/>
                  </a:lnTo>
                  <a:lnTo>
                    <a:pt x="3806804" y="705597"/>
                  </a:lnTo>
                  <a:lnTo>
                    <a:pt x="3813518" y="600730"/>
                  </a:lnTo>
                  <a:lnTo>
                    <a:pt x="3820232" y="493982"/>
                  </a:lnTo>
                  <a:lnTo>
                    <a:pt x="3826946" y="385501"/>
                  </a:lnTo>
                  <a:lnTo>
                    <a:pt x="3833660" y="317213"/>
                  </a:lnTo>
                  <a:lnTo>
                    <a:pt x="3840374" y="279681"/>
                  </a:lnTo>
                  <a:lnTo>
                    <a:pt x="3847088" y="335149"/>
                  </a:lnTo>
                  <a:lnTo>
                    <a:pt x="3853802" y="395102"/>
                  </a:lnTo>
                  <a:lnTo>
                    <a:pt x="3860516" y="405404"/>
                  </a:lnTo>
                  <a:lnTo>
                    <a:pt x="3867230" y="408619"/>
                  </a:lnTo>
                  <a:lnTo>
                    <a:pt x="3873944" y="459550"/>
                  </a:lnTo>
                  <a:lnTo>
                    <a:pt x="3880657" y="592366"/>
                  </a:lnTo>
                  <a:lnTo>
                    <a:pt x="3887371" y="700062"/>
                  </a:lnTo>
                  <a:lnTo>
                    <a:pt x="3894085" y="702343"/>
                  </a:lnTo>
                  <a:lnTo>
                    <a:pt x="3900799" y="625257"/>
                  </a:lnTo>
                  <a:lnTo>
                    <a:pt x="3907513" y="540794"/>
                  </a:lnTo>
                  <a:lnTo>
                    <a:pt x="3914227" y="458716"/>
                  </a:lnTo>
                  <a:lnTo>
                    <a:pt x="3920941" y="356600"/>
                  </a:lnTo>
                  <a:lnTo>
                    <a:pt x="3927655" y="204944"/>
                  </a:lnTo>
                  <a:lnTo>
                    <a:pt x="3934369" y="192502"/>
                  </a:lnTo>
                  <a:lnTo>
                    <a:pt x="3941083" y="239507"/>
                  </a:lnTo>
                  <a:lnTo>
                    <a:pt x="3947797" y="299664"/>
                  </a:lnTo>
                  <a:lnTo>
                    <a:pt x="3954511" y="344037"/>
                  </a:lnTo>
                  <a:lnTo>
                    <a:pt x="3961225" y="347641"/>
                  </a:lnTo>
                  <a:lnTo>
                    <a:pt x="3967939" y="360414"/>
                  </a:lnTo>
                  <a:lnTo>
                    <a:pt x="3974653" y="339589"/>
                  </a:lnTo>
                  <a:lnTo>
                    <a:pt x="3981367" y="425515"/>
                  </a:lnTo>
                  <a:lnTo>
                    <a:pt x="3988081" y="529998"/>
                  </a:lnTo>
                  <a:lnTo>
                    <a:pt x="3994794" y="629665"/>
                  </a:lnTo>
                  <a:lnTo>
                    <a:pt x="4001508" y="725908"/>
                  </a:lnTo>
                  <a:lnTo>
                    <a:pt x="4008222" y="800489"/>
                  </a:lnTo>
                  <a:lnTo>
                    <a:pt x="4014936" y="867411"/>
                  </a:lnTo>
                  <a:lnTo>
                    <a:pt x="4021650" y="892062"/>
                  </a:lnTo>
                  <a:lnTo>
                    <a:pt x="4028364" y="842618"/>
                  </a:lnTo>
                  <a:lnTo>
                    <a:pt x="4035078" y="787290"/>
                  </a:lnTo>
                  <a:lnTo>
                    <a:pt x="4041792" y="725583"/>
                  </a:lnTo>
                  <a:lnTo>
                    <a:pt x="4048506" y="665171"/>
                  </a:lnTo>
                  <a:lnTo>
                    <a:pt x="4055220" y="598328"/>
                  </a:lnTo>
                  <a:lnTo>
                    <a:pt x="4061934" y="502080"/>
                  </a:lnTo>
                  <a:lnTo>
                    <a:pt x="4068648" y="406195"/>
                  </a:lnTo>
                  <a:lnTo>
                    <a:pt x="4075362" y="352635"/>
                  </a:lnTo>
                  <a:lnTo>
                    <a:pt x="4082076" y="317013"/>
                  </a:lnTo>
                  <a:lnTo>
                    <a:pt x="4088790" y="306402"/>
                  </a:lnTo>
                  <a:lnTo>
                    <a:pt x="4095504" y="385733"/>
                  </a:lnTo>
                  <a:lnTo>
                    <a:pt x="4102218" y="480632"/>
                  </a:lnTo>
                  <a:lnTo>
                    <a:pt x="4108931" y="674419"/>
                  </a:lnTo>
                  <a:lnTo>
                    <a:pt x="4115645" y="905126"/>
                  </a:lnTo>
                  <a:lnTo>
                    <a:pt x="4122359" y="1153792"/>
                  </a:lnTo>
                  <a:lnTo>
                    <a:pt x="4129073" y="1397180"/>
                  </a:lnTo>
                  <a:lnTo>
                    <a:pt x="4135787" y="1472612"/>
                  </a:lnTo>
                  <a:lnTo>
                    <a:pt x="4142501" y="1505552"/>
                  </a:lnTo>
                  <a:lnTo>
                    <a:pt x="4149215" y="1620461"/>
                  </a:lnTo>
                  <a:lnTo>
                    <a:pt x="4155929" y="1584578"/>
                  </a:lnTo>
                  <a:lnTo>
                    <a:pt x="4162643" y="1457518"/>
                  </a:lnTo>
                  <a:lnTo>
                    <a:pt x="4169357" y="1291127"/>
                  </a:lnTo>
                  <a:lnTo>
                    <a:pt x="4176071" y="1121492"/>
                  </a:lnTo>
                  <a:lnTo>
                    <a:pt x="4182785" y="936504"/>
                  </a:lnTo>
                  <a:lnTo>
                    <a:pt x="4189499" y="691258"/>
                  </a:lnTo>
                  <a:lnTo>
                    <a:pt x="4196213" y="575000"/>
                  </a:lnTo>
                  <a:lnTo>
                    <a:pt x="4202927" y="464447"/>
                  </a:lnTo>
                  <a:lnTo>
                    <a:pt x="4209641" y="407303"/>
                  </a:lnTo>
                  <a:lnTo>
                    <a:pt x="4216355" y="518450"/>
                  </a:lnTo>
                  <a:lnTo>
                    <a:pt x="4223068" y="675097"/>
                  </a:lnTo>
                  <a:lnTo>
                    <a:pt x="4229782" y="768636"/>
                  </a:lnTo>
                  <a:lnTo>
                    <a:pt x="4236496" y="849957"/>
                  </a:lnTo>
                  <a:lnTo>
                    <a:pt x="4243210" y="987545"/>
                  </a:lnTo>
                  <a:lnTo>
                    <a:pt x="4249924" y="1075732"/>
                  </a:lnTo>
                  <a:lnTo>
                    <a:pt x="4256638" y="1067368"/>
                  </a:lnTo>
                  <a:lnTo>
                    <a:pt x="4263352" y="1014576"/>
                  </a:lnTo>
                  <a:lnTo>
                    <a:pt x="4270066" y="953779"/>
                  </a:lnTo>
                  <a:lnTo>
                    <a:pt x="4276780" y="815891"/>
                  </a:lnTo>
                  <a:lnTo>
                    <a:pt x="4283494" y="644936"/>
                  </a:lnTo>
                  <a:lnTo>
                    <a:pt x="4290208" y="465841"/>
                  </a:lnTo>
                  <a:lnTo>
                    <a:pt x="4296922" y="375594"/>
                  </a:lnTo>
                  <a:lnTo>
                    <a:pt x="4303636" y="520446"/>
                  </a:lnTo>
                  <a:lnTo>
                    <a:pt x="4310350" y="631559"/>
                  </a:lnTo>
                  <a:lnTo>
                    <a:pt x="4317064" y="685079"/>
                  </a:lnTo>
                  <a:lnTo>
                    <a:pt x="4323778" y="701254"/>
                  </a:lnTo>
                  <a:lnTo>
                    <a:pt x="4330492" y="734977"/>
                  </a:lnTo>
                  <a:lnTo>
                    <a:pt x="4337205" y="736961"/>
                  </a:lnTo>
                  <a:lnTo>
                    <a:pt x="4343919" y="615292"/>
                  </a:lnTo>
                  <a:lnTo>
                    <a:pt x="4350633" y="462464"/>
                  </a:lnTo>
                  <a:lnTo>
                    <a:pt x="4357347" y="350825"/>
                  </a:lnTo>
                  <a:lnTo>
                    <a:pt x="4364061" y="308145"/>
                  </a:lnTo>
                  <a:lnTo>
                    <a:pt x="4370775" y="371199"/>
                  </a:lnTo>
                  <a:lnTo>
                    <a:pt x="4377489" y="495912"/>
                  </a:lnTo>
                  <a:lnTo>
                    <a:pt x="4384203" y="514321"/>
                  </a:lnTo>
                  <a:lnTo>
                    <a:pt x="4390917" y="554168"/>
                  </a:lnTo>
                  <a:lnTo>
                    <a:pt x="4397631" y="609520"/>
                  </a:lnTo>
                  <a:lnTo>
                    <a:pt x="4404345" y="713163"/>
                  </a:lnTo>
                  <a:lnTo>
                    <a:pt x="4411059" y="771277"/>
                  </a:lnTo>
                  <a:lnTo>
                    <a:pt x="4417773" y="665999"/>
                  </a:lnTo>
                  <a:lnTo>
                    <a:pt x="4424487" y="608619"/>
                  </a:lnTo>
                  <a:lnTo>
                    <a:pt x="4431201" y="590216"/>
                  </a:lnTo>
                  <a:lnTo>
                    <a:pt x="4437915" y="561146"/>
                  </a:lnTo>
                  <a:lnTo>
                    <a:pt x="4444629" y="476562"/>
                  </a:lnTo>
                  <a:lnTo>
                    <a:pt x="4451342" y="402199"/>
                  </a:lnTo>
                  <a:lnTo>
                    <a:pt x="4458056" y="468426"/>
                  </a:lnTo>
                  <a:lnTo>
                    <a:pt x="4464770" y="524409"/>
                  </a:lnTo>
                  <a:lnTo>
                    <a:pt x="4471484" y="606881"/>
                  </a:lnTo>
                  <a:lnTo>
                    <a:pt x="4478198" y="681997"/>
                  </a:lnTo>
                  <a:lnTo>
                    <a:pt x="4484912" y="748553"/>
                  </a:lnTo>
                  <a:lnTo>
                    <a:pt x="4491626" y="797412"/>
                  </a:lnTo>
                  <a:lnTo>
                    <a:pt x="4498340" y="929560"/>
                  </a:lnTo>
                  <a:lnTo>
                    <a:pt x="4505054" y="1013140"/>
                  </a:lnTo>
                  <a:lnTo>
                    <a:pt x="4511768" y="920969"/>
                  </a:lnTo>
                  <a:lnTo>
                    <a:pt x="4518482" y="863874"/>
                  </a:lnTo>
                  <a:lnTo>
                    <a:pt x="4525196" y="859540"/>
                  </a:lnTo>
                  <a:lnTo>
                    <a:pt x="4531910" y="828776"/>
                  </a:lnTo>
                  <a:lnTo>
                    <a:pt x="4538624" y="691185"/>
                  </a:lnTo>
                  <a:lnTo>
                    <a:pt x="4545338" y="604385"/>
                  </a:lnTo>
                  <a:lnTo>
                    <a:pt x="4552052" y="704693"/>
                  </a:lnTo>
                  <a:lnTo>
                    <a:pt x="4558766" y="846588"/>
                  </a:lnTo>
                  <a:lnTo>
                    <a:pt x="4565479" y="1012709"/>
                  </a:lnTo>
                  <a:lnTo>
                    <a:pt x="4572193" y="1171257"/>
                  </a:lnTo>
                  <a:lnTo>
                    <a:pt x="4578907" y="1231669"/>
                  </a:lnTo>
                  <a:lnTo>
                    <a:pt x="4585621" y="1377369"/>
                  </a:lnTo>
                  <a:lnTo>
                    <a:pt x="4592335" y="1488152"/>
                  </a:lnTo>
                  <a:lnTo>
                    <a:pt x="4599049" y="1575314"/>
                  </a:lnTo>
                  <a:lnTo>
                    <a:pt x="4605763" y="1568034"/>
                  </a:lnTo>
                  <a:lnTo>
                    <a:pt x="4612477" y="1513273"/>
                  </a:lnTo>
                  <a:lnTo>
                    <a:pt x="4619191" y="1503743"/>
                  </a:lnTo>
                  <a:lnTo>
                    <a:pt x="4625905" y="1429806"/>
                  </a:lnTo>
                  <a:lnTo>
                    <a:pt x="4632619" y="1419138"/>
                  </a:lnTo>
                  <a:lnTo>
                    <a:pt x="4639333" y="1430458"/>
                  </a:lnTo>
                  <a:lnTo>
                    <a:pt x="4646047" y="1479436"/>
                  </a:lnTo>
                  <a:lnTo>
                    <a:pt x="4652761" y="1540347"/>
                  </a:lnTo>
                  <a:lnTo>
                    <a:pt x="4659475" y="1521558"/>
                  </a:lnTo>
                  <a:lnTo>
                    <a:pt x="4666189" y="1470110"/>
                  </a:lnTo>
                  <a:lnTo>
                    <a:pt x="4672903" y="1400325"/>
                  </a:lnTo>
                  <a:lnTo>
                    <a:pt x="4679616" y="1285881"/>
                  </a:lnTo>
                  <a:lnTo>
                    <a:pt x="4686330" y="1168723"/>
                  </a:lnTo>
                  <a:lnTo>
                    <a:pt x="4693044" y="1109006"/>
                  </a:lnTo>
                  <a:lnTo>
                    <a:pt x="4699758" y="1173389"/>
                  </a:lnTo>
                  <a:lnTo>
                    <a:pt x="4706472" y="1234869"/>
                  </a:lnTo>
                  <a:lnTo>
                    <a:pt x="4713186" y="1372867"/>
                  </a:lnTo>
                  <a:lnTo>
                    <a:pt x="4719900" y="1545180"/>
                  </a:lnTo>
                  <a:lnTo>
                    <a:pt x="4726614" y="1646316"/>
                  </a:lnTo>
                  <a:lnTo>
                    <a:pt x="4733328" y="1713883"/>
                  </a:lnTo>
                  <a:lnTo>
                    <a:pt x="4740042" y="1785908"/>
                  </a:lnTo>
                  <a:lnTo>
                    <a:pt x="4746756" y="1918165"/>
                  </a:lnTo>
                  <a:lnTo>
                    <a:pt x="4753470" y="1913464"/>
                  </a:lnTo>
                  <a:lnTo>
                    <a:pt x="4760184" y="1830287"/>
                  </a:lnTo>
                  <a:lnTo>
                    <a:pt x="4766898" y="1762301"/>
                  </a:lnTo>
                  <a:lnTo>
                    <a:pt x="4773612" y="1681933"/>
                  </a:lnTo>
                  <a:lnTo>
                    <a:pt x="4780326" y="1589085"/>
                  </a:lnTo>
                  <a:lnTo>
                    <a:pt x="4787040" y="1451995"/>
                  </a:lnTo>
                  <a:lnTo>
                    <a:pt x="4793753" y="1349940"/>
                  </a:lnTo>
                  <a:lnTo>
                    <a:pt x="4800467" y="1298061"/>
                  </a:lnTo>
                  <a:lnTo>
                    <a:pt x="4807181" y="1244402"/>
                  </a:lnTo>
                  <a:lnTo>
                    <a:pt x="4813895" y="1192724"/>
                  </a:lnTo>
                  <a:lnTo>
                    <a:pt x="4820609" y="1193711"/>
                  </a:lnTo>
                  <a:lnTo>
                    <a:pt x="4827323" y="1189688"/>
                  </a:lnTo>
                  <a:lnTo>
                    <a:pt x="4834037" y="1064807"/>
                  </a:lnTo>
                  <a:lnTo>
                    <a:pt x="4840751" y="967261"/>
                  </a:lnTo>
                  <a:lnTo>
                    <a:pt x="4847465" y="965574"/>
                  </a:lnTo>
                  <a:lnTo>
                    <a:pt x="4854179" y="965261"/>
                  </a:lnTo>
                  <a:lnTo>
                    <a:pt x="4860893" y="869880"/>
                  </a:lnTo>
                  <a:lnTo>
                    <a:pt x="4867607" y="757688"/>
                  </a:lnTo>
                  <a:lnTo>
                    <a:pt x="4874321" y="713934"/>
                  </a:lnTo>
                  <a:lnTo>
                    <a:pt x="4881035" y="664432"/>
                  </a:lnTo>
                  <a:lnTo>
                    <a:pt x="4887749" y="597544"/>
                  </a:lnTo>
                  <a:lnTo>
                    <a:pt x="4894463" y="601294"/>
                  </a:lnTo>
                  <a:lnTo>
                    <a:pt x="4901177" y="619936"/>
                  </a:lnTo>
                  <a:lnTo>
                    <a:pt x="4907890" y="666015"/>
                  </a:lnTo>
                  <a:lnTo>
                    <a:pt x="4914604" y="758616"/>
                  </a:lnTo>
                  <a:lnTo>
                    <a:pt x="4921318" y="860751"/>
                  </a:lnTo>
                  <a:lnTo>
                    <a:pt x="4928032" y="906011"/>
                  </a:lnTo>
                  <a:lnTo>
                    <a:pt x="4934746" y="868113"/>
                  </a:lnTo>
                  <a:lnTo>
                    <a:pt x="4941460" y="810502"/>
                  </a:lnTo>
                  <a:lnTo>
                    <a:pt x="4948174" y="696574"/>
                  </a:lnTo>
                  <a:lnTo>
                    <a:pt x="4954888" y="588555"/>
                  </a:lnTo>
                  <a:lnTo>
                    <a:pt x="4961602" y="517104"/>
                  </a:lnTo>
                  <a:lnTo>
                    <a:pt x="4968316" y="497136"/>
                  </a:lnTo>
                  <a:lnTo>
                    <a:pt x="4975030" y="590780"/>
                  </a:lnTo>
                  <a:lnTo>
                    <a:pt x="4981744" y="732533"/>
                  </a:lnTo>
                  <a:lnTo>
                    <a:pt x="4988458" y="842142"/>
                  </a:lnTo>
                  <a:lnTo>
                    <a:pt x="4995172" y="887581"/>
                  </a:lnTo>
                  <a:lnTo>
                    <a:pt x="5001886" y="932164"/>
                  </a:lnTo>
                  <a:lnTo>
                    <a:pt x="5008600" y="990895"/>
                  </a:lnTo>
                  <a:lnTo>
                    <a:pt x="5015314" y="894452"/>
                  </a:lnTo>
                  <a:lnTo>
                    <a:pt x="5022027" y="793521"/>
                  </a:lnTo>
                  <a:lnTo>
                    <a:pt x="5028741" y="810571"/>
                  </a:lnTo>
                  <a:lnTo>
                    <a:pt x="5035455" y="970236"/>
                  </a:lnTo>
                  <a:lnTo>
                    <a:pt x="5042169" y="1087105"/>
                  </a:lnTo>
                  <a:lnTo>
                    <a:pt x="5048883" y="1100641"/>
                  </a:lnTo>
                  <a:lnTo>
                    <a:pt x="5055597" y="1205391"/>
                  </a:lnTo>
                  <a:lnTo>
                    <a:pt x="5062311" y="1362574"/>
                  </a:lnTo>
                  <a:lnTo>
                    <a:pt x="5069025" y="1536499"/>
                  </a:lnTo>
                  <a:lnTo>
                    <a:pt x="5075739" y="1543950"/>
                  </a:lnTo>
                  <a:lnTo>
                    <a:pt x="5082453" y="1419772"/>
                  </a:lnTo>
                  <a:lnTo>
                    <a:pt x="5089167" y="1372043"/>
                  </a:lnTo>
                  <a:lnTo>
                    <a:pt x="5095881" y="1284089"/>
                  </a:lnTo>
                  <a:lnTo>
                    <a:pt x="5102595" y="1131841"/>
                  </a:lnTo>
                  <a:lnTo>
                    <a:pt x="5109309" y="921737"/>
                  </a:lnTo>
                  <a:lnTo>
                    <a:pt x="5116023" y="779153"/>
                  </a:lnTo>
                  <a:lnTo>
                    <a:pt x="5122737" y="802428"/>
                  </a:lnTo>
                  <a:lnTo>
                    <a:pt x="5129451" y="840179"/>
                  </a:lnTo>
                  <a:lnTo>
                    <a:pt x="5136164" y="798416"/>
                  </a:lnTo>
                  <a:lnTo>
                    <a:pt x="5142878" y="683166"/>
                  </a:lnTo>
                  <a:lnTo>
                    <a:pt x="5149592" y="589892"/>
                  </a:lnTo>
                  <a:lnTo>
                    <a:pt x="5156306" y="566039"/>
                  </a:lnTo>
                  <a:lnTo>
                    <a:pt x="5163020" y="514320"/>
                  </a:lnTo>
                  <a:lnTo>
                    <a:pt x="5169734" y="398469"/>
                  </a:lnTo>
                  <a:lnTo>
                    <a:pt x="5176448" y="430852"/>
                  </a:lnTo>
                  <a:lnTo>
                    <a:pt x="5183162" y="627374"/>
                  </a:lnTo>
                  <a:lnTo>
                    <a:pt x="5189876" y="831917"/>
                  </a:lnTo>
                  <a:lnTo>
                    <a:pt x="5196590" y="914097"/>
                  </a:lnTo>
                  <a:lnTo>
                    <a:pt x="5203304" y="915777"/>
                  </a:lnTo>
                  <a:lnTo>
                    <a:pt x="5210018" y="997235"/>
                  </a:lnTo>
                  <a:lnTo>
                    <a:pt x="5216732" y="1002927"/>
                  </a:lnTo>
                  <a:lnTo>
                    <a:pt x="5223446" y="873067"/>
                  </a:lnTo>
                  <a:lnTo>
                    <a:pt x="5230160" y="697816"/>
                  </a:lnTo>
                  <a:lnTo>
                    <a:pt x="5236874" y="582826"/>
                  </a:lnTo>
                  <a:lnTo>
                    <a:pt x="5243588" y="558609"/>
                  </a:lnTo>
                  <a:lnTo>
                    <a:pt x="5250301" y="517404"/>
                  </a:lnTo>
                  <a:lnTo>
                    <a:pt x="5257015" y="502527"/>
                  </a:lnTo>
                  <a:lnTo>
                    <a:pt x="5263729" y="540704"/>
                  </a:lnTo>
                  <a:lnTo>
                    <a:pt x="5270443" y="616789"/>
                  </a:lnTo>
                  <a:lnTo>
                    <a:pt x="5277157" y="679085"/>
                  </a:lnTo>
                  <a:lnTo>
                    <a:pt x="5283871" y="692056"/>
                  </a:lnTo>
                  <a:lnTo>
                    <a:pt x="5290585" y="700739"/>
                  </a:lnTo>
                  <a:lnTo>
                    <a:pt x="5297299" y="688875"/>
                  </a:lnTo>
                  <a:lnTo>
                    <a:pt x="5304013" y="641162"/>
                  </a:lnTo>
                  <a:lnTo>
                    <a:pt x="5310727" y="593477"/>
                  </a:lnTo>
                  <a:lnTo>
                    <a:pt x="5317441" y="484954"/>
                  </a:lnTo>
                  <a:lnTo>
                    <a:pt x="5324155" y="360007"/>
                  </a:lnTo>
                  <a:lnTo>
                    <a:pt x="5330869" y="246462"/>
                  </a:lnTo>
                  <a:lnTo>
                    <a:pt x="5337583" y="171394"/>
                  </a:lnTo>
                  <a:lnTo>
                    <a:pt x="5344297" y="121698"/>
                  </a:lnTo>
                  <a:lnTo>
                    <a:pt x="5351011" y="73689"/>
                  </a:lnTo>
                  <a:lnTo>
                    <a:pt x="5357725" y="90770"/>
                  </a:lnTo>
                  <a:lnTo>
                    <a:pt x="5364438" y="164961"/>
                  </a:lnTo>
                  <a:lnTo>
                    <a:pt x="5371152" y="257621"/>
                  </a:lnTo>
                  <a:lnTo>
                    <a:pt x="5377866" y="255972"/>
                  </a:lnTo>
                  <a:lnTo>
                    <a:pt x="5384580" y="226408"/>
                  </a:lnTo>
                  <a:lnTo>
                    <a:pt x="5391294" y="225142"/>
                  </a:lnTo>
                  <a:lnTo>
                    <a:pt x="5398008" y="250620"/>
                  </a:lnTo>
                  <a:lnTo>
                    <a:pt x="5404722" y="247089"/>
                  </a:lnTo>
                  <a:lnTo>
                    <a:pt x="5411436" y="212264"/>
                  </a:lnTo>
                  <a:lnTo>
                    <a:pt x="5418150" y="311214"/>
                  </a:lnTo>
                  <a:lnTo>
                    <a:pt x="5424864" y="410295"/>
                  </a:lnTo>
                  <a:lnTo>
                    <a:pt x="5431578" y="429441"/>
                  </a:lnTo>
                  <a:lnTo>
                    <a:pt x="5438292" y="429414"/>
                  </a:lnTo>
                  <a:lnTo>
                    <a:pt x="5445006" y="421666"/>
                  </a:lnTo>
                  <a:lnTo>
                    <a:pt x="5451720" y="400363"/>
                  </a:lnTo>
                  <a:lnTo>
                    <a:pt x="5458434" y="363923"/>
                  </a:lnTo>
                  <a:lnTo>
                    <a:pt x="5465148" y="373867"/>
                  </a:lnTo>
                  <a:lnTo>
                    <a:pt x="5471862" y="416153"/>
                  </a:lnTo>
                  <a:lnTo>
                    <a:pt x="5478575" y="510250"/>
                  </a:lnTo>
                  <a:lnTo>
                    <a:pt x="5485289" y="698255"/>
                  </a:lnTo>
                  <a:lnTo>
                    <a:pt x="5492003" y="868668"/>
                  </a:lnTo>
                  <a:lnTo>
                    <a:pt x="5498717" y="1005065"/>
                  </a:lnTo>
                  <a:lnTo>
                    <a:pt x="5505431" y="1144876"/>
                  </a:lnTo>
                  <a:lnTo>
                    <a:pt x="5512145" y="1162368"/>
                  </a:lnTo>
                  <a:lnTo>
                    <a:pt x="5518859" y="1062949"/>
                  </a:lnTo>
                  <a:lnTo>
                    <a:pt x="5525573" y="931521"/>
                  </a:lnTo>
                  <a:lnTo>
                    <a:pt x="5532287" y="765624"/>
                  </a:lnTo>
                  <a:lnTo>
                    <a:pt x="5539001" y="550210"/>
                  </a:lnTo>
                  <a:lnTo>
                    <a:pt x="5545715" y="295614"/>
                  </a:lnTo>
                  <a:lnTo>
                    <a:pt x="5552429" y="142520"/>
                  </a:lnTo>
                  <a:lnTo>
                    <a:pt x="5559143" y="63547"/>
                  </a:lnTo>
                  <a:lnTo>
                    <a:pt x="5565857" y="0"/>
                  </a:lnTo>
                  <a:lnTo>
                    <a:pt x="5572571" y="16971"/>
                  </a:lnTo>
                  <a:lnTo>
                    <a:pt x="5579285" y="45777"/>
                  </a:lnTo>
                  <a:lnTo>
                    <a:pt x="5585999" y="57237"/>
                  </a:lnTo>
                  <a:lnTo>
                    <a:pt x="5592712" y="126945"/>
                  </a:lnTo>
                  <a:lnTo>
                    <a:pt x="5599426" y="185143"/>
                  </a:lnTo>
                  <a:lnTo>
                    <a:pt x="5606140" y="172077"/>
                  </a:lnTo>
                  <a:lnTo>
                    <a:pt x="5612854" y="157052"/>
                  </a:lnTo>
                  <a:lnTo>
                    <a:pt x="5619568" y="236694"/>
                  </a:lnTo>
                  <a:lnTo>
                    <a:pt x="5626282" y="392593"/>
                  </a:lnTo>
                  <a:lnTo>
                    <a:pt x="5632996" y="517369"/>
                  </a:lnTo>
                  <a:lnTo>
                    <a:pt x="5639710" y="620475"/>
                  </a:lnTo>
                  <a:lnTo>
                    <a:pt x="5646424" y="720141"/>
                  </a:lnTo>
                  <a:lnTo>
                    <a:pt x="5653138" y="769662"/>
                  </a:lnTo>
                  <a:lnTo>
                    <a:pt x="5659852" y="761390"/>
                  </a:lnTo>
                  <a:lnTo>
                    <a:pt x="5666566" y="700492"/>
                  </a:lnTo>
                  <a:lnTo>
                    <a:pt x="5673280" y="632095"/>
                  </a:lnTo>
                  <a:lnTo>
                    <a:pt x="5679994" y="660753"/>
                  </a:lnTo>
                  <a:lnTo>
                    <a:pt x="5686708" y="717950"/>
                  </a:lnTo>
                  <a:lnTo>
                    <a:pt x="5693422" y="759543"/>
                  </a:lnTo>
                  <a:lnTo>
                    <a:pt x="5700136" y="787999"/>
                  </a:lnTo>
                  <a:lnTo>
                    <a:pt x="5706849" y="927868"/>
                  </a:lnTo>
                  <a:lnTo>
                    <a:pt x="5713563" y="1019271"/>
                  </a:lnTo>
                  <a:lnTo>
                    <a:pt x="5720277" y="1021609"/>
                  </a:lnTo>
                  <a:lnTo>
                    <a:pt x="5726991" y="1030052"/>
                  </a:lnTo>
                  <a:lnTo>
                    <a:pt x="5733705" y="1056531"/>
                  </a:lnTo>
                  <a:lnTo>
                    <a:pt x="5740419" y="1146617"/>
                  </a:lnTo>
                  <a:lnTo>
                    <a:pt x="5747133" y="1058037"/>
                  </a:lnTo>
                  <a:lnTo>
                    <a:pt x="5753847" y="969267"/>
                  </a:lnTo>
                  <a:lnTo>
                    <a:pt x="5760561" y="872083"/>
                  </a:lnTo>
                  <a:lnTo>
                    <a:pt x="5767275" y="784488"/>
                  </a:lnTo>
                  <a:lnTo>
                    <a:pt x="5773989" y="714534"/>
                  </a:lnTo>
                  <a:lnTo>
                    <a:pt x="5780703" y="562108"/>
                  </a:lnTo>
                  <a:lnTo>
                    <a:pt x="5787417" y="464192"/>
                  </a:lnTo>
                  <a:lnTo>
                    <a:pt x="5794131" y="427368"/>
                  </a:lnTo>
                  <a:lnTo>
                    <a:pt x="5800845" y="405325"/>
                  </a:lnTo>
                  <a:lnTo>
                    <a:pt x="5807559" y="366831"/>
                  </a:lnTo>
                  <a:lnTo>
                    <a:pt x="5814272" y="322227"/>
                  </a:lnTo>
                  <a:lnTo>
                    <a:pt x="5820986" y="344383"/>
                  </a:lnTo>
                  <a:lnTo>
                    <a:pt x="5827700" y="339133"/>
                  </a:lnTo>
                  <a:lnTo>
                    <a:pt x="5834414" y="352162"/>
                  </a:lnTo>
                  <a:lnTo>
                    <a:pt x="5841128" y="411073"/>
                  </a:lnTo>
                  <a:lnTo>
                    <a:pt x="5847842" y="484570"/>
                  </a:lnTo>
                  <a:lnTo>
                    <a:pt x="5854556" y="596312"/>
                  </a:lnTo>
                  <a:lnTo>
                    <a:pt x="5861270" y="599785"/>
                  </a:lnTo>
                  <a:lnTo>
                    <a:pt x="5867984" y="648980"/>
                  </a:lnTo>
                  <a:lnTo>
                    <a:pt x="5874698" y="708550"/>
                  </a:lnTo>
                  <a:lnTo>
                    <a:pt x="5881412" y="747182"/>
                  </a:lnTo>
                  <a:lnTo>
                    <a:pt x="5888126" y="708362"/>
                  </a:lnTo>
                  <a:lnTo>
                    <a:pt x="5894840" y="653946"/>
                  </a:lnTo>
                  <a:lnTo>
                    <a:pt x="5901554" y="662120"/>
                  </a:lnTo>
                  <a:lnTo>
                    <a:pt x="5908268" y="669868"/>
                  </a:lnTo>
                  <a:lnTo>
                    <a:pt x="5914982" y="647461"/>
                  </a:lnTo>
                  <a:lnTo>
                    <a:pt x="5921696" y="644345"/>
                  </a:lnTo>
                  <a:lnTo>
                    <a:pt x="5928409" y="758985"/>
                  </a:lnTo>
                  <a:lnTo>
                    <a:pt x="5935123" y="985789"/>
                  </a:lnTo>
                  <a:lnTo>
                    <a:pt x="5941837" y="1129053"/>
                  </a:lnTo>
                  <a:lnTo>
                    <a:pt x="5948551" y="1241994"/>
                  </a:lnTo>
                  <a:lnTo>
                    <a:pt x="5955265" y="1406899"/>
                  </a:lnTo>
                  <a:lnTo>
                    <a:pt x="5961979" y="1435002"/>
                  </a:lnTo>
                  <a:lnTo>
                    <a:pt x="5968693" y="1412506"/>
                  </a:lnTo>
                  <a:lnTo>
                    <a:pt x="5975407" y="1322355"/>
                  </a:lnTo>
                  <a:lnTo>
                    <a:pt x="5982121" y="1318020"/>
                  </a:lnTo>
                  <a:lnTo>
                    <a:pt x="5988835" y="1380087"/>
                  </a:lnTo>
                  <a:lnTo>
                    <a:pt x="5995549" y="1334604"/>
                  </a:lnTo>
                  <a:lnTo>
                    <a:pt x="6002263" y="1371145"/>
                  </a:lnTo>
                  <a:lnTo>
                    <a:pt x="6008977" y="1385673"/>
                  </a:lnTo>
                  <a:lnTo>
                    <a:pt x="6015691" y="1314573"/>
                  </a:lnTo>
                  <a:lnTo>
                    <a:pt x="6022405" y="1342354"/>
                  </a:lnTo>
                  <a:lnTo>
                    <a:pt x="6029119" y="1375246"/>
                  </a:lnTo>
                  <a:lnTo>
                    <a:pt x="6035833" y="1445918"/>
                  </a:lnTo>
                  <a:lnTo>
                    <a:pt x="6042546" y="1591644"/>
                  </a:lnTo>
                  <a:lnTo>
                    <a:pt x="6049260" y="1685033"/>
                  </a:lnTo>
                  <a:lnTo>
                    <a:pt x="6055974" y="1690736"/>
                  </a:lnTo>
                  <a:lnTo>
                    <a:pt x="6062688" y="1610037"/>
                  </a:lnTo>
                  <a:lnTo>
                    <a:pt x="6069402" y="1457423"/>
                  </a:lnTo>
                  <a:lnTo>
                    <a:pt x="6076116" y="1284009"/>
                  </a:lnTo>
                  <a:lnTo>
                    <a:pt x="6082830" y="1044575"/>
                  </a:lnTo>
                  <a:lnTo>
                    <a:pt x="6089544" y="881472"/>
                  </a:lnTo>
                  <a:lnTo>
                    <a:pt x="6096258" y="912306"/>
                  </a:lnTo>
                  <a:lnTo>
                    <a:pt x="6102972" y="966463"/>
                  </a:lnTo>
                  <a:lnTo>
                    <a:pt x="6109686" y="973873"/>
                  </a:lnTo>
                  <a:lnTo>
                    <a:pt x="6116400" y="1058060"/>
                  </a:lnTo>
                  <a:lnTo>
                    <a:pt x="6123114" y="1144180"/>
                  </a:lnTo>
                  <a:lnTo>
                    <a:pt x="6129828" y="1146918"/>
                  </a:lnTo>
                  <a:lnTo>
                    <a:pt x="6136542" y="1068546"/>
                  </a:lnTo>
                  <a:lnTo>
                    <a:pt x="6143256" y="954912"/>
                  </a:lnTo>
                  <a:lnTo>
                    <a:pt x="6149970" y="919788"/>
                  </a:lnTo>
                  <a:lnTo>
                    <a:pt x="6156683" y="828393"/>
                  </a:lnTo>
                  <a:lnTo>
                    <a:pt x="6163397" y="771969"/>
                  </a:lnTo>
                  <a:lnTo>
                    <a:pt x="6170111" y="862517"/>
                  </a:lnTo>
                  <a:lnTo>
                    <a:pt x="6176825" y="974878"/>
                  </a:lnTo>
                  <a:lnTo>
                    <a:pt x="6183539" y="1077380"/>
                  </a:lnTo>
                  <a:lnTo>
                    <a:pt x="6190253" y="1164706"/>
                  </a:lnTo>
                  <a:lnTo>
                    <a:pt x="6196967" y="1222930"/>
                  </a:lnTo>
                  <a:lnTo>
                    <a:pt x="6203681" y="1209780"/>
                  </a:lnTo>
                  <a:lnTo>
                    <a:pt x="6210395" y="1097991"/>
                  </a:lnTo>
                  <a:lnTo>
                    <a:pt x="6217109" y="968422"/>
                  </a:lnTo>
                  <a:lnTo>
                    <a:pt x="6223823" y="877902"/>
                  </a:lnTo>
                  <a:lnTo>
                    <a:pt x="6230537" y="829314"/>
                  </a:lnTo>
                  <a:lnTo>
                    <a:pt x="6237251" y="853147"/>
                  </a:lnTo>
                  <a:lnTo>
                    <a:pt x="6243965" y="1007553"/>
                  </a:lnTo>
                  <a:lnTo>
                    <a:pt x="6250679" y="1234648"/>
                  </a:lnTo>
                  <a:lnTo>
                    <a:pt x="6257393" y="1368601"/>
                  </a:lnTo>
                  <a:lnTo>
                    <a:pt x="6264107" y="1431760"/>
                  </a:lnTo>
                  <a:lnTo>
                    <a:pt x="6270820" y="1477133"/>
                  </a:lnTo>
                  <a:lnTo>
                    <a:pt x="6277534" y="1557398"/>
                  </a:lnTo>
                  <a:lnTo>
                    <a:pt x="6284248" y="1650641"/>
                  </a:lnTo>
                  <a:lnTo>
                    <a:pt x="6290962" y="1616360"/>
                  </a:lnTo>
                  <a:lnTo>
                    <a:pt x="6297676" y="1673447"/>
                  </a:lnTo>
                  <a:lnTo>
                    <a:pt x="6304390" y="1804952"/>
                  </a:lnTo>
                  <a:lnTo>
                    <a:pt x="6311104" y="1892282"/>
                  </a:lnTo>
                  <a:lnTo>
                    <a:pt x="6317818" y="1896520"/>
                  </a:lnTo>
                  <a:lnTo>
                    <a:pt x="6324532" y="1877856"/>
                  </a:lnTo>
                  <a:lnTo>
                    <a:pt x="6331246" y="2050244"/>
                  </a:lnTo>
                  <a:lnTo>
                    <a:pt x="6337960" y="2256732"/>
                  </a:lnTo>
                  <a:lnTo>
                    <a:pt x="6344674" y="2444444"/>
                  </a:lnTo>
                  <a:lnTo>
                    <a:pt x="6351388" y="2588577"/>
                  </a:lnTo>
                  <a:lnTo>
                    <a:pt x="6358102" y="2575702"/>
                  </a:lnTo>
                  <a:lnTo>
                    <a:pt x="6364816" y="2447150"/>
                  </a:lnTo>
                  <a:lnTo>
                    <a:pt x="6371530" y="2203470"/>
                  </a:lnTo>
                  <a:lnTo>
                    <a:pt x="6378244" y="1964400"/>
                  </a:lnTo>
                  <a:lnTo>
                    <a:pt x="6384957" y="1803895"/>
                  </a:lnTo>
                  <a:lnTo>
                    <a:pt x="6391671" y="1730828"/>
                  </a:lnTo>
                  <a:lnTo>
                    <a:pt x="6398385" y="1827816"/>
                  </a:lnTo>
                  <a:lnTo>
                    <a:pt x="6405099" y="1938444"/>
                  </a:lnTo>
                  <a:lnTo>
                    <a:pt x="6411813" y="2127636"/>
                  </a:lnTo>
                  <a:lnTo>
                    <a:pt x="6418527" y="2294253"/>
                  </a:lnTo>
                  <a:lnTo>
                    <a:pt x="6425241" y="2328955"/>
                  </a:lnTo>
                  <a:lnTo>
                    <a:pt x="6431955" y="2272900"/>
                  </a:lnTo>
                  <a:lnTo>
                    <a:pt x="6438669" y="2209760"/>
                  </a:lnTo>
                  <a:lnTo>
                    <a:pt x="6445383" y="2320927"/>
                  </a:lnTo>
                  <a:lnTo>
                    <a:pt x="6452097" y="2374909"/>
                  </a:lnTo>
                  <a:lnTo>
                    <a:pt x="6458811" y="2349851"/>
                  </a:lnTo>
                  <a:lnTo>
                    <a:pt x="6465525" y="2337122"/>
                  </a:lnTo>
                  <a:lnTo>
                    <a:pt x="6472239" y="2408045"/>
                  </a:lnTo>
                  <a:lnTo>
                    <a:pt x="6478953" y="2396302"/>
                  </a:lnTo>
                  <a:lnTo>
                    <a:pt x="6485667" y="2249766"/>
                  </a:lnTo>
                  <a:lnTo>
                    <a:pt x="6492381" y="2209988"/>
                  </a:lnTo>
                  <a:lnTo>
                    <a:pt x="6499094" y="2220068"/>
                  </a:lnTo>
                  <a:lnTo>
                    <a:pt x="6505808" y="2225199"/>
                  </a:lnTo>
                  <a:lnTo>
                    <a:pt x="6512522" y="2205984"/>
                  </a:lnTo>
                  <a:lnTo>
                    <a:pt x="6519236" y="2233720"/>
                  </a:lnTo>
                  <a:lnTo>
                    <a:pt x="6525950" y="2251826"/>
                  </a:lnTo>
                  <a:lnTo>
                    <a:pt x="6532664" y="2206950"/>
                  </a:lnTo>
                  <a:lnTo>
                    <a:pt x="6539378" y="2203124"/>
                  </a:lnTo>
                  <a:lnTo>
                    <a:pt x="6546092" y="2311560"/>
                  </a:lnTo>
                  <a:lnTo>
                    <a:pt x="6552806" y="2416517"/>
                  </a:lnTo>
                  <a:lnTo>
                    <a:pt x="6559520" y="2570522"/>
                  </a:lnTo>
                  <a:lnTo>
                    <a:pt x="6566234" y="2713385"/>
                  </a:lnTo>
                  <a:lnTo>
                    <a:pt x="6572948" y="2758198"/>
                  </a:lnTo>
                  <a:lnTo>
                    <a:pt x="6579662" y="2709037"/>
                  </a:lnTo>
                  <a:lnTo>
                    <a:pt x="6586376" y="2681993"/>
                  </a:lnTo>
                  <a:lnTo>
                    <a:pt x="6593090" y="2773379"/>
                  </a:lnTo>
                  <a:lnTo>
                    <a:pt x="6599804" y="2824531"/>
                  </a:lnTo>
                  <a:lnTo>
                    <a:pt x="6606518" y="2847946"/>
                  </a:lnTo>
                  <a:lnTo>
                    <a:pt x="6613231" y="2791471"/>
                  </a:lnTo>
                  <a:lnTo>
                    <a:pt x="6619945" y="2786032"/>
                  </a:lnTo>
                  <a:lnTo>
                    <a:pt x="6626659" y="2647112"/>
                  </a:lnTo>
                  <a:lnTo>
                    <a:pt x="6633373" y="2335901"/>
                  </a:lnTo>
                  <a:lnTo>
                    <a:pt x="6640087" y="2032987"/>
                  </a:lnTo>
                  <a:lnTo>
                    <a:pt x="6646801" y="1803979"/>
                  </a:lnTo>
                  <a:lnTo>
                    <a:pt x="6653515" y="1791401"/>
                  </a:lnTo>
                  <a:lnTo>
                    <a:pt x="6660229" y="1808795"/>
                  </a:lnTo>
                  <a:lnTo>
                    <a:pt x="6666943" y="1805109"/>
                  </a:lnTo>
                  <a:lnTo>
                    <a:pt x="6673657" y="1845951"/>
                  </a:lnTo>
                  <a:lnTo>
                    <a:pt x="6680371" y="2026247"/>
                  </a:lnTo>
                  <a:lnTo>
                    <a:pt x="6687085" y="2207062"/>
                  </a:lnTo>
                  <a:lnTo>
                    <a:pt x="6693799" y="2184130"/>
                  </a:lnTo>
                  <a:lnTo>
                    <a:pt x="6700513" y="2224047"/>
                  </a:lnTo>
                  <a:lnTo>
                    <a:pt x="6707227" y="2358054"/>
                  </a:lnTo>
                  <a:lnTo>
                    <a:pt x="6713941" y="2457736"/>
                  </a:lnTo>
                  <a:lnTo>
                    <a:pt x="6720655" y="2382813"/>
                  </a:lnTo>
                  <a:lnTo>
                    <a:pt x="6727368" y="2259472"/>
                  </a:lnTo>
                  <a:lnTo>
                    <a:pt x="6734082" y="2237085"/>
                  </a:lnTo>
                  <a:lnTo>
                    <a:pt x="6740796" y="2133061"/>
                  </a:lnTo>
                  <a:lnTo>
                    <a:pt x="6747510" y="2057847"/>
                  </a:lnTo>
                  <a:lnTo>
                    <a:pt x="6754224" y="2112197"/>
                  </a:lnTo>
                  <a:lnTo>
                    <a:pt x="6760938" y="2249043"/>
                  </a:lnTo>
                  <a:lnTo>
                    <a:pt x="6767652" y="2391985"/>
                  </a:lnTo>
                  <a:lnTo>
                    <a:pt x="6774366" y="2566587"/>
                  </a:lnTo>
                  <a:lnTo>
                    <a:pt x="6781080" y="2722098"/>
                  </a:lnTo>
                  <a:lnTo>
                    <a:pt x="6787794" y="2828493"/>
                  </a:lnTo>
                  <a:lnTo>
                    <a:pt x="6794508" y="2897517"/>
                  </a:lnTo>
                  <a:lnTo>
                    <a:pt x="6801222" y="2907198"/>
                  </a:lnTo>
                  <a:lnTo>
                    <a:pt x="6807936" y="2911989"/>
                  </a:lnTo>
                  <a:lnTo>
                    <a:pt x="6814650" y="2910691"/>
                  </a:lnTo>
                  <a:lnTo>
                    <a:pt x="6821364" y="2810931"/>
                  </a:lnTo>
                  <a:lnTo>
                    <a:pt x="6828078" y="2688967"/>
                  </a:lnTo>
                  <a:lnTo>
                    <a:pt x="6834792" y="2594993"/>
                  </a:lnTo>
                  <a:lnTo>
                    <a:pt x="6841505" y="2519581"/>
                  </a:lnTo>
                  <a:lnTo>
                    <a:pt x="6848219" y="2337864"/>
                  </a:lnTo>
                  <a:lnTo>
                    <a:pt x="6854933" y="2071895"/>
                  </a:lnTo>
                  <a:lnTo>
                    <a:pt x="6861647" y="1974096"/>
                  </a:lnTo>
                  <a:lnTo>
                    <a:pt x="6868361" y="2004853"/>
                  </a:lnTo>
                  <a:lnTo>
                    <a:pt x="6875075" y="2033569"/>
                  </a:lnTo>
                  <a:lnTo>
                    <a:pt x="6881789" y="2104312"/>
                  </a:lnTo>
                  <a:lnTo>
                    <a:pt x="6888503" y="2312167"/>
                  </a:lnTo>
                  <a:lnTo>
                    <a:pt x="6895217" y="2593283"/>
                  </a:lnTo>
                  <a:lnTo>
                    <a:pt x="6901931" y="2739040"/>
                  </a:lnTo>
                  <a:lnTo>
                    <a:pt x="6908645" y="2593128"/>
                  </a:lnTo>
                  <a:lnTo>
                    <a:pt x="6915359" y="2422519"/>
                  </a:lnTo>
                  <a:lnTo>
                    <a:pt x="6922073" y="2375899"/>
                  </a:lnTo>
                  <a:lnTo>
                    <a:pt x="6928787" y="2376556"/>
                  </a:lnTo>
                  <a:lnTo>
                    <a:pt x="6935501" y="2323539"/>
                  </a:lnTo>
                  <a:lnTo>
                    <a:pt x="6942215" y="2300124"/>
                  </a:lnTo>
                  <a:lnTo>
                    <a:pt x="6948929" y="2475187"/>
                  </a:lnTo>
                  <a:lnTo>
                    <a:pt x="6955642" y="2649084"/>
                  </a:lnTo>
                  <a:lnTo>
                    <a:pt x="6962356" y="2632712"/>
                  </a:lnTo>
                  <a:lnTo>
                    <a:pt x="6969070" y="2574079"/>
                  </a:lnTo>
                  <a:lnTo>
                    <a:pt x="6975784" y="2614411"/>
                  </a:lnTo>
                  <a:lnTo>
                    <a:pt x="6982498" y="2713841"/>
                  </a:lnTo>
                  <a:lnTo>
                    <a:pt x="6989212" y="2741909"/>
                  </a:lnTo>
                  <a:lnTo>
                    <a:pt x="6995926" y="2707824"/>
                  </a:lnTo>
                  <a:lnTo>
                    <a:pt x="7002640" y="2729403"/>
                  </a:lnTo>
                  <a:lnTo>
                    <a:pt x="7009354" y="2670192"/>
                  </a:lnTo>
                  <a:lnTo>
                    <a:pt x="7016068" y="2516943"/>
                  </a:lnTo>
                  <a:lnTo>
                    <a:pt x="7022782" y="2428880"/>
                  </a:lnTo>
                  <a:lnTo>
                    <a:pt x="7029496" y="2465560"/>
                  </a:lnTo>
                  <a:lnTo>
                    <a:pt x="7036210" y="2514861"/>
                  </a:lnTo>
                  <a:lnTo>
                    <a:pt x="7042924" y="2569875"/>
                  </a:lnTo>
                  <a:lnTo>
                    <a:pt x="7049638" y="2604831"/>
                  </a:lnTo>
                  <a:lnTo>
                    <a:pt x="7056352" y="2668825"/>
                  </a:lnTo>
                  <a:lnTo>
                    <a:pt x="7063066" y="2654125"/>
                  </a:lnTo>
                  <a:lnTo>
                    <a:pt x="7069779" y="2611702"/>
                  </a:lnTo>
                  <a:lnTo>
                    <a:pt x="7076493" y="2591488"/>
                  </a:lnTo>
                  <a:lnTo>
                    <a:pt x="7083207" y="2516330"/>
                  </a:lnTo>
                  <a:lnTo>
                    <a:pt x="7089921" y="2498881"/>
                  </a:lnTo>
                  <a:lnTo>
                    <a:pt x="7096635" y="2528740"/>
                  </a:lnTo>
                  <a:lnTo>
                    <a:pt x="7103349" y="2527166"/>
                  </a:lnTo>
                  <a:lnTo>
                    <a:pt x="7110063" y="2471443"/>
                  </a:lnTo>
                  <a:lnTo>
                    <a:pt x="7116777" y="2448843"/>
                  </a:lnTo>
                  <a:lnTo>
                    <a:pt x="7123491" y="2503880"/>
                  </a:lnTo>
                  <a:lnTo>
                    <a:pt x="7130205" y="2497109"/>
                  </a:lnTo>
                  <a:lnTo>
                    <a:pt x="7136919" y="2450360"/>
                  </a:lnTo>
                  <a:lnTo>
                    <a:pt x="7143633" y="2540837"/>
                  </a:lnTo>
                  <a:lnTo>
                    <a:pt x="7150347" y="2661299"/>
                  </a:lnTo>
                  <a:lnTo>
                    <a:pt x="7157061" y="2738075"/>
                  </a:lnTo>
                  <a:lnTo>
                    <a:pt x="7163775" y="2726289"/>
                  </a:lnTo>
                  <a:lnTo>
                    <a:pt x="7170489" y="2788204"/>
                  </a:lnTo>
                  <a:lnTo>
                    <a:pt x="7177203" y="2899046"/>
                  </a:lnTo>
                  <a:lnTo>
                    <a:pt x="7183916" y="2906756"/>
                  </a:lnTo>
                  <a:lnTo>
                    <a:pt x="7190630" y="2903992"/>
                  </a:lnTo>
                  <a:lnTo>
                    <a:pt x="7197344" y="2897638"/>
                  </a:lnTo>
                  <a:lnTo>
                    <a:pt x="7204058" y="2936276"/>
                  </a:lnTo>
                  <a:lnTo>
                    <a:pt x="7210772" y="2956802"/>
                  </a:lnTo>
                  <a:lnTo>
                    <a:pt x="7217486" y="2943419"/>
                  </a:lnTo>
                  <a:lnTo>
                    <a:pt x="7224200" y="2921523"/>
                  </a:lnTo>
                  <a:lnTo>
                    <a:pt x="7230914" y="2839894"/>
                  </a:lnTo>
                  <a:lnTo>
                    <a:pt x="7237628" y="2783802"/>
                  </a:lnTo>
                  <a:lnTo>
                    <a:pt x="7244342" y="2773041"/>
                  </a:lnTo>
                  <a:lnTo>
                    <a:pt x="7251056" y="2810901"/>
                  </a:lnTo>
                  <a:lnTo>
                    <a:pt x="7257770" y="2830846"/>
                  </a:lnTo>
                  <a:lnTo>
                    <a:pt x="7264484" y="2863864"/>
                  </a:lnTo>
                  <a:lnTo>
                    <a:pt x="7271198" y="2875912"/>
                  </a:lnTo>
                  <a:lnTo>
                    <a:pt x="7277912" y="2832235"/>
                  </a:lnTo>
                  <a:lnTo>
                    <a:pt x="7284626" y="2763390"/>
                  </a:lnTo>
                  <a:lnTo>
                    <a:pt x="7291340" y="2746025"/>
                  </a:lnTo>
                  <a:lnTo>
                    <a:pt x="7298053" y="2668800"/>
                  </a:lnTo>
                  <a:lnTo>
                    <a:pt x="7304767" y="2593094"/>
                  </a:lnTo>
                  <a:lnTo>
                    <a:pt x="7311481" y="2628734"/>
                  </a:lnTo>
                  <a:lnTo>
                    <a:pt x="7318195" y="2683548"/>
                  </a:lnTo>
                  <a:lnTo>
                    <a:pt x="7324909" y="2752359"/>
                  </a:lnTo>
                  <a:lnTo>
                    <a:pt x="7331623" y="2768504"/>
                  </a:lnTo>
                  <a:lnTo>
                    <a:pt x="7338337" y="2802502"/>
                  </a:lnTo>
                  <a:lnTo>
                    <a:pt x="7345051" y="2876734"/>
                  </a:lnTo>
                  <a:lnTo>
                    <a:pt x="7351765" y="2873906"/>
                  </a:lnTo>
                  <a:lnTo>
                    <a:pt x="7358479" y="2913514"/>
                  </a:lnTo>
                  <a:lnTo>
                    <a:pt x="7365193" y="2940752"/>
                  </a:lnTo>
                  <a:lnTo>
                    <a:pt x="7371907" y="2914433"/>
                  </a:lnTo>
                  <a:lnTo>
                    <a:pt x="7378621" y="2874476"/>
                  </a:lnTo>
                  <a:lnTo>
                    <a:pt x="7385335" y="2792091"/>
                  </a:lnTo>
                  <a:lnTo>
                    <a:pt x="7392049" y="2775023"/>
                  </a:lnTo>
                  <a:lnTo>
                    <a:pt x="7398763" y="2684161"/>
                  </a:lnTo>
                  <a:lnTo>
                    <a:pt x="7405477" y="2502449"/>
                  </a:lnTo>
                  <a:lnTo>
                    <a:pt x="7412190" y="2347932"/>
                  </a:lnTo>
                  <a:lnTo>
                    <a:pt x="7418904" y="2341477"/>
                  </a:lnTo>
                  <a:lnTo>
                    <a:pt x="7425618" y="2435718"/>
                  </a:lnTo>
                  <a:lnTo>
                    <a:pt x="7432332" y="2491066"/>
                  </a:lnTo>
                  <a:lnTo>
                    <a:pt x="7439046" y="2552954"/>
                  </a:lnTo>
                  <a:lnTo>
                    <a:pt x="7445760" y="2627442"/>
                  </a:lnTo>
                  <a:lnTo>
                    <a:pt x="7452474" y="2743140"/>
                  </a:lnTo>
                  <a:lnTo>
                    <a:pt x="7459188" y="2803093"/>
                  </a:lnTo>
                  <a:lnTo>
                    <a:pt x="7465902" y="2700180"/>
                  </a:lnTo>
                  <a:lnTo>
                    <a:pt x="7472616" y="2606459"/>
                  </a:lnTo>
                  <a:lnTo>
                    <a:pt x="7479330" y="2522444"/>
                  </a:lnTo>
                  <a:lnTo>
                    <a:pt x="7486044" y="2427666"/>
                  </a:lnTo>
                  <a:lnTo>
                    <a:pt x="7492758" y="2339393"/>
                  </a:lnTo>
                  <a:lnTo>
                    <a:pt x="7499472" y="2320549"/>
                  </a:lnTo>
                  <a:lnTo>
                    <a:pt x="7506186" y="2425258"/>
                  </a:lnTo>
                  <a:lnTo>
                    <a:pt x="7512900" y="2524655"/>
                  </a:lnTo>
                  <a:lnTo>
                    <a:pt x="7519614" y="2661219"/>
                  </a:lnTo>
                  <a:lnTo>
                    <a:pt x="7526327" y="2811811"/>
                  </a:lnTo>
                  <a:lnTo>
                    <a:pt x="7533041" y="2850045"/>
                  </a:lnTo>
                  <a:lnTo>
                    <a:pt x="7539755" y="2806744"/>
                  </a:lnTo>
                  <a:lnTo>
                    <a:pt x="7546469" y="2740807"/>
                  </a:lnTo>
                  <a:lnTo>
                    <a:pt x="7553183" y="2753308"/>
                  </a:lnTo>
                  <a:lnTo>
                    <a:pt x="7559897" y="2758729"/>
                  </a:lnTo>
                  <a:lnTo>
                    <a:pt x="7566611" y="2810933"/>
                  </a:lnTo>
                  <a:lnTo>
                    <a:pt x="7573325" y="2916239"/>
                  </a:lnTo>
                  <a:lnTo>
                    <a:pt x="7580039" y="2933889"/>
                  </a:lnTo>
                  <a:lnTo>
                    <a:pt x="7586753" y="2881496"/>
                  </a:lnTo>
                  <a:lnTo>
                    <a:pt x="7593467" y="2720239"/>
                  </a:lnTo>
                  <a:lnTo>
                    <a:pt x="7600181" y="2615052"/>
                  </a:lnTo>
                  <a:lnTo>
                    <a:pt x="7606895" y="2539091"/>
                  </a:lnTo>
                  <a:lnTo>
                    <a:pt x="7613609" y="2439518"/>
                  </a:lnTo>
                  <a:lnTo>
                    <a:pt x="7620323" y="2424551"/>
                  </a:lnTo>
                  <a:lnTo>
                    <a:pt x="7627037" y="2427031"/>
                  </a:lnTo>
                  <a:lnTo>
                    <a:pt x="7633751" y="2430276"/>
                  </a:lnTo>
                  <a:lnTo>
                    <a:pt x="7640464" y="2413565"/>
                  </a:lnTo>
                  <a:lnTo>
                    <a:pt x="7647178" y="2406226"/>
                  </a:lnTo>
                  <a:lnTo>
                    <a:pt x="7653892" y="2388032"/>
                  </a:lnTo>
                  <a:lnTo>
                    <a:pt x="7660606" y="2367887"/>
                  </a:lnTo>
                  <a:lnTo>
                    <a:pt x="7667320" y="2480529"/>
                  </a:lnTo>
                  <a:lnTo>
                    <a:pt x="7674034" y="2632704"/>
                  </a:lnTo>
                  <a:lnTo>
                    <a:pt x="7680748" y="2750100"/>
                  </a:lnTo>
                  <a:lnTo>
                    <a:pt x="7687462" y="2825990"/>
                  </a:lnTo>
                  <a:lnTo>
                    <a:pt x="7694176" y="2856057"/>
                  </a:lnTo>
                  <a:lnTo>
                    <a:pt x="7700890" y="2854928"/>
                  </a:lnTo>
                  <a:lnTo>
                    <a:pt x="7707604" y="2833514"/>
                  </a:lnTo>
                  <a:lnTo>
                    <a:pt x="7714318" y="2815121"/>
                  </a:lnTo>
                  <a:lnTo>
                    <a:pt x="7721032" y="2790066"/>
                  </a:lnTo>
                  <a:lnTo>
                    <a:pt x="7727746" y="2770827"/>
                  </a:lnTo>
                  <a:lnTo>
                    <a:pt x="7734460" y="2790151"/>
                  </a:lnTo>
                  <a:lnTo>
                    <a:pt x="7741174" y="2804250"/>
                  </a:lnTo>
                  <a:lnTo>
                    <a:pt x="7747888" y="2718524"/>
                  </a:lnTo>
                  <a:lnTo>
                    <a:pt x="7754601" y="2606357"/>
                  </a:lnTo>
                  <a:lnTo>
                    <a:pt x="7761315" y="2528962"/>
                  </a:lnTo>
                  <a:lnTo>
                    <a:pt x="7768029" y="2467761"/>
                  </a:lnTo>
                  <a:lnTo>
                    <a:pt x="7774743" y="2405047"/>
                  </a:lnTo>
                  <a:lnTo>
                    <a:pt x="7781457" y="2345786"/>
                  </a:lnTo>
                  <a:lnTo>
                    <a:pt x="7788171" y="2374268"/>
                  </a:lnTo>
                  <a:lnTo>
                    <a:pt x="7794885" y="2496865"/>
                  </a:lnTo>
                  <a:lnTo>
                    <a:pt x="7801599" y="2599313"/>
                  </a:lnTo>
                  <a:lnTo>
                    <a:pt x="7808313" y="2687033"/>
                  </a:lnTo>
                  <a:lnTo>
                    <a:pt x="7815027" y="2783238"/>
                  </a:lnTo>
                  <a:lnTo>
                    <a:pt x="7821741" y="2864213"/>
                  </a:lnTo>
                  <a:lnTo>
                    <a:pt x="7828455" y="2793341"/>
                  </a:lnTo>
                  <a:lnTo>
                    <a:pt x="7835169" y="2629804"/>
                  </a:lnTo>
                  <a:lnTo>
                    <a:pt x="7841883" y="2526027"/>
                  </a:lnTo>
                  <a:lnTo>
                    <a:pt x="7848597" y="2411793"/>
                  </a:lnTo>
                  <a:lnTo>
                    <a:pt x="7855311" y="2242804"/>
                  </a:lnTo>
                  <a:lnTo>
                    <a:pt x="7862025" y="2123999"/>
                  </a:lnTo>
                  <a:lnTo>
                    <a:pt x="7868738" y="2132996"/>
                  </a:lnTo>
                  <a:lnTo>
                    <a:pt x="7875452" y="2246718"/>
                  </a:lnTo>
                  <a:lnTo>
                    <a:pt x="7882166" y="2303119"/>
                  </a:lnTo>
                  <a:lnTo>
                    <a:pt x="7888880" y="2383991"/>
                  </a:lnTo>
                  <a:lnTo>
                    <a:pt x="7895594" y="2587303"/>
                  </a:lnTo>
                  <a:lnTo>
                    <a:pt x="7902308" y="2737166"/>
                  </a:lnTo>
                  <a:lnTo>
                    <a:pt x="7909022" y="2785718"/>
                  </a:lnTo>
                  <a:lnTo>
                    <a:pt x="7915736" y="2687785"/>
                  </a:lnTo>
                  <a:lnTo>
                    <a:pt x="7922450" y="2636829"/>
                  </a:lnTo>
                  <a:lnTo>
                    <a:pt x="7929164" y="2625520"/>
                  </a:lnTo>
                  <a:lnTo>
                    <a:pt x="7935878" y="2560623"/>
                  </a:lnTo>
                  <a:lnTo>
                    <a:pt x="7942592" y="2505452"/>
                  </a:lnTo>
                  <a:lnTo>
                    <a:pt x="7949306" y="2537636"/>
                  </a:lnTo>
                  <a:lnTo>
                    <a:pt x="7956020" y="2679759"/>
                  </a:lnTo>
                  <a:lnTo>
                    <a:pt x="7962734" y="2740304"/>
                  </a:lnTo>
                  <a:lnTo>
                    <a:pt x="7969448" y="2716636"/>
                  </a:lnTo>
                  <a:lnTo>
                    <a:pt x="7976162" y="2765458"/>
                  </a:lnTo>
                  <a:lnTo>
                    <a:pt x="7982875" y="2863452"/>
                  </a:lnTo>
                  <a:lnTo>
                    <a:pt x="7989589" y="2897793"/>
                  </a:lnTo>
                  <a:lnTo>
                    <a:pt x="7996303" y="2852399"/>
                  </a:lnTo>
                  <a:lnTo>
                    <a:pt x="8003017" y="2783092"/>
                  </a:lnTo>
                  <a:lnTo>
                    <a:pt x="8009731" y="2803375"/>
                  </a:lnTo>
                  <a:lnTo>
                    <a:pt x="8016445" y="2851471"/>
                  </a:lnTo>
                  <a:lnTo>
                    <a:pt x="8023159" y="2845680"/>
                  </a:lnTo>
                  <a:lnTo>
                    <a:pt x="8029873" y="2804644"/>
                  </a:lnTo>
                  <a:lnTo>
                    <a:pt x="8036587" y="2793076"/>
                  </a:lnTo>
                  <a:lnTo>
                    <a:pt x="8043301" y="2853112"/>
                  </a:lnTo>
                  <a:lnTo>
                    <a:pt x="8050015" y="2864265"/>
                  </a:lnTo>
                  <a:lnTo>
                    <a:pt x="8056729" y="2799234"/>
                  </a:lnTo>
                  <a:lnTo>
                    <a:pt x="8063443" y="2701860"/>
                  </a:lnTo>
                  <a:lnTo>
                    <a:pt x="8070157" y="2564480"/>
                  </a:lnTo>
                  <a:lnTo>
                    <a:pt x="8076871" y="2428824"/>
                  </a:lnTo>
                  <a:lnTo>
                    <a:pt x="8083585" y="2347017"/>
                  </a:lnTo>
                  <a:lnTo>
                    <a:pt x="8090299" y="2268798"/>
                  </a:lnTo>
                  <a:lnTo>
                    <a:pt x="8097012" y="2188540"/>
                  </a:lnTo>
                  <a:lnTo>
                    <a:pt x="8103726" y="2214172"/>
                  </a:lnTo>
                  <a:lnTo>
                    <a:pt x="8110440" y="2398533"/>
                  </a:lnTo>
                  <a:lnTo>
                    <a:pt x="8117154" y="2506356"/>
                  </a:lnTo>
                  <a:lnTo>
                    <a:pt x="8123868" y="2493769"/>
                  </a:lnTo>
                  <a:lnTo>
                    <a:pt x="8130582" y="2491334"/>
                  </a:lnTo>
                  <a:lnTo>
                    <a:pt x="8137296" y="2547720"/>
                  </a:lnTo>
                  <a:lnTo>
                    <a:pt x="8144010" y="2593666"/>
                  </a:lnTo>
                  <a:lnTo>
                    <a:pt x="8150724" y="2547129"/>
                  </a:lnTo>
                  <a:lnTo>
                    <a:pt x="8157438" y="2607282"/>
                  </a:lnTo>
                  <a:lnTo>
                    <a:pt x="8164152" y="2745036"/>
                  </a:lnTo>
                  <a:lnTo>
                    <a:pt x="8170866" y="2830592"/>
                  </a:lnTo>
                  <a:lnTo>
                    <a:pt x="8177580" y="2865502"/>
                  </a:lnTo>
                  <a:lnTo>
                    <a:pt x="8184294" y="2845113"/>
                  </a:lnTo>
                  <a:lnTo>
                    <a:pt x="8191008" y="2863750"/>
                  </a:lnTo>
                  <a:lnTo>
                    <a:pt x="8197722" y="2834985"/>
                  </a:lnTo>
                  <a:lnTo>
                    <a:pt x="8204436" y="2696578"/>
                  </a:lnTo>
                  <a:lnTo>
                    <a:pt x="8211149" y="2520226"/>
                  </a:lnTo>
                  <a:lnTo>
                    <a:pt x="8217863" y="2280980"/>
                  </a:lnTo>
                  <a:lnTo>
                    <a:pt x="8224577" y="2115307"/>
                  </a:lnTo>
                  <a:lnTo>
                    <a:pt x="8231291" y="2044153"/>
                  </a:lnTo>
                  <a:lnTo>
                    <a:pt x="8238005" y="2051603"/>
                  </a:lnTo>
                  <a:lnTo>
                    <a:pt x="8244719" y="2113114"/>
                  </a:lnTo>
                  <a:lnTo>
                    <a:pt x="8251433" y="2171402"/>
                  </a:lnTo>
                  <a:lnTo>
                    <a:pt x="8258147" y="2290841"/>
                  </a:lnTo>
                  <a:lnTo>
                    <a:pt x="8264861" y="2422447"/>
                  </a:lnTo>
                  <a:lnTo>
                    <a:pt x="8271575" y="2470787"/>
                  </a:lnTo>
                  <a:lnTo>
                    <a:pt x="8278289" y="2448906"/>
                  </a:lnTo>
                  <a:lnTo>
                    <a:pt x="8285003" y="2448944"/>
                  </a:lnTo>
                  <a:lnTo>
                    <a:pt x="8291717" y="2514567"/>
                  </a:lnTo>
                  <a:lnTo>
                    <a:pt x="8298431" y="2576920"/>
                  </a:lnTo>
                  <a:lnTo>
                    <a:pt x="8305145" y="2573250"/>
                  </a:lnTo>
                  <a:lnTo>
                    <a:pt x="8311859" y="2582272"/>
                  </a:lnTo>
                  <a:lnTo>
                    <a:pt x="8318573" y="2653994"/>
                  </a:lnTo>
                  <a:lnTo>
                    <a:pt x="8325286" y="2734553"/>
                  </a:lnTo>
                  <a:lnTo>
                    <a:pt x="8332000" y="2819131"/>
                  </a:lnTo>
                  <a:lnTo>
                    <a:pt x="8338714" y="2912185"/>
                  </a:lnTo>
                  <a:lnTo>
                    <a:pt x="8345428" y="3004049"/>
                  </a:lnTo>
                  <a:lnTo>
                    <a:pt x="8352142" y="3068453"/>
                  </a:lnTo>
                  <a:lnTo>
                    <a:pt x="8358856" y="3071491"/>
                  </a:lnTo>
                  <a:lnTo>
                    <a:pt x="8365570" y="3079228"/>
                  </a:lnTo>
                  <a:lnTo>
                    <a:pt x="8372284" y="3107023"/>
                  </a:lnTo>
                  <a:lnTo>
                    <a:pt x="8378998" y="3114904"/>
                  </a:lnTo>
                  <a:lnTo>
                    <a:pt x="8385712" y="3114904"/>
                  </a:lnTo>
                  <a:lnTo>
                    <a:pt x="8392426" y="3114906"/>
                  </a:lnTo>
                  <a:lnTo>
                    <a:pt x="8399140" y="3060165"/>
                  </a:lnTo>
                  <a:lnTo>
                    <a:pt x="8405854" y="2944986"/>
                  </a:lnTo>
                  <a:lnTo>
                    <a:pt x="8412568" y="2874540"/>
                  </a:lnTo>
                  <a:lnTo>
                    <a:pt x="8419282" y="2793104"/>
                  </a:lnTo>
                  <a:lnTo>
                    <a:pt x="8425996" y="2761079"/>
                  </a:lnTo>
                  <a:lnTo>
                    <a:pt x="8432710" y="2761080"/>
                  </a:lnTo>
                  <a:lnTo>
                    <a:pt x="8439423" y="2815823"/>
                  </a:lnTo>
                  <a:lnTo>
                    <a:pt x="8446137" y="2923267"/>
                  </a:lnTo>
                  <a:lnTo>
                    <a:pt x="8452851" y="2982279"/>
                  </a:lnTo>
                  <a:lnTo>
                    <a:pt x="8459565" y="3036619"/>
                  </a:lnTo>
                  <a:lnTo>
                    <a:pt x="8466279" y="3057206"/>
                  </a:lnTo>
                  <a:lnTo>
                    <a:pt x="8472993" y="3042471"/>
                  </a:lnTo>
                  <a:lnTo>
                    <a:pt x="8479707" y="3032330"/>
                  </a:lnTo>
                  <a:lnTo>
                    <a:pt x="8486421" y="3032331"/>
                  </a:lnTo>
                  <a:lnTo>
                    <a:pt x="8493135" y="3046374"/>
                  </a:lnTo>
                  <a:lnTo>
                    <a:pt x="8499849" y="3116972"/>
                  </a:lnTo>
                  <a:lnTo>
                    <a:pt x="8506563" y="3116972"/>
                  </a:lnTo>
                  <a:lnTo>
                    <a:pt x="8513277" y="3116972"/>
                  </a:lnTo>
                  <a:lnTo>
                    <a:pt x="8519991" y="3116972"/>
                  </a:lnTo>
                  <a:lnTo>
                    <a:pt x="8526705" y="3116972"/>
                  </a:lnTo>
                  <a:lnTo>
                    <a:pt x="8533419" y="3116972"/>
                  </a:lnTo>
                  <a:lnTo>
                    <a:pt x="8540133" y="3116972"/>
                  </a:lnTo>
                  <a:lnTo>
                    <a:pt x="8546847" y="3116972"/>
                  </a:lnTo>
                  <a:lnTo>
                    <a:pt x="8553560" y="3116972"/>
                  </a:lnTo>
                  <a:lnTo>
                    <a:pt x="8546847" y="3116972"/>
                  </a:lnTo>
                  <a:lnTo>
                    <a:pt x="8540133" y="3116972"/>
                  </a:lnTo>
                  <a:lnTo>
                    <a:pt x="8533419" y="3116972"/>
                  </a:lnTo>
                  <a:lnTo>
                    <a:pt x="8526705" y="3116972"/>
                  </a:lnTo>
                  <a:lnTo>
                    <a:pt x="8519991" y="3116972"/>
                  </a:lnTo>
                  <a:lnTo>
                    <a:pt x="8513277" y="3116972"/>
                  </a:lnTo>
                  <a:lnTo>
                    <a:pt x="8506563" y="3116972"/>
                  </a:lnTo>
                  <a:lnTo>
                    <a:pt x="8499849" y="3116972"/>
                  </a:lnTo>
                  <a:lnTo>
                    <a:pt x="8493135" y="3116972"/>
                  </a:lnTo>
                  <a:lnTo>
                    <a:pt x="8486421" y="3116972"/>
                  </a:lnTo>
                  <a:lnTo>
                    <a:pt x="8479707" y="3116972"/>
                  </a:lnTo>
                  <a:lnTo>
                    <a:pt x="8472993" y="3116972"/>
                  </a:lnTo>
                  <a:lnTo>
                    <a:pt x="8466279" y="3116972"/>
                  </a:lnTo>
                  <a:lnTo>
                    <a:pt x="8459565" y="3116972"/>
                  </a:lnTo>
                  <a:lnTo>
                    <a:pt x="8452851" y="3116972"/>
                  </a:lnTo>
                  <a:lnTo>
                    <a:pt x="8446137" y="3116972"/>
                  </a:lnTo>
                  <a:lnTo>
                    <a:pt x="8439423" y="3116972"/>
                  </a:lnTo>
                  <a:lnTo>
                    <a:pt x="8432710" y="3116972"/>
                  </a:lnTo>
                  <a:lnTo>
                    <a:pt x="8425996" y="3116972"/>
                  </a:lnTo>
                  <a:lnTo>
                    <a:pt x="8419282" y="3116972"/>
                  </a:lnTo>
                  <a:lnTo>
                    <a:pt x="8412568" y="3116972"/>
                  </a:lnTo>
                  <a:lnTo>
                    <a:pt x="8405854" y="3116972"/>
                  </a:lnTo>
                  <a:lnTo>
                    <a:pt x="8399140" y="3116972"/>
                  </a:lnTo>
                  <a:lnTo>
                    <a:pt x="8392426" y="3116972"/>
                  </a:lnTo>
                  <a:lnTo>
                    <a:pt x="8385712" y="3116972"/>
                  </a:lnTo>
                  <a:lnTo>
                    <a:pt x="8378998" y="3116972"/>
                  </a:lnTo>
                  <a:lnTo>
                    <a:pt x="8372284" y="3116972"/>
                  </a:lnTo>
                  <a:lnTo>
                    <a:pt x="8365570" y="3116972"/>
                  </a:lnTo>
                  <a:lnTo>
                    <a:pt x="8358856" y="3116972"/>
                  </a:lnTo>
                  <a:lnTo>
                    <a:pt x="8352142" y="3116972"/>
                  </a:lnTo>
                  <a:lnTo>
                    <a:pt x="8345428" y="3116972"/>
                  </a:lnTo>
                  <a:lnTo>
                    <a:pt x="8338714" y="3116972"/>
                  </a:lnTo>
                  <a:lnTo>
                    <a:pt x="8332000" y="3116972"/>
                  </a:lnTo>
                  <a:lnTo>
                    <a:pt x="8325286" y="3116972"/>
                  </a:lnTo>
                  <a:lnTo>
                    <a:pt x="8318573" y="3116972"/>
                  </a:lnTo>
                  <a:lnTo>
                    <a:pt x="8311859" y="3116972"/>
                  </a:lnTo>
                  <a:lnTo>
                    <a:pt x="8305145" y="3116972"/>
                  </a:lnTo>
                  <a:lnTo>
                    <a:pt x="8298431" y="3116972"/>
                  </a:lnTo>
                  <a:lnTo>
                    <a:pt x="8291717" y="3116972"/>
                  </a:lnTo>
                  <a:lnTo>
                    <a:pt x="8285003" y="3116972"/>
                  </a:lnTo>
                  <a:lnTo>
                    <a:pt x="8278289" y="3116972"/>
                  </a:lnTo>
                  <a:lnTo>
                    <a:pt x="8271575" y="3116972"/>
                  </a:lnTo>
                  <a:lnTo>
                    <a:pt x="8264861" y="3116972"/>
                  </a:lnTo>
                  <a:lnTo>
                    <a:pt x="8258147" y="3116972"/>
                  </a:lnTo>
                  <a:lnTo>
                    <a:pt x="8251433" y="3116972"/>
                  </a:lnTo>
                  <a:lnTo>
                    <a:pt x="8244719" y="3116972"/>
                  </a:lnTo>
                  <a:lnTo>
                    <a:pt x="8238005" y="3116972"/>
                  </a:lnTo>
                  <a:lnTo>
                    <a:pt x="8231291" y="3116972"/>
                  </a:lnTo>
                  <a:lnTo>
                    <a:pt x="8224577" y="3116972"/>
                  </a:lnTo>
                  <a:lnTo>
                    <a:pt x="8217863" y="3116972"/>
                  </a:lnTo>
                  <a:lnTo>
                    <a:pt x="8211149" y="3116972"/>
                  </a:lnTo>
                  <a:lnTo>
                    <a:pt x="8204436" y="3116972"/>
                  </a:lnTo>
                  <a:lnTo>
                    <a:pt x="8197722" y="3116972"/>
                  </a:lnTo>
                  <a:lnTo>
                    <a:pt x="8191008" y="3116972"/>
                  </a:lnTo>
                  <a:lnTo>
                    <a:pt x="8184294" y="3116972"/>
                  </a:lnTo>
                  <a:lnTo>
                    <a:pt x="8177580" y="3116972"/>
                  </a:lnTo>
                  <a:lnTo>
                    <a:pt x="8170866" y="3116972"/>
                  </a:lnTo>
                  <a:lnTo>
                    <a:pt x="8164152" y="3116972"/>
                  </a:lnTo>
                  <a:lnTo>
                    <a:pt x="8157438" y="3116972"/>
                  </a:lnTo>
                  <a:lnTo>
                    <a:pt x="8150724" y="3116972"/>
                  </a:lnTo>
                  <a:lnTo>
                    <a:pt x="8144010" y="3116972"/>
                  </a:lnTo>
                  <a:lnTo>
                    <a:pt x="8137296" y="3116972"/>
                  </a:lnTo>
                  <a:lnTo>
                    <a:pt x="8130582" y="3116972"/>
                  </a:lnTo>
                  <a:lnTo>
                    <a:pt x="8123868" y="3116972"/>
                  </a:lnTo>
                  <a:lnTo>
                    <a:pt x="8117154" y="3116972"/>
                  </a:lnTo>
                  <a:lnTo>
                    <a:pt x="8110440" y="3116972"/>
                  </a:lnTo>
                  <a:lnTo>
                    <a:pt x="8103726" y="3116972"/>
                  </a:lnTo>
                  <a:lnTo>
                    <a:pt x="8097012" y="3116972"/>
                  </a:lnTo>
                  <a:lnTo>
                    <a:pt x="8090299" y="3116972"/>
                  </a:lnTo>
                  <a:lnTo>
                    <a:pt x="8083585" y="3116972"/>
                  </a:lnTo>
                  <a:lnTo>
                    <a:pt x="8076871" y="3116972"/>
                  </a:lnTo>
                  <a:lnTo>
                    <a:pt x="8070157" y="3116972"/>
                  </a:lnTo>
                  <a:lnTo>
                    <a:pt x="8063443" y="3116972"/>
                  </a:lnTo>
                  <a:lnTo>
                    <a:pt x="8056729" y="3116972"/>
                  </a:lnTo>
                  <a:lnTo>
                    <a:pt x="8050015" y="3116972"/>
                  </a:lnTo>
                  <a:lnTo>
                    <a:pt x="8043301" y="3116972"/>
                  </a:lnTo>
                  <a:lnTo>
                    <a:pt x="8036587" y="3116972"/>
                  </a:lnTo>
                  <a:lnTo>
                    <a:pt x="8029873" y="3116972"/>
                  </a:lnTo>
                  <a:lnTo>
                    <a:pt x="8023159" y="3116972"/>
                  </a:lnTo>
                  <a:lnTo>
                    <a:pt x="8016445" y="3116972"/>
                  </a:lnTo>
                  <a:lnTo>
                    <a:pt x="8009731" y="3116972"/>
                  </a:lnTo>
                  <a:lnTo>
                    <a:pt x="8003017" y="3116972"/>
                  </a:lnTo>
                  <a:lnTo>
                    <a:pt x="7996303" y="3116972"/>
                  </a:lnTo>
                  <a:lnTo>
                    <a:pt x="7989589" y="3116972"/>
                  </a:lnTo>
                  <a:lnTo>
                    <a:pt x="7982875" y="3116972"/>
                  </a:lnTo>
                  <a:lnTo>
                    <a:pt x="7976162" y="3116972"/>
                  </a:lnTo>
                  <a:lnTo>
                    <a:pt x="7969448" y="3116972"/>
                  </a:lnTo>
                  <a:lnTo>
                    <a:pt x="7962734" y="3116972"/>
                  </a:lnTo>
                  <a:lnTo>
                    <a:pt x="7956020" y="3116972"/>
                  </a:lnTo>
                  <a:lnTo>
                    <a:pt x="7949306" y="3116972"/>
                  </a:lnTo>
                  <a:lnTo>
                    <a:pt x="7942592" y="3116972"/>
                  </a:lnTo>
                  <a:lnTo>
                    <a:pt x="7935878" y="3116972"/>
                  </a:lnTo>
                  <a:lnTo>
                    <a:pt x="7929164" y="3116972"/>
                  </a:lnTo>
                  <a:lnTo>
                    <a:pt x="7922450" y="3116972"/>
                  </a:lnTo>
                  <a:lnTo>
                    <a:pt x="7915736" y="3116972"/>
                  </a:lnTo>
                  <a:lnTo>
                    <a:pt x="7909022" y="3116972"/>
                  </a:lnTo>
                  <a:lnTo>
                    <a:pt x="7902308" y="3116972"/>
                  </a:lnTo>
                  <a:lnTo>
                    <a:pt x="7895594" y="3116972"/>
                  </a:lnTo>
                  <a:lnTo>
                    <a:pt x="7888880" y="3116972"/>
                  </a:lnTo>
                  <a:lnTo>
                    <a:pt x="7882166" y="3116972"/>
                  </a:lnTo>
                  <a:lnTo>
                    <a:pt x="7875452" y="3116972"/>
                  </a:lnTo>
                  <a:lnTo>
                    <a:pt x="7868738" y="3116972"/>
                  </a:lnTo>
                  <a:lnTo>
                    <a:pt x="7862025" y="3116972"/>
                  </a:lnTo>
                  <a:lnTo>
                    <a:pt x="7855311" y="3116972"/>
                  </a:lnTo>
                  <a:lnTo>
                    <a:pt x="7848597" y="3116972"/>
                  </a:lnTo>
                  <a:lnTo>
                    <a:pt x="7841883" y="3116972"/>
                  </a:lnTo>
                  <a:lnTo>
                    <a:pt x="7835169" y="3116972"/>
                  </a:lnTo>
                  <a:lnTo>
                    <a:pt x="7828455" y="3116972"/>
                  </a:lnTo>
                  <a:lnTo>
                    <a:pt x="7821741" y="3116972"/>
                  </a:lnTo>
                  <a:lnTo>
                    <a:pt x="7815027" y="3116972"/>
                  </a:lnTo>
                  <a:lnTo>
                    <a:pt x="7808313" y="3116972"/>
                  </a:lnTo>
                  <a:lnTo>
                    <a:pt x="7801599" y="3116972"/>
                  </a:lnTo>
                  <a:lnTo>
                    <a:pt x="7794885" y="3116972"/>
                  </a:lnTo>
                  <a:lnTo>
                    <a:pt x="7788171" y="3116972"/>
                  </a:lnTo>
                  <a:lnTo>
                    <a:pt x="7781457" y="3116972"/>
                  </a:lnTo>
                  <a:lnTo>
                    <a:pt x="7774743" y="3116972"/>
                  </a:lnTo>
                  <a:lnTo>
                    <a:pt x="7768029" y="3116972"/>
                  </a:lnTo>
                  <a:lnTo>
                    <a:pt x="7761315" y="3116972"/>
                  </a:lnTo>
                  <a:lnTo>
                    <a:pt x="7754601" y="3116972"/>
                  </a:lnTo>
                  <a:lnTo>
                    <a:pt x="7747888" y="3116972"/>
                  </a:lnTo>
                  <a:lnTo>
                    <a:pt x="7741174" y="3116972"/>
                  </a:lnTo>
                  <a:lnTo>
                    <a:pt x="7734460" y="3116972"/>
                  </a:lnTo>
                  <a:lnTo>
                    <a:pt x="7727746" y="3116972"/>
                  </a:lnTo>
                  <a:lnTo>
                    <a:pt x="7721032" y="3116972"/>
                  </a:lnTo>
                  <a:lnTo>
                    <a:pt x="7714318" y="3116972"/>
                  </a:lnTo>
                  <a:lnTo>
                    <a:pt x="7707604" y="3116972"/>
                  </a:lnTo>
                  <a:lnTo>
                    <a:pt x="7700890" y="3116972"/>
                  </a:lnTo>
                  <a:lnTo>
                    <a:pt x="7694176" y="3116972"/>
                  </a:lnTo>
                  <a:lnTo>
                    <a:pt x="7687462" y="3116972"/>
                  </a:lnTo>
                  <a:lnTo>
                    <a:pt x="7680748" y="3116972"/>
                  </a:lnTo>
                  <a:lnTo>
                    <a:pt x="7674034" y="3116972"/>
                  </a:lnTo>
                  <a:lnTo>
                    <a:pt x="7667320" y="3116972"/>
                  </a:lnTo>
                  <a:lnTo>
                    <a:pt x="7660606" y="3116972"/>
                  </a:lnTo>
                  <a:lnTo>
                    <a:pt x="7653892" y="3116972"/>
                  </a:lnTo>
                  <a:lnTo>
                    <a:pt x="7647178" y="3116972"/>
                  </a:lnTo>
                  <a:lnTo>
                    <a:pt x="7640464" y="3116972"/>
                  </a:lnTo>
                  <a:lnTo>
                    <a:pt x="7633751" y="3116972"/>
                  </a:lnTo>
                  <a:lnTo>
                    <a:pt x="7627037" y="3116972"/>
                  </a:lnTo>
                  <a:lnTo>
                    <a:pt x="7620323" y="3116972"/>
                  </a:lnTo>
                  <a:lnTo>
                    <a:pt x="7613609" y="3116972"/>
                  </a:lnTo>
                  <a:lnTo>
                    <a:pt x="7606895" y="3116972"/>
                  </a:lnTo>
                  <a:lnTo>
                    <a:pt x="7600181" y="3116972"/>
                  </a:lnTo>
                  <a:lnTo>
                    <a:pt x="7593467" y="3116972"/>
                  </a:lnTo>
                  <a:lnTo>
                    <a:pt x="7586753" y="3116972"/>
                  </a:lnTo>
                  <a:lnTo>
                    <a:pt x="7580039" y="3116972"/>
                  </a:lnTo>
                  <a:lnTo>
                    <a:pt x="7573325" y="3116972"/>
                  </a:lnTo>
                  <a:lnTo>
                    <a:pt x="7566611" y="3116972"/>
                  </a:lnTo>
                  <a:lnTo>
                    <a:pt x="7559897" y="3116972"/>
                  </a:lnTo>
                  <a:lnTo>
                    <a:pt x="7553183" y="3116972"/>
                  </a:lnTo>
                  <a:lnTo>
                    <a:pt x="7546469" y="3116972"/>
                  </a:lnTo>
                  <a:lnTo>
                    <a:pt x="7539755" y="3116972"/>
                  </a:lnTo>
                  <a:lnTo>
                    <a:pt x="7533041" y="3116972"/>
                  </a:lnTo>
                  <a:lnTo>
                    <a:pt x="7526327" y="3116972"/>
                  </a:lnTo>
                  <a:lnTo>
                    <a:pt x="7519614" y="3116972"/>
                  </a:lnTo>
                  <a:lnTo>
                    <a:pt x="7512900" y="3116972"/>
                  </a:lnTo>
                  <a:lnTo>
                    <a:pt x="7506186" y="3116972"/>
                  </a:lnTo>
                  <a:lnTo>
                    <a:pt x="7499472" y="3116972"/>
                  </a:lnTo>
                  <a:lnTo>
                    <a:pt x="7492758" y="3116972"/>
                  </a:lnTo>
                  <a:lnTo>
                    <a:pt x="7486044" y="3116972"/>
                  </a:lnTo>
                  <a:lnTo>
                    <a:pt x="7479330" y="3116972"/>
                  </a:lnTo>
                  <a:lnTo>
                    <a:pt x="7472616" y="3116972"/>
                  </a:lnTo>
                  <a:lnTo>
                    <a:pt x="7465902" y="3116972"/>
                  </a:lnTo>
                  <a:lnTo>
                    <a:pt x="7459188" y="3116972"/>
                  </a:lnTo>
                  <a:lnTo>
                    <a:pt x="7452474" y="3116972"/>
                  </a:lnTo>
                  <a:lnTo>
                    <a:pt x="7445760" y="3116972"/>
                  </a:lnTo>
                  <a:lnTo>
                    <a:pt x="7439046" y="3116972"/>
                  </a:lnTo>
                  <a:lnTo>
                    <a:pt x="7432332" y="3116972"/>
                  </a:lnTo>
                  <a:lnTo>
                    <a:pt x="7425618" y="3116972"/>
                  </a:lnTo>
                  <a:lnTo>
                    <a:pt x="7418904" y="3116972"/>
                  </a:lnTo>
                  <a:lnTo>
                    <a:pt x="7412190" y="3116972"/>
                  </a:lnTo>
                  <a:lnTo>
                    <a:pt x="7405477" y="3116972"/>
                  </a:lnTo>
                  <a:lnTo>
                    <a:pt x="7398763" y="3116972"/>
                  </a:lnTo>
                  <a:lnTo>
                    <a:pt x="7392049" y="3116972"/>
                  </a:lnTo>
                  <a:lnTo>
                    <a:pt x="7385335" y="3116972"/>
                  </a:lnTo>
                  <a:lnTo>
                    <a:pt x="7378621" y="3116972"/>
                  </a:lnTo>
                  <a:lnTo>
                    <a:pt x="7371907" y="3116972"/>
                  </a:lnTo>
                  <a:lnTo>
                    <a:pt x="7365193" y="3116972"/>
                  </a:lnTo>
                  <a:lnTo>
                    <a:pt x="7358479" y="3116972"/>
                  </a:lnTo>
                  <a:lnTo>
                    <a:pt x="7351765" y="3116972"/>
                  </a:lnTo>
                  <a:lnTo>
                    <a:pt x="7345051" y="3116972"/>
                  </a:lnTo>
                  <a:lnTo>
                    <a:pt x="7338337" y="3116972"/>
                  </a:lnTo>
                  <a:lnTo>
                    <a:pt x="7331623" y="3116972"/>
                  </a:lnTo>
                  <a:lnTo>
                    <a:pt x="7324909" y="3116972"/>
                  </a:lnTo>
                  <a:lnTo>
                    <a:pt x="7318195" y="3116972"/>
                  </a:lnTo>
                  <a:lnTo>
                    <a:pt x="7311481" y="3116972"/>
                  </a:lnTo>
                  <a:lnTo>
                    <a:pt x="7304767" y="3116972"/>
                  </a:lnTo>
                  <a:lnTo>
                    <a:pt x="7298053" y="3116972"/>
                  </a:lnTo>
                  <a:lnTo>
                    <a:pt x="7291340" y="3116972"/>
                  </a:lnTo>
                  <a:lnTo>
                    <a:pt x="7284626" y="3116972"/>
                  </a:lnTo>
                  <a:lnTo>
                    <a:pt x="7277912" y="3116972"/>
                  </a:lnTo>
                  <a:lnTo>
                    <a:pt x="7271198" y="3116972"/>
                  </a:lnTo>
                  <a:lnTo>
                    <a:pt x="7264484" y="3116972"/>
                  </a:lnTo>
                  <a:lnTo>
                    <a:pt x="7257770" y="3116972"/>
                  </a:lnTo>
                  <a:lnTo>
                    <a:pt x="7251056" y="3116972"/>
                  </a:lnTo>
                  <a:lnTo>
                    <a:pt x="7244342" y="3116972"/>
                  </a:lnTo>
                  <a:lnTo>
                    <a:pt x="7237628" y="3116972"/>
                  </a:lnTo>
                  <a:lnTo>
                    <a:pt x="7230914" y="3116972"/>
                  </a:lnTo>
                  <a:lnTo>
                    <a:pt x="7224200" y="3116972"/>
                  </a:lnTo>
                  <a:lnTo>
                    <a:pt x="7217486" y="3116972"/>
                  </a:lnTo>
                  <a:lnTo>
                    <a:pt x="7210772" y="3116972"/>
                  </a:lnTo>
                  <a:lnTo>
                    <a:pt x="7204058" y="3116972"/>
                  </a:lnTo>
                  <a:lnTo>
                    <a:pt x="7197344" y="3116972"/>
                  </a:lnTo>
                  <a:lnTo>
                    <a:pt x="7190630" y="3116972"/>
                  </a:lnTo>
                  <a:lnTo>
                    <a:pt x="7183916" y="3116972"/>
                  </a:lnTo>
                  <a:lnTo>
                    <a:pt x="7177203" y="3116972"/>
                  </a:lnTo>
                  <a:lnTo>
                    <a:pt x="7170489" y="3116972"/>
                  </a:lnTo>
                  <a:lnTo>
                    <a:pt x="7163775" y="3116972"/>
                  </a:lnTo>
                  <a:lnTo>
                    <a:pt x="7157061" y="3116972"/>
                  </a:lnTo>
                  <a:lnTo>
                    <a:pt x="7150347" y="3116972"/>
                  </a:lnTo>
                  <a:lnTo>
                    <a:pt x="7143633" y="3116972"/>
                  </a:lnTo>
                  <a:lnTo>
                    <a:pt x="7136919" y="3116972"/>
                  </a:lnTo>
                  <a:lnTo>
                    <a:pt x="7130205" y="3116972"/>
                  </a:lnTo>
                  <a:lnTo>
                    <a:pt x="7123491" y="3116972"/>
                  </a:lnTo>
                  <a:lnTo>
                    <a:pt x="7116777" y="3116972"/>
                  </a:lnTo>
                  <a:lnTo>
                    <a:pt x="7110063" y="3116972"/>
                  </a:lnTo>
                  <a:lnTo>
                    <a:pt x="7103349" y="3116972"/>
                  </a:lnTo>
                  <a:lnTo>
                    <a:pt x="7096635" y="3116972"/>
                  </a:lnTo>
                  <a:lnTo>
                    <a:pt x="7089921" y="3116972"/>
                  </a:lnTo>
                  <a:lnTo>
                    <a:pt x="7083207" y="3116972"/>
                  </a:lnTo>
                  <a:lnTo>
                    <a:pt x="7076493" y="3116972"/>
                  </a:lnTo>
                  <a:lnTo>
                    <a:pt x="7069779" y="3116972"/>
                  </a:lnTo>
                  <a:lnTo>
                    <a:pt x="7063066" y="3116972"/>
                  </a:lnTo>
                  <a:lnTo>
                    <a:pt x="7056352" y="3116972"/>
                  </a:lnTo>
                  <a:lnTo>
                    <a:pt x="7049638" y="3116972"/>
                  </a:lnTo>
                  <a:lnTo>
                    <a:pt x="7042924" y="3116972"/>
                  </a:lnTo>
                  <a:lnTo>
                    <a:pt x="7036210" y="3116972"/>
                  </a:lnTo>
                  <a:lnTo>
                    <a:pt x="7029496" y="3116972"/>
                  </a:lnTo>
                  <a:lnTo>
                    <a:pt x="7022782" y="3116972"/>
                  </a:lnTo>
                  <a:lnTo>
                    <a:pt x="7016068" y="3116972"/>
                  </a:lnTo>
                  <a:lnTo>
                    <a:pt x="7009354" y="3116972"/>
                  </a:lnTo>
                  <a:lnTo>
                    <a:pt x="7002640" y="3116972"/>
                  </a:lnTo>
                  <a:lnTo>
                    <a:pt x="6995926" y="3116972"/>
                  </a:lnTo>
                  <a:lnTo>
                    <a:pt x="6989212" y="3116972"/>
                  </a:lnTo>
                  <a:lnTo>
                    <a:pt x="6982498" y="3116972"/>
                  </a:lnTo>
                  <a:lnTo>
                    <a:pt x="6975784" y="3116972"/>
                  </a:lnTo>
                  <a:lnTo>
                    <a:pt x="6969070" y="3116972"/>
                  </a:lnTo>
                  <a:lnTo>
                    <a:pt x="6962356" y="3116972"/>
                  </a:lnTo>
                  <a:lnTo>
                    <a:pt x="6955642" y="3116972"/>
                  </a:lnTo>
                  <a:lnTo>
                    <a:pt x="6948929" y="3116972"/>
                  </a:lnTo>
                  <a:lnTo>
                    <a:pt x="6942215" y="3116972"/>
                  </a:lnTo>
                  <a:lnTo>
                    <a:pt x="6935501" y="3116972"/>
                  </a:lnTo>
                  <a:lnTo>
                    <a:pt x="6928787" y="3116972"/>
                  </a:lnTo>
                  <a:lnTo>
                    <a:pt x="6922073" y="3116972"/>
                  </a:lnTo>
                  <a:lnTo>
                    <a:pt x="6915359" y="3116972"/>
                  </a:lnTo>
                  <a:lnTo>
                    <a:pt x="6908645" y="3116972"/>
                  </a:lnTo>
                  <a:lnTo>
                    <a:pt x="6901931" y="3116972"/>
                  </a:lnTo>
                  <a:lnTo>
                    <a:pt x="6895217" y="3116972"/>
                  </a:lnTo>
                  <a:lnTo>
                    <a:pt x="6888503" y="3116972"/>
                  </a:lnTo>
                  <a:lnTo>
                    <a:pt x="6881789" y="3116972"/>
                  </a:lnTo>
                  <a:lnTo>
                    <a:pt x="6875075" y="3116972"/>
                  </a:lnTo>
                  <a:lnTo>
                    <a:pt x="6868361" y="3116972"/>
                  </a:lnTo>
                  <a:lnTo>
                    <a:pt x="6861647" y="3116972"/>
                  </a:lnTo>
                  <a:lnTo>
                    <a:pt x="6854933" y="3116972"/>
                  </a:lnTo>
                  <a:lnTo>
                    <a:pt x="6848219" y="3116972"/>
                  </a:lnTo>
                  <a:lnTo>
                    <a:pt x="6841505" y="3116972"/>
                  </a:lnTo>
                  <a:lnTo>
                    <a:pt x="6834792" y="3116972"/>
                  </a:lnTo>
                  <a:lnTo>
                    <a:pt x="6828078" y="3116972"/>
                  </a:lnTo>
                  <a:lnTo>
                    <a:pt x="6821364" y="3116972"/>
                  </a:lnTo>
                  <a:lnTo>
                    <a:pt x="6814650" y="3116972"/>
                  </a:lnTo>
                  <a:lnTo>
                    <a:pt x="6807936" y="3116972"/>
                  </a:lnTo>
                  <a:lnTo>
                    <a:pt x="6801222" y="3116972"/>
                  </a:lnTo>
                  <a:lnTo>
                    <a:pt x="6794508" y="3116972"/>
                  </a:lnTo>
                  <a:lnTo>
                    <a:pt x="6787794" y="3116972"/>
                  </a:lnTo>
                  <a:lnTo>
                    <a:pt x="6781080" y="3116972"/>
                  </a:lnTo>
                  <a:lnTo>
                    <a:pt x="6774366" y="3116972"/>
                  </a:lnTo>
                  <a:lnTo>
                    <a:pt x="6767652" y="3116972"/>
                  </a:lnTo>
                  <a:lnTo>
                    <a:pt x="6760938" y="3116972"/>
                  </a:lnTo>
                  <a:lnTo>
                    <a:pt x="6754224" y="3116972"/>
                  </a:lnTo>
                  <a:lnTo>
                    <a:pt x="6747510" y="3116972"/>
                  </a:lnTo>
                  <a:lnTo>
                    <a:pt x="6740796" y="3116972"/>
                  </a:lnTo>
                  <a:lnTo>
                    <a:pt x="6734082" y="3116972"/>
                  </a:lnTo>
                  <a:lnTo>
                    <a:pt x="6727368" y="3116972"/>
                  </a:lnTo>
                  <a:lnTo>
                    <a:pt x="6720655" y="3116972"/>
                  </a:lnTo>
                  <a:lnTo>
                    <a:pt x="6713941" y="3116972"/>
                  </a:lnTo>
                  <a:lnTo>
                    <a:pt x="6707227" y="3116972"/>
                  </a:lnTo>
                  <a:lnTo>
                    <a:pt x="6700513" y="3116972"/>
                  </a:lnTo>
                  <a:lnTo>
                    <a:pt x="6693799" y="3116972"/>
                  </a:lnTo>
                  <a:lnTo>
                    <a:pt x="6687085" y="3116972"/>
                  </a:lnTo>
                  <a:lnTo>
                    <a:pt x="6680371" y="3116972"/>
                  </a:lnTo>
                  <a:lnTo>
                    <a:pt x="6673657" y="3116972"/>
                  </a:lnTo>
                  <a:lnTo>
                    <a:pt x="6666943" y="3116972"/>
                  </a:lnTo>
                  <a:lnTo>
                    <a:pt x="6660229" y="3116972"/>
                  </a:lnTo>
                  <a:lnTo>
                    <a:pt x="6653515" y="3116972"/>
                  </a:lnTo>
                  <a:lnTo>
                    <a:pt x="6646801" y="3116972"/>
                  </a:lnTo>
                  <a:lnTo>
                    <a:pt x="6640087" y="3116972"/>
                  </a:lnTo>
                  <a:lnTo>
                    <a:pt x="6633373" y="3116972"/>
                  </a:lnTo>
                  <a:lnTo>
                    <a:pt x="6626659" y="3116972"/>
                  </a:lnTo>
                  <a:lnTo>
                    <a:pt x="6619945" y="3116972"/>
                  </a:lnTo>
                  <a:lnTo>
                    <a:pt x="6613231" y="3116972"/>
                  </a:lnTo>
                  <a:lnTo>
                    <a:pt x="6606518" y="3116972"/>
                  </a:lnTo>
                  <a:lnTo>
                    <a:pt x="6599804" y="3116972"/>
                  </a:lnTo>
                  <a:lnTo>
                    <a:pt x="6593090" y="3116972"/>
                  </a:lnTo>
                  <a:lnTo>
                    <a:pt x="6586376" y="3116972"/>
                  </a:lnTo>
                  <a:lnTo>
                    <a:pt x="6579662" y="3116972"/>
                  </a:lnTo>
                  <a:lnTo>
                    <a:pt x="6572948" y="3116972"/>
                  </a:lnTo>
                  <a:lnTo>
                    <a:pt x="6566234" y="3116972"/>
                  </a:lnTo>
                  <a:lnTo>
                    <a:pt x="6559520" y="3116972"/>
                  </a:lnTo>
                  <a:lnTo>
                    <a:pt x="6552806" y="3116972"/>
                  </a:lnTo>
                  <a:lnTo>
                    <a:pt x="6546092" y="3116972"/>
                  </a:lnTo>
                  <a:lnTo>
                    <a:pt x="6539378" y="3116972"/>
                  </a:lnTo>
                  <a:lnTo>
                    <a:pt x="6532664" y="3116972"/>
                  </a:lnTo>
                  <a:lnTo>
                    <a:pt x="6525950" y="3116972"/>
                  </a:lnTo>
                  <a:lnTo>
                    <a:pt x="6519236" y="3116972"/>
                  </a:lnTo>
                  <a:lnTo>
                    <a:pt x="6512522" y="3116972"/>
                  </a:lnTo>
                  <a:lnTo>
                    <a:pt x="6505808" y="3116972"/>
                  </a:lnTo>
                  <a:lnTo>
                    <a:pt x="6499094" y="3116972"/>
                  </a:lnTo>
                  <a:lnTo>
                    <a:pt x="6492381" y="3116972"/>
                  </a:lnTo>
                  <a:lnTo>
                    <a:pt x="6485667" y="3116972"/>
                  </a:lnTo>
                  <a:lnTo>
                    <a:pt x="6478953" y="3116972"/>
                  </a:lnTo>
                  <a:lnTo>
                    <a:pt x="6472239" y="3116972"/>
                  </a:lnTo>
                  <a:lnTo>
                    <a:pt x="6465525" y="3116972"/>
                  </a:lnTo>
                  <a:lnTo>
                    <a:pt x="6458811" y="3116972"/>
                  </a:lnTo>
                  <a:lnTo>
                    <a:pt x="6452097" y="3116972"/>
                  </a:lnTo>
                  <a:lnTo>
                    <a:pt x="6445383" y="3116972"/>
                  </a:lnTo>
                  <a:lnTo>
                    <a:pt x="6438669" y="3116972"/>
                  </a:lnTo>
                  <a:lnTo>
                    <a:pt x="6431955" y="3116972"/>
                  </a:lnTo>
                  <a:lnTo>
                    <a:pt x="6425241" y="3116972"/>
                  </a:lnTo>
                  <a:lnTo>
                    <a:pt x="6418527" y="3116972"/>
                  </a:lnTo>
                  <a:lnTo>
                    <a:pt x="6411813" y="3116972"/>
                  </a:lnTo>
                  <a:lnTo>
                    <a:pt x="6405099" y="3116972"/>
                  </a:lnTo>
                  <a:lnTo>
                    <a:pt x="6398385" y="3116972"/>
                  </a:lnTo>
                  <a:lnTo>
                    <a:pt x="6391671" y="3116972"/>
                  </a:lnTo>
                  <a:lnTo>
                    <a:pt x="6384957" y="3116972"/>
                  </a:lnTo>
                  <a:lnTo>
                    <a:pt x="6378244" y="3116972"/>
                  </a:lnTo>
                  <a:lnTo>
                    <a:pt x="6371530" y="3116972"/>
                  </a:lnTo>
                  <a:lnTo>
                    <a:pt x="6364816" y="3116972"/>
                  </a:lnTo>
                  <a:lnTo>
                    <a:pt x="6358102" y="3116972"/>
                  </a:lnTo>
                  <a:lnTo>
                    <a:pt x="6351388" y="3116972"/>
                  </a:lnTo>
                  <a:lnTo>
                    <a:pt x="6344674" y="3116972"/>
                  </a:lnTo>
                  <a:lnTo>
                    <a:pt x="6337960" y="3116972"/>
                  </a:lnTo>
                  <a:lnTo>
                    <a:pt x="6331246" y="3116972"/>
                  </a:lnTo>
                  <a:lnTo>
                    <a:pt x="6324532" y="3116972"/>
                  </a:lnTo>
                  <a:lnTo>
                    <a:pt x="6317818" y="3116972"/>
                  </a:lnTo>
                  <a:lnTo>
                    <a:pt x="6311104" y="3116972"/>
                  </a:lnTo>
                  <a:lnTo>
                    <a:pt x="6304390" y="3116972"/>
                  </a:lnTo>
                  <a:lnTo>
                    <a:pt x="6297676" y="3116972"/>
                  </a:lnTo>
                  <a:lnTo>
                    <a:pt x="6290962" y="3116972"/>
                  </a:lnTo>
                  <a:lnTo>
                    <a:pt x="6284248" y="3116972"/>
                  </a:lnTo>
                  <a:lnTo>
                    <a:pt x="6277534" y="3116972"/>
                  </a:lnTo>
                  <a:lnTo>
                    <a:pt x="6270820" y="3116972"/>
                  </a:lnTo>
                  <a:lnTo>
                    <a:pt x="6264107" y="3116972"/>
                  </a:lnTo>
                  <a:lnTo>
                    <a:pt x="6257393" y="3116972"/>
                  </a:lnTo>
                  <a:lnTo>
                    <a:pt x="6250679" y="3116972"/>
                  </a:lnTo>
                  <a:lnTo>
                    <a:pt x="6243965" y="3116972"/>
                  </a:lnTo>
                  <a:lnTo>
                    <a:pt x="6237251" y="3116972"/>
                  </a:lnTo>
                  <a:lnTo>
                    <a:pt x="6230537" y="3116972"/>
                  </a:lnTo>
                  <a:lnTo>
                    <a:pt x="6223823" y="3116972"/>
                  </a:lnTo>
                  <a:lnTo>
                    <a:pt x="6217109" y="3116972"/>
                  </a:lnTo>
                  <a:lnTo>
                    <a:pt x="6210395" y="3116972"/>
                  </a:lnTo>
                  <a:lnTo>
                    <a:pt x="6203681" y="3116972"/>
                  </a:lnTo>
                  <a:lnTo>
                    <a:pt x="6196967" y="3116972"/>
                  </a:lnTo>
                  <a:lnTo>
                    <a:pt x="6190253" y="3116972"/>
                  </a:lnTo>
                  <a:lnTo>
                    <a:pt x="6183539" y="3116972"/>
                  </a:lnTo>
                  <a:lnTo>
                    <a:pt x="6176825" y="3116972"/>
                  </a:lnTo>
                  <a:lnTo>
                    <a:pt x="6170111" y="3116972"/>
                  </a:lnTo>
                  <a:lnTo>
                    <a:pt x="6163397" y="3116972"/>
                  </a:lnTo>
                  <a:lnTo>
                    <a:pt x="6156683" y="3116972"/>
                  </a:lnTo>
                  <a:lnTo>
                    <a:pt x="6149970" y="3116972"/>
                  </a:lnTo>
                  <a:lnTo>
                    <a:pt x="6143256" y="3116972"/>
                  </a:lnTo>
                  <a:lnTo>
                    <a:pt x="6136542" y="3116972"/>
                  </a:lnTo>
                  <a:lnTo>
                    <a:pt x="6129828" y="3116972"/>
                  </a:lnTo>
                  <a:lnTo>
                    <a:pt x="6123114" y="3116972"/>
                  </a:lnTo>
                  <a:lnTo>
                    <a:pt x="6116400" y="3116972"/>
                  </a:lnTo>
                  <a:lnTo>
                    <a:pt x="6109686" y="3116972"/>
                  </a:lnTo>
                  <a:lnTo>
                    <a:pt x="6102972" y="3116972"/>
                  </a:lnTo>
                  <a:lnTo>
                    <a:pt x="6096258" y="3116972"/>
                  </a:lnTo>
                  <a:lnTo>
                    <a:pt x="6089544" y="3116972"/>
                  </a:lnTo>
                  <a:lnTo>
                    <a:pt x="6082830" y="3116972"/>
                  </a:lnTo>
                  <a:lnTo>
                    <a:pt x="6076116" y="3116972"/>
                  </a:lnTo>
                  <a:lnTo>
                    <a:pt x="6069402" y="3116972"/>
                  </a:lnTo>
                  <a:lnTo>
                    <a:pt x="6062688" y="3116972"/>
                  </a:lnTo>
                  <a:lnTo>
                    <a:pt x="6055974" y="3116972"/>
                  </a:lnTo>
                  <a:lnTo>
                    <a:pt x="6049260" y="3116972"/>
                  </a:lnTo>
                  <a:lnTo>
                    <a:pt x="6042546" y="3116972"/>
                  </a:lnTo>
                  <a:lnTo>
                    <a:pt x="6035833" y="3116972"/>
                  </a:lnTo>
                  <a:lnTo>
                    <a:pt x="6029119" y="3116972"/>
                  </a:lnTo>
                  <a:lnTo>
                    <a:pt x="6022405" y="3116972"/>
                  </a:lnTo>
                  <a:lnTo>
                    <a:pt x="6015691" y="3116972"/>
                  </a:lnTo>
                  <a:lnTo>
                    <a:pt x="6008977" y="3116972"/>
                  </a:lnTo>
                  <a:lnTo>
                    <a:pt x="6002263" y="3116972"/>
                  </a:lnTo>
                  <a:lnTo>
                    <a:pt x="5995549" y="3116972"/>
                  </a:lnTo>
                  <a:lnTo>
                    <a:pt x="5988835" y="3116972"/>
                  </a:lnTo>
                  <a:lnTo>
                    <a:pt x="5982121" y="3116972"/>
                  </a:lnTo>
                  <a:lnTo>
                    <a:pt x="5975407" y="3116972"/>
                  </a:lnTo>
                  <a:lnTo>
                    <a:pt x="5968693" y="3116972"/>
                  </a:lnTo>
                  <a:lnTo>
                    <a:pt x="5961979" y="3116972"/>
                  </a:lnTo>
                  <a:lnTo>
                    <a:pt x="5955265" y="3116972"/>
                  </a:lnTo>
                  <a:lnTo>
                    <a:pt x="5948551" y="3116972"/>
                  </a:lnTo>
                  <a:lnTo>
                    <a:pt x="5941837" y="3116972"/>
                  </a:lnTo>
                  <a:lnTo>
                    <a:pt x="5935123" y="3116972"/>
                  </a:lnTo>
                  <a:lnTo>
                    <a:pt x="5928409" y="3116972"/>
                  </a:lnTo>
                  <a:lnTo>
                    <a:pt x="5921696" y="3116972"/>
                  </a:lnTo>
                  <a:lnTo>
                    <a:pt x="5914982" y="3116972"/>
                  </a:lnTo>
                  <a:lnTo>
                    <a:pt x="5908268" y="3116972"/>
                  </a:lnTo>
                  <a:lnTo>
                    <a:pt x="5901554" y="3116972"/>
                  </a:lnTo>
                  <a:lnTo>
                    <a:pt x="5894840" y="3116972"/>
                  </a:lnTo>
                  <a:lnTo>
                    <a:pt x="5888126" y="3116972"/>
                  </a:lnTo>
                  <a:lnTo>
                    <a:pt x="5881412" y="3116972"/>
                  </a:lnTo>
                  <a:lnTo>
                    <a:pt x="5874698" y="3116972"/>
                  </a:lnTo>
                  <a:lnTo>
                    <a:pt x="5867984" y="3116972"/>
                  </a:lnTo>
                  <a:lnTo>
                    <a:pt x="5861270" y="3116972"/>
                  </a:lnTo>
                  <a:lnTo>
                    <a:pt x="5854556" y="3116972"/>
                  </a:lnTo>
                  <a:lnTo>
                    <a:pt x="5847842" y="3116972"/>
                  </a:lnTo>
                  <a:lnTo>
                    <a:pt x="5841128" y="3116972"/>
                  </a:lnTo>
                  <a:lnTo>
                    <a:pt x="5834414" y="3116972"/>
                  </a:lnTo>
                  <a:lnTo>
                    <a:pt x="5827700" y="3116972"/>
                  </a:lnTo>
                  <a:lnTo>
                    <a:pt x="5820986" y="3116972"/>
                  </a:lnTo>
                  <a:lnTo>
                    <a:pt x="5814272" y="3116972"/>
                  </a:lnTo>
                  <a:lnTo>
                    <a:pt x="5807559" y="3116972"/>
                  </a:lnTo>
                  <a:lnTo>
                    <a:pt x="5800845" y="3116972"/>
                  </a:lnTo>
                  <a:lnTo>
                    <a:pt x="5794131" y="3116972"/>
                  </a:lnTo>
                  <a:lnTo>
                    <a:pt x="5787417" y="3116972"/>
                  </a:lnTo>
                  <a:lnTo>
                    <a:pt x="5780703" y="3116972"/>
                  </a:lnTo>
                  <a:lnTo>
                    <a:pt x="5773989" y="3116972"/>
                  </a:lnTo>
                  <a:lnTo>
                    <a:pt x="5767275" y="3116972"/>
                  </a:lnTo>
                  <a:lnTo>
                    <a:pt x="5760561" y="3116972"/>
                  </a:lnTo>
                  <a:lnTo>
                    <a:pt x="5753847" y="3116972"/>
                  </a:lnTo>
                  <a:lnTo>
                    <a:pt x="5747133" y="3116972"/>
                  </a:lnTo>
                  <a:lnTo>
                    <a:pt x="5740419" y="3116972"/>
                  </a:lnTo>
                  <a:lnTo>
                    <a:pt x="5733705" y="3116972"/>
                  </a:lnTo>
                  <a:lnTo>
                    <a:pt x="5726991" y="3116972"/>
                  </a:lnTo>
                  <a:lnTo>
                    <a:pt x="5720277" y="3116972"/>
                  </a:lnTo>
                  <a:lnTo>
                    <a:pt x="5713563" y="3116972"/>
                  </a:lnTo>
                  <a:lnTo>
                    <a:pt x="5706849" y="3116972"/>
                  </a:lnTo>
                  <a:lnTo>
                    <a:pt x="5700136" y="3116972"/>
                  </a:lnTo>
                  <a:lnTo>
                    <a:pt x="5693422" y="3116972"/>
                  </a:lnTo>
                  <a:lnTo>
                    <a:pt x="5686708" y="3116972"/>
                  </a:lnTo>
                  <a:lnTo>
                    <a:pt x="5679994" y="3116972"/>
                  </a:lnTo>
                  <a:lnTo>
                    <a:pt x="5673280" y="3116972"/>
                  </a:lnTo>
                  <a:lnTo>
                    <a:pt x="5666566" y="3116972"/>
                  </a:lnTo>
                  <a:lnTo>
                    <a:pt x="5659852" y="3116972"/>
                  </a:lnTo>
                  <a:lnTo>
                    <a:pt x="5653138" y="3116972"/>
                  </a:lnTo>
                  <a:lnTo>
                    <a:pt x="5646424" y="3116972"/>
                  </a:lnTo>
                  <a:lnTo>
                    <a:pt x="5639710" y="3116972"/>
                  </a:lnTo>
                  <a:lnTo>
                    <a:pt x="5632996" y="3116972"/>
                  </a:lnTo>
                  <a:lnTo>
                    <a:pt x="5626282" y="3116972"/>
                  </a:lnTo>
                  <a:lnTo>
                    <a:pt x="5619568" y="3116972"/>
                  </a:lnTo>
                  <a:lnTo>
                    <a:pt x="5612854" y="3116972"/>
                  </a:lnTo>
                  <a:lnTo>
                    <a:pt x="5606140" y="3116972"/>
                  </a:lnTo>
                  <a:lnTo>
                    <a:pt x="5599426" y="3116972"/>
                  </a:lnTo>
                  <a:lnTo>
                    <a:pt x="5592712" y="3116972"/>
                  </a:lnTo>
                  <a:lnTo>
                    <a:pt x="5585999" y="3116972"/>
                  </a:lnTo>
                  <a:lnTo>
                    <a:pt x="5579285" y="3116972"/>
                  </a:lnTo>
                  <a:lnTo>
                    <a:pt x="5572571" y="3116972"/>
                  </a:lnTo>
                  <a:lnTo>
                    <a:pt x="5565857" y="3116972"/>
                  </a:lnTo>
                  <a:lnTo>
                    <a:pt x="5559143" y="3116972"/>
                  </a:lnTo>
                  <a:lnTo>
                    <a:pt x="5552429" y="3116972"/>
                  </a:lnTo>
                  <a:lnTo>
                    <a:pt x="5545715" y="3116972"/>
                  </a:lnTo>
                  <a:lnTo>
                    <a:pt x="5539001" y="3116972"/>
                  </a:lnTo>
                  <a:lnTo>
                    <a:pt x="5532287" y="3116972"/>
                  </a:lnTo>
                  <a:lnTo>
                    <a:pt x="5525573" y="3116972"/>
                  </a:lnTo>
                  <a:lnTo>
                    <a:pt x="5518859" y="3116972"/>
                  </a:lnTo>
                  <a:lnTo>
                    <a:pt x="5512145" y="3116972"/>
                  </a:lnTo>
                  <a:lnTo>
                    <a:pt x="5505431" y="3116972"/>
                  </a:lnTo>
                  <a:lnTo>
                    <a:pt x="5498717" y="3116972"/>
                  </a:lnTo>
                  <a:lnTo>
                    <a:pt x="5492003" y="3116972"/>
                  </a:lnTo>
                  <a:lnTo>
                    <a:pt x="5485289" y="3116972"/>
                  </a:lnTo>
                  <a:lnTo>
                    <a:pt x="5478575" y="3116972"/>
                  </a:lnTo>
                  <a:lnTo>
                    <a:pt x="5471862" y="3116972"/>
                  </a:lnTo>
                  <a:lnTo>
                    <a:pt x="5465148" y="3116972"/>
                  </a:lnTo>
                  <a:lnTo>
                    <a:pt x="5458434" y="3116972"/>
                  </a:lnTo>
                  <a:lnTo>
                    <a:pt x="5451720" y="3116972"/>
                  </a:lnTo>
                  <a:lnTo>
                    <a:pt x="5445006" y="3116972"/>
                  </a:lnTo>
                  <a:lnTo>
                    <a:pt x="5438292" y="3116972"/>
                  </a:lnTo>
                  <a:lnTo>
                    <a:pt x="5431578" y="3116972"/>
                  </a:lnTo>
                  <a:lnTo>
                    <a:pt x="5424864" y="3116972"/>
                  </a:lnTo>
                  <a:lnTo>
                    <a:pt x="5418150" y="3116972"/>
                  </a:lnTo>
                  <a:lnTo>
                    <a:pt x="5411436" y="3116972"/>
                  </a:lnTo>
                  <a:lnTo>
                    <a:pt x="5404722" y="3116972"/>
                  </a:lnTo>
                  <a:lnTo>
                    <a:pt x="5398008" y="3116972"/>
                  </a:lnTo>
                  <a:lnTo>
                    <a:pt x="5391294" y="3116972"/>
                  </a:lnTo>
                  <a:lnTo>
                    <a:pt x="5384580" y="3116972"/>
                  </a:lnTo>
                  <a:lnTo>
                    <a:pt x="5377866" y="3116972"/>
                  </a:lnTo>
                  <a:lnTo>
                    <a:pt x="5371152" y="3116972"/>
                  </a:lnTo>
                  <a:lnTo>
                    <a:pt x="5364438" y="3116972"/>
                  </a:lnTo>
                  <a:lnTo>
                    <a:pt x="5357725" y="3116972"/>
                  </a:lnTo>
                  <a:lnTo>
                    <a:pt x="5351011" y="3116972"/>
                  </a:lnTo>
                  <a:lnTo>
                    <a:pt x="5344297" y="3116972"/>
                  </a:lnTo>
                  <a:lnTo>
                    <a:pt x="5337583" y="3116972"/>
                  </a:lnTo>
                  <a:lnTo>
                    <a:pt x="5330869" y="3116972"/>
                  </a:lnTo>
                  <a:lnTo>
                    <a:pt x="5324155" y="3116972"/>
                  </a:lnTo>
                  <a:lnTo>
                    <a:pt x="5317441" y="3116972"/>
                  </a:lnTo>
                  <a:lnTo>
                    <a:pt x="5310727" y="3116972"/>
                  </a:lnTo>
                  <a:lnTo>
                    <a:pt x="5304013" y="3116972"/>
                  </a:lnTo>
                  <a:lnTo>
                    <a:pt x="5297299" y="3116972"/>
                  </a:lnTo>
                  <a:lnTo>
                    <a:pt x="5290585" y="3116972"/>
                  </a:lnTo>
                  <a:lnTo>
                    <a:pt x="5283871" y="3116972"/>
                  </a:lnTo>
                  <a:lnTo>
                    <a:pt x="5277157" y="3116972"/>
                  </a:lnTo>
                  <a:lnTo>
                    <a:pt x="5270443" y="3116972"/>
                  </a:lnTo>
                  <a:lnTo>
                    <a:pt x="5263729" y="3116972"/>
                  </a:lnTo>
                  <a:lnTo>
                    <a:pt x="5257015" y="3116972"/>
                  </a:lnTo>
                  <a:lnTo>
                    <a:pt x="5250301" y="3116972"/>
                  </a:lnTo>
                  <a:lnTo>
                    <a:pt x="5243588" y="3116972"/>
                  </a:lnTo>
                  <a:lnTo>
                    <a:pt x="5236874" y="3116972"/>
                  </a:lnTo>
                  <a:lnTo>
                    <a:pt x="5230160" y="3116972"/>
                  </a:lnTo>
                  <a:lnTo>
                    <a:pt x="5223446" y="3116972"/>
                  </a:lnTo>
                  <a:lnTo>
                    <a:pt x="5216732" y="3116972"/>
                  </a:lnTo>
                  <a:lnTo>
                    <a:pt x="5210018" y="3116972"/>
                  </a:lnTo>
                  <a:lnTo>
                    <a:pt x="5203304" y="3116972"/>
                  </a:lnTo>
                  <a:lnTo>
                    <a:pt x="5196590" y="3116972"/>
                  </a:lnTo>
                  <a:lnTo>
                    <a:pt x="5189876" y="3116972"/>
                  </a:lnTo>
                  <a:lnTo>
                    <a:pt x="5183162" y="3116972"/>
                  </a:lnTo>
                  <a:lnTo>
                    <a:pt x="5176448" y="3116972"/>
                  </a:lnTo>
                  <a:lnTo>
                    <a:pt x="5169734" y="3116972"/>
                  </a:lnTo>
                  <a:lnTo>
                    <a:pt x="5163020" y="3116972"/>
                  </a:lnTo>
                  <a:lnTo>
                    <a:pt x="5156306" y="3116972"/>
                  </a:lnTo>
                  <a:lnTo>
                    <a:pt x="5149592" y="3116972"/>
                  </a:lnTo>
                  <a:lnTo>
                    <a:pt x="5142878" y="3116972"/>
                  </a:lnTo>
                  <a:lnTo>
                    <a:pt x="5136164" y="3116972"/>
                  </a:lnTo>
                  <a:lnTo>
                    <a:pt x="5129451" y="3116972"/>
                  </a:lnTo>
                  <a:lnTo>
                    <a:pt x="5122737" y="3116972"/>
                  </a:lnTo>
                  <a:lnTo>
                    <a:pt x="5116023" y="3116972"/>
                  </a:lnTo>
                  <a:lnTo>
                    <a:pt x="5109309" y="3116972"/>
                  </a:lnTo>
                  <a:lnTo>
                    <a:pt x="5102595" y="3116972"/>
                  </a:lnTo>
                  <a:lnTo>
                    <a:pt x="5095881" y="3116972"/>
                  </a:lnTo>
                  <a:lnTo>
                    <a:pt x="5089167" y="3116972"/>
                  </a:lnTo>
                  <a:lnTo>
                    <a:pt x="5082453" y="3116972"/>
                  </a:lnTo>
                  <a:lnTo>
                    <a:pt x="5075739" y="3116972"/>
                  </a:lnTo>
                  <a:lnTo>
                    <a:pt x="5069025" y="3116972"/>
                  </a:lnTo>
                  <a:lnTo>
                    <a:pt x="5062311" y="3116972"/>
                  </a:lnTo>
                  <a:lnTo>
                    <a:pt x="5055597" y="3116972"/>
                  </a:lnTo>
                  <a:lnTo>
                    <a:pt x="5048883" y="3116972"/>
                  </a:lnTo>
                  <a:lnTo>
                    <a:pt x="5042169" y="3116972"/>
                  </a:lnTo>
                  <a:lnTo>
                    <a:pt x="5035455" y="3116972"/>
                  </a:lnTo>
                  <a:lnTo>
                    <a:pt x="5028741" y="3116972"/>
                  </a:lnTo>
                  <a:lnTo>
                    <a:pt x="5022027" y="3116972"/>
                  </a:lnTo>
                  <a:lnTo>
                    <a:pt x="5015314" y="3116972"/>
                  </a:lnTo>
                  <a:lnTo>
                    <a:pt x="5008600" y="3116972"/>
                  </a:lnTo>
                  <a:lnTo>
                    <a:pt x="5001886" y="3116972"/>
                  </a:lnTo>
                  <a:lnTo>
                    <a:pt x="4995172" y="3116972"/>
                  </a:lnTo>
                  <a:lnTo>
                    <a:pt x="4988458" y="3116972"/>
                  </a:lnTo>
                  <a:lnTo>
                    <a:pt x="4981744" y="3116972"/>
                  </a:lnTo>
                  <a:lnTo>
                    <a:pt x="4975030" y="3116972"/>
                  </a:lnTo>
                  <a:lnTo>
                    <a:pt x="4968316" y="3116972"/>
                  </a:lnTo>
                  <a:lnTo>
                    <a:pt x="4961602" y="3116972"/>
                  </a:lnTo>
                  <a:lnTo>
                    <a:pt x="4954888" y="3116972"/>
                  </a:lnTo>
                  <a:lnTo>
                    <a:pt x="4948174" y="3116972"/>
                  </a:lnTo>
                  <a:lnTo>
                    <a:pt x="4941460" y="3116972"/>
                  </a:lnTo>
                  <a:lnTo>
                    <a:pt x="4934746" y="3116972"/>
                  </a:lnTo>
                  <a:lnTo>
                    <a:pt x="4928032" y="3116972"/>
                  </a:lnTo>
                  <a:lnTo>
                    <a:pt x="4921318" y="3116972"/>
                  </a:lnTo>
                  <a:lnTo>
                    <a:pt x="4914604" y="3116972"/>
                  </a:lnTo>
                  <a:lnTo>
                    <a:pt x="4907890" y="3116972"/>
                  </a:lnTo>
                  <a:lnTo>
                    <a:pt x="4901177" y="3116972"/>
                  </a:lnTo>
                  <a:lnTo>
                    <a:pt x="4894463" y="3116972"/>
                  </a:lnTo>
                  <a:lnTo>
                    <a:pt x="4887749" y="3116972"/>
                  </a:lnTo>
                  <a:lnTo>
                    <a:pt x="4881035" y="3116972"/>
                  </a:lnTo>
                  <a:lnTo>
                    <a:pt x="4874321" y="3116972"/>
                  </a:lnTo>
                  <a:lnTo>
                    <a:pt x="4867607" y="3116972"/>
                  </a:lnTo>
                  <a:lnTo>
                    <a:pt x="4860893" y="3116972"/>
                  </a:lnTo>
                  <a:lnTo>
                    <a:pt x="4854179" y="3116972"/>
                  </a:lnTo>
                  <a:lnTo>
                    <a:pt x="4847465" y="3116972"/>
                  </a:lnTo>
                  <a:lnTo>
                    <a:pt x="4840751" y="3116972"/>
                  </a:lnTo>
                  <a:lnTo>
                    <a:pt x="4834037" y="3116972"/>
                  </a:lnTo>
                  <a:lnTo>
                    <a:pt x="4827323" y="3116972"/>
                  </a:lnTo>
                  <a:lnTo>
                    <a:pt x="4820609" y="3116972"/>
                  </a:lnTo>
                  <a:lnTo>
                    <a:pt x="4813895" y="3116972"/>
                  </a:lnTo>
                  <a:lnTo>
                    <a:pt x="4807181" y="3116972"/>
                  </a:lnTo>
                  <a:lnTo>
                    <a:pt x="4800467" y="3116972"/>
                  </a:lnTo>
                  <a:lnTo>
                    <a:pt x="4793753" y="3116972"/>
                  </a:lnTo>
                  <a:lnTo>
                    <a:pt x="4787040" y="3116972"/>
                  </a:lnTo>
                  <a:lnTo>
                    <a:pt x="4780326" y="3116972"/>
                  </a:lnTo>
                  <a:lnTo>
                    <a:pt x="4773612" y="3116972"/>
                  </a:lnTo>
                  <a:lnTo>
                    <a:pt x="4766898" y="3116972"/>
                  </a:lnTo>
                  <a:lnTo>
                    <a:pt x="4760184" y="3116972"/>
                  </a:lnTo>
                  <a:lnTo>
                    <a:pt x="4753470" y="3116972"/>
                  </a:lnTo>
                  <a:lnTo>
                    <a:pt x="4746756" y="3116972"/>
                  </a:lnTo>
                  <a:lnTo>
                    <a:pt x="4740042" y="3116972"/>
                  </a:lnTo>
                  <a:lnTo>
                    <a:pt x="4733328" y="3116972"/>
                  </a:lnTo>
                  <a:lnTo>
                    <a:pt x="4726614" y="3116972"/>
                  </a:lnTo>
                  <a:lnTo>
                    <a:pt x="4719900" y="3116972"/>
                  </a:lnTo>
                  <a:lnTo>
                    <a:pt x="4713186" y="3116972"/>
                  </a:lnTo>
                  <a:lnTo>
                    <a:pt x="4706472" y="3116972"/>
                  </a:lnTo>
                  <a:lnTo>
                    <a:pt x="4699758" y="3116972"/>
                  </a:lnTo>
                  <a:lnTo>
                    <a:pt x="4693044" y="3116972"/>
                  </a:lnTo>
                  <a:lnTo>
                    <a:pt x="4686330" y="3116972"/>
                  </a:lnTo>
                  <a:lnTo>
                    <a:pt x="4679616" y="3116972"/>
                  </a:lnTo>
                  <a:lnTo>
                    <a:pt x="4672903" y="3116972"/>
                  </a:lnTo>
                  <a:lnTo>
                    <a:pt x="4666189" y="3116972"/>
                  </a:lnTo>
                  <a:lnTo>
                    <a:pt x="4659475" y="3116972"/>
                  </a:lnTo>
                  <a:lnTo>
                    <a:pt x="4652761" y="3116972"/>
                  </a:lnTo>
                  <a:lnTo>
                    <a:pt x="4646047" y="3116972"/>
                  </a:lnTo>
                  <a:lnTo>
                    <a:pt x="4639333" y="3116972"/>
                  </a:lnTo>
                  <a:lnTo>
                    <a:pt x="4632619" y="3116972"/>
                  </a:lnTo>
                  <a:lnTo>
                    <a:pt x="4625905" y="3116972"/>
                  </a:lnTo>
                  <a:lnTo>
                    <a:pt x="4619191" y="3116972"/>
                  </a:lnTo>
                  <a:lnTo>
                    <a:pt x="4612477" y="3116972"/>
                  </a:lnTo>
                  <a:lnTo>
                    <a:pt x="4605763" y="3116972"/>
                  </a:lnTo>
                  <a:lnTo>
                    <a:pt x="4599049" y="3116972"/>
                  </a:lnTo>
                  <a:lnTo>
                    <a:pt x="4592335" y="3116972"/>
                  </a:lnTo>
                  <a:lnTo>
                    <a:pt x="4585621" y="3116972"/>
                  </a:lnTo>
                  <a:lnTo>
                    <a:pt x="4578907" y="3116972"/>
                  </a:lnTo>
                  <a:lnTo>
                    <a:pt x="4572193" y="3116972"/>
                  </a:lnTo>
                  <a:lnTo>
                    <a:pt x="4565479" y="3116972"/>
                  </a:lnTo>
                  <a:lnTo>
                    <a:pt x="4558766" y="3116972"/>
                  </a:lnTo>
                  <a:lnTo>
                    <a:pt x="4552052" y="3116972"/>
                  </a:lnTo>
                  <a:lnTo>
                    <a:pt x="4545338" y="3116972"/>
                  </a:lnTo>
                  <a:lnTo>
                    <a:pt x="4538624" y="3116972"/>
                  </a:lnTo>
                  <a:lnTo>
                    <a:pt x="4531910" y="3116972"/>
                  </a:lnTo>
                  <a:lnTo>
                    <a:pt x="4525196" y="3116972"/>
                  </a:lnTo>
                  <a:lnTo>
                    <a:pt x="4518482" y="3116972"/>
                  </a:lnTo>
                  <a:lnTo>
                    <a:pt x="4511768" y="3116972"/>
                  </a:lnTo>
                  <a:lnTo>
                    <a:pt x="4505054" y="3116972"/>
                  </a:lnTo>
                  <a:lnTo>
                    <a:pt x="4498340" y="3116972"/>
                  </a:lnTo>
                  <a:lnTo>
                    <a:pt x="4491626" y="3116972"/>
                  </a:lnTo>
                  <a:lnTo>
                    <a:pt x="4484912" y="3116972"/>
                  </a:lnTo>
                  <a:lnTo>
                    <a:pt x="4478198" y="3116972"/>
                  </a:lnTo>
                  <a:lnTo>
                    <a:pt x="4471484" y="3116972"/>
                  </a:lnTo>
                  <a:lnTo>
                    <a:pt x="4464770" y="3116972"/>
                  </a:lnTo>
                  <a:lnTo>
                    <a:pt x="4458056" y="3116972"/>
                  </a:lnTo>
                  <a:lnTo>
                    <a:pt x="4451342" y="3116972"/>
                  </a:lnTo>
                  <a:lnTo>
                    <a:pt x="4444629" y="3116972"/>
                  </a:lnTo>
                  <a:lnTo>
                    <a:pt x="4437915" y="3116972"/>
                  </a:lnTo>
                  <a:lnTo>
                    <a:pt x="4431201" y="3116972"/>
                  </a:lnTo>
                  <a:lnTo>
                    <a:pt x="4424487" y="3116972"/>
                  </a:lnTo>
                  <a:lnTo>
                    <a:pt x="4417773" y="3116972"/>
                  </a:lnTo>
                  <a:lnTo>
                    <a:pt x="4411059" y="3116972"/>
                  </a:lnTo>
                  <a:lnTo>
                    <a:pt x="4404345" y="3116972"/>
                  </a:lnTo>
                  <a:lnTo>
                    <a:pt x="4397631" y="3116972"/>
                  </a:lnTo>
                  <a:lnTo>
                    <a:pt x="4390917" y="3116972"/>
                  </a:lnTo>
                  <a:lnTo>
                    <a:pt x="4384203" y="3116972"/>
                  </a:lnTo>
                  <a:lnTo>
                    <a:pt x="4377489" y="3116972"/>
                  </a:lnTo>
                  <a:lnTo>
                    <a:pt x="4370775" y="3116972"/>
                  </a:lnTo>
                  <a:lnTo>
                    <a:pt x="4364061" y="3116972"/>
                  </a:lnTo>
                  <a:lnTo>
                    <a:pt x="4357347" y="3116972"/>
                  </a:lnTo>
                  <a:lnTo>
                    <a:pt x="4350633" y="3116972"/>
                  </a:lnTo>
                  <a:lnTo>
                    <a:pt x="4343919" y="3116972"/>
                  </a:lnTo>
                  <a:lnTo>
                    <a:pt x="4337205" y="3116972"/>
                  </a:lnTo>
                  <a:lnTo>
                    <a:pt x="4330492" y="3116972"/>
                  </a:lnTo>
                  <a:lnTo>
                    <a:pt x="4323778" y="3116972"/>
                  </a:lnTo>
                  <a:lnTo>
                    <a:pt x="4317064" y="3116972"/>
                  </a:lnTo>
                  <a:lnTo>
                    <a:pt x="4310350" y="3116972"/>
                  </a:lnTo>
                  <a:lnTo>
                    <a:pt x="4303636" y="3116972"/>
                  </a:lnTo>
                  <a:lnTo>
                    <a:pt x="4296922" y="3116972"/>
                  </a:lnTo>
                  <a:lnTo>
                    <a:pt x="4290208" y="3116972"/>
                  </a:lnTo>
                  <a:lnTo>
                    <a:pt x="4283494" y="3116972"/>
                  </a:lnTo>
                  <a:lnTo>
                    <a:pt x="4276780" y="3116972"/>
                  </a:lnTo>
                  <a:lnTo>
                    <a:pt x="4270066" y="3116972"/>
                  </a:lnTo>
                  <a:lnTo>
                    <a:pt x="4263352" y="3116972"/>
                  </a:lnTo>
                  <a:lnTo>
                    <a:pt x="4256638" y="3116972"/>
                  </a:lnTo>
                  <a:lnTo>
                    <a:pt x="4249924" y="3116972"/>
                  </a:lnTo>
                  <a:lnTo>
                    <a:pt x="4243210" y="3116972"/>
                  </a:lnTo>
                  <a:lnTo>
                    <a:pt x="4236496" y="3116972"/>
                  </a:lnTo>
                  <a:lnTo>
                    <a:pt x="4229782" y="3116972"/>
                  </a:lnTo>
                  <a:lnTo>
                    <a:pt x="4223068" y="3116972"/>
                  </a:lnTo>
                  <a:lnTo>
                    <a:pt x="4216355" y="3116972"/>
                  </a:lnTo>
                  <a:lnTo>
                    <a:pt x="4209641" y="3116972"/>
                  </a:lnTo>
                  <a:lnTo>
                    <a:pt x="4202927" y="3116972"/>
                  </a:lnTo>
                  <a:lnTo>
                    <a:pt x="4196213" y="3116972"/>
                  </a:lnTo>
                  <a:lnTo>
                    <a:pt x="4189499" y="3116972"/>
                  </a:lnTo>
                  <a:lnTo>
                    <a:pt x="4182785" y="3116972"/>
                  </a:lnTo>
                  <a:lnTo>
                    <a:pt x="4176071" y="3116972"/>
                  </a:lnTo>
                  <a:lnTo>
                    <a:pt x="4169357" y="3116972"/>
                  </a:lnTo>
                  <a:lnTo>
                    <a:pt x="4162643" y="3116972"/>
                  </a:lnTo>
                  <a:lnTo>
                    <a:pt x="4155929" y="3116972"/>
                  </a:lnTo>
                  <a:lnTo>
                    <a:pt x="4149215" y="3116972"/>
                  </a:lnTo>
                  <a:lnTo>
                    <a:pt x="4142501" y="3116972"/>
                  </a:lnTo>
                  <a:lnTo>
                    <a:pt x="4135787" y="3116972"/>
                  </a:lnTo>
                  <a:lnTo>
                    <a:pt x="4129073" y="3116972"/>
                  </a:lnTo>
                  <a:lnTo>
                    <a:pt x="4122359" y="3116972"/>
                  </a:lnTo>
                  <a:lnTo>
                    <a:pt x="4115645" y="3116972"/>
                  </a:lnTo>
                  <a:lnTo>
                    <a:pt x="4108931" y="3116972"/>
                  </a:lnTo>
                  <a:lnTo>
                    <a:pt x="4102218" y="3116972"/>
                  </a:lnTo>
                  <a:lnTo>
                    <a:pt x="4095504" y="3116972"/>
                  </a:lnTo>
                  <a:lnTo>
                    <a:pt x="4088790" y="3116972"/>
                  </a:lnTo>
                  <a:lnTo>
                    <a:pt x="4082076" y="3116972"/>
                  </a:lnTo>
                  <a:lnTo>
                    <a:pt x="4075362" y="3116972"/>
                  </a:lnTo>
                  <a:lnTo>
                    <a:pt x="4068648" y="3116972"/>
                  </a:lnTo>
                  <a:lnTo>
                    <a:pt x="4061934" y="3116972"/>
                  </a:lnTo>
                  <a:lnTo>
                    <a:pt x="4055220" y="3116972"/>
                  </a:lnTo>
                  <a:lnTo>
                    <a:pt x="4048506" y="3116972"/>
                  </a:lnTo>
                  <a:lnTo>
                    <a:pt x="4041792" y="3116972"/>
                  </a:lnTo>
                  <a:lnTo>
                    <a:pt x="4035078" y="3116972"/>
                  </a:lnTo>
                  <a:lnTo>
                    <a:pt x="4028364" y="3116972"/>
                  </a:lnTo>
                  <a:lnTo>
                    <a:pt x="4021650" y="3116972"/>
                  </a:lnTo>
                  <a:lnTo>
                    <a:pt x="4014936" y="3116972"/>
                  </a:lnTo>
                  <a:lnTo>
                    <a:pt x="4008222" y="3116972"/>
                  </a:lnTo>
                  <a:lnTo>
                    <a:pt x="4001508" y="3116972"/>
                  </a:lnTo>
                  <a:lnTo>
                    <a:pt x="3994794" y="3116972"/>
                  </a:lnTo>
                  <a:lnTo>
                    <a:pt x="3988081" y="3116972"/>
                  </a:lnTo>
                  <a:lnTo>
                    <a:pt x="3981367" y="3116972"/>
                  </a:lnTo>
                  <a:lnTo>
                    <a:pt x="3974653" y="3116972"/>
                  </a:lnTo>
                  <a:lnTo>
                    <a:pt x="3967939" y="3116972"/>
                  </a:lnTo>
                  <a:lnTo>
                    <a:pt x="3961225" y="3116972"/>
                  </a:lnTo>
                  <a:lnTo>
                    <a:pt x="3954511" y="3116972"/>
                  </a:lnTo>
                  <a:lnTo>
                    <a:pt x="3947797" y="3116972"/>
                  </a:lnTo>
                  <a:lnTo>
                    <a:pt x="3941083" y="3116972"/>
                  </a:lnTo>
                  <a:lnTo>
                    <a:pt x="3934369" y="3116972"/>
                  </a:lnTo>
                  <a:lnTo>
                    <a:pt x="3927655" y="3116972"/>
                  </a:lnTo>
                  <a:lnTo>
                    <a:pt x="3920941" y="3116972"/>
                  </a:lnTo>
                  <a:lnTo>
                    <a:pt x="3914227" y="3116972"/>
                  </a:lnTo>
                  <a:lnTo>
                    <a:pt x="3907513" y="3116972"/>
                  </a:lnTo>
                  <a:lnTo>
                    <a:pt x="3900799" y="3116972"/>
                  </a:lnTo>
                  <a:lnTo>
                    <a:pt x="3894085" y="3116972"/>
                  </a:lnTo>
                  <a:lnTo>
                    <a:pt x="3887371" y="3116972"/>
                  </a:lnTo>
                  <a:lnTo>
                    <a:pt x="3880657" y="3116972"/>
                  </a:lnTo>
                  <a:lnTo>
                    <a:pt x="3873944" y="3116972"/>
                  </a:lnTo>
                  <a:lnTo>
                    <a:pt x="3867230" y="3116972"/>
                  </a:lnTo>
                  <a:lnTo>
                    <a:pt x="3860516" y="3116972"/>
                  </a:lnTo>
                  <a:lnTo>
                    <a:pt x="3853802" y="3116972"/>
                  </a:lnTo>
                  <a:lnTo>
                    <a:pt x="3847088" y="3116972"/>
                  </a:lnTo>
                  <a:lnTo>
                    <a:pt x="3840374" y="3116972"/>
                  </a:lnTo>
                  <a:lnTo>
                    <a:pt x="3833660" y="3116972"/>
                  </a:lnTo>
                  <a:lnTo>
                    <a:pt x="3826946" y="3116972"/>
                  </a:lnTo>
                  <a:lnTo>
                    <a:pt x="3820232" y="3116972"/>
                  </a:lnTo>
                  <a:lnTo>
                    <a:pt x="3813518" y="3116972"/>
                  </a:lnTo>
                  <a:lnTo>
                    <a:pt x="3806804" y="3116972"/>
                  </a:lnTo>
                  <a:lnTo>
                    <a:pt x="3800090" y="3116972"/>
                  </a:lnTo>
                  <a:lnTo>
                    <a:pt x="3793376" y="3116972"/>
                  </a:lnTo>
                  <a:lnTo>
                    <a:pt x="3786662" y="3116972"/>
                  </a:lnTo>
                  <a:lnTo>
                    <a:pt x="3779948" y="3116972"/>
                  </a:lnTo>
                  <a:lnTo>
                    <a:pt x="3773234" y="3116972"/>
                  </a:lnTo>
                  <a:lnTo>
                    <a:pt x="3766520" y="3116972"/>
                  </a:lnTo>
                  <a:lnTo>
                    <a:pt x="3759807" y="3116972"/>
                  </a:lnTo>
                  <a:lnTo>
                    <a:pt x="3753093" y="3116972"/>
                  </a:lnTo>
                  <a:lnTo>
                    <a:pt x="3746379" y="3116972"/>
                  </a:lnTo>
                  <a:lnTo>
                    <a:pt x="3739665" y="3116972"/>
                  </a:lnTo>
                  <a:lnTo>
                    <a:pt x="3732951" y="3116972"/>
                  </a:lnTo>
                  <a:lnTo>
                    <a:pt x="3726237" y="3116972"/>
                  </a:lnTo>
                  <a:lnTo>
                    <a:pt x="3719523" y="3116972"/>
                  </a:lnTo>
                  <a:lnTo>
                    <a:pt x="3712809" y="3116972"/>
                  </a:lnTo>
                  <a:lnTo>
                    <a:pt x="3706095" y="3116972"/>
                  </a:lnTo>
                  <a:lnTo>
                    <a:pt x="3699381" y="3116972"/>
                  </a:lnTo>
                  <a:lnTo>
                    <a:pt x="3692667" y="3116972"/>
                  </a:lnTo>
                  <a:lnTo>
                    <a:pt x="3685953" y="3116972"/>
                  </a:lnTo>
                  <a:lnTo>
                    <a:pt x="3679239" y="3116972"/>
                  </a:lnTo>
                  <a:lnTo>
                    <a:pt x="3672525" y="3116972"/>
                  </a:lnTo>
                  <a:lnTo>
                    <a:pt x="3665811" y="3116972"/>
                  </a:lnTo>
                  <a:lnTo>
                    <a:pt x="3659097" y="3116972"/>
                  </a:lnTo>
                  <a:lnTo>
                    <a:pt x="3652383" y="3116972"/>
                  </a:lnTo>
                  <a:lnTo>
                    <a:pt x="3645670" y="3116972"/>
                  </a:lnTo>
                  <a:lnTo>
                    <a:pt x="3638956" y="3116972"/>
                  </a:lnTo>
                  <a:lnTo>
                    <a:pt x="3632242" y="3116972"/>
                  </a:lnTo>
                  <a:lnTo>
                    <a:pt x="3625528" y="3116972"/>
                  </a:lnTo>
                  <a:lnTo>
                    <a:pt x="3618814" y="3116972"/>
                  </a:lnTo>
                  <a:lnTo>
                    <a:pt x="3612100" y="3116972"/>
                  </a:lnTo>
                  <a:lnTo>
                    <a:pt x="3605386" y="3116972"/>
                  </a:lnTo>
                  <a:lnTo>
                    <a:pt x="3598672" y="3116972"/>
                  </a:lnTo>
                  <a:lnTo>
                    <a:pt x="3591958" y="3116972"/>
                  </a:lnTo>
                  <a:lnTo>
                    <a:pt x="3585244" y="3116972"/>
                  </a:lnTo>
                  <a:lnTo>
                    <a:pt x="3578530" y="3116972"/>
                  </a:lnTo>
                  <a:lnTo>
                    <a:pt x="3571816" y="3116972"/>
                  </a:lnTo>
                  <a:lnTo>
                    <a:pt x="3565102" y="3116972"/>
                  </a:lnTo>
                  <a:lnTo>
                    <a:pt x="3558388" y="3116972"/>
                  </a:lnTo>
                  <a:lnTo>
                    <a:pt x="3551674" y="3116972"/>
                  </a:lnTo>
                  <a:lnTo>
                    <a:pt x="3544960" y="3116972"/>
                  </a:lnTo>
                  <a:lnTo>
                    <a:pt x="3538246" y="3116972"/>
                  </a:lnTo>
                  <a:lnTo>
                    <a:pt x="3531533" y="3116972"/>
                  </a:lnTo>
                  <a:lnTo>
                    <a:pt x="3524819" y="3116972"/>
                  </a:lnTo>
                  <a:lnTo>
                    <a:pt x="3518105" y="3116972"/>
                  </a:lnTo>
                  <a:lnTo>
                    <a:pt x="3511391" y="3116972"/>
                  </a:lnTo>
                  <a:lnTo>
                    <a:pt x="3504677" y="3116972"/>
                  </a:lnTo>
                  <a:lnTo>
                    <a:pt x="3497963" y="3116972"/>
                  </a:lnTo>
                  <a:lnTo>
                    <a:pt x="3491249" y="3116972"/>
                  </a:lnTo>
                  <a:lnTo>
                    <a:pt x="3484535" y="3116972"/>
                  </a:lnTo>
                  <a:lnTo>
                    <a:pt x="3477821" y="3116972"/>
                  </a:lnTo>
                  <a:lnTo>
                    <a:pt x="3471107" y="3116972"/>
                  </a:lnTo>
                  <a:lnTo>
                    <a:pt x="3464393" y="3116972"/>
                  </a:lnTo>
                  <a:lnTo>
                    <a:pt x="3457679" y="3116972"/>
                  </a:lnTo>
                  <a:lnTo>
                    <a:pt x="3450965" y="3116972"/>
                  </a:lnTo>
                  <a:lnTo>
                    <a:pt x="3444251" y="3116972"/>
                  </a:lnTo>
                  <a:lnTo>
                    <a:pt x="3437537" y="3116972"/>
                  </a:lnTo>
                  <a:lnTo>
                    <a:pt x="3430823" y="3116972"/>
                  </a:lnTo>
                  <a:lnTo>
                    <a:pt x="3424109" y="3116972"/>
                  </a:lnTo>
                  <a:lnTo>
                    <a:pt x="3417396" y="3116972"/>
                  </a:lnTo>
                  <a:lnTo>
                    <a:pt x="3410682" y="3116972"/>
                  </a:lnTo>
                  <a:lnTo>
                    <a:pt x="3403968" y="3116972"/>
                  </a:lnTo>
                  <a:lnTo>
                    <a:pt x="3397254" y="3116972"/>
                  </a:lnTo>
                  <a:lnTo>
                    <a:pt x="3390540" y="3116972"/>
                  </a:lnTo>
                  <a:lnTo>
                    <a:pt x="3383826" y="3116972"/>
                  </a:lnTo>
                  <a:lnTo>
                    <a:pt x="3377112" y="3116972"/>
                  </a:lnTo>
                  <a:lnTo>
                    <a:pt x="3370398" y="3116972"/>
                  </a:lnTo>
                  <a:lnTo>
                    <a:pt x="3363684" y="3116972"/>
                  </a:lnTo>
                  <a:lnTo>
                    <a:pt x="3356970" y="3116972"/>
                  </a:lnTo>
                  <a:lnTo>
                    <a:pt x="3350256" y="3116972"/>
                  </a:lnTo>
                  <a:lnTo>
                    <a:pt x="3343542" y="3116972"/>
                  </a:lnTo>
                  <a:lnTo>
                    <a:pt x="3336828" y="3116972"/>
                  </a:lnTo>
                  <a:lnTo>
                    <a:pt x="3330114" y="3116972"/>
                  </a:lnTo>
                  <a:lnTo>
                    <a:pt x="3323400" y="3116972"/>
                  </a:lnTo>
                  <a:lnTo>
                    <a:pt x="3316686" y="3116972"/>
                  </a:lnTo>
                  <a:lnTo>
                    <a:pt x="3309972" y="3116972"/>
                  </a:lnTo>
                  <a:lnTo>
                    <a:pt x="3303259" y="3116972"/>
                  </a:lnTo>
                  <a:lnTo>
                    <a:pt x="3296545" y="3116972"/>
                  </a:lnTo>
                  <a:lnTo>
                    <a:pt x="3289831" y="3116972"/>
                  </a:lnTo>
                  <a:lnTo>
                    <a:pt x="3283117" y="3116972"/>
                  </a:lnTo>
                  <a:lnTo>
                    <a:pt x="3276403" y="3116972"/>
                  </a:lnTo>
                  <a:lnTo>
                    <a:pt x="3269689" y="3116972"/>
                  </a:lnTo>
                  <a:lnTo>
                    <a:pt x="3262975" y="3116972"/>
                  </a:lnTo>
                  <a:lnTo>
                    <a:pt x="3256261" y="3116972"/>
                  </a:lnTo>
                  <a:lnTo>
                    <a:pt x="3249547" y="3116972"/>
                  </a:lnTo>
                  <a:lnTo>
                    <a:pt x="3242833" y="3116972"/>
                  </a:lnTo>
                  <a:lnTo>
                    <a:pt x="3236119" y="3116972"/>
                  </a:lnTo>
                  <a:lnTo>
                    <a:pt x="3229405" y="3116972"/>
                  </a:lnTo>
                  <a:lnTo>
                    <a:pt x="3222691" y="3116972"/>
                  </a:lnTo>
                  <a:lnTo>
                    <a:pt x="3215977" y="3116972"/>
                  </a:lnTo>
                  <a:lnTo>
                    <a:pt x="3209263" y="3116972"/>
                  </a:lnTo>
                  <a:lnTo>
                    <a:pt x="3202549" y="3116972"/>
                  </a:lnTo>
                  <a:lnTo>
                    <a:pt x="3195835" y="3116972"/>
                  </a:lnTo>
                  <a:lnTo>
                    <a:pt x="3189122" y="3116972"/>
                  </a:lnTo>
                  <a:lnTo>
                    <a:pt x="3182408" y="3116972"/>
                  </a:lnTo>
                  <a:lnTo>
                    <a:pt x="3175694" y="3116972"/>
                  </a:lnTo>
                  <a:lnTo>
                    <a:pt x="3168980" y="3116972"/>
                  </a:lnTo>
                  <a:lnTo>
                    <a:pt x="3162266" y="3116972"/>
                  </a:lnTo>
                  <a:lnTo>
                    <a:pt x="3155552" y="3116972"/>
                  </a:lnTo>
                  <a:lnTo>
                    <a:pt x="3148838" y="3116972"/>
                  </a:lnTo>
                  <a:lnTo>
                    <a:pt x="3142124" y="3116972"/>
                  </a:lnTo>
                  <a:lnTo>
                    <a:pt x="3135410" y="3116972"/>
                  </a:lnTo>
                  <a:lnTo>
                    <a:pt x="3128696" y="3116972"/>
                  </a:lnTo>
                  <a:lnTo>
                    <a:pt x="3121982" y="3116972"/>
                  </a:lnTo>
                  <a:lnTo>
                    <a:pt x="3115268" y="3116972"/>
                  </a:lnTo>
                  <a:lnTo>
                    <a:pt x="3108554" y="3116972"/>
                  </a:lnTo>
                  <a:lnTo>
                    <a:pt x="3101840" y="3116972"/>
                  </a:lnTo>
                  <a:lnTo>
                    <a:pt x="3095126" y="3116972"/>
                  </a:lnTo>
                  <a:lnTo>
                    <a:pt x="3088412" y="3116972"/>
                  </a:lnTo>
                  <a:lnTo>
                    <a:pt x="3081698" y="3116972"/>
                  </a:lnTo>
                  <a:lnTo>
                    <a:pt x="3074985" y="3116972"/>
                  </a:lnTo>
                  <a:lnTo>
                    <a:pt x="3068271" y="3116972"/>
                  </a:lnTo>
                  <a:lnTo>
                    <a:pt x="3061557" y="3116972"/>
                  </a:lnTo>
                  <a:lnTo>
                    <a:pt x="3054843" y="3116972"/>
                  </a:lnTo>
                  <a:lnTo>
                    <a:pt x="3048129" y="3116972"/>
                  </a:lnTo>
                  <a:lnTo>
                    <a:pt x="3041415" y="3116972"/>
                  </a:lnTo>
                  <a:lnTo>
                    <a:pt x="3034701" y="3116972"/>
                  </a:lnTo>
                  <a:lnTo>
                    <a:pt x="3027987" y="3116972"/>
                  </a:lnTo>
                  <a:lnTo>
                    <a:pt x="3021273" y="3116972"/>
                  </a:lnTo>
                  <a:lnTo>
                    <a:pt x="3014559" y="3116972"/>
                  </a:lnTo>
                  <a:lnTo>
                    <a:pt x="3007845" y="3116972"/>
                  </a:lnTo>
                  <a:lnTo>
                    <a:pt x="3001131" y="3116972"/>
                  </a:lnTo>
                  <a:lnTo>
                    <a:pt x="2994417" y="3116972"/>
                  </a:lnTo>
                  <a:lnTo>
                    <a:pt x="2987703" y="3116972"/>
                  </a:lnTo>
                  <a:lnTo>
                    <a:pt x="2980989" y="3116972"/>
                  </a:lnTo>
                  <a:lnTo>
                    <a:pt x="2974275" y="3116972"/>
                  </a:lnTo>
                  <a:lnTo>
                    <a:pt x="2967561" y="3116972"/>
                  </a:lnTo>
                  <a:lnTo>
                    <a:pt x="2960848" y="3116972"/>
                  </a:lnTo>
                  <a:lnTo>
                    <a:pt x="2954134" y="3116972"/>
                  </a:lnTo>
                  <a:lnTo>
                    <a:pt x="2947420" y="3116972"/>
                  </a:lnTo>
                  <a:lnTo>
                    <a:pt x="2940706" y="3116972"/>
                  </a:lnTo>
                  <a:lnTo>
                    <a:pt x="2933992" y="3116972"/>
                  </a:lnTo>
                  <a:lnTo>
                    <a:pt x="2927278" y="3116972"/>
                  </a:lnTo>
                  <a:lnTo>
                    <a:pt x="2920564" y="3116972"/>
                  </a:lnTo>
                  <a:lnTo>
                    <a:pt x="2913850" y="3116972"/>
                  </a:lnTo>
                  <a:lnTo>
                    <a:pt x="2907136" y="3116972"/>
                  </a:lnTo>
                  <a:lnTo>
                    <a:pt x="2900422" y="3116972"/>
                  </a:lnTo>
                  <a:lnTo>
                    <a:pt x="2893708" y="3116972"/>
                  </a:lnTo>
                  <a:lnTo>
                    <a:pt x="2886994" y="3116972"/>
                  </a:lnTo>
                  <a:lnTo>
                    <a:pt x="2880280" y="3116972"/>
                  </a:lnTo>
                  <a:lnTo>
                    <a:pt x="2873566" y="3116972"/>
                  </a:lnTo>
                  <a:lnTo>
                    <a:pt x="2866852" y="3116972"/>
                  </a:lnTo>
                  <a:lnTo>
                    <a:pt x="2860138" y="3116972"/>
                  </a:lnTo>
                  <a:lnTo>
                    <a:pt x="2853424" y="3116972"/>
                  </a:lnTo>
                  <a:lnTo>
                    <a:pt x="2846711" y="3116972"/>
                  </a:lnTo>
                  <a:lnTo>
                    <a:pt x="2839997" y="3116972"/>
                  </a:lnTo>
                  <a:lnTo>
                    <a:pt x="2833283" y="3116972"/>
                  </a:lnTo>
                  <a:lnTo>
                    <a:pt x="2826569" y="3116972"/>
                  </a:lnTo>
                  <a:lnTo>
                    <a:pt x="2819855" y="3116972"/>
                  </a:lnTo>
                  <a:lnTo>
                    <a:pt x="2813141" y="3116972"/>
                  </a:lnTo>
                  <a:lnTo>
                    <a:pt x="2806427" y="3116972"/>
                  </a:lnTo>
                  <a:lnTo>
                    <a:pt x="2799713" y="3116972"/>
                  </a:lnTo>
                  <a:lnTo>
                    <a:pt x="2792999" y="3116972"/>
                  </a:lnTo>
                  <a:lnTo>
                    <a:pt x="2786285" y="3116972"/>
                  </a:lnTo>
                  <a:lnTo>
                    <a:pt x="2779571" y="3116972"/>
                  </a:lnTo>
                  <a:lnTo>
                    <a:pt x="2772857" y="3116972"/>
                  </a:lnTo>
                  <a:lnTo>
                    <a:pt x="2766143" y="3116972"/>
                  </a:lnTo>
                  <a:lnTo>
                    <a:pt x="2759429" y="3116972"/>
                  </a:lnTo>
                  <a:lnTo>
                    <a:pt x="2752715" y="3116972"/>
                  </a:lnTo>
                  <a:lnTo>
                    <a:pt x="2746001" y="3116972"/>
                  </a:lnTo>
                  <a:lnTo>
                    <a:pt x="2739287" y="3116972"/>
                  </a:lnTo>
                  <a:lnTo>
                    <a:pt x="2732574" y="3116972"/>
                  </a:lnTo>
                  <a:lnTo>
                    <a:pt x="2725860" y="3116972"/>
                  </a:lnTo>
                  <a:lnTo>
                    <a:pt x="2719146" y="3116972"/>
                  </a:lnTo>
                  <a:lnTo>
                    <a:pt x="2712432" y="3116972"/>
                  </a:lnTo>
                  <a:lnTo>
                    <a:pt x="2705718" y="3116972"/>
                  </a:lnTo>
                  <a:lnTo>
                    <a:pt x="2699004" y="3116972"/>
                  </a:lnTo>
                  <a:lnTo>
                    <a:pt x="2692290" y="3116972"/>
                  </a:lnTo>
                  <a:lnTo>
                    <a:pt x="2685576" y="3116972"/>
                  </a:lnTo>
                  <a:lnTo>
                    <a:pt x="2678862" y="3116972"/>
                  </a:lnTo>
                  <a:lnTo>
                    <a:pt x="2672148" y="3116972"/>
                  </a:lnTo>
                  <a:lnTo>
                    <a:pt x="2665434" y="3116972"/>
                  </a:lnTo>
                  <a:lnTo>
                    <a:pt x="2658720" y="3116972"/>
                  </a:lnTo>
                  <a:lnTo>
                    <a:pt x="2652006" y="3116972"/>
                  </a:lnTo>
                  <a:lnTo>
                    <a:pt x="2645292" y="3116972"/>
                  </a:lnTo>
                  <a:lnTo>
                    <a:pt x="2638578" y="3116972"/>
                  </a:lnTo>
                  <a:lnTo>
                    <a:pt x="2631864" y="3116972"/>
                  </a:lnTo>
                  <a:lnTo>
                    <a:pt x="2625150" y="3116972"/>
                  </a:lnTo>
                  <a:lnTo>
                    <a:pt x="2618437" y="3116972"/>
                  </a:lnTo>
                  <a:lnTo>
                    <a:pt x="2611723" y="3116972"/>
                  </a:lnTo>
                  <a:lnTo>
                    <a:pt x="2605009" y="3116972"/>
                  </a:lnTo>
                  <a:lnTo>
                    <a:pt x="2598295" y="3116972"/>
                  </a:lnTo>
                  <a:lnTo>
                    <a:pt x="2591581" y="3116972"/>
                  </a:lnTo>
                  <a:lnTo>
                    <a:pt x="2584867" y="3116972"/>
                  </a:lnTo>
                  <a:lnTo>
                    <a:pt x="2578153" y="3116972"/>
                  </a:lnTo>
                  <a:lnTo>
                    <a:pt x="2571439" y="3116972"/>
                  </a:lnTo>
                  <a:lnTo>
                    <a:pt x="2564725" y="3116972"/>
                  </a:lnTo>
                  <a:lnTo>
                    <a:pt x="2558011" y="3116972"/>
                  </a:lnTo>
                  <a:lnTo>
                    <a:pt x="2551297" y="3116972"/>
                  </a:lnTo>
                  <a:lnTo>
                    <a:pt x="2544583" y="3116972"/>
                  </a:lnTo>
                  <a:lnTo>
                    <a:pt x="2537869" y="3116972"/>
                  </a:lnTo>
                  <a:lnTo>
                    <a:pt x="2531155" y="3116972"/>
                  </a:lnTo>
                  <a:lnTo>
                    <a:pt x="2524441" y="3116972"/>
                  </a:lnTo>
                  <a:lnTo>
                    <a:pt x="2517727" y="3116972"/>
                  </a:lnTo>
                  <a:lnTo>
                    <a:pt x="2511013" y="3116972"/>
                  </a:lnTo>
                  <a:lnTo>
                    <a:pt x="2504300" y="3116972"/>
                  </a:lnTo>
                  <a:lnTo>
                    <a:pt x="2497586" y="3116972"/>
                  </a:lnTo>
                  <a:lnTo>
                    <a:pt x="2490872" y="3116972"/>
                  </a:lnTo>
                  <a:lnTo>
                    <a:pt x="2484158" y="3116972"/>
                  </a:lnTo>
                  <a:lnTo>
                    <a:pt x="2477444" y="3116972"/>
                  </a:lnTo>
                  <a:lnTo>
                    <a:pt x="2470730" y="3116972"/>
                  </a:lnTo>
                  <a:lnTo>
                    <a:pt x="2464016" y="3116972"/>
                  </a:lnTo>
                  <a:lnTo>
                    <a:pt x="2457302" y="3116972"/>
                  </a:lnTo>
                  <a:lnTo>
                    <a:pt x="2450588" y="3116972"/>
                  </a:lnTo>
                  <a:lnTo>
                    <a:pt x="2443874" y="3116972"/>
                  </a:lnTo>
                  <a:lnTo>
                    <a:pt x="2437160" y="3116972"/>
                  </a:lnTo>
                  <a:lnTo>
                    <a:pt x="2430446" y="3116972"/>
                  </a:lnTo>
                  <a:lnTo>
                    <a:pt x="2423732" y="3116972"/>
                  </a:lnTo>
                  <a:lnTo>
                    <a:pt x="2417018" y="3116972"/>
                  </a:lnTo>
                  <a:lnTo>
                    <a:pt x="2410304" y="3116972"/>
                  </a:lnTo>
                  <a:lnTo>
                    <a:pt x="2403590" y="3116972"/>
                  </a:lnTo>
                  <a:lnTo>
                    <a:pt x="2396876" y="3116972"/>
                  </a:lnTo>
                  <a:lnTo>
                    <a:pt x="2390163" y="3116972"/>
                  </a:lnTo>
                  <a:lnTo>
                    <a:pt x="2383449" y="3116972"/>
                  </a:lnTo>
                  <a:lnTo>
                    <a:pt x="2376735" y="3116972"/>
                  </a:lnTo>
                  <a:lnTo>
                    <a:pt x="2370021" y="3116972"/>
                  </a:lnTo>
                  <a:lnTo>
                    <a:pt x="2363307" y="3116972"/>
                  </a:lnTo>
                  <a:lnTo>
                    <a:pt x="2356593" y="3116972"/>
                  </a:lnTo>
                  <a:lnTo>
                    <a:pt x="2349879" y="3116972"/>
                  </a:lnTo>
                  <a:lnTo>
                    <a:pt x="2343165" y="3116972"/>
                  </a:lnTo>
                  <a:lnTo>
                    <a:pt x="2336451" y="3116972"/>
                  </a:lnTo>
                  <a:lnTo>
                    <a:pt x="2329737" y="3116972"/>
                  </a:lnTo>
                  <a:lnTo>
                    <a:pt x="2323023" y="3116972"/>
                  </a:lnTo>
                  <a:lnTo>
                    <a:pt x="2316309" y="3116972"/>
                  </a:lnTo>
                  <a:lnTo>
                    <a:pt x="2309595" y="3116972"/>
                  </a:lnTo>
                  <a:lnTo>
                    <a:pt x="2302881" y="3116972"/>
                  </a:lnTo>
                  <a:lnTo>
                    <a:pt x="2296167" y="3116972"/>
                  </a:lnTo>
                  <a:lnTo>
                    <a:pt x="2289453" y="3116972"/>
                  </a:lnTo>
                  <a:lnTo>
                    <a:pt x="2282739" y="3116972"/>
                  </a:lnTo>
                  <a:lnTo>
                    <a:pt x="2276026" y="3116972"/>
                  </a:lnTo>
                  <a:lnTo>
                    <a:pt x="2269312" y="3116972"/>
                  </a:lnTo>
                  <a:lnTo>
                    <a:pt x="2262598" y="3116972"/>
                  </a:lnTo>
                  <a:lnTo>
                    <a:pt x="2255884" y="3116972"/>
                  </a:lnTo>
                  <a:lnTo>
                    <a:pt x="2249170" y="3116972"/>
                  </a:lnTo>
                  <a:lnTo>
                    <a:pt x="2242456" y="3116972"/>
                  </a:lnTo>
                  <a:lnTo>
                    <a:pt x="2235742" y="3116972"/>
                  </a:lnTo>
                  <a:lnTo>
                    <a:pt x="2229028" y="3116972"/>
                  </a:lnTo>
                  <a:lnTo>
                    <a:pt x="2222314" y="3116972"/>
                  </a:lnTo>
                  <a:lnTo>
                    <a:pt x="2215600" y="3116972"/>
                  </a:lnTo>
                  <a:lnTo>
                    <a:pt x="2208886" y="3116972"/>
                  </a:lnTo>
                  <a:lnTo>
                    <a:pt x="2202172" y="3116972"/>
                  </a:lnTo>
                  <a:lnTo>
                    <a:pt x="2195458" y="3116972"/>
                  </a:lnTo>
                  <a:lnTo>
                    <a:pt x="2188744" y="3116972"/>
                  </a:lnTo>
                  <a:lnTo>
                    <a:pt x="2182030" y="3116972"/>
                  </a:lnTo>
                  <a:lnTo>
                    <a:pt x="2175316" y="3116972"/>
                  </a:lnTo>
                  <a:lnTo>
                    <a:pt x="2168602" y="3116972"/>
                  </a:lnTo>
                  <a:lnTo>
                    <a:pt x="2161889" y="3116972"/>
                  </a:lnTo>
                  <a:lnTo>
                    <a:pt x="2155175" y="3116972"/>
                  </a:lnTo>
                  <a:lnTo>
                    <a:pt x="2148461" y="3116972"/>
                  </a:lnTo>
                  <a:lnTo>
                    <a:pt x="2141747" y="3116972"/>
                  </a:lnTo>
                  <a:lnTo>
                    <a:pt x="2135033" y="3116972"/>
                  </a:lnTo>
                  <a:lnTo>
                    <a:pt x="2128319" y="3116972"/>
                  </a:lnTo>
                  <a:lnTo>
                    <a:pt x="2121605" y="3116972"/>
                  </a:lnTo>
                  <a:lnTo>
                    <a:pt x="2114891" y="3116972"/>
                  </a:lnTo>
                  <a:lnTo>
                    <a:pt x="2108177" y="3116972"/>
                  </a:lnTo>
                  <a:lnTo>
                    <a:pt x="2101463" y="3116972"/>
                  </a:lnTo>
                  <a:lnTo>
                    <a:pt x="2094749" y="3116972"/>
                  </a:lnTo>
                  <a:lnTo>
                    <a:pt x="2088035" y="3116972"/>
                  </a:lnTo>
                  <a:lnTo>
                    <a:pt x="2081321" y="3116972"/>
                  </a:lnTo>
                  <a:lnTo>
                    <a:pt x="2074607" y="3116972"/>
                  </a:lnTo>
                  <a:lnTo>
                    <a:pt x="2067893" y="3116972"/>
                  </a:lnTo>
                  <a:lnTo>
                    <a:pt x="2061179" y="3116972"/>
                  </a:lnTo>
                  <a:lnTo>
                    <a:pt x="2054465" y="3116972"/>
                  </a:lnTo>
                  <a:lnTo>
                    <a:pt x="2047752" y="3116972"/>
                  </a:lnTo>
                  <a:lnTo>
                    <a:pt x="2041038" y="3116972"/>
                  </a:lnTo>
                  <a:lnTo>
                    <a:pt x="2034324" y="3116972"/>
                  </a:lnTo>
                  <a:lnTo>
                    <a:pt x="2027610" y="3116972"/>
                  </a:lnTo>
                  <a:lnTo>
                    <a:pt x="2020896" y="3116972"/>
                  </a:lnTo>
                  <a:lnTo>
                    <a:pt x="2014182" y="3116972"/>
                  </a:lnTo>
                  <a:lnTo>
                    <a:pt x="2007468" y="3116972"/>
                  </a:lnTo>
                  <a:lnTo>
                    <a:pt x="2000754" y="3116972"/>
                  </a:lnTo>
                  <a:lnTo>
                    <a:pt x="1994040" y="3116972"/>
                  </a:lnTo>
                  <a:lnTo>
                    <a:pt x="1987326" y="3116972"/>
                  </a:lnTo>
                  <a:lnTo>
                    <a:pt x="1980612" y="3116972"/>
                  </a:lnTo>
                  <a:lnTo>
                    <a:pt x="1973898" y="3116972"/>
                  </a:lnTo>
                  <a:lnTo>
                    <a:pt x="1967184" y="3116972"/>
                  </a:lnTo>
                  <a:lnTo>
                    <a:pt x="1960470" y="3116972"/>
                  </a:lnTo>
                  <a:lnTo>
                    <a:pt x="1953756" y="3116972"/>
                  </a:lnTo>
                  <a:lnTo>
                    <a:pt x="1947042" y="3116972"/>
                  </a:lnTo>
                  <a:lnTo>
                    <a:pt x="1940328" y="3116972"/>
                  </a:lnTo>
                  <a:lnTo>
                    <a:pt x="1933615" y="3116972"/>
                  </a:lnTo>
                  <a:lnTo>
                    <a:pt x="1926901" y="3116972"/>
                  </a:lnTo>
                  <a:lnTo>
                    <a:pt x="1920187" y="3116972"/>
                  </a:lnTo>
                  <a:lnTo>
                    <a:pt x="1913473" y="3116972"/>
                  </a:lnTo>
                  <a:lnTo>
                    <a:pt x="1906759" y="3116972"/>
                  </a:lnTo>
                  <a:lnTo>
                    <a:pt x="1900045" y="3116972"/>
                  </a:lnTo>
                  <a:lnTo>
                    <a:pt x="1893331" y="3116972"/>
                  </a:lnTo>
                  <a:lnTo>
                    <a:pt x="1886617" y="3116972"/>
                  </a:lnTo>
                  <a:lnTo>
                    <a:pt x="1879903" y="3116972"/>
                  </a:lnTo>
                  <a:lnTo>
                    <a:pt x="1873189" y="3116972"/>
                  </a:lnTo>
                  <a:lnTo>
                    <a:pt x="1866475" y="3116972"/>
                  </a:lnTo>
                  <a:lnTo>
                    <a:pt x="1859761" y="3116972"/>
                  </a:lnTo>
                  <a:lnTo>
                    <a:pt x="1853047" y="3116972"/>
                  </a:lnTo>
                  <a:lnTo>
                    <a:pt x="1846333" y="3116972"/>
                  </a:lnTo>
                  <a:lnTo>
                    <a:pt x="1839619" y="3116972"/>
                  </a:lnTo>
                  <a:lnTo>
                    <a:pt x="1832905" y="3116972"/>
                  </a:lnTo>
                  <a:lnTo>
                    <a:pt x="1826191" y="3116972"/>
                  </a:lnTo>
                  <a:lnTo>
                    <a:pt x="1819478" y="3116972"/>
                  </a:lnTo>
                  <a:lnTo>
                    <a:pt x="1812764" y="3116972"/>
                  </a:lnTo>
                  <a:lnTo>
                    <a:pt x="1806050" y="3116972"/>
                  </a:lnTo>
                  <a:lnTo>
                    <a:pt x="1799336" y="3116972"/>
                  </a:lnTo>
                  <a:lnTo>
                    <a:pt x="1792622" y="3116972"/>
                  </a:lnTo>
                  <a:lnTo>
                    <a:pt x="1785908" y="3116972"/>
                  </a:lnTo>
                  <a:lnTo>
                    <a:pt x="1779194" y="3116972"/>
                  </a:lnTo>
                  <a:lnTo>
                    <a:pt x="1772480" y="3116972"/>
                  </a:lnTo>
                  <a:lnTo>
                    <a:pt x="1765766" y="3116972"/>
                  </a:lnTo>
                  <a:lnTo>
                    <a:pt x="1759052" y="3116972"/>
                  </a:lnTo>
                  <a:lnTo>
                    <a:pt x="1752338" y="3116972"/>
                  </a:lnTo>
                  <a:lnTo>
                    <a:pt x="1745624" y="3116972"/>
                  </a:lnTo>
                  <a:lnTo>
                    <a:pt x="1738910" y="3116972"/>
                  </a:lnTo>
                  <a:lnTo>
                    <a:pt x="1732196" y="3116972"/>
                  </a:lnTo>
                  <a:lnTo>
                    <a:pt x="1725482" y="3116972"/>
                  </a:lnTo>
                  <a:lnTo>
                    <a:pt x="1718768" y="3116972"/>
                  </a:lnTo>
                  <a:lnTo>
                    <a:pt x="1712054" y="3116972"/>
                  </a:lnTo>
                  <a:lnTo>
                    <a:pt x="1705341" y="3116972"/>
                  </a:lnTo>
                  <a:lnTo>
                    <a:pt x="1698627" y="3116972"/>
                  </a:lnTo>
                  <a:lnTo>
                    <a:pt x="1691913" y="3116972"/>
                  </a:lnTo>
                  <a:lnTo>
                    <a:pt x="1685199" y="3116972"/>
                  </a:lnTo>
                  <a:lnTo>
                    <a:pt x="1678485" y="3116972"/>
                  </a:lnTo>
                  <a:lnTo>
                    <a:pt x="1671771" y="3116972"/>
                  </a:lnTo>
                  <a:lnTo>
                    <a:pt x="1665057" y="3116972"/>
                  </a:lnTo>
                  <a:lnTo>
                    <a:pt x="1658343" y="3116972"/>
                  </a:lnTo>
                  <a:lnTo>
                    <a:pt x="1651629" y="3116972"/>
                  </a:lnTo>
                  <a:lnTo>
                    <a:pt x="1644915" y="3116972"/>
                  </a:lnTo>
                  <a:lnTo>
                    <a:pt x="1638201" y="3116972"/>
                  </a:lnTo>
                  <a:lnTo>
                    <a:pt x="1631487" y="3116972"/>
                  </a:lnTo>
                  <a:lnTo>
                    <a:pt x="1624773" y="3116972"/>
                  </a:lnTo>
                  <a:lnTo>
                    <a:pt x="1618059" y="3116972"/>
                  </a:lnTo>
                  <a:lnTo>
                    <a:pt x="1611345" y="3116972"/>
                  </a:lnTo>
                  <a:lnTo>
                    <a:pt x="1604631" y="3116972"/>
                  </a:lnTo>
                  <a:lnTo>
                    <a:pt x="1597917" y="3116972"/>
                  </a:lnTo>
                  <a:lnTo>
                    <a:pt x="1591204" y="3116972"/>
                  </a:lnTo>
                  <a:lnTo>
                    <a:pt x="1584490" y="3116972"/>
                  </a:lnTo>
                  <a:lnTo>
                    <a:pt x="1577776" y="3116972"/>
                  </a:lnTo>
                  <a:lnTo>
                    <a:pt x="1571062" y="3116972"/>
                  </a:lnTo>
                  <a:lnTo>
                    <a:pt x="1564348" y="3116972"/>
                  </a:lnTo>
                  <a:lnTo>
                    <a:pt x="1557634" y="3116972"/>
                  </a:lnTo>
                  <a:lnTo>
                    <a:pt x="1550920" y="3116972"/>
                  </a:lnTo>
                  <a:lnTo>
                    <a:pt x="1544206" y="3116972"/>
                  </a:lnTo>
                  <a:lnTo>
                    <a:pt x="1537492" y="3116972"/>
                  </a:lnTo>
                  <a:lnTo>
                    <a:pt x="1530778" y="3116972"/>
                  </a:lnTo>
                  <a:lnTo>
                    <a:pt x="1524064" y="3116972"/>
                  </a:lnTo>
                  <a:lnTo>
                    <a:pt x="1517350" y="3116972"/>
                  </a:lnTo>
                  <a:lnTo>
                    <a:pt x="1510636" y="3116972"/>
                  </a:lnTo>
                  <a:lnTo>
                    <a:pt x="1503922" y="3116972"/>
                  </a:lnTo>
                  <a:lnTo>
                    <a:pt x="1497208" y="3116972"/>
                  </a:lnTo>
                  <a:lnTo>
                    <a:pt x="1490494" y="3116972"/>
                  </a:lnTo>
                  <a:lnTo>
                    <a:pt x="1483780" y="3116972"/>
                  </a:lnTo>
                  <a:lnTo>
                    <a:pt x="1477067" y="3116972"/>
                  </a:lnTo>
                  <a:lnTo>
                    <a:pt x="1470353" y="3116972"/>
                  </a:lnTo>
                  <a:lnTo>
                    <a:pt x="1463639" y="3116972"/>
                  </a:lnTo>
                  <a:lnTo>
                    <a:pt x="1456925" y="3116972"/>
                  </a:lnTo>
                  <a:lnTo>
                    <a:pt x="1450211" y="3116972"/>
                  </a:lnTo>
                  <a:lnTo>
                    <a:pt x="1443497" y="3116972"/>
                  </a:lnTo>
                  <a:lnTo>
                    <a:pt x="1436783" y="3116972"/>
                  </a:lnTo>
                  <a:lnTo>
                    <a:pt x="1430069" y="3116972"/>
                  </a:lnTo>
                  <a:lnTo>
                    <a:pt x="1423355" y="3116972"/>
                  </a:lnTo>
                  <a:lnTo>
                    <a:pt x="1416641" y="3116972"/>
                  </a:lnTo>
                  <a:lnTo>
                    <a:pt x="1409927" y="3116972"/>
                  </a:lnTo>
                  <a:lnTo>
                    <a:pt x="1403213" y="3116972"/>
                  </a:lnTo>
                  <a:lnTo>
                    <a:pt x="1396499" y="3116972"/>
                  </a:lnTo>
                  <a:lnTo>
                    <a:pt x="1389785" y="3116972"/>
                  </a:lnTo>
                  <a:lnTo>
                    <a:pt x="1383071" y="3116972"/>
                  </a:lnTo>
                  <a:lnTo>
                    <a:pt x="1376357" y="3116972"/>
                  </a:lnTo>
                  <a:lnTo>
                    <a:pt x="1369643" y="3116972"/>
                  </a:lnTo>
                  <a:lnTo>
                    <a:pt x="1362930" y="3116972"/>
                  </a:lnTo>
                  <a:lnTo>
                    <a:pt x="1356216" y="3116972"/>
                  </a:lnTo>
                  <a:lnTo>
                    <a:pt x="1349502" y="3116972"/>
                  </a:lnTo>
                  <a:lnTo>
                    <a:pt x="1342788" y="3116972"/>
                  </a:lnTo>
                  <a:lnTo>
                    <a:pt x="1336074" y="3116972"/>
                  </a:lnTo>
                  <a:lnTo>
                    <a:pt x="1329360" y="3116972"/>
                  </a:lnTo>
                  <a:lnTo>
                    <a:pt x="1322646" y="3116972"/>
                  </a:lnTo>
                  <a:lnTo>
                    <a:pt x="1315932" y="3116972"/>
                  </a:lnTo>
                  <a:lnTo>
                    <a:pt x="1309218" y="3116972"/>
                  </a:lnTo>
                  <a:lnTo>
                    <a:pt x="1302504" y="3116972"/>
                  </a:lnTo>
                  <a:lnTo>
                    <a:pt x="1295790" y="3116972"/>
                  </a:lnTo>
                  <a:lnTo>
                    <a:pt x="1289076" y="3116972"/>
                  </a:lnTo>
                  <a:lnTo>
                    <a:pt x="1282362" y="3116972"/>
                  </a:lnTo>
                  <a:lnTo>
                    <a:pt x="1275648" y="3116972"/>
                  </a:lnTo>
                  <a:lnTo>
                    <a:pt x="1268934" y="3116972"/>
                  </a:lnTo>
                  <a:lnTo>
                    <a:pt x="1262220" y="3116972"/>
                  </a:lnTo>
                  <a:lnTo>
                    <a:pt x="1255506" y="3116972"/>
                  </a:lnTo>
                  <a:lnTo>
                    <a:pt x="1248793" y="3116972"/>
                  </a:lnTo>
                  <a:lnTo>
                    <a:pt x="1242079" y="3116972"/>
                  </a:lnTo>
                  <a:lnTo>
                    <a:pt x="1235365" y="3116972"/>
                  </a:lnTo>
                  <a:lnTo>
                    <a:pt x="1228651" y="3116972"/>
                  </a:lnTo>
                  <a:lnTo>
                    <a:pt x="1221937" y="3116972"/>
                  </a:lnTo>
                  <a:lnTo>
                    <a:pt x="1215223" y="3116972"/>
                  </a:lnTo>
                  <a:lnTo>
                    <a:pt x="1208509" y="3116972"/>
                  </a:lnTo>
                  <a:lnTo>
                    <a:pt x="1201795" y="3116972"/>
                  </a:lnTo>
                  <a:lnTo>
                    <a:pt x="1195081" y="3116972"/>
                  </a:lnTo>
                  <a:lnTo>
                    <a:pt x="1188367" y="3116972"/>
                  </a:lnTo>
                  <a:lnTo>
                    <a:pt x="1181653" y="3116972"/>
                  </a:lnTo>
                  <a:lnTo>
                    <a:pt x="1174939" y="3116972"/>
                  </a:lnTo>
                  <a:lnTo>
                    <a:pt x="1168225" y="3116972"/>
                  </a:lnTo>
                  <a:lnTo>
                    <a:pt x="1161511" y="3116972"/>
                  </a:lnTo>
                  <a:lnTo>
                    <a:pt x="1154797" y="3116972"/>
                  </a:lnTo>
                  <a:lnTo>
                    <a:pt x="1148083" y="3116972"/>
                  </a:lnTo>
                  <a:lnTo>
                    <a:pt x="1141369" y="3116972"/>
                  </a:lnTo>
                  <a:lnTo>
                    <a:pt x="1134656" y="3116972"/>
                  </a:lnTo>
                  <a:lnTo>
                    <a:pt x="1127942" y="3116972"/>
                  </a:lnTo>
                  <a:lnTo>
                    <a:pt x="1121228" y="3116972"/>
                  </a:lnTo>
                  <a:lnTo>
                    <a:pt x="1114514" y="3116972"/>
                  </a:lnTo>
                  <a:lnTo>
                    <a:pt x="1107800" y="3116972"/>
                  </a:lnTo>
                  <a:lnTo>
                    <a:pt x="1101086" y="3116972"/>
                  </a:lnTo>
                  <a:lnTo>
                    <a:pt x="1094372" y="3116972"/>
                  </a:lnTo>
                  <a:lnTo>
                    <a:pt x="1087658" y="3116972"/>
                  </a:lnTo>
                  <a:lnTo>
                    <a:pt x="1080944" y="3116972"/>
                  </a:lnTo>
                  <a:lnTo>
                    <a:pt x="1074230" y="3116972"/>
                  </a:lnTo>
                  <a:lnTo>
                    <a:pt x="1067516" y="3116972"/>
                  </a:lnTo>
                  <a:lnTo>
                    <a:pt x="1060802" y="3116972"/>
                  </a:lnTo>
                  <a:lnTo>
                    <a:pt x="1054088" y="3116972"/>
                  </a:lnTo>
                  <a:lnTo>
                    <a:pt x="1047374" y="3116972"/>
                  </a:lnTo>
                  <a:lnTo>
                    <a:pt x="1040660" y="3116972"/>
                  </a:lnTo>
                  <a:lnTo>
                    <a:pt x="1033946" y="3116972"/>
                  </a:lnTo>
                  <a:lnTo>
                    <a:pt x="1027232" y="3116972"/>
                  </a:lnTo>
                  <a:lnTo>
                    <a:pt x="1020519" y="3116972"/>
                  </a:lnTo>
                  <a:lnTo>
                    <a:pt x="1013805" y="3116972"/>
                  </a:lnTo>
                  <a:lnTo>
                    <a:pt x="1007091" y="3116972"/>
                  </a:lnTo>
                  <a:lnTo>
                    <a:pt x="1000377" y="3116972"/>
                  </a:lnTo>
                  <a:lnTo>
                    <a:pt x="993663" y="3116972"/>
                  </a:lnTo>
                  <a:lnTo>
                    <a:pt x="986949" y="3116972"/>
                  </a:lnTo>
                  <a:lnTo>
                    <a:pt x="980235" y="3116972"/>
                  </a:lnTo>
                  <a:lnTo>
                    <a:pt x="973521" y="3116972"/>
                  </a:lnTo>
                  <a:lnTo>
                    <a:pt x="966807" y="3116972"/>
                  </a:lnTo>
                  <a:lnTo>
                    <a:pt x="960093" y="3116972"/>
                  </a:lnTo>
                  <a:lnTo>
                    <a:pt x="953379" y="3116972"/>
                  </a:lnTo>
                  <a:lnTo>
                    <a:pt x="946665" y="3116972"/>
                  </a:lnTo>
                  <a:lnTo>
                    <a:pt x="939951" y="3116972"/>
                  </a:lnTo>
                  <a:lnTo>
                    <a:pt x="933237" y="3116972"/>
                  </a:lnTo>
                  <a:lnTo>
                    <a:pt x="926523" y="3116972"/>
                  </a:lnTo>
                  <a:lnTo>
                    <a:pt x="919809" y="3116972"/>
                  </a:lnTo>
                  <a:lnTo>
                    <a:pt x="913095" y="3116972"/>
                  </a:lnTo>
                  <a:lnTo>
                    <a:pt x="906382" y="3116972"/>
                  </a:lnTo>
                  <a:lnTo>
                    <a:pt x="899668" y="3116972"/>
                  </a:lnTo>
                  <a:lnTo>
                    <a:pt x="892954" y="3116972"/>
                  </a:lnTo>
                  <a:lnTo>
                    <a:pt x="886240" y="3116972"/>
                  </a:lnTo>
                  <a:lnTo>
                    <a:pt x="879526" y="3116972"/>
                  </a:lnTo>
                  <a:lnTo>
                    <a:pt x="872812" y="3116972"/>
                  </a:lnTo>
                  <a:lnTo>
                    <a:pt x="866098" y="3116972"/>
                  </a:lnTo>
                  <a:lnTo>
                    <a:pt x="859384" y="3116972"/>
                  </a:lnTo>
                  <a:lnTo>
                    <a:pt x="852670" y="3116972"/>
                  </a:lnTo>
                  <a:lnTo>
                    <a:pt x="845956" y="3116972"/>
                  </a:lnTo>
                  <a:lnTo>
                    <a:pt x="839242" y="3116972"/>
                  </a:lnTo>
                  <a:lnTo>
                    <a:pt x="832528" y="3116972"/>
                  </a:lnTo>
                  <a:lnTo>
                    <a:pt x="825814" y="3116972"/>
                  </a:lnTo>
                  <a:lnTo>
                    <a:pt x="819100" y="3116972"/>
                  </a:lnTo>
                  <a:lnTo>
                    <a:pt x="812386" y="3116972"/>
                  </a:lnTo>
                  <a:lnTo>
                    <a:pt x="805672" y="3116972"/>
                  </a:lnTo>
                  <a:lnTo>
                    <a:pt x="798958" y="3116972"/>
                  </a:lnTo>
                  <a:lnTo>
                    <a:pt x="792245" y="3116972"/>
                  </a:lnTo>
                  <a:lnTo>
                    <a:pt x="785531" y="3116972"/>
                  </a:lnTo>
                  <a:lnTo>
                    <a:pt x="778817" y="3116972"/>
                  </a:lnTo>
                  <a:lnTo>
                    <a:pt x="772103" y="3116972"/>
                  </a:lnTo>
                  <a:lnTo>
                    <a:pt x="765389" y="3116972"/>
                  </a:lnTo>
                  <a:lnTo>
                    <a:pt x="758675" y="3116972"/>
                  </a:lnTo>
                  <a:lnTo>
                    <a:pt x="751961" y="3116972"/>
                  </a:lnTo>
                  <a:lnTo>
                    <a:pt x="745247" y="3116972"/>
                  </a:lnTo>
                  <a:lnTo>
                    <a:pt x="738533" y="3116972"/>
                  </a:lnTo>
                  <a:lnTo>
                    <a:pt x="731819" y="3116972"/>
                  </a:lnTo>
                  <a:lnTo>
                    <a:pt x="725105" y="3116972"/>
                  </a:lnTo>
                  <a:lnTo>
                    <a:pt x="718391" y="3116972"/>
                  </a:lnTo>
                  <a:lnTo>
                    <a:pt x="711677" y="3116972"/>
                  </a:lnTo>
                  <a:lnTo>
                    <a:pt x="704963" y="3116972"/>
                  </a:lnTo>
                  <a:lnTo>
                    <a:pt x="698249" y="3116972"/>
                  </a:lnTo>
                  <a:lnTo>
                    <a:pt x="691535" y="3116972"/>
                  </a:lnTo>
                  <a:lnTo>
                    <a:pt x="684821" y="3116972"/>
                  </a:lnTo>
                  <a:lnTo>
                    <a:pt x="678108" y="3116972"/>
                  </a:lnTo>
                  <a:lnTo>
                    <a:pt x="671394" y="3116972"/>
                  </a:lnTo>
                  <a:lnTo>
                    <a:pt x="664680" y="3116972"/>
                  </a:lnTo>
                  <a:lnTo>
                    <a:pt x="657966" y="3116972"/>
                  </a:lnTo>
                  <a:lnTo>
                    <a:pt x="651252" y="3116972"/>
                  </a:lnTo>
                  <a:lnTo>
                    <a:pt x="644538" y="3116972"/>
                  </a:lnTo>
                  <a:lnTo>
                    <a:pt x="637824" y="3116972"/>
                  </a:lnTo>
                  <a:lnTo>
                    <a:pt x="631110" y="3116972"/>
                  </a:lnTo>
                  <a:lnTo>
                    <a:pt x="624396" y="3116972"/>
                  </a:lnTo>
                  <a:lnTo>
                    <a:pt x="617682" y="3116972"/>
                  </a:lnTo>
                  <a:lnTo>
                    <a:pt x="610968" y="3116972"/>
                  </a:lnTo>
                  <a:lnTo>
                    <a:pt x="604254" y="3116972"/>
                  </a:lnTo>
                  <a:lnTo>
                    <a:pt x="597540" y="3116972"/>
                  </a:lnTo>
                  <a:lnTo>
                    <a:pt x="590826" y="3116972"/>
                  </a:lnTo>
                  <a:lnTo>
                    <a:pt x="584112" y="3116972"/>
                  </a:lnTo>
                  <a:lnTo>
                    <a:pt x="577398" y="3116972"/>
                  </a:lnTo>
                  <a:lnTo>
                    <a:pt x="570684" y="3116972"/>
                  </a:lnTo>
                  <a:lnTo>
                    <a:pt x="563971" y="3116972"/>
                  </a:lnTo>
                  <a:lnTo>
                    <a:pt x="557257" y="3116972"/>
                  </a:lnTo>
                  <a:lnTo>
                    <a:pt x="550543" y="3116972"/>
                  </a:lnTo>
                  <a:lnTo>
                    <a:pt x="543829" y="3116972"/>
                  </a:lnTo>
                  <a:lnTo>
                    <a:pt x="537115" y="3116972"/>
                  </a:lnTo>
                  <a:lnTo>
                    <a:pt x="530401" y="3116972"/>
                  </a:lnTo>
                  <a:lnTo>
                    <a:pt x="523687" y="3116972"/>
                  </a:lnTo>
                  <a:lnTo>
                    <a:pt x="516973" y="3116972"/>
                  </a:lnTo>
                  <a:lnTo>
                    <a:pt x="510259" y="3116972"/>
                  </a:lnTo>
                  <a:lnTo>
                    <a:pt x="503545" y="3116972"/>
                  </a:lnTo>
                  <a:lnTo>
                    <a:pt x="496831" y="3116972"/>
                  </a:lnTo>
                  <a:lnTo>
                    <a:pt x="490117" y="3116972"/>
                  </a:lnTo>
                  <a:lnTo>
                    <a:pt x="483403" y="3116972"/>
                  </a:lnTo>
                  <a:lnTo>
                    <a:pt x="476689" y="3116972"/>
                  </a:lnTo>
                  <a:lnTo>
                    <a:pt x="469975" y="3116972"/>
                  </a:lnTo>
                  <a:lnTo>
                    <a:pt x="463261" y="3116972"/>
                  </a:lnTo>
                  <a:lnTo>
                    <a:pt x="456547" y="3116972"/>
                  </a:lnTo>
                  <a:lnTo>
                    <a:pt x="449834" y="3116972"/>
                  </a:lnTo>
                  <a:lnTo>
                    <a:pt x="443120" y="3116972"/>
                  </a:lnTo>
                  <a:lnTo>
                    <a:pt x="436406" y="3116972"/>
                  </a:lnTo>
                  <a:lnTo>
                    <a:pt x="429692" y="3116972"/>
                  </a:lnTo>
                  <a:lnTo>
                    <a:pt x="422978" y="3116972"/>
                  </a:lnTo>
                  <a:lnTo>
                    <a:pt x="416264" y="3116972"/>
                  </a:lnTo>
                  <a:lnTo>
                    <a:pt x="409550" y="3116972"/>
                  </a:lnTo>
                  <a:lnTo>
                    <a:pt x="402836" y="3116972"/>
                  </a:lnTo>
                  <a:lnTo>
                    <a:pt x="396122" y="3116972"/>
                  </a:lnTo>
                  <a:lnTo>
                    <a:pt x="389408" y="3116972"/>
                  </a:lnTo>
                  <a:lnTo>
                    <a:pt x="382694" y="3116972"/>
                  </a:lnTo>
                  <a:lnTo>
                    <a:pt x="375980" y="3116972"/>
                  </a:lnTo>
                  <a:lnTo>
                    <a:pt x="369266" y="3116972"/>
                  </a:lnTo>
                  <a:lnTo>
                    <a:pt x="362552" y="3116972"/>
                  </a:lnTo>
                  <a:lnTo>
                    <a:pt x="355838" y="3116972"/>
                  </a:lnTo>
                  <a:lnTo>
                    <a:pt x="349124" y="3116972"/>
                  </a:lnTo>
                  <a:lnTo>
                    <a:pt x="342410" y="3116972"/>
                  </a:lnTo>
                  <a:lnTo>
                    <a:pt x="335697" y="3116972"/>
                  </a:lnTo>
                  <a:lnTo>
                    <a:pt x="328983" y="3116972"/>
                  </a:lnTo>
                  <a:lnTo>
                    <a:pt x="322269" y="3116972"/>
                  </a:lnTo>
                  <a:lnTo>
                    <a:pt x="315555" y="3116972"/>
                  </a:lnTo>
                  <a:lnTo>
                    <a:pt x="308841" y="3116972"/>
                  </a:lnTo>
                  <a:lnTo>
                    <a:pt x="302127" y="3116972"/>
                  </a:lnTo>
                  <a:lnTo>
                    <a:pt x="295413" y="3116972"/>
                  </a:lnTo>
                  <a:lnTo>
                    <a:pt x="288699" y="3116972"/>
                  </a:lnTo>
                  <a:lnTo>
                    <a:pt x="281985" y="3116972"/>
                  </a:lnTo>
                  <a:lnTo>
                    <a:pt x="275271" y="3116972"/>
                  </a:lnTo>
                  <a:lnTo>
                    <a:pt x="268557" y="3116972"/>
                  </a:lnTo>
                  <a:lnTo>
                    <a:pt x="261843" y="3116972"/>
                  </a:lnTo>
                  <a:lnTo>
                    <a:pt x="255129" y="3116972"/>
                  </a:lnTo>
                  <a:lnTo>
                    <a:pt x="248415" y="3116972"/>
                  </a:lnTo>
                  <a:lnTo>
                    <a:pt x="241701" y="3116972"/>
                  </a:lnTo>
                  <a:lnTo>
                    <a:pt x="234987" y="3116972"/>
                  </a:lnTo>
                  <a:lnTo>
                    <a:pt x="228273" y="3116972"/>
                  </a:lnTo>
                  <a:lnTo>
                    <a:pt x="221560" y="3116972"/>
                  </a:lnTo>
                  <a:lnTo>
                    <a:pt x="214846" y="3116972"/>
                  </a:lnTo>
                  <a:lnTo>
                    <a:pt x="208132" y="3116972"/>
                  </a:lnTo>
                  <a:lnTo>
                    <a:pt x="201418" y="3116972"/>
                  </a:lnTo>
                  <a:lnTo>
                    <a:pt x="194704" y="3116972"/>
                  </a:lnTo>
                  <a:lnTo>
                    <a:pt x="187990" y="3116972"/>
                  </a:lnTo>
                  <a:lnTo>
                    <a:pt x="181276" y="3116972"/>
                  </a:lnTo>
                  <a:lnTo>
                    <a:pt x="174562" y="3116972"/>
                  </a:lnTo>
                  <a:lnTo>
                    <a:pt x="167848" y="3116972"/>
                  </a:lnTo>
                  <a:lnTo>
                    <a:pt x="161134" y="3116972"/>
                  </a:lnTo>
                  <a:lnTo>
                    <a:pt x="154420" y="3116972"/>
                  </a:lnTo>
                  <a:lnTo>
                    <a:pt x="147706" y="3116972"/>
                  </a:lnTo>
                  <a:lnTo>
                    <a:pt x="140992" y="3116972"/>
                  </a:lnTo>
                  <a:lnTo>
                    <a:pt x="134278" y="3116972"/>
                  </a:lnTo>
                  <a:lnTo>
                    <a:pt x="127564" y="3116972"/>
                  </a:lnTo>
                  <a:lnTo>
                    <a:pt x="120850" y="3116972"/>
                  </a:lnTo>
                  <a:lnTo>
                    <a:pt x="114136" y="3116972"/>
                  </a:lnTo>
                  <a:lnTo>
                    <a:pt x="107423" y="3116972"/>
                  </a:lnTo>
                  <a:lnTo>
                    <a:pt x="100709" y="3116972"/>
                  </a:lnTo>
                  <a:lnTo>
                    <a:pt x="93995" y="3116972"/>
                  </a:lnTo>
                  <a:lnTo>
                    <a:pt x="87281" y="3116972"/>
                  </a:lnTo>
                  <a:lnTo>
                    <a:pt x="80567" y="3116972"/>
                  </a:lnTo>
                  <a:lnTo>
                    <a:pt x="73853" y="3116972"/>
                  </a:lnTo>
                  <a:lnTo>
                    <a:pt x="67139" y="3116972"/>
                  </a:lnTo>
                  <a:lnTo>
                    <a:pt x="60425" y="3116972"/>
                  </a:lnTo>
                  <a:lnTo>
                    <a:pt x="53711" y="3116972"/>
                  </a:lnTo>
                  <a:lnTo>
                    <a:pt x="46997" y="3116972"/>
                  </a:lnTo>
                  <a:lnTo>
                    <a:pt x="40283" y="3116972"/>
                  </a:lnTo>
                  <a:lnTo>
                    <a:pt x="33569" y="3116972"/>
                  </a:lnTo>
                  <a:lnTo>
                    <a:pt x="26855" y="3116972"/>
                  </a:lnTo>
                  <a:lnTo>
                    <a:pt x="20141" y="3116972"/>
                  </a:lnTo>
                  <a:lnTo>
                    <a:pt x="13427" y="3116972"/>
                  </a:lnTo>
                  <a:lnTo>
                    <a:pt x="6713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634209"/>
                  </a:moveTo>
                  <a:lnTo>
                    <a:pt x="6713" y="2658051"/>
                  </a:lnTo>
                  <a:lnTo>
                    <a:pt x="13427" y="2542773"/>
                  </a:lnTo>
                  <a:lnTo>
                    <a:pt x="20141" y="2523692"/>
                  </a:lnTo>
                  <a:lnTo>
                    <a:pt x="26855" y="2589773"/>
                  </a:lnTo>
                  <a:lnTo>
                    <a:pt x="33569" y="2664126"/>
                  </a:lnTo>
                  <a:lnTo>
                    <a:pt x="40283" y="2750482"/>
                  </a:lnTo>
                  <a:lnTo>
                    <a:pt x="46997" y="2826748"/>
                  </a:lnTo>
                  <a:lnTo>
                    <a:pt x="53711" y="2941416"/>
                  </a:lnTo>
                  <a:lnTo>
                    <a:pt x="60425" y="2981958"/>
                  </a:lnTo>
                  <a:lnTo>
                    <a:pt x="67139" y="2983567"/>
                  </a:lnTo>
                  <a:lnTo>
                    <a:pt x="73853" y="2983164"/>
                  </a:lnTo>
                  <a:lnTo>
                    <a:pt x="80567" y="2977361"/>
                  </a:lnTo>
                  <a:lnTo>
                    <a:pt x="87281" y="2952305"/>
                  </a:lnTo>
                  <a:lnTo>
                    <a:pt x="93995" y="2950125"/>
                  </a:lnTo>
                  <a:lnTo>
                    <a:pt x="100709" y="2967325"/>
                  </a:lnTo>
                  <a:lnTo>
                    <a:pt x="107423" y="2995757"/>
                  </a:lnTo>
                  <a:lnTo>
                    <a:pt x="114136" y="2996159"/>
                  </a:lnTo>
                  <a:lnTo>
                    <a:pt x="120850" y="3016963"/>
                  </a:lnTo>
                  <a:lnTo>
                    <a:pt x="127564" y="3077362"/>
                  </a:lnTo>
                  <a:lnTo>
                    <a:pt x="134278" y="3114566"/>
                  </a:lnTo>
                  <a:lnTo>
                    <a:pt x="140992" y="3100970"/>
                  </a:lnTo>
                  <a:lnTo>
                    <a:pt x="147706" y="3090097"/>
                  </a:lnTo>
                  <a:lnTo>
                    <a:pt x="154420" y="3090099"/>
                  </a:lnTo>
                  <a:lnTo>
                    <a:pt x="161134" y="3071418"/>
                  </a:lnTo>
                  <a:lnTo>
                    <a:pt x="167848" y="2967453"/>
                  </a:lnTo>
                  <a:lnTo>
                    <a:pt x="174562" y="2860141"/>
                  </a:lnTo>
                  <a:lnTo>
                    <a:pt x="181276" y="2893117"/>
                  </a:lnTo>
                  <a:lnTo>
                    <a:pt x="187990" y="2913179"/>
                  </a:lnTo>
                  <a:lnTo>
                    <a:pt x="194704" y="2897745"/>
                  </a:lnTo>
                  <a:lnTo>
                    <a:pt x="201418" y="2863314"/>
                  </a:lnTo>
                  <a:lnTo>
                    <a:pt x="208132" y="2912242"/>
                  </a:lnTo>
                  <a:lnTo>
                    <a:pt x="214846" y="2992580"/>
                  </a:lnTo>
                  <a:lnTo>
                    <a:pt x="221560" y="2998253"/>
                  </a:lnTo>
                  <a:lnTo>
                    <a:pt x="228273" y="2998253"/>
                  </a:lnTo>
                  <a:lnTo>
                    <a:pt x="234987" y="3013687"/>
                  </a:lnTo>
                  <a:lnTo>
                    <a:pt x="241701" y="3008292"/>
                  </a:lnTo>
                  <a:lnTo>
                    <a:pt x="248415" y="3000833"/>
                  </a:lnTo>
                  <a:lnTo>
                    <a:pt x="255129" y="3000832"/>
                  </a:lnTo>
                  <a:lnTo>
                    <a:pt x="261843" y="3000833"/>
                  </a:lnTo>
                  <a:lnTo>
                    <a:pt x="268557" y="3000833"/>
                  </a:lnTo>
                  <a:lnTo>
                    <a:pt x="275271" y="3000833"/>
                  </a:lnTo>
                  <a:lnTo>
                    <a:pt x="281985" y="3044341"/>
                  </a:lnTo>
                  <a:lnTo>
                    <a:pt x="288699" y="3071491"/>
                  </a:lnTo>
                  <a:lnTo>
                    <a:pt x="295413" y="3071491"/>
                  </a:lnTo>
                  <a:lnTo>
                    <a:pt x="302127" y="3071491"/>
                  </a:lnTo>
                  <a:lnTo>
                    <a:pt x="308841" y="3071491"/>
                  </a:lnTo>
                  <a:lnTo>
                    <a:pt x="315555" y="3071491"/>
                  </a:lnTo>
                  <a:lnTo>
                    <a:pt x="322269" y="3071491"/>
                  </a:lnTo>
                  <a:lnTo>
                    <a:pt x="328983" y="3071491"/>
                  </a:lnTo>
                  <a:lnTo>
                    <a:pt x="335697" y="3071491"/>
                  </a:lnTo>
                  <a:lnTo>
                    <a:pt x="342410" y="3051783"/>
                  </a:lnTo>
                  <a:lnTo>
                    <a:pt x="349124" y="3009251"/>
                  </a:lnTo>
                  <a:lnTo>
                    <a:pt x="355838" y="2999345"/>
                  </a:lnTo>
                  <a:lnTo>
                    <a:pt x="362552" y="2999346"/>
                  </a:lnTo>
                  <a:lnTo>
                    <a:pt x="369266" y="2999346"/>
                  </a:lnTo>
                  <a:lnTo>
                    <a:pt x="375980" y="2999346"/>
                  </a:lnTo>
                  <a:lnTo>
                    <a:pt x="382694" y="3026480"/>
                  </a:lnTo>
                  <a:lnTo>
                    <a:pt x="389408" y="3062237"/>
                  </a:lnTo>
                  <a:lnTo>
                    <a:pt x="396122" y="3010428"/>
                  </a:lnTo>
                  <a:lnTo>
                    <a:pt x="402836" y="2942233"/>
                  </a:lnTo>
                  <a:lnTo>
                    <a:pt x="409550" y="2917013"/>
                  </a:lnTo>
                  <a:lnTo>
                    <a:pt x="416264" y="2917013"/>
                  </a:lnTo>
                  <a:lnTo>
                    <a:pt x="422978" y="2909588"/>
                  </a:lnTo>
                  <a:lnTo>
                    <a:pt x="429692" y="2907671"/>
                  </a:lnTo>
                  <a:lnTo>
                    <a:pt x="436406" y="2942699"/>
                  </a:lnTo>
                  <a:lnTo>
                    <a:pt x="443120" y="3023915"/>
                  </a:lnTo>
                  <a:lnTo>
                    <a:pt x="449834" y="3080901"/>
                  </a:lnTo>
                  <a:lnTo>
                    <a:pt x="456547" y="3080901"/>
                  </a:lnTo>
                  <a:lnTo>
                    <a:pt x="463261" y="3080901"/>
                  </a:lnTo>
                  <a:lnTo>
                    <a:pt x="469975" y="3089594"/>
                  </a:lnTo>
                  <a:lnTo>
                    <a:pt x="476689" y="3116972"/>
                  </a:lnTo>
                  <a:lnTo>
                    <a:pt x="476689" y="3116972"/>
                  </a:lnTo>
                  <a:lnTo>
                    <a:pt x="483403" y="3116972"/>
                  </a:lnTo>
                  <a:lnTo>
                    <a:pt x="490117" y="3077511"/>
                  </a:lnTo>
                  <a:lnTo>
                    <a:pt x="496831" y="3007011"/>
                  </a:lnTo>
                  <a:lnTo>
                    <a:pt x="503545" y="2981744"/>
                  </a:lnTo>
                  <a:lnTo>
                    <a:pt x="510259" y="2942605"/>
                  </a:lnTo>
                  <a:lnTo>
                    <a:pt x="516973" y="2899836"/>
                  </a:lnTo>
                  <a:lnTo>
                    <a:pt x="523687" y="2862961"/>
                  </a:lnTo>
                  <a:lnTo>
                    <a:pt x="530401" y="2910946"/>
                  </a:lnTo>
                  <a:lnTo>
                    <a:pt x="537115" y="2998650"/>
                  </a:lnTo>
                  <a:lnTo>
                    <a:pt x="543829" y="3003384"/>
                  </a:lnTo>
                  <a:lnTo>
                    <a:pt x="550543" y="3004589"/>
                  </a:lnTo>
                  <a:lnTo>
                    <a:pt x="557257" y="3034655"/>
                  </a:lnTo>
                  <a:lnTo>
                    <a:pt x="563971" y="3018505"/>
                  </a:lnTo>
                  <a:lnTo>
                    <a:pt x="570684" y="2959011"/>
                  </a:lnTo>
                  <a:lnTo>
                    <a:pt x="577398" y="2897158"/>
                  </a:lnTo>
                  <a:lnTo>
                    <a:pt x="584112" y="2884178"/>
                  </a:lnTo>
                  <a:lnTo>
                    <a:pt x="590826" y="2880088"/>
                  </a:lnTo>
                  <a:lnTo>
                    <a:pt x="597540" y="2850852"/>
                  </a:lnTo>
                  <a:lnTo>
                    <a:pt x="604254" y="2816922"/>
                  </a:lnTo>
                  <a:lnTo>
                    <a:pt x="610968" y="2785567"/>
                  </a:lnTo>
                  <a:lnTo>
                    <a:pt x="617682" y="2737129"/>
                  </a:lnTo>
                  <a:lnTo>
                    <a:pt x="624396" y="2716095"/>
                  </a:lnTo>
                  <a:lnTo>
                    <a:pt x="631110" y="2727352"/>
                  </a:lnTo>
                  <a:lnTo>
                    <a:pt x="637824" y="2731776"/>
                  </a:lnTo>
                  <a:lnTo>
                    <a:pt x="644538" y="2752396"/>
                  </a:lnTo>
                  <a:lnTo>
                    <a:pt x="651252" y="2764942"/>
                  </a:lnTo>
                  <a:lnTo>
                    <a:pt x="657966" y="2783728"/>
                  </a:lnTo>
                  <a:lnTo>
                    <a:pt x="664680" y="2816983"/>
                  </a:lnTo>
                  <a:lnTo>
                    <a:pt x="671394" y="2785470"/>
                  </a:lnTo>
                  <a:lnTo>
                    <a:pt x="678108" y="2769971"/>
                  </a:lnTo>
                  <a:lnTo>
                    <a:pt x="684821" y="2782738"/>
                  </a:lnTo>
                  <a:lnTo>
                    <a:pt x="691535" y="2828013"/>
                  </a:lnTo>
                  <a:lnTo>
                    <a:pt x="698249" y="2861848"/>
                  </a:lnTo>
                  <a:lnTo>
                    <a:pt x="704963" y="2857747"/>
                  </a:lnTo>
                  <a:lnTo>
                    <a:pt x="711677" y="2874272"/>
                  </a:lnTo>
                  <a:lnTo>
                    <a:pt x="718391" y="2842247"/>
                  </a:lnTo>
                  <a:lnTo>
                    <a:pt x="725105" y="2845528"/>
                  </a:lnTo>
                  <a:lnTo>
                    <a:pt x="731819" y="2869978"/>
                  </a:lnTo>
                  <a:lnTo>
                    <a:pt x="738533" y="2910444"/>
                  </a:lnTo>
                  <a:lnTo>
                    <a:pt x="745247" y="2909686"/>
                  </a:lnTo>
                  <a:lnTo>
                    <a:pt x="751961" y="2911058"/>
                  </a:lnTo>
                  <a:lnTo>
                    <a:pt x="758675" y="2985570"/>
                  </a:lnTo>
                  <a:lnTo>
                    <a:pt x="765389" y="3023484"/>
                  </a:lnTo>
                  <a:lnTo>
                    <a:pt x="772103" y="2966573"/>
                  </a:lnTo>
                  <a:lnTo>
                    <a:pt x="778817" y="2836584"/>
                  </a:lnTo>
                  <a:lnTo>
                    <a:pt x="785531" y="2727079"/>
                  </a:lnTo>
                  <a:lnTo>
                    <a:pt x="792245" y="2726425"/>
                  </a:lnTo>
                  <a:lnTo>
                    <a:pt x="798958" y="2674348"/>
                  </a:lnTo>
                  <a:lnTo>
                    <a:pt x="805672" y="2594139"/>
                  </a:lnTo>
                  <a:lnTo>
                    <a:pt x="812386" y="2554954"/>
                  </a:lnTo>
                  <a:lnTo>
                    <a:pt x="819100" y="2596543"/>
                  </a:lnTo>
                  <a:lnTo>
                    <a:pt x="825814" y="2673131"/>
                  </a:lnTo>
                  <a:lnTo>
                    <a:pt x="832528" y="2703251"/>
                  </a:lnTo>
                  <a:lnTo>
                    <a:pt x="839242" y="2763483"/>
                  </a:lnTo>
                  <a:lnTo>
                    <a:pt x="845956" y="2870176"/>
                  </a:lnTo>
                  <a:lnTo>
                    <a:pt x="852670" y="2900708"/>
                  </a:lnTo>
                  <a:lnTo>
                    <a:pt x="859384" y="2903831"/>
                  </a:lnTo>
                  <a:lnTo>
                    <a:pt x="866098" y="2953213"/>
                  </a:lnTo>
                  <a:lnTo>
                    <a:pt x="872812" y="2972777"/>
                  </a:lnTo>
                  <a:lnTo>
                    <a:pt x="879526" y="2924409"/>
                  </a:lnTo>
                  <a:lnTo>
                    <a:pt x="886240" y="2844687"/>
                  </a:lnTo>
                  <a:lnTo>
                    <a:pt x="892954" y="2910251"/>
                  </a:lnTo>
                  <a:lnTo>
                    <a:pt x="899668" y="2995525"/>
                  </a:lnTo>
                  <a:lnTo>
                    <a:pt x="906382" y="3005214"/>
                  </a:lnTo>
                  <a:lnTo>
                    <a:pt x="913095" y="2965732"/>
                  </a:lnTo>
                  <a:lnTo>
                    <a:pt x="919809" y="2921416"/>
                  </a:lnTo>
                  <a:lnTo>
                    <a:pt x="926523" y="2835234"/>
                  </a:lnTo>
                  <a:lnTo>
                    <a:pt x="933237" y="2794736"/>
                  </a:lnTo>
                  <a:lnTo>
                    <a:pt x="939951" y="2792466"/>
                  </a:lnTo>
                  <a:lnTo>
                    <a:pt x="946665" y="2759888"/>
                  </a:lnTo>
                  <a:lnTo>
                    <a:pt x="953379" y="2718646"/>
                  </a:lnTo>
                  <a:lnTo>
                    <a:pt x="960093" y="2707177"/>
                  </a:lnTo>
                  <a:lnTo>
                    <a:pt x="966807" y="2781433"/>
                  </a:lnTo>
                  <a:lnTo>
                    <a:pt x="973521" y="2815493"/>
                  </a:lnTo>
                  <a:lnTo>
                    <a:pt x="980235" y="2795209"/>
                  </a:lnTo>
                  <a:lnTo>
                    <a:pt x="986949" y="2787426"/>
                  </a:lnTo>
                  <a:lnTo>
                    <a:pt x="993663" y="2849532"/>
                  </a:lnTo>
                  <a:lnTo>
                    <a:pt x="1000377" y="2892468"/>
                  </a:lnTo>
                  <a:lnTo>
                    <a:pt x="1007091" y="2908091"/>
                  </a:lnTo>
                  <a:lnTo>
                    <a:pt x="1013805" y="2870508"/>
                  </a:lnTo>
                  <a:lnTo>
                    <a:pt x="1020519" y="2881380"/>
                  </a:lnTo>
                  <a:lnTo>
                    <a:pt x="1027232" y="2922138"/>
                  </a:lnTo>
                  <a:lnTo>
                    <a:pt x="1033946" y="2877866"/>
                  </a:lnTo>
                  <a:lnTo>
                    <a:pt x="1040660" y="2852446"/>
                  </a:lnTo>
                  <a:lnTo>
                    <a:pt x="1047374" y="2849118"/>
                  </a:lnTo>
                  <a:lnTo>
                    <a:pt x="1054088" y="2891537"/>
                  </a:lnTo>
                  <a:lnTo>
                    <a:pt x="1060802" y="2903221"/>
                  </a:lnTo>
                  <a:lnTo>
                    <a:pt x="1067516" y="2902823"/>
                  </a:lnTo>
                  <a:lnTo>
                    <a:pt x="1074230" y="2965273"/>
                  </a:lnTo>
                  <a:lnTo>
                    <a:pt x="1080944" y="3050833"/>
                  </a:lnTo>
                  <a:lnTo>
                    <a:pt x="1087658" y="3091286"/>
                  </a:lnTo>
                  <a:lnTo>
                    <a:pt x="1094372" y="3046130"/>
                  </a:lnTo>
                  <a:lnTo>
                    <a:pt x="1101086" y="3042704"/>
                  </a:lnTo>
                  <a:lnTo>
                    <a:pt x="1107800" y="3020686"/>
                  </a:lnTo>
                  <a:lnTo>
                    <a:pt x="1114514" y="2948301"/>
                  </a:lnTo>
                  <a:lnTo>
                    <a:pt x="1121228" y="2858965"/>
                  </a:lnTo>
                  <a:lnTo>
                    <a:pt x="1127942" y="2837191"/>
                  </a:lnTo>
                  <a:lnTo>
                    <a:pt x="1134656" y="2883949"/>
                  </a:lnTo>
                  <a:lnTo>
                    <a:pt x="1141369" y="2887376"/>
                  </a:lnTo>
                  <a:lnTo>
                    <a:pt x="1148083" y="2908995"/>
                  </a:lnTo>
                  <a:lnTo>
                    <a:pt x="1154797" y="2921610"/>
                  </a:lnTo>
                  <a:lnTo>
                    <a:pt x="1161511" y="2963372"/>
                  </a:lnTo>
                  <a:lnTo>
                    <a:pt x="1168225" y="2933976"/>
                  </a:lnTo>
                  <a:lnTo>
                    <a:pt x="1174939" y="2925290"/>
                  </a:lnTo>
                  <a:lnTo>
                    <a:pt x="1181653" y="2928481"/>
                  </a:lnTo>
                  <a:lnTo>
                    <a:pt x="1188367" y="2883614"/>
                  </a:lnTo>
                  <a:lnTo>
                    <a:pt x="1195081" y="2956146"/>
                  </a:lnTo>
                  <a:lnTo>
                    <a:pt x="1201795" y="3013406"/>
                  </a:lnTo>
                  <a:lnTo>
                    <a:pt x="1208509" y="3033897"/>
                  </a:lnTo>
                  <a:lnTo>
                    <a:pt x="1215223" y="2909639"/>
                  </a:lnTo>
                  <a:lnTo>
                    <a:pt x="1221937" y="2810517"/>
                  </a:lnTo>
                  <a:lnTo>
                    <a:pt x="1228651" y="2832913"/>
                  </a:lnTo>
                  <a:lnTo>
                    <a:pt x="1235365" y="2815946"/>
                  </a:lnTo>
                  <a:lnTo>
                    <a:pt x="1242079" y="2780189"/>
                  </a:lnTo>
                  <a:lnTo>
                    <a:pt x="1248793" y="2762244"/>
                  </a:lnTo>
                  <a:lnTo>
                    <a:pt x="1255506" y="2831263"/>
                  </a:lnTo>
                  <a:lnTo>
                    <a:pt x="1262220" y="2907024"/>
                  </a:lnTo>
                  <a:lnTo>
                    <a:pt x="1268934" y="2876995"/>
                  </a:lnTo>
                  <a:lnTo>
                    <a:pt x="1275648" y="2822517"/>
                  </a:lnTo>
                  <a:lnTo>
                    <a:pt x="1282362" y="2838575"/>
                  </a:lnTo>
                  <a:lnTo>
                    <a:pt x="1289076" y="2885367"/>
                  </a:lnTo>
                  <a:lnTo>
                    <a:pt x="1295790" y="2950482"/>
                  </a:lnTo>
                  <a:lnTo>
                    <a:pt x="1302504" y="2926580"/>
                  </a:lnTo>
                  <a:lnTo>
                    <a:pt x="1309218" y="2954534"/>
                  </a:lnTo>
                  <a:lnTo>
                    <a:pt x="1315932" y="3009013"/>
                  </a:lnTo>
                  <a:lnTo>
                    <a:pt x="1322646" y="2981837"/>
                  </a:lnTo>
                  <a:lnTo>
                    <a:pt x="1329360" y="2915460"/>
                  </a:lnTo>
                  <a:lnTo>
                    <a:pt x="1336074" y="2923754"/>
                  </a:lnTo>
                  <a:lnTo>
                    <a:pt x="1342788" y="3018094"/>
                  </a:lnTo>
                  <a:lnTo>
                    <a:pt x="1349502" y="3090615"/>
                  </a:lnTo>
                  <a:lnTo>
                    <a:pt x="1356216" y="3104168"/>
                  </a:lnTo>
                  <a:lnTo>
                    <a:pt x="1362930" y="3097541"/>
                  </a:lnTo>
                  <a:lnTo>
                    <a:pt x="1369643" y="3116972"/>
                  </a:lnTo>
                  <a:lnTo>
                    <a:pt x="1369643" y="3116972"/>
                  </a:lnTo>
                  <a:lnTo>
                    <a:pt x="1376357" y="3111674"/>
                  </a:lnTo>
                  <a:lnTo>
                    <a:pt x="1383071" y="3061405"/>
                  </a:lnTo>
                  <a:lnTo>
                    <a:pt x="1389785" y="2989970"/>
                  </a:lnTo>
                  <a:lnTo>
                    <a:pt x="1396499" y="2893754"/>
                  </a:lnTo>
                  <a:lnTo>
                    <a:pt x="1403213" y="2880858"/>
                  </a:lnTo>
                  <a:lnTo>
                    <a:pt x="1409927" y="2915529"/>
                  </a:lnTo>
                  <a:lnTo>
                    <a:pt x="1416641" y="2880933"/>
                  </a:lnTo>
                  <a:lnTo>
                    <a:pt x="1423355" y="2850855"/>
                  </a:lnTo>
                  <a:lnTo>
                    <a:pt x="1430069" y="2874056"/>
                  </a:lnTo>
                  <a:lnTo>
                    <a:pt x="1436783" y="2956717"/>
                  </a:lnTo>
                  <a:lnTo>
                    <a:pt x="1443497" y="2998557"/>
                  </a:lnTo>
                  <a:lnTo>
                    <a:pt x="1450211" y="2999301"/>
                  </a:lnTo>
                  <a:lnTo>
                    <a:pt x="1456925" y="3017767"/>
                  </a:lnTo>
                  <a:lnTo>
                    <a:pt x="1463639" y="3044365"/>
                  </a:lnTo>
                  <a:lnTo>
                    <a:pt x="1470353" y="3003073"/>
                  </a:lnTo>
                  <a:lnTo>
                    <a:pt x="1477067" y="2952596"/>
                  </a:lnTo>
                  <a:lnTo>
                    <a:pt x="1483780" y="2966470"/>
                  </a:lnTo>
                  <a:lnTo>
                    <a:pt x="1490494" y="2949092"/>
                  </a:lnTo>
                  <a:lnTo>
                    <a:pt x="1497208" y="2926031"/>
                  </a:lnTo>
                  <a:lnTo>
                    <a:pt x="1503922" y="2954268"/>
                  </a:lnTo>
                  <a:lnTo>
                    <a:pt x="1510636" y="3009063"/>
                  </a:lnTo>
                  <a:lnTo>
                    <a:pt x="1517350" y="3059539"/>
                  </a:lnTo>
                  <a:lnTo>
                    <a:pt x="1524064" y="3045666"/>
                  </a:lnTo>
                  <a:lnTo>
                    <a:pt x="1530778" y="3069105"/>
                  </a:lnTo>
                  <a:lnTo>
                    <a:pt x="1537492" y="3109089"/>
                  </a:lnTo>
                  <a:lnTo>
                    <a:pt x="1544206" y="3084331"/>
                  </a:lnTo>
                  <a:lnTo>
                    <a:pt x="1550920" y="3025439"/>
                  </a:lnTo>
                  <a:lnTo>
                    <a:pt x="1557634" y="2946684"/>
                  </a:lnTo>
                  <a:lnTo>
                    <a:pt x="1564348" y="2902048"/>
                  </a:lnTo>
                  <a:lnTo>
                    <a:pt x="1571062" y="2868033"/>
                  </a:lnTo>
                  <a:lnTo>
                    <a:pt x="1577776" y="2866857"/>
                  </a:lnTo>
                  <a:lnTo>
                    <a:pt x="1584490" y="2866858"/>
                  </a:lnTo>
                  <a:lnTo>
                    <a:pt x="1591204" y="2882389"/>
                  </a:lnTo>
                  <a:lnTo>
                    <a:pt x="1597917" y="2921035"/>
                  </a:lnTo>
                  <a:lnTo>
                    <a:pt x="1604631" y="2965671"/>
                  </a:lnTo>
                  <a:lnTo>
                    <a:pt x="1611345" y="2999687"/>
                  </a:lnTo>
                  <a:lnTo>
                    <a:pt x="1618059" y="3005199"/>
                  </a:lnTo>
                  <a:lnTo>
                    <a:pt x="1624773" y="3031628"/>
                  </a:lnTo>
                  <a:lnTo>
                    <a:pt x="1631487" y="3082326"/>
                  </a:lnTo>
                  <a:lnTo>
                    <a:pt x="1638201" y="3107394"/>
                  </a:lnTo>
                  <a:lnTo>
                    <a:pt x="1644915" y="3050868"/>
                  </a:lnTo>
                  <a:lnTo>
                    <a:pt x="1651629" y="2961091"/>
                  </a:lnTo>
                  <a:lnTo>
                    <a:pt x="1658343" y="2877873"/>
                  </a:lnTo>
                  <a:lnTo>
                    <a:pt x="1665057" y="2846234"/>
                  </a:lnTo>
                  <a:lnTo>
                    <a:pt x="1671771" y="2849140"/>
                  </a:lnTo>
                  <a:lnTo>
                    <a:pt x="1678485" y="2792126"/>
                  </a:lnTo>
                  <a:lnTo>
                    <a:pt x="1685199" y="2691336"/>
                  </a:lnTo>
                  <a:lnTo>
                    <a:pt x="1691913" y="2676007"/>
                  </a:lnTo>
                  <a:lnTo>
                    <a:pt x="1698627" y="2693988"/>
                  </a:lnTo>
                  <a:lnTo>
                    <a:pt x="1705341" y="2701376"/>
                  </a:lnTo>
                  <a:lnTo>
                    <a:pt x="1712054" y="2678291"/>
                  </a:lnTo>
                  <a:lnTo>
                    <a:pt x="1718768" y="2738774"/>
                  </a:lnTo>
                  <a:lnTo>
                    <a:pt x="1725482" y="2862185"/>
                  </a:lnTo>
                  <a:lnTo>
                    <a:pt x="1732196" y="2925847"/>
                  </a:lnTo>
                  <a:lnTo>
                    <a:pt x="1738910" y="2976479"/>
                  </a:lnTo>
                  <a:lnTo>
                    <a:pt x="1745624" y="2912776"/>
                  </a:lnTo>
                  <a:lnTo>
                    <a:pt x="1752338" y="2807897"/>
                  </a:lnTo>
                  <a:lnTo>
                    <a:pt x="1759052" y="2719608"/>
                  </a:lnTo>
                  <a:lnTo>
                    <a:pt x="1765766" y="2709837"/>
                  </a:lnTo>
                  <a:lnTo>
                    <a:pt x="1772480" y="2675588"/>
                  </a:lnTo>
                  <a:lnTo>
                    <a:pt x="1779194" y="2614952"/>
                  </a:lnTo>
                  <a:lnTo>
                    <a:pt x="1785908" y="2573588"/>
                  </a:lnTo>
                  <a:lnTo>
                    <a:pt x="1792622" y="2655617"/>
                  </a:lnTo>
                  <a:lnTo>
                    <a:pt x="1799336" y="2705835"/>
                  </a:lnTo>
                  <a:lnTo>
                    <a:pt x="1806050" y="2661933"/>
                  </a:lnTo>
                  <a:lnTo>
                    <a:pt x="1812764" y="2713731"/>
                  </a:lnTo>
                  <a:lnTo>
                    <a:pt x="1819478" y="2732052"/>
                  </a:lnTo>
                  <a:lnTo>
                    <a:pt x="1826191" y="2740425"/>
                  </a:lnTo>
                  <a:lnTo>
                    <a:pt x="1832905" y="2701069"/>
                  </a:lnTo>
                  <a:lnTo>
                    <a:pt x="1839619" y="2700428"/>
                  </a:lnTo>
                  <a:lnTo>
                    <a:pt x="1846333" y="2675659"/>
                  </a:lnTo>
                  <a:lnTo>
                    <a:pt x="1853047" y="2632057"/>
                  </a:lnTo>
                  <a:lnTo>
                    <a:pt x="1859761" y="2648707"/>
                  </a:lnTo>
                  <a:lnTo>
                    <a:pt x="1866475" y="2730316"/>
                  </a:lnTo>
                  <a:lnTo>
                    <a:pt x="1873189" y="2793911"/>
                  </a:lnTo>
                  <a:lnTo>
                    <a:pt x="1879903" y="2844194"/>
                  </a:lnTo>
                  <a:lnTo>
                    <a:pt x="1886617" y="2951881"/>
                  </a:lnTo>
                  <a:lnTo>
                    <a:pt x="1893331" y="2976285"/>
                  </a:lnTo>
                  <a:lnTo>
                    <a:pt x="1900045" y="2859472"/>
                  </a:lnTo>
                  <a:lnTo>
                    <a:pt x="1906759" y="2750831"/>
                  </a:lnTo>
                  <a:lnTo>
                    <a:pt x="1913473" y="2680452"/>
                  </a:lnTo>
                  <a:lnTo>
                    <a:pt x="1920187" y="2616196"/>
                  </a:lnTo>
                  <a:lnTo>
                    <a:pt x="1926901" y="2552788"/>
                  </a:lnTo>
                  <a:lnTo>
                    <a:pt x="1933615" y="2555350"/>
                  </a:lnTo>
                  <a:lnTo>
                    <a:pt x="1940328" y="2665150"/>
                  </a:lnTo>
                  <a:lnTo>
                    <a:pt x="1947042" y="2774775"/>
                  </a:lnTo>
                  <a:lnTo>
                    <a:pt x="1953756" y="2719277"/>
                  </a:lnTo>
                  <a:lnTo>
                    <a:pt x="1960470" y="2570702"/>
                  </a:lnTo>
                  <a:lnTo>
                    <a:pt x="1967184" y="2502727"/>
                  </a:lnTo>
                  <a:lnTo>
                    <a:pt x="1973898" y="2487214"/>
                  </a:lnTo>
                  <a:lnTo>
                    <a:pt x="1980612" y="2481725"/>
                  </a:lnTo>
                  <a:lnTo>
                    <a:pt x="1987326" y="2439613"/>
                  </a:lnTo>
                  <a:lnTo>
                    <a:pt x="1994040" y="2458086"/>
                  </a:lnTo>
                  <a:lnTo>
                    <a:pt x="2000754" y="2543389"/>
                  </a:lnTo>
                  <a:lnTo>
                    <a:pt x="2007468" y="2608602"/>
                  </a:lnTo>
                  <a:lnTo>
                    <a:pt x="2014182" y="2618361"/>
                  </a:lnTo>
                  <a:lnTo>
                    <a:pt x="2020896" y="2680797"/>
                  </a:lnTo>
                  <a:lnTo>
                    <a:pt x="2027610" y="2684611"/>
                  </a:lnTo>
                  <a:lnTo>
                    <a:pt x="2034324" y="2645462"/>
                  </a:lnTo>
                  <a:lnTo>
                    <a:pt x="2041038" y="2631307"/>
                  </a:lnTo>
                  <a:lnTo>
                    <a:pt x="2047752" y="2578677"/>
                  </a:lnTo>
                  <a:lnTo>
                    <a:pt x="2054465" y="2506390"/>
                  </a:lnTo>
                  <a:lnTo>
                    <a:pt x="2061179" y="2415309"/>
                  </a:lnTo>
                  <a:lnTo>
                    <a:pt x="2067893" y="2338842"/>
                  </a:lnTo>
                  <a:lnTo>
                    <a:pt x="2074607" y="2392405"/>
                  </a:lnTo>
                  <a:lnTo>
                    <a:pt x="2081321" y="2439627"/>
                  </a:lnTo>
                  <a:lnTo>
                    <a:pt x="2088035" y="2421897"/>
                  </a:lnTo>
                  <a:lnTo>
                    <a:pt x="2094749" y="2477354"/>
                  </a:lnTo>
                  <a:lnTo>
                    <a:pt x="2101463" y="2561862"/>
                  </a:lnTo>
                  <a:lnTo>
                    <a:pt x="2108177" y="2683791"/>
                  </a:lnTo>
                  <a:lnTo>
                    <a:pt x="2114891" y="2734366"/>
                  </a:lnTo>
                  <a:lnTo>
                    <a:pt x="2121605" y="2775703"/>
                  </a:lnTo>
                  <a:lnTo>
                    <a:pt x="2128319" y="2783969"/>
                  </a:lnTo>
                  <a:lnTo>
                    <a:pt x="2135033" y="2788004"/>
                  </a:lnTo>
                  <a:lnTo>
                    <a:pt x="2141747" y="2636943"/>
                  </a:lnTo>
                  <a:lnTo>
                    <a:pt x="2148461" y="2460743"/>
                  </a:lnTo>
                  <a:lnTo>
                    <a:pt x="2155175" y="2420894"/>
                  </a:lnTo>
                  <a:lnTo>
                    <a:pt x="2161889" y="2402203"/>
                  </a:lnTo>
                  <a:lnTo>
                    <a:pt x="2168602" y="2385677"/>
                  </a:lnTo>
                  <a:lnTo>
                    <a:pt x="2175316" y="2258979"/>
                  </a:lnTo>
                  <a:lnTo>
                    <a:pt x="2182030" y="2244136"/>
                  </a:lnTo>
                  <a:lnTo>
                    <a:pt x="2188744" y="2302212"/>
                  </a:lnTo>
                  <a:lnTo>
                    <a:pt x="2195458" y="2221842"/>
                  </a:lnTo>
                  <a:lnTo>
                    <a:pt x="2202172" y="2184507"/>
                  </a:lnTo>
                  <a:lnTo>
                    <a:pt x="2208886" y="2242606"/>
                  </a:lnTo>
                  <a:lnTo>
                    <a:pt x="2215600" y="2376314"/>
                  </a:lnTo>
                  <a:lnTo>
                    <a:pt x="2222314" y="2382341"/>
                  </a:lnTo>
                  <a:lnTo>
                    <a:pt x="2229028" y="2315651"/>
                  </a:lnTo>
                  <a:lnTo>
                    <a:pt x="2235742" y="2255758"/>
                  </a:lnTo>
                  <a:lnTo>
                    <a:pt x="2242456" y="2104677"/>
                  </a:lnTo>
                  <a:lnTo>
                    <a:pt x="2249170" y="1949850"/>
                  </a:lnTo>
                  <a:lnTo>
                    <a:pt x="2255884" y="1744956"/>
                  </a:lnTo>
                  <a:lnTo>
                    <a:pt x="2262598" y="1600178"/>
                  </a:lnTo>
                  <a:lnTo>
                    <a:pt x="2269312" y="1468089"/>
                  </a:lnTo>
                  <a:lnTo>
                    <a:pt x="2276026" y="1355767"/>
                  </a:lnTo>
                  <a:lnTo>
                    <a:pt x="2282739" y="1353803"/>
                  </a:lnTo>
                  <a:lnTo>
                    <a:pt x="2289453" y="1319315"/>
                  </a:lnTo>
                  <a:lnTo>
                    <a:pt x="2296167" y="1274060"/>
                  </a:lnTo>
                  <a:lnTo>
                    <a:pt x="2302881" y="1319028"/>
                  </a:lnTo>
                  <a:lnTo>
                    <a:pt x="2309595" y="1359469"/>
                  </a:lnTo>
                  <a:lnTo>
                    <a:pt x="2316309" y="1344634"/>
                  </a:lnTo>
                  <a:lnTo>
                    <a:pt x="2323023" y="1309542"/>
                  </a:lnTo>
                  <a:lnTo>
                    <a:pt x="2329737" y="1330052"/>
                  </a:lnTo>
                  <a:lnTo>
                    <a:pt x="2336451" y="1349529"/>
                  </a:lnTo>
                  <a:lnTo>
                    <a:pt x="2343165" y="1280858"/>
                  </a:lnTo>
                  <a:lnTo>
                    <a:pt x="2349879" y="1254816"/>
                  </a:lnTo>
                  <a:lnTo>
                    <a:pt x="2356593" y="1371434"/>
                  </a:lnTo>
                  <a:lnTo>
                    <a:pt x="2363307" y="1465239"/>
                  </a:lnTo>
                  <a:lnTo>
                    <a:pt x="2370021" y="1484774"/>
                  </a:lnTo>
                  <a:lnTo>
                    <a:pt x="2376735" y="1456169"/>
                  </a:lnTo>
                  <a:lnTo>
                    <a:pt x="2383449" y="1417837"/>
                  </a:lnTo>
                  <a:lnTo>
                    <a:pt x="2390163" y="1437658"/>
                  </a:lnTo>
                  <a:lnTo>
                    <a:pt x="2396876" y="1405169"/>
                  </a:lnTo>
                  <a:lnTo>
                    <a:pt x="2403590" y="1281879"/>
                  </a:lnTo>
                  <a:lnTo>
                    <a:pt x="2410304" y="1215474"/>
                  </a:lnTo>
                  <a:lnTo>
                    <a:pt x="2417018" y="1291319"/>
                  </a:lnTo>
                  <a:lnTo>
                    <a:pt x="2423732" y="1407355"/>
                  </a:lnTo>
                  <a:lnTo>
                    <a:pt x="2430446" y="1499355"/>
                  </a:lnTo>
                  <a:lnTo>
                    <a:pt x="2437160" y="1687359"/>
                  </a:lnTo>
                  <a:lnTo>
                    <a:pt x="2443874" y="1963119"/>
                  </a:lnTo>
                  <a:lnTo>
                    <a:pt x="2450588" y="2119146"/>
                  </a:lnTo>
                  <a:lnTo>
                    <a:pt x="2457302" y="2170014"/>
                  </a:lnTo>
                  <a:lnTo>
                    <a:pt x="2464016" y="2176769"/>
                  </a:lnTo>
                  <a:lnTo>
                    <a:pt x="2470730" y="2085375"/>
                  </a:lnTo>
                  <a:lnTo>
                    <a:pt x="2477444" y="1924987"/>
                  </a:lnTo>
                  <a:lnTo>
                    <a:pt x="2484158" y="1861277"/>
                  </a:lnTo>
                  <a:lnTo>
                    <a:pt x="2490872" y="1944274"/>
                  </a:lnTo>
                  <a:lnTo>
                    <a:pt x="2497586" y="2102156"/>
                  </a:lnTo>
                  <a:lnTo>
                    <a:pt x="2504300" y="2231617"/>
                  </a:lnTo>
                  <a:lnTo>
                    <a:pt x="2511013" y="2235750"/>
                  </a:lnTo>
                  <a:lnTo>
                    <a:pt x="2517727" y="2133140"/>
                  </a:lnTo>
                  <a:lnTo>
                    <a:pt x="2524441" y="1904757"/>
                  </a:lnTo>
                  <a:lnTo>
                    <a:pt x="2531155" y="1564732"/>
                  </a:lnTo>
                  <a:lnTo>
                    <a:pt x="2537869" y="1185800"/>
                  </a:lnTo>
                  <a:lnTo>
                    <a:pt x="2544583" y="902881"/>
                  </a:lnTo>
                  <a:lnTo>
                    <a:pt x="2551297" y="810830"/>
                  </a:lnTo>
                  <a:lnTo>
                    <a:pt x="2558011" y="754129"/>
                  </a:lnTo>
                  <a:lnTo>
                    <a:pt x="2564725" y="764247"/>
                  </a:lnTo>
                  <a:lnTo>
                    <a:pt x="2571439" y="899654"/>
                  </a:lnTo>
                  <a:lnTo>
                    <a:pt x="2578153" y="1047338"/>
                  </a:lnTo>
                  <a:lnTo>
                    <a:pt x="2584867" y="1127913"/>
                  </a:lnTo>
                  <a:lnTo>
                    <a:pt x="2591581" y="1168828"/>
                  </a:lnTo>
                  <a:lnTo>
                    <a:pt x="2598295" y="1249435"/>
                  </a:lnTo>
                  <a:lnTo>
                    <a:pt x="2605009" y="1243503"/>
                  </a:lnTo>
                  <a:lnTo>
                    <a:pt x="2611723" y="1094805"/>
                  </a:lnTo>
                  <a:lnTo>
                    <a:pt x="2618437" y="954820"/>
                  </a:lnTo>
                  <a:lnTo>
                    <a:pt x="2625150" y="930278"/>
                  </a:lnTo>
                  <a:lnTo>
                    <a:pt x="2631864" y="901541"/>
                  </a:lnTo>
                  <a:lnTo>
                    <a:pt x="2638578" y="795774"/>
                  </a:lnTo>
                  <a:lnTo>
                    <a:pt x="2645292" y="753512"/>
                  </a:lnTo>
                  <a:lnTo>
                    <a:pt x="2652006" y="813457"/>
                  </a:lnTo>
                  <a:lnTo>
                    <a:pt x="2658720" y="841940"/>
                  </a:lnTo>
                  <a:lnTo>
                    <a:pt x="2665434" y="770345"/>
                  </a:lnTo>
                  <a:lnTo>
                    <a:pt x="2672148" y="747986"/>
                  </a:lnTo>
                  <a:lnTo>
                    <a:pt x="2678862" y="825469"/>
                  </a:lnTo>
                  <a:lnTo>
                    <a:pt x="2685576" y="898480"/>
                  </a:lnTo>
                  <a:lnTo>
                    <a:pt x="2692290" y="950557"/>
                  </a:lnTo>
                  <a:lnTo>
                    <a:pt x="2699004" y="960646"/>
                  </a:lnTo>
                  <a:lnTo>
                    <a:pt x="2705718" y="947874"/>
                  </a:lnTo>
                  <a:lnTo>
                    <a:pt x="2712432" y="927380"/>
                  </a:lnTo>
                  <a:lnTo>
                    <a:pt x="2719146" y="848667"/>
                  </a:lnTo>
                  <a:lnTo>
                    <a:pt x="2725860" y="786448"/>
                  </a:lnTo>
                  <a:lnTo>
                    <a:pt x="2732574" y="686668"/>
                  </a:lnTo>
                  <a:lnTo>
                    <a:pt x="2739287" y="588683"/>
                  </a:lnTo>
                  <a:lnTo>
                    <a:pt x="2746001" y="567519"/>
                  </a:lnTo>
                  <a:lnTo>
                    <a:pt x="2752715" y="539431"/>
                  </a:lnTo>
                  <a:lnTo>
                    <a:pt x="2759429" y="532103"/>
                  </a:lnTo>
                  <a:lnTo>
                    <a:pt x="2766143" y="494214"/>
                  </a:lnTo>
                  <a:lnTo>
                    <a:pt x="2772857" y="570184"/>
                  </a:lnTo>
                  <a:lnTo>
                    <a:pt x="2779571" y="697047"/>
                  </a:lnTo>
                  <a:lnTo>
                    <a:pt x="2786285" y="760904"/>
                  </a:lnTo>
                  <a:lnTo>
                    <a:pt x="2792999" y="779005"/>
                  </a:lnTo>
                  <a:lnTo>
                    <a:pt x="2799713" y="831339"/>
                  </a:lnTo>
                  <a:lnTo>
                    <a:pt x="2806427" y="867891"/>
                  </a:lnTo>
                  <a:lnTo>
                    <a:pt x="2813141" y="862189"/>
                  </a:lnTo>
                  <a:lnTo>
                    <a:pt x="2819855" y="886416"/>
                  </a:lnTo>
                  <a:lnTo>
                    <a:pt x="2826569" y="890207"/>
                  </a:lnTo>
                  <a:lnTo>
                    <a:pt x="2833283" y="863570"/>
                  </a:lnTo>
                  <a:lnTo>
                    <a:pt x="2839997" y="823267"/>
                  </a:lnTo>
                  <a:lnTo>
                    <a:pt x="2846711" y="865113"/>
                  </a:lnTo>
                  <a:lnTo>
                    <a:pt x="2853424" y="817408"/>
                  </a:lnTo>
                  <a:lnTo>
                    <a:pt x="2860138" y="708417"/>
                  </a:lnTo>
                  <a:lnTo>
                    <a:pt x="2866852" y="701277"/>
                  </a:lnTo>
                  <a:lnTo>
                    <a:pt x="2873566" y="743395"/>
                  </a:lnTo>
                  <a:lnTo>
                    <a:pt x="2880280" y="704887"/>
                  </a:lnTo>
                  <a:lnTo>
                    <a:pt x="2886994" y="590814"/>
                  </a:lnTo>
                  <a:lnTo>
                    <a:pt x="2893708" y="614683"/>
                  </a:lnTo>
                  <a:lnTo>
                    <a:pt x="2900422" y="658061"/>
                  </a:lnTo>
                  <a:lnTo>
                    <a:pt x="2907136" y="728833"/>
                  </a:lnTo>
                  <a:lnTo>
                    <a:pt x="2913850" y="864550"/>
                  </a:lnTo>
                  <a:lnTo>
                    <a:pt x="2920564" y="981124"/>
                  </a:lnTo>
                  <a:lnTo>
                    <a:pt x="2927278" y="1008753"/>
                  </a:lnTo>
                  <a:lnTo>
                    <a:pt x="2933992" y="904797"/>
                  </a:lnTo>
                  <a:lnTo>
                    <a:pt x="2940706" y="813362"/>
                  </a:lnTo>
                  <a:lnTo>
                    <a:pt x="2947420" y="685060"/>
                  </a:lnTo>
                  <a:lnTo>
                    <a:pt x="2954134" y="549046"/>
                  </a:lnTo>
                  <a:lnTo>
                    <a:pt x="2960848" y="515044"/>
                  </a:lnTo>
                  <a:lnTo>
                    <a:pt x="2967561" y="562068"/>
                  </a:lnTo>
                  <a:lnTo>
                    <a:pt x="2974275" y="616500"/>
                  </a:lnTo>
                  <a:lnTo>
                    <a:pt x="2980989" y="763186"/>
                  </a:lnTo>
                  <a:lnTo>
                    <a:pt x="2987703" y="899323"/>
                  </a:lnTo>
                  <a:lnTo>
                    <a:pt x="2994417" y="1007425"/>
                  </a:lnTo>
                  <a:lnTo>
                    <a:pt x="3001131" y="1079453"/>
                  </a:lnTo>
                  <a:lnTo>
                    <a:pt x="3007845" y="1157539"/>
                  </a:lnTo>
                  <a:lnTo>
                    <a:pt x="3014559" y="1276775"/>
                  </a:lnTo>
                  <a:lnTo>
                    <a:pt x="3021273" y="1248520"/>
                  </a:lnTo>
                  <a:lnTo>
                    <a:pt x="3027987" y="1180230"/>
                  </a:lnTo>
                  <a:lnTo>
                    <a:pt x="3034701" y="1061689"/>
                  </a:lnTo>
                  <a:lnTo>
                    <a:pt x="3041415" y="971339"/>
                  </a:lnTo>
                  <a:lnTo>
                    <a:pt x="3048129" y="829860"/>
                  </a:lnTo>
                  <a:lnTo>
                    <a:pt x="3054843" y="676529"/>
                  </a:lnTo>
                  <a:lnTo>
                    <a:pt x="3061557" y="603338"/>
                  </a:lnTo>
                  <a:lnTo>
                    <a:pt x="3068271" y="671434"/>
                  </a:lnTo>
                  <a:lnTo>
                    <a:pt x="3074985" y="751946"/>
                  </a:lnTo>
                  <a:lnTo>
                    <a:pt x="3081698" y="736924"/>
                  </a:lnTo>
                  <a:lnTo>
                    <a:pt x="3088412" y="716073"/>
                  </a:lnTo>
                  <a:lnTo>
                    <a:pt x="3095126" y="793166"/>
                  </a:lnTo>
                  <a:lnTo>
                    <a:pt x="3101840" y="878920"/>
                  </a:lnTo>
                  <a:lnTo>
                    <a:pt x="3108554" y="907510"/>
                  </a:lnTo>
                  <a:lnTo>
                    <a:pt x="3115268" y="850420"/>
                  </a:lnTo>
                  <a:lnTo>
                    <a:pt x="3121982" y="775403"/>
                  </a:lnTo>
                  <a:lnTo>
                    <a:pt x="3128696" y="762845"/>
                  </a:lnTo>
                  <a:lnTo>
                    <a:pt x="3135410" y="712555"/>
                  </a:lnTo>
                  <a:lnTo>
                    <a:pt x="3142124" y="640863"/>
                  </a:lnTo>
                  <a:lnTo>
                    <a:pt x="3148838" y="551794"/>
                  </a:lnTo>
                  <a:lnTo>
                    <a:pt x="3155552" y="634098"/>
                  </a:lnTo>
                  <a:lnTo>
                    <a:pt x="3162266" y="810178"/>
                  </a:lnTo>
                  <a:lnTo>
                    <a:pt x="3168980" y="902135"/>
                  </a:lnTo>
                  <a:lnTo>
                    <a:pt x="3175694" y="947047"/>
                  </a:lnTo>
                  <a:lnTo>
                    <a:pt x="3182408" y="950675"/>
                  </a:lnTo>
                  <a:lnTo>
                    <a:pt x="3189122" y="878199"/>
                  </a:lnTo>
                  <a:lnTo>
                    <a:pt x="3195835" y="756041"/>
                  </a:lnTo>
                  <a:lnTo>
                    <a:pt x="3202549" y="624845"/>
                  </a:lnTo>
                  <a:lnTo>
                    <a:pt x="3209263" y="539239"/>
                  </a:lnTo>
                  <a:lnTo>
                    <a:pt x="3215977" y="459660"/>
                  </a:lnTo>
                  <a:lnTo>
                    <a:pt x="3222691" y="431794"/>
                  </a:lnTo>
                  <a:lnTo>
                    <a:pt x="3229405" y="483330"/>
                  </a:lnTo>
                  <a:lnTo>
                    <a:pt x="3236119" y="543181"/>
                  </a:lnTo>
                  <a:lnTo>
                    <a:pt x="3242833" y="584364"/>
                  </a:lnTo>
                  <a:lnTo>
                    <a:pt x="3249547" y="609752"/>
                  </a:lnTo>
                  <a:lnTo>
                    <a:pt x="3256261" y="645885"/>
                  </a:lnTo>
                  <a:lnTo>
                    <a:pt x="3262975" y="663150"/>
                  </a:lnTo>
                  <a:lnTo>
                    <a:pt x="3269689" y="581200"/>
                  </a:lnTo>
                  <a:lnTo>
                    <a:pt x="3276403" y="452928"/>
                  </a:lnTo>
                  <a:lnTo>
                    <a:pt x="3283117" y="412052"/>
                  </a:lnTo>
                  <a:lnTo>
                    <a:pt x="3289831" y="405704"/>
                  </a:lnTo>
                  <a:lnTo>
                    <a:pt x="3296545" y="349573"/>
                  </a:lnTo>
                  <a:lnTo>
                    <a:pt x="3303259" y="289894"/>
                  </a:lnTo>
                  <a:lnTo>
                    <a:pt x="3309972" y="349356"/>
                  </a:lnTo>
                  <a:lnTo>
                    <a:pt x="3316686" y="590881"/>
                  </a:lnTo>
                  <a:lnTo>
                    <a:pt x="3323400" y="665612"/>
                  </a:lnTo>
                  <a:lnTo>
                    <a:pt x="3330114" y="678117"/>
                  </a:lnTo>
                  <a:lnTo>
                    <a:pt x="3336828" y="735644"/>
                  </a:lnTo>
                  <a:lnTo>
                    <a:pt x="3343542" y="748692"/>
                  </a:lnTo>
                  <a:lnTo>
                    <a:pt x="3350256" y="695573"/>
                  </a:lnTo>
                  <a:lnTo>
                    <a:pt x="3356970" y="570867"/>
                  </a:lnTo>
                  <a:lnTo>
                    <a:pt x="3363684" y="602308"/>
                  </a:lnTo>
                  <a:lnTo>
                    <a:pt x="3370398" y="661430"/>
                  </a:lnTo>
                  <a:lnTo>
                    <a:pt x="3377112" y="686595"/>
                  </a:lnTo>
                  <a:lnTo>
                    <a:pt x="3383826" y="760908"/>
                  </a:lnTo>
                  <a:lnTo>
                    <a:pt x="3390540" y="827753"/>
                  </a:lnTo>
                  <a:lnTo>
                    <a:pt x="3397254" y="859469"/>
                  </a:lnTo>
                  <a:lnTo>
                    <a:pt x="3403968" y="809352"/>
                  </a:lnTo>
                  <a:lnTo>
                    <a:pt x="3410682" y="739232"/>
                  </a:lnTo>
                  <a:lnTo>
                    <a:pt x="3417396" y="750557"/>
                  </a:lnTo>
                  <a:lnTo>
                    <a:pt x="3424109" y="713553"/>
                  </a:lnTo>
                  <a:lnTo>
                    <a:pt x="3430823" y="608331"/>
                  </a:lnTo>
                  <a:lnTo>
                    <a:pt x="3437537" y="462602"/>
                  </a:lnTo>
                  <a:lnTo>
                    <a:pt x="3444251" y="501695"/>
                  </a:lnTo>
                  <a:lnTo>
                    <a:pt x="3450965" y="638912"/>
                  </a:lnTo>
                  <a:lnTo>
                    <a:pt x="3457679" y="727032"/>
                  </a:lnTo>
                  <a:lnTo>
                    <a:pt x="3464393" y="869841"/>
                  </a:lnTo>
                  <a:lnTo>
                    <a:pt x="3471107" y="1082782"/>
                  </a:lnTo>
                  <a:lnTo>
                    <a:pt x="3477821" y="1271563"/>
                  </a:lnTo>
                  <a:lnTo>
                    <a:pt x="3484535" y="1265545"/>
                  </a:lnTo>
                  <a:lnTo>
                    <a:pt x="3491249" y="1224294"/>
                  </a:lnTo>
                  <a:lnTo>
                    <a:pt x="3497963" y="1115965"/>
                  </a:lnTo>
                  <a:lnTo>
                    <a:pt x="3504677" y="1015783"/>
                  </a:lnTo>
                  <a:lnTo>
                    <a:pt x="3511391" y="941862"/>
                  </a:lnTo>
                  <a:lnTo>
                    <a:pt x="3518105" y="825564"/>
                  </a:lnTo>
                  <a:lnTo>
                    <a:pt x="3524819" y="746724"/>
                  </a:lnTo>
                  <a:lnTo>
                    <a:pt x="3531533" y="626710"/>
                  </a:lnTo>
                  <a:lnTo>
                    <a:pt x="3538246" y="567329"/>
                  </a:lnTo>
                  <a:lnTo>
                    <a:pt x="3544960" y="531174"/>
                  </a:lnTo>
                  <a:lnTo>
                    <a:pt x="3551674" y="499365"/>
                  </a:lnTo>
                  <a:lnTo>
                    <a:pt x="3558388" y="528608"/>
                  </a:lnTo>
                  <a:lnTo>
                    <a:pt x="3565102" y="491814"/>
                  </a:lnTo>
                  <a:lnTo>
                    <a:pt x="3571816" y="473819"/>
                  </a:lnTo>
                  <a:lnTo>
                    <a:pt x="3578530" y="543353"/>
                  </a:lnTo>
                  <a:lnTo>
                    <a:pt x="3585244" y="640863"/>
                  </a:lnTo>
                  <a:lnTo>
                    <a:pt x="3591958" y="843087"/>
                  </a:lnTo>
                  <a:lnTo>
                    <a:pt x="3598672" y="1080225"/>
                  </a:lnTo>
                  <a:lnTo>
                    <a:pt x="3605386" y="1194095"/>
                  </a:lnTo>
                  <a:lnTo>
                    <a:pt x="3612100" y="1277647"/>
                  </a:lnTo>
                  <a:lnTo>
                    <a:pt x="3618814" y="1279387"/>
                  </a:lnTo>
                  <a:lnTo>
                    <a:pt x="3625528" y="1142622"/>
                  </a:lnTo>
                  <a:lnTo>
                    <a:pt x="3632242" y="837190"/>
                  </a:lnTo>
                  <a:lnTo>
                    <a:pt x="3638956" y="550192"/>
                  </a:lnTo>
                  <a:lnTo>
                    <a:pt x="3645670" y="473978"/>
                  </a:lnTo>
                  <a:lnTo>
                    <a:pt x="3652383" y="449129"/>
                  </a:lnTo>
                  <a:lnTo>
                    <a:pt x="3659097" y="470574"/>
                  </a:lnTo>
                  <a:lnTo>
                    <a:pt x="3665811" y="503806"/>
                  </a:lnTo>
                  <a:lnTo>
                    <a:pt x="3672525" y="585683"/>
                  </a:lnTo>
                  <a:lnTo>
                    <a:pt x="3679239" y="752896"/>
                  </a:lnTo>
                  <a:lnTo>
                    <a:pt x="3685953" y="904060"/>
                  </a:lnTo>
                  <a:lnTo>
                    <a:pt x="3692667" y="903576"/>
                  </a:lnTo>
                  <a:lnTo>
                    <a:pt x="3699381" y="856935"/>
                  </a:lnTo>
                  <a:lnTo>
                    <a:pt x="3706095" y="847695"/>
                  </a:lnTo>
                  <a:lnTo>
                    <a:pt x="3712809" y="811805"/>
                  </a:lnTo>
                  <a:lnTo>
                    <a:pt x="3719523" y="634915"/>
                  </a:lnTo>
                  <a:lnTo>
                    <a:pt x="3726237" y="474894"/>
                  </a:lnTo>
                  <a:lnTo>
                    <a:pt x="3732951" y="488006"/>
                  </a:lnTo>
                  <a:lnTo>
                    <a:pt x="3739665" y="561246"/>
                  </a:lnTo>
                  <a:lnTo>
                    <a:pt x="3746379" y="815079"/>
                  </a:lnTo>
                  <a:lnTo>
                    <a:pt x="3753093" y="1050803"/>
                  </a:lnTo>
                  <a:lnTo>
                    <a:pt x="3759807" y="1157507"/>
                  </a:lnTo>
                  <a:lnTo>
                    <a:pt x="3766520" y="1185982"/>
                  </a:lnTo>
                  <a:lnTo>
                    <a:pt x="3773234" y="1220662"/>
                  </a:lnTo>
                  <a:lnTo>
                    <a:pt x="3779948" y="1223072"/>
                  </a:lnTo>
                  <a:lnTo>
                    <a:pt x="3786662" y="1066217"/>
                  </a:lnTo>
                  <a:lnTo>
                    <a:pt x="3793376" y="877209"/>
                  </a:lnTo>
                  <a:lnTo>
                    <a:pt x="3800090" y="772495"/>
                  </a:lnTo>
                  <a:lnTo>
                    <a:pt x="3806804" y="705597"/>
                  </a:lnTo>
                  <a:lnTo>
                    <a:pt x="3813518" y="600730"/>
                  </a:lnTo>
                  <a:lnTo>
                    <a:pt x="3820232" y="493982"/>
                  </a:lnTo>
                  <a:lnTo>
                    <a:pt x="3826946" y="385501"/>
                  </a:lnTo>
                  <a:lnTo>
                    <a:pt x="3833660" y="317213"/>
                  </a:lnTo>
                  <a:lnTo>
                    <a:pt x="3840374" y="279681"/>
                  </a:lnTo>
                  <a:lnTo>
                    <a:pt x="3847088" y="335149"/>
                  </a:lnTo>
                  <a:lnTo>
                    <a:pt x="3853802" y="395102"/>
                  </a:lnTo>
                  <a:lnTo>
                    <a:pt x="3860516" y="405404"/>
                  </a:lnTo>
                  <a:lnTo>
                    <a:pt x="3867230" y="408619"/>
                  </a:lnTo>
                  <a:lnTo>
                    <a:pt x="3873944" y="459550"/>
                  </a:lnTo>
                  <a:lnTo>
                    <a:pt x="3880657" y="592366"/>
                  </a:lnTo>
                  <a:lnTo>
                    <a:pt x="3887371" y="700062"/>
                  </a:lnTo>
                  <a:lnTo>
                    <a:pt x="3894085" y="702343"/>
                  </a:lnTo>
                  <a:lnTo>
                    <a:pt x="3900799" y="625257"/>
                  </a:lnTo>
                  <a:lnTo>
                    <a:pt x="3907513" y="540794"/>
                  </a:lnTo>
                  <a:lnTo>
                    <a:pt x="3914227" y="458716"/>
                  </a:lnTo>
                  <a:lnTo>
                    <a:pt x="3920941" y="356600"/>
                  </a:lnTo>
                  <a:lnTo>
                    <a:pt x="3927655" y="204944"/>
                  </a:lnTo>
                  <a:lnTo>
                    <a:pt x="3934369" y="192502"/>
                  </a:lnTo>
                  <a:lnTo>
                    <a:pt x="3941083" y="239507"/>
                  </a:lnTo>
                  <a:lnTo>
                    <a:pt x="3947797" y="299664"/>
                  </a:lnTo>
                  <a:lnTo>
                    <a:pt x="3954511" y="344037"/>
                  </a:lnTo>
                  <a:lnTo>
                    <a:pt x="3961225" y="347641"/>
                  </a:lnTo>
                  <a:lnTo>
                    <a:pt x="3967939" y="360414"/>
                  </a:lnTo>
                  <a:lnTo>
                    <a:pt x="3974653" y="339589"/>
                  </a:lnTo>
                  <a:lnTo>
                    <a:pt x="3981367" y="425515"/>
                  </a:lnTo>
                  <a:lnTo>
                    <a:pt x="3988081" y="529998"/>
                  </a:lnTo>
                  <a:lnTo>
                    <a:pt x="3994794" y="629665"/>
                  </a:lnTo>
                  <a:lnTo>
                    <a:pt x="4001508" y="725908"/>
                  </a:lnTo>
                  <a:lnTo>
                    <a:pt x="4008222" y="800489"/>
                  </a:lnTo>
                  <a:lnTo>
                    <a:pt x="4014936" y="867411"/>
                  </a:lnTo>
                  <a:lnTo>
                    <a:pt x="4021650" y="892062"/>
                  </a:lnTo>
                  <a:lnTo>
                    <a:pt x="4028364" y="842618"/>
                  </a:lnTo>
                  <a:lnTo>
                    <a:pt x="4035078" y="787290"/>
                  </a:lnTo>
                  <a:lnTo>
                    <a:pt x="4041792" y="725583"/>
                  </a:lnTo>
                  <a:lnTo>
                    <a:pt x="4048506" y="665171"/>
                  </a:lnTo>
                  <a:lnTo>
                    <a:pt x="4055220" y="598328"/>
                  </a:lnTo>
                  <a:lnTo>
                    <a:pt x="4061934" y="502080"/>
                  </a:lnTo>
                  <a:lnTo>
                    <a:pt x="4068648" y="406195"/>
                  </a:lnTo>
                  <a:lnTo>
                    <a:pt x="4075362" y="352635"/>
                  </a:lnTo>
                  <a:lnTo>
                    <a:pt x="4082076" y="317013"/>
                  </a:lnTo>
                  <a:lnTo>
                    <a:pt x="4088790" y="306402"/>
                  </a:lnTo>
                  <a:lnTo>
                    <a:pt x="4095504" y="385733"/>
                  </a:lnTo>
                  <a:lnTo>
                    <a:pt x="4102218" y="480632"/>
                  </a:lnTo>
                  <a:lnTo>
                    <a:pt x="4108931" y="674419"/>
                  </a:lnTo>
                  <a:lnTo>
                    <a:pt x="4115645" y="905126"/>
                  </a:lnTo>
                  <a:lnTo>
                    <a:pt x="4122359" y="1153792"/>
                  </a:lnTo>
                  <a:lnTo>
                    <a:pt x="4129073" y="1397180"/>
                  </a:lnTo>
                  <a:lnTo>
                    <a:pt x="4135787" y="1472612"/>
                  </a:lnTo>
                  <a:lnTo>
                    <a:pt x="4142501" y="1505552"/>
                  </a:lnTo>
                  <a:lnTo>
                    <a:pt x="4149215" y="1620461"/>
                  </a:lnTo>
                  <a:lnTo>
                    <a:pt x="4155929" y="1584578"/>
                  </a:lnTo>
                  <a:lnTo>
                    <a:pt x="4162643" y="1457518"/>
                  </a:lnTo>
                  <a:lnTo>
                    <a:pt x="4169357" y="1291127"/>
                  </a:lnTo>
                  <a:lnTo>
                    <a:pt x="4176071" y="1121492"/>
                  </a:lnTo>
                  <a:lnTo>
                    <a:pt x="4182785" y="936504"/>
                  </a:lnTo>
                  <a:lnTo>
                    <a:pt x="4189499" y="691258"/>
                  </a:lnTo>
                  <a:lnTo>
                    <a:pt x="4196213" y="575000"/>
                  </a:lnTo>
                  <a:lnTo>
                    <a:pt x="4202927" y="464447"/>
                  </a:lnTo>
                  <a:lnTo>
                    <a:pt x="4209641" y="407303"/>
                  </a:lnTo>
                  <a:lnTo>
                    <a:pt x="4216355" y="518450"/>
                  </a:lnTo>
                  <a:lnTo>
                    <a:pt x="4223068" y="675097"/>
                  </a:lnTo>
                  <a:lnTo>
                    <a:pt x="4229782" y="768636"/>
                  </a:lnTo>
                  <a:lnTo>
                    <a:pt x="4236496" y="849957"/>
                  </a:lnTo>
                  <a:lnTo>
                    <a:pt x="4243210" y="987545"/>
                  </a:lnTo>
                  <a:lnTo>
                    <a:pt x="4249924" y="1075732"/>
                  </a:lnTo>
                  <a:lnTo>
                    <a:pt x="4256638" y="1067368"/>
                  </a:lnTo>
                  <a:lnTo>
                    <a:pt x="4263352" y="1014576"/>
                  </a:lnTo>
                  <a:lnTo>
                    <a:pt x="4270066" y="953779"/>
                  </a:lnTo>
                  <a:lnTo>
                    <a:pt x="4276780" y="815891"/>
                  </a:lnTo>
                  <a:lnTo>
                    <a:pt x="4283494" y="644936"/>
                  </a:lnTo>
                  <a:lnTo>
                    <a:pt x="4290208" y="465841"/>
                  </a:lnTo>
                  <a:lnTo>
                    <a:pt x="4296922" y="375594"/>
                  </a:lnTo>
                  <a:lnTo>
                    <a:pt x="4303636" y="520446"/>
                  </a:lnTo>
                  <a:lnTo>
                    <a:pt x="4310350" y="631559"/>
                  </a:lnTo>
                  <a:lnTo>
                    <a:pt x="4317064" y="685079"/>
                  </a:lnTo>
                  <a:lnTo>
                    <a:pt x="4323778" y="701254"/>
                  </a:lnTo>
                  <a:lnTo>
                    <a:pt x="4330492" y="734977"/>
                  </a:lnTo>
                  <a:lnTo>
                    <a:pt x="4337205" y="736961"/>
                  </a:lnTo>
                  <a:lnTo>
                    <a:pt x="4343919" y="615292"/>
                  </a:lnTo>
                  <a:lnTo>
                    <a:pt x="4350633" y="462464"/>
                  </a:lnTo>
                  <a:lnTo>
                    <a:pt x="4357347" y="350825"/>
                  </a:lnTo>
                  <a:lnTo>
                    <a:pt x="4364061" y="308145"/>
                  </a:lnTo>
                  <a:lnTo>
                    <a:pt x="4370775" y="371199"/>
                  </a:lnTo>
                  <a:lnTo>
                    <a:pt x="4377489" y="495912"/>
                  </a:lnTo>
                  <a:lnTo>
                    <a:pt x="4384203" y="514321"/>
                  </a:lnTo>
                  <a:lnTo>
                    <a:pt x="4390917" y="554168"/>
                  </a:lnTo>
                  <a:lnTo>
                    <a:pt x="4397631" y="609520"/>
                  </a:lnTo>
                  <a:lnTo>
                    <a:pt x="4404345" y="713163"/>
                  </a:lnTo>
                  <a:lnTo>
                    <a:pt x="4411059" y="771277"/>
                  </a:lnTo>
                  <a:lnTo>
                    <a:pt x="4417773" y="665999"/>
                  </a:lnTo>
                  <a:lnTo>
                    <a:pt x="4424487" y="608619"/>
                  </a:lnTo>
                  <a:lnTo>
                    <a:pt x="4431201" y="590216"/>
                  </a:lnTo>
                  <a:lnTo>
                    <a:pt x="4437915" y="561146"/>
                  </a:lnTo>
                  <a:lnTo>
                    <a:pt x="4444629" y="476562"/>
                  </a:lnTo>
                  <a:lnTo>
                    <a:pt x="4451342" y="402199"/>
                  </a:lnTo>
                  <a:lnTo>
                    <a:pt x="4458056" y="468426"/>
                  </a:lnTo>
                  <a:lnTo>
                    <a:pt x="4464770" y="524409"/>
                  </a:lnTo>
                  <a:lnTo>
                    <a:pt x="4471484" y="606881"/>
                  </a:lnTo>
                  <a:lnTo>
                    <a:pt x="4478198" y="681997"/>
                  </a:lnTo>
                  <a:lnTo>
                    <a:pt x="4484912" y="748553"/>
                  </a:lnTo>
                  <a:lnTo>
                    <a:pt x="4491626" y="797412"/>
                  </a:lnTo>
                  <a:lnTo>
                    <a:pt x="4498340" y="929560"/>
                  </a:lnTo>
                  <a:lnTo>
                    <a:pt x="4505054" y="1013140"/>
                  </a:lnTo>
                  <a:lnTo>
                    <a:pt x="4511768" y="920969"/>
                  </a:lnTo>
                  <a:lnTo>
                    <a:pt x="4518482" y="863874"/>
                  </a:lnTo>
                  <a:lnTo>
                    <a:pt x="4525196" y="859540"/>
                  </a:lnTo>
                  <a:lnTo>
                    <a:pt x="4531910" y="828776"/>
                  </a:lnTo>
                  <a:lnTo>
                    <a:pt x="4538624" y="691185"/>
                  </a:lnTo>
                  <a:lnTo>
                    <a:pt x="4545338" y="604385"/>
                  </a:lnTo>
                  <a:lnTo>
                    <a:pt x="4552052" y="704693"/>
                  </a:lnTo>
                  <a:lnTo>
                    <a:pt x="4558766" y="846588"/>
                  </a:lnTo>
                  <a:lnTo>
                    <a:pt x="4565479" y="1012709"/>
                  </a:lnTo>
                  <a:lnTo>
                    <a:pt x="4572193" y="1171257"/>
                  </a:lnTo>
                  <a:lnTo>
                    <a:pt x="4578907" y="1231669"/>
                  </a:lnTo>
                  <a:lnTo>
                    <a:pt x="4585621" y="1377369"/>
                  </a:lnTo>
                  <a:lnTo>
                    <a:pt x="4592335" y="1488152"/>
                  </a:lnTo>
                  <a:lnTo>
                    <a:pt x="4599049" y="1575314"/>
                  </a:lnTo>
                  <a:lnTo>
                    <a:pt x="4605763" y="1568034"/>
                  </a:lnTo>
                  <a:lnTo>
                    <a:pt x="4612477" y="1513273"/>
                  </a:lnTo>
                  <a:lnTo>
                    <a:pt x="4619191" y="1503743"/>
                  </a:lnTo>
                  <a:lnTo>
                    <a:pt x="4625905" y="1429806"/>
                  </a:lnTo>
                  <a:lnTo>
                    <a:pt x="4632619" y="1419138"/>
                  </a:lnTo>
                  <a:lnTo>
                    <a:pt x="4639333" y="1430458"/>
                  </a:lnTo>
                  <a:lnTo>
                    <a:pt x="4646047" y="1479436"/>
                  </a:lnTo>
                  <a:lnTo>
                    <a:pt x="4652761" y="1540347"/>
                  </a:lnTo>
                  <a:lnTo>
                    <a:pt x="4659475" y="1521558"/>
                  </a:lnTo>
                  <a:lnTo>
                    <a:pt x="4666189" y="1470110"/>
                  </a:lnTo>
                  <a:lnTo>
                    <a:pt x="4672903" y="1400325"/>
                  </a:lnTo>
                  <a:lnTo>
                    <a:pt x="4679616" y="1285881"/>
                  </a:lnTo>
                  <a:lnTo>
                    <a:pt x="4686330" y="1168723"/>
                  </a:lnTo>
                  <a:lnTo>
                    <a:pt x="4693044" y="1109006"/>
                  </a:lnTo>
                  <a:lnTo>
                    <a:pt x="4699758" y="1173389"/>
                  </a:lnTo>
                  <a:lnTo>
                    <a:pt x="4706472" y="1234869"/>
                  </a:lnTo>
                  <a:lnTo>
                    <a:pt x="4713186" y="1372867"/>
                  </a:lnTo>
                  <a:lnTo>
                    <a:pt x="4719900" y="1545180"/>
                  </a:lnTo>
                  <a:lnTo>
                    <a:pt x="4726614" y="1646316"/>
                  </a:lnTo>
                  <a:lnTo>
                    <a:pt x="4733328" y="1713883"/>
                  </a:lnTo>
                  <a:lnTo>
                    <a:pt x="4740042" y="1785908"/>
                  </a:lnTo>
                  <a:lnTo>
                    <a:pt x="4746756" y="1918165"/>
                  </a:lnTo>
                  <a:lnTo>
                    <a:pt x="4753470" y="1913464"/>
                  </a:lnTo>
                  <a:lnTo>
                    <a:pt x="4760184" y="1830287"/>
                  </a:lnTo>
                  <a:lnTo>
                    <a:pt x="4766898" y="1762301"/>
                  </a:lnTo>
                  <a:lnTo>
                    <a:pt x="4773612" y="1681933"/>
                  </a:lnTo>
                  <a:lnTo>
                    <a:pt x="4780326" y="1589085"/>
                  </a:lnTo>
                  <a:lnTo>
                    <a:pt x="4787040" y="1451995"/>
                  </a:lnTo>
                  <a:lnTo>
                    <a:pt x="4793753" y="1349940"/>
                  </a:lnTo>
                  <a:lnTo>
                    <a:pt x="4800467" y="1298061"/>
                  </a:lnTo>
                  <a:lnTo>
                    <a:pt x="4807181" y="1244402"/>
                  </a:lnTo>
                  <a:lnTo>
                    <a:pt x="4813895" y="1192724"/>
                  </a:lnTo>
                  <a:lnTo>
                    <a:pt x="4820609" y="1193711"/>
                  </a:lnTo>
                  <a:lnTo>
                    <a:pt x="4827323" y="1189688"/>
                  </a:lnTo>
                  <a:lnTo>
                    <a:pt x="4834037" y="1064807"/>
                  </a:lnTo>
                  <a:lnTo>
                    <a:pt x="4840751" y="967261"/>
                  </a:lnTo>
                  <a:lnTo>
                    <a:pt x="4847465" y="965574"/>
                  </a:lnTo>
                  <a:lnTo>
                    <a:pt x="4854179" y="965261"/>
                  </a:lnTo>
                  <a:lnTo>
                    <a:pt x="4860893" y="869880"/>
                  </a:lnTo>
                  <a:lnTo>
                    <a:pt x="4867607" y="757688"/>
                  </a:lnTo>
                  <a:lnTo>
                    <a:pt x="4874321" y="713934"/>
                  </a:lnTo>
                  <a:lnTo>
                    <a:pt x="4881035" y="664432"/>
                  </a:lnTo>
                  <a:lnTo>
                    <a:pt x="4887749" y="597544"/>
                  </a:lnTo>
                  <a:lnTo>
                    <a:pt x="4894463" y="601294"/>
                  </a:lnTo>
                  <a:lnTo>
                    <a:pt x="4901177" y="619936"/>
                  </a:lnTo>
                  <a:lnTo>
                    <a:pt x="4907890" y="666015"/>
                  </a:lnTo>
                  <a:lnTo>
                    <a:pt x="4914604" y="758616"/>
                  </a:lnTo>
                  <a:lnTo>
                    <a:pt x="4921318" y="860751"/>
                  </a:lnTo>
                  <a:lnTo>
                    <a:pt x="4928032" y="906011"/>
                  </a:lnTo>
                  <a:lnTo>
                    <a:pt x="4934746" y="868113"/>
                  </a:lnTo>
                  <a:lnTo>
                    <a:pt x="4941460" y="810502"/>
                  </a:lnTo>
                  <a:lnTo>
                    <a:pt x="4948174" y="696574"/>
                  </a:lnTo>
                  <a:lnTo>
                    <a:pt x="4954888" y="588555"/>
                  </a:lnTo>
                  <a:lnTo>
                    <a:pt x="4961602" y="517104"/>
                  </a:lnTo>
                  <a:lnTo>
                    <a:pt x="4968316" y="497136"/>
                  </a:lnTo>
                  <a:lnTo>
                    <a:pt x="4975030" y="590780"/>
                  </a:lnTo>
                  <a:lnTo>
                    <a:pt x="4981744" y="732533"/>
                  </a:lnTo>
                  <a:lnTo>
                    <a:pt x="4988458" y="842142"/>
                  </a:lnTo>
                  <a:lnTo>
                    <a:pt x="4995172" y="887581"/>
                  </a:lnTo>
                  <a:lnTo>
                    <a:pt x="5001886" y="932164"/>
                  </a:lnTo>
                  <a:lnTo>
                    <a:pt x="5008600" y="990895"/>
                  </a:lnTo>
                  <a:lnTo>
                    <a:pt x="5015314" y="894452"/>
                  </a:lnTo>
                  <a:lnTo>
                    <a:pt x="5022027" y="793521"/>
                  </a:lnTo>
                  <a:lnTo>
                    <a:pt x="5028741" y="810571"/>
                  </a:lnTo>
                  <a:lnTo>
                    <a:pt x="5035455" y="970236"/>
                  </a:lnTo>
                  <a:lnTo>
                    <a:pt x="5042169" y="1087105"/>
                  </a:lnTo>
                  <a:lnTo>
                    <a:pt x="5048883" y="1100641"/>
                  </a:lnTo>
                  <a:lnTo>
                    <a:pt x="5055597" y="1205391"/>
                  </a:lnTo>
                  <a:lnTo>
                    <a:pt x="5062311" y="1362574"/>
                  </a:lnTo>
                  <a:lnTo>
                    <a:pt x="5069025" y="1536499"/>
                  </a:lnTo>
                  <a:lnTo>
                    <a:pt x="5075739" y="1543950"/>
                  </a:lnTo>
                  <a:lnTo>
                    <a:pt x="5082453" y="1419772"/>
                  </a:lnTo>
                  <a:lnTo>
                    <a:pt x="5089167" y="1372043"/>
                  </a:lnTo>
                  <a:lnTo>
                    <a:pt x="5095881" y="1284089"/>
                  </a:lnTo>
                  <a:lnTo>
                    <a:pt x="5102595" y="1131841"/>
                  </a:lnTo>
                  <a:lnTo>
                    <a:pt x="5109309" y="921737"/>
                  </a:lnTo>
                  <a:lnTo>
                    <a:pt x="5116023" y="779153"/>
                  </a:lnTo>
                  <a:lnTo>
                    <a:pt x="5122737" y="802428"/>
                  </a:lnTo>
                  <a:lnTo>
                    <a:pt x="5129451" y="840179"/>
                  </a:lnTo>
                  <a:lnTo>
                    <a:pt x="5136164" y="798416"/>
                  </a:lnTo>
                  <a:lnTo>
                    <a:pt x="5142878" y="683166"/>
                  </a:lnTo>
                  <a:lnTo>
                    <a:pt x="5149592" y="589892"/>
                  </a:lnTo>
                  <a:lnTo>
                    <a:pt x="5156306" y="566039"/>
                  </a:lnTo>
                  <a:lnTo>
                    <a:pt x="5163020" y="514320"/>
                  </a:lnTo>
                  <a:lnTo>
                    <a:pt x="5169734" y="398469"/>
                  </a:lnTo>
                  <a:lnTo>
                    <a:pt x="5176448" y="430852"/>
                  </a:lnTo>
                  <a:lnTo>
                    <a:pt x="5183162" y="627374"/>
                  </a:lnTo>
                  <a:lnTo>
                    <a:pt x="5189876" y="831917"/>
                  </a:lnTo>
                  <a:lnTo>
                    <a:pt x="5196590" y="914097"/>
                  </a:lnTo>
                  <a:lnTo>
                    <a:pt x="5203304" y="915777"/>
                  </a:lnTo>
                  <a:lnTo>
                    <a:pt x="5210018" y="997235"/>
                  </a:lnTo>
                  <a:lnTo>
                    <a:pt x="5216732" y="1002927"/>
                  </a:lnTo>
                  <a:lnTo>
                    <a:pt x="5223446" y="873067"/>
                  </a:lnTo>
                  <a:lnTo>
                    <a:pt x="5230160" y="697816"/>
                  </a:lnTo>
                  <a:lnTo>
                    <a:pt x="5236874" y="582826"/>
                  </a:lnTo>
                  <a:lnTo>
                    <a:pt x="5243588" y="558609"/>
                  </a:lnTo>
                  <a:lnTo>
                    <a:pt x="5250301" y="517404"/>
                  </a:lnTo>
                  <a:lnTo>
                    <a:pt x="5257015" y="502527"/>
                  </a:lnTo>
                  <a:lnTo>
                    <a:pt x="5263729" y="540704"/>
                  </a:lnTo>
                  <a:lnTo>
                    <a:pt x="5270443" y="616789"/>
                  </a:lnTo>
                  <a:lnTo>
                    <a:pt x="5277157" y="679085"/>
                  </a:lnTo>
                  <a:lnTo>
                    <a:pt x="5283871" y="692056"/>
                  </a:lnTo>
                  <a:lnTo>
                    <a:pt x="5290585" y="700739"/>
                  </a:lnTo>
                  <a:lnTo>
                    <a:pt x="5297299" y="688875"/>
                  </a:lnTo>
                  <a:lnTo>
                    <a:pt x="5304013" y="641162"/>
                  </a:lnTo>
                  <a:lnTo>
                    <a:pt x="5310727" y="593477"/>
                  </a:lnTo>
                  <a:lnTo>
                    <a:pt x="5317441" y="484954"/>
                  </a:lnTo>
                  <a:lnTo>
                    <a:pt x="5324155" y="360007"/>
                  </a:lnTo>
                  <a:lnTo>
                    <a:pt x="5330869" y="246462"/>
                  </a:lnTo>
                  <a:lnTo>
                    <a:pt x="5337583" y="171394"/>
                  </a:lnTo>
                  <a:lnTo>
                    <a:pt x="5344297" y="121698"/>
                  </a:lnTo>
                  <a:lnTo>
                    <a:pt x="5351011" y="73689"/>
                  </a:lnTo>
                  <a:lnTo>
                    <a:pt x="5357725" y="90770"/>
                  </a:lnTo>
                  <a:lnTo>
                    <a:pt x="5364438" y="164961"/>
                  </a:lnTo>
                  <a:lnTo>
                    <a:pt x="5371152" y="257621"/>
                  </a:lnTo>
                  <a:lnTo>
                    <a:pt x="5377866" y="255972"/>
                  </a:lnTo>
                  <a:lnTo>
                    <a:pt x="5384580" y="226408"/>
                  </a:lnTo>
                  <a:lnTo>
                    <a:pt x="5391294" y="225142"/>
                  </a:lnTo>
                  <a:lnTo>
                    <a:pt x="5398008" y="250620"/>
                  </a:lnTo>
                  <a:lnTo>
                    <a:pt x="5404722" y="247089"/>
                  </a:lnTo>
                  <a:lnTo>
                    <a:pt x="5411436" y="212264"/>
                  </a:lnTo>
                  <a:lnTo>
                    <a:pt x="5418150" y="311214"/>
                  </a:lnTo>
                  <a:lnTo>
                    <a:pt x="5424864" y="410295"/>
                  </a:lnTo>
                  <a:lnTo>
                    <a:pt x="5431578" y="429441"/>
                  </a:lnTo>
                  <a:lnTo>
                    <a:pt x="5438292" y="429414"/>
                  </a:lnTo>
                  <a:lnTo>
                    <a:pt x="5445006" y="421666"/>
                  </a:lnTo>
                  <a:lnTo>
                    <a:pt x="5451720" y="400363"/>
                  </a:lnTo>
                  <a:lnTo>
                    <a:pt x="5458434" y="363923"/>
                  </a:lnTo>
                  <a:lnTo>
                    <a:pt x="5465148" y="373867"/>
                  </a:lnTo>
                  <a:lnTo>
                    <a:pt x="5471862" y="416153"/>
                  </a:lnTo>
                  <a:lnTo>
                    <a:pt x="5478575" y="510250"/>
                  </a:lnTo>
                  <a:lnTo>
                    <a:pt x="5485289" y="698255"/>
                  </a:lnTo>
                  <a:lnTo>
                    <a:pt x="5492003" y="868668"/>
                  </a:lnTo>
                  <a:lnTo>
                    <a:pt x="5498717" y="1005065"/>
                  </a:lnTo>
                  <a:lnTo>
                    <a:pt x="5505431" y="1144876"/>
                  </a:lnTo>
                  <a:lnTo>
                    <a:pt x="5512145" y="1162368"/>
                  </a:lnTo>
                  <a:lnTo>
                    <a:pt x="5518859" y="1062949"/>
                  </a:lnTo>
                  <a:lnTo>
                    <a:pt x="5525573" y="931521"/>
                  </a:lnTo>
                  <a:lnTo>
                    <a:pt x="5532287" y="765624"/>
                  </a:lnTo>
                  <a:lnTo>
                    <a:pt x="5539001" y="550210"/>
                  </a:lnTo>
                  <a:lnTo>
                    <a:pt x="5545715" y="295614"/>
                  </a:lnTo>
                  <a:lnTo>
                    <a:pt x="5552429" y="142520"/>
                  </a:lnTo>
                  <a:lnTo>
                    <a:pt x="5559143" y="63547"/>
                  </a:lnTo>
                  <a:lnTo>
                    <a:pt x="5565857" y="0"/>
                  </a:lnTo>
                  <a:lnTo>
                    <a:pt x="5565857" y="0"/>
                  </a:lnTo>
                  <a:lnTo>
                    <a:pt x="5572571" y="16971"/>
                  </a:lnTo>
                  <a:lnTo>
                    <a:pt x="5579285" y="45777"/>
                  </a:lnTo>
                  <a:lnTo>
                    <a:pt x="5585999" y="57237"/>
                  </a:lnTo>
                  <a:lnTo>
                    <a:pt x="5592712" y="126945"/>
                  </a:lnTo>
                  <a:lnTo>
                    <a:pt x="5599426" y="185143"/>
                  </a:lnTo>
                  <a:lnTo>
                    <a:pt x="5606140" y="172077"/>
                  </a:lnTo>
                  <a:lnTo>
                    <a:pt x="5612854" y="157052"/>
                  </a:lnTo>
                  <a:lnTo>
                    <a:pt x="5619568" y="236694"/>
                  </a:lnTo>
                  <a:lnTo>
                    <a:pt x="5626282" y="392593"/>
                  </a:lnTo>
                  <a:lnTo>
                    <a:pt x="5632996" y="517369"/>
                  </a:lnTo>
                  <a:lnTo>
                    <a:pt x="5639710" y="620475"/>
                  </a:lnTo>
                  <a:lnTo>
                    <a:pt x="5646424" y="720141"/>
                  </a:lnTo>
                  <a:lnTo>
                    <a:pt x="5653138" y="769662"/>
                  </a:lnTo>
                  <a:lnTo>
                    <a:pt x="5659852" y="761390"/>
                  </a:lnTo>
                  <a:lnTo>
                    <a:pt x="5666566" y="700492"/>
                  </a:lnTo>
                  <a:lnTo>
                    <a:pt x="5673280" y="632095"/>
                  </a:lnTo>
                  <a:lnTo>
                    <a:pt x="5679994" y="660753"/>
                  </a:lnTo>
                  <a:lnTo>
                    <a:pt x="5686708" y="717950"/>
                  </a:lnTo>
                  <a:lnTo>
                    <a:pt x="5693422" y="759543"/>
                  </a:lnTo>
                  <a:lnTo>
                    <a:pt x="5700136" y="787999"/>
                  </a:lnTo>
                  <a:lnTo>
                    <a:pt x="5706849" y="927868"/>
                  </a:lnTo>
                  <a:lnTo>
                    <a:pt x="5713563" y="1019271"/>
                  </a:lnTo>
                  <a:lnTo>
                    <a:pt x="5720277" y="1021609"/>
                  </a:lnTo>
                  <a:lnTo>
                    <a:pt x="5726991" y="1030052"/>
                  </a:lnTo>
                  <a:lnTo>
                    <a:pt x="5733705" y="1056531"/>
                  </a:lnTo>
                  <a:lnTo>
                    <a:pt x="5740419" y="1146617"/>
                  </a:lnTo>
                  <a:lnTo>
                    <a:pt x="5747133" y="1058037"/>
                  </a:lnTo>
                  <a:lnTo>
                    <a:pt x="5753847" y="969267"/>
                  </a:lnTo>
                  <a:lnTo>
                    <a:pt x="5760561" y="872083"/>
                  </a:lnTo>
                  <a:lnTo>
                    <a:pt x="5767275" y="784488"/>
                  </a:lnTo>
                  <a:lnTo>
                    <a:pt x="5773989" y="714534"/>
                  </a:lnTo>
                  <a:lnTo>
                    <a:pt x="5780703" y="562108"/>
                  </a:lnTo>
                  <a:lnTo>
                    <a:pt x="5787417" y="464192"/>
                  </a:lnTo>
                  <a:lnTo>
                    <a:pt x="5794131" y="427368"/>
                  </a:lnTo>
                  <a:lnTo>
                    <a:pt x="5800845" y="405325"/>
                  </a:lnTo>
                  <a:lnTo>
                    <a:pt x="5807559" y="366831"/>
                  </a:lnTo>
                  <a:lnTo>
                    <a:pt x="5814272" y="322227"/>
                  </a:lnTo>
                  <a:lnTo>
                    <a:pt x="5820986" y="344383"/>
                  </a:lnTo>
                  <a:lnTo>
                    <a:pt x="5827700" y="339133"/>
                  </a:lnTo>
                  <a:lnTo>
                    <a:pt x="5834414" y="352162"/>
                  </a:lnTo>
                  <a:lnTo>
                    <a:pt x="5841128" y="411073"/>
                  </a:lnTo>
                  <a:lnTo>
                    <a:pt x="5847842" y="484570"/>
                  </a:lnTo>
                  <a:lnTo>
                    <a:pt x="5854556" y="596312"/>
                  </a:lnTo>
                  <a:lnTo>
                    <a:pt x="5861270" y="599785"/>
                  </a:lnTo>
                  <a:lnTo>
                    <a:pt x="5867984" y="648980"/>
                  </a:lnTo>
                  <a:lnTo>
                    <a:pt x="5874698" y="708550"/>
                  </a:lnTo>
                  <a:lnTo>
                    <a:pt x="5881412" y="747182"/>
                  </a:lnTo>
                  <a:lnTo>
                    <a:pt x="5888126" y="708362"/>
                  </a:lnTo>
                  <a:lnTo>
                    <a:pt x="5894840" y="653946"/>
                  </a:lnTo>
                  <a:lnTo>
                    <a:pt x="5901554" y="662120"/>
                  </a:lnTo>
                  <a:lnTo>
                    <a:pt x="5908268" y="669868"/>
                  </a:lnTo>
                  <a:lnTo>
                    <a:pt x="5914982" y="647461"/>
                  </a:lnTo>
                  <a:lnTo>
                    <a:pt x="5921696" y="644345"/>
                  </a:lnTo>
                  <a:lnTo>
                    <a:pt x="5928409" y="758985"/>
                  </a:lnTo>
                  <a:lnTo>
                    <a:pt x="5935123" y="985789"/>
                  </a:lnTo>
                  <a:lnTo>
                    <a:pt x="5941837" y="1129053"/>
                  </a:lnTo>
                  <a:lnTo>
                    <a:pt x="5948551" y="1241994"/>
                  </a:lnTo>
                  <a:lnTo>
                    <a:pt x="5955265" y="1406899"/>
                  </a:lnTo>
                  <a:lnTo>
                    <a:pt x="5961979" y="1435002"/>
                  </a:lnTo>
                  <a:lnTo>
                    <a:pt x="5968693" y="1412506"/>
                  </a:lnTo>
                  <a:lnTo>
                    <a:pt x="5975407" y="1322355"/>
                  </a:lnTo>
                  <a:lnTo>
                    <a:pt x="5982121" y="1318020"/>
                  </a:lnTo>
                  <a:lnTo>
                    <a:pt x="5988835" y="1380087"/>
                  </a:lnTo>
                  <a:lnTo>
                    <a:pt x="5995549" y="1334604"/>
                  </a:lnTo>
                  <a:lnTo>
                    <a:pt x="6002263" y="1371145"/>
                  </a:lnTo>
                  <a:lnTo>
                    <a:pt x="6008977" y="1385673"/>
                  </a:lnTo>
                  <a:lnTo>
                    <a:pt x="6015691" y="1314573"/>
                  </a:lnTo>
                  <a:lnTo>
                    <a:pt x="6022405" y="1342354"/>
                  </a:lnTo>
                  <a:lnTo>
                    <a:pt x="6029119" y="1375246"/>
                  </a:lnTo>
                  <a:lnTo>
                    <a:pt x="6035833" y="1445918"/>
                  </a:lnTo>
                  <a:lnTo>
                    <a:pt x="6042546" y="1591644"/>
                  </a:lnTo>
                  <a:lnTo>
                    <a:pt x="6049260" y="1685033"/>
                  </a:lnTo>
                  <a:lnTo>
                    <a:pt x="6055974" y="1690736"/>
                  </a:lnTo>
                  <a:lnTo>
                    <a:pt x="6062688" y="1610037"/>
                  </a:lnTo>
                  <a:lnTo>
                    <a:pt x="6069402" y="1457423"/>
                  </a:lnTo>
                  <a:lnTo>
                    <a:pt x="6076116" y="1284009"/>
                  </a:lnTo>
                  <a:lnTo>
                    <a:pt x="6082830" y="1044575"/>
                  </a:lnTo>
                  <a:lnTo>
                    <a:pt x="6089544" y="881472"/>
                  </a:lnTo>
                  <a:lnTo>
                    <a:pt x="6096258" y="912306"/>
                  </a:lnTo>
                  <a:lnTo>
                    <a:pt x="6102972" y="966463"/>
                  </a:lnTo>
                  <a:lnTo>
                    <a:pt x="6109686" y="973873"/>
                  </a:lnTo>
                  <a:lnTo>
                    <a:pt x="6116400" y="1058060"/>
                  </a:lnTo>
                  <a:lnTo>
                    <a:pt x="6123114" y="1144180"/>
                  </a:lnTo>
                  <a:lnTo>
                    <a:pt x="6129828" y="1146918"/>
                  </a:lnTo>
                  <a:lnTo>
                    <a:pt x="6136542" y="1068546"/>
                  </a:lnTo>
                  <a:lnTo>
                    <a:pt x="6143256" y="954912"/>
                  </a:lnTo>
                  <a:lnTo>
                    <a:pt x="6149970" y="919788"/>
                  </a:lnTo>
                  <a:lnTo>
                    <a:pt x="6156683" y="828393"/>
                  </a:lnTo>
                  <a:lnTo>
                    <a:pt x="6163397" y="771969"/>
                  </a:lnTo>
                  <a:lnTo>
                    <a:pt x="6170111" y="862517"/>
                  </a:lnTo>
                  <a:lnTo>
                    <a:pt x="6176825" y="974878"/>
                  </a:lnTo>
                  <a:lnTo>
                    <a:pt x="6183539" y="1077380"/>
                  </a:lnTo>
                  <a:lnTo>
                    <a:pt x="6190253" y="1164706"/>
                  </a:lnTo>
                  <a:lnTo>
                    <a:pt x="6196967" y="1222930"/>
                  </a:lnTo>
                  <a:lnTo>
                    <a:pt x="6203681" y="1209780"/>
                  </a:lnTo>
                  <a:lnTo>
                    <a:pt x="6210395" y="1097991"/>
                  </a:lnTo>
                  <a:lnTo>
                    <a:pt x="6217109" y="968422"/>
                  </a:lnTo>
                  <a:lnTo>
                    <a:pt x="6223823" y="877902"/>
                  </a:lnTo>
                  <a:lnTo>
                    <a:pt x="6230537" y="829314"/>
                  </a:lnTo>
                  <a:lnTo>
                    <a:pt x="6237251" y="853147"/>
                  </a:lnTo>
                  <a:lnTo>
                    <a:pt x="6243965" y="1007553"/>
                  </a:lnTo>
                  <a:lnTo>
                    <a:pt x="6250679" y="1234648"/>
                  </a:lnTo>
                  <a:lnTo>
                    <a:pt x="6257393" y="1368601"/>
                  </a:lnTo>
                  <a:lnTo>
                    <a:pt x="6264107" y="1431760"/>
                  </a:lnTo>
                  <a:lnTo>
                    <a:pt x="6270820" y="1477133"/>
                  </a:lnTo>
                  <a:lnTo>
                    <a:pt x="6277534" y="1557398"/>
                  </a:lnTo>
                  <a:lnTo>
                    <a:pt x="6284248" y="1650641"/>
                  </a:lnTo>
                  <a:lnTo>
                    <a:pt x="6290962" y="1616360"/>
                  </a:lnTo>
                  <a:lnTo>
                    <a:pt x="6297676" y="1673447"/>
                  </a:lnTo>
                  <a:lnTo>
                    <a:pt x="6304390" y="1804952"/>
                  </a:lnTo>
                  <a:lnTo>
                    <a:pt x="6311104" y="1892282"/>
                  </a:lnTo>
                  <a:lnTo>
                    <a:pt x="6317818" y="1896520"/>
                  </a:lnTo>
                  <a:lnTo>
                    <a:pt x="6324532" y="1877856"/>
                  </a:lnTo>
                  <a:lnTo>
                    <a:pt x="6331246" y="2050244"/>
                  </a:lnTo>
                  <a:lnTo>
                    <a:pt x="6337960" y="2256732"/>
                  </a:lnTo>
                  <a:lnTo>
                    <a:pt x="6344674" y="2444444"/>
                  </a:lnTo>
                  <a:lnTo>
                    <a:pt x="6351388" y="2588577"/>
                  </a:lnTo>
                  <a:lnTo>
                    <a:pt x="6358102" y="2575702"/>
                  </a:lnTo>
                  <a:lnTo>
                    <a:pt x="6364816" y="2447150"/>
                  </a:lnTo>
                  <a:lnTo>
                    <a:pt x="6371530" y="2203470"/>
                  </a:lnTo>
                  <a:lnTo>
                    <a:pt x="6378244" y="1964400"/>
                  </a:lnTo>
                  <a:lnTo>
                    <a:pt x="6384957" y="1803895"/>
                  </a:lnTo>
                  <a:lnTo>
                    <a:pt x="6391671" y="1730828"/>
                  </a:lnTo>
                  <a:lnTo>
                    <a:pt x="6398385" y="1827816"/>
                  </a:lnTo>
                  <a:lnTo>
                    <a:pt x="6405099" y="1938444"/>
                  </a:lnTo>
                  <a:lnTo>
                    <a:pt x="6411813" y="2127636"/>
                  </a:lnTo>
                  <a:lnTo>
                    <a:pt x="6418527" y="2294253"/>
                  </a:lnTo>
                  <a:lnTo>
                    <a:pt x="6425241" y="2328955"/>
                  </a:lnTo>
                  <a:lnTo>
                    <a:pt x="6431955" y="2272900"/>
                  </a:lnTo>
                  <a:lnTo>
                    <a:pt x="6438669" y="2209760"/>
                  </a:lnTo>
                  <a:lnTo>
                    <a:pt x="6445383" y="2320927"/>
                  </a:lnTo>
                  <a:lnTo>
                    <a:pt x="6452097" y="2374909"/>
                  </a:lnTo>
                  <a:lnTo>
                    <a:pt x="6458811" y="2349851"/>
                  </a:lnTo>
                  <a:lnTo>
                    <a:pt x="6465525" y="2337122"/>
                  </a:lnTo>
                  <a:lnTo>
                    <a:pt x="6472239" y="2408045"/>
                  </a:lnTo>
                  <a:lnTo>
                    <a:pt x="6478953" y="2396302"/>
                  </a:lnTo>
                  <a:lnTo>
                    <a:pt x="6485667" y="2249766"/>
                  </a:lnTo>
                  <a:lnTo>
                    <a:pt x="6492381" y="2209988"/>
                  </a:lnTo>
                  <a:lnTo>
                    <a:pt x="6499094" y="2220068"/>
                  </a:lnTo>
                  <a:lnTo>
                    <a:pt x="6505808" y="2225199"/>
                  </a:lnTo>
                  <a:lnTo>
                    <a:pt x="6512522" y="2205984"/>
                  </a:lnTo>
                  <a:lnTo>
                    <a:pt x="6519236" y="2233720"/>
                  </a:lnTo>
                  <a:lnTo>
                    <a:pt x="6525950" y="2251826"/>
                  </a:lnTo>
                  <a:lnTo>
                    <a:pt x="6532664" y="2206950"/>
                  </a:lnTo>
                  <a:lnTo>
                    <a:pt x="6539378" y="2203124"/>
                  </a:lnTo>
                  <a:lnTo>
                    <a:pt x="6546092" y="2311560"/>
                  </a:lnTo>
                  <a:lnTo>
                    <a:pt x="6552806" y="2416517"/>
                  </a:lnTo>
                  <a:lnTo>
                    <a:pt x="6559520" y="2570522"/>
                  </a:lnTo>
                  <a:lnTo>
                    <a:pt x="6566234" y="2713385"/>
                  </a:lnTo>
                  <a:lnTo>
                    <a:pt x="6572948" y="2758198"/>
                  </a:lnTo>
                  <a:lnTo>
                    <a:pt x="6579662" y="2709037"/>
                  </a:lnTo>
                  <a:lnTo>
                    <a:pt x="6586376" y="2681993"/>
                  </a:lnTo>
                  <a:lnTo>
                    <a:pt x="6593090" y="2773379"/>
                  </a:lnTo>
                  <a:lnTo>
                    <a:pt x="6599804" y="2824531"/>
                  </a:lnTo>
                  <a:lnTo>
                    <a:pt x="6606518" y="2847946"/>
                  </a:lnTo>
                  <a:lnTo>
                    <a:pt x="6613231" y="2791471"/>
                  </a:lnTo>
                  <a:lnTo>
                    <a:pt x="6619945" y="2786032"/>
                  </a:lnTo>
                  <a:lnTo>
                    <a:pt x="6626659" y="2647112"/>
                  </a:lnTo>
                  <a:lnTo>
                    <a:pt x="6633373" y="2335901"/>
                  </a:lnTo>
                  <a:lnTo>
                    <a:pt x="6640087" y="2032987"/>
                  </a:lnTo>
                  <a:lnTo>
                    <a:pt x="6646801" y="1803979"/>
                  </a:lnTo>
                  <a:lnTo>
                    <a:pt x="6653515" y="1791401"/>
                  </a:lnTo>
                  <a:lnTo>
                    <a:pt x="6660229" y="1808795"/>
                  </a:lnTo>
                  <a:lnTo>
                    <a:pt x="6666943" y="1805109"/>
                  </a:lnTo>
                  <a:lnTo>
                    <a:pt x="6673657" y="1845951"/>
                  </a:lnTo>
                  <a:lnTo>
                    <a:pt x="6680371" y="2026247"/>
                  </a:lnTo>
                  <a:lnTo>
                    <a:pt x="6687085" y="2207062"/>
                  </a:lnTo>
                  <a:lnTo>
                    <a:pt x="6693799" y="2184130"/>
                  </a:lnTo>
                  <a:lnTo>
                    <a:pt x="6700513" y="2224047"/>
                  </a:lnTo>
                  <a:lnTo>
                    <a:pt x="6707227" y="2358054"/>
                  </a:lnTo>
                  <a:lnTo>
                    <a:pt x="6713941" y="2457736"/>
                  </a:lnTo>
                  <a:lnTo>
                    <a:pt x="6720655" y="2382813"/>
                  </a:lnTo>
                  <a:lnTo>
                    <a:pt x="6727368" y="2259472"/>
                  </a:lnTo>
                  <a:lnTo>
                    <a:pt x="6734082" y="2237085"/>
                  </a:lnTo>
                  <a:lnTo>
                    <a:pt x="6740796" y="2133061"/>
                  </a:lnTo>
                  <a:lnTo>
                    <a:pt x="6747510" y="2057847"/>
                  </a:lnTo>
                  <a:lnTo>
                    <a:pt x="6754224" y="2112197"/>
                  </a:lnTo>
                  <a:lnTo>
                    <a:pt x="6760938" y="2249043"/>
                  </a:lnTo>
                  <a:lnTo>
                    <a:pt x="6767652" y="2391985"/>
                  </a:lnTo>
                  <a:lnTo>
                    <a:pt x="6774366" y="2566587"/>
                  </a:lnTo>
                  <a:lnTo>
                    <a:pt x="6781080" y="2722098"/>
                  </a:lnTo>
                  <a:lnTo>
                    <a:pt x="6787794" y="2828493"/>
                  </a:lnTo>
                  <a:lnTo>
                    <a:pt x="6794508" y="2897517"/>
                  </a:lnTo>
                  <a:lnTo>
                    <a:pt x="6801222" y="2907198"/>
                  </a:lnTo>
                  <a:lnTo>
                    <a:pt x="6807936" y="2911989"/>
                  </a:lnTo>
                  <a:lnTo>
                    <a:pt x="6814650" y="2910691"/>
                  </a:lnTo>
                  <a:lnTo>
                    <a:pt x="6821364" y="2810931"/>
                  </a:lnTo>
                  <a:lnTo>
                    <a:pt x="6828078" y="2688967"/>
                  </a:lnTo>
                  <a:lnTo>
                    <a:pt x="6834792" y="2594993"/>
                  </a:lnTo>
                  <a:lnTo>
                    <a:pt x="6841505" y="2519581"/>
                  </a:lnTo>
                  <a:lnTo>
                    <a:pt x="6848219" y="2337864"/>
                  </a:lnTo>
                  <a:lnTo>
                    <a:pt x="6854933" y="2071895"/>
                  </a:lnTo>
                  <a:lnTo>
                    <a:pt x="6861647" y="1974096"/>
                  </a:lnTo>
                  <a:lnTo>
                    <a:pt x="6868361" y="2004853"/>
                  </a:lnTo>
                  <a:lnTo>
                    <a:pt x="6875075" y="2033569"/>
                  </a:lnTo>
                  <a:lnTo>
                    <a:pt x="6881789" y="2104312"/>
                  </a:lnTo>
                  <a:lnTo>
                    <a:pt x="6888503" y="2312167"/>
                  </a:lnTo>
                  <a:lnTo>
                    <a:pt x="6895217" y="2593283"/>
                  </a:lnTo>
                  <a:lnTo>
                    <a:pt x="6901931" y="2739040"/>
                  </a:lnTo>
                  <a:lnTo>
                    <a:pt x="6908645" y="2593128"/>
                  </a:lnTo>
                  <a:lnTo>
                    <a:pt x="6915359" y="2422519"/>
                  </a:lnTo>
                  <a:lnTo>
                    <a:pt x="6922073" y="2375899"/>
                  </a:lnTo>
                  <a:lnTo>
                    <a:pt x="6928787" y="2376556"/>
                  </a:lnTo>
                  <a:lnTo>
                    <a:pt x="6935501" y="2323539"/>
                  </a:lnTo>
                  <a:lnTo>
                    <a:pt x="6942215" y="2300124"/>
                  </a:lnTo>
                  <a:lnTo>
                    <a:pt x="6948929" y="2475187"/>
                  </a:lnTo>
                  <a:lnTo>
                    <a:pt x="6955642" y="2649084"/>
                  </a:lnTo>
                  <a:lnTo>
                    <a:pt x="6962356" y="2632712"/>
                  </a:lnTo>
                  <a:lnTo>
                    <a:pt x="6969070" y="2574079"/>
                  </a:lnTo>
                  <a:lnTo>
                    <a:pt x="6975784" y="2614411"/>
                  </a:lnTo>
                  <a:lnTo>
                    <a:pt x="6982498" y="2713841"/>
                  </a:lnTo>
                  <a:lnTo>
                    <a:pt x="6989212" y="2741909"/>
                  </a:lnTo>
                  <a:lnTo>
                    <a:pt x="6995926" y="2707824"/>
                  </a:lnTo>
                  <a:lnTo>
                    <a:pt x="7002640" y="2729403"/>
                  </a:lnTo>
                  <a:lnTo>
                    <a:pt x="7009354" y="2670192"/>
                  </a:lnTo>
                  <a:lnTo>
                    <a:pt x="7016068" y="2516943"/>
                  </a:lnTo>
                  <a:lnTo>
                    <a:pt x="7022782" y="2428880"/>
                  </a:lnTo>
                  <a:lnTo>
                    <a:pt x="7029496" y="2465560"/>
                  </a:lnTo>
                  <a:lnTo>
                    <a:pt x="7036210" y="2514861"/>
                  </a:lnTo>
                  <a:lnTo>
                    <a:pt x="7042924" y="2569875"/>
                  </a:lnTo>
                  <a:lnTo>
                    <a:pt x="7049638" y="2604831"/>
                  </a:lnTo>
                  <a:lnTo>
                    <a:pt x="7056352" y="2668825"/>
                  </a:lnTo>
                  <a:lnTo>
                    <a:pt x="7063066" y="2654125"/>
                  </a:lnTo>
                  <a:lnTo>
                    <a:pt x="7069779" y="2611702"/>
                  </a:lnTo>
                  <a:lnTo>
                    <a:pt x="7076493" y="2591488"/>
                  </a:lnTo>
                  <a:lnTo>
                    <a:pt x="7083207" y="2516330"/>
                  </a:lnTo>
                  <a:lnTo>
                    <a:pt x="7089921" y="2498881"/>
                  </a:lnTo>
                  <a:lnTo>
                    <a:pt x="7096635" y="2528740"/>
                  </a:lnTo>
                  <a:lnTo>
                    <a:pt x="7103349" y="2527166"/>
                  </a:lnTo>
                  <a:lnTo>
                    <a:pt x="7110063" y="2471443"/>
                  </a:lnTo>
                  <a:lnTo>
                    <a:pt x="7116777" y="2448843"/>
                  </a:lnTo>
                  <a:lnTo>
                    <a:pt x="7123491" y="2503880"/>
                  </a:lnTo>
                  <a:lnTo>
                    <a:pt x="7130205" y="2497109"/>
                  </a:lnTo>
                  <a:lnTo>
                    <a:pt x="7136919" y="2450360"/>
                  </a:lnTo>
                  <a:lnTo>
                    <a:pt x="7143633" y="2540837"/>
                  </a:lnTo>
                  <a:lnTo>
                    <a:pt x="7150347" y="2661299"/>
                  </a:lnTo>
                  <a:lnTo>
                    <a:pt x="7157061" y="2738075"/>
                  </a:lnTo>
                  <a:lnTo>
                    <a:pt x="7163775" y="2726289"/>
                  </a:lnTo>
                  <a:lnTo>
                    <a:pt x="7170489" y="2788204"/>
                  </a:lnTo>
                  <a:lnTo>
                    <a:pt x="7177203" y="2899046"/>
                  </a:lnTo>
                  <a:lnTo>
                    <a:pt x="7183916" y="2906756"/>
                  </a:lnTo>
                  <a:lnTo>
                    <a:pt x="7190630" y="2903992"/>
                  </a:lnTo>
                  <a:lnTo>
                    <a:pt x="7197344" y="2897638"/>
                  </a:lnTo>
                  <a:lnTo>
                    <a:pt x="7204058" y="2936276"/>
                  </a:lnTo>
                  <a:lnTo>
                    <a:pt x="7210772" y="2956802"/>
                  </a:lnTo>
                  <a:lnTo>
                    <a:pt x="7217486" y="2943419"/>
                  </a:lnTo>
                  <a:lnTo>
                    <a:pt x="7224200" y="2921523"/>
                  </a:lnTo>
                  <a:lnTo>
                    <a:pt x="7230914" y="2839894"/>
                  </a:lnTo>
                  <a:lnTo>
                    <a:pt x="7237628" y="2783802"/>
                  </a:lnTo>
                  <a:lnTo>
                    <a:pt x="7244342" y="2773041"/>
                  </a:lnTo>
                  <a:lnTo>
                    <a:pt x="7251056" y="2810901"/>
                  </a:lnTo>
                  <a:lnTo>
                    <a:pt x="7257770" y="2830846"/>
                  </a:lnTo>
                  <a:lnTo>
                    <a:pt x="7264484" y="2863864"/>
                  </a:lnTo>
                  <a:lnTo>
                    <a:pt x="7271198" y="2875912"/>
                  </a:lnTo>
                  <a:lnTo>
                    <a:pt x="7277912" y="2832235"/>
                  </a:lnTo>
                  <a:lnTo>
                    <a:pt x="7284626" y="2763390"/>
                  </a:lnTo>
                  <a:lnTo>
                    <a:pt x="7291340" y="2746025"/>
                  </a:lnTo>
                  <a:lnTo>
                    <a:pt x="7298053" y="2668800"/>
                  </a:lnTo>
                  <a:lnTo>
                    <a:pt x="7304767" y="2593094"/>
                  </a:lnTo>
                  <a:lnTo>
                    <a:pt x="7311481" y="2628734"/>
                  </a:lnTo>
                  <a:lnTo>
                    <a:pt x="7318195" y="2683548"/>
                  </a:lnTo>
                  <a:lnTo>
                    <a:pt x="7324909" y="2752359"/>
                  </a:lnTo>
                  <a:lnTo>
                    <a:pt x="7331623" y="2768504"/>
                  </a:lnTo>
                  <a:lnTo>
                    <a:pt x="7338337" y="2802502"/>
                  </a:lnTo>
                  <a:lnTo>
                    <a:pt x="7345051" y="2876734"/>
                  </a:lnTo>
                  <a:lnTo>
                    <a:pt x="7351765" y="2873906"/>
                  </a:lnTo>
                  <a:lnTo>
                    <a:pt x="7358479" y="2913514"/>
                  </a:lnTo>
                  <a:lnTo>
                    <a:pt x="7365193" y="2940752"/>
                  </a:lnTo>
                  <a:lnTo>
                    <a:pt x="7371907" y="2914433"/>
                  </a:lnTo>
                  <a:lnTo>
                    <a:pt x="7378621" y="2874476"/>
                  </a:lnTo>
                  <a:lnTo>
                    <a:pt x="7385335" y="2792091"/>
                  </a:lnTo>
                  <a:lnTo>
                    <a:pt x="7392049" y="2775023"/>
                  </a:lnTo>
                  <a:lnTo>
                    <a:pt x="7398763" y="2684161"/>
                  </a:lnTo>
                  <a:lnTo>
                    <a:pt x="7405477" y="2502449"/>
                  </a:lnTo>
                  <a:lnTo>
                    <a:pt x="7412190" y="2347932"/>
                  </a:lnTo>
                  <a:lnTo>
                    <a:pt x="7418904" y="2341477"/>
                  </a:lnTo>
                  <a:lnTo>
                    <a:pt x="7425618" y="2435718"/>
                  </a:lnTo>
                  <a:lnTo>
                    <a:pt x="7432332" y="2491066"/>
                  </a:lnTo>
                  <a:lnTo>
                    <a:pt x="7439046" y="2552954"/>
                  </a:lnTo>
                  <a:lnTo>
                    <a:pt x="7445760" y="2627442"/>
                  </a:lnTo>
                  <a:lnTo>
                    <a:pt x="7452474" y="2743140"/>
                  </a:lnTo>
                  <a:lnTo>
                    <a:pt x="7459188" y="2803093"/>
                  </a:lnTo>
                  <a:lnTo>
                    <a:pt x="7465902" y="2700180"/>
                  </a:lnTo>
                  <a:lnTo>
                    <a:pt x="7472616" y="2606459"/>
                  </a:lnTo>
                  <a:lnTo>
                    <a:pt x="7479330" y="2522444"/>
                  </a:lnTo>
                  <a:lnTo>
                    <a:pt x="7486044" y="2427666"/>
                  </a:lnTo>
                  <a:lnTo>
                    <a:pt x="7492758" y="2339393"/>
                  </a:lnTo>
                  <a:lnTo>
                    <a:pt x="7499472" y="2320549"/>
                  </a:lnTo>
                  <a:lnTo>
                    <a:pt x="7506186" y="2425258"/>
                  </a:lnTo>
                  <a:lnTo>
                    <a:pt x="7512900" y="2524655"/>
                  </a:lnTo>
                  <a:lnTo>
                    <a:pt x="7519614" y="2661219"/>
                  </a:lnTo>
                  <a:lnTo>
                    <a:pt x="7526327" y="2811811"/>
                  </a:lnTo>
                  <a:lnTo>
                    <a:pt x="7533041" y="2850045"/>
                  </a:lnTo>
                  <a:lnTo>
                    <a:pt x="7539755" y="2806744"/>
                  </a:lnTo>
                  <a:lnTo>
                    <a:pt x="7546469" y="2740807"/>
                  </a:lnTo>
                  <a:lnTo>
                    <a:pt x="7553183" y="2753308"/>
                  </a:lnTo>
                  <a:lnTo>
                    <a:pt x="7559897" y="2758729"/>
                  </a:lnTo>
                  <a:lnTo>
                    <a:pt x="7566611" y="2810933"/>
                  </a:lnTo>
                  <a:lnTo>
                    <a:pt x="7573325" y="2916239"/>
                  </a:lnTo>
                  <a:lnTo>
                    <a:pt x="7580039" y="2933889"/>
                  </a:lnTo>
                  <a:lnTo>
                    <a:pt x="7586753" y="2881496"/>
                  </a:lnTo>
                  <a:lnTo>
                    <a:pt x="7593467" y="2720239"/>
                  </a:lnTo>
                  <a:lnTo>
                    <a:pt x="7600181" y="2615052"/>
                  </a:lnTo>
                  <a:lnTo>
                    <a:pt x="7606895" y="2539091"/>
                  </a:lnTo>
                  <a:lnTo>
                    <a:pt x="7613609" y="2439518"/>
                  </a:lnTo>
                  <a:lnTo>
                    <a:pt x="7620323" y="2424551"/>
                  </a:lnTo>
                  <a:lnTo>
                    <a:pt x="7627037" y="2427031"/>
                  </a:lnTo>
                  <a:lnTo>
                    <a:pt x="7633751" y="2430276"/>
                  </a:lnTo>
                  <a:lnTo>
                    <a:pt x="7640464" y="2413565"/>
                  </a:lnTo>
                  <a:lnTo>
                    <a:pt x="7647178" y="2406226"/>
                  </a:lnTo>
                  <a:lnTo>
                    <a:pt x="7653892" y="2388032"/>
                  </a:lnTo>
                  <a:lnTo>
                    <a:pt x="7660606" y="2367887"/>
                  </a:lnTo>
                  <a:lnTo>
                    <a:pt x="7667320" y="2480529"/>
                  </a:lnTo>
                  <a:lnTo>
                    <a:pt x="7674034" y="2632704"/>
                  </a:lnTo>
                  <a:lnTo>
                    <a:pt x="7680748" y="2750100"/>
                  </a:lnTo>
                  <a:lnTo>
                    <a:pt x="7687462" y="2825990"/>
                  </a:lnTo>
                  <a:lnTo>
                    <a:pt x="7694176" y="2856057"/>
                  </a:lnTo>
                  <a:lnTo>
                    <a:pt x="7700890" y="2854928"/>
                  </a:lnTo>
                  <a:lnTo>
                    <a:pt x="7707604" y="2833514"/>
                  </a:lnTo>
                  <a:lnTo>
                    <a:pt x="7714318" y="2815121"/>
                  </a:lnTo>
                  <a:lnTo>
                    <a:pt x="7721032" y="2790066"/>
                  </a:lnTo>
                  <a:lnTo>
                    <a:pt x="7727746" y="2770827"/>
                  </a:lnTo>
                  <a:lnTo>
                    <a:pt x="7734460" y="2790151"/>
                  </a:lnTo>
                  <a:lnTo>
                    <a:pt x="7741174" y="2804250"/>
                  </a:lnTo>
                  <a:lnTo>
                    <a:pt x="7747888" y="2718524"/>
                  </a:lnTo>
                  <a:lnTo>
                    <a:pt x="7754601" y="2606357"/>
                  </a:lnTo>
                  <a:lnTo>
                    <a:pt x="7761315" y="2528962"/>
                  </a:lnTo>
                  <a:lnTo>
                    <a:pt x="7768029" y="2467761"/>
                  </a:lnTo>
                  <a:lnTo>
                    <a:pt x="7774743" y="2405047"/>
                  </a:lnTo>
                  <a:lnTo>
                    <a:pt x="7781457" y="2345786"/>
                  </a:lnTo>
                  <a:lnTo>
                    <a:pt x="7788171" y="2374268"/>
                  </a:lnTo>
                  <a:lnTo>
                    <a:pt x="7794885" y="2496865"/>
                  </a:lnTo>
                  <a:lnTo>
                    <a:pt x="7801599" y="2599313"/>
                  </a:lnTo>
                  <a:lnTo>
                    <a:pt x="7808313" y="2687033"/>
                  </a:lnTo>
                  <a:lnTo>
                    <a:pt x="7815027" y="2783238"/>
                  </a:lnTo>
                  <a:lnTo>
                    <a:pt x="7821741" y="2864213"/>
                  </a:lnTo>
                  <a:lnTo>
                    <a:pt x="7828455" y="2793341"/>
                  </a:lnTo>
                  <a:lnTo>
                    <a:pt x="7835169" y="2629804"/>
                  </a:lnTo>
                  <a:lnTo>
                    <a:pt x="7841883" y="2526027"/>
                  </a:lnTo>
                  <a:lnTo>
                    <a:pt x="7848597" y="2411793"/>
                  </a:lnTo>
                  <a:lnTo>
                    <a:pt x="7855311" y="2242804"/>
                  </a:lnTo>
                  <a:lnTo>
                    <a:pt x="7862025" y="2123999"/>
                  </a:lnTo>
                  <a:lnTo>
                    <a:pt x="7868738" y="2132996"/>
                  </a:lnTo>
                  <a:lnTo>
                    <a:pt x="7875452" y="2246718"/>
                  </a:lnTo>
                  <a:lnTo>
                    <a:pt x="7882166" y="2303119"/>
                  </a:lnTo>
                  <a:lnTo>
                    <a:pt x="7888880" y="2383991"/>
                  </a:lnTo>
                  <a:lnTo>
                    <a:pt x="7895594" y="2587303"/>
                  </a:lnTo>
                  <a:lnTo>
                    <a:pt x="7902308" y="2737166"/>
                  </a:lnTo>
                  <a:lnTo>
                    <a:pt x="7909022" y="2785718"/>
                  </a:lnTo>
                  <a:lnTo>
                    <a:pt x="7915736" y="2687785"/>
                  </a:lnTo>
                  <a:lnTo>
                    <a:pt x="7922450" y="2636829"/>
                  </a:lnTo>
                  <a:lnTo>
                    <a:pt x="7929164" y="2625520"/>
                  </a:lnTo>
                  <a:lnTo>
                    <a:pt x="7935878" y="2560623"/>
                  </a:lnTo>
                  <a:lnTo>
                    <a:pt x="7942592" y="2505452"/>
                  </a:lnTo>
                  <a:lnTo>
                    <a:pt x="7949306" y="2537636"/>
                  </a:lnTo>
                  <a:lnTo>
                    <a:pt x="7956020" y="2679759"/>
                  </a:lnTo>
                  <a:lnTo>
                    <a:pt x="7962734" y="2740304"/>
                  </a:lnTo>
                  <a:lnTo>
                    <a:pt x="7969448" y="2716636"/>
                  </a:lnTo>
                  <a:lnTo>
                    <a:pt x="7976162" y="2765458"/>
                  </a:lnTo>
                  <a:lnTo>
                    <a:pt x="7982875" y="2863452"/>
                  </a:lnTo>
                  <a:lnTo>
                    <a:pt x="7989589" y="2897793"/>
                  </a:lnTo>
                  <a:lnTo>
                    <a:pt x="7996303" y="2852399"/>
                  </a:lnTo>
                  <a:lnTo>
                    <a:pt x="8003017" y="2783092"/>
                  </a:lnTo>
                  <a:lnTo>
                    <a:pt x="8009731" y="2803375"/>
                  </a:lnTo>
                  <a:lnTo>
                    <a:pt x="8016445" y="2851471"/>
                  </a:lnTo>
                  <a:lnTo>
                    <a:pt x="8023159" y="2845680"/>
                  </a:lnTo>
                  <a:lnTo>
                    <a:pt x="8029873" y="2804644"/>
                  </a:lnTo>
                  <a:lnTo>
                    <a:pt x="8036587" y="2793076"/>
                  </a:lnTo>
                  <a:lnTo>
                    <a:pt x="8043301" y="2853112"/>
                  </a:lnTo>
                  <a:lnTo>
                    <a:pt x="8050015" y="2864265"/>
                  </a:lnTo>
                  <a:lnTo>
                    <a:pt x="8056729" y="2799234"/>
                  </a:lnTo>
                  <a:lnTo>
                    <a:pt x="8063443" y="2701860"/>
                  </a:lnTo>
                  <a:lnTo>
                    <a:pt x="8070157" y="2564480"/>
                  </a:lnTo>
                  <a:lnTo>
                    <a:pt x="8076871" y="2428824"/>
                  </a:lnTo>
                  <a:lnTo>
                    <a:pt x="8083585" y="2347017"/>
                  </a:lnTo>
                  <a:lnTo>
                    <a:pt x="8090299" y="2268798"/>
                  </a:lnTo>
                  <a:lnTo>
                    <a:pt x="8097012" y="2188540"/>
                  </a:lnTo>
                  <a:lnTo>
                    <a:pt x="8103726" y="2214172"/>
                  </a:lnTo>
                  <a:lnTo>
                    <a:pt x="8110440" y="2398533"/>
                  </a:lnTo>
                  <a:lnTo>
                    <a:pt x="8117154" y="2506356"/>
                  </a:lnTo>
                  <a:lnTo>
                    <a:pt x="8123868" y="2493769"/>
                  </a:lnTo>
                  <a:lnTo>
                    <a:pt x="8130582" y="2491334"/>
                  </a:lnTo>
                  <a:lnTo>
                    <a:pt x="8137296" y="2547720"/>
                  </a:lnTo>
                  <a:lnTo>
                    <a:pt x="8144010" y="2593666"/>
                  </a:lnTo>
                  <a:lnTo>
                    <a:pt x="8150724" y="2547129"/>
                  </a:lnTo>
                  <a:lnTo>
                    <a:pt x="8157438" y="2607282"/>
                  </a:lnTo>
                  <a:lnTo>
                    <a:pt x="8164152" y="2745036"/>
                  </a:lnTo>
                  <a:lnTo>
                    <a:pt x="8170866" y="2830592"/>
                  </a:lnTo>
                  <a:lnTo>
                    <a:pt x="8177580" y="2865502"/>
                  </a:lnTo>
                  <a:lnTo>
                    <a:pt x="8184294" y="2845113"/>
                  </a:lnTo>
                  <a:lnTo>
                    <a:pt x="8191008" y="2863750"/>
                  </a:lnTo>
                  <a:lnTo>
                    <a:pt x="8197722" y="2834985"/>
                  </a:lnTo>
                  <a:lnTo>
                    <a:pt x="8204436" y="2696578"/>
                  </a:lnTo>
                  <a:lnTo>
                    <a:pt x="8211149" y="2520226"/>
                  </a:lnTo>
                  <a:lnTo>
                    <a:pt x="8217863" y="2280980"/>
                  </a:lnTo>
                  <a:lnTo>
                    <a:pt x="8224577" y="2115307"/>
                  </a:lnTo>
                  <a:lnTo>
                    <a:pt x="8231291" y="2044153"/>
                  </a:lnTo>
                  <a:lnTo>
                    <a:pt x="8238005" y="2051603"/>
                  </a:lnTo>
                  <a:lnTo>
                    <a:pt x="8244719" y="2113114"/>
                  </a:lnTo>
                  <a:lnTo>
                    <a:pt x="8251433" y="2171402"/>
                  </a:lnTo>
                  <a:lnTo>
                    <a:pt x="8258147" y="2290841"/>
                  </a:lnTo>
                  <a:lnTo>
                    <a:pt x="8264861" y="2422447"/>
                  </a:lnTo>
                  <a:lnTo>
                    <a:pt x="8271575" y="2470787"/>
                  </a:lnTo>
                  <a:lnTo>
                    <a:pt x="8278289" y="2448906"/>
                  </a:lnTo>
                  <a:lnTo>
                    <a:pt x="8285003" y="2448944"/>
                  </a:lnTo>
                  <a:lnTo>
                    <a:pt x="8291717" y="2514567"/>
                  </a:lnTo>
                  <a:lnTo>
                    <a:pt x="8298431" y="2576920"/>
                  </a:lnTo>
                  <a:lnTo>
                    <a:pt x="8305145" y="2573250"/>
                  </a:lnTo>
                  <a:lnTo>
                    <a:pt x="8311859" y="2582272"/>
                  </a:lnTo>
                  <a:lnTo>
                    <a:pt x="8318573" y="2653994"/>
                  </a:lnTo>
                  <a:lnTo>
                    <a:pt x="8325286" y="2734553"/>
                  </a:lnTo>
                  <a:lnTo>
                    <a:pt x="8332000" y="2819131"/>
                  </a:lnTo>
                  <a:lnTo>
                    <a:pt x="8338714" y="2912185"/>
                  </a:lnTo>
                  <a:lnTo>
                    <a:pt x="8345428" y="3004049"/>
                  </a:lnTo>
                  <a:lnTo>
                    <a:pt x="8352142" y="3068453"/>
                  </a:lnTo>
                  <a:lnTo>
                    <a:pt x="8358856" y="3071491"/>
                  </a:lnTo>
                  <a:lnTo>
                    <a:pt x="8365570" y="3079228"/>
                  </a:lnTo>
                  <a:lnTo>
                    <a:pt x="8372284" y="3107023"/>
                  </a:lnTo>
                  <a:lnTo>
                    <a:pt x="8378998" y="3114904"/>
                  </a:lnTo>
                  <a:lnTo>
                    <a:pt x="8385712" y="3114904"/>
                  </a:lnTo>
                  <a:lnTo>
                    <a:pt x="8392426" y="3114906"/>
                  </a:lnTo>
                  <a:lnTo>
                    <a:pt x="8399140" y="3060165"/>
                  </a:lnTo>
                  <a:lnTo>
                    <a:pt x="8405854" y="2944986"/>
                  </a:lnTo>
                  <a:lnTo>
                    <a:pt x="8412568" y="2874540"/>
                  </a:lnTo>
                  <a:lnTo>
                    <a:pt x="8419282" y="2793104"/>
                  </a:lnTo>
                  <a:lnTo>
                    <a:pt x="8425996" y="2761079"/>
                  </a:lnTo>
                  <a:lnTo>
                    <a:pt x="8432710" y="2761080"/>
                  </a:lnTo>
                  <a:lnTo>
                    <a:pt x="8439423" y="2815823"/>
                  </a:lnTo>
                  <a:lnTo>
                    <a:pt x="8446137" y="2923267"/>
                  </a:lnTo>
                  <a:lnTo>
                    <a:pt x="8452851" y="2982279"/>
                  </a:lnTo>
                  <a:lnTo>
                    <a:pt x="8459565" y="3036619"/>
                  </a:lnTo>
                  <a:lnTo>
                    <a:pt x="8466279" y="3057206"/>
                  </a:lnTo>
                  <a:lnTo>
                    <a:pt x="8472993" y="3042471"/>
                  </a:lnTo>
                  <a:lnTo>
                    <a:pt x="8479707" y="3032330"/>
                  </a:lnTo>
                  <a:lnTo>
                    <a:pt x="8486421" y="3032331"/>
                  </a:lnTo>
                  <a:lnTo>
                    <a:pt x="8493135" y="3046374"/>
                  </a:lnTo>
                  <a:lnTo>
                    <a:pt x="8499849" y="3116972"/>
                  </a:lnTo>
                  <a:lnTo>
                    <a:pt x="8499849" y="3116972"/>
                  </a:lnTo>
                  <a:lnTo>
                    <a:pt x="8506563" y="3116972"/>
                  </a:lnTo>
                  <a:lnTo>
                    <a:pt x="8513277" y="3116972"/>
                  </a:lnTo>
                  <a:lnTo>
                    <a:pt x="8519991" y="3116972"/>
                  </a:lnTo>
                  <a:lnTo>
                    <a:pt x="8526705" y="3116972"/>
                  </a:lnTo>
                  <a:lnTo>
                    <a:pt x="8533419" y="3116972"/>
                  </a:lnTo>
                  <a:lnTo>
                    <a:pt x="8540133" y="3116972"/>
                  </a:lnTo>
                  <a:lnTo>
                    <a:pt x="8546847" y="3116972"/>
                  </a:lnTo>
                  <a:lnTo>
                    <a:pt x="8553560" y="3116972"/>
                  </a:lnTo>
                  <a:lnTo>
                    <a:pt x="8553560" y="31169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6847" y="0"/>
                  </a:lnTo>
                  <a:lnTo>
                    <a:pt x="8540133" y="0"/>
                  </a:lnTo>
                  <a:lnTo>
                    <a:pt x="8533419" y="0"/>
                  </a:lnTo>
                  <a:lnTo>
                    <a:pt x="8526705" y="0"/>
                  </a:lnTo>
                  <a:lnTo>
                    <a:pt x="8519991" y="0"/>
                  </a:lnTo>
                  <a:lnTo>
                    <a:pt x="8513277" y="0"/>
                  </a:lnTo>
                  <a:lnTo>
                    <a:pt x="8506563" y="0"/>
                  </a:lnTo>
                  <a:lnTo>
                    <a:pt x="8499849" y="0"/>
                  </a:lnTo>
                  <a:lnTo>
                    <a:pt x="8493135" y="0"/>
                  </a:lnTo>
                  <a:lnTo>
                    <a:pt x="8486421" y="0"/>
                  </a:lnTo>
                  <a:lnTo>
                    <a:pt x="8479707" y="0"/>
                  </a:lnTo>
                  <a:lnTo>
                    <a:pt x="8472993" y="0"/>
                  </a:lnTo>
                  <a:lnTo>
                    <a:pt x="8466279" y="0"/>
                  </a:lnTo>
                  <a:lnTo>
                    <a:pt x="8459565" y="0"/>
                  </a:lnTo>
                  <a:lnTo>
                    <a:pt x="8452851" y="0"/>
                  </a:lnTo>
                  <a:lnTo>
                    <a:pt x="8446137" y="0"/>
                  </a:lnTo>
                  <a:lnTo>
                    <a:pt x="8439423" y="0"/>
                  </a:lnTo>
                  <a:lnTo>
                    <a:pt x="8432710" y="0"/>
                  </a:lnTo>
                  <a:lnTo>
                    <a:pt x="8425996" y="0"/>
                  </a:lnTo>
                  <a:lnTo>
                    <a:pt x="8419282" y="0"/>
                  </a:lnTo>
                  <a:lnTo>
                    <a:pt x="8412568" y="0"/>
                  </a:lnTo>
                  <a:lnTo>
                    <a:pt x="8405854" y="0"/>
                  </a:lnTo>
                  <a:lnTo>
                    <a:pt x="8399140" y="0"/>
                  </a:lnTo>
                  <a:lnTo>
                    <a:pt x="8392426" y="0"/>
                  </a:lnTo>
                  <a:lnTo>
                    <a:pt x="8385712" y="0"/>
                  </a:lnTo>
                  <a:lnTo>
                    <a:pt x="8378998" y="0"/>
                  </a:lnTo>
                  <a:lnTo>
                    <a:pt x="8372284" y="0"/>
                  </a:lnTo>
                  <a:lnTo>
                    <a:pt x="8365570" y="0"/>
                  </a:lnTo>
                  <a:lnTo>
                    <a:pt x="8358856" y="0"/>
                  </a:lnTo>
                  <a:lnTo>
                    <a:pt x="8352142" y="0"/>
                  </a:lnTo>
                  <a:lnTo>
                    <a:pt x="8345428" y="0"/>
                  </a:lnTo>
                  <a:lnTo>
                    <a:pt x="8338714" y="0"/>
                  </a:lnTo>
                  <a:lnTo>
                    <a:pt x="8332000" y="0"/>
                  </a:lnTo>
                  <a:lnTo>
                    <a:pt x="8325286" y="0"/>
                  </a:lnTo>
                  <a:lnTo>
                    <a:pt x="8318573" y="0"/>
                  </a:lnTo>
                  <a:lnTo>
                    <a:pt x="8311859" y="0"/>
                  </a:lnTo>
                  <a:lnTo>
                    <a:pt x="8305145" y="0"/>
                  </a:lnTo>
                  <a:lnTo>
                    <a:pt x="8298431" y="0"/>
                  </a:lnTo>
                  <a:lnTo>
                    <a:pt x="8291717" y="0"/>
                  </a:lnTo>
                  <a:lnTo>
                    <a:pt x="8285003" y="0"/>
                  </a:lnTo>
                  <a:lnTo>
                    <a:pt x="8278289" y="0"/>
                  </a:lnTo>
                  <a:lnTo>
                    <a:pt x="8271575" y="0"/>
                  </a:lnTo>
                  <a:lnTo>
                    <a:pt x="8264861" y="0"/>
                  </a:lnTo>
                  <a:lnTo>
                    <a:pt x="8258147" y="0"/>
                  </a:lnTo>
                  <a:lnTo>
                    <a:pt x="8251433" y="0"/>
                  </a:lnTo>
                  <a:lnTo>
                    <a:pt x="8244719" y="0"/>
                  </a:lnTo>
                  <a:lnTo>
                    <a:pt x="8238005" y="0"/>
                  </a:lnTo>
                  <a:lnTo>
                    <a:pt x="8231291" y="0"/>
                  </a:lnTo>
                  <a:lnTo>
                    <a:pt x="8224577" y="0"/>
                  </a:lnTo>
                  <a:lnTo>
                    <a:pt x="8217863" y="0"/>
                  </a:lnTo>
                  <a:lnTo>
                    <a:pt x="8211149" y="0"/>
                  </a:lnTo>
                  <a:lnTo>
                    <a:pt x="8204436" y="0"/>
                  </a:lnTo>
                  <a:lnTo>
                    <a:pt x="8197722" y="0"/>
                  </a:lnTo>
                  <a:lnTo>
                    <a:pt x="8191008" y="0"/>
                  </a:lnTo>
                  <a:lnTo>
                    <a:pt x="8184294" y="0"/>
                  </a:lnTo>
                  <a:lnTo>
                    <a:pt x="8177580" y="0"/>
                  </a:lnTo>
                  <a:lnTo>
                    <a:pt x="8170866" y="0"/>
                  </a:lnTo>
                  <a:lnTo>
                    <a:pt x="8164152" y="0"/>
                  </a:lnTo>
                  <a:lnTo>
                    <a:pt x="8157438" y="0"/>
                  </a:lnTo>
                  <a:lnTo>
                    <a:pt x="8150724" y="0"/>
                  </a:lnTo>
                  <a:lnTo>
                    <a:pt x="8144010" y="0"/>
                  </a:lnTo>
                  <a:lnTo>
                    <a:pt x="8137296" y="0"/>
                  </a:lnTo>
                  <a:lnTo>
                    <a:pt x="8130582" y="0"/>
                  </a:lnTo>
                  <a:lnTo>
                    <a:pt x="8123868" y="0"/>
                  </a:lnTo>
                  <a:lnTo>
                    <a:pt x="8117154" y="0"/>
                  </a:lnTo>
                  <a:lnTo>
                    <a:pt x="8110440" y="0"/>
                  </a:lnTo>
                  <a:lnTo>
                    <a:pt x="8103726" y="0"/>
                  </a:lnTo>
                  <a:lnTo>
                    <a:pt x="8097012" y="0"/>
                  </a:lnTo>
                  <a:lnTo>
                    <a:pt x="8090299" y="0"/>
                  </a:lnTo>
                  <a:lnTo>
                    <a:pt x="8083585" y="0"/>
                  </a:lnTo>
                  <a:lnTo>
                    <a:pt x="8076871" y="0"/>
                  </a:lnTo>
                  <a:lnTo>
                    <a:pt x="8070157" y="0"/>
                  </a:lnTo>
                  <a:lnTo>
                    <a:pt x="8063443" y="0"/>
                  </a:lnTo>
                  <a:lnTo>
                    <a:pt x="8056729" y="0"/>
                  </a:lnTo>
                  <a:lnTo>
                    <a:pt x="8050015" y="0"/>
                  </a:lnTo>
                  <a:lnTo>
                    <a:pt x="8043301" y="0"/>
                  </a:lnTo>
                  <a:lnTo>
                    <a:pt x="8036587" y="0"/>
                  </a:lnTo>
                  <a:lnTo>
                    <a:pt x="8029873" y="0"/>
                  </a:lnTo>
                  <a:lnTo>
                    <a:pt x="8023159" y="0"/>
                  </a:lnTo>
                  <a:lnTo>
                    <a:pt x="8016445" y="0"/>
                  </a:lnTo>
                  <a:lnTo>
                    <a:pt x="8009731" y="0"/>
                  </a:lnTo>
                  <a:lnTo>
                    <a:pt x="8003017" y="0"/>
                  </a:lnTo>
                  <a:lnTo>
                    <a:pt x="7996303" y="0"/>
                  </a:lnTo>
                  <a:lnTo>
                    <a:pt x="7989589" y="0"/>
                  </a:lnTo>
                  <a:lnTo>
                    <a:pt x="7982875" y="0"/>
                  </a:lnTo>
                  <a:lnTo>
                    <a:pt x="7976162" y="0"/>
                  </a:lnTo>
                  <a:lnTo>
                    <a:pt x="7969448" y="0"/>
                  </a:lnTo>
                  <a:lnTo>
                    <a:pt x="7962734" y="0"/>
                  </a:lnTo>
                  <a:lnTo>
                    <a:pt x="7956020" y="0"/>
                  </a:lnTo>
                  <a:lnTo>
                    <a:pt x="7949306" y="0"/>
                  </a:lnTo>
                  <a:lnTo>
                    <a:pt x="7942592" y="0"/>
                  </a:lnTo>
                  <a:lnTo>
                    <a:pt x="7935878" y="0"/>
                  </a:lnTo>
                  <a:lnTo>
                    <a:pt x="7929164" y="0"/>
                  </a:lnTo>
                  <a:lnTo>
                    <a:pt x="7922450" y="0"/>
                  </a:lnTo>
                  <a:lnTo>
                    <a:pt x="7915736" y="0"/>
                  </a:lnTo>
                  <a:lnTo>
                    <a:pt x="7909022" y="0"/>
                  </a:lnTo>
                  <a:lnTo>
                    <a:pt x="7902308" y="0"/>
                  </a:lnTo>
                  <a:lnTo>
                    <a:pt x="7895594" y="0"/>
                  </a:lnTo>
                  <a:lnTo>
                    <a:pt x="7888880" y="0"/>
                  </a:lnTo>
                  <a:lnTo>
                    <a:pt x="7882166" y="0"/>
                  </a:lnTo>
                  <a:lnTo>
                    <a:pt x="7875452" y="0"/>
                  </a:lnTo>
                  <a:lnTo>
                    <a:pt x="7868738" y="0"/>
                  </a:lnTo>
                  <a:lnTo>
                    <a:pt x="7862025" y="0"/>
                  </a:lnTo>
                  <a:lnTo>
                    <a:pt x="7855311" y="0"/>
                  </a:lnTo>
                  <a:lnTo>
                    <a:pt x="7848597" y="0"/>
                  </a:lnTo>
                  <a:lnTo>
                    <a:pt x="7841883" y="0"/>
                  </a:lnTo>
                  <a:lnTo>
                    <a:pt x="7835169" y="0"/>
                  </a:lnTo>
                  <a:lnTo>
                    <a:pt x="7828455" y="0"/>
                  </a:lnTo>
                  <a:lnTo>
                    <a:pt x="7821741" y="0"/>
                  </a:lnTo>
                  <a:lnTo>
                    <a:pt x="7815027" y="0"/>
                  </a:lnTo>
                  <a:lnTo>
                    <a:pt x="7808313" y="0"/>
                  </a:lnTo>
                  <a:lnTo>
                    <a:pt x="7801599" y="0"/>
                  </a:lnTo>
                  <a:lnTo>
                    <a:pt x="7794885" y="0"/>
                  </a:lnTo>
                  <a:lnTo>
                    <a:pt x="7788171" y="0"/>
                  </a:lnTo>
                  <a:lnTo>
                    <a:pt x="7781457" y="0"/>
                  </a:lnTo>
                  <a:lnTo>
                    <a:pt x="7774743" y="0"/>
                  </a:lnTo>
                  <a:lnTo>
                    <a:pt x="7768029" y="0"/>
                  </a:lnTo>
                  <a:lnTo>
                    <a:pt x="7761315" y="0"/>
                  </a:lnTo>
                  <a:lnTo>
                    <a:pt x="7754601" y="0"/>
                  </a:lnTo>
                  <a:lnTo>
                    <a:pt x="7747888" y="0"/>
                  </a:lnTo>
                  <a:lnTo>
                    <a:pt x="7741174" y="0"/>
                  </a:lnTo>
                  <a:lnTo>
                    <a:pt x="7734460" y="0"/>
                  </a:lnTo>
                  <a:lnTo>
                    <a:pt x="7727746" y="0"/>
                  </a:lnTo>
                  <a:lnTo>
                    <a:pt x="7721032" y="0"/>
                  </a:lnTo>
                  <a:lnTo>
                    <a:pt x="7714318" y="0"/>
                  </a:lnTo>
                  <a:lnTo>
                    <a:pt x="7707604" y="0"/>
                  </a:lnTo>
                  <a:lnTo>
                    <a:pt x="7700890" y="0"/>
                  </a:lnTo>
                  <a:lnTo>
                    <a:pt x="7694176" y="0"/>
                  </a:lnTo>
                  <a:lnTo>
                    <a:pt x="7687462" y="0"/>
                  </a:lnTo>
                  <a:lnTo>
                    <a:pt x="7680748" y="0"/>
                  </a:lnTo>
                  <a:lnTo>
                    <a:pt x="7674034" y="0"/>
                  </a:lnTo>
                  <a:lnTo>
                    <a:pt x="7667320" y="0"/>
                  </a:lnTo>
                  <a:lnTo>
                    <a:pt x="7660606" y="0"/>
                  </a:lnTo>
                  <a:lnTo>
                    <a:pt x="7653892" y="0"/>
                  </a:lnTo>
                  <a:lnTo>
                    <a:pt x="7647178" y="0"/>
                  </a:lnTo>
                  <a:lnTo>
                    <a:pt x="7640464" y="0"/>
                  </a:lnTo>
                  <a:lnTo>
                    <a:pt x="7633751" y="0"/>
                  </a:lnTo>
                  <a:lnTo>
                    <a:pt x="7627037" y="0"/>
                  </a:lnTo>
                  <a:lnTo>
                    <a:pt x="7620323" y="0"/>
                  </a:lnTo>
                  <a:lnTo>
                    <a:pt x="7613609" y="0"/>
                  </a:lnTo>
                  <a:lnTo>
                    <a:pt x="7606895" y="0"/>
                  </a:lnTo>
                  <a:lnTo>
                    <a:pt x="7600181" y="0"/>
                  </a:lnTo>
                  <a:lnTo>
                    <a:pt x="7593467" y="0"/>
                  </a:lnTo>
                  <a:lnTo>
                    <a:pt x="7586753" y="0"/>
                  </a:lnTo>
                  <a:lnTo>
                    <a:pt x="7580039" y="0"/>
                  </a:lnTo>
                  <a:lnTo>
                    <a:pt x="7573325" y="0"/>
                  </a:lnTo>
                  <a:lnTo>
                    <a:pt x="7566611" y="0"/>
                  </a:lnTo>
                  <a:lnTo>
                    <a:pt x="7559897" y="0"/>
                  </a:lnTo>
                  <a:lnTo>
                    <a:pt x="7553183" y="0"/>
                  </a:lnTo>
                  <a:lnTo>
                    <a:pt x="7546469" y="0"/>
                  </a:lnTo>
                  <a:lnTo>
                    <a:pt x="7539755" y="0"/>
                  </a:lnTo>
                  <a:lnTo>
                    <a:pt x="7533041" y="0"/>
                  </a:lnTo>
                  <a:lnTo>
                    <a:pt x="7526327" y="0"/>
                  </a:lnTo>
                  <a:lnTo>
                    <a:pt x="7519614" y="0"/>
                  </a:lnTo>
                  <a:lnTo>
                    <a:pt x="7512900" y="0"/>
                  </a:lnTo>
                  <a:lnTo>
                    <a:pt x="7506186" y="0"/>
                  </a:lnTo>
                  <a:lnTo>
                    <a:pt x="7499472" y="0"/>
                  </a:lnTo>
                  <a:lnTo>
                    <a:pt x="7492758" y="0"/>
                  </a:lnTo>
                  <a:lnTo>
                    <a:pt x="7486044" y="0"/>
                  </a:lnTo>
                  <a:lnTo>
                    <a:pt x="7479330" y="0"/>
                  </a:lnTo>
                  <a:lnTo>
                    <a:pt x="7472616" y="0"/>
                  </a:lnTo>
                  <a:lnTo>
                    <a:pt x="7465902" y="0"/>
                  </a:lnTo>
                  <a:lnTo>
                    <a:pt x="7459188" y="0"/>
                  </a:lnTo>
                  <a:lnTo>
                    <a:pt x="7452474" y="0"/>
                  </a:lnTo>
                  <a:lnTo>
                    <a:pt x="7445760" y="0"/>
                  </a:lnTo>
                  <a:lnTo>
                    <a:pt x="7439046" y="0"/>
                  </a:lnTo>
                  <a:lnTo>
                    <a:pt x="7432332" y="0"/>
                  </a:lnTo>
                  <a:lnTo>
                    <a:pt x="7425618" y="0"/>
                  </a:lnTo>
                  <a:lnTo>
                    <a:pt x="7418904" y="0"/>
                  </a:lnTo>
                  <a:lnTo>
                    <a:pt x="7412190" y="0"/>
                  </a:lnTo>
                  <a:lnTo>
                    <a:pt x="7405477" y="0"/>
                  </a:lnTo>
                  <a:lnTo>
                    <a:pt x="7398763" y="0"/>
                  </a:lnTo>
                  <a:lnTo>
                    <a:pt x="7392049" y="0"/>
                  </a:lnTo>
                  <a:lnTo>
                    <a:pt x="7385335" y="0"/>
                  </a:lnTo>
                  <a:lnTo>
                    <a:pt x="7378621" y="0"/>
                  </a:lnTo>
                  <a:lnTo>
                    <a:pt x="7371907" y="0"/>
                  </a:lnTo>
                  <a:lnTo>
                    <a:pt x="7365193" y="0"/>
                  </a:lnTo>
                  <a:lnTo>
                    <a:pt x="7358479" y="0"/>
                  </a:lnTo>
                  <a:lnTo>
                    <a:pt x="7351765" y="0"/>
                  </a:lnTo>
                  <a:lnTo>
                    <a:pt x="7345051" y="0"/>
                  </a:lnTo>
                  <a:lnTo>
                    <a:pt x="7338337" y="0"/>
                  </a:lnTo>
                  <a:lnTo>
                    <a:pt x="7331623" y="0"/>
                  </a:lnTo>
                  <a:lnTo>
                    <a:pt x="7324909" y="0"/>
                  </a:lnTo>
                  <a:lnTo>
                    <a:pt x="7318195" y="0"/>
                  </a:lnTo>
                  <a:lnTo>
                    <a:pt x="7311481" y="0"/>
                  </a:lnTo>
                  <a:lnTo>
                    <a:pt x="7304767" y="0"/>
                  </a:lnTo>
                  <a:lnTo>
                    <a:pt x="7298053" y="0"/>
                  </a:lnTo>
                  <a:lnTo>
                    <a:pt x="7291340" y="0"/>
                  </a:lnTo>
                  <a:lnTo>
                    <a:pt x="7284626" y="0"/>
                  </a:lnTo>
                  <a:lnTo>
                    <a:pt x="7277912" y="0"/>
                  </a:lnTo>
                  <a:lnTo>
                    <a:pt x="7271198" y="0"/>
                  </a:lnTo>
                  <a:lnTo>
                    <a:pt x="7264484" y="0"/>
                  </a:lnTo>
                  <a:lnTo>
                    <a:pt x="7257770" y="0"/>
                  </a:lnTo>
                  <a:lnTo>
                    <a:pt x="7251056" y="0"/>
                  </a:lnTo>
                  <a:lnTo>
                    <a:pt x="7244342" y="0"/>
                  </a:lnTo>
                  <a:lnTo>
                    <a:pt x="7237628" y="0"/>
                  </a:lnTo>
                  <a:lnTo>
                    <a:pt x="7230914" y="0"/>
                  </a:lnTo>
                  <a:lnTo>
                    <a:pt x="7224200" y="0"/>
                  </a:lnTo>
                  <a:lnTo>
                    <a:pt x="7217486" y="0"/>
                  </a:lnTo>
                  <a:lnTo>
                    <a:pt x="7210772" y="0"/>
                  </a:lnTo>
                  <a:lnTo>
                    <a:pt x="7204058" y="0"/>
                  </a:lnTo>
                  <a:lnTo>
                    <a:pt x="7197344" y="0"/>
                  </a:lnTo>
                  <a:lnTo>
                    <a:pt x="7190630" y="0"/>
                  </a:lnTo>
                  <a:lnTo>
                    <a:pt x="7183916" y="0"/>
                  </a:lnTo>
                  <a:lnTo>
                    <a:pt x="7177203" y="0"/>
                  </a:lnTo>
                  <a:lnTo>
                    <a:pt x="7170489" y="0"/>
                  </a:lnTo>
                  <a:lnTo>
                    <a:pt x="7163775" y="0"/>
                  </a:lnTo>
                  <a:lnTo>
                    <a:pt x="7157061" y="0"/>
                  </a:lnTo>
                  <a:lnTo>
                    <a:pt x="7150347" y="0"/>
                  </a:lnTo>
                  <a:lnTo>
                    <a:pt x="7143633" y="0"/>
                  </a:lnTo>
                  <a:lnTo>
                    <a:pt x="7136919" y="0"/>
                  </a:lnTo>
                  <a:lnTo>
                    <a:pt x="7130205" y="0"/>
                  </a:lnTo>
                  <a:lnTo>
                    <a:pt x="7123491" y="0"/>
                  </a:lnTo>
                  <a:lnTo>
                    <a:pt x="7116777" y="0"/>
                  </a:lnTo>
                  <a:lnTo>
                    <a:pt x="7110063" y="0"/>
                  </a:lnTo>
                  <a:lnTo>
                    <a:pt x="7103349" y="0"/>
                  </a:lnTo>
                  <a:lnTo>
                    <a:pt x="7096635" y="0"/>
                  </a:lnTo>
                  <a:lnTo>
                    <a:pt x="7089921" y="0"/>
                  </a:lnTo>
                  <a:lnTo>
                    <a:pt x="7083207" y="0"/>
                  </a:lnTo>
                  <a:lnTo>
                    <a:pt x="7076493" y="0"/>
                  </a:lnTo>
                  <a:lnTo>
                    <a:pt x="7069779" y="0"/>
                  </a:lnTo>
                  <a:lnTo>
                    <a:pt x="7063066" y="0"/>
                  </a:lnTo>
                  <a:lnTo>
                    <a:pt x="7056352" y="0"/>
                  </a:lnTo>
                  <a:lnTo>
                    <a:pt x="7049638" y="0"/>
                  </a:lnTo>
                  <a:lnTo>
                    <a:pt x="7042924" y="0"/>
                  </a:lnTo>
                  <a:lnTo>
                    <a:pt x="7036210" y="0"/>
                  </a:lnTo>
                  <a:lnTo>
                    <a:pt x="7029496" y="0"/>
                  </a:lnTo>
                  <a:lnTo>
                    <a:pt x="7022782" y="0"/>
                  </a:lnTo>
                  <a:lnTo>
                    <a:pt x="7016068" y="0"/>
                  </a:lnTo>
                  <a:lnTo>
                    <a:pt x="7009354" y="0"/>
                  </a:lnTo>
                  <a:lnTo>
                    <a:pt x="7002640" y="0"/>
                  </a:lnTo>
                  <a:lnTo>
                    <a:pt x="6995926" y="0"/>
                  </a:lnTo>
                  <a:lnTo>
                    <a:pt x="6989212" y="0"/>
                  </a:lnTo>
                  <a:lnTo>
                    <a:pt x="6982498" y="0"/>
                  </a:lnTo>
                  <a:lnTo>
                    <a:pt x="6975784" y="0"/>
                  </a:lnTo>
                  <a:lnTo>
                    <a:pt x="6969070" y="0"/>
                  </a:lnTo>
                  <a:lnTo>
                    <a:pt x="6962356" y="0"/>
                  </a:lnTo>
                  <a:lnTo>
                    <a:pt x="6955642" y="0"/>
                  </a:lnTo>
                  <a:lnTo>
                    <a:pt x="6948929" y="0"/>
                  </a:lnTo>
                  <a:lnTo>
                    <a:pt x="6942215" y="0"/>
                  </a:lnTo>
                  <a:lnTo>
                    <a:pt x="6935501" y="0"/>
                  </a:lnTo>
                  <a:lnTo>
                    <a:pt x="6928787" y="0"/>
                  </a:lnTo>
                  <a:lnTo>
                    <a:pt x="6922073" y="0"/>
                  </a:lnTo>
                  <a:lnTo>
                    <a:pt x="6915359" y="0"/>
                  </a:lnTo>
                  <a:lnTo>
                    <a:pt x="6908645" y="0"/>
                  </a:lnTo>
                  <a:lnTo>
                    <a:pt x="6901931" y="0"/>
                  </a:lnTo>
                  <a:lnTo>
                    <a:pt x="6895217" y="0"/>
                  </a:lnTo>
                  <a:lnTo>
                    <a:pt x="6888503" y="0"/>
                  </a:lnTo>
                  <a:lnTo>
                    <a:pt x="6881789" y="0"/>
                  </a:lnTo>
                  <a:lnTo>
                    <a:pt x="6875075" y="0"/>
                  </a:lnTo>
                  <a:lnTo>
                    <a:pt x="6868361" y="0"/>
                  </a:lnTo>
                  <a:lnTo>
                    <a:pt x="6861647" y="0"/>
                  </a:lnTo>
                  <a:lnTo>
                    <a:pt x="6854933" y="0"/>
                  </a:lnTo>
                  <a:lnTo>
                    <a:pt x="6848219" y="0"/>
                  </a:lnTo>
                  <a:lnTo>
                    <a:pt x="6841505" y="0"/>
                  </a:lnTo>
                  <a:lnTo>
                    <a:pt x="6834792" y="0"/>
                  </a:lnTo>
                  <a:lnTo>
                    <a:pt x="6828078" y="0"/>
                  </a:lnTo>
                  <a:lnTo>
                    <a:pt x="6821364" y="0"/>
                  </a:lnTo>
                  <a:lnTo>
                    <a:pt x="6814650" y="0"/>
                  </a:lnTo>
                  <a:lnTo>
                    <a:pt x="6807936" y="0"/>
                  </a:lnTo>
                  <a:lnTo>
                    <a:pt x="6801222" y="0"/>
                  </a:lnTo>
                  <a:lnTo>
                    <a:pt x="6794508" y="0"/>
                  </a:lnTo>
                  <a:lnTo>
                    <a:pt x="6787794" y="0"/>
                  </a:lnTo>
                  <a:lnTo>
                    <a:pt x="6781080" y="0"/>
                  </a:lnTo>
                  <a:lnTo>
                    <a:pt x="6774366" y="0"/>
                  </a:lnTo>
                  <a:lnTo>
                    <a:pt x="6767652" y="0"/>
                  </a:lnTo>
                  <a:lnTo>
                    <a:pt x="6760938" y="0"/>
                  </a:lnTo>
                  <a:lnTo>
                    <a:pt x="6754224" y="0"/>
                  </a:lnTo>
                  <a:lnTo>
                    <a:pt x="6747510" y="0"/>
                  </a:lnTo>
                  <a:lnTo>
                    <a:pt x="6740796" y="0"/>
                  </a:lnTo>
                  <a:lnTo>
                    <a:pt x="6734082" y="0"/>
                  </a:lnTo>
                  <a:lnTo>
                    <a:pt x="6727368" y="0"/>
                  </a:lnTo>
                  <a:lnTo>
                    <a:pt x="6720655" y="0"/>
                  </a:lnTo>
                  <a:lnTo>
                    <a:pt x="6713941" y="0"/>
                  </a:lnTo>
                  <a:lnTo>
                    <a:pt x="6707227" y="0"/>
                  </a:lnTo>
                  <a:lnTo>
                    <a:pt x="6700513" y="0"/>
                  </a:lnTo>
                  <a:lnTo>
                    <a:pt x="6693799" y="0"/>
                  </a:lnTo>
                  <a:lnTo>
                    <a:pt x="6687085" y="0"/>
                  </a:lnTo>
                  <a:lnTo>
                    <a:pt x="6680371" y="0"/>
                  </a:lnTo>
                  <a:lnTo>
                    <a:pt x="6673657" y="0"/>
                  </a:lnTo>
                  <a:lnTo>
                    <a:pt x="6666943" y="0"/>
                  </a:lnTo>
                  <a:lnTo>
                    <a:pt x="6660229" y="0"/>
                  </a:lnTo>
                  <a:lnTo>
                    <a:pt x="6653515" y="0"/>
                  </a:lnTo>
                  <a:lnTo>
                    <a:pt x="6646801" y="0"/>
                  </a:lnTo>
                  <a:lnTo>
                    <a:pt x="6640087" y="0"/>
                  </a:lnTo>
                  <a:lnTo>
                    <a:pt x="6633373" y="0"/>
                  </a:lnTo>
                  <a:lnTo>
                    <a:pt x="6626659" y="0"/>
                  </a:lnTo>
                  <a:lnTo>
                    <a:pt x="6619945" y="0"/>
                  </a:lnTo>
                  <a:lnTo>
                    <a:pt x="6613231" y="0"/>
                  </a:lnTo>
                  <a:lnTo>
                    <a:pt x="6606518" y="0"/>
                  </a:lnTo>
                  <a:lnTo>
                    <a:pt x="6599804" y="0"/>
                  </a:lnTo>
                  <a:lnTo>
                    <a:pt x="6593090" y="0"/>
                  </a:lnTo>
                  <a:lnTo>
                    <a:pt x="6586376" y="0"/>
                  </a:lnTo>
                  <a:lnTo>
                    <a:pt x="6579662" y="0"/>
                  </a:lnTo>
                  <a:lnTo>
                    <a:pt x="6572948" y="0"/>
                  </a:lnTo>
                  <a:lnTo>
                    <a:pt x="6566234" y="0"/>
                  </a:lnTo>
                  <a:lnTo>
                    <a:pt x="6559520" y="0"/>
                  </a:lnTo>
                  <a:lnTo>
                    <a:pt x="6552806" y="0"/>
                  </a:lnTo>
                  <a:lnTo>
                    <a:pt x="6546092" y="0"/>
                  </a:lnTo>
                  <a:lnTo>
                    <a:pt x="6539378" y="0"/>
                  </a:lnTo>
                  <a:lnTo>
                    <a:pt x="6532664" y="0"/>
                  </a:lnTo>
                  <a:lnTo>
                    <a:pt x="6525950" y="0"/>
                  </a:lnTo>
                  <a:lnTo>
                    <a:pt x="6519236" y="0"/>
                  </a:lnTo>
                  <a:lnTo>
                    <a:pt x="6512522" y="0"/>
                  </a:lnTo>
                  <a:lnTo>
                    <a:pt x="6505808" y="0"/>
                  </a:lnTo>
                  <a:lnTo>
                    <a:pt x="6499094" y="0"/>
                  </a:lnTo>
                  <a:lnTo>
                    <a:pt x="6492381" y="0"/>
                  </a:lnTo>
                  <a:lnTo>
                    <a:pt x="6485667" y="0"/>
                  </a:lnTo>
                  <a:lnTo>
                    <a:pt x="6478953" y="0"/>
                  </a:lnTo>
                  <a:lnTo>
                    <a:pt x="6472239" y="0"/>
                  </a:lnTo>
                  <a:lnTo>
                    <a:pt x="6465525" y="0"/>
                  </a:lnTo>
                  <a:lnTo>
                    <a:pt x="6458811" y="0"/>
                  </a:lnTo>
                  <a:lnTo>
                    <a:pt x="6452097" y="0"/>
                  </a:lnTo>
                  <a:lnTo>
                    <a:pt x="6445383" y="0"/>
                  </a:lnTo>
                  <a:lnTo>
                    <a:pt x="6438669" y="0"/>
                  </a:lnTo>
                  <a:lnTo>
                    <a:pt x="6431955" y="0"/>
                  </a:lnTo>
                  <a:lnTo>
                    <a:pt x="6425241" y="0"/>
                  </a:lnTo>
                  <a:lnTo>
                    <a:pt x="6418527" y="0"/>
                  </a:lnTo>
                  <a:lnTo>
                    <a:pt x="6411813" y="0"/>
                  </a:lnTo>
                  <a:lnTo>
                    <a:pt x="6405099" y="0"/>
                  </a:lnTo>
                  <a:lnTo>
                    <a:pt x="6398385" y="0"/>
                  </a:lnTo>
                  <a:lnTo>
                    <a:pt x="6391671" y="0"/>
                  </a:lnTo>
                  <a:lnTo>
                    <a:pt x="6384957" y="0"/>
                  </a:lnTo>
                  <a:lnTo>
                    <a:pt x="6378244" y="0"/>
                  </a:lnTo>
                  <a:lnTo>
                    <a:pt x="6371530" y="0"/>
                  </a:lnTo>
                  <a:lnTo>
                    <a:pt x="6364816" y="0"/>
                  </a:lnTo>
                  <a:lnTo>
                    <a:pt x="6358102" y="0"/>
                  </a:lnTo>
                  <a:lnTo>
                    <a:pt x="6351388" y="0"/>
                  </a:lnTo>
                  <a:lnTo>
                    <a:pt x="6344674" y="0"/>
                  </a:lnTo>
                  <a:lnTo>
                    <a:pt x="6337960" y="0"/>
                  </a:lnTo>
                  <a:lnTo>
                    <a:pt x="6331246" y="0"/>
                  </a:lnTo>
                  <a:lnTo>
                    <a:pt x="6324532" y="0"/>
                  </a:lnTo>
                  <a:lnTo>
                    <a:pt x="6317818" y="0"/>
                  </a:lnTo>
                  <a:lnTo>
                    <a:pt x="6311104" y="0"/>
                  </a:lnTo>
                  <a:lnTo>
                    <a:pt x="6304390" y="0"/>
                  </a:lnTo>
                  <a:lnTo>
                    <a:pt x="6297676" y="0"/>
                  </a:lnTo>
                  <a:lnTo>
                    <a:pt x="6290962" y="0"/>
                  </a:lnTo>
                  <a:lnTo>
                    <a:pt x="6284248" y="0"/>
                  </a:lnTo>
                  <a:lnTo>
                    <a:pt x="6277534" y="0"/>
                  </a:lnTo>
                  <a:lnTo>
                    <a:pt x="6270820" y="0"/>
                  </a:lnTo>
                  <a:lnTo>
                    <a:pt x="6264107" y="0"/>
                  </a:lnTo>
                  <a:lnTo>
                    <a:pt x="6257393" y="0"/>
                  </a:lnTo>
                  <a:lnTo>
                    <a:pt x="6250679" y="0"/>
                  </a:lnTo>
                  <a:lnTo>
                    <a:pt x="6243965" y="0"/>
                  </a:lnTo>
                  <a:lnTo>
                    <a:pt x="6237251" y="0"/>
                  </a:lnTo>
                  <a:lnTo>
                    <a:pt x="6230537" y="0"/>
                  </a:lnTo>
                  <a:lnTo>
                    <a:pt x="6223823" y="0"/>
                  </a:lnTo>
                  <a:lnTo>
                    <a:pt x="6217109" y="0"/>
                  </a:lnTo>
                  <a:lnTo>
                    <a:pt x="6210395" y="0"/>
                  </a:lnTo>
                  <a:lnTo>
                    <a:pt x="6203681" y="0"/>
                  </a:lnTo>
                  <a:lnTo>
                    <a:pt x="6196967" y="0"/>
                  </a:lnTo>
                  <a:lnTo>
                    <a:pt x="6190253" y="0"/>
                  </a:lnTo>
                  <a:lnTo>
                    <a:pt x="6183539" y="0"/>
                  </a:lnTo>
                  <a:lnTo>
                    <a:pt x="6176825" y="0"/>
                  </a:lnTo>
                  <a:lnTo>
                    <a:pt x="6170111" y="0"/>
                  </a:lnTo>
                  <a:lnTo>
                    <a:pt x="6163397" y="0"/>
                  </a:lnTo>
                  <a:lnTo>
                    <a:pt x="6156683" y="0"/>
                  </a:lnTo>
                  <a:lnTo>
                    <a:pt x="6149970" y="0"/>
                  </a:lnTo>
                  <a:lnTo>
                    <a:pt x="6143256" y="0"/>
                  </a:lnTo>
                  <a:lnTo>
                    <a:pt x="6136542" y="0"/>
                  </a:lnTo>
                  <a:lnTo>
                    <a:pt x="6129828" y="0"/>
                  </a:lnTo>
                  <a:lnTo>
                    <a:pt x="6123114" y="0"/>
                  </a:lnTo>
                  <a:lnTo>
                    <a:pt x="6116400" y="0"/>
                  </a:lnTo>
                  <a:lnTo>
                    <a:pt x="6109686" y="0"/>
                  </a:lnTo>
                  <a:lnTo>
                    <a:pt x="6102972" y="0"/>
                  </a:lnTo>
                  <a:lnTo>
                    <a:pt x="6096258" y="0"/>
                  </a:lnTo>
                  <a:lnTo>
                    <a:pt x="6089544" y="0"/>
                  </a:lnTo>
                  <a:lnTo>
                    <a:pt x="6082830" y="0"/>
                  </a:lnTo>
                  <a:lnTo>
                    <a:pt x="6076116" y="0"/>
                  </a:lnTo>
                  <a:lnTo>
                    <a:pt x="6069402" y="0"/>
                  </a:lnTo>
                  <a:lnTo>
                    <a:pt x="6062688" y="0"/>
                  </a:lnTo>
                  <a:lnTo>
                    <a:pt x="6055974" y="0"/>
                  </a:lnTo>
                  <a:lnTo>
                    <a:pt x="6049260" y="0"/>
                  </a:lnTo>
                  <a:lnTo>
                    <a:pt x="6042546" y="0"/>
                  </a:lnTo>
                  <a:lnTo>
                    <a:pt x="6035833" y="0"/>
                  </a:lnTo>
                  <a:lnTo>
                    <a:pt x="6029119" y="0"/>
                  </a:lnTo>
                  <a:lnTo>
                    <a:pt x="6022405" y="0"/>
                  </a:lnTo>
                  <a:lnTo>
                    <a:pt x="6015691" y="0"/>
                  </a:lnTo>
                  <a:lnTo>
                    <a:pt x="6008977" y="0"/>
                  </a:lnTo>
                  <a:lnTo>
                    <a:pt x="6002263" y="0"/>
                  </a:lnTo>
                  <a:lnTo>
                    <a:pt x="5995549" y="0"/>
                  </a:lnTo>
                  <a:lnTo>
                    <a:pt x="5988835" y="0"/>
                  </a:lnTo>
                  <a:lnTo>
                    <a:pt x="5982121" y="0"/>
                  </a:lnTo>
                  <a:lnTo>
                    <a:pt x="5975407" y="0"/>
                  </a:lnTo>
                  <a:lnTo>
                    <a:pt x="5968693" y="0"/>
                  </a:lnTo>
                  <a:lnTo>
                    <a:pt x="5961979" y="0"/>
                  </a:lnTo>
                  <a:lnTo>
                    <a:pt x="5955265" y="0"/>
                  </a:lnTo>
                  <a:lnTo>
                    <a:pt x="5948551" y="0"/>
                  </a:lnTo>
                  <a:lnTo>
                    <a:pt x="5941837" y="0"/>
                  </a:lnTo>
                  <a:lnTo>
                    <a:pt x="5935123" y="0"/>
                  </a:lnTo>
                  <a:lnTo>
                    <a:pt x="5928409" y="0"/>
                  </a:lnTo>
                  <a:lnTo>
                    <a:pt x="5921696" y="0"/>
                  </a:lnTo>
                  <a:lnTo>
                    <a:pt x="5914982" y="0"/>
                  </a:lnTo>
                  <a:lnTo>
                    <a:pt x="5908268" y="0"/>
                  </a:lnTo>
                  <a:lnTo>
                    <a:pt x="5901554" y="0"/>
                  </a:lnTo>
                  <a:lnTo>
                    <a:pt x="5894840" y="0"/>
                  </a:lnTo>
                  <a:lnTo>
                    <a:pt x="5888126" y="0"/>
                  </a:lnTo>
                  <a:lnTo>
                    <a:pt x="5881412" y="0"/>
                  </a:lnTo>
                  <a:lnTo>
                    <a:pt x="5874698" y="0"/>
                  </a:lnTo>
                  <a:lnTo>
                    <a:pt x="5867984" y="0"/>
                  </a:lnTo>
                  <a:lnTo>
                    <a:pt x="5861270" y="0"/>
                  </a:lnTo>
                  <a:lnTo>
                    <a:pt x="5854556" y="0"/>
                  </a:lnTo>
                  <a:lnTo>
                    <a:pt x="5847842" y="0"/>
                  </a:lnTo>
                  <a:lnTo>
                    <a:pt x="5841128" y="0"/>
                  </a:lnTo>
                  <a:lnTo>
                    <a:pt x="5834414" y="0"/>
                  </a:lnTo>
                  <a:lnTo>
                    <a:pt x="5827700" y="0"/>
                  </a:lnTo>
                  <a:lnTo>
                    <a:pt x="5820986" y="0"/>
                  </a:lnTo>
                  <a:lnTo>
                    <a:pt x="5814272" y="0"/>
                  </a:lnTo>
                  <a:lnTo>
                    <a:pt x="5807559" y="0"/>
                  </a:lnTo>
                  <a:lnTo>
                    <a:pt x="5800845" y="0"/>
                  </a:lnTo>
                  <a:lnTo>
                    <a:pt x="5794131" y="0"/>
                  </a:lnTo>
                  <a:lnTo>
                    <a:pt x="5787417" y="0"/>
                  </a:lnTo>
                  <a:lnTo>
                    <a:pt x="5780703" y="0"/>
                  </a:lnTo>
                  <a:lnTo>
                    <a:pt x="5773989" y="0"/>
                  </a:lnTo>
                  <a:lnTo>
                    <a:pt x="5767275" y="0"/>
                  </a:lnTo>
                  <a:lnTo>
                    <a:pt x="5760561" y="0"/>
                  </a:lnTo>
                  <a:lnTo>
                    <a:pt x="5753847" y="0"/>
                  </a:lnTo>
                  <a:lnTo>
                    <a:pt x="5747133" y="0"/>
                  </a:lnTo>
                  <a:lnTo>
                    <a:pt x="5740419" y="0"/>
                  </a:lnTo>
                  <a:lnTo>
                    <a:pt x="5733705" y="0"/>
                  </a:lnTo>
                  <a:lnTo>
                    <a:pt x="5726991" y="0"/>
                  </a:lnTo>
                  <a:lnTo>
                    <a:pt x="5720277" y="0"/>
                  </a:lnTo>
                  <a:lnTo>
                    <a:pt x="5713563" y="0"/>
                  </a:lnTo>
                  <a:lnTo>
                    <a:pt x="5706849" y="0"/>
                  </a:lnTo>
                  <a:lnTo>
                    <a:pt x="5700136" y="0"/>
                  </a:lnTo>
                  <a:lnTo>
                    <a:pt x="5693422" y="0"/>
                  </a:lnTo>
                  <a:lnTo>
                    <a:pt x="5686708" y="0"/>
                  </a:lnTo>
                  <a:lnTo>
                    <a:pt x="5679994" y="0"/>
                  </a:lnTo>
                  <a:lnTo>
                    <a:pt x="5673280" y="0"/>
                  </a:lnTo>
                  <a:lnTo>
                    <a:pt x="5666566" y="0"/>
                  </a:lnTo>
                  <a:lnTo>
                    <a:pt x="5659852" y="0"/>
                  </a:lnTo>
                  <a:lnTo>
                    <a:pt x="5653138" y="0"/>
                  </a:lnTo>
                  <a:lnTo>
                    <a:pt x="5646424" y="0"/>
                  </a:lnTo>
                  <a:lnTo>
                    <a:pt x="5639710" y="0"/>
                  </a:lnTo>
                  <a:lnTo>
                    <a:pt x="5632996" y="0"/>
                  </a:lnTo>
                  <a:lnTo>
                    <a:pt x="5626282" y="0"/>
                  </a:lnTo>
                  <a:lnTo>
                    <a:pt x="5619568" y="0"/>
                  </a:lnTo>
                  <a:lnTo>
                    <a:pt x="5612854" y="0"/>
                  </a:lnTo>
                  <a:lnTo>
                    <a:pt x="5606140" y="0"/>
                  </a:lnTo>
                  <a:lnTo>
                    <a:pt x="5599426" y="0"/>
                  </a:lnTo>
                  <a:lnTo>
                    <a:pt x="5592712" y="0"/>
                  </a:lnTo>
                  <a:lnTo>
                    <a:pt x="5585999" y="0"/>
                  </a:lnTo>
                  <a:lnTo>
                    <a:pt x="5579285" y="0"/>
                  </a:lnTo>
                  <a:lnTo>
                    <a:pt x="5572571" y="0"/>
                  </a:lnTo>
                  <a:lnTo>
                    <a:pt x="5565857" y="0"/>
                  </a:lnTo>
                  <a:lnTo>
                    <a:pt x="5559143" y="0"/>
                  </a:lnTo>
                  <a:lnTo>
                    <a:pt x="5552429" y="0"/>
                  </a:lnTo>
                  <a:lnTo>
                    <a:pt x="5545715" y="0"/>
                  </a:lnTo>
                  <a:lnTo>
                    <a:pt x="5539001" y="0"/>
                  </a:lnTo>
                  <a:lnTo>
                    <a:pt x="5532287" y="0"/>
                  </a:lnTo>
                  <a:lnTo>
                    <a:pt x="5525573" y="0"/>
                  </a:lnTo>
                  <a:lnTo>
                    <a:pt x="5518859" y="0"/>
                  </a:lnTo>
                  <a:lnTo>
                    <a:pt x="5512145" y="0"/>
                  </a:lnTo>
                  <a:lnTo>
                    <a:pt x="5505431" y="0"/>
                  </a:lnTo>
                  <a:lnTo>
                    <a:pt x="5498717" y="0"/>
                  </a:lnTo>
                  <a:lnTo>
                    <a:pt x="5492003" y="0"/>
                  </a:lnTo>
                  <a:lnTo>
                    <a:pt x="5485289" y="0"/>
                  </a:lnTo>
                  <a:lnTo>
                    <a:pt x="5478575" y="0"/>
                  </a:lnTo>
                  <a:lnTo>
                    <a:pt x="5471862" y="0"/>
                  </a:lnTo>
                  <a:lnTo>
                    <a:pt x="5465148" y="0"/>
                  </a:lnTo>
                  <a:lnTo>
                    <a:pt x="5458434" y="0"/>
                  </a:lnTo>
                  <a:lnTo>
                    <a:pt x="5451720" y="0"/>
                  </a:lnTo>
                  <a:lnTo>
                    <a:pt x="5445006" y="0"/>
                  </a:lnTo>
                  <a:lnTo>
                    <a:pt x="5438292" y="0"/>
                  </a:lnTo>
                  <a:lnTo>
                    <a:pt x="5431578" y="0"/>
                  </a:lnTo>
                  <a:lnTo>
                    <a:pt x="5424864" y="0"/>
                  </a:lnTo>
                  <a:lnTo>
                    <a:pt x="5418150" y="0"/>
                  </a:lnTo>
                  <a:lnTo>
                    <a:pt x="5411436" y="0"/>
                  </a:lnTo>
                  <a:lnTo>
                    <a:pt x="5404722" y="0"/>
                  </a:lnTo>
                  <a:lnTo>
                    <a:pt x="5398008" y="0"/>
                  </a:lnTo>
                  <a:lnTo>
                    <a:pt x="5391294" y="0"/>
                  </a:lnTo>
                  <a:lnTo>
                    <a:pt x="5384580" y="0"/>
                  </a:lnTo>
                  <a:lnTo>
                    <a:pt x="5377866" y="0"/>
                  </a:lnTo>
                  <a:lnTo>
                    <a:pt x="5371152" y="0"/>
                  </a:lnTo>
                  <a:lnTo>
                    <a:pt x="5364438" y="0"/>
                  </a:lnTo>
                  <a:lnTo>
                    <a:pt x="5357725" y="0"/>
                  </a:lnTo>
                  <a:lnTo>
                    <a:pt x="5351011" y="0"/>
                  </a:lnTo>
                  <a:lnTo>
                    <a:pt x="5344297" y="0"/>
                  </a:lnTo>
                  <a:lnTo>
                    <a:pt x="5337583" y="0"/>
                  </a:lnTo>
                  <a:lnTo>
                    <a:pt x="5330869" y="0"/>
                  </a:lnTo>
                  <a:lnTo>
                    <a:pt x="5324155" y="0"/>
                  </a:lnTo>
                  <a:lnTo>
                    <a:pt x="5317441" y="0"/>
                  </a:lnTo>
                  <a:lnTo>
                    <a:pt x="5310727" y="0"/>
                  </a:lnTo>
                  <a:lnTo>
                    <a:pt x="5304013" y="0"/>
                  </a:lnTo>
                  <a:lnTo>
                    <a:pt x="5297299" y="0"/>
                  </a:lnTo>
                  <a:lnTo>
                    <a:pt x="5290585" y="0"/>
                  </a:lnTo>
                  <a:lnTo>
                    <a:pt x="5283871" y="0"/>
                  </a:lnTo>
                  <a:lnTo>
                    <a:pt x="5277157" y="0"/>
                  </a:lnTo>
                  <a:lnTo>
                    <a:pt x="5270443" y="0"/>
                  </a:lnTo>
                  <a:lnTo>
                    <a:pt x="5263729" y="0"/>
                  </a:lnTo>
                  <a:lnTo>
                    <a:pt x="5257015" y="0"/>
                  </a:lnTo>
                  <a:lnTo>
                    <a:pt x="5250301" y="0"/>
                  </a:lnTo>
                  <a:lnTo>
                    <a:pt x="5243588" y="0"/>
                  </a:lnTo>
                  <a:lnTo>
                    <a:pt x="5236874" y="0"/>
                  </a:lnTo>
                  <a:lnTo>
                    <a:pt x="5230160" y="0"/>
                  </a:lnTo>
                  <a:lnTo>
                    <a:pt x="5223446" y="0"/>
                  </a:lnTo>
                  <a:lnTo>
                    <a:pt x="5216732" y="0"/>
                  </a:lnTo>
                  <a:lnTo>
                    <a:pt x="5210018" y="0"/>
                  </a:lnTo>
                  <a:lnTo>
                    <a:pt x="5203304" y="0"/>
                  </a:lnTo>
                  <a:lnTo>
                    <a:pt x="5196590" y="0"/>
                  </a:lnTo>
                  <a:lnTo>
                    <a:pt x="5189876" y="0"/>
                  </a:lnTo>
                  <a:lnTo>
                    <a:pt x="5183162" y="0"/>
                  </a:lnTo>
                  <a:lnTo>
                    <a:pt x="5176448" y="0"/>
                  </a:lnTo>
                  <a:lnTo>
                    <a:pt x="5169734" y="0"/>
                  </a:lnTo>
                  <a:lnTo>
                    <a:pt x="5163020" y="0"/>
                  </a:lnTo>
                  <a:lnTo>
                    <a:pt x="5156306" y="0"/>
                  </a:lnTo>
                  <a:lnTo>
                    <a:pt x="5149592" y="0"/>
                  </a:lnTo>
                  <a:lnTo>
                    <a:pt x="5142878" y="0"/>
                  </a:lnTo>
                  <a:lnTo>
                    <a:pt x="5136164" y="0"/>
                  </a:lnTo>
                  <a:lnTo>
                    <a:pt x="5129451" y="0"/>
                  </a:lnTo>
                  <a:lnTo>
                    <a:pt x="5122737" y="0"/>
                  </a:lnTo>
                  <a:lnTo>
                    <a:pt x="5116023" y="0"/>
                  </a:lnTo>
                  <a:lnTo>
                    <a:pt x="5109309" y="0"/>
                  </a:lnTo>
                  <a:lnTo>
                    <a:pt x="5102595" y="0"/>
                  </a:lnTo>
                  <a:lnTo>
                    <a:pt x="5095881" y="0"/>
                  </a:lnTo>
                  <a:lnTo>
                    <a:pt x="5089167" y="0"/>
                  </a:lnTo>
                  <a:lnTo>
                    <a:pt x="5082453" y="0"/>
                  </a:lnTo>
                  <a:lnTo>
                    <a:pt x="5075739" y="0"/>
                  </a:lnTo>
                  <a:lnTo>
                    <a:pt x="5069025" y="0"/>
                  </a:lnTo>
                  <a:lnTo>
                    <a:pt x="5062311" y="0"/>
                  </a:lnTo>
                  <a:lnTo>
                    <a:pt x="5055597" y="0"/>
                  </a:lnTo>
                  <a:lnTo>
                    <a:pt x="5048883" y="0"/>
                  </a:lnTo>
                  <a:lnTo>
                    <a:pt x="5042169" y="0"/>
                  </a:lnTo>
                  <a:lnTo>
                    <a:pt x="5035455" y="0"/>
                  </a:lnTo>
                  <a:lnTo>
                    <a:pt x="5028741" y="0"/>
                  </a:lnTo>
                  <a:lnTo>
                    <a:pt x="5022027" y="0"/>
                  </a:lnTo>
                  <a:lnTo>
                    <a:pt x="5015314" y="0"/>
                  </a:lnTo>
                  <a:lnTo>
                    <a:pt x="5008600" y="0"/>
                  </a:lnTo>
                  <a:lnTo>
                    <a:pt x="5001886" y="0"/>
                  </a:lnTo>
                  <a:lnTo>
                    <a:pt x="4995172" y="0"/>
                  </a:lnTo>
                  <a:lnTo>
                    <a:pt x="4988458" y="0"/>
                  </a:lnTo>
                  <a:lnTo>
                    <a:pt x="4981744" y="0"/>
                  </a:lnTo>
                  <a:lnTo>
                    <a:pt x="4975030" y="0"/>
                  </a:lnTo>
                  <a:lnTo>
                    <a:pt x="4968316" y="0"/>
                  </a:lnTo>
                  <a:lnTo>
                    <a:pt x="4961602" y="0"/>
                  </a:lnTo>
                  <a:lnTo>
                    <a:pt x="4954888" y="0"/>
                  </a:lnTo>
                  <a:lnTo>
                    <a:pt x="4948174" y="0"/>
                  </a:lnTo>
                  <a:lnTo>
                    <a:pt x="4941460" y="0"/>
                  </a:lnTo>
                  <a:lnTo>
                    <a:pt x="4934746" y="0"/>
                  </a:lnTo>
                  <a:lnTo>
                    <a:pt x="4928032" y="0"/>
                  </a:lnTo>
                  <a:lnTo>
                    <a:pt x="4921318" y="0"/>
                  </a:lnTo>
                  <a:lnTo>
                    <a:pt x="4914604" y="0"/>
                  </a:lnTo>
                  <a:lnTo>
                    <a:pt x="4907890" y="0"/>
                  </a:lnTo>
                  <a:lnTo>
                    <a:pt x="4901177" y="0"/>
                  </a:lnTo>
                  <a:lnTo>
                    <a:pt x="4894463" y="0"/>
                  </a:lnTo>
                  <a:lnTo>
                    <a:pt x="4887749" y="0"/>
                  </a:lnTo>
                  <a:lnTo>
                    <a:pt x="4881035" y="0"/>
                  </a:lnTo>
                  <a:lnTo>
                    <a:pt x="4874321" y="0"/>
                  </a:lnTo>
                  <a:lnTo>
                    <a:pt x="4867607" y="0"/>
                  </a:lnTo>
                  <a:lnTo>
                    <a:pt x="4860893" y="0"/>
                  </a:lnTo>
                  <a:lnTo>
                    <a:pt x="4854179" y="0"/>
                  </a:lnTo>
                  <a:lnTo>
                    <a:pt x="4847465" y="0"/>
                  </a:lnTo>
                  <a:lnTo>
                    <a:pt x="4840751" y="0"/>
                  </a:lnTo>
                  <a:lnTo>
                    <a:pt x="4834037" y="0"/>
                  </a:lnTo>
                  <a:lnTo>
                    <a:pt x="4827323" y="0"/>
                  </a:lnTo>
                  <a:lnTo>
                    <a:pt x="4820609" y="0"/>
                  </a:lnTo>
                  <a:lnTo>
                    <a:pt x="4813895" y="0"/>
                  </a:lnTo>
                  <a:lnTo>
                    <a:pt x="4807181" y="0"/>
                  </a:lnTo>
                  <a:lnTo>
                    <a:pt x="4800467" y="0"/>
                  </a:lnTo>
                  <a:lnTo>
                    <a:pt x="4793753" y="0"/>
                  </a:lnTo>
                  <a:lnTo>
                    <a:pt x="4787040" y="0"/>
                  </a:lnTo>
                  <a:lnTo>
                    <a:pt x="4780326" y="0"/>
                  </a:lnTo>
                  <a:lnTo>
                    <a:pt x="4773612" y="0"/>
                  </a:lnTo>
                  <a:lnTo>
                    <a:pt x="4766898" y="0"/>
                  </a:lnTo>
                  <a:lnTo>
                    <a:pt x="4760184" y="0"/>
                  </a:lnTo>
                  <a:lnTo>
                    <a:pt x="4753470" y="0"/>
                  </a:lnTo>
                  <a:lnTo>
                    <a:pt x="4746756" y="0"/>
                  </a:lnTo>
                  <a:lnTo>
                    <a:pt x="4740042" y="0"/>
                  </a:lnTo>
                  <a:lnTo>
                    <a:pt x="4733328" y="0"/>
                  </a:lnTo>
                  <a:lnTo>
                    <a:pt x="4726614" y="0"/>
                  </a:lnTo>
                  <a:lnTo>
                    <a:pt x="4719900" y="0"/>
                  </a:lnTo>
                  <a:lnTo>
                    <a:pt x="4713186" y="0"/>
                  </a:lnTo>
                  <a:lnTo>
                    <a:pt x="4706472" y="0"/>
                  </a:lnTo>
                  <a:lnTo>
                    <a:pt x="4699758" y="0"/>
                  </a:lnTo>
                  <a:lnTo>
                    <a:pt x="4693044" y="0"/>
                  </a:lnTo>
                  <a:lnTo>
                    <a:pt x="4686330" y="0"/>
                  </a:lnTo>
                  <a:lnTo>
                    <a:pt x="4679616" y="0"/>
                  </a:lnTo>
                  <a:lnTo>
                    <a:pt x="4672903" y="0"/>
                  </a:lnTo>
                  <a:lnTo>
                    <a:pt x="4666189" y="0"/>
                  </a:lnTo>
                  <a:lnTo>
                    <a:pt x="4659475" y="0"/>
                  </a:lnTo>
                  <a:lnTo>
                    <a:pt x="4652761" y="0"/>
                  </a:lnTo>
                  <a:lnTo>
                    <a:pt x="4646047" y="0"/>
                  </a:lnTo>
                  <a:lnTo>
                    <a:pt x="4639333" y="0"/>
                  </a:lnTo>
                  <a:lnTo>
                    <a:pt x="4632619" y="0"/>
                  </a:lnTo>
                  <a:lnTo>
                    <a:pt x="4625905" y="0"/>
                  </a:lnTo>
                  <a:lnTo>
                    <a:pt x="4619191" y="0"/>
                  </a:lnTo>
                  <a:lnTo>
                    <a:pt x="4612477" y="0"/>
                  </a:lnTo>
                  <a:lnTo>
                    <a:pt x="4605763" y="0"/>
                  </a:lnTo>
                  <a:lnTo>
                    <a:pt x="4599049" y="0"/>
                  </a:lnTo>
                  <a:lnTo>
                    <a:pt x="4592335" y="0"/>
                  </a:lnTo>
                  <a:lnTo>
                    <a:pt x="4585621" y="0"/>
                  </a:lnTo>
                  <a:lnTo>
                    <a:pt x="4578907" y="0"/>
                  </a:lnTo>
                  <a:lnTo>
                    <a:pt x="4572193" y="0"/>
                  </a:lnTo>
                  <a:lnTo>
                    <a:pt x="4565479" y="0"/>
                  </a:lnTo>
                  <a:lnTo>
                    <a:pt x="4558766" y="0"/>
                  </a:lnTo>
                  <a:lnTo>
                    <a:pt x="4552052" y="0"/>
                  </a:lnTo>
                  <a:lnTo>
                    <a:pt x="4545338" y="0"/>
                  </a:lnTo>
                  <a:lnTo>
                    <a:pt x="4538624" y="0"/>
                  </a:lnTo>
                  <a:lnTo>
                    <a:pt x="4531910" y="0"/>
                  </a:lnTo>
                  <a:lnTo>
                    <a:pt x="4525196" y="0"/>
                  </a:lnTo>
                  <a:lnTo>
                    <a:pt x="4518482" y="0"/>
                  </a:lnTo>
                  <a:lnTo>
                    <a:pt x="4511768" y="0"/>
                  </a:lnTo>
                  <a:lnTo>
                    <a:pt x="4505054" y="0"/>
                  </a:lnTo>
                  <a:lnTo>
                    <a:pt x="4498340" y="0"/>
                  </a:lnTo>
                  <a:lnTo>
                    <a:pt x="4491626" y="0"/>
                  </a:lnTo>
                  <a:lnTo>
                    <a:pt x="4484912" y="0"/>
                  </a:lnTo>
                  <a:lnTo>
                    <a:pt x="4478198" y="0"/>
                  </a:lnTo>
                  <a:lnTo>
                    <a:pt x="4471484" y="0"/>
                  </a:lnTo>
                  <a:lnTo>
                    <a:pt x="4464770" y="0"/>
                  </a:lnTo>
                  <a:lnTo>
                    <a:pt x="4458056" y="0"/>
                  </a:lnTo>
                  <a:lnTo>
                    <a:pt x="4451342" y="0"/>
                  </a:lnTo>
                  <a:lnTo>
                    <a:pt x="4444629" y="0"/>
                  </a:lnTo>
                  <a:lnTo>
                    <a:pt x="4437915" y="0"/>
                  </a:lnTo>
                  <a:lnTo>
                    <a:pt x="4431201" y="0"/>
                  </a:lnTo>
                  <a:lnTo>
                    <a:pt x="4424487" y="0"/>
                  </a:lnTo>
                  <a:lnTo>
                    <a:pt x="4417773" y="0"/>
                  </a:lnTo>
                  <a:lnTo>
                    <a:pt x="4411059" y="0"/>
                  </a:lnTo>
                  <a:lnTo>
                    <a:pt x="4404345" y="0"/>
                  </a:lnTo>
                  <a:lnTo>
                    <a:pt x="4397631" y="0"/>
                  </a:lnTo>
                  <a:lnTo>
                    <a:pt x="4390917" y="0"/>
                  </a:lnTo>
                  <a:lnTo>
                    <a:pt x="4384203" y="0"/>
                  </a:lnTo>
                  <a:lnTo>
                    <a:pt x="4377489" y="0"/>
                  </a:lnTo>
                  <a:lnTo>
                    <a:pt x="4370775" y="0"/>
                  </a:lnTo>
                  <a:lnTo>
                    <a:pt x="4364061" y="0"/>
                  </a:lnTo>
                  <a:lnTo>
                    <a:pt x="4357347" y="0"/>
                  </a:lnTo>
                  <a:lnTo>
                    <a:pt x="4350633" y="0"/>
                  </a:lnTo>
                  <a:lnTo>
                    <a:pt x="4343919" y="0"/>
                  </a:lnTo>
                  <a:lnTo>
                    <a:pt x="4337205" y="0"/>
                  </a:lnTo>
                  <a:lnTo>
                    <a:pt x="4330492" y="0"/>
                  </a:lnTo>
                  <a:lnTo>
                    <a:pt x="4323778" y="0"/>
                  </a:lnTo>
                  <a:lnTo>
                    <a:pt x="4317064" y="0"/>
                  </a:lnTo>
                  <a:lnTo>
                    <a:pt x="4310350" y="0"/>
                  </a:lnTo>
                  <a:lnTo>
                    <a:pt x="4303636" y="0"/>
                  </a:lnTo>
                  <a:lnTo>
                    <a:pt x="4296922" y="0"/>
                  </a:lnTo>
                  <a:lnTo>
                    <a:pt x="4290208" y="0"/>
                  </a:lnTo>
                  <a:lnTo>
                    <a:pt x="4283494" y="0"/>
                  </a:lnTo>
                  <a:lnTo>
                    <a:pt x="4276780" y="0"/>
                  </a:lnTo>
                  <a:lnTo>
                    <a:pt x="4270066" y="0"/>
                  </a:lnTo>
                  <a:lnTo>
                    <a:pt x="4263352" y="0"/>
                  </a:lnTo>
                  <a:lnTo>
                    <a:pt x="4256638" y="0"/>
                  </a:lnTo>
                  <a:lnTo>
                    <a:pt x="4249924" y="0"/>
                  </a:lnTo>
                  <a:lnTo>
                    <a:pt x="4243210" y="0"/>
                  </a:lnTo>
                  <a:lnTo>
                    <a:pt x="4236496" y="0"/>
                  </a:lnTo>
                  <a:lnTo>
                    <a:pt x="4229782" y="0"/>
                  </a:lnTo>
                  <a:lnTo>
                    <a:pt x="4223068" y="0"/>
                  </a:lnTo>
                  <a:lnTo>
                    <a:pt x="4216355" y="0"/>
                  </a:lnTo>
                  <a:lnTo>
                    <a:pt x="4209641" y="0"/>
                  </a:lnTo>
                  <a:lnTo>
                    <a:pt x="4202927" y="0"/>
                  </a:lnTo>
                  <a:lnTo>
                    <a:pt x="4196213" y="0"/>
                  </a:lnTo>
                  <a:lnTo>
                    <a:pt x="4189499" y="0"/>
                  </a:lnTo>
                  <a:lnTo>
                    <a:pt x="4182785" y="0"/>
                  </a:lnTo>
                  <a:lnTo>
                    <a:pt x="4176071" y="0"/>
                  </a:lnTo>
                  <a:lnTo>
                    <a:pt x="4169357" y="0"/>
                  </a:lnTo>
                  <a:lnTo>
                    <a:pt x="4162643" y="0"/>
                  </a:lnTo>
                  <a:lnTo>
                    <a:pt x="4155929" y="0"/>
                  </a:lnTo>
                  <a:lnTo>
                    <a:pt x="4149215" y="0"/>
                  </a:lnTo>
                  <a:lnTo>
                    <a:pt x="4142501" y="0"/>
                  </a:lnTo>
                  <a:lnTo>
                    <a:pt x="4135787" y="0"/>
                  </a:lnTo>
                  <a:lnTo>
                    <a:pt x="4129073" y="0"/>
                  </a:lnTo>
                  <a:lnTo>
                    <a:pt x="4122359" y="0"/>
                  </a:lnTo>
                  <a:lnTo>
                    <a:pt x="4115645" y="0"/>
                  </a:lnTo>
                  <a:lnTo>
                    <a:pt x="4108931" y="0"/>
                  </a:lnTo>
                  <a:lnTo>
                    <a:pt x="4102218" y="0"/>
                  </a:lnTo>
                  <a:lnTo>
                    <a:pt x="4095504" y="0"/>
                  </a:lnTo>
                  <a:lnTo>
                    <a:pt x="4088790" y="0"/>
                  </a:lnTo>
                  <a:lnTo>
                    <a:pt x="4082076" y="0"/>
                  </a:lnTo>
                  <a:lnTo>
                    <a:pt x="4075362" y="0"/>
                  </a:lnTo>
                  <a:lnTo>
                    <a:pt x="4068648" y="0"/>
                  </a:lnTo>
                  <a:lnTo>
                    <a:pt x="4061934" y="0"/>
                  </a:lnTo>
                  <a:lnTo>
                    <a:pt x="4055220" y="0"/>
                  </a:lnTo>
                  <a:lnTo>
                    <a:pt x="4048506" y="0"/>
                  </a:lnTo>
                  <a:lnTo>
                    <a:pt x="4041792" y="0"/>
                  </a:lnTo>
                  <a:lnTo>
                    <a:pt x="4035078" y="0"/>
                  </a:lnTo>
                  <a:lnTo>
                    <a:pt x="4028364" y="0"/>
                  </a:lnTo>
                  <a:lnTo>
                    <a:pt x="4021650" y="0"/>
                  </a:lnTo>
                  <a:lnTo>
                    <a:pt x="4014936" y="0"/>
                  </a:lnTo>
                  <a:lnTo>
                    <a:pt x="4008222" y="0"/>
                  </a:lnTo>
                  <a:lnTo>
                    <a:pt x="4001508" y="0"/>
                  </a:lnTo>
                  <a:lnTo>
                    <a:pt x="3994794" y="0"/>
                  </a:lnTo>
                  <a:lnTo>
                    <a:pt x="3988081" y="0"/>
                  </a:lnTo>
                  <a:lnTo>
                    <a:pt x="3981367" y="0"/>
                  </a:lnTo>
                  <a:lnTo>
                    <a:pt x="3974653" y="0"/>
                  </a:lnTo>
                  <a:lnTo>
                    <a:pt x="3967939" y="0"/>
                  </a:lnTo>
                  <a:lnTo>
                    <a:pt x="3961225" y="0"/>
                  </a:lnTo>
                  <a:lnTo>
                    <a:pt x="3954511" y="0"/>
                  </a:lnTo>
                  <a:lnTo>
                    <a:pt x="3947797" y="0"/>
                  </a:lnTo>
                  <a:lnTo>
                    <a:pt x="3941083" y="0"/>
                  </a:lnTo>
                  <a:lnTo>
                    <a:pt x="3934369" y="0"/>
                  </a:lnTo>
                  <a:lnTo>
                    <a:pt x="3927655" y="0"/>
                  </a:lnTo>
                  <a:lnTo>
                    <a:pt x="3920941" y="0"/>
                  </a:lnTo>
                  <a:lnTo>
                    <a:pt x="3914227" y="0"/>
                  </a:lnTo>
                  <a:lnTo>
                    <a:pt x="3907513" y="0"/>
                  </a:lnTo>
                  <a:lnTo>
                    <a:pt x="3900799" y="0"/>
                  </a:lnTo>
                  <a:lnTo>
                    <a:pt x="3894085" y="0"/>
                  </a:lnTo>
                  <a:lnTo>
                    <a:pt x="3887371" y="0"/>
                  </a:lnTo>
                  <a:lnTo>
                    <a:pt x="3880657" y="0"/>
                  </a:lnTo>
                  <a:lnTo>
                    <a:pt x="3873944" y="0"/>
                  </a:lnTo>
                  <a:lnTo>
                    <a:pt x="3867230" y="0"/>
                  </a:lnTo>
                  <a:lnTo>
                    <a:pt x="3860516" y="0"/>
                  </a:lnTo>
                  <a:lnTo>
                    <a:pt x="3853802" y="0"/>
                  </a:lnTo>
                  <a:lnTo>
                    <a:pt x="3847088" y="0"/>
                  </a:lnTo>
                  <a:lnTo>
                    <a:pt x="3840374" y="0"/>
                  </a:lnTo>
                  <a:lnTo>
                    <a:pt x="3833660" y="0"/>
                  </a:lnTo>
                  <a:lnTo>
                    <a:pt x="3826946" y="0"/>
                  </a:lnTo>
                  <a:lnTo>
                    <a:pt x="3820232" y="0"/>
                  </a:lnTo>
                  <a:lnTo>
                    <a:pt x="3813518" y="0"/>
                  </a:lnTo>
                  <a:lnTo>
                    <a:pt x="3806804" y="0"/>
                  </a:lnTo>
                  <a:lnTo>
                    <a:pt x="3800090" y="0"/>
                  </a:lnTo>
                  <a:lnTo>
                    <a:pt x="3793376" y="0"/>
                  </a:lnTo>
                  <a:lnTo>
                    <a:pt x="3786662" y="0"/>
                  </a:lnTo>
                  <a:lnTo>
                    <a:pt x="3779948" y="0"/>
                  </a:lnTo>
                  <a:lnTo>
                    <a:pt x="3773234" y="0"/>
                  </a:lnTo>
                  <a:lnTo>
                    <a:pt x="3766520" y="0"/>
                  </a:lnTo>
                  <a:lnTo>
                    <a:pt x="3759807" y="0"/>
                  </a:lnTo>
                  <a:lnTo>
                    <a:pt x="3753093" y="0"/>
                  </a:lnTo>
                  <a:lnTo>
                    <a:pt x="3746379" y="0"/>
                  </a:lnTo>
                  <a:lnTo>
                    <a:pt x="3739665" y="0"/>
                  </a:lnTo>
                  <a:lnTo>
                    <a:pt x="3732951" y="0"/>
                  </a:lnTo>
                  <a:lnTo>
                    <a:pt x="3726237" y="0"/>
                  </a:lnTo>
                  <a:lnTo>
                    <a:pt x="3719523" y="0"/>
                  </a:lnTo>
                  <a:lnTo>
                    <a:pt x="3712809" y="0"/>
                  </a:lnTo>
                  <a:lnTo>
                    <a:pt x="3706095" y="0"/>
                  </a:lnTo>
                  <a:lnTo>
                    <a:pt x="3699381" y="0"/>
                  </a:lnTo>
                  <a:lnTo>
                    <a:pt x="3692667" y="0"/>
                  </a:lnTo>
                  <a:lnTo>
                    <a:pt x="3685953" y="0"/>
                  </a:lnTo>
                  <a:lnTo>
                    <a:pt x="3679239" y="0"/>
                  </a:lnTo>
                  <a:lnTo>
                    <a:pt x="3672525" y="0"/>
                  </a:lnTo>
                  <a:lnTo>
                    <a:pt x="3665811" y="0"/>
                  </a:lnTo>
                  <a:lnTo>
                    <a:pt x="3659097" y="0"/>
                  </a:lnTo>
                  <a:lnTo>
                    <a:pt x="3652383" y="0"/>
                  </a:lnTo>
                  <a:lnTo>
                    <a:pt x="3645670" y="0"/>
                  </a:lnTo>
                  <a:lnTo>
                    <a:pt x="3638956" y="0"/>
                  </a:lnTo>
                  <a:lnTo>
                    <a:pt x="3632242" y="0"/>
                  </a:lnTo>
                  <a:lnTo>
                    <a:pt x="3625528" y="0"/>
                  </a:lnTo>
                  <a:lnTo>
                    <a:pt x="3618814" y="0"/>
                  </a:lnTo>
                  <a:lnTo>
                    <a:pt x="3612100" y="0"/>
                  </a:lnTo>
                  <a:lnTo>
                    <a:pt x="3605386" y="0"/>
                  </a:lnTo>
                  <a:lnTo>
                    <a:pt x="3598672" y="0"/>
                  </a:lnTo>
                  <a:lnTo>
                    <a:pt x="3591958" y="0"/>
                  </a:lnTo>
                  <a:lnTo>
                    <a:pt x="3585244" y="0"/>
                  </a:lnTo>
                  <a:lnTo>
                    <a:pt x="3578530" y="0"/>
                  </a:lnTo>
                  <a:lnTo>
                    <a:pt x="3571816" y="0"/>
                  </a:lnTo>
                  <a:lnTo>
                    <a:pt x="3565102" y="0"/>
                  </a:lnTo>
                  <a:lnTo>
                    <a:pt x="3558388" y="0"/>
                  </a:lnTo>
                  <a:lnTo>
                    <a:pt x="3551674" y="0"/>
                  </a:lnTo>
                  <a:lnTo>
                    <a:pt x="3544960" y="0"/>
                  </a:lnTo>
                  <a:lnTo>
                    <a:pt x="3538246" y="0"/>
                  </a:lnTo>
                  <a:lnTo>
                    <a:pt x="3531533" y="0"/>
                  </a:lnTo>
                  <a:lnTo>
                    <a:pt x="3524819" y="0"/>
                  </a:lnTo>
                  <a:lnTo>
                    <a:pt x="3518105" y="0"/>
                  </a:lnTo>
                  <a:lnTo>
                    <a:pt x="3511391" y="0"/>
                  </a:lnTo>
                  <a:lnTo>
                    <a:pt x="3504677" y="0"/>
                  </a:lnTo>
                  <a:lnTo>
                    <a:pt x="3497963" y="0"/>
                  </a:lnTo>
                  <a:lnTo>
                    <a:pt x="3491249" y="0"/>
                  </a:lnTo>
                  <a:lnTo>
                    <a:pt x="3484535" y="0"/>
                  </a:lnTo>
                  <a:lnTo>
                    <a:pt x="3477821" y="0"/>
                  </a:lnTo>
                  <a:lnTo>
                    <a:pt x="3471107" y="0"/>
                  </a:lnTo>
                  <a:lnTo>
                    <a:pt x="3464393" y="0"/>
                  </a:lnTo>
                  <a:lnTo>
                    <a:pt x="3457679" y="0"/>
                  </a:lnTo>
                  <a:lnTo>
                    <a:pt x="3450965" y="0"/>
                  </a:lnTo>
                  <a:lnTo>
                    <a:pt x="3444251" y="0"/>
                  </a:lnTo>
                  <a:lnTo>
                    <a:pt x="3437537" y="0"/>
                  </a:lnTo>
                  <a:lnTo>
                    <a:pt x="3430823" y="0"/>
                  </a:lnTo>
                  <a:lnTo>
                    <a:pt x="3424109" y="0"/>
                  </a:lnTo>
                  <a:lnTo>
                    <a:pt x="3417396" y="0"/>
                  </a:lnTo>
                  <a:lnTo>
                    <a:pt x="3410682" y="0"/>
                  </a:lnTo>
                  <a:lnTo>
                    <a:pt x="3403968" y="0"/>
                  </a:lnTo>
                  <a:lnTo>
                    <a:pt x="3397254" y="0"/>
                  </a:lnTo>
                  <a:lnTo>
                    <a:pt x="3390540" y="0"/>
                  </a:lnTo>
                  <a:lnTo>
                    <a:pt x="3383826" y="0"/>
                  </a:lnTo>
                  <a:lnTo>
                    <a:pt x="3377112" y="0"/>
                  </a:lnTo>
                  <a:lnTo>
                    <a:pt x="3370398" y="0"/>
                  </a:lnTo>
                  <a:lnTo>
                    <a:pt x="3363684" y="0"/>
                  </a:lnTo>
                  <a:lnTo>
                    <a:pt x="3356970" y="0"/>
                  </a:lnTo>
                  <a:lnTo>
                    <a:pt x="3350256" y="0"/>
                  </a:lnTo>
                  <a:lnTo>
                    <a:pt x="3343542" y="0"/>
                  </a:lnTo>
                  <a:lnTo>
                    <a:pt x="3336828" y="0"/>
                  </a:lnTo>
                  <a:lnTo>
                    <a:pt x="3330114" y="0"/>
                  </a:lnTo>
                  <a:lnTo>
                    <a:pt x="3323400" y="0"/>
                  </a:lnTo>
                  <a:lnTo>
                    <a:pt x="3316686" y="0"/>
                  </a:lnTo>
                  <a:lnTo>
                    <a:pt x="3309972" y="0"/>
                  </a:lnTo>
                  <a:lnTo>
                    <a:pt x="3303259" y="0"/>
                  </a:lnTo>
                  <a:lnTo>
                    <a:pt x="3296545" y="0"/>
                  </a:lnTo>
                  <a:lnTo>
                    <a:pt x="3289831" y="0"/>
                  </a:lnTo>
                  <a:lnTo>
                    <a:pt x="3283117" y="0"/>
                  </a:lnTo>
                  <a:lnTo>
                    <a:pt x="3276403" y="0"/>
                  </a:lnTo>
                  <a:lnTo>
                    <a:pt x="3269689" y="0"/>
                  </a:lnTo>
                  <a:lnTo>
                    <a:pt x="3262975" y="0"/>
                  </a:lnTo>
                  <a:lnTo>
                    <a:pt x="3256261" y="0"/>
                  </a:lnTo>
                  <a:lnTo>
                    <a:pt x="3249547" y="0"/>
                  </a:lnTo>
                  <a:lnTo>
                    <a:pt x="3242833" y="0"/>
                  </a:lnTo>
                  <a:lnTo>
                    <a:pt x="3236119" y="0"/>
                  </a:lnTo>
                  <a:lnTo>
                    <a:pt x="3229405" y="0"/>
                  </a:lnTo>
                  <a:lnTo>
                    <a:pt x="3222691" y="0"/>
                  </a:lnTo>
                  <a:lnTo>
                    <a:pt x="3215977" y="0"/>
                  </a:lnTo>
                  <a:lnTo>
                    <a:pt x="3209263" y="0"/>
                  </a:lnTo>
                  <a:lnTo>
                    <a:pt x="3202549" y="0"/>
                  </a:lnTo>
                  <a:lnTo>
                    <a:pt x="3195835" y="0"/>
                  </a:lnTo>
                  <a:lnTo>
                    <a:pt x="3189122" y="0"/>
                  </a:lnTo>
                  <a:lnTo>
                    <a:pt x="3182408" y="0"/>
                  </a:lnTo>
                  <a:lnTo>
                    <a:pt x="3175694" y="0"/>
                  </a:lnTo>
                  <a:lnTo>
                    <a:pt x="3168980" y="0"/>
                  </a:lnTo>
                  <a:lnTo>
                    <a:pt x="3162266" y="0"/>
                  </a:lnTo>
                  <a:lnTo>
                    <a:pt x="3155552" y="0"/>
                  </a:lnTo>
                  <a:lnTo>
                    <a:pt x="3148838" y="0"/>
                  </a:lnTo>
                  <a:lnTo>
                    <a:pt x="3142124" y="0"/>
                  </a:lnTo>
                  <a:lnTo>
                    <a:pt x="3135410" y="0"/>
                  </a:lnTo>
                  <a:lnTo>
                    <a:pt x="3128696" y="0"/>
                  </a:lnTo>
                  <a:lnTo>
                    <a:pt x="3121982" y="0"/>
                  </a:lnTo>
                  <a:lnTo>
                    <a:pt x="3115268" y="0"/>
                  </a:lnTo>
                  <a:lnTo>
                    <a:pt x="3108554" y="0"/>
                  </a:lnTo>
                  <a:lnTo>
                    <a:pt x="3101840" y="0"/>
                  </a:lnTo>
                  <a:lnTo>
                    <a:pt x="3095126" y="0"/>
                  </a:lnTo>
                  <a:lnTo>
                    <a:pt x="3088412" y="0"/>
                  </a:lnTo>
                  <a:lnTo>
                    <a:pt x="3081698" y="0"/>
                  </a:lnTo>
                  <a:lnTo>
                    <a:pt x="3074985" y="0"/>
                  </a:lnTo>
                  <a:lnTo>
                    <a:pt x="3068271" y="0"/>
                  </a:lnTo>
                  <a:lnTo>
                    <a:pt x="3061557" y="0"/>
                  </a:lnTo>
                  <a:lnTo>
                    <a:pt x="3054843" y="0"/>
                  </a:lnTo>
                  <a:lnTo>
                    <a:pt x="3048129" y="0"/>
                  </a:lnTo>
                  <a:lnTo>
                    <a:pt x="3041415" y="0"/>
                  </a:lnTo>
                  <a:lnTo>
                    <a:pt x="3034701" y="0"/>
                  </a:lnTo>
                  <a:lnTo>
                    <a:pt x="3027987" y="0"/>
                  </a:lnTo>
                  <a:lnTo>
                    <a:pt x="3021273" y="0"/>
                  </a:lnTo>
                  <a:lnTo>
                    <a:pt x="3014559" y="0"/>
                  </a:lnTo>
                  <a:lnTo>
                    <a:pt x="3007845" y="0"/>
                  </a:lnTo>
                  <a:lnTo>
                    <a:pt x="3001131" y="0"/>
                  </a:lnTo>
                  <a:lnTo>
                    <a:pt x="2994417" y="0"/>
                  </a:lnTo>
                  <a:lnTo>
                    <a:pt x="2987703" y="0"/>
                  </a:lnTo>
                  <a:lnTo>
                    <a:pt x="2980989" y="0"/>
                  </a:lnTo>
                  <a:lnTo>
                    <a:pt x="2974275" y="0"/>
                  </a:lnTo>
                  <a:lnTo>
                    <a:pt x="2967561" y="0"/>
                  </a:lnTo>
                  <a:lnTo>
                    <a:pt x="2960848" y="0"/>
                  </a:lnTo>
                  <a:lnTo>
                    <a:pt x="2954134" y="0"/>
                  </a:lnTo>
                  <a:lnTo>
                    <a:pt x="2947420" y="0"/>
                  </a:lnTo>
                  <a:lnTo>
                    <a:pt x="2940706" y="0"/>
                  </a:lnTo>
                  <a:lnTo>
                    <a:pt x="2933992" y="0"/>
                  </a:lnTo>
                  <a:lnTo>
                    <a:pt x="2927278" y="0"/>
                  </a:lnTo>
                  <a:lnTo>
                    <a:pt x="2920564" y="0"/>
                  </a:lnTo>
                  <a:lnTo>
                    <a:pt x="2913850" y="0"/>
                  </a:lnTo>
                  <a:lnTo>
                    <a:pt x="2907136" y="0"/>
                  </a:lnTo>
                  <a:lnTo>
                    <a:pt x="2900422" y="0"/>
                  </a:lnTo>
                  <a:lnTo>
                    <a:pt x="2893708" y="0"/>
                  </a:lnTo>
                  <a:lnTo>
                    <a:pt x="2886994" y="0"/>
                  </a:lnTo>
                  <a:lnTo>
                    <a:pt x="2880280" y="0"/>
                  </a:lnTo>
                  <a:lnTo>
                    <a:pt x="2873566" y="0"/>
                  </a:lnTo>
                  <a:lnTo>
                    <a:pt x="2866852" y="0"/>
                  </a:lnTo>
                  <a:lnTo>
                    <a:pt x="2860138" y="0"/>
                  </a:lnTo>
                  <a:lnTo>
                    <a:pt x="2853424" y="0"/>
                  </a:lnTo>
                  <a:lnTo>
                    <a:pt x="2846711" y="0"/>
                  </a:lnTo>
                  <a:lnTo>
                    <a:pt x="2839997" y="0"/>
                  </a:lnTo>
                  <a:lnTo>
                    <a:pt x="2833283" y="0"/>
                  </a:lnTo>
                  <a:lnTo>
                    <a:pt x="2826569" y="0"/>
                  </a:lnTo>
                  <a:lnTo>
                    <a:pt x="2819855" y="0"/>
                  </a:lnTo>
                  <a:lnTo>
                    <a:pt x="2813141" y="0"/>
                  </a:lnTo>
                  <a:lnTo>
                    <a:pt x="2806427" y="0"/>
                  </a:lnTo>
                  <a:lnTo>
                    <a:pt x="2799713" y="0"/>
                  </a:lnTo>
                  <a:lnTo>
                    <a:pt x="2792999" y="0"/>
                  </a:lnTo>
                  <a:lnTo>
                    <a:pt x="2786285" y="0"/>
                  </a:lnTo>
                  <a:lnTo>
                    <a:pt x="2779571" y="0"/>
                  </a:lnTo>
                  <a:lnTo>
                    <a:pt x="2772857" y="0"/>
                  </a:lnTo>
                  <a:lnTo>
                    <a:pt x="2766143" y="0"/>
                  </a:lnTo>
                  <a:lnTo>
                    <a:pt x="2759429" y="0"/>
                  </a:lnTo>
                  <a:lnTo>
                    <a:pt x="2752715" y="0"/>
                  </a:lnTo>
                  <a:lnTo>
                    <a:pt x="2746001" y="0"/>
                  </a:lnTo>
                  <a:lnTo>
                    <a:pt x="2739287" y="0"/>
                  </a:lnTo>
                  <a:lnTo>
                    <a:pt x="2732574" y="0"/>
                  </a:lnTo>
                  <a:lnTo>
                    <a:pt x="2725860" y="0"/>
                  </a:lnTo>
                  <a:lnTo>
                    <a:pt x="2719146" y="0"/>
                  </a:lnTo>
                  <a:lnTo>
                    <a:pt x="2712432" y="0"/>
                  </a:lnTo>
                  <a:lnTo>
                    <a:pt x="2705718" y="0"/>
                  </a:lnTo>
                  <a:lnTo>
                    <a:pt x="2699004" y="0"/>
                  </a:lnTo>
                  <a:lnTo>
                    <a:pt x="2692290" y="0"/>
                  </a:lnTo>
                  <a:lnTo>
                    <a:pt x="2685576" y="0"/>
                  </a:lnTo>
                  <a:lnTo>
                    <a:pt x="2678862" y="0"/>
                  </a:lnTo>
                  <a:lnTo>
                    <a:pt x="2672148" y="0"/>
                  </a:lnTo>
                  <a:lnTo>
                    <a:pt x="2665434" y="0"/>
                  </a:lnTo>
                  <a:lnTo>
                    <a:pt x="2658720" y="0"/>
                  </a:lnTo>
                  <a:lnTo>
                    <a:pt x="2652006" y="0"/>
                  </a:lnTo>
                  <a:lnTo>
                    <a:pt x="2645292" y="0"/>
                  </a:lnTo>
                  <a:lnTo>
                    <a:pt x="2638578" y="0"/>
                  </a:lnTo>
                  <a:lnTo>
                    <a:pt x="2631864" y="0"/>
                  </a:lnTo>
                  <a:lnTo>
                    <a:pt x="2625150" y="0"/>
                  </a:lnTo>
                  <a:lnTo>
                    <a:pt x="2618437" y="0"/>
                  </a:lnTo>
                  <a:lnTo>
                    <a:pt x="2611723" y="0"/>
                  </a:lnTo>
                  <a:lnTo>
                    <a:pt x="2605009" y="0"/>
                  </a:lnTo>
                  <a:lnTo>
                    <a:pt x="2598295" y="0"/>
                  </a:lnTo>
                  <a:lnTo>
                    <a:pt x="2591581" y="0"/>
                  </a:lnTo>
                  <a:lnTo>
                    <a:pt x="2584867" y="0"/>
                  </a:lnTo>
                  <a:lnTo>
                    <a:pt x="2578153" y="0"/>
                  </a:lnTo>
                  <a:lnTo>
                    <a:pt x="2571439" y="0"/>
                  </a:lnTo>
                  <a:lnTo>
                    <a:pt x="2564725" y="0"/>
                  </a:lnTo>
                  <a:lnTo>
                    <a:pt x="2558011" y="0"/>
                  </a:lnTo>
                  <a:lnTo>
                    <a:pt x="2551297" y="0"/>
                  </a:lnTo>
                  <a:lnTo>
                    <a:pt x="2544583" y="0"/>
                  </a:lnTo>
                  <a:lnTo>
                    <a:pt x="2537869" y="0"/>
                  </a:lnTo>
                  <a:lnTo>
                    <a:pt x="2531155" y="0"/>
                  </a:lnTo>
                  <a:lnTo>
                    <a:pt x="2524441" y="0"/>
                  </a:lnTo>
                  <a:lnTo>
                    <a:pt x="2517727" y="0"/>
                  </a:lnTo>
                  <a:lnTo>
                    <a:pt x="2511013" y="0"/>
                  </a:lnTo>
                  <a:lnTo>
                    <a:pt x="2504300" y="0"/>
                  </a:lnTo>
                  <a:lnTo>
                    <a:pt x="2497586" y="0"/>
                  </a:lnTo>
                  <a:lnTo>
                    <a:pt x="2490872" y="0"/>
                  </a:lnTo>
                  <a:lnTo>
                    <a:pt x="2484158" y="0"/>
                  </a:lnTo>
                  <a:lnTo>
                    <a:pt x="2477444" y="0"/>
                  </a:lnTo>
                  <a:lnTo>
                    <a:pt x="2470730" y="0"/>
                  </a:lnTo>
                  <a:lnTo>
                    <a:pt x="2464016" y="0"/>
                  </a:lnTo>
                  <a:lnTo>
                    <a:pt x="2457302" y="0"/>
                  </a:lnTo>
                  <a:lnTo>
                    <a:pt x="2450588" y="0"/>
                  </a:lnTo>
                  <a:lnTo>
                    <a:pt x="2443874" y="0"/>
                  </a:lnTo>
                  <a:lnTo>
                    <a:pt x="2437160" y="0"/>
                  </a:lnTo>
                  <a:lnTo>
                    <a:pt x="2430446" y="0"/>
                  </a:lnTo>
                  <a:lnTo>
                    <a:pt x="2423732" y="0"/>
                  </a:lnTo>
                  <a:lnTo>
                    <a:pt x="2417018" y="0"/>
                  </a:lnTo>
                  <a:lnTo>
                    <a:pt x="2410304" y="0"/>
                  </a:lnTo>
                  <a:lnTo>
                    <a:pt x="2403590" y="0"/>
                  </a:lnTo>
                  <a:lnTo>
                    <a:pt x="2396876" y="0"/>
                  </a:lnTo>
                  <a:lnTo>
                    <a:pt x="2390163" y="0"/>
                  </a:lnTo>
                  <a:lnTo>
                    <a:pt x="2383449" y="0"/>
                  </a:lnTo>
                  <a:lnTo>
                    <a:pt x="2376735" y="0"/>
                  </a:lnTo>
                  <a:lnTo>
                    <a:pt x="2370021" y="0"/>
                  </a:lnTo>
                  <a:lnTo>
                    <a:pt x="2363307" y="0"/>
                  </a:lnTo>
                  <a:lnTo>
                    <a:pt x="2356593" y="0"/>
                  </a:lnTo>
                  <a:lnTo>
                    <a:pt x="2349879" y="0"/>
                  </a:lnTo>
                  <a:lnTo>
                    <a:pt x="2343165" y="0"/>
                  </a:lnTo>
                  <a:lnTo>
                    <a:pt x="2336451" y="0"/>
                  </a:lnTo>
                  <a:lnTo>
                    <a:pt x="2329737" y="0"/>
                  </a:lnTo>
                  <a:lnTo>
                    <a:pt x="2323023" y="0"/>
                  </a:lnTo>
                  <a:lnTo>
                    <a:pt x="2316309" y="0"/>
                  </a:lnTo>
                  <a:lnTo>
                    <a:pt x="2309595" y="0"/>
                  </a:lnTo>
                  <a:lnTo>
                    <a:pt x="2302881" y="0"/>
                  </a:lnTo>
                  <a:lnTo>
                    <a:pt x="2296167" y="0"/>
                  </a:lnTo>
                  <a:lnTo>
                    <a:pt x="2289453" y="0"/>
                  </a:lnTo>
                  <a:lnTo>
                    <a:pt x="2282739" y="0"/>
                  </a:lnTo>
                  <a:lnTo>
                    <a:pt x="2276026" y="0"/>
                  </a:lnTo>
                  <a:lnTo>
                    <a:pt x="2269312" y="0"/>
                  </a:lnTo>
                  <a:lnTo>
                    <a:pt x="2262598" y="0"/>
                  </a:lnTo>
                  <a:lnTo>
                    <a:pt x="2255884" y="0"/>
                  </a:lnTo>
                  <a:lnTo>
                    <a:pt x="2249170" y="0"/>
                  </a:lnTo>
                  <a:lnTo>
                    <a:pt x="2242456" y="0"/>
                  </a:lnTo>
                  <a:lnTo>
                    <a:pt x="2235742" y="0"/>
                  </a:lnTo>
                  <a:lnTo>
                    <a:pt x="2229028" y="0"/>
                  </a:lnTo>
                  <a:lnTo>
                    <a:pt x="2222314" y="0"/>
                  </a:lnTo>
                  <a:lnTo>
                    <a:pt x="2215600" y="0"/>
                  </a:lnTo>
                  <a:lnTo>
                    <a:pt x="2208886" y="0"/>
                  </a:lnTo>
                  <a:lnTo>
                    <a:pt x="2202172" y="0"/>
                  </a:lnTo>
                  <a:lnTo>
                    <a:pt x="2195458" y="0"/>
                  </a:lnTo>
                  <a:lnTo>
                    <a:pt x="2188744" y="0"/>
                  </a:lnTo>
                  <a:lnTo>
                    <a:pt x="2182030" y="0"/>
                  </a:lnTo>
                  <a:lnTo>
                    <a:pt x="2175316" y="0"/>
                  </a:lnTo>
                  <a:lnTo>
                    <a:pt x="2168602" y="0"/>
                  </a:lnTo>
                  <a:lnTo>
                    <a:pt x="2161889" y="0"/>
                  </a:lnTo>
                  <a:lnTo>
                    <a:pt x="2155175" y="0"/>
                  </a:lnTo>
                  <a:lnTo>
                    <a:pt x="2148461" y="0"/>
                  </a:lnTo>
                  <a:lnTo>
                    <a:pt x="2141747" y="0"/>
                  </a:lnTo>
                  <a:lnTo>
                    <a:pt x="2135033" y="0"/>
                  </a:lnTo>
                  <a:lnTo>
                    <a:pt x="2128319" y="0"/>
                  </a:lnTo>
                  <a:lnTo>
                    <a:pt x="2121605" y="0"/>
                  </a:lnTo>
                  <a:lnTo>
                    <a:pt x="2114891" y="0"/>
                  </a:lnTo>
                  <a:lnTo>
                    <a:pt x="2108177" y="0"/>
                  </a:lnTo>
                  <a:lnTo>
                    <a:pt x="2101463" y="0"/>
                  </a:lnTo>
                  <a:lnTo>
                    <a:pt x="2094749" y="0"/>
                  </a:lnTo>
                  <a:lnTo>
                    <a:pt x="2088035" y="0"/>
                  </a:lnTo>
                  <a:lnTo>
                    <a:pt x="2081321" y="0"/>
                  </a:lnTo>
                  <a:lnTo>
                    <a:pt x="2074607" y="0"/>
                  </a:lnTo>
                  <a:lnTo>
                    <a:pt x="2067893" y="0"/>
                  </a:lnTo>
                  <a:lnTo>
                    <a:pt x="2061179" y="0"/>
                  </a:lnTo>
                  <a:lnTo>
                    <a:pt x="2054465" y="0"/>
                  </a:lnTo>
                  <a:lnTo>
                    <a:pt x="2047752" y="0"/>
                  </a:lnTo>
                  <a:lnTo>
                    <a:pt x="2041038" y="0"/>
                  </a:lnTo>
                  <a:lnTo>
                    <a:pt x="2034324" y="0"/>
                  </a:lnTo>
                  <a:lnTo>
                    <a:pt x="2027610" y="0"/>
                  </a:lnTo>
                  <a:lnTo>
                    <a:pt x="2020896" y="0"/>
                  </a:lnTo>
                  <a:lnTo>
                    <a:pt x="2014182" y="0"/>
                  </a:lnTo>
                  <a:lnTo>
                    <a:pt x="2007468" y="0"/>
                  </a:lnTo>
                  <a:lnTo>
                    <a:pt x="2000754" y="0"/>
                  </a:lnTo>
                  <a:lnTo>
                    <a:pt x="1994040" y="0"/>
                  </a:lnTo>
                  <a:lnTo>
                    <a:pt x="1987326" y="0"/>
                  </a:lnTo>
                  <a:lnTo>
                    <a:pt x="1980612" y="0"/>
                  </a:lnTo>
                  <a:lnTo>
                    <a:pt x="1973898" y="0"/>
                  </a:lnTo>
                  <a:lnTo>
                    <a:pt x="1967184" y="0"/>
                  </a:lnTo>
                  <a:lnTo>
                    <a:pt x="1960470" y="0"/>
                  </a:lnTo>
                  <a:lnTo>
                    <a:pt x="1953756" y="0"/>
                  </a:lnTo>
                  <a:lnTo>
                    <a:pt x="1947042" y="0"/>
                  </a:lnTo>
                  <a:lnTo>
                    <a:pt x="1940328" y="0"/>
                  </a:lnTo>
                  <a:lnTo>
                    <a:pt x="1933615" y="0"/>
                  </a:lnTo>
                  <a:lnTo>
                    <a:pt x="1926901" y="0"/>
                  </a:lnTo>
                  <a:lnTo>
                    <a:pt x="1920187" y="0"/>
                  </a:lnTo>
                  <a:lnTo>
                    <a:pt x="1913473" y="0"/>
                  </a:lnTo>
                  <a:lnTo>
                    <a:pt x="1906759" y="0"/>
                  </a:lnTo>
                  <a:lnTo>
                    <a:pt x="1900045" y="0"/>
                  </a:lnTo>
                  <a:lnTo>
                    <a:pt x="1893331" y="0"/>
                  </a:lnTo>
                  <a:lnTo>
                    <a:pt x="1886617" y="0"/>
                  </a:lnTo>
                  <a:lnTo>
                    <a:pt x="1879903" y="0"/>
                  </a:lnTo>
                  <a:lnTo>
                    <a:pt x="1873189" y="0"/>
                  </a:lnTo>
                  <a:lnTo>
                    <a:pt x="1866475" y="0"/>
                  </a:lnTo>
                  <a:lnTo>
                    <a:pt x="1859761" y="0"/>
                  </a:lnTo>
                  <a:lnTo>
                    <a:pt x="1853047" y="0"/>
                  </a:lnTo>
                  <a:lnTo>
                    <a:pt x="1846333" y="0"/>
                  </a:lnTo>
                  <a:lnTo>
                    <a:pt x="1839619" y="0"/>
                  </a:lnTo>
                  <a:lnTo>
                    <a:pt x="1832905" y="0"/>
                  </a:lnTo>
                  <a:lnTo>
                    <a:pt x="1826191" y="0"/>
                  </a:lnTo>
                  <a:lnTo>
                    <a:pt x="1819478" y="0"/>
                  </a:lnTo>
                  <a:lnTo>
                    <a:pt x="1812764" y="0"/>
                  </a:lnTo>
                  <a:lnTo>
                    <a:pt x="1806050" y="0"/>
                  </a:lnTo>
                  <a:lnTo>
                    <a:pt x="1799336" y="0"/>
                  </a:lnTo>
                  <a:lnTo>
                    <a:pt x="1792622" y="0"/>
                  </a:lnTo>
                  <a:lnTo>
                    <a:pt x="1785908" y="0"/>
                  </a:lnTo>
                  <a:lnTo>
                    <a:pt x="1779194" y="0"/>
                  </a:lnTo>
                  <a:lnTo>
                    <a:pt x="1772480" y="0"/>
                  </a:lnTo>
                  <a:lnTo>
                    <a:pt x="1765766" y="0"/>
                  </a:lnTo>
                  <a:lnTo>
                    <a:pt x="1759052" y="0"/>
                  </a:lnTo>
                  <a:lnTo>
                    <a:pt x="1752338" y="0"/>
                  </a:lnTo>
                  <a:lnTo>
                    <a:pt x="1745624" y="0"/>
                  </a:lnTo>
                  <a:lnTo>
                    <a:pt x="1738910" y="0"/>
                  </a:lnTo>
                  <a:lnTo>
                    <a:pt x="1732196" y="0"/>
                  </a:lnTo>
                  <a:lnTo>
                    <a:pt x="1725482" y="0"/>
                  </a:lnTo>
                  <a:lnTo>
                    <a:pt x="1718768" y="0"/>
                  </a:lnTo>
                  <a:lnTo>
                    <a:pt x="1712054" y="0"/>
                  </a:lnTo>
                  <a:lnTo>
                    <a:pt x="1705341" y="0"/>
                  </a:lnTo>
                  <a:lnTo>
                    <a:pt x="1698627" y="0"/>
                  </a:lnTo>
                  <a:lnTo>
                    <a:pt x="1691913" y="0"/>
                  </a:lnTo>
                  <a:lnTo>
                    <a:pt x="1685199" y="0"/>
                  </a:lnTo>
                  <a:lnTo>
                    <a:pt x="1678485" y="0"/>
                  </a:lnTo>
                  <a:lnTo>
                    <a:pt x="1671771" y="0"/>
                  </a:lnTo>
                  <a:lnTo>
                    <a:pt x="1665057" y="0"/>
                  </a:lnTo>
                  <a:lnTo>
                    <a:pt x="1658343" y="0"/>
                  </a:lnTo>
                  <a:lnTo>
                    <a:pt x="1651629" y="0"/>
                  </a:lnTo>
                  <a:lnTo>
                    <a:pt x="1644915" y="0"/>
                  </a:lnTo>
                  <a:lnTo>
                    <a:pt x="1638201" y="0"/>
                  </a:lnTo>
                  <a:lnTo>
                    <a:pt x="1631487" y="0"/>
                  </a:lnTo>
                  <a:lnTo>
                    <a:pt x="1624773" y="0"/>
                  </a:lnTo>
                  <a:lnTo>
                    <a:pt x="1618059" y="0"/>
                  </a:lnTo>
                  <a:lnTo>
                    <a:pt x="1611345" y="0"/>
                  </a:lnTo>
                  <a:lnTo>
                    <a:pt x="1604631" y="0"/>
                  </a:lnTo>
                  <a:lnTo>
                    <a:pt x="1597917" y="0"/>
                  </a:lnTo>
                  <a:lnTo>
                    <a:pt x="1591204" y="0"/>
                  </a:lnTo>
                  <a:lnTo>
                    <a:pt x="1584490" y="0"/>
                  </a:lnTo>
                  <a:lnTo>
                    <a:pt x="1577776" y="0"/>
                  </a:lnTo>
                  <a:lnTo>
                    <a:pt x="1571062" y="0"/>
                  </a:lnTo>
                  <a:lnTo>
                    <a:pt x="1564348" y="0"/>
                  </a:lnTo>
                  <a:lnTo>
                    <a:pt x="1557634" y="0"/>
                  </a:lnTo>
                  <a:lnTo>
                    <a:pt x="1550920" y="0"/>
                  </a:lnTo>
                  <a:lnTo>
                    <a:pt x="1544206" y="0"/>
                  </a:lnTo>
                  <a:lnTo>
                    <a:pt x="1537492" y="0"/>
                  </a:lnTo>
                  <a:lnTo>
                    <a:pt x="1530778" y="0"/>
                  </a:lnTo>
                  <a:lnTo>
                    <a:pt x="1524064" y="0"/>
                  </a:lnTo>
                  <a:lnTo>
                    <a:pt x="1517350" y="0"/>
                  </a:lnTo>
                  <a:lnTo>
                    <a:pt x="1510636" y="0"/>
                  </a:lnTo>
                  <a:lnTo>
                    <a:pt x="1503922" y="0"/>
                  </a:lnTo>
                  <a:lnTo>
                    <a:pt x="1497208" y="0"/>
                  </a:lnTo>
                  <a:lnTo>
                    <a:pt x="1490494" y="0"/>
                  </a:lnTo>
                  <a:lnTo>
                    <a:pt x="1483780" y="0"/>
                  </a:lnTo>
                  <a:lnTo>
                    <a:pt x="1477067" y="0"/>
                  </a:lnTo>
                  <a:lnTo>
                    <a:pt x="1470353" y="0"/>
                  </a:lnTo>
                  <a:lnTo>
                    <a:pt x="1463639" y="0"/>
                  </a:lnTo>
                  <a:lnTo>
                    <a:pt x="1456925" y="0"/>
                  </a:lnTo>
                  <a:lnTo>
                    <a:pt x="1450211" y="0"/>
                  </a:lnTo>
                  <a:lnTo>
                    <a:pt x="1443497" y="0"/>
                  </a:lnTo>
                  <a:lnTo>
                    <a:pt x="1436783" y="0"/>
                  </a:lnTo>
                  <a:lnTo>
                    <a:pt x="1430069" y="0"/>
                  </a:lnTo>
                  <a:lnTo>
                    <a:pt x="1423355" y="0"/>
                  </a:lnTo>
                  <a:lnTo>
                    <a:pt x="1416641" y="0"/>
                  </a:lnTo>
                  <a:lnTo>
                    <a:pt x="1409927" y="0"/>
                  </a:lnTo>
                  <a:lnTo>
                    <a:pt x="1403213" y="0"/>
                  </a:lnTo>
                  <a:lnTo>
                    <a:pt x="1396499" y="0"/>
                  </a:lnTo>
                  <a:lnTo>
                    <a:pt x="1389785" y="0"/>
                  </a:lnTo>
                  <a:lnTo>
                    <a:pt x="1383071" y="0"/>
                  </a:lnTo>
                  <a:lnTo>
                    <a:pt x="1376357" y="0"/>
                  </a:lnTo>
                  <a:lnTo>
                    <a:pt x="1369643" y="0"/>
                  </a:lnTo>
                  <a:lnTo>
                    <a:pt x="1362930" y="0"/>
                  </a:lnTo>
                  <a:lnTo>
                    <a:pt x="1356216" y="0"/>
                  </a:lnTo>
                  <a:lnTo>
                    <a:pt x="1349502" y="0"/>
                  </a:lnTo>
                  <a:lnTo>
                    <a:pt x="1342788" y="0"/>
                  </a:lnTo>
                  <a:lnTo>
                    <a:pt x="1336074" y="0"/>
                  </a:lnTo>
                  <a:lnTo>
                    <a:pt x="1329360" y="0"/>
                  </a:lnTo>
                  <a:lnTo>
                    <a:pt x="1322646" y="0"/>
                  </a:lnTo>
                  <a:lnTo>
                    <a:pt x="1315932" y="0"/>
                  </a:lnTo>
                  <a:lnTo>
                    <a:pt x="1309218" y="0"/>
                  </a:lnTo>
                  <a:lnTo>
                    <a:pt x="1302504" y="0"/>
                  </a:lnTo>
                  <a:lnTo>
                    <a:pt x="1295790" y="0"/>
                  </a:lnTo>
                  <a:lnTo>
                    <a:pt x="1289076" y="0"/>
                  </a:lnTo>
                  <a:lnTo>
                    <a:pt x="1282362" y="0"/>
                  </a:lnTo>
                  <a:lnTo>
                    <a:pt x="1275648" y="0"/>
                  </a:lnTo>
                  <a:lnTo>
                    <a:pt x="1268934" y="0"/>
                  </a:lnTo>
                  <a:lnTo>
                    <a:pt x="1262220" y="0"/>
                  </a:lnTo>
                  <a:lnTo>
                    <a:pt x="1255506" y="0"/>
                  </a:lnTo>
                  <a:lnTo>
                    <a:pt x="1248793" y="0"/>
                  </a:lnTo>
                  <a:lnTo>
                    <a:pt x="1242079" y="0"/>
                  </a:lnTo>
                  <a:lnTo>
                    <a:pt x="1235365" y="0"/>
                  </a:lnTo>
                  <a:lnTo>
                    <a:pt x="1228651" y="0"/>
                  </a:lnTo>
                  <a:lnTo>
                    <a:pt x="1221937" y="0"/>
                  </a:lnTo>
                  <a:lnTo>
                    <a:pt x="1215223" y="0"/>
                  </a:lnTo>
                  <a:lnTo>
                    <a:pt x="1208509" y="0"/>
                  </a:lnTo>
                  <a:lnTo>
                    <a:pt x="1201795" y="0"/>
                  </a:lnTo>
                  <a:lnTo>
                    <a:pt x="1195081" y="0"/>
                  </a:lnTo>
                  <a:lnTo>
                    <a:pt x="1188367" y="0"/>
                  </a:lnTo>
                  <a:lnTo>
                    <a:pt x="1181653" y="0"/>
                  </a:lnTo>
                  <a:lnTo>
                    <a:pt x="1174939" y="0"/>
                  </a:lnTo>
                  <a:lnTo>
                    <a:pt x="1168225" y="0"/>
                  </a:lnTo>
                  <a:lnTo>
                    <a:pt x="1161511" y="0"/>
                  </a:lnTo>
                  <a:lnTo>
                    <a:pt x="1154797" y="0"/>
                  </a:lnTo>
                  <a:lnTo>
                    <a:pt x="1148083" y="0"/>
                  </a:lnTo>
                  <a:lnTo>
                    <a:pt x="1141369" y="0"/>
                  </a:lnTo>
                  <a:lnTo>
                    <a:pt x="1134656" y="0"/>
                  </a:lnTo>
                  <a:lnTo>
                    <a:pt x="1127942" y="0"/>
                  </a:lnTo>
                  <a:lnTo>
                    <a:pt x="1121228" y="0"/>
                  </a:lnTo>
                  <a:lnTo>
                    <a:pt x="1114514" y="0"/>
                  </a:lnTo>
                  <a:lnTo>
                    <a:pt x="1107800" y="0"/>
                  </a:lnTo>
                  <a:lnTo>
                    <a:pt x="1101086" y="0"/>
                  </a:lnTo>
                  <a:lnTo>
                    <a:pt x="1094372" y="0"/>
                  </a:lnTo>
                  <a:lnTo>
                    <a:pt x="1087658" y="0"/>
                  </a:lnTo>
                  <a:lnTo>
                    <a:pt x="1080944" y="0"/>
                  </a:lnTo>
                  <a:lnTo>
                    <a:pt x="1074230" y="0"/>
                  </a:lnTo>
                  <a:lnTo>
                    <a:pt x="1067516" y="0"/>
                  </a:lnTo>
                  <a:lnTo>
                    <a:pt x="1060802" y="0"/>
                  </a:lnTo>
                  <a:lnTo>
                    <a:pt x="1054088" y="0"/>
                  </a:lnTo>
                  <a:lnTo>
                    <a:pt x="1047374" y="0"/>
                  </a:lnTo>
                  <a:lnTo>
                    <a:pt x="1040660" y="0"/>
                  </a:lnTo>
                  <a:lnTo>
                    <a:pt x="1033946" y="0"/>
                  </a:lnTo>
                  <a:lnTo>
                    <a:pt x="1027232" y="0"/>
                  </a:lnTo>
                  <a:lnTo>
                    <a:pt x="1020519" y="0"/>
                  </a:lnTo>
                  <a:lnTo>
                    <a:pt x="1013805" y="0"/>
                  </a:lnTo>
                  <a:lnTo>
                    <a:pt x="1007091" y="0"/>
                  </a:lnTo>
                  <a:lnTo>
                    <a:pt x="1000377" y="0"/>
                  </a:lnTo>
                  <a:lnTo>
                    <a:pt x="993663" y="0"/>
                  </a:lnTo>
                  <a:lnTo>
                    <a:pt x="986949" y="0"/>
                  </a:lnTo>
                  <a:lnTo>
                    <a:pt x="980235" y="0"/>
                  </a:lnTo>
                  <a:lnTo>
                    <a:pt x="973521" y="0"/>
                  </a:lnTo>
                  <a:lnTo>
                    <a:pt x="966807" y="0"/>
                  </a:lnTo>
                  <a:lnTo>
                    <a:pt x="960093" y="0"/>
                  </a:lnTo>
                  <a:lnTo>
                    <a:pt x="953379" y="0"/>
                  </a:lnTo>
                  <a:lnTo>
                    <a:pt x="946665" y="0"/>
                  </a:lnTo>
                  <a:lnTo>
                    <a:pt x="939951" y="0"/>
                  </a:lnTo>
                  <a:lnTo>
                    <a:pt x="933237" y="0"/>
                  </a:lnTo>
                  <a:lnTo>
                    <a:pt x="926523" y="0"/>
                  </a:lnTo>
                  <a:lnTo>
                    <a:pt x="919809" y="0"/>
                  </a:lnTo>
                  <a:lnTo>
                    <a:pt x="913095" y="0"/>
                  </a:lnTo>
                  <a:lnTo>
                    <a:pt x="906382" y="0"/>
                  </a:lnTo>
                  <a:lnTo>
                    <a:pt x="899668" y="0"/>
                  </a:lnTo>
                  <a:lnTo>
                    <a:pt x="892954" y="0"/>
                  </a:lnTo>
                  <a:lnTo>
                    <a:pt x="886240" y="0"/>
                  </a:lnTo>
                  <a:lnTo>
                    <a:pt x="879526" y="0"/>
                  </a:lnTo>
                  <a:lnTo>
                    <a:pt x="872812" y="0"/>
                  </a:lnTo>
                  <a:lnTo>
                    <a:pt x="866098" y="0"/>
                  </a:lnTo>
                  <a:lnTo>
                    <a:pt x="859384" y="0"/>
                  </a:lnTo>
                  <a:lnTo>
                    <a:pt x="852670" y="0"/>
                  </a:lnTo>
                  <a:lnTo>
                    <a:pt x="845956" y="0"/>
                  </a:lnTo>
                  <a:lnTo>
                    <a:pt x="839242" y="0"/>
                  </a:lnTo>
                  <a:lnTo>
                    <a:pt x="832528" y="0"/>
                  </a:lnTo>
                  <a:lnTo>
                    <a:pt x="825814" y="0"/>
                  </a:lnTo>
                  <a:lnTo>
                    <a:pt x="819100" y="0"/>
                  </a:lnTo>
                  <a:lnTo>
                    <a:pt x="812386" y="0"/>
                  </a:lnTo>
                  <a:lnTo>
                    <a:pt x="805672" y="0"/>
                  </a:lnTo>
                  <a:lnTo>
                    <a:pt x="798958" y="0"/>
                  </a:lnTo>
                  <a:lnTo>
                    <a:pt x="792245" y="0"/>
                  </a:lnTo>
                  <a:lnTo>
                    <a:pt x="785531" y="0"/>
                  </a:lnTo>
                  <a:lnTo>
                    <a:pt x="778817" y="0"/>
                  </a:lnTo>
                  <a:lnTo>
                    <a:pt x="772103" y="0"/>
                  </a:lnTo>
                  <a:lnTo>
                    <a:pt x="765389" y="0"/>
                  </a:lnTo>
                  <a:lnTo>
                    <a:pt x="758675" y="0"/>
                  </a:lnTo>
                  <a:lnTo>
                    <a:pt x="751961" y="0"/>
                  </a:lnTo>
                  <a:lnTo>
                    <a:pt x="745247" y="0"/>
                  </a:lnTo>
                  <a:lnTo>
                    <a:pt x="738533" y="0"/>
                  </a:lnTo>
                  <a:lnTo>
                    <a:pt x="731819" y="0"/>
                  </a:lnTo>
                  <a:lnTo>
                    <a:pt x="725105" y="0"/>
                  </a:lnTo>
                  <a:lnTo>
                    <a:pt x="718391" y="0"/>
                  </a:lnTo>
                  <a:lnTo>
                    <a:pt x="711677" y="0"/>
                  </a:lnTo>
                  <a:lnTo>
                    <a:pt x="704963" y="0"/>
                  </a:lnTo>
                  <a:lnTo>
                    <a:pt x="698249" y="0"/>
                  </a:lnTo>
                  <a:lnTo>
                    <a:pt x="691535" y="0"/>
                  </a:lnTo>
                  <a:lnTo>
                    <a:pt x="684821" y="0"/>
                  </a:lnTo>
                  <a:lnTo>
                    <a:pt x="678108" y="0"/>
                  </a:lnTo>
                  <a:lnTo>
                    <a:pt x="671394" y="0"/>
                  </a:lnTo>
                  <a:lnTo>
                    <a:pt x="664680" y="0"/>
                  </a:lnTo>
                  <a:lnTo>
                    <a:pt x="657966" y="0"/>
                  </a:lnTo>
                  <a:lnTo>
                    <a:pt x="651252" y="0"/>
                  </a:lnTo>
                  <a:lnTo>
                    <a:pt x="644538" y="0"/>
                  </a:lnTo>
                  <a:lnTo>
                    <a:pt x="637824" y="0"/>
                  </a:lnTo>
                  <a:lnTo>
                    <a:pt x="631110" y="0"/>
                  </a:lnTo>
                  <a:lnTo>
                    <a:pt x="624396" y="0"/>
                  </a:lnTo>
                  <a:lnTo>
                    <a:pt x="617682" y="0"/>
                  </a:lnTo>
                  <a:lnTo>
                    <a:pt x="610968" y="0"/>
                  </a:lnTo>
                  <a:lnTo>
                    <a:pt x="604254" y="0"/>
                  </a:lnTo>
                  <a:lnTo>
                    <a:pt x="597540" y="0"/>
                  </a:lnTo>
                  <a:lnTo>
                    <a:pt x="590826" y="0"/>
                  </a:lnTo>
                  <a:lnTo>
                    <a:pt x="584112" y="0"/>
                  </a:lnTo>
                  <a:lnTo>
                    <a:pt x="577398" y="0"/>
                  </a:lnTo>
                  <a:lnTo>
                    <a:pt x="570684" y="0"/>
                  </a:lnTo>
                  <a:lnTo>
                    <a:pt x="563971" y="0"/>
                  </a:lnTo>
                  <a:lnTo>
                    <a:pt x="557257" y="0"/>
                  </a:lnTo>
                  <a:lnTo>
                    <a:pt x="550543" y="0"/>
                  </a:lnTo>
                  <a:lnTo>
                    <a:pt x="543829" y="0"/>
                  </a:lnTo>
                  <a:lnTo>
                    <a:pt x="537115" y="0"/>
                  </a:lnTo>
                  <a:lnTo>
                    <a:pt x="530401" y="0"/>
                  </a:lnTo>
                  <a:lnTo>
                    <a:pt x="523687" y="0"/>
                  </a:lnTo>
                  <a:lnTo>
                    <a:pt x="516973" y="0"/>
                  </a:lnTo>
                  <a:lnTo>
                    <a:pt x="510259" y="0"/>
                  </a:lnTo>
                  <a:lnTo>
                    <a:pt x="503545" y="0"/>
                  </a:lnTo>
                  <a:lnTo>
                    <a:pt x="496831" y="0"/>
                  </a:lnTo>
                  <a:lnTo>
                    <a:pt x="490117" y="0"/>
                  </a:lnTo>
                  <a:lnTo>
                    <a:pt x="483403" y="0"/>
                  </a:lnTo>
                  <a:lnTo>
                    <a:pt x="476689" y="0"/>
                  </a:lnTo>
                  <a:lnTo>
                    <a:pt x="469975" y="0"/>
                  </a:lnTo>
                  <a:lnTo>
                    <a:pt x="463261" y="0"/>
                  </a:lnTo>
                  <a:lnTo>
                    <a:pt x="456547" y="0"/>
                  </a:lnTo>
                  <a:lnTo>
                    <a:pt x="449834" y="0"/>
                  </a:lnTo>
                  <a:lnTo>
                    <a:pt x="443120" y="0"/>
                  </a:lnTo>
                  <a:lnTo>
                    <a:pt x="436406" y="0"/>
                  </a:lnTo>
                  <a:lnTo>
                    <a:pt x="429692" y="0"/>
                  </a:lnTo>
                  <a:lnTo>
                    <a:pt x="422978" y="0"/>
                  </a:lnTo>
                  <a:lnTo>
                    <a:pt x="416264" y="0"/>
                  </a:lnTo>
                  <a:lnTo>
                    <a:pt x="409550" y="0"/>
                  </a:lnTo>
                  <a:lnTo>
                    <a:pt x="402836" y="0"/>
                  </a:lnTo>
                  <a:lnTo>
                    <a:pt x="396122" y="0"/>
                  </a:lnTo>
                  <a:lnTo>
                    <a:pt x="389408" y="0"/>
                  </a:lnTo>
                  <a:lnTo>
                    <a:pt x="382694" y="0"/>
                  </a:lnTo>
                  <a:lnTo>
                    <a:pt x="375980" y="0"/>
                  </a:lnTo>
                  <a:lnTo>
                    <a:pt x="369266" y="0"/>
                  </a:lnTo>
                  <a:lnTo>
                    <a:pt x="362552" y="0"/>
                  </a:lnTo>
                  <a:lnTo>
                    <a:pt x="355838" y="0"/>
                  </a:lnTo>
                  <a:lnTo>
                    <a:pt x="349124" y="0"/>
                  </a:lnTo>
                  <a:lnTo>
                    <a:pt x="342410" y="0"/>
                  </a:lnTo>
                  <a:lnTo>
                    <a:pt x="335697" y="0"/>
                  </a:lnTo>
                  <a:lnTo>
                    <a:pt x="328983" y="0"/>
                  </a:lnTo>
                  <a:lnTo>
                    <a:pt x="322269" y="0"/>
                  </a:lnTo>
                  <a:lnTo>
                    <a:pt x="315555" y="0"/>
                  </a:lnTo>
                  <a:lnTo>
                    <a:pt x="308841" y="0"/>
                  </a:lnTo>
                  <a:lnTo>
                    <a:pt x="302127" y="0"/>
                  </a:lnTo>
                  <a:lnTo>
                    <a:pt x="295413" y="0"/>
                  </a:lnTo>
                  <a:lnTo>
                    <a:pt x="288699" y="0"/>
                  </a:lnTo>
                  <a:lnTo>
                    <a:pt x="281985" y="0"/>
                  </a:lnTo>
                  <a:lnTo>
                    <a:pt x="275271" y="0"/>
                  </a:lnTo>
                  <a:lnTo>
                    <a:pt x="268557" y="0"/>
                  </a:lnTo>
                  <a:lnTo>
                    <a:pt x="261843" y="0"/>
                  </a:lnTo>
                  <a:lnTo>
                    <a:pt x="255129" y="0"/>
                  </a:lnTo>
                  <a:lnTo>
                    <a:pt x="248415" y="0"/>
                  </a:lnTo>
                  <a:lnTo>
                    <a:pt x="241701" y="0"/>
                  </a:lnTo>
                  <a:lnTo>
                    <a:pt x="234987" y="0"/>
                  </a:lnTo>
                  <a:lnTo>
                    <a:pt x="228273" y="0"/>
                  </a:lnTo>
                  <a:lnTo>
                    <a:pt x="221560" y="0"/>
                  </a:lnTo>
                  <a:lnTo>
                    <a:pt x="214846" y="0"/>
                  </a:lnTo>
                  <a:lnTo>
                    <a:pt x="208132" y="0"/>
                  </a:lnTo>
                  <a:lnTo>
                    <a:pt x="201418" y="0"/>
                  </a:lnTo>
                  <a:lnTo>
                    <a:pt x="194704" y="0"/>
                  </a:lnTo>
                  <a:lnTo>
                    <a:pt x="187990" y="0"/>
                  </a:lnTo>
                  <a:lnTo>
                    <a:pt x="181276" y="0"/>
                  </a:lnTo>
                  <a:lnTo>
                    <a:pt x="174562" y="0"/>
                  </a:lnTo>
                  <a:lnTo>
                    <a:pt x="167848" y="0"/>
                  </a:lnTo>
                  <a:lnTo>
                    <a:pt x="161134" y="0"/>
                  </a:lnTo>
                  <a:lnTo>
                    <a:pt x="154420" y="0"/>
                  </a:lnTo>
                  <a:lnTo>
                    <a:pt x="147706" y="0"/>
                  </a:lnTo>
                  <a:lnTo>
                    <a:pt x="140992" y="0"/>
                  </a:lnTo>
                  <a:lnTo>
                    <a:pt x="134278" y="0"/>
                  </a:lnTo>
                  <a:lnTo>
                    <a:pt x="127564" y="0"/>
                  </a:lnTo>
                  <a:lnTo>
                    <a:pt x="120850" y="0"/>
                  </a:lnTo>
                  <a:lnTo>
                    <a:pt x="114136" y="0"/>
                  </a:lnTo>
                  <a:lnTo>
                    <a:pt x="107423" y="0"/>
                  </a:lnTo>
                  <a:lnTo>
                    <a:pt x="100709" y="0"/>
                  </a:lnTo>
                  <a:lnTo>
                    <a:pt x="93995" y="0"/>
                  </a:lnTo>
                  <a:lnTo>
                    <a:pt x="87281" y="0"/>
                  </a:lnTo>
                  <a:lnTo>
                    <a:pt x="80567" y="0"/>
                  </a:lnTo>
                  <a:lnTo>
                    <a:pt x="73853" y="0"/>
                  </a:lnTo>
                  <a:lnTo>
                    <a:pt x="67139" y="0"/>
                  </a:lnTo>
                  <a:lnTo>
                    <a:pt x="60425" y="0"/>
                  </a:lnTo>
                  <a:lnTo>
                    <a:pt x="53711" y="0"/>
                  </a:lnTo>
                  <a:lnTo>
                    <a:pt x="46997" y="0"/>
                  </a:lnTo>
                  <a:lnTo>
                    <a:pt x="40283" y="0"/>
                  </a:lnTo>
                  <a:lnTo>
                    <a:pt x="33569" y="0"/>
                  </a:lnTo>
                  <a:lnTo>
                    <a:pt x="26855" y="0"/>
                  </a:lnTo>
                  <a:lnTo>
                    <a:pt x="20141" y="0"/>
                  </a:lnTo>
                  <a:lnTo>
                    <a:pt x="13427" y="0"/>
                  </a:lnTo>
                  <a:lnTo>
                    <a:pt x="6713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44934" y="1836228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311199" y="304441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11199" y="236699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311199" y="1694099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11199" y="101509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11199" y="33914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410140" y="30867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0140" y="24107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0140" y="17348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0140" y="10588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0140" y="3829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4934" y="3708722"/>
              <a:ext cx="7537596" cy="2670727"/>
            </a:xfrm>
            <a:custGeom>
              <a:avLst/>
              <a:pathLst>
                <a:path w="7537596" h="2670727">
                  <a:moveTo>
                    <a:pt x="0" y="2408109"/>
                  </a:moveTo>
                  <a:lnTo>
                    <a:pt x="6713" y="2474989"/>
                  </a:lnTo>
                  <a:lnTo>
                    <a:pt x="13427" y="2441596"/>
                  </a:lnTo>
                  <a:lnTo>
                    <a:pt x="20141" y="2389445"/>
                  </a:lnTo>
                  <a:lnTo>
                    <a:pt x="26855" y="2427472"/>
                  </a:lnTo>
                  <a:lnTo>
                    <a:pt x="33569" y="2372444"/>
                  </a:lnTo>
                  <a:lnTo>
                    <a:pt x="40283" y="2419067"/>
                  </a:lnTo>
                  <a:lnTo>
                    <a:pt x="46997" y="2409219"/>
                  </a:lnTo>
                  <a:lnTo>
                    <a:pt x="53711" y="2382225"/>
                  </a:lnTo>
                  <a:lnTo>
                    <a:pt x="60425" y="2498298"/>
                  </a:lnTo>
                  <a:lnTo>
                    <a:pt x="67139" y="2487034"/>
                  </a:lnTo>
                  <a:lnTo>
                    <a:pt x="73853" y="2507917"/>
                  </a:lnTo>
                  <a:lnTo>
                    <a:pt x="80567" y="2513850"/>
                  </a:lnTo>
                  <a:lnTo>
                    <a:pt x="87281" y="2493426"/>
                  </a:lnTo>
                  <a:lnTo>
                    <a:pt x="93995" y="2531981"/>
                  </a:lnTo>
                  <a:lnTo>
                    <a:pt x="100709" y="2532366"/>
                  </a:lnTo>
                  <a:lnTo>
                    <a:pt x="107423" y="2526900"/>
                  </a:lnTo>
                  <a:lnTo>
                    <a:pt x="114136" y="2538075"/>
                  </a:lnTo>
                  <a:lnTo>
                    <a:pt x="120850" y="2568901"/>
                  </a:lnTo>
                  <a:lnTo>
                    <a:pt x="127564" y="2562309"/>
                  </a:lnTo>
                  <a:lnTo>
                    <a:pt x="134278" y="2560836"/>
                  </a:lnTo>
                  <a:lnTo>
                    <a:pt x="140992" y="2554011"/>
                  </a:lnTo>
                  <a:lnTo>
                    <a:pt x="147706" y="2544886"/>
                  </a:lnTo>
                  <a:lnTo>
                    <a:pt x="154420" y="2579385"/>
                  </a:lnTo>
                  <a:lnTo>
                    <a:pt x="161134" y="2565712"/>
                  </a:lnTo>
                  <a:lnTo>
                    <a:pt x="167848" y="2577353"/>
                  </a:lnTo>
                  <a:lnTo>
                    <a:pt x="174562" y="2609637"/>
                  </a:lnTo>
                  <a:lnTo>
                    <a:pt x="181276" y="2589792"/>
                  </a:lnTo>
                  <a:lnTo>
                    <a:pt x="187990" y="2604971"/>
                  </a:lnTo>
                  <a:lnTo>
                    <a:pt x="194704" y="2569218"/>
                  </a:lnTo>
                  <a:lnTo>
                    <a:pt x="201418" y="2555120"/>
                  </a:lnTo>
                  <a:lnTo>
                    <a:pt x="208132" y="2547261"/>
                  </a:lnTo>
                  <a:lnTo>
                    <a:pt x="214846" y="2481760"/>
                  </a:lnTo>
                  <a:lnTo>
                    <a:pt x="221560" y="2483715"/>
                  </a:lnTo>
                  <a:lnTo>
                    <a:pt x="228273" y="2515926"/>
                  </a:lnTo>
                  <a:lnTo>
                    <a:pt x="234987" y="2550818"/>
                  </a:lnTo>
                  <a:lnTo>
                    <a:pt x="241701" y="2605064"/>
                  </a:lnTo>
                  <a:lnTo>
                    <a:pt x="248415" y="2572198"/>
                  </a:lnTo>
                  <a:lnTo>
                    <a:pt x="255129" y="2630808"/>
                  </a:lnTo>
                  <a:lnTo>
                    <a:pt x="261843" y="2623660"/>
                  </a:lnTo>
                  <a:lnTo>
                    <a:pt x="268557" y="2624157"/>
                  </a:lnTo>
                  <a:lnTo>
                    <a:pt x="275271" y="2639186"/>
                  </a:lnTo>
                  <a:lnTo>
                    <a:pt x="281985" y="2629757"/>
                  </a:lnTo>
                  <a:lnTo>
                    <a:pt x="288699" y="2648890"/>
                  </a:lnTo>
                  <a:lnTo>
                    <a:pt x="295413" y="2651829"/>
                  </a:lnTo>
                  <a:lnTo>
                    <a:pt x="302127" y="2658496"/>
                  </a:lnTo>
                  <a:lnTo>
                    <a:pt x="308841" y="2660128"/>
                  </a:lnTo>
                  <a:lnTo>
                    <a:pt x="315555" y="2658020"/>
                  </a:lnTo>
                  <a:lnTo>
                    <a:pt x="322269" y="2656724"/>
                  </a:lnTo>
                  <a:lnTo>
                    <a:pt x="328983" y="2653929"/>
                  </a:lnTo>
                  <a:lnTo>
                    <a:pt x="335697" y="2646858"/>
                  </a:lnTo>
                  <a:lnTo>
                    <a:pt x="342410" y="2648099"/>
                  </a:lnTo>
                  <a:lnTo>
                    <a:pt x="349124" y="2639962"/>
                  </a:lnTo>
                  <a:lnTo>
                    <a:pt x="355838" y="2652037"/>
                  </a:lnTo>
                  <a:lnTo>
                    <a:pt x="362552" y="2646503"/>
                  </a:lnTo>
                  <a:lnTo>
                    <a:pt x="369266" y="2669321"/>
                  </a:lnTo>
                  <a:lnTo>
                    <a:pt x="375980" y="2644641"/>
                  </a:lnTo>
                  <a:lnTo>
                    <a:pt x="382694" y="2614631"/>
                  </a:lnTo>
                  <a:lnTo>
                    <a:pt x="389408" y="2505911"/>
                  </a:lnTo>
                  <a:lnTo>
                    <a:pt x="396122" y="2454924"/>
                  </a:lnTo>
                  <a:lnTo>
                    <a:pt x="402836" y="2436315"/>
                  </a:lnTo>
                  <a:lnTo>
                    <a:pt x="409550" y="2388363"/>
                  </a:lnTo>
                  <a:lnTo>
                    <a:pt x="416264" y="2403132"/>
                  </a:lnTo>
                  <a:lnTo>
                    <a:pt x="422978" y="2383213"/>
                  </a:lnTo>
                  <a:lnTo>
                    <a:pt x="429692" y="2383081"/>
                  </a:lnTo>
                  <a:lnTo>
                    <a:pt x="436406" y="2367669"/>
                  </a:lnTo>
                  <a:lnTo>
                    <a:pt x="443120" y="2346763"/>
                  </a:lnTo>
                  <a:lnTo>
                    <a:pt x="449834" y="2412301"/>
                  </a:lnTo>
                  <a:lnTo>
                    <a:pt x="456547" y="2413587"/>
                  </a:lnTo>
                  <a:lnTo>
                    <a:pt x="463261" y="2455821"/>
                  </a:lnTo>
                  <a:lnTo>
                    <a:pt x="469975" y="2481222"/>
                  </a:lnTo>
                  <a:lnTo>
                    <a:pt x="476689" y="2480656"/>
                  </a:lnTo>
                  <a:lnTo>
                    <a:pt x="483403" y="2529230"/>
                  </a:lnTo>
                  <a:lnTo>
                    <a:pt x="490117" y="2506006"/>
                  </a:lnTo>
                  <a:lnTo>
                    <a:pt x="496831" y="2515368"/>
                  </a:lnTo>
                  <a:lnTo>
                    <a:pt x="503545" y="2512259"/>
                  </a:lnTo>
                  <a:lnTo>
                    <a:pt x="510259" y="2504757"/>
                  </a:lnTo>
                  <a:lnTo>
                    <a:pt x="516973" y="2539863"/>
                  </a:lnTo>
                  <a:lnTo>
                    <a:pt x="523687" y="2532797"/>
                  </a:lnTo>
                  <a:lnTo>
                    <a:pt x="530401" y="2537300"/>
                  </a:lnTo>
                  <a:lnTo>
                    <a:pt x="537115" y="2516305"/>
                  </a:lnTo>
                  <a:lnTo>
                    <a:pt x="543829" y="2513358"/>
                  </a:lnTo>
                  <a:lnTo>
                    <a:pt x="550543" y="2535992"/>
                  </a:lnTo>
                  <a:lnTo>
                    <a:pt x="557257" y="2524382"/>
                  </a:lnTo>
                  <a:lnTo>
                    <a:pt x="563971" y="2506748"/>
                  </a:lnTo>
                  <a:lnTo>
                    <a:pt x="570684" y="2470859"/>
                  </a:lnTo>
                  <a:lnTo>
                    <a:pt x="577398" y="2503879"/>
                  </a:lnTo>
                  <a:lnTo>
                    <a:pt x="584112" y="2485120"/>
                  </a:lnTo>
                  <a:lnTo>
                    <a:pt x="590826" y="2452063"/>
                  </a:lnTo>
                  <a:lnTo>
                    <a:pt x="597540" y="2452172"/>
                  </a:lnTo>
                  <a:lnTo>
                    <a:pt x="604254" y="2469371"/>
                  </a:lnTo>
                  <a:lnTo>
                    <a:pt x="610968" y="2500279"/>
                  </a:lnTo>
                  <a:lnTo>
                    <a:pt x="617682" y="2501911"/>
                  </a:lnTo>
                  <a:lnTo>
                    <a:pt x="624396" y="2517930"/>
                  </a:lnTo>
                  <a:lnTo>
                    <a:pt x="631110" y="2537843"/>
                  </a:lnTo>
                  <a:lnTo>
                    <a:pt x="637824" y="2508507"/>
                  </a:lnTo>
                  <a:lnTo>
                    <a:pt x="644538" y="2531830"/>
                  </a:lnTo>
                  <a:lnTo>
                    <a:pt x="651252" y="2529193"/>
                  </a:lnTo>
                  <a:lnTo>
                    <a:pt x="657966" y="2493288"/>
                  </a:lnTo>
                  <a:lnTo>
                    <a:pt x="664680" y="2513054"/>
                  </a:lnTo>
                  <a:lnTo>
                    <a:pt x="671394" y="2494841"/>
                  </a:lnTo>
                  <a:lnTo>
                    <a:pt x="678108" y="2510121"/>
                  </a:lnTo>
                  <a:lnTo>
                    <a:pt x="684821" y="2509621"/>
                  </a:lnTo>
                  <a:lnTo>
                    <a:pt x="691535" y="2477542"/>
                  </a:lnTo>
                  <a:lnTo>
                    <a:pt x="698249" y="2491489"/>
                  </a:lnTo>
                  <a:lnTo>
                    <a:pt x="704963" y="2460120"/>
                  </a:lnTo>
                  <a:lnTo>
                    <a:pt x="711677" y="2457992"/>
                  </a:lnTo>
                  <a:lnTo>
                    <a:pt x="718391" y="2442125"/>
                  </a:lnTo>
                  <a:lnTo>
                    <a:pt x="725105" y="2485052"/>
                  </a:lnTo>
                  <a:lnTo>
                    <a:pt x="731819" y="2515696"/>
                  </a:lnTo>
                  <a:lnTo>
                    <a:pt x="738533" y="2502376"/>
                  </a:lnTo>
                  <a:lnTo>
                    <a:pt x="745247" y="2514253"/>
                  </a:lnTo>
                  <a:lnTo>
                    <a:pt x="751961" y="2508926"/>
                  </a:lnTo>
                  <a:lnTo>
                    <a:pt x="758675" y="2523817"/>
                  </a:lnTo>
                  <a:lnTo>
                    <a:pt x="765389" y="2513464"/>
                  </a:lnTo>
                  <a:lnTo>
                    <a:pt x="772103" y="2515959"/>
                  </a:lnTo>
                  <a:lnTo>
                    <a:pt x="778817" y="2495603"/>
                  </a:lnTo>
                  <a:lnTo>
                    <a:pt x="785531" y="2493028"/>
                  </a:lnTo>
                  <a:lnTo>
                    <a:pt x="792245" y="2498892"/>
                  </a:lnTo>
                  <a:lnTo>
                    <a:pt x="798958" y="2501852"/>
                  </a:lnTo>
                  <a:lnTo>
                    <a:pt x="805672" y="2509380"/>
                  </a:lnTo>
                  <a:lnTo>
                    <a:pt x="812386" y="2501079"/>
                  </a:lnTo>
                  <a:lnTo>
                    <a:pt x="819100" y="2525489"/>
                  </a:lnTo>
                  <a:lnTo>
                    <a:pt x="825814" y="2537914"/>
                  </a:lnTo>
                  <a:lnTo>
                    <a:pt x="832528" y="2550725"/>
                  </a:lnTo>
                  <a:lnTo>
                    <a:pt x="839242" y="2548130"/>
                  </a:lnTo>
                  <a:lnTo>
                    <a:pt x="845956" y="2538084"/>
                  </a:lnTo>
                  <a:lnTo>
                    <a:pt x="852670" y="2550007"/>
                  </a:lnTo>
                  <a:lnTo>
                    <a:pt x="859384" y="2532581"/>
                  </a:lnTo>
                  <a:lnTo>
                    <a:pt x="866098" y="2528618"/>
                  </a:lnTo>
                  <a:lnTo>
                    <a:pt x="872812" y="2527234"/>
                  </a:lnTo>
                  <a:lnTo>
                    <a:pt x="879526" y="2529382"/>
                  </a:lnTo>
                  <a:lnTo>
                    <a:pt x="886240" y="2551147"/>
                  </a:lnTo>
                  <a:lnTo>
                    <a:pt x="892954" y="2535440"/>
                  </a:lnTo>
                  <a:lnTo>
                    <a:pt x="899668" y="2556238"/>
                  </a:lnTo>
                  <a:lnTo>
                    <a:pt x="906382" y="2543094"/>
                  </a:lnTo>
                  <a:lnTo>
                    <a:pt x="913095" y="2525871"/>
                  </a:lnTo>
                  <a:lnTo>
                    <a:pt x="919809" y="2549075"/>
                  </a:lnTo>
                  <a:lnTo>
                    <a:pt x="926523" y="2511176"/>
                  </a:lnTo>
                  <a:lnTo>
                    <a:pt x="933237" y="2497196"/>
                  </a:lnTo>
                  <a:lnTo>
                    <a:pt x="939951" y="2506913"/>
                  </a:lnTo>
                  <a:lnTo>
                    <a:pt x="946665" y="2516197"/>
                  </a:lnTo>
                  <a:lnTo>
                    <a:pt x="953379" y="2540339"/>
                  </a:lnTo>
                  <a:lnTo>
                    <a:pt x="960093" y="2469282"/>
                  </a:lnTo>
                  <a:lnTo>
                    <a:pt x="966807" y="2515682"/>
                  </a:lnTo>
                  <a:lnTo>
                    <a:pt x="973521" y="2497434"/>
                  </a:lnTo>
                  <a:lnTo>
                    <a:pt x="980235" y="2509109"/>
                  </a:lnTo>
                  <a:lnTo>
                    <a:pt x="986949" y="2523974"/>
                  </a:lnTo>
                  <a:lnTo>
                    <a:pt x="993663" y="2485130"/>
                  </a:lnTo>
                  <a:lnTo>
                    <a:pt x="1000377" y="2545117"/>
                  </a:lnTo>
                  <a:lnTo>
                    <a:pt x="1007091" y="2563546"/>
                  </a:lnTo>
                  <a:lnTo>
                    <a:pt x="1013805" y="2527971"/>
                  </a:lnTo>
                  <a:lnTo>
                    <a:pt x="1020519" y="2531728"/>
                  </a:lnTo>
                  <a:lnTo>
                    <a:pt x="1027232" y="2457114"/>
                  </a:lnTo>
                  <a:lnTo>
                    <a:pt x="1033946" y="2460369"/>
                  </a:lnTo>
                  <a:lnTo>
                    <a:pt x="1040660" y="2469064"/>
                  </a:lnTo>
                  <a:lnTo>
                    <a:pt x="1047374" y="2471042"/>
                  </a:lnTo>
                  <a:lnTo>
                    <a:pt x="1054088" y="2390826"/>
                  </a:lnTo>
                  <a:lnTo>
                    <a:pt x="1060802" y="2389656"/>
                  </a:lnTo>
                  <a:lnTo>
                    <a:pt x="1067516" y="2431030"/>
                  </a:lnTo>
                  <a:lnTo>
                    <a:pt x="1074230" y="2456121"/>
                  </a:lnTo>
                  <a:lnTo>
                    <a:pt x="1080944" y="2432325"/>
                  </a:lnTo>
                  <a:lnTo>
                    <a:pt x="1087658" y="2399321"/>
                  </a:lnTo>
                  <a:lnTo>
                    <a:pt x="1094372" y="2417510"/>
                  </a:lnTo>
                  <a:lnTo>
                    <a:pt x="1101086" y="2474810"/>
                  </a:lnTo>
                  <a:lnTo>
                    <a:pt x="1107800" y="2478113"/>
                  </a:lnTo>
                  <a:lnTo>
                    <a:pt x="1114514" y="2474936"/>
                  </a:lnTo>
                  <a:lnTo>
                    <a:pt x="1121228" y="2453469"/>
                  </a:lnTo>
                  <a:lnTo>
                    <a:pt x="1127942" y="2494267"/>
                  </a:lnTo>
                  <a:lnTo>
                    <a:pt x="1134656" y="2523002"/>
                  </a:lnTo>
                  <a:lnTo>
                    <a:pt x="1141369" y="2527331"/>
                  </a:lnTo>
                  <a:lnTo>
                    <a:pt x="1148083" y="2536699"/>
                  </a:lnTo>
                  <a:lnTo>
                    <a:pt x="1154797" y="2528664"/>
                  </a:lnTo>
                  <a:lnTo>
                    <a:pt x="1161511" y="2520720"/>
                  </a:lnTo>
                  <a:lnTo>
                    <a:pt x="1168225" y="2458526"/>
                  </a:lnTo>
                  <a:lnTo>
                    <a:pt x="1174939" y="2433032"/>
                  </a:lnTo>
                  <a:lnTo>
                    <a:pt x="1181653" y="2394396"/>
                  </a:lnTo>
                  <a:lnTo>
                    <a:pt x="1188367" y="2417323"/>
                  </a:lnTo>
                  <a:lnTo>
                    <a:pt x="1195081" y="2452115"/>
                  </a:lnTo>
                  <a:lnTo>
                    <a:pt x="1201795" y="2438370"/>
                  </a:lnTo>
                  <a:lnTo>
                    <a:pt x="1208509" y="2459085"/>
                  </a:lnTo>
                  <a:lnTo>
                    <a:pt x="1215223" y="2501829"/>
                  </a:lnTo>
                  <a:lnTo>
                    <a:pt x="1221937" y="2488645"/>
                  </a:lnTo>
                  <a:lnTo>
                    <a:pt x="1228651" y="2513307"/>
                  </a:lnTo>
                  <a:lnTo>
                    <a:pt x="1235365" y="2509497"/>
                  </a:lnTo>
                  <a:lnTo>
                    <a:pt x="1242079" y="2496284"/>
                  </a:lnTo>
                  <a:lnTo>
                    <a:pt x="1248793" y="2508179"/>
                  </a:lnTo>
                  <a:lnTo>
                    <a:pt x="1255506" y="2491073"/>
                  </a:lnTo>
                  <a:lnTo>
                    <a:pt x="1262220" y="2472125"/>
                  </a:lnTo>
                  <a:lnTo>
                    <a:pt x="1268934" y="2483488"/>
                  </a:lnTo>
                  <a:lnTo>
                    <a:pt x="1275648" y="2479667"/>
                  </a:lnTo>
                  <a:lnTo>
                    <a:pt x="1282362" y="2486851"/>
                  </a:lnTo>
                  <a:lnTo>
                    <a:pt x="1289076" y="2504626"/>
                  </a:lnTo>
                  <a:lnTo>
                    <a:pt x="1295790" y="2511715"/>
                  </a:lnTo>
                  <a:lnTo>
                    <a:pt x="1302504" y="2433939"/>
                  </a:lnTo>
                  <a:lnTo>
                    <a:pt x="1309218" y="2438465"/>
                  </a:lnTo>
                  <a:lnTo>
                    <a:pt x="1315932" y="2452535"/>
                  </a:lnTo>
                  <a:lnTo>
                    <a:pt x="1322646" y="2452817"/>
                  </a:lnTo>
                  <a:lnTo>
                    <a:pt x="1329360" y="2479874"/>
                  </a:lnTo>
                  <a:lnTo>
                    <a:pt x="1336074" y="2472366"/>
                  </a:lnTo>
                  <a:lnTo>
                    <a:pt x="1342788" y="2459301"/>
                  </a:lnTo>
                  <a:lnTo>
                    <a:pt x="1349502" y="2456095"/>
                  </a:lnTo>
                  <a:lnTo>
                    <a:pt x="1356216" y="2463013"/>
                  </a:lnTo>
                  <a:lnTo>
                    <a:pt x="1362930" y="2465684"/>
                  </a:lnTo>
                  <a:lnTo>
                    <a:pt x="1369643" y="2459059"/>
                  </a:lnTo>
                  <a:lnTo>
                    <a:pt x="1376357" y="2479404"/>
                  </a:lnTo>
                  <a:lnTo>
                    <a:pt x="1383071" y="2472625"/>
                  </a:lnTo>
                  <a:lnTo>
                    <a:pt x="1389785" y="2475956"/>
                  </a:lnTo>
                  <a:lnTo>
                    <a:pt x="1396499" y="2460189"/>
                  </a:lnTo>
                  <a:lnTo>
                    <a:pt x="1403213" y="2457625"/>
                  </a:lnTo>
                  <a:lnTo>
                    <a:pt x="1409927" y="2441580"/>
                  </a:lnTo>
                  <a:lnTo>
                    <a:pt x="1416641" y="2446161"/>
                  </a:lnTo>
                  <a:lnTo>
                    <a:pt x="1423355" y="2459717"/>
                  </a:lnTo>
                  <a:lnTo>
                    <a:pt x="1430069" y="2461328"/>
                  </a:lnTo>
                  <a:lnTo>
                    <a:pt x="1436783" y="2464322"/>
                  </a:lnTo>
                  <a:lnTo>
                    <a:pt x="1443497" y="2472174"/>
                  </a:lnTo>
                  <a:lnTo>
                    <a:pt x="1450211" y="2456986"/>
                  </a:lnTo>
                  <a:lnTo>
                    <a:pt x="1456925" y="2446805"/>
                  </a:lnTo>
                  <a:lnTo>
                    <a:pt x="1463639" y="2414731"/>
                  </a:lnTo>
                  <a:lnTo>
                    <a:pt x="1470353" y="2422732"/>
                  </a:lnTo>
                  <a:lnTo>
                    <a:pt x="1477067" y="2391886"/>
                  </a:lnTo>
                  <a:lnTo>
                    <a:pt x="1483780" y="2370426"/>
                  </a:lnTo>
                  <a:lnTo>
                    <a:pt x="1490494" y="2386373"/>
                  </a:lnTo>
                  <a:lnTo>
                    <a:pt x="1497208" y="2368144"/>
                  </a:lnTo>
                  <a:lnTo>
                    <a:pt x="1503922" y="2390312"/>
                  </a:lnTo>
                  <a:lnTo>
                    <a:pt x="1510636" y="2409087"/>
                  </a:lnTo>
                  <a:lnTo>
                    <a:pt x="1517350" y="2415776"/>
                  </a:lnTo>
                  <a:lnTo>
                    <a:pt x="1524064" y="2413570"/>
                  </a:lnTo>
                  <a:lnTo>
                    <a:pt x="1530778" y="2414202"/>
                  </a:lnTo>
                  <a:lnTo>
                    <a:pt x="1537492" y="2422984"/>
                  </a:lnTo>
                  <a:lnTo>
                    <a:pt x="1544206" y="2392296"/>
                  </a:lnTo>
                  <a:lnTo>
                    <a:pt x="1550920" y="2352482"/>
                  </a:lnTo>
                  <a:lnTo>
                    <a:pt x="1557634" y="2400918"/>
                  </a:lnTo>
                  <a:lnTo>
                    <a:pt x="1564348" y="2338263"/>
                  </a:lnTo>
                  <a:lnTo>
                    <a:pt x="1571062" y="2370344"/>
                  </a:lnTo>
                  <a:lnTo>
                    <a:pt x="1577776" y="2335340"/>
                  </a:lnTo>
                  <a:lnTo>
                    <a:pt x="1584490" y="2384486"/>
                  </a:lnTo>
                  <a:lnTo>
                    <a:pt x="1591204" y="2406760"/>
                  </a:lnTo>
                  <a:lnTo>
                    <a:pt x="1597917" y="2388133"/>
                  </a:lnTo>
                  <a:lnTo>
                    <a:pt x="1604631" y="2433821"/>
                  </a:lnTo>
                  <a:lnTo>
                    <a:pt x="1611345" y="2416131"/>
                  </a:lnTo>
                  <a:lnTo>
                    <a:pt x="1618059" y="2439770"/>
                  </a:lnTo>
                  <a:lnTo>
                    <a:pt x="1624773" y="2432102"/>
                  </a:lnTo>
                  <a:lnTo>
                    <a:pt x="1631487" y="2411277"/>
                  </a:lnTo>
                  <a:lnTo>
                    <a:pt x="1638201" y="2406220"/>
                  </a:lnTo>
                  <a:lnTo>
                    <a:pt x="1644915" y="2391860"/>
                  </a:lnTo>
                  <a:lnTo>
                    <a:pt x="1651629" y="2426253"/>
                  </a:lnTo>
                  <a:lnTo>
                    <a:pt x="1658343" y="2382980"/>
                  </a:lnTo>
                  <a:lnTo>
                    <a:pt x="1665057" y="2381317"/>
                  </a:lnTo>
                  <a:lnTo>
                    <a:pt x="1671771" y="2354283"/>
                  </a:lnTo>
                  <a:lnTo>
                    <a:pt x="1678485" y="2338990"/>
                  </a:lnTo>
                  <a:lnTo>
                    <a:pt x="1685199" y="2329594"/>
                  </a:lnTo>
                  <a:lnTo>
                    <a:pt x="1691913" y="2249435"/>
                  </a:lnTo>
                  <a:lnTo>
                    <a:pt x="1698627" y="2092908"/>
                  </a:lnTo>
                  <a:lnTo>
                    <a:pt x="1705341" y="2053812"/>
                  </a:lnTo>
                  <a:lnTo>
                    <a:pt x="1712054" y="2182442"/>
                  </a:lnTo>
                  <a:lnTo>
                    <a:pt x="1718768" y="2295105"/>
                  </a:lnTo>
                  <a:lnTo>
                    <a:pt x="1725482" y="2276017"/>
                  </a:lnTo>
                  <a:lnTo>
                    <a:pt x="1732196" y="2316657"/>
                  </a:lnTo>
                  <a:lnTo>
                    <a:pt x="1738910" y="2290002"/>
                  </a:lnTo>
                  <a:lnTo>
                    <a:pt x="1745624" y="2336323"/>
                  </a:lnTo>
                  <a:lnTo>
                    <a:pt x="1752338" y="2334706"/>
                  </a:lnTo>
                  <a:lnTo>
                    <a:pt x="1759052" y="2309703"/>
                  </a:lnTo>
                  <a:lnTo>
                    <a:pt x="1765766" y="2308426"/>
                  </a:lnTo>
                  <a:lnTo>
                    <a:pt x="1772480" y="2315390"/>
                  </a:lnTo>
                  <a:lnTo>
                    <a:pt x="1779194" y="2349632"/>
                  </a:lnTo>
                  <a:lnTo>
                    <a:pt x="1785908" y="2340609"/>
                  </a:lnTo>
                  <a:lnTo>
                    <a:pt x="1792622" y="2347692"/>
                  </a:lnTo>
                  <a:lnTo>
                    <a:pt x="1799336" y="2347572"/>
                  </a:lnTo>
                  <a:lnTo>
                    <a:pt x="1806050" y="2342875"/>
                  </a:lnTo>
                  <a:lnTo>
                    <a:pt x="1812764" y="2368499"/>
                  </a:lnTo>
                  <a:lnTo>
                    <a:pt x="1819478" y="2380222"/>
                  </a:lnTo>
                  <a:lnTo>
                    <a:pt x="1826191" y="2372275"/>
                  </a:lnTo>
                  <a:lnTo>
                    <a:pt x="1832905" y="2355672"/>
                  </a:lnTo>
                  <a:lnTo>
                    <a:pt x="1839619" y="2360405"/>
                  </a:lnTo>
                  <a:lnTo>
                    <a:pt x="1846333" y="2382055"/>
                  </a:lnTo>
                  <a:lnTo>
                    <a:pt x="1853047" y="2372888"/>
                  </a:lnTo>
                  <a:lnTo>
                    <a:pt x="1859761" y="2353391"/>
                  </a:lnTo>
                  <a:lnTo>
                    <a:pt x="1866475" y="2326599"/>
                  </a:lnTo>
                  <a:lnTo>
                    <a:pt x="1873189" y="2316618"/>
                  </a:lnTo>
                  <a:lnTo>
                    <a:pt x="1879903" y="2299634"/>
                  </a:lnTo>
                  <a:lnTo>
                    <a:pt x="1886617" y="2330103"/>
                  </a:lnTo>
                  <a:lnTo>
                    <a:pt x="1893331" y="2369249"/>
                  </a:lnTo>
                  <a:lnTo>
                    <a:pt x="1900045" y="2378050"/>
                  </a:lnTo>
                  <a:lnTo>
                    <a:pt x="1906759" y="2378945"/>
                  </a:lnTo>
                  <a:lnTo>
                    <a:pt x="1913473" y="2371659"/>
                  </a:lnTo>
                  <a:lnTo>
                    <a:pt x="1920187" y="2371306"/>
                  </a:lnTo>
                  <a:lnTo>
                    <a:pt x="1926901" y="2370147"/>
                  </a:lnTo>
                  <a:lnTo>
                    <a:pt x="1933615" y="2345629"/>
                  </a:lnTo>
                  <a:lnTo>
                    <a:pt x="1940328" y="2299950"/>
                  </a:lnTo>
                  <a:lnTo>
                    <a:pt x="1947042" y="2322621"/>
                  </a:lnTo>
                  <a:lnTo>
                    <a:pt x="1953756" y="2296865"/>
                  </a:lnTo>
                  <a:lnTo>
                    <a:pt x="1960470" y="2302560"/>
                  </a:lnTo>
                  <a:lnTo>
                    <a:pt x="1967184" y="2250287"/>
                  </a:lnTo>
                  <a:lnTo>
                    <a:pt x="1973898" y="2231993"/>
                  </a:lnTo>
                  <a:lnTo>
                    <a:pt x="1980612" y="2249550"/>
                  </a:lnTo>
                  <a:lnTo>
                    <a:pt x="1987326" y="2236521"/>
                  </a:lnTo>
                  <a:lnTo>
                    <a:pt x="1994040" y="2226110"/>
                  </a:lnTo>
                  <a:lnTo>
                    <a:pt x="2000754" y="2277342"/>
                  </a:lnTo>
                  <a:lnTo>
                    <a:pt x="2007468" y="2290566"/>
                  </a:lnTo>
                  <a:lnTo>
                    <a:pt x="2014182" y="2254312"/>
                  </a:lnTo>
                  <a:lnTo>
                    <a:pt x="2020896" y="2271657"/>
                  </a:lnTo>
                  <a:lnTo>
                    <a:pt x="2027610" y="2235998"/>
                  </a:lnTo>
                  <a:lnTo>
                    <a:pt x="2034324" y="2284885"/>
                  </a:lnTo>
                  <a:lnTo>
                    <a:pt x="2041038" y="2239134"/>
                  </a:lnTo>
                  <a:lnTo>
                    <a:pt x="2047752" y="2238410"/>
                  </a:lnTo>
                  <a:lnTo>
                    <a:pt x="2054465" y="2166259"/>
                  </a:lnTo>
                  <a:lnTo>
                    <a:pt x="2061179" y="2233045"/>
                  </a:lnTo>
                  <a:lnTo>
                    <a:pt x="2067893" y="2283841"/>
                  </a:lnTo>
                  <a:lnTo>
                    <a:pt x="2074607" y="2251620"/>
                  </a:lnTo>
                  <a:lnTo>
                    <a:pt x="2081321" y="2270067"/>
                  </a:lnTo>
                  <a:lnTo>
                    <a:pt x="2088035" y="2243773"/>
                  </a:lnTo>
                  <a:lnTo>
                    <a:pt x="2094749" y="2211715"/>
                  </a:lnTo>
                  <a:lnTo>
                    <a:pt x="2101463" y="2264903"/>
                  </a:lnTo>
                  <a:lnTo>
                    <a:pt x="2108177" y="2276897"/>
                  </a:lnTo>
                  <a:lnTo>
                    <a:pt x="2114891" y="2328682"/>
                  </a:lnTo>
                  <a:lnTo>
                    <a:pt x="2121605" y="2322175"/>
                  </a:lnTo>
                  <a:lnTo>
                    <a:pt x="2128319" y="2266034"/>
                  </a:lnTo>
                  <a:lnTo>
                    <a:pt x="2135033" y="2234770"/>
                  </a:lnTo>
                  <a:lnTo>
                    <a:pt x="2141747" y="2227803"/>
                  </a:lnTo>
                  <a:lnTo>
                    <a:pt x="2148461" y="2171281"/>
                  </a:lnTo>
                  <a:lnTo>
                    <a:pt x="2155175" y="2123317"/>
                  </a:lnTo>
                  <a:lnTo>
                    <a:pt x="2161889" y="2111502"/>
                  </a:lnTo>
                  <a:lnTo>
                    <a:pt x="2168602" y="2017851"/>
                  </a:lnTo>
                  <a:lnTo>
                    <a:pt x="2175316" y="1996799"/>
                  </a:lnTo>
                  <a:lnTo>
                    <a:pt x="2182030" y="1892179"/>
                  </a:lnTo>
                  <a:lnTo>
                    <a:pt x="2188744" y="1867436"/>
                  </a:lnTo>
                  <a:lnTo>
                    <a:pt x="2195458" y="1814301"/>
                  </a:lnTo>
                  <a:lnTo>
                    <a:pt x="2202172" y="1846276"/>
                  </a:lnTo>
                  <a:lnTo>
                    <a:pt x="2208886" y="1877918"/>
                  </a:lnTo>
                  <a:lnTo>
                    <a:pt x="2215600" y="1942937"/>
                  </a:lnTo>
                  <a:lnTo>
                    <a:pt x="2222314" y="1913203"/>
                  </a:lnTo>
                  <a:lnTo>
                    <a:pt x="2229028" y="1924218"/>
                  </a:lnTo>
                  <a:lnTo>
                    <a:pt x="2235742" y="1902838"/>
                  </a:lnTo>
                  <a:lnTo>
                    <a:pt x="2242456" y="1923069"/>
                  </a:lnTo>
                  <a:lnTo>
                    <a:pt x="2249170" y="1849865"/>
                  </a:lnTo>
                  <a:lnTo>
                    <a:pt x="2255884" y="1735669"/>
                  </a:lnTo>
                  <a:lnTo>
                    <a:pt x="2262598" y="1723025"/>
                  </a:lnTo>
                  <a:lnTo>
                    <a:pt x="2269312" y="1667187"/>
                  </a:lnTo>
                  <a:lnTo>
                    <a:pt x="2276026" y="1659219"/>
                  </a:lnTo>
                  <a:lnTo>
                    <a:pt x="2282739" y="1677420"/>
                  </a:lnTo>
                  <a:lnTo>
                    <a:pt x="2289453" y="1741601"/>
                  </a:lnTo>
                  <a:lnTo>
                    <a:pt x="2296167" y="1724210"/>
                  </a:lnTo>
                  <a:lnTo>
                    <a:pt x="2302881" y="1682203"/>
                  </a:lnTo>
                  <a:lnTo>
                    <a:pt x="2309595" y="1627332"/>
                  </a:lnTo>
                  <a:lnTo>
                    <a:pt x="2316309" y="1499157"/>
                  </a:lnTo>
                  <a:lnTo>
                    <a:pt x="2323023" y="1411659"/>
                  </a:lnTo>
                  <a:lnTo>
                    <a:pt x="2329737" y="1502361"/>
                  </a:lnTo>
                  <a:lnTo>
                    <a:pt x="2336451" y="1443121"/>
                  </a:lnTo>
                  <a:lnTo>
                    <a:pt x="2343165" y="1515472"/>
                  </a:lnTo>
                  <a:lnTo>
                    <a:pt x="2349879" y="1564045"/>
                  </a:lnTo>
                  <a:lnTo>
                    <a:pt x="2356593" y="1485403"/>
                  </a:lnTo>
                  <a:lnTo>
                    <a:pt x="2363307" y="1485264"/>
                  </a:lnTo>
                  <a:lnTo>
                    <a:pt x="2370021" y="1581732"/>
                  </a:lnTo>
                  <a:lnTo>
                    <a:pt x="2376735" y="1608943"/>
                  </a:lnTo>
                  <a:lnTo>
                    <a:pt x="2383449" y="1536826"/>
                  </a:lnTo>
                  <a:lnTo>
                    <a:pt x="2390163" y="1462371"/>
                  </a:lnTo>
                  <a:lnTo>
                    <a:pt x="2396876" y="1429876"/>
                  </a:lnTo>
                  <a:lnTo>
                    <a:pt x="2403590" y="1399371"/>
                  </a:lnTo>
                  <a:lnTo>
                    <a:pt x="2410304" y="1431872"/>
                  </a:lnTo>
                  <a:lnTo>
                    <a:pt x="2417018" y="1444582"/>
                  </a:lnTo>
                  <a:lnTo>
                    <a:pt x="2423732" y="1441740"/>
                  </a:lnTo>
                  <a:lnTo>
                    <a:pt x="2430446" y="1501727"/>
                  </a:lnTo>
                  <a:lnTo>
                    <a:pt x="2437160" y="1491742"/>
                  </a:lnTo>
                  <a:lnTo>
                    <a:pt x="2443874" y="1470407"/>
                  </a:lnTo>
                  <a:lnTo>
                    <a:pt x="2450588" y="1443650"/>
                  </a:lnTo>
                  <a:lnTo>
                    <a:pt x="2457302" y="1453132"/>
                  </a:lnTo>
                  <a:lnTo>
                    <a:pt x="2464016" y="1354443"/>
                  </a:lnTo>
                  <a:lnTo>
                    <a:pt x="2470730" y="1333748"/>
                  </a:lnTo>
                  <a:lnTo>
                    <a:pt x="2477444" y="1225896"/>
                  </a:lnTo>
                  <a:lnTo>
                    <a:pt x="2484158" y="1238675"/>
                  </a:lnTo>
                  <a:lnTo>
                    <a:pt x="2490872" y="1255272"/>
                  </a:lnTo>
                  <a:lnTo>
                    <a:pt x="2497586" y="1252493"/>
                  </a:lnTo>
                  <a:lnTo>
                    <a:pt x="2504300" y="1164686"/>
                  </a:lnTo>
                  <a:lnTo>
                    <a:pt x="2511013" y="1027590"/>
                  </a:lnTo>
                  <a:lnTo>
                    <a:pt x="2517727" y="985239"/>
                  </a:lnTo>
                  <a:lnTo>
                    <a:pt x="2524441" y="857507"/>
                  </a:lnTo>
                  <a:lnTo>
                    <a:pt x="2531155" y="774256"/>
                  </a:lnTo>
                  <a:lnTo>
                    <a:pt x="2537869" y="662158"/>
                  </a:lnTo>
                  <a:lnTo>
                    <a:pt x="2544583" y="604814"/>
                  </a:lnTo>
                  <a:lnTo>
                    <a:pt x="2551297" y="571484"/>
                  </a:lnTo>
                  <a:lnTo>
                    <a:pt x="2558011" y="545670"/>
                  </a:lnTo>
                  <a:lnTo>
                    <a:pt x="2564725" y="500643"/>
                  </a:lnTo>
                  <a:lnTo>
                    <a:pt x="2571439" y="598404"/>
                  </a:lnTo>
                  <a:lnTo>
                    <a:pt x="2578153" y="578170"/>
                  </a:lnTo>
                  <a:lnTo>
                    <a:pt x="2584867" y="648410"/>
                  </a:lnTo>
                  <a:lnTo>
                    <a:pt x="2591581" y="501883"/>
                  </a:lnTo>
                  <a:lnTo>
                    <a:pt x="2598295" y="487867"/>
                  </a:lnTo>
                  <a:lnTo>
                    <a:pt x="2605009" y="426204"/>
                  </a:lnTo>
                  <a:lnTo>
                    <a:pt x="2611723" y="387549"/>
                  </a:lnTo>
                  <a:lnTo>
                    <a:pt x="2618437" y="419516"/>
                  </a:lnTo>
                  <a:lnTo>
                    <a:pt x="2625150" y="270044"/>
                  </a:lnTo>
                  <a:lnTo>
                    <a:pt x="2631864" y="312415"/>
                  </a:lnTo>
                  <a:lnTo>
                    <a:pt x="2638578" y="577973"/>
                  </a:lnTo>
                  <a:lnTo>
                    <a:pt x="2645292" y="451050"/>
                  </a:lnTo>
                  <a:lnTo>
                    <a:pt x="2652006" y="484591"/>
                  </a:lnTo>
                  <a:lnTo>
                    <a:pt x="2658720" y="482387"/>
                  </a:lnTo>
                  <a:lnTo>
                    <a:pt x="2665434" y="521862"/>
                  </a:lnTo>
                  <a:lnTo>
                    <a:pt x="2672148" y="542453"/>
                  </a:lnTo>
                  <a:lnTo>
                    <a:pt x="2678862" y="514315"/>
                  </a:lnTo>
                  <a:lnTo>
                    <a:pt x="2685576" y="273075"/>
                  </a:lnTo>
                  <a:lnTo>
                    <a:pt x="2692290" y="305213"/>
                  </a:lnTo>
                  <a:lnTo>
                    <a:pt x="2699004" y="304827"/>
                  </a:lnTo>
                  <a:lnTo>
                    <a:pt x="2705718" y="360751"/>
                  </a:lnTo>
                  <a:lnTo>
                    <a:pt x="2712432" y="261977"/>
                  </a:lnTo>
                  <a:lnTo>
                    <a:pt x="2719146" y="305697"/>
                  </a:lnTo>
                  <a:lnTo>
                    <a:pt x="2725860" y="349005"/>
                  </a:lnTo>
                  <a:lnTo>
                    <a:pt x="2732574" y="352736"/>
                  </a:lnTo>
                  <a:lnTo>
                    <a:pt x="2739287" y="344389"/>
                  </a:lnTo>
                  <a:lnTo>
                    <a:pt x="2746001" y="416593"/>
                  </a:lnTo>
                  <a:lnTo>
                    <a:pt x="2752715" y="377744"/>
                  </a:lnTo>
                  <a:lnTo>
                    <a:pt x="2759429" y="364072"/>
                  </a:lnTo>
                  <a:lnTo>
                    <a:pt x="2766143" y="330402"/>
                  </a:lnTo>
                  <a:lnTo>
                    <a:pt x="2772857" y="335272"/>
                  </a:lnTo>
                  <a:lnTo>
                    <a:pt x="2779571" y="317851"/>
                  </a:lnTo>
                  <a:lnTo>
                    <a:pt x="2786285" y="285142"/>
                  </a:lnTo>
                  <a:lnTo>
                    <a:pt x="2792999" y="168270"/>
                  </a:lnTo>
                  <a:lnTo>
                    <a:pt x="2799713" y="220504"/>
                  </a:lnTo>
                  <a:lnTo>
                    <a:pt x="2806427" y="344575"/>
                  </a:lnTo>
                  <a:lnTo>
                    <a:pt x="2813141" y="597023"/>
                  </a:lnTo>
                  <a:lnTo>
                    <a:pt x="2819855" y="598678"/>
                  </a:lnTo>
                  <a:lnTo>
                    <a:pt x="2826569" y="712763"/>
                  </a:lnTo>
                  <a:lnTo>
                    <a:pt x="2833283" y="636097"/>
                  </a:lnTo>
                  <a:lnTo>
                    <a:pt x="2839997" y="504934"/>
                  </a:lnTo>
                  <a:lnTo>
                    <a:pt x="2846711" y="481593"/>
                  </a:lnTo>
                  <a:lnTo>
                    <a:pt x="2853424" y="351916"/>
                  </a:lnTo>
                  <a:lnTo>
                    <a:pt x="2860138" y="685568"/>
                  </a:lnTo>
                  <a:lnTo>
                    <a:pt x="2866852" y="724278"/>
                  </a:lnTo>
                  <a:lnTo>
                    <a:pt x="2873566" y="770147"/>
                  </a:lnTo>
                  <a:lnTo>
                    <a:pt x="2880280" y="712828"/>
                  </a:lnTo>
                  <a:lnTo>
                    <a:pt x="2886994" y="845546"/>
                  </a:lnTo>
                  <a:lnTo>
                    <a:pt x="2893708" y="905222"/>
                  </a:lnTo>
                  <a:lnTo>
                    <a:pt x="2900422" y="798019"/>
                  </a:lnTo>
                  <a:lnTo>
                    <a:pt x="2907136" y="725830"/>
                  </a:lnTo>
                  <a:lnTo>
                    <a:pt x="2913850" y="702436"/>
                  </a:lnTo>
                  <a:lnTo>
                    <a:pt x="2920564" y="685244"/>
                  </a:lnTo>
                  <a:lnTo>
                    <a:pt x="2927278" y="718608"/>
                  </a:lnTo>
                  <a:lnTo>
                    <a:pt x="2933992" y="685780"/>
                  </a:lnTo>
                  <a:lnTo>
                    <a:pt x="2940706" y="666891"/>
                  </a:lnTo>
                  <a:lnTo>
                    <a:pt x="2947420" y="556613"/>
                  </a:lnTo>
                  <a:lnTo>
                    <a:pt x="2954134" y="397361"/>
                  </a:lnTo>
                  <a:lnTo>
                    <a:pt x="2960848" y="390489"/>
                  </a:lnTo>
                  <a:lnTo>
                    <a:pt x="2967561" y="278220"/>
                  </a:lnTo>
                  <a:lnTo>
                    <a:pt x="2974275" y="406140"/>
                  </a:lnTo>
                  <a:lnTo>
                    <a:pt x="2980989" y="357277"/>
                  </a:lnTo>
                  <a:lnTo>
                    <a:pt x="2987703" y="428276"/>
                  </a:lnTo>
                  <a:lnTo>
                    <a:pt x="2994417" y="615759"/>
                  </a:lnTo>
                  <a:lnTo>
                    <a:pt x="3001131" y="579324"/>
                  </a:lnTo>
                  <a:lnTo>
                    <a:pt x="3007845" y="533312"/>
                  </a:lnTo>
                  <a:lnTo>
                    <a:pt x="3014559" y="549737"/>
                  </a:lnTo>
                  <a:lnTo>
                    <a:pt x="3021273" y="470137"/>
                  </a:lnTo>
                  <a:lnTo>
                    <a:pt x="3027987" y="532169"/>
                  </a:lnTo>
                  <a:lnTo>
                    <a:pt x="3034701" y="407637"/>
                  </a:lnTo>
                  <a:lnTo>
                    <a:pt x="3041415" y="396097"/>
                  </a:lnTo>
                  <a:lnTo>
                    <a:pt x="3048129" y="404913"/>
                  </a:lnTo>
                  <a:lnTo>
                    <a:pt x="3054843" y="386769"/>
                  </a:lnTo>
                  <a:lnTo>
                    <a:pt x="3061557" y="342962"/>
                  </a:lnTo>
                  <a:lnTo>
                    <a:pt x="3068271" y="346714"/>
                  </a:lnTo>
                  <a:lnTo>
                    <a:pt x="3074985" y="341640"/>
                  </a:lnTo>
                  <a:lnTo>
                    <a:pt x="3081698" y="511352"/>
                  </a:lnTo>
                  <a:lnTo>
                    <a:pt x="3088412" y="459672"/>
                  </a:lnTo>
                  <a:lnTo>
                    <a:pt x="3095126" y="547774"/>
                  </a:lnTo>
                  <a:lnTo>
                    <a:pt x="3101840" y="301158"/>
                  </a:lnTo>
                  <a:lnTo>
                    <a:pt x="3108554" y="343416"/>
                  </a:lnTo>
                  <a:lnTo>
                    <a:pt x="3115268" y="387062"/>
                  </a:lnTo>
                  <a:lnTo>
                    <a:pt x="3121982" y="335388"/>
                  </a:lnTo>
                  <a:lnTo>
                    <a:pt x="3128696" y="441540"/>
                  </a:lnTo>
                  <a:lnTo>
                    <a:pt x="3135410" y="314720"/>
                  </a:lnTo>
                  <a:lnTo>
                    <a:pt x="3142124" y="171848"/>
                  </a:lnTo>
                  <a:lnTo>
                    <a:pt x="3148838" y="160802"/>
                  </a:lnTo>
                  <a:lnTo>
                    <a:pt x="3155552" y="97270"/>
                  </a:lnTo>
                  <a:lnTo>
                    <a:pt x="3162266" y="145675"/>
                  </a:lnTo>
                  <a:lnTo>
                    <a:pt x="3168980" y="214152"/>
                  </a:lnTo>
                  <a:lnTo>
                    <a:pt x="3175694" y="225677"/>
                  </a:lnTo>
                  <a:lnTo>
                    <a:pt x="3182408" y="226452"/>
                  </a:lnTo>
                  <a:lnTo>
                    <a:pt x="3189122" y="272210"/>
                  </a:lnTo>
                  <a:lnTo>
                    <a:pt x="3195835" y="279009"/>
                  </a:lnTo>
                  <a:lnTo>
                    <a:pt x="3202549" y="274088"/>
                  </a:lnTo>
                  <a:lnTo>
                    <a:pt x="3209263" y="307126"/>
                  </a:lnTo>
                  <a:lnTo>
                    <a:pt x="3215977" y="252285"/>
                  </a:lnTo>
                  <a:lnTo>
                    <a:pt x="3222691" y="354743"/>
                  </a:lnTo>
                  <a:lnTo>
                    <a:pt x="3229405" y="341736"/>
                  </a:lnTo>
                  <a:lnTo>
                    <a:pt x="3236119" y="336021"/>
                  </a:lnTo>
                  <a:lnTo>
                    <a:pt x="3242833" y="314323"/>
                  </a:lnTo>
                  <a:lnTo>
                    <a:pt x="3249547" y="314068"/>
                  </a:lnTo>
                  <a:lnTo>
                    <a:pt x="3256261" y="335216"/>
                  </a:lnTo>
                  <a:lnTo>
                    <a:pt x="3262975" y="354932"/>
                  </a:lnTo>
                  <a:lnTo>
                    <a:pt x="3269689" y="272616"/>
                  </a:lnTo>
                  <a:lnTo>
                    <a:pt x="3276403" y="195621"/>
                  </a:lnTo>
                  <a:lnTo>
                    <a:pt x="3283117" y="141733"/>
                  </a:lnTo>
                  <a:lnTo>
                    <a:pt x="3289831" y="68943"/>
                  </a:lnTo>
                  <a:lnTo>
                    <a:pt x="3296545" y="43452"/>
                  </a:lnTo>
                  <a:lnTo>
                    <a:pt x="3303259" y="82745"/>
                  </a:lnTo>
                  <a:lnTo>
                    <a:pt x="3309972" y="88408"/>
                  </a:lnTo>
                  <a:lnTo>
                    <a:pt x="3316686" y="111188"/>
                  </a:lnTo>
                  <a:lnTo>
                    <a:pt x="3323400" y="183580"/>
                  </a:lnTo>
                  <a:lnTo>
                    <a:pt x="3330114" y="199444"/>
                  </a:lnTo>
                  <a:lnTo>
                    <a:pt x="3336828" y="271851"/>
                  </a:lnTo>
                  <a:lnTo>
                    <a:pt x="3343542" y="345838"/>
                  </a:lnTo>
                  <a:lnTo>
                    <a:pt x="3350256" y="261012"/>
                  </a:lnTo>
                  <a:lnTo>
                    <a:pt x="3356970" y="173606"/>
                  </a:lnTo>
                  <a:lnTo>
                    <a:pt x="3363684" y="83235"/>
                  </a:lnTo>
                  <a:lnTo>
                    <a:pt x="3370398" y="0"/>
                  </a:lnTo>
                  <a:lnTo>
                    <a:pt x="3377112" y="47651"/>
                  </a:lnTo>
                  <a:lnTo>
                    <a:pt x="3383826" y="41392"/>
                  </a:lnTo>
                  <a:lnTo>
                    <a:pt x="3390540" y="60722"/>
                  </a:lnTo>
                  <a:lnTo>
                    <a:pt x="3397254" y="80510"/>
                  </a:lnTo>
                  <a:lnTo>
                    <a:pt x="3403968" y="76163"/>
                  </a:lnTo>
                  <a:lnTo>
                    <a:pt x="3410682" y="27196"/>
                  </a:lnTo>
                  <a:lnTo>
                    <a:pt x="3417396" y="105790"/>
                  </a:lnTo>
                  <a:lnTo>
                    <a:pt x="3424109" y="91661"/>
                  </a:lnTo>
                  <a:lnTo>
                    <a:pt x="3430823" y="91861"/>
                  </a:lnTo>
                  <a:lnTo>
                    <a:pt x="3437537" y="56595"/>
                  </a:lnTo>
                  <a:lnTo>
                    <a:pt x="3444251" y="162640"/>
                  </a:lnTo>
                  <a:lnTo>
                    <a:pt x="3450965" y="152093"/>
                  </a:lnTo>
                  <a:lnTo>
                    <a:pt x="3457679" y="288606"/>
                  </a:lnTo>
                  <a:lnTo>
                    <a:pt x="3464393" y="338789"/>
                  </a:lnTo>
                  <a:lnTo>
                    <a:pt x="3471107" y="472486"/>
                  </a:lnTo>
                  <a:lnTo>
                    <a:pt x="3477821" y="551519"/>
                  </a:lnTo>
                  <a:lnTo>
                    <a:pt x="3484535" y="546817"/>
                  </a:lnTo>
                  <a:lnTo>
                    <a:pt x="3491249" y="553825"/>
                  </a:lnTo>
                  <a:lnTo>
                    <a:pt x="3497963" y="597607"/>
                  </a:lnTo>
                  <a:lnTo>
                    <a:pt x="3504677" y="598817"/>
                  </a:lnTo>
                  <a:lnTo>
                    <a:pt x="3511391" y="554826"/>
                  </a:lnTo>
                  <a:lnTo>
                    <a:pt x="3518105" y="467984"/>
                  </a:lnTo>
                  <a:lnTo>
                    <a:pt x="3524819" y="426935"/>
                  </a:lnTo>
                  <a:lnTo>
                    <a:pt x="3531533" y="374176"/>
                  </a:lnTo>
                  <a:lnTo>
                    <a:pt x="3538246" y="342697"/>
                  </a:lnTo>
                  <a:lnTo>
                    <a:pt x="3544960" y="221899"/>
                  </a:lnTo>
                  <a:lnTo>
                    <a:pt x="3551674" y="263827"/>
                  </a:lnTo>
                  <a:lnTo>
                    <a:pt x="3558388" y="309461"/>
                  </a:lnTo>
                  <a:lnTo>
                    <a:pt x="3565102" y="375192"/>
                  </a:lnTo>
                  <a:lnTo>
                    <a:pt x="3571816" y="409171"/>
                  </a:lnTo>
                  <a:lnTo>
                    <a:pt x="3578530" y="532231"/>
                  </a:lnTo>
                  <a:lnTo>
                    <a:pt x="3585244" y="629307"/>
                  </a:lnTo>
                  <a:lnTo>
                    <a:pt x="3591958" y="640694"/>
                  </a:lnTo>
                  <a:lnTo>
                    <a:pt x="3598672" y="707716"/>
                  </a:lnTo>
                  <a:lnTo>
                    <a:pt x="3605386" y="739668"/>
                  </a:lnTo>
                  <a:lnTo>
                    <a:pt x="3612100" y="746551"/>
                  </a:lnTo>
                  <a:lnTo>
                    <a:pt x="3618814" y="711073"/>
                  </a:lnTo>
                  <a:lnTo>
                    <a:pt x="3625528" y="603178"/>
                  </a:lnTo>
                  <a:lnTo>
                    <a:pt x="3632242" y="596552"/>
                  </a:lnTo>
                  <a:lnTo>
                    <a:pt x="3638956" y="509691"/>
                  </a:lnTo>
                  <a:lnTo>
                    <a:pt x="3645670" y="470765"/>
                  </a:lnTo>
                  <a:lnTo>
                    <a:pt x="3652383" y="427022"/>
                  </a:lnTo>
                  <a:lnTo>
                    <a:pt x="3659097" y="461242"/>
                  </a:lnTo>
                  <a:lnTo>
                    <a:pt x="3665811" y="499134"/>
                  </a:lnTo>
                  <a:lnTo>
                    <a:pt x="3672525" y="506846"/>
                  </a:lnTo>
                  <a:lnTo>
                    <a:pt x="3679239" y="485099"/>
                  </a:lnTo>
                  <a:lnTo>
                    <a:pt x="3685953" y="488571"/>
                  </a:lnTo>
                  <a:lnTo>
                    <a:pt x="3692667" y="464225"/>
                  </a:lnTo>
                  <a:lnTo>
                    <a:pt x="3699381" y="572324"/>
                  </a:lnTo>
                  <a:lnTo>
                    <a:pt x="3706095" y="605034"/>
                  </a:lnTo>
                  <a:lnTo>
                    <a:pt x="3712809" y="514948"/>
                  </a:lnTo>
                  <a:lnTo>
                    <a:pt x="3719523" y="452451"/>
                  </a:lnTo>
                  <a:lnTo>
                    <a:pt x="3726237" y="410854"/>
                  </a:lnTo>
                  <a:lnTo>
                    <a:pt x="3732951" y="102336"/>
                  </a:lnTo>
                  <a:lnTo>
                    <a:pt x="3739665" y="120147"/>
                  </a:lnTo>
                  <a:lnTo>
                    <a:pt x="3746379" y="108055"/>
                  </a:lnTo>
                  <a:lnTo>
                    <a:pt x="3753093" y="82314"/>
                  </a:lnTo>
                  <a:lnTo>
                    <a:pt x="3759807" y="162144"/>
                  </a:lnTo>
                  <a:lnTo>
                    <a:pt x="3766520" y="309382"/>
                  </a:lnTo>
                  <a:lnTo>
                    <a:pt x="3773234" y="257880"/>
                  </a:lnTo>
                  <a:lnTo>
                    <a:pt x="3779948" y="170399"/>
                  </a:lnTo>
                  <a:lnTo>
                    <a:pt x="3786662" y="181040"/>
                  </a:lnTo>
                  <a:lnTo>
                    <a:pt x="3793376" y="235295"/>
                  </a:lnTo>
                  <a:lnTo>
                    <a:pt x="3800090" y="221832"/>
                  </a:lnTo>
                  <a:lnTo>
                    <a:pt x="3806804" y="188315"/>
                  </a:lnTo>
                  <a:lnTo>
                    <a:pt x="3813518" y="149023"/>
                  </a:lnTo>
                  <a:lnTo>
                    <a:pt x="3820232" y="151180"/>
                  </a:lnTo>
                  <a:lnTo>
                    <a:pt x="3826946" y="160194"/>
                  </a:lnTo>
                  <a:lnTo>
                    <a:pt x="3833660" y="183046"/>
                  </a:lnTo>
                  <a:lnTo>
                    <a:pt x="3840374" y="204317"/>
                  </a:lnTo>
                  <a:lnTo>
                    <a:pt x="3847088" y="120111"/>
                  </a:lnTo>
                  <a:lnTo>
                    <a:pt x="3853802" y="104717"/>
                  </a:lnTo>
                  <a:lnTo>
                    <a:pt x="3860516" y="186835"/>
                  </a:lnTo>
                  <a:lnTo>
                    <a:pt x="3867230" y="128295"/>
                  </a:lnTo>
                  <a:lnTo>
                    <a:pt x="3873944" y="225410"/>
                  </a:lnTo>
                  <a:lnTo>
                    <a:pt x="3880657" y="148969"/>
                  </a:lnTo>
                  <a:lnTo>
                    <a:pt x="3887371" y="152780"/>
                  </a:lnTo>
                  <a:lnTo>
                    <a:pt x="3894085" y="223691"/>
                  </a:lnTo>
                  <a:lnTo>
                    <a:pt x="3900799" y="350930"/>
                  </a:lnTo>
                  <a:lnTo>
                    <a:pt x="3907513" y="432971"/>
                  </a:lnTo>
                  <a:lnTo>
                    <a:pt x="3914227" y="509534"/>
                  </a:lnTo>
                  <a:lnTo>
                    <a:pt x="3920941" y="441437"/>
                  </a:lnTo>
                  <a:lnTo>
                    <a:pt x="3927655" y="327012"/>
                  </a:lnTo>
                  <a:lnTo>
                    <a:pt x="3934369" y="311731"/>
                  </a:lnTo>
                  <a:lnTo>
                    <a:pt x="3941083" y="323523"/>
                  </a:lnTo>
                  <a:lnTo>
                    <a:pt x="3947797" y="278505"/>
                  </a:lnTo>
                  <a:lnTo>
                    <a:pt x="3954511" y="323790"/>
                  </a:lnTo>
                  <a:lnTo>
                    <a:pt x="3961225" y="313473"/>
                  </a:lnTo>
                  <a:lnTo>
                    <a:pt x="3967939" y="318240"/>
                  </a:lnTo>
                  <a:lnTo>
                    <a:pt x="3974653" y="386562"/>
                  </a:lnTo>
                  <a:lnTo>
                    <a:pt x="3981367" y="391380"/>
                  </a:lnTo>
                  <a:lnTo>
                    <a:pt x="3988081" y="438623"/>
                  </a:lnTo>
                  <a:lnTo>
                    <a:pt x="3994794" y="472932"/>
                  </a:lnTo>
                  <a:lnTo>
                    <a:pt x="4001508" y="499738"/>
                  </a:lnTo>
                  <a:lnTo>
                    <a:pt x="4008222" y="602787"/>
                  </a:lnTo>
                  <a:lnTo>
                    <a:pt x="4014936" y="633208"/>
                  </a:lnTo>
                  <a:lnTo>
                    <a:pt x="4021650" y="600775"/>
                  </a:lnTo>
                  <a:lnTo>
                    <a:pt x="4028364" y="636924"/>
                  </a:lnTo>
                  <a:lnTo>
                    <a:pt x="4035078" y="596867"/>
                  </a:lnTo>
                  <a:lnTo>
                    <a:pt x="4041792" y="488872"/>
                  </a:lnTo>
                  <a:lnTo>
                    <a:pt x="4048506" y="453345"/>
                  </a:lnTo>
                  <a:lnTo>
                    <a:pt x="4055220" y="398044"/>
                  </a:lnTo>
                  <a:lnTo>
                    <a:pt x="4061934" y="395156"/>
                  </a:lnTo>
                  <a:lnTo>
                    <a:pt x="4068648" y="317844"/>
                  </a:lnTo>
                  <a:lnTo>
                    <a:pt x="4075362" y="264788"/>
                  </a:lnTo>
                  <a:lnTo>
                    <a:pt x="4082076" y="344659"/>
                  </a:lnTo>
                  <a:lnTo>
                    <a:pt x="4088790" y="357437"/>
                  </a:lnTo>
                  <a:lnTo>
                    <a:pt x="4095504" y="316989"/>
                  </a:lnTo>
                  <a:lnTo>
                    <a:pt x="4102218" y="426803"/>
                  </a:lnTo>
                  <a:lnTo>
                    <a:pt x="4108931" y="412878"/>
                  </a:lnTo>
                  <a:lnTo>
                    <a:pt x="4115645" y="389163"/>
                  </a:lnTo>
                  <a:lnTo>
                    <a:pt x="4122359" y="460924"/>
                  </a:lnTo>
                  <a:lnTo>
                    <a:pt x="4129073" y="584005"/>
                  </a:lnTo>
                  <a:lnTo>
                    <a:pt x="4135787" y="716616"/>
                  </a:lnTo>
                  <a:lnTo>
                    <a:pt x="4142501" y="801855"/>
                  </a:lnTo>
                  <a:lnTo>
                    <a:pt x="4149215" y="735812"/>
                  </a:lnTo>
                  <a:lnTo>
                    <a:pt x="4155929" y="562450"/>
                  </a:lnTo>
                  <a:lnTo>
                    <a:pt x="4162643" y="565685"/>
                  </a:lnTo>
                  <a:lnTo>
                    <a:pt x="4169357" y="592780"/>
                  </a:lnTo>
                  <a:lnTo>
                    <a:pt x="4176071" y="510817"/>
                  </a:lnTo>
                  <a:lnTo>
                    <a:pt x="4182785" y="457901"/>
                  </a:lnTo>
                  <a:lnTo>
                    <a:pt x="4189499" y="417138"/>
                  </a:lnTo>
                  <a:lnTo>
                    <a:pt x="4196213" y="392170"/>
                  </a:lnTo>
                  <a:lnTo>
                    <a:pt x="4202927" y="404794"/>
                  </a:lnTo>
                  <a:lnTo>
                    <a:pt x="4209641" y="402195"/>
                  </a:lnTo>
                  <a:lnTo>
                    <a:pt x="4216355" y="456781"/>
                  </a:lnTo>
                  <a:lnTo>
                    <a:pt x="4223068" y="533202"/>
                  </a:lnTo>
                  <a:lnTo>
                    <a:pt x="4229782" y="603075"/>
                  </a:lnTo>
                  <a:lnTo>
                    <a:pt x="4236496" y="649457"/>
                  </a:lnTo>
                  <a:lnTo>
                    <a:pt x="4243210" y="738221"/>
                  </a:lnTo>
                  <a:lnTo>
                    <a:pt x="4249924" y="759185"/>
                  </a:lnTo>
                  <a:lnTo>
                    <a:pt x="4256638" y="726602"/>
                  </a:lnTo>
                  <a:lnTo>
                    <a:pt x="4263352" y="660133"/>
                  </a:lnTo>
                  <a:lnTo>
                    <a:pt x="4270066" y="648194"/>
                  </a:lnTo>
                  <a:lnTo>
                    <a:pt x="4276780" y="697188"/>
                  </a:lnTo>
                  <a:lnTo>
                    <a:pt x="4283494" y="567675"/>
                  </a:lnTo>
                  <a:lnTo>
                    <a:pt x="4290208" y="469647"/>
                  </a:lnTo>
                  <a:lnTo>
                    <a:pt x="4296922" y="474826"/>
                  </a:lnTo>
                  <a:lnTo>
                    <a:pt x="4303636" y="497698"/>
                  </a:lnTo>
                  <a:lnTo>
                    <a:pt x="4310350" y="482718"/>
                  </a:lnTo>
                  <a:lnTo>
                    <a:pt x="4317064" y="475363"/>
                  </a:lnTo>
                  <a:lnTo>
                    <a:pt x="4323778" y="559337"/>
                  </a:lnTo>
                  <a:lnTo>
                    <a:pt x="4330492" y="573354"/>
                  </a:lnTo>
                  <a:lnTo>
                    <a:pt x="4337205" y="496175"/>
                  </a:lnTo>
                  <a:lnTo>
                    <a:pt x="4343919" y="506869"/>
                  </a:lnTo>
                  <a:lnTo>
                    <a:pt x="4350633" y="488842"/>
                  </a:lnTo>
                  <a:lnTo>
                    <a:pt x="4357347" y="564685"/>
                  </a:lnTo>
                  <a:lnTo>
                    <a:pt x="4364061" y="665576"/>
                  </a:lnTo>
                  <a:lnTo>
                    <a:pt x="4370775" y="724895"/>
                  </a:lnTo>
                  <a:lnTo>
                    <a:pt x="4377489" y="729680"/>
                  </a:lnTo>
                  <a:lnTo>
                    <a:pt x="4384203" y="621448"/>
                  </a:lnTo>
                  <a:lnTo>
                    <a:pt x="4390917" y="545524"/>
                  </a:lnTo>
                  <a:lnTo>
                    <a:pt x="4397631" y="503443"/>
                  </a:lnTo>
                  <a:lnTo>
                    <a:pt x="4404345" y="424194"/>
                  </a:lnTo>
                  <a:lnTo>
                    <a:pt x="4411059" y="409282"/>
                  </a:lnTo>
                  <a:lnTo>
                    <a:pt x="4417773" y="387458"/>
                  </a:lnTo>
                  <a:lnTo>
                    <a:pt x="4424487" y="455230"/>
                  </a:lnTo>
                  <a:lnTo>
                    <a:pt x="4431201" y="395529"/>
                  </a:lnTo>
                  <a:lnTo>
                    <a:pt x="4437915" y="371368"/>
                  </a:lnTo>
                  <a:lnTo>
                    <a:pt x="4444629" y="319336"/>
                  </a:lnTo>
                  <a:lnTo>
                    <a:pt x="4451342" y="405860"/>
                  </a:lnTo>
                  <a:lnTo>
                    <a:pt x="4458056" y="332778"/>
                  </a:lnTo>
                  <a:lnTo>
                    <a:pt x="4464770" y="307970"/>
                  </a:lnTo>
                  <a:lnTo>
                    <a:pt x="4471484" y="373497"/>
                  </a:lnTo>
                  <a:lnTo>
                    <a:pt x="4478198" y="327518"/>
                  </a:lnTo>
                  <a:lnTo>
                    <a:pt x="4484912" y="426286"/>
                  </a:lnTo>
                  <a:lnTo>
                    <a:pt x="4491626" y="451921"/>
                  </a:lnTo>
                  <a:lnTo>
                    <a:pt x="4498340" y="456321"/>
                  </a:lnTo>
                  <a:lnTo>
                    <a:pt x="4505054" y="482525"/>
                  </a:lnTo>
                  <a:lnTo>
                    <a:pt x="4511768" y="555788"/>
                  </a:lnTo>
                  <a:lnTo>
                    <a:pt x="4518482" y="594598"/>
                  </a:lnTo>
                  <a:lnTo>
                    <a:pt x="4525196" y="606035"/>
                  </a:lnTo>
                  <a:lnTo>
                    <a:pt x="4531910" y="502270"/>
                  </a:lnTo>
                  <a:lnTo>
                    <a:pt x="4538624" y="555524"/>
                  </a:lnTo>
                  <a:lnTo>
                    <a:pt x="4545338" y="515336"/>
                  </a:lnTo>
                  <a:lnTo>
                    <a:pt x="4552052" y="569994"/>
                  </a:lnTo>
                  <a:lnTo>
                    <a:pt x="4558766" y="616864"/>
                  </a:lnTo>
                  <a:lnTo>
                    <a:pt x="4565479" y="592371"/>
                  </a:lnTo>
                  <a:lnTo>
                    <a:pt x="4572193" y="584247"/>
                  </a:lnTo>
                  <a:lnTo>
                    <a:pt x="4578907" y="624593"/>
                  </a:lnTo>
                  <a:lnTo>
                    <a:pt x="4585621" y="650324"/>
                  </a:lnTo>
                  <a:lnTo>
                    <a:pt x="4592335" y="702496"/>
                  </a:lnTo>
                  <a:lnTo>
                    <a:pt x="4599049" y="682995"/>
                  </a:lnTo>
                  <a:lnTo>
                    <a:pt x="4605763" y="768176"/>
                  </a:lnTo>
                  <a:lnTo>
                    <a:pt x="4612477" y="838126"/>
                  </a:lnTo>
                  <a:lnTo>
                    <a:pt x="4619191" y="829991"/>
                  </a:lnTo>
                  <a:lnTo>
                    <a:pt x="4625905" y="856235"/>
                  </a:lnTo>
                  <a:lnTo>
                    <a:pt x="4632619" y="915414"/>
                  </a:lnTo>
                  <a:lnTo>
                    <a:pt x="4639333" y="981776"/>
                  </a:lnTo>
                  <a:lnTo>
                    <a:pt x="4646047" y="1129143"/>
                  </a:lnTo>
                  <a:lnTo>
                    <a:pt x="4652761" y="1157411"/>
                  </a:lnTo>
                  <a:lnTo>
                    <a:pt x="4659475" y="1321725"/>
                  </a:lnTo>
                  <a:lnTo>
                    <a:pt x="4666189" y="1168087"/>
                  </a:lnTo>
                  <a:lnTo>
                    <a:pt x="4672903" y="1086268"/>
                  </a:lnTo>
                  <a:lnTo>
                    <a:pt x="4679616" y="1023245"/>
                  </a:lnTo>
                  <a:lnTo>
                    <a:pt x="4686330" y="870585"/>
                  </a:lnTo>
                  <a:lnTo>
                    <a:pt x="4693044" y="925981"/>
                  </a:lnTo>
                  <a:lnTo>
                    <a:pt x="4699758" y="1023708"/>
                  </a:lnTo>
                  <a:lnTo>
                    <a:pt x="4706472" y="1095980"/>
                  </a:lnTo>
                  <a:lnTo>
                    <a:pt x="4713186" y="1158547"/>
                  </a:lnTo>
                  <a:lnTo>
                    <a:pt x="4719900" y="1327492"/>
                  </a:lnTo>
                  <a:lnTo>
                    <a:pt x="4726614" y="1252097"/>
                  </a:lnTo>
                  <a:lnTo>
                    <a:pt x="4733328" y="1354527"/>
                  </a:lnTo>
                  <a:lnTo>
                    <a:pt x="4740042" y="1289933"/>
                  </a:lnTo>
                  <a:lnTo>
                    <a:pt x="4746756" y="1243550"/>
                  </a:lnTo>
                  <a:lnTo>
                    <a:pt x="4753470" y="1290091"/>
                  </a:lnTo>
                  <a:lnTo>
                    <a:pt x="4760184" y="1413151"/>
                  </a:lnTo>
                  <a:lnTo>
                    <a:pt x="4766898" y="1436139"/>
                  </a:lnTo>
                  <a:lnTo>
                    <a:pt x="4773612" y="1283489"/>
                  </a:lnTo>
                  <a:lnTo>
                    <a:pt x="4780326" y="1264436"/>
                  </a:lnTo>
                  <a:lnTo>
                    <a:pt x="4787040" y="1200303"/>
                  </a:lnTo>
                  <a:lnTo>
                    <a:pt x="4793753" y="1037115"/>
                  </a:lnTo>
                  <a:lnTo>
                    <a:pt x="4800467" y="1111380"/>
                  </a:lnTo>
                  <a:lnTo>
                    <a:pt x="4807181" y="1162546"/>
                  </a:lnTo>
                  <a:lnTo>
                    <a:pt x="4813895" y="1172346"/>
                  </a:lnTo>
                  <a:lnTo>
                    <a:pt x="4820609" y="1192062"/>
                  </a:lnTo>
                  <a:lnTo>
                    <a:pt x="4827323" y="1283927"/>
                  </a:lnTo>
                  <a:lnTo>
                    <a:pt x="4834037" y="1252692"/>
                  </a:lnTo>
                  <a:lnTo>
                    <a:pt x="4840751" y="1170961"/>
                  </a:lnTo>
                  <a:lnTo>
                    <a:pt x="4847465" y="1145157"/>
                  </a:lnTo>
                  <a:lnTo>
                    <a:pt x="4854179" y="1099072"/>
                  </a:lnTo>
                  <a:lnTo>
                    <a:pt x="4860893" y="940628"/>
                  </a:lnTo>
                  <a:lnTo>
                    <a:pt x="4867607" y="930477"/>
                  </a:lnTo>
                  <a:lnTo>
                    <a:pt x="4874321" y="968371"/>
                  </a:lnTo>
                  <a:lnTo>
                    <a:pt x="4881035" y="962015"/>
                  </a:lnTo>
                  <a:lnTo>
                    <a:pt x="4887749" y="1017288"/>
                  </a:lnTo>
                  <a:lnTo>
                    <a:pt x="4894463" y="977968"/>
                  </a:lnTo>
                  <a:lnTo>
                    <a:pt x="4901177" y="983535"/>
                  </a:lnTo>
                  <a:lnTo>
                    <a:pt x="4907890" y="1024845"/>
                  </a:lnTo>
                  <a:lnTo>
                    <a:pt x="4914604" y="1001722"/>
                  </a:lnTo>
                  <a:lnTo>
                    <a:pt x="4921318" y="1045400"/>
                  </a:lnTo>
                  <a:lnTo>
                    <a:pt x="4928032" y="930466"/>
                  </a:lnTo>
                  <a:lnTo>
                    <a:pt x="4934746" y="892932"/>
                  </a:lnTo>
                  <a:lnTo>
                    <a:pt x="4941460" y="816813"/>
                  </a:lnTo>
                  <a:lnTo>
                    <a:pt x="4948174" y="876694"/>
                  </a:lnTo>
                  <a:lnTo>
                    <a:pt x="4954888" y="883469"/>
                  </a:lnTo>
                  <a:lnTo>
                    <a:pt x="4961602" y="792273"/>
                  </a:lnTo>
                  <a:lnTo>
                    <a:pt x="4968316" y="893469"/>
                  </a:lnTo>
                  <a:lnTo>
                    <a:pt x="4975030" y="849916"/>
                  </a:lnTo>
                  <a:lnTo>
                    <a:pt x="4981744" y="892056"/>
                  </a:lnTo>
                  <a:lnTo>
                    <a:pt x="4988458" y="858403"/>
                  </a:lnTo>
                  <a:lnTo>
                    <a:pt x="4995172" y="952524"/>
                  </a:lnTo>
                  <a:lnTo>
                    <a:pt x="5001886" y="929226"/>
                  </a:lnTo>
                  <a:lnTo>
                    <a:pt x="5008600" y="933958"/>
                  </a:lnTo>
                  <a:lnTo>
                    <a:pt x="5015314" y="870356"/>
                  </a:lnTo>
                  <a:lnTo>
                    <a:pt x="5022027" y="850041"/>
                  </a:lnTo>
                  <a:lnTo>
                    <a:pt x="5028741" y="815424"/>
                  </a:lnTo>
                  <a:lnTo>
                    <a:pt x="5035455" y="803695"/>
                  </a:lnTo>
                  <a:lnTo>
                    <a:pt x="5042169" y="812218"/>
                  </a:lnTo>
                  <a:lnTo>
                    <a:pt x="5048883" y="812520"/>
                  </a:lnTo>
                  <a:lnTo>
                    <a:pt x="5055597" y="837364"/>
                  </a:lnTo>
                  <a:lnTo>
                    <a:pt x="5062311" y="910548"/>
                  </a:lnTo>
                  <a:lnTo>
                    <a:pt x="5069025" y="901827"/>
                  </a:lnTo>
                  <a:lnTo>
                    <a:pt x="5075739" y="954804"/>
                  </a:lnTo>
                  <a:lnTo>
                    <a:pt x="5082453" y="1004578"/>
                  </a:lnTo>
                  <a:lnTo>
                    <a:pt x="5089167" y="1055268"/>
                  </a:lnTo>
                  <a:lnTo>
                    <a:pt x="5095881" y="999432"/>
                  </a:lnTo>
                  <a:lnTo>
                    <a:pt x="5102595" y="1017047"/>
                  </a:lnTo>
                  <a:lnTo>
                    <a:pt x="5109309" y="1000969"/>
                  </a:lnTo>
                  <a:lnTo>
                    <a:pt x="5116023" y="943168"/>
                  </a:lnTo>
                  <a:lnTo>
                    <a:pt x="5122737" y="908615"/>
                  </a:lnTo>
                  <a:lnTo>
                    <a:pt x="5129451" y="950703"/>
                  </a:lnTo>
                  <a:lnTo>
                    <a:pt x="5136164" y="877313"/>
                  </a:lnTo>
                  <a:lnTo>
                    <a:pt x="5142878" y="897183"/>
                  </a:lnTo>
                  <a:lnTo>
                    <a:pt x="5149592" y="884626"/>
                  </a:lnTo>
                  <a:lnTo>
                    <a:pt x="5156306" y="880668"/>
                  </a:lnTo>
                  <a:lnTo>
                    <a:pt x="5163020" y="935225"/>
                  </a:lnTo>
                  <a:lnTo>
                    <a:pt x="5169734" y="909619"/>
                  </a:lnTo>
                  <a:lnTo>
                    <a:pt x="5176448" y="891815"/>
                  </a:lnTo>
                  <a:lnTo>
                    <a:pt x="5183162" y="825087"/>
                  </a:lnTo>
                  <a:lnTo>
                    <a:pt x="5189876" y="801640"/>
                  </a:lnTo>
                  <a:lnTo>
                    <a:pt x="5196590" y="809544"/>
                  </a:lnTo>
                  <a:lnTo>
                    <a:pt x="5203304" y="817815"/>
                  </a:lnTo>
                  <a:lnTo>
                    <a:pt x="5210018" y="882189"/>
                  </a:lnTo>
                  <a:lnTo>
                    <a:pt x="5216732" y="910482"/>
                  </a:lnTo>
                  <a:lnTo>
                    <a:pt x="5223446" y="903012"/>
                  </a:lnTo>
                  <a:lnTo>
                    <a:pt x="5230160" y="869474"/>
                  </a:lnTo>
                  <a:lnTo>
                    <a:pt x="5236874" y="874338"/>
                  </a:lnTo>
                  <a:lnTo>
                    <a:pt x="5243588" y="895612"/>
                  </a:lnTo>
                  <a:lnTo>
                    <a:pt x="5250301" y="946792"/>
                  </a:lnTo>
                  <a:lnTo>
                    <a:pt x="5257015" y="897468"/>
                  </a:lnTo>
                  <a:lnTo>
                    <a:pt x="5263729" y="882298"/>
                  </a:lnTo>
                  <a:lnTo>
                    <a:pt x="5270443" y="859542"/>
                  </a:lnTo>
                  <a:lnTo>
                    <a:pt x="5277157" y="830338"/>
                  </a:lnTo>
                  <a:lnTo>
                    <a:pt x="5283871" y="891234"/>
                  </a:lnTo>
                  <a:lnTo>
                    <a:pt x="5290585" y="826880"/>
                  </a:lnTo>
                  <a:lnTo>
                    <a:pt x="5297299" y="845676"/>
                  </a:lnTo>
                  <a:lnTo>
                    <a:pt x="5304013" y="894220"/>
                  </a:lnTo>
                  <a:lnTo>
                    <a:pt x="5310727" y="960047"/>
                  </a:lnTo>
                  <a:lnTo>
                    <a:pt x="5317441" y="1008683"/>
                  </a:lnTo>
                  <a:lnTo>
                    <a:pt x="5324155" y="986610"/>
                  </a:lnTo>
                  <a:lnTo>
                    <a:pt x="5330869" y="967894"/>
                  </a:lnTo>
                  <a:lnTo>
                    <a:pt x="5337583" y="906702"/>
                  </a:lnTo>
                  <a:lnTo>
                    <a:pt x="5344297" y="913438"/>
                  </a:lnTo>
                  <a:lnTo>
                    <a:pt x="5351011" y="926811"/>
                  </a:lnTo>
                  <a:lnTo>
                    <a:pt x="5357725" y="936732"/>
                  </a:lnTo>
                  <a:lnTo>
                    <a:pt x="5364438" y="861888"/>
                  </a:lnTo>
                  <a:lnTo>
                    <a:pt x="5371152" y="845060"/>
                  </a:lnTo>
                  <a:lnTo>
                    <a:pt x="5377866" y="805548"/>
                  </a:lnTo>
                  <a:lnTo>
                    <a:pt x="5384580" y="814733"/>
                  </a:lnTo>
                  <a:lnTo>
                    <a:pt x="5391294" y="864440"/>
                  </a:lnTo>
                  <a:lnTo>
                    <a:pt x="5398008" y="918607"/>
                  </a:lnTo>
                  <a:lnTo>
                    <a:pt x="5404722" y="937213"/>
                  </a:lnTo>
                  <a:lnTo>
                    <a:pt x="5411436" y="891981"/>
                  </a:lnTo>
                  <a:lnTo>
                    <a:pt x="5418150" y="898335"/>
                  </a:lnTo>
                  <a:lnTo>
                    <a:pt x="5424864" y="938464"/>
                  </a:lnTo>
                  <a:lnTo>
                    <a:pt x="5431578" y="897419"/>
                  </a:lnTo>
                  <a:lnTo>
                    <a:pt x="5438292" y="914567"/>
                  </a:lnTo>
                  <a:lnTo>
                    <a:pt x="5445006" y="907611"/>
                  </a:lnTo>
                  <a:lnTo>
                    <a:pt x="5451720" y="782017"/>
                  </a:lnTo>
                  <a:lnTo>
                    <a:pt x="5458434" y="767596"/>
                  </a:lnTo>
                  <a:lnTo>
                    <a:pt x="5465148" y="729208"/>
                  </a:lnTo>
                  <a:lnTo>
                    <a:pt x="5471862" y="861808"/>
                  </a:lnTo>
                  <a:lnTo>
                    <a:pt x="5478575" y="883354"/>
                  </a:lnTo>
                  <a:lnTo>
                    <a:pt x="5485289" y="941415"/>
                  </a:lnTo>
                  <a:lnTo>
                    <a:pt x="5492003" y="988525"/>
                  </a:lnTo>
                  <a:lnTo>
                    <a:pt x="5498717" y="1018136"/>
                  </a:lnTo>
                  <a:lnTo>
                    <a:pt x="5505431" y="1048633"/>
                  </a:lnTo>
                  <a:lnTo>
                    <a:pt x="5512145" y="1134023"/>
                  </a:lnTo>
                  <a:lnTo>
                    <a:pt x="5518859" y="1100214"/>
                  </a:lnTo>
                  <a:lnTo>
                    <a:pt x="5525573" y="1168538"/>
                  </a:lnTo>
                  <a:lnTo>
                    <a:pt x="5532287" y="1153895"/>
                  </a:lnTo>
                  <a:lnTo>
                    <a:pt x="5539001" y="1107536"/>
                  </a:lnTo>
                  <a:lnTo>
                    <a:pt x="5545715" y="974287"/>
                  </a:lnTo>
                  <a:lnTo>
                    <a:pt x="5552429" y="895389"/>
                  </a:lnTo>
                  <a:lnTo>
                    <a:pt x="5559143" y="765643"/>
                  </a:lnTo>
                  <a:lnTo>
                    <a:pt x="5565857" y="668495"/>
                  </a:lnTo>
                  <a:lnTo>
                    <a:pt x="5572571" y="796000"/>
                  </a:lnTo>
                  <a:lnTo>
                    <a:pt x="5579285" y="812628"/>
                  </a:lnTo>
                  <a:lnTo>
                    <a:pt x="5585999" y="792057"/>
                  </a:lnTo>
                  <a:lnTo>
                    <a:pt x="5592712" y="852846"/>
                  </a:lnTo>
                  <a:lnTo>
                    <a:pt x="5599426" y="589213"/>
                  </a:lnTo>
                  <a:lnTo>
                    <a:pt x="5606140" y="657000"/>
                  </a:lnTo>
                  <a:lnTo>
                    <a:pt x="5612854" y="584566"/>
                  </a:lnTo>
                  <a:lnTo>
                    <a:pt x="5619568" y="672844"/>
                  </a:lnTo>
                  <a:lnTo>
                    <a:pt x="5626282" y="738142"/>
                  </a:lnTo>
                  <a:lnTo>
                    <a:pt x="5632996" y="672083"/>
                  </a:lnTo>
                  <a:lnTo>
                    <a:pt x="5639710" y="702665"/>
                  </a:lnTo>
                  <a:lnTo>
                    <a:pt x="5646424" y="668569"/>
                  </a:lnTo>
                  <a:lnTo>
                    <a:pt x="5653138" y="726507"/>
                  </a:lnTo>
                  <a:lnTo>
                    <a:pt x="5659852" y="693057"/>
                  </a:lnTo>
                  <a:lnTo>
                    <a:pt x="5666566" y="702353"/>
                  </a:lnTo>
                  <a:lnTo>
                    <a:pt x="5673280" y="734844"/>
                  </a:lnTo>
                  <a:lnTo>
                    <a:pt x="5679994" y="742016"/>
                  </a:lnTo>
                  <a:lnTo>
                    <a:pt x="5686708" y="830009"/>
                  </a:lnTo>
                  <a:lnTo>
                    <a:pt x="5693422" y="818619"/>
                  </a:lnTo>
                  <a:lnTo>
                    <a:pt x="5700136" y="875897"/>
                  </a:lnTo>
                  <a:lnTo>
                    <a:pt x="5706849" y="915056"/>
                  </a:lnTo>
                  <a:lnTo>
                    <a:pt x="5713563" y="885243"/>
                  </a:lnTo>
                  <a:lnTo>
                    <a:pt x="5720277" y="916280"/>
                  </a:lnTo>
                  <a:lnTo>
                    <a:pt x="5726991" y="936421"/>
                  </a:lnTo>
                  <a:lnTo>
                    <a:pt x="5733705" y="892971"/>
                  </a:lnTo>
                  <a:lnTo>
                    <a:pt x="5740419" y="928795"/>
                  </a:lnTo>
                  <a:lnTo>
                    <a:pt x="5747133" y="974528"/>
                  </a:lnTo>
                  <a:lnTo>
                    <a:pt x="5753847" y="952815"/>
                  </a:lnTo>
                  <a:lnTo>
                    <a:pt x="5760561" y="914727"/>
                  </a:lnTo>
                  <a:lnTo>
                    <a:pt x="5767275" y="811320"/>
                  </a:lnTo>
                  <a:lnTo>
                    <a:pt x="5773989" y="860937"/>
                  </a:lnTo>
                  <a:lnTo>
                    <a:pt x="5780703" y="873782"/>
                  </a:lnTo>
                  <a:lnTo>
                    <a:pt x="5787417" y="815121"/>
                  </a:lnTo>
                  <a:lnTo>
                    <a:pt x="5794131" y="852262"/>
                  </a:lnTo>
                  <a:lnTo>
                    <a:pt x="5800845" y="779055"/>
                  </a:lnTo>
                  <a:lnTo>
                    <a:pt x="5807559" y="866656"/>
                  </a:lnTo>
                  <a:lnTo>
                    <a:pt x="5814272" y="1100233"/>
                  </a:lnTo>
                  <a:lnTo>
                    <a:pt x="5820986" y="1094298"/>
                  </a:lnTo>
                  <a:lnTo>
                    <a:pt x="5827700" y="1152036"/>
                  </a:lnTo>
                  <a:lnTo>
                    <a:pt x="5834414" y="1004988"/>
                  </a:lnTo>
                  <a:lnTo>
                    <a:pt x="5841128" y="1018874"/>
                  </a:lnTo>
                  <a:lnTo>
                    <a:pt x="5847842" y="961547"/>
                  </a:lnTo>
                  <a:lnTo>
                    <a:pt x="5854556" y="919283"/>
                  </a:lnTo>
                  <a:lnTo>
                    <a:pt x="5861270" y="951094"/>
                  </a:lnTo>
                  <a:lnTo>
                    <a:pt x="5867984" y="947215"/>
                  </a:lnTo>
                  <a:lnTo>
                    <a:pt x="5874698" y="1003610"/>
                  </a:lnTo>
                  <a:lnTo>
                    <a:pt x="5881412" y="1004226"/>
                  </a:lnTo>
                  <a:lnTo>
                    <a:pt x="5888126" y="903531"/>
                  </a:lnTo>
                  <a:lnTo>
                    <a:pt x="5894840" y="967728"/>
                  </a:lnTo>
                  <a:lnTo>
                    <a:pt x="5901554" y="901999"/>
                  </a:lnTo>
                  <a:lnTo>
                    <a:pt x="5908268" y="951126"/>
                  </a:lnTo>
                  <a:lnTo>
                    <a:pt x="5914982" y="962362"/>
                  </a:lnTo>
                  <a:lnTo>
                    <a:pt x="5921696" y="1053754"/>
                  </a:lnTo>
                  <a:lnTo>
                    <a:pt x="5928409" y="1026229"/>
                  </a:lnTo>
                  <a:lnTo>
                    <a:pt x="5935123" y="1047409"/>
                  </a:lnTo>
                  <a:lnTo>
                    <a:pt x="5941837" y="1036232"/>
                  </a:lnTo>
                  <a:lnTo>
                    <a:pt x="5948551" y="1045874"/>
                  </a:lnTo>
                  <a:lnTo>
                    <a:pt x="5955265" y="1076077"/>
                  </a:lnTo>
                  <a:lnTo>
                    <a:pt x="5961979" y="1160903"/>
                  </a:lnTo>
                  <a:lnTo>
                    <a:pt x="5968693" y="1128798"/>
                  </a:lnTo>
                  <a:lnTo>
                    <a:pt x="5975407" y="1158659"/>
                  </a:lnTo>
                  <a:lnTo>
                    <a:pt x="5982121" y="1371919"/>
                  </a:lnTo>
                  <a:lnTo>
                    <a:pt x="5988835" y="1398547"/>
                  </a:lnTo>
                  <a:lnTo>
                    <a:pt x="5995549" y="1391167"/>
                  </a:lnTo>
                  <a:lnTo>
                    <a:pt x="6002263" y="1383906"/>
                  </a:lnTo>
                  <a:lnTo>
                    <a:pt x="6008977" y="1502466"/>
                  </a:lnTo>
                  <a:lnTo>
                    <a:pt x="6015691" y="1401968"/>
                  </a:lnTo>
                  <a:lnTo>
                    <a:pt x="6022405" y="1321331"/>
                  </a:lnTo>
                  <a:lnTo>
                    <a:pt x="6029119" y="1375365"/>
                  </a:lnTo>
                  <a:lnTo>
                    <a:pt x="6035833" y="1428132"/>
                  </a:lnTo>
                  <a:lnTo>
                    <a:pt x="6042546" y="1446142"/>
                  </a:lnTo>
                  <a:lnTo>
                    <a:pt x="6049260" y="1583734"/>
                  </a:lnTo>
                  <a:lnTo>
                    <a:pt x="6055974" y="1513597"/>
                  </a:lnTo>
                  <a:lnTo>
                    <a:pt x="6062688" y="1456750"/>
                  </a:lnTo>
                  <a:lnTo>
                    <a:pt x="6069402" y="1404560"/>
                  </a:lnTo>
                  <a:lnTo>
                    <a:pt x="6076116" y="1397557"/>
                  </a:lnTo>
                  <a:lnTo>
                    <a:pt x="6082830" y="1314818"/>
                  </a:lnTo>
                  <a:lnTo>
                    <a:pt x="6089544" y="1315593"/>
                  </a:lnTo>
                  <a:lnTo>
                    <a:pt x="6096258" y="1346730"/>
                  </a:lnTo>
                  <a:lnTo>
                    <a:pt x="6102972" y="1219141"/>
                  </a:lnTo>
                  <a:lnTo>
                    <a:pt x="6109686" y="1112155"/>
                  </a:lnTo>
                  <a:lnTo>
                    <a:pt x="6116400" y="985230"/>
                  </a:lnTo>
                  <a:lnTo>
                    <a:pt x="6123114" y="1025191"/>
                  </a:lnTo>
                  <a:lnTo>
                    <a:pt x="6129828" y="984949"/>
                  </a:lnTo>
                  <a:lnTo>
                    <a:pt x="6136542" y="1030333"/>
                  </a:lnTo>
                  <a:lnTo>
                    <a:pt x="6143256" y="1109705"/>
                  </a:lnTo>
                  <a:lnTo>
                    <a:pt x="6149970" y="1072245"/>
                  </a:lnTo>
                  <a:lnTo>
                    <a:pt x="6156683" y="1023488"/>
                  </a:lnTo>
                  <a:lnTo>
                    <a:pt x="6163397" y="1057866"/>
                  </a:lnTo>
                  <a:lnTo>
                    <a:pt x="6170111" y="1029187"/>
                  </a:lnTo>
                  <a:lnTo>
                    <a:pt x="6176825" y="1033775"/>
                  </a:lnTo>
                  <a:lnTo>
                    <a:pt x="6183539" y="1096755"/>
                  </a:lnTo>
                  <a:lnTo>
                    <a:pt x="6190253" y="1137161"/>
                  </a:lnTo>
                  <a:lnTo>
                    <a:pt x="6196967" y="1185110"/>
                  </a:lnTo>
                  <a:lnTo>
                    <a:pt x="6203681" y="1219530"/>
                  </a:lnTo>
                  <a:lnTo>
                    <a:pt x="6210395" y="1137515"/>
                  </a:lnTo>
                  <a:lnTo>
                    <a:pt x="6217109" y="1143701"/>
                  </a:lnTo>
                  <a:lnTo>
                    <a:pt x="6223823" y="1116543"/>
                  </a:lnTo>
                  <a:lnTo>
                    <a:pt x="6230537" y="1036376"/>
                  </a:lnTo>
                  <a:lnTo>
                    <a:pt x="6237251" y="1082408"/>
                  </a:lnTo>
                  <a:lnTo>
                    <a:pt x="6243965" y="1127743"/>
                  </a:lnTo>
                  <a:lnTo>
                    <a:pt x="6250679" y="1204770"/>
                  </a:lnTo>
                  <a:lnTo>
                    <a:pt x="6257393" y="1244296"/>
                  </a:lnTo>
                  <a:lnTo>
                    <a:pt x="6264107" y="1258839"/>
                  </a:lnTo>
                  <a:lnTo>
                    <a:pt x="6270820" y="1270804"/>
                  </a:lnTo>
                  <a:lnTo>
                    <a:pt x="6277534" y="1262049"/>
                  </a:lnTo>
                  <a:lnTo>
                    <a:pt x="6284248" y="1297945"/>
                  </a:lnTo>
                  <a:lnTo>
                    <a:pt x="6290962" y="1351606"/>
                  </a:lnTo>
                  <a:lnTo>
                    <a:pt x="6297676" y="1475638"/>
                  </a:lnTo>
                  <a:lnTo>
                    <a:pt x="6304390" y="1648024"/>
                  </a:lnTo>
                  <a:lnTo>
                    <a:pt x="6311104" y="1737448"/>
                  </a:lnTo>
                  <a:lnTo>
                    <a:pt x="6317818" y="1807751"/>
                  </a:lnTo>
                  <a:lnTo>
                    <a:pt x="6324532" y="1877646"/>
                  </a:lnTo>
                  <a:lnTo>
                    <a:pt x="6331246" y="2001719"/>
                  </a:lnTo>
                  <a:lnTo>
                    <a:pt x="6337960" y="2058305"/>
                  </a:lnTo>
                  <a:lnTo>
                    <a:pt x="6344674" y="2048464"/>
                  </a:lnTo>
                  <a:lnTo>
                    <a:pt x="6351388" y="2156823"/>
                  </a:lnTo>
                  <a:lnTo>
                    <a:pt x="6358102" y="2276457"/>
                  </a:lnTo>
                  <a:lnTo>
                    <a:pt x="6364816" y="2263703"/>
                  </a:lnTo>
                  <a:lnTo>
                    <a:pt x="6371530" y="2193755"/>
                  </a:lnTo>
                  <a:lnTo>
                    <a:pt x="6378244" y="2026673"/>
                  </a:lnTo>
                  <a:lnTo>
                    <a:pt x="6384957" y="1938555"/>
                  </a:lnTo>
                  <a:lnTo>
                    <a:pt x="6391671" y="1967381"/>
                  </a:lnTo>
                  <a:lnTo>
                    <a:pt x="6398385" y="1989849"/>
                  </a:lnTo>
                  <a:lnTo>
                    <a:pt x="6405099" y="2124168"/>
                  </a:lnTo>
                  <a:lnTo>
                    <a:pt x="6411813" y="2187168"/>
                  </a:lnTo>
                  <a:lnTo>
                    <a:pt x="6418527" y="2176023"/>
                  </a:lnTo>
                  <a:lnTo>
                    <a:pt x="6425241" y="2241174"/>
                  </a:lnTo>
                  <a:lnTo>
                    <a:pt x="6431955" y="2238740"/>
                  </a:lnTo>
                  <a:lnTo>
                    <a:pt x="6438669" y="2204741"/>
                  </a:lnTo>
                  <a:lnTo>
                    <a:pt x="6445383" y="2203857"/>
                  </a:lnTo>
                  <a:lnTo>
                    <a:pt x="6452097" y="2159650"/>
                  </a:lnTo>
                  <a:lnTo>
                    <a:pt x="6458811" y="2153706"/>
                  </a:lnTo>
                  <a:lnTo>
                    <a:pt x="6465525" y="2180913"/>
                  </a:lnTo>
                  <a:lnTo>
                    <a:pt x="6472239" y="2226413"/>
                  </a:lnTo>
                  <a:lnTo>
                    <a:pt x="6478953" y="2230628"/>
                  </a:lnTo>
                  <a:lnTo>
                    <a:pt x="6485667" y="2263011"/>
                  </a:lnTo>
                  <a:lnTo>
                    <a:pt x="6492381" y="2248142"/>
                  </a:lnTo>
                  <a:lnTo>
                    <a:pt x="6499094" y="2251056"/>
                  </a:lnTo>
                  <a:lnTo>
                    <a:pt x="6505808" y="2260237"/>
                  </a:lnTo>
                  <a:lnTo>
                    <a:pt x="6512522" y="2288976"/>
                  </a:lnTo>
                  <a:lnTo>
                    <a:pt x="6519236" y="2296728"/>
                  </a:lnTo>
                  <a:lnTo>
                    <a:pt x="6525950" y="2331875"/>
                  </a:lnTo>
                  <a:lnTo>
                    <a:pt x="6532664" y="2295727"/>
                  </a:lnTo>
                  <a:lnTo>
                    <a:pt x="6539378" y="2310820"/>
                  </a:lnTo>
                  <a:lnTo>
                    <a:pt x="6546092" y="2352816"/>
                  </a:lnTo>
                  <a:lnTo>
                    <a:pt x="6552806" y="2420575"/>
                  </a:lnTo>
                  <a:lnTo>
                    <a:pt x="6559520" y="2473497"/>
                  </a:lnTo>
                  <a:lnTo>
                    <a:pt x="6566234" y="2513521"/>
                  </a:lnTo>
                  <a:lnTo>
                    <a:pt x="6572948" y="2508306"/>
                  </a:lnTo>
                  <a:lnTo>
                    <a:pt x="6579662" y="2492322"/>
                  </a:lnTo>
                  <a:lnTo>
                    <a:pt x="6586376" y="2485334"/>
                  </a:lnTo>
                  <a:lnTo>
                    <a:pt x="6593090" y="2414405"/>
                  </a:lnTo>
                  <a:lnTo>
                    <a:pt x="6599804" y="2418126"/>
                  </a:lnTo>
                  <a:lnTo>
                    <a:pt x="6606518" y="2420276"/>
                  </a:lnTo>
                  <a:lnTo>
                    <a:pt x="6613231" y="2390598"/>
                  </a:lnTo>
                  <a:lnTo>
                    <a:pt x="6619945" y="2422582"/>
                  </a:lnTo>
                  <a:lnTo>
                    <a:pt x="6626659" y="2394715"/>
                  </a:lnTo>
                  <a:lnTo>
                    <a:pt x="6633373" y="2434671"/>
                  </a:lnTo>
                  <a:lnTo>
                    <a:pt x="6640087" y="2363195"/>
                  </a:lnTo>
                  <a:lnTo>
                    <a:pt x="6646801" y="2301513"/>
                  </a:lnTo>
                  <a:lnTo>
                    <a:pt x="6653515" y="2280903"/>
                  </a:lnTo>
                  <a:lnTo>
                    <a:pt x="6660229" y="2299219"/>
                  </a:lnTo>
                  <a:lnTo>
                    <a:pt x="6666943" y="2397351"/>
                  </a:lnTo>
                  <a:lnTo>
                    <a:pt x="6673657" y="2464806"/>
                  </a:lnTo>
                  <a:lnTo>
                    <a:pt x="6680371" y="2393741"/>
                  </a:lnTo>
                  <a:lnTo>
                    <a:pt x="6687085" y="2423665"/>
                  </a:lnTo>
                  <a:lnTo>
                    <a:pt x="6693799" y="2321555"/>
                  </a:lnTo>
                  <a:lnTo>
                    <a:pt x="6700513" y="2235928"/>
                  </a:lnTo>
                  <a:lnTo>
                    <a:pt x="6707227" y="2279698"/>
                  </a:lnTo>
                  <a:lnTo>
                    <a:pt x="6713941" y="2329743"/>
                  </a:lnTo>
                  <a:lnTo>
                    <a:pt x="6720655" y="2398387"/>
                  </a:lnTo>
                  <a:lnTo>
                    <a:pt x="6727368" y="2398054"/>
                  </a:lnTo>
                  <a:lnTo>
                    <a:pt x="6734082" y="2388113"/>
                  </a:lnTo>
                  <a:lnTo>
                    <a:pt x="6740796" y="2419478"/>
                  </a:lnTo>
                  <a:lnTo>
                    <a:pt x="6747510" y="2388201"/>
                  </a:lnTo>
                  <a:lnTo>
                    <a:pt x="6754224" y="2421513"/>
                  </a:lnTo>
                  <a:lnTo>
                    <a:pt x="6760938" y="2410111"/>
                  </a:lnTo>
                  <a:lnTo>
                    <a:pt x="6767652" y="2428325"/>
                  </a:lnTo>
                  <a:lnTo>
                    <a:pt x="6774366" y="2464192"/>
                  </a:lnTo>
                  <a:lnTo>
                    <a:pt x="6781080" y="2469774"/>
                  </a:lnTo>
                  <a:lnTo>
                    <a:pt x="6787794" y="2459071"/>
                  </a:lnTo>
                  <a:lnTo>
                    <a:pt x="6794508" y="2497481"/>
                  </a:lnTo>
                  <a:lnTo>
                    <a:pt x="6801222" y="2495682"/>
                  </a:lnTo>
                  <a:lnTo>
                    <a:pt x="6807936" y="2490314"/>
                  </a:lnTo>
                  <a:lnTo>
                    <a:pt x="6814650" y="2491923"/>
                  </a:lnTo>
                  <a:lnTo>
                    <a:pt x="6821364" y="2458247"/>
                  </a:lnTo>
                  <a:lnTo>
                    <a:pt x="6828078" y="2433275"/>
                  </a:lnTo>
                  <a:lnTo>
                    <a:pt x="6834792" y="2379236"/>
                  </a:lnTo>
                  <a:lnTo>
                    <a:pt x="6841505" y="2368960"/>
                  </a:lnTo>
                  <a:lnTo>
                    <a:pt x="6848219" y="2412587"/>
                  </a:lnTo>
                  <a:lnTo>
                    <a:pt x="6854933" y="2262820"/>
                  </a:lnTo>
                  <a:lnTo>
                    <a:pt x="6861647" y="2286626"/>
                  </a:lnTo>
                  <a:lnTo>
                    <a:pt x="6868361" y="2105466"/>
                  </a:lnTo>
                  <a:lnTo>
                    <a:pt x="6875075" y="2141512"/>
                  </a:lnTo>
                  <a:lnTo>
                    <a:pt x="6881789" y="2209890"/>
                  </a:lnTo>
                  <a:lnTo>
                    <a:pt x="6888503" y="2283389"/>
                  </a:lnTo>
                  <a:lnTo>
                    <a:pt x="6895217" y="2384944"/>
                  </a:lnTo>
                  <a:lnTo>
                    <a:pt x="6901931" y="2389046"/>
                  </a:lnTo>
                  <a:lnTo>
                    <a:pt x="6908645" y="2424766"/>
                  </a:lnTo>
                  <a:lnTo>
                    <a:pt x="6915359" y="2433830"/>
                  </a:lnTo>
                  <a:lnTo>
                    <a:pt x="6922073" y="2324849"/>
                  </a:lnTo>
                  <a:lnTo>
                    <a:pt x="6928787" y="2404939"/>
                  </a:lnTo>
                  <a:lnTo>
                    <a:pt x="6935501" y="2393215"/>
                  </a:lnTo>
                  <a:lnTo>
                    <a:pt x="6942215" y="2436262"/>
                  </a:lnTo>
                  <a:lnTo>
                    <a:pt x="6948929" y="2485132"/>
                  </a:lnTo>
                  <a:lnTo>
                    <a:pt x="6955642" y="2464556"/>
                  </a:lnTo>
                  <a:lnTo>
                    <a:pt x="6962356" y="2515072"/>
                  </a:lnTo>
                  <a:lnTo>
                    <a:pt x="6969070" y="2458709"/>
                  </a:lnTo>
                  <a:lnTo>
                    <a:pt x="6975784" y="2430991"/>
                  </a:lnTo>
                  <a:lnTo>
                    <a:pt x="6982498" y="2451345"/>
                  </a:lnTo>
                  <a:lnTo>
                    <a:pt x="6989212" y="2438864"/>
                  </a:lnTo>
                  <a:lnTo>
                    <a:pt x="6995926" y="2426513"/>
                  </a:lnTo>
                  <a:lnTo>
                    <a:pt x="7002640" y="2393611"/>
                  </a:lnTo>
                  <a:lnTo>
                    <a:pt x="7009354" y="2339290"/>
                  </a:lnTo>
                  <a:lnTo>
                    <a:pt x="7016068" y="2377042"/>
                  </a:lnTo>
                  <a:lnTo>
                    <a:pt x="7022782" y="2421800"/>
                  </a:lnTo>
                  <a:lnTo>
                    <a:pt x="7029496" y="2410203"/>
                  </a:lnTo>
                  <a:lnTo>
                    <a:pt x="7036210" y="2402395"/>
                  </a:lnTo>
                  <a:lnTo>
                    <a:pt x="7042924" y="2330594"/>
                  </a:lnTo>
                  <a:lnTo>
                    <a:pt x="7049638" y="2437897"/>
                  </a:lnTo>
                  <a:lnTo>
                    <a:pt x="7056352" y="2471925"/>
                  </a:lnTo>
                  <a:lnTo>
                    <a:pt x="7063066" y="2392921"/>
                  </a:lnTo>
                  <a:lnTo>
                    <a:pt x="7069779" y="2443421"/>
                  </a:lnTo>
                  <a:lnTo>
                    <a:pt x="7076493" y="2392669"/>
                  </a:lnTo>
                  <a:lnTo>
                    <a:pt x="7083207" y="2377576"/>
                  </a:lnTo>
                  <a:lnTo>
                    <a:pt x="7089921" y="2438860"/>
                  </a:lnTo>
                  <a:lnTo>
                    <a:pt x="7096635" y="2338318"/>
                  </a:lnTo>
                  <a:lnTo>
                    <a:pt x="7103349" y="2314853"/>
                  </a:lnTo>
                  <a:lnTo>
                    <a:pt x="7110063" y="2283414"/>
                  </a:lnTo>
                  <a:lnTo>
                    <a:pt x="7116777" y="2271744"/>
                  </a:lnTo>
                  <a:lnTo>
                    <a:pt x="7123491" y="2298522"/>
                  </a:lnTo>
                  <a:lnTo>
                    <a:pt x="7130205" y="2289161"/>
                  </a:lnTo>
                  <a:lnTo>
                    <a:pt x="7136919" y="2234076"/>
                  </a:lnTo>
                  <a:lnTo>
                    <a:pt x="7143633" y="2178410"/>
                  </a:lnTo>
                  <a:lnTo>
                    <a:pt x="7150347" y="2194434"/>
                  </a:lnTo>
                  <a:lnTo>
                    <a:pt x="7157061" y="2324652"/>
                  </a:lnTo>
                  <a:lnTo>
                    <a:pt x="7163775" y="2405799"/>
                  </a:lnTo>
                  <a:lnTo>
                    <a:pt x="7170489" y="2402857"/>
                  </a:lnTo>
                  <a:lnTo>
                    <a:pt x="7177203" y="2407324"/>
                  </a:lnTo>
                  <a:lnTo>
                    <a:pt x="7183916" y="2438069"/>
                  </a:lnTo>
                  <a:lnTo>
                    <a:pt x="7190630" y="2462513"/>
                  </a:lnTo>
                  <a:lnTo>
                    <a:pt x="7197344" y="2473335"/>
                  </a:lnTo>
                  <a:lnTo>
                    <a:pt x="7204058" y="2475346"/>
                  </a:lnTo>
                  <a:lnTo>
                    <a:pt x="7210772" y="2452706"/>
                  </a:lnTo>
                  <a:lnTo>
                    <a:pt x="7217486" y="2510689"/>
                  </a:lnTo>
                  <a:lnTo>
                    <a:pt x="7224200" y="2529252"/>
                  </a:lnTo>
                  <a:lnTo>
                    <a:pt x="7230914" y="2504244"/>
                  </a:lnTo>
                  <a:lnTo>
                    <a:pt x="7237628" y="2561305"/>
                  </a:lnTo>
                  <a:lnTo>
                    <a:pt x="7244342" y="2563562"/>
                  </a:lnTo>
                  <a:lnTo>
                    <a:pt x="7251056" y="2559891"/>
                  </a:lnTo>
                  <a:lnTo>
                    <a:pt x="7257770" y="2559704"/>
                  </a:lnTo>
                  <a:lnTo>
                    <a:pt x="7264484" y="2585916"/>
                  </a:lnTo>
                  <a:lnTo>
                    <a:pt x="7271198" y="2577129"/>
                  </a:lnTo>
                  <a:lnTo>
                    <a:pt x="7277912" y="2569328"/>
                  </a:lnTo>
                  <a:lnTo>
                    <a:pt x="7284626" y="2536041"/>
                  </a:lnTo>
                  <a:lnTo>
                    <a:pt x="7291340" y="2566239"/>
                  </a:lnTo>
                  <a:lnTo>
                    <a:pt x="7298053" y="2560442"/>
                  </a:lnTo>
                  <a:lnTo>
                    <a:pt x="7304767" y="2562982"/>
                  </a:lnTo>
                  <a:lnTo>
                    <a:pt x="7311481" y="2551571"/>
                  </a:lnTo>
                  <a:lnTo>
                    <a:pt x="7318195" y="2517460"/>
                  </a:lnTo>
                  <a:lnTo>
                    <a:pt x="7324909" y="2501588"/>
                  </a:lnTo>
                  <a:lnTo>
                    <a:pt x="7331623" y="2493402"/>
                  </a:lnTo>
                  <a:lnTo>
                    <a:pt x="7338337" y="2523679"/>
                  </a:lnTo>
                  <a:lnTo>
                    <a:pt x="7345051" y="2510958"/>
                  </a:lnTo>
                  <a:lnTo>
                    <a:pt x="7351765" y="2481751"/>
                  </a:lnTo>
                  <a:lnTo>
                    <a:pt x="7358479" y="2473199"/>
                  </a:lnTo>
                  <a:lnTo>
                    <a:pt x="7365193" y="2513494"/>
                  </a:lnTo>
                  <a:lnTo>
                    <a:pt x="7371907" y="2554348"/>
                  </a:lnTo>
                  <a:lnTo>
                    <a:pt x="7378621" y="2552219"/>
                  </a:lnTo>
                  <a:lnTo>
                    <a:pt x="7385335" y="2535116"/>
                  </a:lnTo>
                  <a:lnTo>
                    <a:pt x="7392049" y="2537530"/>
                  </a:lnTo>
                  <a:lnTo>
                    <a:pt x="7398763" y="2544635"/>
                  </a:lnTo>
                  <a:lnTo>
                    <a:pt x="7405477" y="2544766"/>
                  </a:lnTo>
                  <a:lnTo>
                    <a:pt x="7412190" y="2516037"/>
                  </a:lnTo>
                  <a:lnTo>
                    <a:pt x="7418904" y="2464476"/>
                  </a:lnTo>
                  <a:lnTo>
                    <a:pt x="7425618" y="2459821"/>
                  </a:lnTo>
                  <a:lnTo>
                    <a:pt x="7432332" y="2509561"/>
                  </a:lnTo>
                  <a:lnTo>
                    <a:pt x="7439046" y="2518356"/>
                  </a:lnTo>
                  <a:lnTo>
                    <a:pt x="7445760" y="2535883"/>
                  </a:lnTo>
                  <a:lnTo>
                    <a:pt x="7452474" y="2567508"/>
                  </a:lnTo>
                  <a:lnTo>
                    <a:pt x="7459188" y="2603014"/>
                  </a:lnTo>
                  <a:lnTo>
                    <a:pt x="7465902" y="2597916"/>
                  </a:lnTo>
                  <a:lnTo>
                    <a:pt x="7472616" y="2598441"/>
                  </a:lnTo>
                  <a:lnTo>
                    <a:pt x="7479330" y="2584661"/>
                  </a:lnTo>
                  <a:lnTo>
                    <a:pt x="7486044" y="2584999"/>
                  </a:lnTo>
                  <a:lnTo>
                    <a:pt x="7492758" y="2575899"/>
                  </a:lnTo>
                  <a:lnTo>
                    <a:pt x="7499472" y="2599073"/>
                  </a:lnTo>
                  <a:lnTo>
                    <a:pt x="7506186" y="2607305"/>
                  </a:lnTo>
                  <a:lnTo>
                    <a:pt x="7512900" y="2611356"/>
                  </a:lnTo>
                  <a:lnTo>
                    <a:pt x="7519614" y="2623203"/>
                  </a:lnTo>
                  <a:lnTo>
                    <a:pt x="7526327" y="2617989"/>
                  </a:lnTo>
                  <a:lnTo>
                    <a:pt x="7533041" y="2637798"/>
                  </a:lnTo>
                  <a:lnTo>
                    <a:pt x="7537596" y="26707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988634" y="6208159"/>
              <a:ext cx="202680" cy="171290"/>
            </a:xfrm>
            <a:custGeom>
              <a:avLst/>
              <a:pathLst>
                <a:path w="202680" h="171290">
                  <a:moveTo>
                    <a:pt x="0" y="171290"/>
                  </a:moveTo>
                  <a:lnTo>
                    <a:pt x="2770" y="160325"/>
                  </a:lnTo>
                  <a:lnTo>
                    <a:pt x="9484" y="137582"/>
                  </a:lnTo>
                  <a:lnTo>
                    <a:pt x="16197" y="121254"/>
                  </a:lnTo>
                  <a:lnTo>
                    <a:pt x="22911" y="137314"/>
                  </a:lnTo>
                  <a:lnTo>
                    <a:pt x="29625" y="141343"/>
                  </a:lnTo>
                  <a:lnTo>
                    <a:pt x="36339" y="130609"/>
                  </a:lnTo>
                  <a:lnTo>
                    <a:pt x="43053" y="126350"/>
                  </a:lnTo>
                  <a:lnTo>
                    <a:pt x="49767" y="127250"/>
                  </a:lnTo>
                  <a:lnTo>
                    <a:pt x="56481" y="124420"/>
                  </a:lnTo>
                  <a:lnTo>
                    <a:pt x="63195" y="84525"/>
                  </a:lnTo>
                  <a:lnTo>
                    <a:pt x="69909" y="74183"/>
                  </a:lnTo>
                  <a:lnTo>
                    <a:pt x="76623" y="45642"/>
                  </a:lnTo>
                  <a:lnTo>
                    <a:pt x="83337" y="63506"/>
                  </a:lnTo>
                  <a:lnTo>
                    <a:pt x="90051" y="28198"/>
                  </a:lnTo>
                  <a:lnTo>
                    <a:pt x="96765" y="41426"/>
                  </a:lnTo>
                  <a:lnTo>
                    <a:pt x="103479" y="36601"/>
                  </a:lnTo>
                  <a:lnTo>
                    <a:pt x="110193" y="23843"/>
                  </a:lnTo>
                  <a:lnTo>
                    <a:pt x="116907" y="18593"/>
                  </a:lnTo>
                  <a:lnTo>
                    <a:pt x="123621" y="9126"/>
                  </a:lnTo>
                  <a:lnTo>
                    <a:pt x="130334" y="0"/>
                  </a:lnTo>
                  <a:lnTo>
                    <a:pt x="137048" y="21087"/>
                  </a:lnTo>
                  <a:lnTo>
                    <a:pt x="143762" y="34422"/>
                  </a:lnTo>
                  <a:lnTo>
                    <a:pt x="150476" y="60095"/>
                  </a:lnTo>
                  <a:lnTo>
                    <a:pt x="157190" y="55465"/>
                  </a:lnTo>
                  <a:lnTo>
                    <a:pt x="163904" y="64192"/>
                  </a:lnTo>
                  <a:lnTo>
                    <a:pt x="170618" y="75753"/>
                  </a:lnTo>
                  <a:lnTo>
                    <a:pt x="177332" y="105443"/>
                  </a:lnTo>
                  <a:lnTo>
                    <a:pt x="184046" y="131134"/>
                  </a:lnTo>
                  <a:lnTo>
                    <a:pt x="190760" y="138532"/>
                  </a:lnTo>
                  <a:lnTo>
                    <a:pt x="197474" y="163851"/>
                  </a:lnTo>
                  <a:lnTo>
                    <a:pt x="202680" y="1712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94268" y="6241657"/>
              <a:ext cx="438623" cy="137792"/>
            </a:xfrm>
            <a:custGeom>
              <a:avLst/>
              <a:pathLst>
                <a:path w="438623" h="137792">
                  <a:moveTo>
                    <a:pt x="0" y="137792"/>
                  </a:moveTo>
                  <a:lnTo>
                    <a:pt x="5267" y="129942"/>
                  </a:lnTo>
                  <a:lnTo>
                    <a:pt x="11981" y="125367"/>
                  </a:lnTo>
                  <a:lnTo>
                    <a:pt x="18695" y="109507"/>
                  </a:lnTo>
                  <a:lnTo>
                    <a:pt x="25409" y="113762"/>
                  </a:lnTo>
                  <a:lnTo>
                    <a:pt x="32123" y="100568"/>
                  </a:lnTo>
                  <a:lnTo>
                    <a:pt x="38837" y="90614"/>
                  </a:lnTo>
                  <a:lnTo>
                    <a:pt x="45551" y="82531"/>
                  </a:lnTo>
                  <a:lnTo>
                    <a:pt x="52265" y="79405"/>
                  </a:lnTo>
                  <a:lnTo>
                    <a:pt x="58979" y="72137"/>
                  </a:lnTo>
                  <a:lnTo>
                    <a:pt x="65693" y="80715"/>
                  </a:lnTo>
                  <a:lnTo>
                    <a:pt x="72407" y="89685"/>
                  </a:lnTo>
                  <a:lnTo>
                    <a:pt x="79121" y="81079"/>
                  </a:lnTo>
                  <a:lnTo>
                    <a:pt x="85835" y="74587"/>
                  </a:lnTo>
                  <a:lnTo>
                    <a:pt x="92549" y="73773"/>
                  </a:lnTo>
                  <a:lnTo>
                    <a:pt x="99263" y="45349"/>
                  </a:lnTo>
                  <a:lnTo>
                    <a:pt x="105976" y="65317"/>
                  </a:lnTo>
                  <a:lnTo>
                    <a:pt x="112690" y="38570"/>
                  </a:lnTo>
                  <a:lnTo>
                    <a:pt x="119404" y="8881"/>
                  </a:lnTo>
                  <a:lnTo>
                    <a:pt x="126118" y="28172"/>
                  </a:lnTo>
                  <a:lnTo>
                    <a:pt x="132832" y="23148"/>
                  </a:lnTo>
                  <a:lnTo>
                    <a:pt x="139546" y="48659"/>
                  </a:lnTo>
                  <a:lnTo>
                    <a:pt x="146260" y="8891"/>
                  </a:lnTo>
                  <a:lnTo>
                    <a:pt x="152974" y="0"/>
                  </a:lnTo>
                  <a:lnTo>
                    <a:pt x="159688" y="51177"/>
                  </a:lnTo>
                  <a:lnTo>
                    <a:pt x="166402" y="51793"/>
                  </a:lnTo>
                  <a:lnTo>
                    <a:pt x="173116" y="46092"/>
                  </a:lnTo>
                  <a:lnTo>
                    <a:pt x="179830" y="71710"/>
                  </a:lnTo>
                  <a:lnTo>
                    <a:pt x="186544" y="56245"/>
                  </a:lnTo>
                  <a:lnTo>
                    <a:pt x="193258" y="60066"/>
                  </a:lnTo>
                  <a:lnTo>
                    <a:pt x="199972" y="71110"/>
                  </a:lnTo>
                  <a:lnTo>
                    <a:pt x="206686" y="44957"/>
                  </a:lnTo>
                  <a:lnTo>
                    <a:pt x="213400" y="72694"/>
                  </a:lnTo>
                  <a:lnTo>
                    <a:pt x="220113" y="106292"/>
                  </a:lnTo>
                  <a:lnTo>
                    <a:pt x="226827" y="116644"/>
                  </a:lnTo>
                  <a:lnTo>
                    <a:pt x="233541" y="107215"/>
                  </a:lnTo>
                  <a:lnTo>
                    <a:pt x="240255" y="95702"/>
                  </a:lnTo>
                  <a:lnTo>
                    <a:pt x="246969" y="111354"/>
                  </a:lnTo>
                  <a:lnTo>
                    <a:pt x="253683" y="129920"/>
                  </a:lnTo>
                  <a:lnTo>
                    <a:pt x="260397" y="119544"/>
                  </a:lnTo>
                  <a:lnTo>
                    <a:pt x="267111" y="114991"/>
                  </a:lnTo>
                  <a:lnTo>
                    <a:pt x="273825" y="127462"/>
                  </a:lnTo>
                  <a:lnTo>
                    <a:pt x="280539" y="134539"/>
                  </a:lnTo>
                  <a:lnTo>
                    <a:pt x="287253" y="110302"/>
                  </a:lnTo>
                  <a:lnTo>
                    <a:pt x="293967" y="107213"/>
                  </a:lnTo>
                  <a:lnTo>
                    <a:pt x="300681" y="101967"/>
                  </a:lnTo>
                  <a:lnTo>
                    <a:pt x="307395" y="126721"/>
                  </a:lnTo>
                  <a:lnTo>
                    <a:pt x="314109" y="134485"/>
                  </a:lnTo>
                  <a:lnTo>
                    <a:pt x="320823" y="106918"/>
                  </a:lnTo>
                  <a:lnTo>
                    <a:pt x="327537" y="130000"/>
                  </a:lnTo>
                  <a:lnTo>
                    <a:pt x="334250" y="99220"/>
                  </a:lnTo>
                  <a:lnTo>
                    <a:pt x="340964" y="85626"/>
                  </a:lnTo>
                  <a:lnTo>
                    <a:pt x="347678" y="95123"/>
                  </a:lnTo>
                  <a:lnTo>
                    <a:pt x="354392" y="72915"/>
                  </a:lnTo>
                  <a:lnTo>
                    <a:pt x="361106" y="85934"/>
                  </a:lnTo>
                  <a:lnTo>
                    <a:pt x="367820" y="89108"/>
                  </a:lnTo>
                  <a:lnTo>
                    <a:pt x="374534" y="113757"/>
                  </a:lnTo>
                  <a:lnTo>
                    <a:pt x="381248" y="124913"/>
                  </a:lnTo>
                  <a:lnTo>
                    <a:pt x="387962" y="130064"/>
                  </a:lnTo>
                  <a:lnTo>
                    <a:pt x="394676" y="134185"/>
                  </a:lnTo>
                  <a:lnTo>
                    <a:pt x="401390" y="126545"/>
                  </a:lnTo>
                  <a:lnTo>
                    <a:pt x="408104" y="127411"/>
                  </a:lnTo>
                  <a:lnTo>
                    <a:pt x="414818" y="135567"/>
                  </a:lnTo>
                  <a:lnTo>
                    <a:pt x="421532" y="131268"/>
                  </a:lnTo>
                  <a:lnTo>
                    <a:pt x="428246" y="132144"/>
                  </a:lnTo>
                  <a:lnTo>
                    <a:pt x="434960" y="134580"/>
                  </a:lnTo>
                  <a:lnTo>
                    <a:pt x="438623" y="13779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643324" y="6240645"/>
              <a:ext cx="92760" cy="138804"/>
            </a:xfrm>
            <a:custGeom>
              <a:avLst/>
              <a:pathLst>
                <a:path w="92760" h="138804">
                  <a:moveTo>
                    <a:pt x="0" y="138804"/>
                  </a:moveTo>
                  <a:lnTo>
                    <a:pt x="6046" y="126516"/>
                  </a:lnTo>
                  <a:lnTo>
                    <a:pt x="12760" y="102596"/>
                  </a:lnTo>
                  <a:lnTo>
                    <a:pt x="19474" y="66769"/>
                  </a:lnTo>
                  <a:lnTo>
                    <a:pt x="26188" y="70663"/>
                  </a:lnTo>
                  <a:lnTo>
                    <a:pt x="32901" y="52455"/>
                  </a:lnTo>
                  <a:lnTo>
                    <a:pt x="39615" y="13154"/>
                  </a:lnTo>
                  <a:lnTo>
                    <a:pt x="46329" y="2469"/>
                  </a:lnTo>
                  <a:lnTo>
                    <a:pt x="53043" y="0"/>
                  </a:lnTo>
                  <a:lnTo>
                    <a:pt x="59757" y="35137"/>
                  </a:lnTo>
                  <a:lnTo>
                    <a:pt x="66471" y="30297"/>
                  </a:lnTo>
                  <a:lnTo>
                    <a:pt x="73185" y="54023"/>
                  </a:lnTo>
                  <a:lnTo>
                    <a:pt x="79899" y="43831"/>
                  </a:lnTo>
                  <a:lnTo>
                    <a:pt x="86613" y="76340"/>
                  </a:lnTo>
                  <a:lnTo>
                    <a:pt x="92760" y="1388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776076" y="6374788"/>
              <a:ext cx="5343" cy="4661"/>
            </a:xfrm>
            <a:custGeom>
              <a:avLst/>
              <a:pathLst>
                <a:path w="5343" h="4661">
                  <a:moveTo>
                    <a:pt x="0" y="4661"/>
                  </a:moveTo>
                  <a:lnTo>
                    <a:pt x="858" y="0"/>
                  </a:lnTo>
                  <a:lnTo>
                    <a:pt x="5343" y="46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784582" y="6254859"/>
              <a:ext cx="106262" cy="124590"/>
            </a:xfrm>
            <a:custGeom>
              <a:avLst/>
              <a:pathLst>
                <a:path w="106262" h="124590">
                  <a:moveTo>
                    <a:pt x="0" y="124590"/>
                  </a:moveTo>
                  <a:lnTo>
                    <a:pt x="5781" y="110234"/>
                  </a:lnTo>
                  <a:lnTo>
                    <a:pt x="12495" y="82500"/>
                  </a:lnTo>
                  <a:lnTo>
                    <a:pt x="19209" y="74014"/>
                  </a:lnTo>
                  <a:lnTo>
                    <a:pt x="25923" y="45440"/>
                  </a:lnTo>
                  <a:lnTo>
                    <a:pt x="32636" y="0"/>
                  </a:lnTo>
                  <a:lnTo>
                    <a:pt x="39350" y="67114"/>
                  </a:lnTo>
                  <a:lnTo>
                    <a:pt x="46064" y="69613"/>
                  </a:lnTo>
                  <a:lnTo>
                    <a:pt x="52778" y="93930"/>
                  </a:lnTo>
                  <a:lnTo>
                    <a:pt x="59492" y="95434"/>
                  </a:lnTo>
                  <a:lnTo>
                    <a:pt x="66206" y="88918"/>
                  </a:lnTo>
                  <a:lnTo>
                    <a:pt x="72920" y="109638"/>
                  </a:lnTo>
                  <a:lnTo>
                    <a:pt x="79634" y="104260"/>
                  </a:lnTo>
                  <a:lnTo>
                    <a:pt x="86348" y="100917"/>
                  </a:lnTo>
                  <a:lnTo>
                    <a:pt x="93062" y="109296"/>
                  </a:lnTo>
                  <a:lnTo>
                    <a:pt x="99776" y="111225"/>
                  </a:lnTo>
                  <a:lnTo>
                    <a:pt x="106262" y="1245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921221" y="6365032"/>
              <a:ext cx="33136" cy="14417"/>
            </a:xfrm>
            <a:custGeom>
              <a:avLst/>
              <a:pathLst>
                <a:path w="33136" h="14417">
                  <a:moveTo>
                    <a:pt x="0" y="14417"/>
                  </a:moveTo>
                  <a:lnTo>
                    <a:pt x="3420" y="0"/>
                  </a:lnTo>
                  <a:lnTo>
                    <a:pt x="10134" y="10958"/>
                  </a:lnTo>
                  <a:lnTo>
                    <a:pt x="16848" y="7623"/>
                  </a:lnTo>
                  <a:lnTo>
                    <a:pt x="23562" y="12117"/>
                  </a:lnTo>
                  <a:lnTo>
                    <a:pt x="30276" y="10579"/>
                  </a:lnTo>
                  <a:lnTo>
                    <a:pt x="33136" y="144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973355" y="6368195"/>
              <a:ext cx="25140" cy="11254"/>
            </a:xfrm>
            <a:custGeom>
              <a:avLst/>
              <a:pathLst>
                <a:path w="25140" h="11254">
                  <a:moveTo>
                    <a:pt x="0" y="11254"/>
                  </a:moveTo>
                  <a:lnTo>
                    <a:pt x="4998" y="10210"/>
                  </a:lnTo>
                  <a:lnTo>
                    <a:pt x="11712" y="7946"/>
                  </a:lnTo>
                  <a:lnTo>
                    <a:pt x="18426" y="0"/>
                  </a:lnTo>
                  <a:lnTo>
                    <a:pt x="25140" y="3845"/>
                  </a:lnTo>
                  <a:lnTo>
                    <a:pt x="25140" y="38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444934" y="3708722"/>
              <a:ext cx="8553560" cy="2670727"/>
            </a:xfrm>
            <a:custGeom>
              <a:avLst/>
              <a:pathLst>
                <a:path w="8553560" h="2670727">
                  <a:moveTo>
                    <a:pt x="0" y="2408109"/>
                  </a:moveTo>
                  <a:lnTo>
                    <a:pt x="6713" y="2474989"/>
                  </a:lnTo>
                  <a:lnTo>
                    <a:pt x="13427" y="2441596"/>
                  </a:lnTo>
                  <a:lnTo>
                    <a:pt x="20141" y="2389445"/>
                  </a:lnTo>
                  <a:lnTo>
                    <a:pt x="26855" y="2427472"/>
                  </a:lnTo>
                  <a:lnTo>
                    <a:pt x="33569" y="2372444"/>
                  </a:lnTo>
                  <a:lnTo>
                    <a:pt x="40283" y="2419067"/>
                  </a:lnTo>
                  <a:lnTo>
                    <a:pt x="46997" y="2409219"/>
                  </a:lnTo>
                  <a:lnTo>
                    <a:pt x="53711" y="2382225"/>
                  </a:lnTo>
                  <a:lnTo>
                    <a:pt x="60425" y="2498298"/>
                  </a:lnTo>
                  <a:lnTo>
                    <a:pt x="67139" y="2487034"/>
                  </a:lnTo>
                  <a:lnTo>
                    <a:pt x="73853" y="2507917"/>
                  </a:lnTo>
                  <a:lnTo>
                    <a:pt x="80567" y="2513850"/>
                  </a:lnTo>
                  <a:lnTo>
                    <a:pt x="87281" y="2493426"/>
                  </a:lnTo>
                  <a:lnTo>
                    <a:pt x="93995" y="2531981"/>
                  </a:lnTo>
                  <a:lnTo>
                    <a:pt x="100709" y="2532366"/>
                  </a:lnTo>
                  <a:lnTo>
                    <a:pt x="107423" y="2526900"/>
                  </a:lnTo>
                  <a:lnTo>
                    <a:pt x="114136" y="2538075"/>
                  </a:lnTo>
                  <a:lnTo>
                    <a:pt x="120850" y="2568901"/>
                  </a:lnTo>
                  <a:lnTo>
                    <a:pt x="127564" y="2562309"/>
                  </a:lnTo>
                  <a:lnTo>
                    <a:pt x="134278" y="2560836"/>
                  </a:lnTo>
                  <a:lnTo>
                    <a:pt x="140992" y="2554011"/>
                  </a:lnTo>
                  <a:lnTo>
                    <a:pt x="147706" y="2544886"/>
                  </a:lnTo>
                  <a:lnTo>
                    <a:pt x="154420" y="2579385"/>
                  </a:lnTo>
                  <a:lnTo>
                    <a:pt x="161134" y="2565712"/>
                  </a:lnTo>
                  <a:lnTo>
                    <a:pt x="167848" y="2577353"/>
                  </a:lnTo>
                  <a:lnTo>
                    <a:pt x="174562" y="2609637"/>
                  </a:lnTo>
                  <a:lnTo>
                    <a:pt x="181276" y="2589792"/>
                  </a:lnTo>
                  <a:lnTo>
                    <a:pt x="187990" y="2604971"/>
                  </a:lnTo>
                  <a:lnTo>
                    <a:pt x="194704" y="2569218"/>
                  </a:lnTo>
                  <a:lnTo>
                    <a:pt x="201418" y="2555120"/>
                  </a:lnTo>
                  <a:lnTo>
                    <a:pt x="208132" y="2547261"/>
                  </a:lnTo>
                  <a:lnTo>
                    <a:pt x="214846" y="2481760"/>
                  </a:lnTo>
                  <a:lnTo>
                    <a:pt x="221560" y="2483715"/>
                  </a:lnTo>
                  <a:lnTo>
                    <a:pt x="228273" y="2515926"/>
                  </a:lnTo>
                  <a:lnTo>
                    <a:pt x="234987" y="2550818"/>
                  </a:lnTo>
                  <a:lnTo>
                    <a:pt x="241701" y="2605064"/>
                  </a:lnTo>
                  <a:lnTo>
                    <a:pt x="248415" y="2572198"/>
                  </a:lnTo>
                  <a:lnTo>
                    <a:pt x="255129" y="2630808"/>
                  </a:lnTo>
                  <a:lnTo>
                    <a:pt x="261843" y="2623660"/>
                  </a:lnTo>
                  <a:lnTo>
                    <a:pt x="268557" y="2624157"/>
                  </a:lnTo>
                  <a:lnTo>
                    <a:pt x="275271" y="2639186"/>
                  </a:lnTo>
                  <a:lnTo>
                    <a:pt x="281985" y="2629757"/>
                  </a:lnTo>
                  <a:lnTo>
                    <a:pt x="288699" y="2648890"/>
                  </a:lnTo>
                  <a:lnTo>
                    <a:pt x="295413" y="2651829"/>
                  </a:lnTo>
                  <a:lnTo>
                    <a:pt x="302127" y="2658496"/>
                  </a:lnTo>
                  <a:lnTo>
                    <a:pt x="308841" y="2660128"/>
                  </a:lnTo>
                  <a:lnTo>
                    <a:pt x="315555" y="2658020"/>
                  </a:lnTo>
                  <a:lnTo>
                    <a:pt x="322269" y="2656724"/>
                  </a:lnTo>
                  <a:lnTo>
                    <a:pt x="328983" y="2653929"/>
                  </a:lnTo>
                  <a:lnTo>
                    <a:pt x="335697" y="2646858"/>
                  </a:lnTo>
                  <a:lnTo>
                    <a:pt x="342410" y="2648099"/>
                  </a:lnTo>
                  <a:lnTo>
                    <a:pt x="349124" y="2639962"/>
                  </a:lnTo>
                  <a:lnTo>
                    <a:pt x="355838" y="2652037"/>
                  </a:lnTo>
                  <a:lnTo>
                    <a:pt x="362552" y="2646503"/>
                  </a:lnTo>
                  <a:lnTo>
                    <a:pt x="369266" y="2669321"/>
                  </a:lnTo>
                  <a:lnTo>
                    <a:pt x="375980" y="2644641"/>
                  </a:lnTo>
                  <a:lnTo>
                    <a:pt x="382694" y="2614631"/>
                  </a:lnTo>
                  <a:lnTo>
                    <a:pt x="389408" y="2505911"/>
                  </a:lnTo>
                  <a:lnTo>
                    <a:pt x="396122" y="2454924"/>
                  </a:lnTo>
                  <a:lnTo>
                    <a:pt x="402836" y="2436315"/>
                  </a:lnTo>
                  <a:lnTo>
                    <a:pt x="409550" y="2388363"/>
                  </a:lnTo>
                  <a:lnTo>
                    <a:pt x="416264" y="2403132"/>
                  </a:lnTo>
                  <a:lnTo>
                    <a:pt x="422978" y="2383213"/>
                  </a:lnTo>
                  <a:lnTo>
                    <a:pt x="429692" y="2383081"/>
                  </a:lnTo>
                  <a:lnTo>
                    <a:pt x="436406" y="2367669"/>
                  </a:lnTo>
                  <a:lnTo>
                    <a:pt x="443120" y="2346763"/>
                  </a:lnTo>
                  <a:lnTo>
                    <a:pt x="449834" y="2412301"/>
                  </a:lnTo>
                  <a:lnTo>
                    <a:pt x="456547" y="2413587"/>
                  </a:lnTo>
                  <a:lnTo>
                    <a:pt x="463261" y="2455821"/>
                  </a:lnTo>
                  <a:lnTo>
                    <a:pt x="469975" y="2481222"/>
                  </a:lnTo>
                  <a:lnTo>
                    <a:pt x="476689" y="2480656"/>
                  </a:lnTo>
                  <a:lnTo>
                    <a:pt x="483403" y="2529230"/>
                  </a:lnTo>
                  <a:lnTo>
                    <a:pt x="490117" y="2506006"/>
                  </a:lnTo>
                  <a:lnTo>
                    <a:pt x="496831" y="2515368"/>
                  </a:lnTo>
                  <a:lnTo>
                    <a:pt x="503545" y="2512259"/>
                  </a:lnTo>
                  <a:lnTo>
                    <a:pt x="510259" y="2504757"/>
                  </a:lnTo>
                  <a:lnTo>
                    <a:pt x="516973" y="2539863"/>
                  </a:lnTo>
                  <a:lnTo>
                    <a:pt x="523687" y="2532797"/>
                  </a:lnTo>
                  <a:lnTo>
                    <a:pt x="530401" y="2537300"/>
                  </a:lnTo>
                  <a:lnTo>
                    <a:pt x="537115" y="2516305"/>
                  </a:lnTo>
                  <a:lnTo>
                    <a:pt x="543829" y="2513358"/>
                  </a:lnTo>
                  <a:lnTo>
                    <a:pt x="550543" y="2535992"/>
                  </a:lnTo>
                  <a:lnTo>
                    <a:pt x="557257" y="2524382"/>
                  </a:lnTo>
                  <a:lnTo>
                    <a:pt x="563971" y="2506748"/>
                  </a:lnTo>
                  <a:lnTo>
                    <a:pt x="570684" y="2470859"/>
                  </a:lnTo>
                  <a:lnTo>
                    <a:pt x="577398" y="2503879"/>
                  </a:lnTo>
                  <a:lnTo>
                    <a:pt x="584112" y="2485120"/>
                  </a:lnTo>
                  <a:lnTo>
                    <a:pt x="590826" y="2452063"/>
                  </a:lnTo>
                  <a:lnTo>
                    <a:pt x="597540" y="2452172"/>
                  </a:lnTo>
                  <a:lnTo>
                    <a:pt x="604254" y="2469371"/>
                  </a:lnTo>
                  <a:lnTo>
                    <a:pt x="610968" y="2500279"/>
                  </a:lnTo>
                  <a:lnTo>
                    <a:pt x="617682" y="2501911"/>
                  </a:lnTo>
                  <a:lnTo>
                    <a:pt x="624396" y="2517930"/>
                  </a:lnTo>
                  <a:lnTo>
                    <a:pt x="631110" y="2537843"/>
                  </a:lnTo>
                  <a:lnTo>
                    <a:pt x="637824" y="2508507"/>
                  </a:lnTo>
                  <a:lnTo>
                    <a:pt x="644538" y="2531830"/>
                  </a:lnTo>
                  <a:lnTo>
                    <a:pt x="651252" y="2529193"/>
                  </a:lnTo>
                  <a:lnTo>
                    <a:pt x="657966" y="2493288"/>
                  </a:lnTo>
                  <a:lnTo>
                    <a:pt x="664680" y="2513054"/>
                  </a:lnTo>
                  <a:lnTo>
                    <a:pt x="671394" y="2494841"/>
                  </a:lnTo>
                  <a:lnTo>
                    <a:pt x="678108" y="2510121"/>
                  </a:lnTo>
                  <a:lnTo>
                    <a:pt x="684821" y="2509621"/>
                  </a:lnTo>
                  <a:lnTo>
                    <a:pt x="691535" y="2477542"/>
                  </a:lnTo>
                  <a:lnTo>
                    <a:pt x="698249" y="2491489"/>
                  </a:lnTo>
                  <a:lnTo>
                    <a:pt x="704963" y="2460120"/>
                  </a:lnTo>
                  <a:lnTo>
                    <a:pt x="711677" y="2457992"/>
                  </a:lnTo>
                  <a:lnTo>
                    <a:pt x="718391" y="2442125"/>
                  </a:lnTo>
                  <a:lnTo>
                    <a:pt x="725105" y="2485052"/>
                  </a:lnTo>
                  <a:lnTo>
                    <a:pt x="731819" y="2515696"/>
                  </a:lnTo>
                  <a:lnTo>
                    <a:pt x="738533" y="2502376"/>
                  </a:lnTo>
                  <a:lnTo>
                    <a:pt x="745247" y="2514253"/>
                  </a:lnTo>
                  <a:lnTo>
                    <a:pt x="751961" y="2508926"/>
                  </a:lnTo>
                  <a:lnTo>
                    <a:pt x="758675" y="2523817"/>
                  </a:lnTo>
                  <a:lnTo>
                    <a:pt x="765389" y="2513464"/>
                  </a:lnTo>
                  <a:lnTo>
                    <a:pt x="772103" y="2515959"/>
                  </a:lnTo>
                  <a:lnTo>
                    <a:pt x="778817" y="2495603"/>
                  </a:lnTo>
                  <a:lnTo>
                    <a:pt x="785531" y="2493028"/>
                  </a:lnTo>
                  <a:lnTo>
                    <a:pt x="792245" y="2498892"/>
                  </a:lnTo>
                  <a:lnTo>
                    <a:pt x="798958" y="2501852"/>
                  </a:lnTo>
                  <a:lnTo>
                    <a:pt x="805672" y="2509380"/>
                  </a:lnTo>
                  <a:lnTo>
                    <a:pt x="812386" y="2501079"/>
                  </a:lnTo>
                  <a:lnTo>
                    <a:pt x="819100" y="2525489"/>
                  </a:lnTo>
                  <a:lnTo>
                    <a:pt x="825814" y="2537914"/>
                  </a:lnTo>
                  <a:lnTo>
                    <a:pt x="832528" y="2550725"/>
                  </a:lnTo>
                  <a:lnTo>
                    <a:pt x="839242" y="2548130"/>
                  </a:lnTo>
                  <a:lnTo>
                    <a:pt x="845956" y="2538084"/>
                  </a:lnTo>
                  <a:lnTo>
                    <a:pt x="852670" y="2550007"/>
                  </a:lnTo>
                  <a:lnTo>
                    <a:pt x="859384" y="2532581"/>
                  </a:lnTo>
                  <a:lnTo>
                    <a:pt x="866098" y="2528618"/>
                  </a:lnTo>
                  <a:lnTo>
                    <a:pt x="872812" y="2527234"/>
                  </a:lnTo>
                  <a:lnTo>
                    <a:pt x="879526" y="2529382"/>
                  </a:lnTo>
                  <a:lnTo>
                    <a:pt x="886240" y="2551147"/>
                  </a:lnTo>
                  <a:lnTo>
                    <a:pt x="892954" y="2535440"/>
                  </a:lnTo>
                  <a:lnTo>
                    <a:pt x="899668" y="2556238"/>
                  </a:lnTo>
                  <a:lnTo>
                    <a:pt x="906382" y="2543094"/>
                  </a:lnTo>
                  <a:lnTo>
                    <a:pt x="913095" y="2525871"/>
                  </a:lnTo>
                  <a:lnTo>
                    <a:pt x="919809" y="2549075"/>
                  </a:lnTo>
                  <a:lnTo>
                    <a:pt x="926523" y="2511176"/>
                  </a:lnTo>
                  <a:lnTo>
                    <a:pt x="933237" y="2497196"/>
                  </a:lnTo>
                  <a:lnTo>
                    <a:pt x="939951" y="2506913"/>
                  </a:lnTo>
                  <a:lnTo>
                    <a:pt x="946665" y="2516197"/>
                  </a:lnTo>
                  <a:lnTo>
                    <a:pt x="953379" y="2540339"/>
                  </a:lnTo>
                  <a:lnTo>
                    <a:pt x="960093" y="2469282"/>
                  </a:lnTo>
                  <a:lnTo>
                    <a:pt x="966807" y="2515682"/>
                  </a:lnTo>
                  <a:lnTo>
                    <a:pt x="973521" y="2497434"/>
                  </a:lnTo>
                  <a:lnTo>
                    <a:pt x="980235" y="2509109"/>
                  </a:lnTo>
                  <a:lnTo>
                    <a:pt x="986949" y="2523974"/>
                  </a:lnTo>
                  <a:lnTo>
                    <a:pt x="993663" y="2485130"/>
                  </a:lnTo>
                  <a:lnTo>
                    <a:pt x="1000377" y="2545117"/>
                  </a:lnTo>
                  <a:lnTo>
                    <a:pt x="1007091" y="2563546"/>
                  </a:lnTo>
                  <a:lnTo>
                    <a:pt x="1013805" y="2527971"/>
                  </a:lnTo>
                  <a:lnTo>
                    <a:pt x="1020519" y="2531728"/>
                  </a:lnTo>
                  <a:lnTo>
                    <a:pt x="1027232" y="2457114"/>
                  </a:lnTo>
                  <a:lnTo>
                    <a:pt x="1033946" y="2460369"/>
                  </a:lnTo>
                  <a:lnTo>
                    <a:pt x="1040660" y="2469064"/>
                  </a:lnTo>
                  <a:lnTo>
                    <a:pt x="1047374" y="2471042"/>
                  </a:lnTo>
                  <a:lnTo>
                    <a:pt x="1054088" y="2390826"/>
                  </a:lnTo>
                  <a:lnTo>
                    <a:pt x="1060802" y="2389656"/>
                  </a:lnTo>
                  <a:lnTo>
                    <a:pt x="1067516" y="2431030"/>
                  </a:lnTo>
                  <a:lnTo>
                    <a:pt x="1074230" y="2456121"/>
                  </a:lnTo>
                  <a:lnTo>
                    <a:pt x="1080944" y="2432325"/>
                  </a:lnTo>
                  <a:lnTo>
                    <a:pt x="1087658" y="2399321"/>
                  </a:lnTo>
                  <a:lnTo>
                    <a:pt x="1094372" y="2417510"/>
                  </a:lnTo>
                  <a:lnTo>
                    <a:pt x="1101086" y="2474810"/>
                  </a:lnTo>
                  <a:lnTo>
                    <a:pt x="1107800" y="2478113"/>
                  </a:lnTo>
                  <a:lnTo>
                    <a:pt x="1114514" y="2474936"/>
                  </a:lnTo>
                  <a:lnTo>
                    <a:pt x="1121228" y="2453469"/>
                  </a:lnTo>
                  <a:lnTo>
                    <a:pt x="1127942" y="2494267"/>
                  </a:lnTo>
                  <a:lnTo>
                    <a:pt x="1134656" y="2523002"/>
                  </a:lnTo>
                  <a:lnTo>
                    <a:pt x="1141369" y="2527331"/>
                  </a:lnTo>
                  <a:lnTo>
                    <a:pt x="1148083" y="2536699"/>
                  </a:lnTo>
                  <a:lnTo>
                    <a:pt x="1154797" y="2528664"/>
                  </a:lnTo>
                  <a:lnTo>
                    <a:pt x="1161511" y="2520720"/>
                  </a:lnTo>
                  <a:lnTo>
                    <a:pt x="1168225" y="2458526"/>
                  </a:lnTo>
                  <a:lnTo>
                    <a:pt x="1174939" y="2433032"/>
                  </a:lnTo>
                  <a:lnTo>
                    <a:pt x="1181653" y="2394396"/>
                  </a:lnTo>
                  <a:lnTo>
                    <a:pt x="1188367" y="2417323"/>
                  </a:lnTo>
                  <a:lnTo>
                    <a:pt x="1195081" y="2452115"/>
                  </a:lnTo>
                  <a:lnTo>
                    <a:pt x="1201795" y="2438370"/>
                  </a:lnTo>
                  <a:lnTo>
                    <a:pt x="1208509" y="2459085"/>
                  </a:lnTo>
                  <a:lnTo>
                    <a:pt x="1215223" y="2501829"/>
                  </a:lnTo>
                  <a:lnTo>
                    <a:pt x="1221937" y="2488645"/>
                  </a:lnTo>
                  <a:lnTo>
                    <a:pt x="1228651" y="2513307"/>
                  </a:lnTo>
                  <a:lnTo>
                    <a:pt x="1235365" y="2509497"/>
                  </a:lnTo>
                  <a:lnTo>
                    <a:pt x="1242079" y="2496284"/>
                  </a:lnTo>
                  <a:lnTo>
                    <a:pt x="1248793" y="2508179"/>
                  </a:lnTo>
                  <a:lnTo>
                    <a:pt x="1255506" y="2491073"/>
                  </a:lnTo>
                  <a:lnTo>
                    <a:pt x="1262220" y="2472125"/>
                  </a:lnTo>
                  <a:lnTo>
                    <a:pt x="1268934" y="2483488"/>
                  </a:lnTo>
                  <a:lnTo>
                    <a:pt x="1275648" y="2479667"/>
                  </a:lnTo>
                  <a:lnTo>
                    <a:pt x="1282362" y="2486851"/>
                  </a:lnTo>
                  <a:lnTo>
                    <a:pt x="1289076" y="2504626"/>
                  </a:lnTo>
                  <a:lnTo>
                    <a:pt x="1295790" y="2511715"/>
                  </a:lnTo>
                  <a:lnTo>
                    <a:pt x="1302504" y="2433939"/>
                  </a:lnTo>
                  <a:lnTo>
                    <a:pt x="1309218" y="2438465"/>
                  </a:lnTo>
                  <a:lnTo>
                    <a:pt x="1315932" y="2452535"/>
                  </a:lnTo>
                  <a:lnTo>
                    <a:pt x="1322646" y="2452817"/>
                  </a:lnTo>
                  <a:lnTo>
                    <a:pt x="1329360" y="2479874"/>
                  </a:lnTo>
                  <a:lnTo>
                    <a:pt x="1336074" y="2472366"/>
                  </a:lnTo>
                  <a:lnTo>
                    <a:pt x="1342788" y="2459301"/>
                  </a:lnTo>
                  <a:lnTo>
                    <a:pt x="1349502" y="2456095"/>
                  </a:lnTo>
                  <a:lnTo>
                    <a:pt x="1356216" y="2463013"/>
                  </a:lnTo>
                  <a:lnTo>
                    <a:pt x="1362930" y="2465684"/>
                  </a:lnTo>
                  <a:lnTo>
                    <a:pt x="1369643" y="2459059"/>
                  </a:lnTo>
                  <a:lnTo>
                    <a:pt x="1376357" y="2479404"/>
                  </a:lnTo>
                  <a:lnTo>
                    <a:pt x="1383071" y="2472625"/>
                  </a:lnTo>
                  <a:lnTo>
                    <a:pt x="1389785" y="2475956"/>
                  </a:lnTo>
                  <a:lnTo>
                    <a:pt x="1396499" y="2460189"/>
                  </a:lnTo>
                  <a:lnTo>
                    <a:pt x="1403213" y="2457625"/>
                  </a:lnTo>
                  <a:lnTo>
                    <a:pt x="1409927" y="2441580"/>
                  </a:lnTo>
                  <a:lnTo>
                    <a:pt x="1416641" y="2446161"/>
                  </a:lnTo>
                  <a:lnTo>
                    <a:pt x="1423355" y="2459717"/>
                  </a:lnTo>
                  <a:lnTo>
                    <a:pt x="1430069" y="2461328"/>
                  </a:lnTo>
                  <a:lnTo>
                    <a:pt x="1436783" y="2464322"/>
                  </a:lnTo>
                  <a:lnTo>
                    <a:pt x="1443497" y="2472174"/>
                  </a:lnTo>
                  <a:lnTo>
                    <a:pt x="1450211" y="2456986"/>
                  </a:lnTo>
                  <a:lnTo>
                    <a:pt x="1456925" y="2446805"/>
                  </a:lnTo>
                  <a:lnTo>
                    <a:pt x="1463639" y="2414731"/>
                  </a:lnTo>
                  <a:lnTo>
                    <a:pt x="1470353" y="2422732"/>
                  </a:lnTo>
                  <a:lnTo>
                    <a:pt x="1477067" y="2391886"/>
                  </a:lnTo>
                  <a:lnTo>
                    <a:pt x="1483780" y="2370426"/>
                  </a:lnTo>
                  <a:lnTo>
                    <a:pt x="1490494" y="2386373"/>
                  </a:lnTo>
                  <a:lnTo>
                    <a:pt x="1497208" y="2368144"/>
                  </a:lnTo>
                  <a:lnTo>
                    <a:pt x="1503922" y="2390312"/>
                  </a:lnTo>
                  <a:lnTo>
                    <a:pt x="1510636" y="2409087"/>
                  </a:lnTo>
                  <a:lnTo>
                    <a:pt x="1517350" y="2415776"/>
                  </a:lnTo>
                  <a:lnTo>
                    <a:pt x="1524064" y="2413570"/>
                  </a:lnTo>
                  <a:lnTo>
                    <a:pt x="1530778" y="2414202"/>
                  </a:lnTo>
                  <a:lnTo>
                    <a:pt x="1537492" y="2422984"/>
                  </a:lnTo>
                  <a:lnTo>
                    <a:pt x="1544206" y="2392296"/>
                  </a:lnTo>
                  <a:lnTo>
                    <a:pt x="1550920" y="2352482"/>
                  </a:lnTo>
                  <a:lnTo>
                    <a:pt x="1557634" y="2400918"/>
                  </a:lnTo>
                  <a:lnTo>
                    <a:pt x="1564348" y="2338263"/>
                  </a:lnTo>
                  <a:lnTo>
                    <a:pt x="1571062" y="2370344"/>
                  </a:lnTo>
                  <a:lnTo>
                    <a:pt x="1577776" y="2335340"/>
                  </a:lnTo>
                  <a:lnTo>
                    <a:pt x="1584490" y="2384486"/>
                  </a:lnTo>
                  <a:lnTo>
                    <a:pt x="1591204" y="2406760"/>
                  </a:lnTo>
                  <a:lnTo>
                    <a:pt x="1597917" y="2388133"/>
                  </a:lnTo>
                  <a:lnTo>
                    <a:pt x="1604631" y="2433821"/>
                  </a:lnTo>
                  <a:lnTo>
                    <a:pt x="1611345" y="2416131"/>
                  </a:lnTo>
                  <a:lnTo>
                    <a:pt x="1618059" y="2439770"/>
                  </a:lnTo>
                  <a:lnTo>
                    <a:pt x="1624773" y="2432102"/>
                  </a:lnTo>
                  <a:lnTo>
                    <a:pt x="1631487" y="2411277"/>
                  </a:lnTo>
                  <a:lnTo>
                    <a:pt x="1638201" y="2406220"/>
                  </a:lnTo>
                  <a:lnTo>
                    <a:pt x="1644915" y="2391860"/>
                  </a:lnTo>
                  <a:lnTo>
                    <a:pt x="1651629" y="2426253"/>
                  </a:lnTo>
                  <a:lnTo>
                    <a:pt x="1658343" y="2382980"/>
                  </a:lnTo>
                  <a:lnTo>
                    <a:pt x="1665057" y="2381317"/>
                  </a:lnTo>
                  <a:lnTo>
                    <a:pt x="1671771" y="2354283"/>
                  </a:lnTo>
                  <a:lnTo>
                    <a:pt x="1678485" y="2338990"/>
                  </a:lnTo>
                  <a:lnTo>
                    <a:pt x="1685199" y="2329594"/>
                  </a:lnTo>
                  <a:lnTo>
                    <a:pt x="1691913" y="2249435"/>
                  </a:lnTo>
                  <a:lnTo>
                    <a:pt x="1698627" y="2092908"/>
                  </a:lnTo>
                  <a:lnTo>
                    <a:pt x="1705341" y="2053812"/>
                  </a:lnTo>
                  <a:lnTo>
                    <a:pt x="1712054" y="2182442"/>
                  </a:lnTo>
                  <a:lnTo>
                    <a:pt x="1718768" y="2295105"/>
                  </a:lnTo>
                  <a:lnTo>
                    <a:pt x="1725482" y="2276017"/>
                  </a:lnTo>
                  <a:lnTo>
                    <a:pt x="1732196" y="2316657"/>
                  </a:lnTo>
                  <a:lnTo>
                    <a:pt x="1738910" y="2290002"/>
                  </a:lnTo>
                  <a:lnTo>
                    <a:pt x="1745624" y="2336323"/>
                  </a:lnTo>
                  <a:lnTo>
                    <a:pt x="1752338" y="2334706"/>
                  </a:lnTo>
                  <a:lnTo>
                    <a:pt x="1759052" y="2309703"/>
                  </a:lnTo>
                  <a:lnTo>
                    <a:pt x="1765766" y="2308426"/>
                  </a:lnTo>
                  <a:lnTo>
                    <a:pt x="1772480" y="2315390"/>
                  </a:lnTo>
                  <a:lnTo>
                    <a:pt x="1779194" y="2349632"/>
                  </a:lnTo>
                  <a:lnTo>
                    <a:pt x="1785908" y="2340609"/>
                  </a:lnTo>
                  <a:lnTo>
                    <a:pt x="1792622" y="2347692"/>
                  </a:lnTo>
                  <a:lnTo>
                    <a:pt x="1799336" y="2347572"/>
                  </a:lnTo>
                  <a:lnTo>
                    <a:pt x="1806050" y="2342875"/>
                  </a:lnTo>
                  <a:lnTo>
                    <a:pt x="1812764" y="2368499"/>
                  </a:lnTo>
                  <a:lnTo>
                    <a:pt x="1819478" y="2380222"/>
                  </a:lnTo>
                  <a:lnTo>
                    <a:pt x="1826191" y="2372275"/>
                  </a:lnTo>
                  <a:lnTo>
                    <a:pt x="1832905" y="2355672"/>
                  </a:lnTo>
                  <a:lnTo>
                    <a:pt x="1839619" y="2360405"/>
                  </a:lnTo>
                  <a:lnTo>
                    <a:pt x="1846333" y="2382055"/>
                  </a:lnTo>
                  <a:lnTo>
                    <a:pt x="1853047" y="2372888"/>
                  </a:lnTo>
                  <a:lnTo>
                    <a:pt x="1859761" y="2353391"/>
                  </a:lnTo>
                  <a:lnTo>
                    <a:pt x="1866475" y="2326599"/>
                  </a:lnTo>
                  <a:lnTo>
                    <a:pt x="1873189" y="2316618"/>
                  </a:lnTo>
                  <a:lnTo>
                    <a:pt x="1879903" y="2299634"/>
                  </a:lnTo>
                  <a:lnTo>
                    <a:pt x="1886617" y="2330103"/>
                  </a:lnTo>
                  <a:lnTo>
                    <a:pt x="1893331" y="2369249"/>
                  </a:lnTo>
                  <a:lnTo>
                    <a:pt x="1900045" y="2378050"/>
                  </a:lnTo>
                  <a:lnTo>
                    <a:pt x="1906759" y="2378945"/>
                  </a:lnTo>
                  <a:lnTo>
                    <a:pt x="1913473" y="2371659"/>
                  </a:lnTo>
                  <a:lnTo>
                    <a:pt x="1920187" y="2371306"/>
                  </a:lnTo>
                  <a:lnTo>
                    <a:pt x="1926901" y="2370147"/>
                  </a:lnTo>
                  <a:lnTo>
                    <a:pt x="1933615" y="2345629"/>
                  </a:lnTo>
                  <a:lnTo>
                    <a:pt x="1940328" y="2299950"/>
                  </a:lnTo>
                  <a:lnTo>
                    <a:pt x="1947042" y="2322621"/>
                  </a:lnTo>
                  <a:lnTo>
                    <a:pt x="1953756" y="2296865"/>
                  </a:lnTo>
                  <a:lnTo>
                    <a:pt x="1960470" y="2302560"/>
                  </a:lnTo>
                  <a:lnTo>
                    <a:pt x="1967184" y="2250287"/>
                  </a:lnTo>
                  <a:lnTo>
                    <a:pt x="1973898" y="2231993"/>
                  </a:lnTo>
                  <a:lnTo>
                    <a:pt x="1980612" y="2249550"/>
                  </a:lnTo>
                  <a:lnTo>
                    <a:pt x="1987326" y="2236521"/>
                  </a:lnTo>
                  <a:lnTo>
                    <a:pt x="1994040" y="2226110"/>
                  </a:lnTo>
                  <a:lnTo>
                    <a:pt x="2000754" y="2277342"/>
                  </a:lnTo>
                  <a:lnTo>
                    <a:pt x="2007468" y="2290566"/>
                  </a:lnTo>
                  <a:lnTo>
                    <a:pt x="2014182" y="2254312"/>
                  </a:lnTo>
                  <a:lnTo>
                    <a:pt x="2020896" y="2271657"/>
                  </a:lnTo>
                  <a:lnTo>
                    <a:pt x="2027610" y="2235998"/>
                  </a:lnTo>
                  <a:lnTo>
                    <a:pt x="2034324" y="2284885"/>
                  </a:lnTo>
                  <a:lnTo>
                    <a:pt x="2041038" y="2239134"/>
                  </a:lnTo>
                  <a:lnTo>
                    <a:pt x="2047752" y="2238410"/>
                  </a:lnTo>
                  <a:lnTo>
                    <a:pt x="2054465" y="2166259"/>
                  </a:lnTo>
                  <a:lnTo>
                    <a:pt x="2061179" y="2233045"/>
                  </a:lnTo>
                  <a:lnTo>
                    <a:pt x="2067893" y="2283841"/>
                  </a:lnTo>
                  <a:lnTo>
                    <a:pt x="2074607" y="2251620"/>
                  </a:lnTo>
                  <a:lnTo>
                    <a:pt x="2081321" y="2270067"/>
                  </a:lnTo>
                  <a:lnTo>
                    <a:pt x="2088035" y="2243773"/>
                  </a:lnTo>
                  <a:lnTo>
                    <a:pt x="2094749" y="2211715"/>
                  </a:lnTo>
                  <a:lnTo>
                    <a:pt x="2101463" y="2264903"/>
                  </a:lnTo>
                  <a:lnTo>
                    <a:pt x="2108177" y="2276897"/>
                  </a:lnTo>
                  <a:lnTo>
                    <a:pt x="2114891" y="2328682"/>
                  </a:lnTo>
                  <a:lnTo>
                    <a:pt x="2121605" y="2322175"/>
                  </a:lnTo>
                  <a:lnTo>
                    <a:pt x="2128319" y="2266034"/>
                  </a:lnTo>
                  <a:lnTo>
                    <a:pt x="2135033" y="2234770"/>
                  </a:lnTo>
                  <a:lnTo>
                    <a:pt x="2141747" y="2227803"/>
                  </a:lnTo>
                  <a:lnTo>
                    <a:pt x="2148461" y="2171281"/>
                  </a:lnTo>
                  <a:lnTo>
                    <a:pt x="2155175" y="2123317"/>
                  </a:lnTo>
                  <a:lnTo>
                    <a:pt x="2161889" y="2111502"/>
                  </a:lnTo>
                  <a:lnTo>
                    <a:pt x="2168602" y="2017851"/>
                  </a:lnTo>
                  <a:lnTo>
                    <a:pt x="2175316" y="1996799"/>
                  </a:lnTo>
                  <a:lnTo>
                    <a:pt x="2182030" y="1892179"/>
                  </a:lnTo>
                  <a:lnTo>
                    <a:pt x="2188744" y="1867436"/>
                  </a:lnTo>
                  <a:lnTo>
                    <a:pt x="2195458" y="1814301"/>
                  </a:lnTo>
                  <a:lnTo>
                    <a:pt x="2202172" y="1846276"/>
                  </a:lnTo>
                  <a:lnTo>
                    <a:pt x="2208886" y="1877918"/>
                  </a:lnTo>
                  <a:lnTo>
                    <a:pt x="2215600" y="1942937"/>
                  </a:lnTo>
                  <a:lnTo>
                    <a:pt x="2222314" y="1913203"/>
                  </a:lnTo>
                  <a:lnTo>
                    <a:pt x="2229028" y="1924218"/>
                  </a:lnTo>
                  <a:lnTo>
                    <a:pt x="2235742" y="1902838"/>
                  </a:lnTo>
                  <a:lnTo>
                    <a:pt x="2242456" y="1923069"/>
                  </a:lnTo>
                  <a:lnTo>
                    <a:pt x="2249170" y="1849865"/>
                  </a:lnTo>
                  <a:lnTo>
                    <a:pt x="2255884" y="1735669"/>
                  </a:lnTo>
                  <a:lnTo>
                    <a:pt x="2262598" y="1723025"/>
                  </a:lnTo>
                  <a:lnTo>
                    <a:pt x="2269312" y="1667187"/>
                  </a:lnTo>
                  <a:lnTo>
                    <a:pt x="2276026" y="1659219"/>
                  </a:lnTo>
                  <a:lnTo>
                    <a:pt x="2282739" y="1677420"/>
                  </a:lnTo>
                  <a:lnTo>
                    <a:pt x="2289453" y="1741601"/>
                  </a:lnTo>
                  <a:lnTo>
                    <a:pt x="2296167" y="1724210"/>
                  </a:lnTo>
                  <a:lnTo>
                    <a:pt x="2302881" y="1682203"/>
                  </a:lnTo>
                  <a:lnTo>
                    <a:pt x="2309595" y="1627332"/>
                  </a:lnTo>
                  <a:lnTo>
                    <a:pt x="2316309" y="1499157"/>
                  </a:lnTo>
                  <a:lnTo>
                    <a:pt x="2323023" y="1411659"/>
                  </a:lnTo>
                  <a:lnTo>
                    <a:pt x="2329737" y="1502361"/>
                  </a:lnTo>
                  <a:lnTo>
                    <a:pt x="2336451" y="1443121"/>
                  </a:lnTo>
                  <a:lnTo>
                    <a:pt x="2343165" y="1515472"/>
                  </a:lnTo>
                  <a:lnTo>
                    <a:pt x="2349879" y="1564045"/>
                  </a:lnTo>
                  <a:lnTo>
                    <a:pt x="2356593" y="1485403"/>
                  </a:lnTo>
                  <a:lnTo>
                    <a:pt x="2363307" y="1485264"/>
                  </a:lnTo>
                  <a:lnTo>
                    <a:pt x="2370021" y="1581732"/>
                  </a:lnTo>
                  <a:lnTo>
                    <a:pt x="2376735" y="1608943"/>
                  </a:lnTo>
                  <a:lnTo>
                    <a:pt x="2383449" y="1536826"/>
                  </a:lnTo>
                  <a:lnTo>
                    <a:pt x="2390163" y="1462371"/>
                  </a:lnTo>
                  <a:lnTo>
                    <a:pt x="2396876" y="1429876"/>
                  </a:lnTo>
                  <a:lnTo>
                    <a:pt x="2403590" y="1399371"/>
                  </a:lnTo>
                  <a:lnTo>
                    <a:pt x="2410304" y="1431872"/>
                  </a:lnTo>
                  <a:lnTo>
                    <a:pt x="2417018" y="1444582"/>
                  </a:lnTo>
                  <a:lnTo>
                    <a:pt x="2423732" y="1441740"/>
                  </a:lnTo>
                  <a:lnTo>
                    <a:pt x="2430446" y="1501727"/>
                  </a:lnTo>
                  <a:lnTo>
                    <a:pt x="2437160" y="1491742"/>
                  </a:lnTo>
                  <a:lnTo>
                    <a:pt x="2443874" y="1470407"/>
                  </a:lnTo>
                  <a:lnTo>
                    <a:pt x="2450588" y="1443650"/>
                  </a:lnTo>
                  <a:lnTo>
                    <a:pt x="2457302" y="1453132"/>
                  </a:lnTo>
                  <a:lnTo>
                    <a:pt x="2464016" y="1354443"/>
                  </a:lnTo>
                  <a:lnTo>
                    <a:pt x="2470730" y="1333748"/>
                  </a:lnTo>
                  <a:lnTo>
                    <a:pt x="2477444" y="1225896"/>
                  </a:lnTo>
                  <a:lnTo>
                    <a:pt x="2484158" y="1238675"/>
                  </a:lnTo>
                  <a:lnTo>
                    <a:pt x="2490872" y="1255272"/>
                  </a:lnTo>
                  <a:lnTo>
                    <a:pt x="2497586" y="1252493"/>
                  </a:lnTo>
                  <a:lnTo>
                    <a:pt x="2504300" y="1164686"/>
                  </a:lnTo>
                  <a:lnTo>
                    <a:pt x="2511013" y="1027590"/>
                  </a:lnTo>
                  <a:lnTo>
                    <a:pt x="2517727" y="985239"/>
                  </a:lnTo>
                  <a:lnTo>
                    <a:pt x="2524441" y="857507"/>
                  </a:lnTo>
                  <a:lnTo>
                    <a:pt x="2531155" y="774256"/>
                  </a:lnTo>
                  <a:lnTo>
                    <a:pt x="2537869" y="662158"/>
                  </a:lnTo>
                  <a:lnTo>
                    <a:pt x="2544583" y="604814"/>
                  </a:lnTo>
                  <a:lnTo>
                    <a:pt x="2551297" y="571484"/>
                  </a:lnTo>
                  <a:lnTo>
                    <a:pt x="2558011" y="545670"/>
                  </a:lnTo>
                  <a:lnTo>
                    <a:pt x="2564725" y="500643"/>
                  </a:lnTo>
                  <a:lnTo>
                    <a:pt x="2571439" y="598404"/>
                  </a:lnTo>
                  <a:lnTo>
                    <a:pt x="2578153" y="578170"/>
                  </a:lnTo>
                  <a:lnTo>
                    <a:pt x="2584867" y="648410"/>
                  </a:lnTo>
                  <a:lnTo>
                    <a:pt x="2591581" y="501883"/>
                  </a:lnTo>
                  <a:lnTo>
                    <a:pt x="2598295" y="487867"/>
                  </a:lnTo>
                  <a:lnTo>
                    <a:pt x="2605009" y="426204"/>
                  </a:lnTo>
                  <a:lnTo>
                    <a:pt x="2611723" y="387549"/>
                  </a:lnTo>
                  <a:lnTo>
                    <a:pt x="2618437" y="419516"/>
                  </a:lnTo>
                  <a:lnTo>
                    <a:pt x="2625150" y="270044"/>
                  </a:lnTo>
                  <a:lnTo>
                    <a:pt x="2631864" y="312415"/>
                  </a:lnTo>
                  <a:lnTo>
                    <a:pt x="2638578" y="577973"/>
                  </a:lnTo>
                  <a:lnTo>
                    <a:pt x="2645292" y="451050"/>
                  </a:lnTo>
                  <a:lnTo>
                    <a:pt x="2652006" y="484591"/>
                  </a:lnTo>
                  <a:lnTo>
                    <a:pt x="2658720" y="482387"/>
                  </a:lnTo>
                  <a:lnTo>
                    <a:pt x="2665434" y="521862"/>
                  </a:lnTo>
                  <a:lnTo>
                    <a:pt x="2672148" y="542453"/>
                  </a:lnTo>
                  <a:lnTo>
                    <a:pt x="2678862" y="514315"/>
                  </a:lnTo>
                  <a:lnTo>
                    <a:pt x="2685576" y="273075"/>
                  </a:lnTo>
                  <a:lnTo>
                    <a:pt x="2692290" y="305213"/>
                  </a:lnTo>
                  <a:lnTo>
                    <a:pt x="2699004" y="304827"/>
                  </a:lnTo>
                  <a:lnTo>
                    <a:pt x="2705718" y="360751"/>
                  </a:lnTo>
                  <a:lnTo>
                    <a:pt x="2712432" y="261977"/>
                  </a:lnTo>
                  <a:lnTo>
                    <a:pt x="2719146" y="305697"/>
                  </a:lnTo>
                  <a:lnTo>
                    <a:pt x="2725860" y="349005"/>
                  </a:lnTo>
                  <a:lnTo>
                    <a:pt x="2732574" y="352736"/>
                  </a:lnTo>
                  <a:lnTo>
                    <a:pt x="2739287" y="344389"/>
                  </a:lnTo>
                  <a:lnTo>
                    <a:pt x="2746001" y="416593"/>
                  </a:lnTo>
                  <a:lnTo>
                    <a:pt x="2752715" y="377744"/>
                  </a:lnTo>
                  <a:lnTo>
                    <a:pt x="2759429" y="364072"/>
                  </a:lnTo>
                  <a:lnTo>
                    <a:pt x="2766143" y="330402"/>
                  </a:lnTo>
                  <a:lnTo>
                    <a:pt x="2772857" y="335272"/>
                  </a:lnTo>
                  <a:lnTo>
                    <a:pt x="2779571" y="317851"/>
                  </a:lnTo>
                  <a:lnTo>
                    <a:pt x="2786285" y="285142"/>
                  </a:lnTo>
                  <a:lnTo>
                    <a:pt x="2792999" y="168270"/>
                  </a:lnTo>
                  <a:lnTo>
                    <a:pt x="2799713" y="220504"/>
                  </a:lnTo>
                  <a:lnTo>
                    <a:pt x="2806427" y="344575"/>
                  </a:lnTo>
                  <a:lnTo>
                    <a:pt x="2813141" y="597023"/>
                  </a:lnTo>
                  <a:lnTo>
                    <a:pt x="2819855" y="598678"/>
                  </a:lnTo>
                  <a:lnTo>
                    <a:pt x="2826569" y="712763"/>
                  </a:lnTo>
                  <a:lnTo>
                    <a:pt x="2833283" y="636097"/>
                  </a:lnTo>
                  <a:lnTo>
                    <a:pt x="2839997" y="504934"/>
                  </a:lnTo>
                  <a:lnTo>
                    <a:pt x="2846711" y="481593"/>
                  </a:lnTo>
                  <a:lnTo>
                    <a:pt x="2853424" y="351916"/>
                  </a:lnTo>
                  <a:lnTo>
                    <a:pt x="2860138" y="685568"/>
                  </a:lnTo>
                  <a:lnTo>
                    <a:pt x="2866852" y="724278"/>
                  </a:lnTo>
                  <a:lnTo>
                    <a:pt x="2873566" y="770147"/>
                  </a:lnTo>
                  <a:lnTo>
                    <a:pt x="2880280" y="712828"/>
                  </a:lnTo>
                  <a:lnTo>
                    <a:pt x="2886994" y="845546"/>
                  </a:lnTo>
                  <a:lnTo>
                    <a:pt x="2893708" y="905222"/>
                  </a:lnTo>
                  <a:lnTo>
                    <a:pt x="2900422" y="798019"/>
                  </a:lnTo>
                  <a:lnTo>
                    <a:pt x="2907136" y="725830"/>
                  </a:lnTo>
                  <a:lnTo>
                    <a:pt x="2913850" y="702436"/>
                  </a:lnTo>
                  <a:lnTo>
                    <a:pt x="2920564" y="685244"/>
                  </a:lnTo>
                  <a:lnTo>
                    <a:pt x="2927278" y="718608"/>
                  </a:lnTo>
                  <a:lnTo>
                    <a:pt x="2933992" y="685780"/>
                  </a:lnTo>
                  <a:lnTo>
                    <a:pt x="2940706" y="666891"/>
                  </a:lnTo>
                  <a:lnTo>
                    <a:pt x="2947420" y="556613"/>
                  </a:lnTo>
                  <a:lnTo>
                    <a:pt x="2954134" y="397361"/>
                  </a:lnTo>
                  <a:lnTo>
                    <a:pt x="2960848" y="390489"/>
                  </a:lnTo>
                  <a:lnTo>
                    <a:pt x="2967561" y="278220"/>
                  </a:lnTo>
                  <a:lnTo>
                    <a:pt x="2974275" y="406140"/>
                  </a:lnTo>
                  <a:lnTo>
                    <a:pt x="2980989" y="357277"/>
                  </a:lnTo>
                  <a:lnTo>
                    <a:pt x="2987703" y="428276"/>
                  </a:lnTo>
                  <a:lnTo>
                    <a:pt x="2994417" y="615759"/>
                  </a:lnTo>
                  <a:lnTo>
                    <a:pt x="3001131" y="579324"/>
                  </a:lnTo>
                  <a:lnTo>
                    <a:pt x="3007845" y="533312"/>
                  </a:lnTo>
                  <a:lnTo>
                    <a:pt x="3014559" y="549737"/>
                  </a:lnTo>
                  <a:lnTo>
                    <a:pt x="3021273" y="470137"/>
                  </a:lnTo>
                  <a:lnTo>
                    <a:pt x="3027987" y="532169"/>
                  </a:lnTo>
                  <a:lnTo>
                    <a:pt x="3034701" y="407637"/>
                  </a:lnTo>
                  <a:lnTo>
                    <a:pt x="3041415" y="396097"/>
                  </a:lnTo>
                  <a:lnTo>
                    <a:pt x="3048129" y="404913"/>
                  </a:lnTo>
                  <a:lnTo>
                    <a:pt x="3054843" y="386769"/>
                  </a:lnTo>
                  <a:lnTo>
                    <a:pt x="3061557" y="342962"/>
                  </a:lnTo>
                  <a:lnTo>
                    <a:pt x="3068271" y="346714"/>
                  </a:lnTo>
                  <a:lnTo>
                    <a:pt x="3074985" y="341640"/>
                  </a:lnTo>
                  <a:lnTo>
                    <a:pt x="3081698" y="511352"/>
                  </a:lnTo>
                  <a:lnTo>
                    <a:pt x="3088412" y="459672"/>
                  </a:lnTo>
                  <a:lnTo>
                    <a:pt x="3095126" y="547774"/>
                  </a:lnTo>
                  <a:lnTo>
                    <a:pt x="3101840" y="301158"/>
                  </a:lnTo>
                  <a:lnTo>
                    <a:pt x="3108554" y="343416"/>
                  </a:lnTo>
                  <a:lnTo>
                    <a:pt x="3115268" y="387062"/>
                  </a:lnTo>
                  <a:lnTo>
                    <a:pt x="3121982" y="335388"/>
                  </a:lnTo>
                  <a:lnTo>
                    <a:pt x="3128696" y="441540"/>
                  </a:lnTo>
                  <a:lnTo>
                    <a:pt x="3135410" y="314720"/>
                  </a:lnTo>
                  <a:lnTo>
                    <a:pt x="3142124" y="171848"/>
                  </a:lnTo>
                  <a:lnTo>
                    <a:pt x="3148838" y="160802"/>
                  </a:lnTo>
                  <a:lnTo>
                    <a:pt x="3155552" y="97270"/>
                  </a:lnTo>
                  <a:lnTo>
                    <a:pt x="3162266" y="145675"/>
                  </a:lnTo>
                  <a:lnTo>
                    <a:pt x="3168980" y="214152"/>
                  </a:lnTo>
                  <a:lnTo>
                    <a:pt x="3175694" y="225677"/>
                  </a:lnTo>
                  <a:lnTo>
                    <a:pt x="3182408" y="226452"/>
                  </a:lnTo>
                  <a:lnTo>
                    <a:pt x="3189122" y="272210"/>
                  </a:lnTo>
                  <a:lnTo>
                    <a:pt x="3195835" y="279009"/>
                  </a:lnTo>
                  <a:lnTo>
                    <a:pt x="3202549" y="274088"/>
                  </a:lnTo>
                  <a:lnTo>
                    <a:pt x="3209263" y="307126"/>
                  </a:lnTo>
                  <a:lnTo>
                    <a:pt x="3215977" y="252285"/>
                  </a:lnTo>
                  <a:lnTo>
                    <a:pt x="3222691" y="354743"/>
                  </a:lnTo>
                  <a:lnTo>
                    <a:pt x="3229405" y="341736"/>
                  </a:lnTo>
                  <a:lnTo>
                    <a:pt x="3236119" y="336021"/>
                  </a:lnTo>
                  <a:lnTo>
                    <a:pt x="3242833" y="314323"/>
                  </a:lnTo>
                  <a:lnTo>
                    <a:pt x="3249547" y="314068"/>
                  </a:lnTo>
                  <a:lnTo>
                    <a:pt x="3256261" y="335216"/>
                  </a:lnTo>
                  <a:lnTo>
                    <a:pt x="3262975" y="354932"/>
                  </a:lnTo>
                  <a:lnTo>
                    <a:pt x="3269689" y="272616"/>
                  </a:lnTo>
                  <a:lnTo>
                    <a:pt x="3276403" y="195621"/>
                  </a:lnTo>
                  <a:lnTo>
                    <a:pt x="3283117" y="141733"/>
                  </a:lnTo>
                  <a:lnTo>
                    <a:pt x="3289831" y="68943"/>
                  </a:lnTo>
                  <a:lnTo>
                    <a:pt x="3296545" y="43452"/>
                  </a:lnTo>
                  <a:lnTo>
                    <a:pt x="3303259" y="82745"/>
                  </a:lnTo>
                  <a:lnTo>
                    <a:pt x="3309972" y="88408"/>
                  </a:lnTo>
                  <a:lnTo>
                    <a:pt x="3316686" y="111188"/>
                  </a:lnTo>
                  <a:lnTo>
                    <a:pt x="3323400" y="183580"/>
                  </a:lnTo>
                  <a:lnTo>
                    <a:pt x="3330114" y="199444"/>
                  </a:lnTo>
                  <a:lnTo>
                    <a:pt x="3336828" y="271851"/>
                  </a:lnTo>
                  <a:lnTo>
                    <a:pt x="3343542" y="345838"/>
                  </a:lnTo>
                  <a:lnTo>
                    <a:pt x="3350256" y="261012"/>
                  </a:lnTo>
                  <a:lnTo>
                    <a:pt x="3356970" y="173606"/>
                  </a:lnTo>
                  <a:lnTo>
                    <a:pt x="3363684" y="83235"/>
                  </a:lnTo>
                  <a:lnTo>
                    <a:pt x="3370398" y="0"/>
                  </a:lnTo>
                  <a:lnTo>
                    <a:pt x="3377112" y="47651"/>
                  </a:lnTo>
                  <a:lnTo>
                    <a:pt x="3383826" y="41392"/>
                  </a:lnTo>
                  <a:lnTo>
                    <a:pt x="3390540" y="60722"/>
                  </a:lnTo>
                  <a:lnTo>
                    <a:pt x="3397254" y="80510"/>
                  </a:lnTo>
                  <a:lnTo>
                    <a:pt x="3403968" y="76163"/>
                  </a:lnTo>
                  <a:lnTo>
                    <a:pt x="3410682" y="27196"/>
                  </a:lnTo>
                  <a:lnTo>
                    <a:pt x="3417396" y="105790"/>
                  </a:lnTo>
                  <a:lnTo>
                    <a:pt x="3424109" y="91661"/>
                  </a:lnTo>
                  <a:lnTo>
                    <a:pt x="3430823" y="91861"/>
                  </a:lnTo>
                  <a:lnTo>
                    <a:pt x="3437537" y="56595"/>
                  </a:lnTo>
                  <a:lnTo>
                    <a:pt x="3444251" y="162640"/>
                  </a:lnTo>
                  <a:lnTo>
                    <a:pt x="3450965" y="152093"/>
                  </a:lnTo>
                  <a:lnTo>
                    <a:pt x="3457679" y="288606"/>
                  </a:lnTo>
                  <a:lnTo>
                    <a:pt x="3464393" y="338789"/>
                  </a:lnTo>
                  <a:lnTo>
                    <a:pt x="3471107" y="472486"/>
                  </a:lnTo>
                  <a:lnTo>
                    <a:pt x="3477821" y="551519"/>
                  </a:lnTo>
                  <a:lnTo>
                    <a:pt x="3484535" y="546817"/>
                  </a:lnTo>
                  <a:lnTo>
                    <a:pt x="3491249" y="553825"/>
                  </a:lnTo>
                  <a:lnTo>
                    <a:pt x="3497963" y="597607"/>
                  </a:lnTo>
                  <a:lnTo>
                    <a:pt x="3504677" y="598817"/>
                  </a:lnTo>
                  <a:lnTo>
                    <a:pt x="3511391" y="554826"/>
                  </a:lnTo>
                  <a:lnTo>
                    <a:pt x="3518105" y="467984"/>
                  </a:lnTo>
                  <a:lnTo>
                    <a:pt x="3524819" y="426935"/>
                  </a:lnTo>
                  <a:lnTo>
                    <a:pt x="3531533" y="374176"/>
                  </a:lnTo>
                  <a:lnTo>
                    <a:pt x="3538246" y="342697"/>
                  </a:lnTo>
                  <a:lnTo>
                    <a:pt x="3544960" y="221899"/>
                  </a:lnTo>
                  <a:lnTo>
                    <a:pt x="3551674" y="263827"/>
                  </a:lnTo>
                  <a:lnTo>
                    <a:pt x="3558388" y="309461"/>
                  </a:lnTo>
                  <a:lnTo>
                    <a:pt x="3565102" y="375192"/>
                  </a:lnTo>
                  <a:lnTo>
                    <a:pt x="3571816" y="409171"/>
                  </a:lnTo>
                  <a:lnTo>
                    <a:pt x="3578530" y="532231"/>
                  </a:lnTo>
                  <a:lnTo>
                    <a:pt x="3585244" y="629307"/>
                  </a:lnTo>
                  <a:lnTo>
                    <a:pt x="3591958" y="640694"/>
                  </a:lnTo>
                  <a:lnTo>
                    <a:pt x="3598672" y="707716"/>
                  </a:lnTo>
                  <a:lnTo>
                    <a:pt x="3605386" y="739668"/>
                  </a:lnTo>
                  <a:lnTo>
                    <a:pt x="3612100" y="746551"/>
                  </a:lnTo>
                  <a:lnTo>
                    <a:pt x="3618814" y="711073"/>
                  </a:lnTo>
                  <a:lnTo>
                    <a:pt x="3625528" y="603178"/>
                  </a:lnTo>
                  <a:lnTo>
                    <a:pt x="3632242" y="596552"/>
                  </a:lnTo>
                  <a:lnTo>
                    <a:pt x="3638956" y="509691"/>
                  </a:lnTo>
                  <a:lnTo>
                    <a:pt x="3645670" y="470765"/>
                  </a:lnTo>
                  <a:lnTo>
                    <a:pt x="3652383" y="427022"/>
                  </a:lnTo>
                  <a:lnTo>
                    <a:pt x="3659097" y="461242"/>
                  </a:lnTo>
                  <a:lnTo>
                    <a:pt x="3665811" y="499134"/>
                  </a:lnTo>
                  <a:lnTo>
                    <a:pt x="3672525" y="506846"/>
                  </a:lnTo>
                  <a:lnTo>
                    <a:pt x="3679239" y="485099"/>
                  </a:lnTo>
                  <a:lnTo>
                    <a:pt x="3685953" y="488571"/>
                  </a:lnTo>
                  <a:lnTo>
                    <a:pt x="3692667" y="464225"/>
                  </a:lnTo>
                  <a:lnTo>
                    <a:pt x="3699381" y="572324"/>
                  </a:lnTo>
                  <a:lnTo>
                    <a:pt x="3706095" y="605034"/>
                  </a:lnTo>
                  <a:lnTo>
                    <a:pt x="3712809" y="514948"/>
                  </a:lnTo>
                  <a:lnTo>
                    <a:pt x="3719523" y="452451"/>
                  </a:lnTo>
                  <a:lnTo>
                    <a:pt x="3726237" y="410854"/>
                  </a:lnTo>
                  <a:lnTo>
                    <a:pt x="3732951" y="102336"/>
                  </a:lnTo>
                  <a:lnTo>
                    <a:pt x="3739665" y="120147"/>
                  </a:lnTo>
                  <a:lnTo>
                    <a:pt x="3746379" y="108055"/>
                  </a:lnTo>
                  <a:lnTo>
                    <a:pt x="3753093" y="82314"/>
                  </a:lnTo>
                  <a:lnTo>
                    <a:pt x="3759807" y="162144"/>
                  </a:lnTo>
                  <a:lnTo>
                    <a:pt x="3766520" y="309382"/>
                  </a:lnTo>
                  <a:lnTo>
                    <a:pt x="3773234" y="257880"/>
                  </a:lnTo>
                  <a:lnTo>
                    <a:pt x="3779948" y="170399"/>
                  </a:lnTo>
                  <a:lnTo>
                    <a:pt x="3786662" y="181040"/>
                  </a:lnTo>
                  <a:lnTo>
                    <a:pt x="3793376" y="235295"/>
                  </a:lnTo>
                  <a:lnTo>
                    <a:pt x="3800090" y="221832"/>
                  </a:lnTo>
                  <a:lnTo>
                    <a:pt x="3806804" y="188315"/>
                  </a:lnTo>
                  <a:lnTo>
                    <a:pt x="3813518" y="149023"/>
                  </a:lnTo>
                  <a:lnTo>
                    <a:pt x="3820232" y="151180"/>
                  </a:lnTo>
                  <a:lnTo>
                    <a:pt x="3826946" y="160194"/>
                  </a:lnTo>
                  <a:lnTo>
                    <a:pt x="3833660" y="183046"/>
                  </a:lnTo>
                  <a:lnTo>
                    <a:pt x="3840374" y="204317"/>
                  </a:lnTo>
                  <a:lnTo>
                    <a:pt x="3847088" y="120111"/>
                  </a:lnTo>
                  <a:lnTo>
                    <a:pt x="3853802" y="104717"/>
                  </a:lnTo>
                  <a:lnTo>
                    <a:pt x="3860516" y="186835"/>
                  </a:lnTo>
                  <a:lnTo>
                    <a:pt x="3867230" y="128295"/>
                  </a:lnTo>
                  <a:lnTo>
                    <a:pt x="3873944" y="225410"/>
                  </a:lnTo>
                  <a:lnTo>
                    <a:pt x="3880657" y="148969"/>
                  </a:lnTo>
                  <a:lnTo>
                    <a:pt x="3887371" y="152780"/>
                  </a:lnTo>
                  <a:lnTo>
                    <a:pt x="3894085" y="223691"/>
                  </a:lnTo>
                  <a:lnTo>
                    <a:pt x="3900799" y="350930"/>
                  </a:lnTo>
                  <a:lnTo>
                    <a:pt x="3907513" y="432971"/>
                  </a:lnTo>
                  <a:lnTo>
                    <a:pt x="3914227" y="509534"/>
                  </a:lnTo>
                  <a:lnTo>
                    <a:pt x="3920941" y="441437"/>
                  </a:lnTo>
                  <a:lnTo>
                    <a:pt x="3927655" y="327012"/>
                  </a:lnTo>
                  <a:lnTo>
                    <a:pt x="3934369" y="311731"/>
                  </a:lnTo>
                  <a:lnTo>
                    <a:pt x="3941083" y="323523"/>
                  </a:lnTo>
                  <a:lnTo>
                    <a:pt x="3947797" y="278505"/>
                  </a:lnTo>
                  <a:lnTo>
                    <a:pt x="3954511" y="323790"/>
                  </a:lnTo>
                  <a:lnTo>
                    <a:pt x="3961225" y="313473"/>
                  </a:lnTo>
                  <a:lnTo>
                    <a:pt x="3967939" y="318240"/>
                  </a:lnTo>
                  <a:lnTo>
                    <a:pt x="3974653" y="386562"/>
                  </a:lnTo>
                  <a:lnTo>
                    <a:pt x="3981367" y="391380"/>
                  </a:lnTo>
                  <a:lnTo>
                    <a:pt x="3988081" y="438623"/>
                  </a:lnTo>
                  <a:lnTo>
                    <a:pt x="3994794" y="472932"/>
                  </a:lnTo>
                  <a:lnTo>
                    <a:pt x="4001508" y="499738"/>
                  </a:lnTo>
                  <a:lnTo>
                    <a:pt x="4008222" y="602787"/>
                  </a:lnTo>
                  <a:lnTo>
                    <a:pt x="4014936" y="633208"/>
                  </a:lnTo>
                  <a:lnTo>
                    <a:pt x="4021650" y="600775"/>
                  </a:lnTo>
                  <a:lnTo>
                    <a:pt x="4028364" y="636924"/>
                  </a:lnTo>
                  <a:lnTo>
                    <a:pt x="4035078" y="596867"/>
                  </a:lnTo>
                  <a:lnTo>
                    <a:pt x="4041792" y="488872"/>
                  </a:lnTo>
                  <a:lnTo>
                    <a:pt x="4048506" y="453345"/>
                  </a:lnTo>
                  <a:lnTo>
                    <a:pt x="4055220" y="398044"/>
                  </a:lnTo>
                  <a:lnTo>
                    <a:pt x="4061934" y="395156"/>
                  </a:lnTo>
                  <a:lnTo>
                    <a:pt x="4068648" y="317844"/>
                  </a:lnTo>
                  <a:lnTo>
                    <a:pt x="4075362" y="264788"/>
                  </a:lnTo>
                  <a:lnTo>
                    <a:pt x="4082076" y="344659"/>
                  </a:lnTo>
                  <a:lnTo>
                    <a:pt x="4088790" y="357437"/>
                  </a:lnTo>
                  <a:lnTo>
                    <a:pt x="4095504" y="316989"/>
                  </a:lnTo>
                  <a:lnTo>
                    <a:pt x="4102218" y="426803"/>
                  </a:lnTo>
                  <a:lnTo>
                    <a:pt x="4108931" y="412878"/>
                  </a:lnTo>
                  <a:lnTo>
                    <a:pt x="4115645" y="389163"/>
                  </a:lnTo>
                  <a:lnTo>
                    <a:pt x="4122359" y="460924"/>
                  </a:lnTo>
                  <a:lnTo>
                    <a:pt x="4129073" y="584005"/>
                  </a:lnTo>
                  <a:lnTo>
                    <a:pt x="4135787" y="716616"/>
                  </a:lnTo>
                  <a:lnTo>
                    <a:pt x="4142501" y="801855"/>
                  </a:lnTo>
                  <a:lnTo>
                    <a:pt x="4149215" y="735812"/>
                  </a:lnTo>
                  <a:lnTo>
                    <a:pt x="4155929" y="562450"/>
                  </a:lnTo>
                  <a:lnTo>
                    <a:pt x="4162643" y="565685"/>
                  </a:lnTo>
                  <a:lnTo>
                    <a:pt x="4169357" y="592780"/>
                  </a:lnTo>
                  <a:lnTo>
                    <a:pt x="4176071" y="510817"/>
                  </a:lnTo>
                  <a:lnTo>
                    <a:pt x="4182785" y="457901"/>
                  </a:lnTo>
                  <a:lnTo>
                    <a:pt x="4189499" y="417138"/>
                  </a:lnTo>
                  <a:lnTo>
                    <a:pt x="4196213" y="392170"/>
                  </a:lnTo>
                  <a:lnTo>
                    <a:pt x="4202927" y="404794"/>
                  </a:lnTo>
                  <a:lnTo>
                    <a:pt x="4209641" y="402195"/>
                  </a:lnTo>
                  <a:lnTo>
                    <a:pt x="4216355" y="456781"/>
                  </a:lnTo>
                  <a:lnTo>
                    <a:pt x="4223068" y="533202"/>
                  </a:lnTo>
                  <a:lnTo>
                    <a:pt x="4229782" y="603075"/>
                  </a:lnTo>
                  <a:lnTo>
                    <a:pt x="4236496" y="649457"/>
                  </a:lnTo>
                  <a:lnTo>
                    <a:pt x="4243210" y="738221"/>
                  </a:lnTo>
                  <a:lnTo>
                    <a:pt x="4249924" y="759185"/>
                  </a:lnTo>
                  <a:lnTo>
                    <a:pt x="4256638" y="726602"/>
                  </a:lnTo>
                  <a:lnTo>
                    <a:pt x="4263352" y="660133"/>
                  </a:lnTo>
                  <a:lnTo>
                    <a:pt x="4270066" y="648194"/>
                  </a:lnTo>
                  <a:lnTo>
                    <a:pt x="4276780" y="697188"/>
                  </a:lnTo>
                  <a:lnTo>
                    <a:pt x="4283494" y="567675"/>
                  </a:lnTo>
                  <a:lnTo>
                    <a:pt x="4290208" y="469647"/>
                  </a:lnTo>
                  <a:lnTo>
                    <a:pt x="4296922" y="474826"/>
                  </a:lnTo>
                  <a:lnTo>
                    <a:pt x="4303636" y="497698"/>
                  </a:lnTo>
                  <a:lnTo>
                    <a:pt x="4310350" y="482718"/>
                  </a:lnTo>
                  <a:lnTo>
                    <a:pt x="4317064" y="475363"/>
                  </a:lnTo>
                  <a:lnTo>
                    <a:pt x="4323778" y="559337"/>
                  </a:lnTo>
                  <a:lnTo>
                    <a:pt x="4330492" y="573354"/>
                  </a:lnTo>
                  <a:lnTo>
                    <a:pt x="4337205" y="496175"/>
                  </a:lnTo>
                  <a:lnTo>
                    <a:pt x="4343919" y="506869"/>
                  </a:lnTo>
                  <a:lnTo>
                    <a:pt x="4350633" y="488842"/>
                  </a:lnTo>
                  <a:lnTo>
                    <a:pt x="4357347" y="564685"/>
                  </a:lnTo>
                  <a:lnTo>
                    <a:pt x="4364061" y="665576"/>
                  </a:lnTo>
                  <a:lnTo>
                    <a:pt x="4370775" y="724895"/>
                  </a:lnTo>
                  <a:lnTo>
                    <a:pt x="4377489" y="729680"/>
                  </a:lnTo>
                  <a:lnTo>
                    <a:pt x="4384203" y="621448"/>
                  </a:lnTo>
                  <a:lnTo>
                    <a:pt x="4390917" y="545524"/>
                  </a:lnTo>
                  <a:lnTo>
                    <a:pt x="4397631" y="503443"/>
                  </a:lnTo>
                  <a:lnTo>
                    <a:pt x="4404345" y="424194"/>
                  </a:lnTo>
                  <a:lnTo>
                    <a:pt x="4411059" y="409282"/>
                  </a:lnTo>
                  <a:lnTo>
                    <a:pt x="4417773" y="387458"/>
                  </a:lnTo>
                  <a:lnTo>
                    <a:pt x="4424487" y="455230"/>
                  </a:lnTo>
                  <a:lnTo>
                    <a:pt x="4431201" y="395529"/>
                  </a:lnTo>
                  <a:lnTo>
                    <a:pt x="4437915" y="371368"/>
                  </a:lnTo>
                  <a:lnTo>
                    <a:pt x="4444629" y="319336"/>
                  </a:lnTo>
                  <a:lnTo>
                    <a:pt x="4451342" y="405860"/>
                  </a:lnTo>
                  <a:lnTo>
                    <a:pt x="4458056" y="332778"/>
                  </a:lnTo>
                  <a:lnTo>
                    <a:pt x="4464770" y="307970"/>
                  </a:lnTo>
                  <a:lnTo>
                    <a:pt x="4471484" y="373497"/>
                  </a:lnTo>
                  <a:lnTo>
                    <a:pt x="4478198" y="327518"/>
                  </a:lnTo>
                  <a:lnTo>
                    <a:pt x="4484912" y="426286"/>
                  </a:lnTo>
                  <a:lnTo>
                    <a:pt x="4491626" y="451921"/>
                  </a:lnTo>
                  <a:lnTo>
                    <a:pt x="4498340" y="456321"/>
                  </a:lnTo>
                  <a:lnTo>
                    <a:pt x="4505054" y="482525"/>
                  </a:lnTo>
                  <a:lnTo>
                    <a:pt x="4511768" y="555788"/>
                  </a:lnTo>
                  <a:lnTo>
                    <a:pt x="4518482" y="594598"/>
                  </a:lnTo>
                  <a:lnTo>
                    <a:pt x="4525196" y="606035"/>
                  </a:lnTo>
                  <a:lnTo>
                    <a:pt x="4531910" y="502270"/>
                  </a:lnTo>
                  <a:lnTo>
                    <a:pt x="4538624" y="555524"/>
                  </a:lnTo>
                  <a:lnTo>
                    <a:pt x="4545338" y="515336"/>
                  </a:lnTo>
                  <a:lnTo>
                    <a:pt x="4552052" y="569994"/>
                  </a:lnTo>
                  <a:lnTo>
                    <a:pt x="4558766" y="616864"/>
                  </a:lnTo>
                  <a:lnTo>
                    <a:pt x="4565479" y="592371"/>
                  </a:lnTo>
                  <a:lnTo>
                    <a:pt x="4572193" y="584247"/>
                  </a:lnTo>
                  <a:lnTo>
                    <a:pt x="4578907" y="624593"/>
                  </a:lnTo>
                  <a:lnTo>
                    <a:pt x="4585621" y="650324"/>
                  </a:lnTo>
                  <a:lnTo>
                    <a:pt x="4592335" y="702496"/>
                  </a:lnTo>
                  <a:lnTo>
                    <a:pt x="4599049" y="682995"/>
                  </a:lnTo>
                  <a:lnTo>
                    <a:pt x="4605763" y="768176"/>
                  </a:lnTo>
                  <a:lnTo>
                    <a:pt x="4612477" y="838126"/>
                  </a:lnTo>
                  <a:lnTo>
                    <a:pt x="4619191" y="829991"/>
                  </a:lnTo>
                  <a:lnTo>
                    <a:pt x="4625905" y="856235"/>
                  </a:lnTo>
                  <a:lnTo>
                    <a:pt x="4632619" y="915414"/>
                  </a:lnTo>
                  <a:lnTo>
                    <a:pt x="4639333" y="981776"/>
                  </a:lnTo>
                  <a:lnTo>
                    <a:pt x="4646047" y="1129143"/>
                  </a:lnTo>
                  <a:lnTo>
                    <a:pt x="4652761" y="1157411"/>
                  </a:lnTo>
                  <a:lnTo>
                    <a:pt x="4659475" y="1321725"/>
                  </a:lnTo>
                  <a:lnTo>
                    <a:pt x="4666189" y="1168087"/>
                  </a:lnTo>
                  <a:lnTo>
                    <a:pt x="4672903" y="1086268"/>
                  </a:lnTo>
                  <a:lnTo>
                    <a:pt x="4679616" y="1023245"/>
                  </a:lnTo>
                  <a:lnTo>
                    <a:pt x="4686330" y="870585"/>
                  </a:lnTo>
                  <a:lnTo>
                    <a:pt x="4693044" y="925981"/>
                  </a:lnTo>
                  <a:lnTo>
                    <a:pt x="4699758" y="1023708"/>
                  </a:lnTo>
                  <a:lnTo>
                    <a:pt x="4706472" y="1095980"/>
                  </a:lnTo>
                  <a:lnTo>
                    <a:pt x="4713186" y="1158547"/>
                  </a:lnTo>
                  <a:lnTo>
                    <a:pt x="4719900" y="1327492"/>
                  </a:lnTo>
                  <a:lnTo>
                    <a:pt x="4726614" y="1252097"/>
                  </a:lnTo>
                  <a:lnTo>
                    <a:pt x="4733328" y="1354527"/>
                  </a:lnTo>
                  <a:lnTo>
                    <a:pt x="4740042" y="1289933"/>
                  </a:lnTo>
                  <a:lnTo>
                    <a:pt x="4746756" y="1243550"/>
                  </a:lnTo>
                  <a:lnTo>
                    <a:pt x="4753470" y="1290091"/>
                  </a:lnTo>
                  <a:lnTo>
                    <a:pt x="4760184" y="1413151"/>
                  </a:lnTo>
                  <a:lnTo>
                    <a:pt x="4766898" y="1436139"/>
                  </a:lnTo>
                  <a:lnTo>
                    <a:pt x="4773612" y="1283489"/>
                  </a:lnTo>
                  <a:lnTo>
                    <a:pt x="4780326" y="1264436"/>
                  </a:lnTo>
                  <a:lnTo>
                    <a:pt x="4787040" y="1200303"/>
                  </a:lnTo>
                  <a:lnTo>
                    <a:pt x="4793753" y="1037115"/>
                  </a:lnTo>
                  <a:lnTo>
                    <a:pt x="4800467" y="1111380"/>
                  </a:lnTo>
                  <a:lnTo>
                    <a:pt x="4807181" y="1162546"/>
                  </a:lnTo>
                  <a:lnTo>
                    <a:pt x="4813895" y="1172346"/>
                  </a:lnTo>
                  <a:lnTo>
                    <a:pt x="4820609" y="1192062"/>
                  </a:lnTo>
                  <a:lnTo>
                    <a:pt x="4827323" y="1283927"/>
                  </a:lnTo>
                  <a:lnTo>
                    <a:pt x="4834037" y="1252692"/>
                  </a:lnTo>
                  <a:lnTo>
                    <a:pt x="4840751" y="1170961"/>
                  </a:lnTo>
                  <a:lnTo>
                    <a:pt x="4847465" y="1145157"/>
                  </a:lnTo>
                  <a:lnTo>
                    <a:pt x="4854179" y="1099072"/>
                  </a:lnTo>
                  <a:lnTo>
                    <a:pt x="4860893" y="940628"/>
                  </a:lnTo>
                  <a:lnTo>
                    <a:pt x="4867607" y="930477"/>
                  </a:lnTo>
                  <a:lnTo>
                    <a:pt x="4874321" y="968371"/>
                  </a:lnTo>
                  <a:lnTo>
                    <a:pt x="4881035" y="962015"/>
                  </a:lnTo>
                  <a:lnTo>
                    <a:pt x="4887749" y="1017288"/>
                  </a:lnTo>
                  <a:lnTo>
                    <a:pt x="4894463" y="977968"/>
                  </a:lnTo>
                  <a:lnTo>
                    <a:pt x="4901177" y="983535"/>
                  </a:lnTo>
                  <a:lnTo>
                    <a:pt x="4907890" y="1024845"/>
                  </a:lnTo>
                  <a:lnTo>
                    <a:pt x="4914604" y="1001722"/>
                  </a:lnTo>
                  <a:lnTo>
                    <a:pt x="4921318" y="1045400"/>
                  </a:lnTo>
                  <a:lnTo>
                    <a:pt x="4928032" y="930466"/>
                  </a:lnTo>
                  <a:lnTo>
                    <a:pt x="4934746" y="892932"/>
                  </a:lnTo>
                  <a:lnTo>
                    <a:pt x="4941460" y="816813"/>
                  </a:lnTo>
                  <a:lnTo>
                    <a:pt x="4948174" y="876694"/>
                  </a:lnTo>
                  <a:lnTo>
                    <a:pt x="4954888" y="883469"/>
                  </a:lnTo>
                  <a:lnTo>
                    <a:pt x="4961602" y="792273"/>
                  </a:lnTo>
                  <a:lnTo>
                    <a:pt x="4968316" y="893469"/>
                  </a:lnTo>
                  <a:lnTo>
                    <a:pt x="4975030" y="849916"/>
                  </a:lnTo>
                  <a:lnTo>
                    <a:pt x="4981744" y="892056"/>
                  </a:lnTo>
                  <a:lnTo>
                    <a:pt x="4988458" y="858403"/>
                  </a:lnTo>
                  <a:lnTo>
                    <a:pt x="4995172" y="952524"/>
                  </a:lnTo>
                  <a:lnTo>
                    <a:pt x="5001886" y="929226"/>
                  </a:lnTo>
                  <a:lnTo>
                    <a:pt x="5008600" y="933958"/>
                  </a:lnTo>
                  <a:lnTo>
                    <a:pt x="5015314" y="870356"/>
                  </a:lnTo>
                  <a:lnTo>
                    <a:pt x="5022027" y="850041"/>
                  </a:lnTo>
                  <a:lnTo>
                    <a:pt x="5028741" y="815424"/>
                  </a:lnTo>
                  <a:lnTo>
                    <a:pt x="5035455" y="803695"/>
                  </a:lnTo>
                  <a:lnTo>
                    <a:pt x="5042169" y="812218"/>
                  </a:lnTo>
                  <a:lnTo>
                    <a:pt x="5048883" y="812520"/>
                  </a:lnTo>
                  <a:lnTo>
                    <a:pt x="5055597" y="837364"/>
                  </a:lnTo>
                  <a:lnTo>
                    <a:pt x="5062311" y="910548"/>
                  </a:lnTo>
                  <a:lnTo>
                    <a:pt x="5069025" y="901827"/>
                  </a:lnTo>
                  <a:lnTo>
                    <a:pt x="5075739" y="954804"/>
                  </a:lnTo>
                  <a:lnTo>
                    <a:pt x="5082453" y="1004578"/>
                  </a:lnTo>
                  <a:lnTo>
                    <a:pt x="5089167" y="1055268"/>
                  </a:lnTo>
                  <a:lnTo>
                    <a:pt x="5095881" y="999432"/>
                  </a:lnTo>
                  <a:lnTo>
                    <a:pt x="5102595" y="1017047"/>
                  </a:lnTo>
                  <a:lnTo>
                    <a:pt x="5109309" y="1000969"/>
                  </a:lnTo>
                  <a:lnTo>
                    <a:pt x="5116023" y="943168"/>
                  </a:lnTo>
                  <a:lnTo>
                    <a:pt x="5122737" y="908615"/>
                  </a:lnTo>
                  <a:lnTo>
                    <a:pt x="5129451" y="950703"/>
                  </a:lnTo>
                  <a:lnTo>
                    <a:pt x="5136164" y="877313"/>
                  </a:lnTo>
                  <a:lnTo>
                    <a:pt x="5142878" y="897183"/>
                  </a:lnTo>
                  <a:lnTo>
                    <a:pt x="5149592" y="884626"/>
                  </a:lnTo>
                  <a:lnTo>
                    <a:pt x="5156306" y="880668"/>
                  </a:lnTo>
                  <a:lnTo>
                    <a:pt x="5163020" y="935225"/>
                  </a:lnTo>
                  <a:lnTo>
                    <a:pt x="5169734" y="909619"/>
                  </a:lnTo>
                  <a:lnTo>
                    <a:pt x="5176448" y="891815"/>
                  </a:lnTo>
                  <a:lnTo>
                    <a:pt x="5183162" y="825087"/>
                  </a:lnTo>
                  <a:lnTo>
                    <a:pt x="5189876" y="801640"/>
                  </a:lnTo>
                  <a:lnTo>
                    <a:pt x="5196590" y="809544"/>
                  </a:lnTo>
                  <a:lnTo>
                    <a:pt x="5203304" y="817815"/>
                  </a:lnTo>
                  <a:lnTo>
                    <a:pt x="5210018" y="882189"/>
                  </a:lnTo>
                  <a:lnTo>
                    <a:pt x="5216732" y="910482"/>
                  </a:lnTo>
                  <a:lnTo>
                    <a:pt x="5223446" y="903012"/>
                  </a:lnTo>
                  <a:lnTo>
                    <a:pt x="5230160" y="869474"/>
                  </a:lnTo>
                  <a:lnTo>
                    <a:pt x="5236874" y="874338"/>
                  </a:lnTo>
                  <a:lnTo>
                    <a:pt x="5243588" y="895612"/>
                  </a:lnTo>
                  <a:lnTo>
                    <a:pt x="5250301" y="946792"/>
                  </a:lnTo>
                  <a:lnTo>
                    <a:pt x="5257015" y="897468"/>
                  </a:lnTo>
                  <a:lnTo>
                    <a:pt x="5263729" y="882298"/>
                  </a:lnTo>
                  <a:lnTo>
                    <a:pt x="5270443" y="859542"/>
                  </a:lnTo>
                  <a:lnTo>
                    <a:pt x="5277157" y="830338"/>
                  </a:lnTo>
                  <a:lnTo>
                    <a:pt x="5283871" y="891234"/>
                  </a:lnTo>
                  <a:lnTo>
                    <a:pt x="5290585" y="826880"/>
                  </a:lnTo>
                  <a:lnTo>
                    <a:pt x="5297299" y="845676"/>
                  </a:lnTo>
                  <a:lnTo>
                    <a:pt x="5304013" y="894220"/>
                  </a:lnTo>
                  <a:lnTo>
                    <a:pt x="5310727" y="960047"/>
                  </a:lnTo>
                  <a:lnTo>
                    <a:pt x="5317441" y="1008683"/>
                  </a:lnTo>
                  <a:lnTo>
                    <a:pt x="5324155" y="986610"/>
                  </a:lnTo>
                  <a:lnTo>
                    <a:pt x="5330869" y="967894"/>
                  </a:lnTo>
                  <a:lnTo>
                    <a:pt x="5337583" y="906702"/>
                  </a:lnTo>
                  <a:lnTo>
                    <a:pt x="5344297" y="913438"/>
                  </a:lnTo>
                  <a:lnTo>
                    <a:pt x="5351011" y="926811"/>
                  </a:lnTo>
                  <a:lnTo>
                    <a:pt x="5357725" y="936732"/>
                  </a:lnTo>
                  <a:lnTo>
                    <a:pt x="5364438" y="861888"/>
                  </a:lnTo>
                  <a:lnTo>
                    <a:pt x="5371152" y="845060"/>
                  </a:lnTo>
                  <a:lnTo>
                    <a:pt x="5377866" y="805548"/>
                  </a:lnTo>
                  <a:lnTo>
                    <a:pt x="5384580" y="814733"/>
                  </a:lnTo>
                  <a:lnTo>
                    <a:pt x="5391294" y="864440"/>
                  </a:lnTo>
                  <a:lnTo>
                    <a:pt x="5398008" y="918607"/>
                  </a:lnTo>
                  <a:lnTo>
                    <a:pt x="5404722" y="937213"/>
                  </a:lnTo>
                  <a:lnTo>
                    <a:pt x="5411436" y="891981"/>
                  </a:lnTo>
                  <a:lnTo>
                    <a:pt x="5418150" y="898335"/>
                  </a:lnTo>
                  <a:lnTo>
                    <a:pt x="5424864" y="938464"/>
                  </a:lnTo>
                  <a:lnTo>
                    <a:pt x="5431578" y="897419"/>
                  </a:lnTo>
                  <a:lnTo>
                    <a:pt x="5438292" y="914567"/>
                  </a:lnTo>
                  <a:lnTo>
                    <a:pt x="5445006" y="907611"/>
                  </a:lnTo>
                  <a:lnTo>
                    <a:pt x="5451720" y="782017"/>
                  </a:lnTo>
                  <a:lnTo>
                    <a:pt x="5458434" y="767596"/>
                  </a:lnTo>
                  <a:lnTo>
                    <a:pt x="5465148" y="729208"/>
                  </a:lnTo>
                  <a:lnTo>
                    <a:pt x="5471862" y="861808"/>
                  </a:lnTo>
                  <a:lnTo>
                    <a:pt x="5478575" y="883354"/>
                  </a:lnTo>
                  <a:lnTo>
                    <a:pt x="5485289" y="941415"/>
                  </a:lnTo>
                  <a:lnTo>
                    <a:pt x="5492003" y="988525"/>
                  </a:lnTo>
                  <a:lnTo>
                    <a:pt x="5498717" y="1018136"/>
                  </a:lnTo>
                  <a:lnTo>
                    <a:pt x="5505431" y="1048633"/>
                  </a:lnTo>
                  <a:lnTo>
                    <a:pt x="5512145" y="1134023"/>
                  </a:lnTo>
                  <a:lnTo>
                    <a:pt x="5518859" y="1100214"/>
                  </a:lnTo>
                  <a:lnTo>
                    <a:pt x="5525573" y="1168538"/>
                  </a:lnTo>
                  <a:lnTo>
                    <a:pt x="5532287" y="1153895"/>
                  </a:lnTo>
                  <a:lnTo>
                    <a:pt x="5539001" y="1107536"/>
                  </a:lnTo>
                  <a:lnTo>
                    <a:pt x="5545715" y="974287"/>
                  </a:lnTo>
                  <a:lnTo>
                    <a:pt x="5552429" y="895389"/>
                  </a:lnTo>
                  <a:lnTo>
                    <a:pt x="5559143" y="765643"/>
                  </a:lnTo>
                  <a:lnTo>
                    <a:pt x="5565857" y="668495"/>
                  </a:lnTo>
                  <a:lnTo>
                    <a:pt x="5572571" y="796000"/>
                  </a:lnTo>
                  <a:lnTo>
                    <a:pt x="5579285" y="812628"/>
                  </a:lnTo>
                  <a:lnTo>
                    <a:pt x="5585999" y="792057"/>
                  </a:lnTo>
                  <a:lnTo>
                    <a:pt x="5592712" y="852846"/>
                  </a:lnTo>
                  <a:lnTo>
                    <a:pt x="5599426" y="589213"/>
                  </a:lnTo>
                  <a:lnTo>
                    <a:pt x="5606140" y="657000"/>
                  </a:lnTo>
                  <a:lnTo>
                    <a:pt x="5612854" y="584566"/>
                  </a:lnTo>
                  <a:lnTo>
                    <a:pt x="5619568" y="672844"/>
                  </a:lnTo>
                  <a:lnTo>
                    <a:pt x="5626282" y="738142"/>
                  </a:lnTo>
                  <a:lnTo>
                    <a:pt x="5632996" y="672083"/>
                  </a:lnTo>
                  <a:lnTo>
                    <a:pt x="5639710" y="702665"/>
                  </a:lnTo>
                  <a:lnTo>
                    <a:pt x="5646424" y="668569"/>
                  </a:lnTo>
                  <a:lnTo>
                    <a:pt x="5653138" y="726507"/>
                  </a:lnTo>
                  <a:lnTo>
                    <a:pt x="5659852" y="693057"/>
                  </a:lnTo>
                  <a:lnTo>
                    <a:pt x="5666566" y="702353"/>
                  </a:lnTo>
                  <a:lnTo>
                    <a:pt x="5673280" y="734844"/>
                  </a:lnTo>
                  <a:lnTo>
                    <a:pt x="5679994" y="742016"/>
                  </a:lnTo>
                  <a:lnTo>
                    <a:pt x="5686708" y="830009"/>
                  </a:lnTo>
                  <a:lnTo>
                    <a:pt x="5693422" y="818619"/>
                  </a:lnTo>
                  <a:lnTo>
                    <a:pt x="5700136" y="875897"/>
                  </a:lnTo>
                  <a:lnTo>
                    <a:pt x="5706849" y="915056"/>
                  </a:lnTo>
                  <a:lnTo>
                    <a:pt x="5713563" y="885243"/>
                  </a:lnTo>
                  <a:lnTo>
                    <a:pt x="5720277" y="916280"/>
                  </a:lnTo>
                  <a:lnTo>
                    <a:pt x="5726991" y="936421"/>
                  </a:lnTo>
                  <a:lnTo>
                    <a:pt x="5733705" y="892971"/>
                  </a:lnTo>
                  <a:lnTo>
                    <a:pt x="5740419" y="928795"/>
                  </a:lnTo>
                  <a:lnTo>
                    <a:pt x="5747133" y="974528"/>
                  </a:lnTo>
                  <a:lnTo>
                    <a:pt x="5753847" y="952815"/>
                  </a:lnTo>
                  <a:lnTo>
                    <a:pt x="5760561" y="914727"/>
                  </a:lnTo>
                  <a:lnTo>
                    <a:pt x="5767275" y="811320"/>
                  </a:lnTo>
                  <a:lnTo>
                    <a:pt x="5773989" y="860937"/>
                  </a:lnTo>
                  <a:lnTo>
                    <a:pt x="5780703" y="873782"/>
                  </a:lnTo>
                  <a:lnTo>
                    <a:pt x="5787417" y="815121"/>
                  </a:lnTo>
                  <a:lnTo>
                    <a:pt x="5794131" y="852262"/>
                  </a:lnTo>
                  <a:lnTo>
                    <a:pt x="5800845" y="779055"/>
                  </a:lnTo>
                  <a:lnTo>
                    <a:pt x="5807559" y="866656"/>
                  </a:lnTo>
                  <a:lnTo>
                    <a:pt x="5814272" y="1100233"/>
                  </a:lnTo>
                  <a:lnTo>
                    <a:pt x="5820986" y="1094298"/>
                  </a:lnTo>
                  <a:lnTo>
                    <a:pt x="5827700" y="1152036"/>
                  </a:lnTo>
                  <a:lnTo>
                    <a:pt x="5834414" y="1004988"/>
                  </a:lnTo>
                  <a:lnTo>
                    <a:pt x="5841128" y="1018874"/>
                  </a:lnTo>
                  <a:lnTo>
                    <a:pt x="5847842" y="961547"/>
                  </a:lnTo>
                  <a:lnTo>
                    <a:pt x="5854556" y="919283"/>
                  </a:lnTo>
                  <a:lnTo>
                    <a:pt x="5861270" y="951094"/>
                  </a:lnTo>
                  <a:lnTo>
                    <a:pt x="5867984" y="947215"/>
                  </a:lnTo>
                  <a:lnTo>
                    <a:pt x="5874698" y="1003610"/>
                  </a:lnTo>
                  <a:lnTo>
                    <a:pt x="5881412" y="1004226"/>
                  </a:lnTo>
                  <a:lnTo>
                    <a:pt x="5888126" y="903531"/>
                  </a:lnTo>
                  <a:lnTo>
                    <a:pt x="5894840" y="967728"/>
                  </a:lnTo>
                  <a:lnTo>
                    <a:pt x="5901554" y="901999"/>
                  </a:lnTo>
                  <a:lnTo>
                    <a:pt x="5908268" y="951126"/>
                  </a:lnTo>
                  <a:lnTo>
                    <a:pt x="5914982" y="962362"/>
                  </a:lnTo>
                  <a:lnTo>
                    <a:pt x="5921696" y="1053754"/>
                  </a:lnTo>
                  <a:lnTo>
                    <a:pt x="5928409" y="1026229"/>
                  </a:lnTo>
                  <a:lnTo>
                    <a:pt x="5935123" y="1047409"/>
                  </a:lnTo>
                  <a:lnTo>
                    <a:pt x="5941837" y="1036232"/>
                  </a:lnTo>
                  <a:lnTo>
                    <a:pt x="5948551" y="1045874"/>
                  </a:lnTo>
                  <a:lnTo>
                    <a:pt x="5955265" y="1076077"/>
                  </a:lnTo>
                  <a:lnTo>
                    <a:pt x="5961979" y="1160903"/>
                  </a:lnTo>
                  <a:lnTo>
                    <a:pt x="5968693" y="1128798"/>
                  </a:lnTo>
                  <a:lnTo>
                    <a:pt x="5975407" y="1158659"/>
                  </a:lnTo>
                  <a:lnTo>
                    <a:pt x="5982121" y="1371919"/>
                  </a:lnTo>
                  <a:lnTo>
                    <a:pt x="5988835" y="1398547"/>
                  </a:lnTo>
                  <a:lnTo>
                    <a:pt x="5995549" y="1391167"/>
                  </a:lnTo>
                  <a:lnTo>
                    <a:pt x="6002263" y="1383906"/>
                  </a:lnTo>
                  <a:lnTo>
                    <a:pt x="6008977" y="1502466"/>
                  </a:lnTo>
                  <a:lnTo>
                    <a:pt x="6015691" y="1401968"/>
                  </a:lnTo>
                  <a:lnTo>
                    <a:pt x="6022405" y="1321331"/>
                  </a:lnTo>
                  <a:lnTo>
                    <a:pt x="6029119" y="1375365"/>
                  </a:lnTo>
                  <a:lnTo>
                    <a:pt x="6035833" y="1428132"/>
                  </a:lnTo>
                  <a:lnTo>
                    <a:pt x="6042546" y="1446142"/>
                  </a:lnTo>
                  <a:lnTo>
                    <a:pt x="6049260" y="1583734"/>
                  </a:lnTo>
                  <a:lnTo>
                    <a:pt x="6055974" y="1513597"/>
                  </a:lnTo>
                  <a:lnTo>
                    <a:pt x="6062688" y="1456750"/>
                  </a:lnTo>
                  <a:lnTo>
                    <a:pt x="6069402" y="1404560"/>
                  </a:lnTo>
                  <a:lnTo>
                    <a:pt x="6076116" y="1397557"/>
                  </a:lnTo>
                  <a:lnTo>
                    <a:pt x="6082830" y="1314818"/>
                  </a:lnTo>
                  <a:lnTo>
                    <a:pt x="6089544" y="1315593"/>
                  </a:lnTo>
                  <a:lnTo>
                    <a:pt x="6096258" y="1346730"/>
                  </a:lnTo>
                  <a:lnTo>
                    <a:pt x="6102972" y="1219141"/>
                  </a:lnTo>
                  <a:lnTo>
                    <a:pt x="6109686" y="1112155"/>
                  </a:lnTo>
                  <a:lnTo>
                    <a:pt x="6116400" y="985230"/>
                  </a:lnTo>
                  <a:lnTo>
                    <a:pt x="6123114" y="1025191"/>
                  </a:lnTo>
                  <a:lnTo>
                    <a:pt x="6129828" y="984949"/>
                  </a:lnTo>
                  <a:lnTo>
                    <a:pt x="6136542" y="1030333"/>
                  </a:lnTo>
                  <a:lnTo>
                    <a:pt x="6143256" y="1109705"/>
                  </a:lnTo>
                  <a:lnTo>
                    <a:pt x="6149970" y="1072245"/>
                  </a:lnTo>
                  <a:lnTo>
                    <a:pt x="6156683" y="1023488"/>
                  </a:lnTo>
                  <a:lnTo>
                    <a:pt x="6163397" y="1057866"/>
                  </a:lnTo>
                  <a:lnTo>
                    <a:pt x="6170111" y="1029187"/>
                  </a:lnTo>
                  <a:lnTo>
                    <a:pt x="6176825" y="1033775"/>
                  </a:lnTo>
                  <a:lnTo>
                    <a:pt x="6183539" y="1096755"/>
                  </a:lnTo>
                  <a:lnTo>
                    <a:pt x="6190253" y="1137161"/>
                  </a:lnTo>
                  <a:lnTo>
                    <a:pt x="6196967" y="1185110"/>
                  </a:lnTo>
                  <a:lnTo>
                    <a:pt x="6203681" y="1219530"/>
                  </a:lnTo>
                  <a:lnTo>
                    <a:pt x="6210395" y="1137515"/>
                  </a:lnTo>
                  <a:lnTo>
                    <a:pt x="6217109" y="1143701"/>
                  </a:lnTo>
                  <a:lnTo>
                    <a:pt x="6223823" y="1116543"/>
                  </a:lnTo>
                  <a:lnTo>
                    <a:pt x="6230537" y="1036376"/>
                  </a:lnTo>
                  <a:lnTo>
                    <a:pt x="6237251" y="1082408"/>
                  </a:lnTo>
                  <a:lnTo>
                    <a:pt x="6243965" y="1127743"/>
                  </a:lnTo>
                  <a:lnTo>
                    <a:pt x="6250679" y="1204770"/>
                  </a:lnTo>
                  <a:lnTo>
                    <a:pt x="6257393" y="1244296"/>
                  </a:lnTo>
                  <a:lnTo>
                    <a:pt x="6264107" y="1258839"/>
                  </a:lnTo>
                  <a:lnTo>
                    <a:pt x="6270820" y="1270804"/>
                  </a:lnTo>
                  <a:lnTo>
                    <a:pt x="6277534" y="1262049"/>
                  </a:lnTo>
                  <a:lnTo>
                    <a:pt x="6284248" y="1297945"/>
                  </a:lnTo>
                  <a:lnTo>
                    <a:pt x="6290962" y="1351606"/>
                  </a:lnTo>
                  <a:lnTo>
                    <a:pt x="6297676" y="1475638"/>
                  </a:lnTo>
                  <a:lnTo>
                    <a:pt x="6304390" y="1648024"/>
                  </a:lnTo>
                  <a:lnTo>
                    <a:pt x="6311104" y="1737448"/>
                  </a:lnTo>
                  <a:lnTo>
                    <a:pt x="6317818" y="1807751"/>
                  </a:lnTo>
                  <a:lnTo>
                    <a:pt x="6324532" y="1877646"/>
                  </a:lnTo>
                  <a:lnTo>
                    <a:pt x="6331246" y="2001719"/>
                  </a:lnTo>
                  <a:lnTo>
                    <a:pt x="6337960" y="2058305"/>
                  </a:lnTo>
                  <a:lnTo>
                    <a:pt x="6344674" y="2048464"/>
                  </a:lnTo>
                  <a:lnTo>
                    <a:pt x="6351388" y="2156823"/>
                  </a:lnTo>
                  <a:lnTo>
                    <a:pt x="6358102" y="2276457"/>
                  </a:lnTo>
                  <a:lnTo>
                    <a:pt x="6364816" y="2263703"/>
                  </a:lnTo>
                  <a:lnTo>
                    <a:pt x="6371530" y="2193755"/>
                  </a:lnTo>
                  <a:lnTo>
                    <a:pt x="6378244" y="2026673"/>
                  </a:lnTo>
                  <a:lnTo>
                    <a:pt x="6384957" y="1938555"/>
                  </a:lnTo>
                  <a:lnTo>
                    <a:pt x="6391671" y="1967381"/>
                  </a:lnTo>
                  <a:lnTo>
                    <a:pt x="6398385" y="1989849"/>
                  </a:lnTo>
                  <a:lnTo>
                    <a:pt x="6405099" y="2124168"/>
                  </a:lnTo>
                  <a:lnTo>
                    <a:pt x="6411813" y="2187168"/>
                  </a:lnTo>
                  <a:lnTo>
                    <a:pt x="6418527" y="2176023"/>
                  </a:lnTo>
                  <a:lnTo>
                    <a:pt x="6425241" y="2241174"/>
                  </a:lnTo>
                  <a:lnTo>
                    <a:pt x="6431955" y="2238740"/>
                  </a:lnTo>
                  <a:lnTo>
                    <a:pt x="6438669" y="2204741"/>
                  </a:lnTo>
                  <a:lnTo>
                    <a:pt x="6445383" y="2203857"/>
                  </a:lnTo>
                  <a:lnTo>
                    <a:pt x="6452097" y="2159650"/>
                  </a:lnTo>
                  <a:lnTo>
                    <a:pt x="6458811" y="2153706"/>
                  </a:lnTo>
                  <a:lnTo>
                    <a:pt x="6465525" y="2180913"/>
                  </a:lnTo>
                  <a:lnTo>
                    <a:pt x="6472239" y="2226413"/>
                  </a:lnTo>
                  <a:lnTo>
                    <a:pt x="6478953" y="2230628"/>
                  </a:lnTo>
                  <a:lnTo>
                    <a:pt x="6485667" y="2263011"/>
                  </a:lnTo>
                  <a:lnTo>
                    <a:pt x="6492381" y="2248142"/>
                  </a:lnTo>
                  <a:lnTo>
                    <a:pt x="6499094" y="2251056"/>
                  </a:lnTo>
                  <a:lnTo>
                    <a:pt x="6505808" y="2260237"/>
                  </a:lnTo>
                  <a:lnTo>
                    <a:pt x="6512522" y="2288976"/>
                  </a:lnTo>
                  <a:lnTo>
                    <a:pt x="6519236" y="2296728"/>
                  </a:lnTo>
                  <a:lnTo>
                    <a:pt x="6525950" y="2331875"/>
                  </a:lnTo>
                  <a:lnTo>
                    <a:pt x="6532664" y="2295727"/>
                  </a:lnTo>
                  <a:lnTo>
                    <a:pt x="6539378" y="2310820"/>
                  </a:lnTo>
                  <a:lnTo>
                    <a:pt x="6546092" y="2352816"/>
                  </a:lnTo>
                  <a:lnTo>
                    <a:pt x="6552806" y="2420575"/>
                  </a:lnTo>
                  <a:lnTo>
                    <a:pt x="6559520" y="2473497"/>
                  </a:lnTo>
                  <a:lnTo>
                    <a:pt x="6566234" y="2513521"/>
                  </a:lnTo>
                  <a:lnTo>
                    <a:pt x="6572948" y="2508306"/>
                  </a:lnTo>
                  <a:lnTo>
                    <a:pt x="6579662" y="2492322"/>
                  </a:lnTo>
                  <a:lnTo>
                    <a:pt x="6586376" y="2485334"/>
                  </a:lnTo>
                  <a:lnTo>
                    <a:pt x="6593090" y="2414405"/>
                  </a:lnTo>
                  <a:lnTo>
                    <a:pt x="6599804" y="2418126"/>
                  </a:lnTo>
                  <a:lnTo>
                    <a:pt x="6606518" y="2420276"/>
                  </a:lnTo>
                  <a:lnTo>
                    <a:pt x="6613231" y="2390598"/>
                  </a:lnTo>
                  <a:lnTo>
                    <a:pt x="6619945" y="2422582"/>
                  </a:lnTo>
                  <a:lnTo>
                    <a:pt x="6626659" y="2394715"/>
                  </a:lnTo>
                  <a:lnTo>
                    <a:pt x="6633373" y="2434671"/>
                  </a:lnTo>
                  <a:lnTo>
                    <a:pt x="6640087" y="2363195"/>
                  </a:lnTo>
                  <a:lnTo>
                    <a:pt x="6646801" y="2301513"/>
                  </a:lnTo>
                  <a:lnTo>
                    <a:pt x="6653515" y="2280903"/>
                  </a:lnTo>
                  <a:lnTo>
                    <a:pt x="6660229" y="2299219"/>
                  </a:lnTo>
                  <a:lnTo>
                    <a:pt x="6666943" y="2397351"/>
                  </a:lnTo>
                  <a:lnTo>
                    <a:pt x="6673657" y="2464806"/>
                  </a:lnTo>
                  <a:lnTo>
                    <a:pt x="6680371" y="2393741"/>
                  </a:lnTo>
                  <a:lnTo>
                    <a:pt x="6687085" y="2423665"/>
                  </a:lnTo>
                  <a:lnTo>
                    <a:pt x="6693799" y="2321555"/>
                  </a:lnTo>
                  <a:lnTo>
                    <a:pt x="6700513" y="2235928"/>
                  </a:lnTo>
                  <a:lnTo>
                    <a:pt x="6707227" y="2279698"/>
                  </a:lnTo>
                  <a:lnTo>
                    <a:pt x="6713941" y="2329743"/>
                  </a:lnTo>
                  <a:lnTo>
                    <a:pt x="6720655" y="2398387"/>
                  </a:lnTo>
                  <a:lnTo>
                    <a:pt x="6727368" y="2398054"/>
                  </a:lnTo>
                  <a:lnTo>
                    <a:pt x="6734082" y="2388113"/>
                  </a:lnTo>
                  <a:lnTo>
                    <a:pt x="6740796" y="2419478"/>
                  </a:lnTo>
                  <a:lnTo>
                    <a:pt x="6747510" y="2388201"/>
                  </a:lnTo>
                  <a:lnTo>
                    <a:pt x="6754224" y="2421513"/>
                  </a:lnTo>
                  <a:lnTo>
                    <a:pt x="6760938" y="2410111"/>
                  </a:lnTo>
                  <a:lnTo>
                    <a:pt x="6767652" y="2428325"/>
                  </a:lnTo>
                  <a:lnTo>
                    <a:pt x="6774366" y="2464192"/>
                  </a:lnTo>
                  <a:lnTo>
                    <a:pt x="6781080" y="2469774"/>
                  </a:lnTo>
                  <a:lnTo>
                    <a:pt x="6787794" y="2459071"/>
                  </a:lnTo>
                  <a:lnTo>
                    <a:pt x="6794508" y="2497481"/>
                  </a:lnTo>
                  <a:lnTo>
                    <a:pt x="6801222" y="2495682"/>
                  </a:lnTo>
                  <a:lnTo>
                    <a:pt x="6807936" y="2490314"/>
                  </a:lnTo>
                  <a:lnTo>
                    <a:pt x="6814650" y="2491923"/>
                  </a:lnTo>
                  <a:lnTo>
                    <a:pt x="6821364" y="2458247"/>
                  </a:lnTo>
                  <a:lnTo>
                    <a:pt x="6828078" y="2433275"/>
                  </a:lnTo>
                  <a:lnTo>
                    <a:pt x="6834792" y="2379236"/>
                  </a:lnTo>
                  <a:lnTo>
                    <a:pt x="6841505" y="2368960"/>
                  </a:lnTo>
                  <a:lnTo>
                    <a:pt x="6848219" y="2412587"/>
                  </a:lnTo>
                  <a:lnTo>
                    <a:pt x="6854933" y="2262820"/>
                  </a:lnTo>
                  <a:lnTo>
                    <a:pt x="6861647" y="2286626"/>
                  </a:lnTo>
                  <a:lnTo>
                    <a:pt x="6868361" y="2105466"/>
                  </a:lnTo>
                  <a:lnTo>
                    <a:pt x="6875075" y="2141512"/>
                  </a:lnTo>
                  <a:lnTo>
                    <a:pt x="6881789" y="2209890"/>
                  </a:lnTo>
                  <a:lnTo>
                    <a:pt x="6888503" y="2283389"/>
                  </a:lnTo>
                  <a:lnTo>
                    <a:pt x="6895217" y="2384944"/>
                  </a:lnTo>
                  <a:lnTo>
                    <a:pt x="6901931" y="2389046"/>
                  </a:lnTo>
                  <a:lnTo>
                    <a:pt x="6908645" y="2424766"/>
                  </a:lnTo>
                  <a:lnTo>
                    <a:pt x="6915359" y="2433830"/>
                  </a:lnTo>
                  <a:lnTo>
                    <a:pt x="6922073" y="2324849"/>
                  </a:lnTo>
                  <a:lnTo>
                    <a:pt x="6928787" y="2404939"/>
                  </a:lnTo>
                  <a:lnTo>
                    <a:pt x="6935501" y="2393215"/>
                  </a:lnTo>
                  <a:lnTo>
                    <a:pt x="6942215" y="2436262"/>
                  </a:lnTo>
                  <a:lnTo>
                    <a:pt x="6948929" y="2485132"/>
                  </a:lnTo>
                  <a:lnTo>
                    <a:pt x="6955642" y="2464556"/>
                  </a:lnTo>
                  <a:lnTo>
                    <a:pt x="6962356" y="2515072"/>
                  </a:lnTo>
                  <a:lnTo>
                    <a:pt x="6969070" y="2458709"/>
                  </a:lnTo>
                  <a:lnTo>
                    <a:pt x="6975784" y="2430991"/>
                  </a:lnTo>
                  <a:lnTo>
                    <a:pt x="6982498" y="2451345"/>
                  </a:lnTo>
                  <a:lnTo>
                    <a:pt x="6989212" y="2438864"/>
                  </a:lnTo>
                  <a:lnTo>
                    <a:pt x="6995926" y="2426513"/>
                  </a:lnTo>
                  <a:lnTo>
                    <a:pt x="7002640" y="2393611"/>
                  </a:lnTo>
                  <a:lnTo>
                    <a:pt x="7009354" y="2339290"/>
                  </a:lnTo>
                  <a:lnTo>
                    <a:pt x="7016068" y="2377042"/>
                  </a:lnTo>
                  <a:lnTo>
                    <a:pt x="7022782" y="2421800"/>
                  </a:lnTo>
                  <a:lnTo>
                    <a:pt x="7029496" y="2410203"/>
                  </a:lnTo>
                  <a:lnTo>
                    <a:pt x="7036210" y="2402395"/>
                  </a:lnTo>
                  <a:lnTo>
                    <a:pt x="7042924" y="2330594"/>
                  </a:lnTo>
                  <a:lnTo>
                    <a:pt x="7049638" y="2437897"/>
                  </a:lnTo>
                  <a:lnTo>
                    <a:pt x="7056352" y="2471925"/>
                  </a:lnTo>
                  <a:lnTo>
                    <a:pt x="7063066" y="2392921"/>
                  </a:lnTo>
                  <a:lnTo>
                    <a:pt x="7069779" y="2443421"/>
                  </a:lnTo>
                  <a:lnTo>
                    <a:pt x="7076493" y="2392669"/>
                  </a:lnTo>
                  <a:lnTo>
                    <a:pt x="7083207" y="2377576"/>
                  </a:lnTo>
                  <a:lnTo>
                    <a:pt x="7089921" y="2438860"/>
                  </a:lnTo>
                  <a:lnTo>
                    <a:pt x="7096635" y="2338318"/>
                  </a:lnTo>
                  <a:lnTo>
                    <a:pt x="7103349" y="2314853"/>
                  </a:lnTo>
                  <a:lnTo>
                    <a:pt x="7110063" y="2283414"/>
                  </a:lnTo>
                  <a:lnTo>
                    <a:pt x="7116777" y="2271744"/>
                  </a:lnTo>
                  <a:lnTo>
                    <a:pt x="7123491" y="2298522"/>
                  </a:lnTo>
                  <a:lnTo>
                    <a:pt x="7130205" y="2289161"/>
                  </a:lnTo>
                  <a:lnTo>
                    <a:pt x="7136919" y="2234076"/>
                  </a:lnTo>
                  <a:lnTo>
                    <a:pt x="7143633" y="2178410"/>
                  </a:lnTo>
                  <a:lnTo>
                    <a:pt x="7150347" y="2194434"/>
                  </a:lnTo>
                  <a:lnTo>
                    <a:pt x="7157061" y="2324652"/>
                  </a:lnTo>
                  <a:lnTo>
                    <a:pt x="7163775" y="2405799"/>
                  </a:lnTo>
                  <a:lnTo>
                    <a:pt x="7170489" y="2402857"/>
                  </a:lnTo>
                  <a:lnTo>
                    <a:pt x="7177203" y="2407324"/>
                  </a:lnTo>
                  <a:lnTo>
                    <a:pt x="7183916" y="2438069"/>
                  </a:lnTo>
                  <a:lnTo>
                    <a:pt x="7190630" y="2462513"/>
                  </a:lnTo>
                  <a:lnTo>
                    <a:pt x="7197344" y="2473335"/>
                  </a:lnTo>
                  <a:lnTo>
                    <a:pt x="7204058" y="2475346"/>
                  </a:lnTo>
                  <a:lnTo>
                    <a:pt x="7210772" y="2452706"/>
                  </a:lnTo>
                  <a:lnTo>
                    <a:pt x="7217486" y="2510689"/>
                  </a:lnTo>
                  <a:lnTo>
                    <a:pt x="7224200" y="2529252"/>
                  </a:lnTo>
                  <a:lnTo>
                    <a:pt x="7230914" y="2504244"/>
                  </a:lnTo>
                  <a:lnTo>
                    <a:pt x="7237628" y="2561305"/>
                  </a:lnTo>
                  <a:lnTo>
                    <a:pt x="7244342" y="2563562"/>
                  </a:lnTo>
                  <a:lnTo>
                    <a:pt x="7251056" y="2559891"/>
                  </a:lnTo>
                  <a:lnTo>
                    <a:pt x="7257770" y="2559704"/>
                  </a:lnTo>
                  <a:lnTo>
                    <a:pt x="7264484" y="2585916"/>
                  </a:lnTo>
                  <a:lnTo>
                    <a:pt x="7271198" y="2577129"/>
                  </a:lnTo>
                  <a:lnTo>
                    <a:pt x="7277912" y="2569328"/>
                  </a:lnTo>
                  <a:lnTo>
                    <a:pt x="7284626" y="2536041"/>
                  </a:lnTo>
                  <a:lnTo>
                    <a:pt x="7291340" y="2566239"/>
                  </a:lnTo>
                  <a:lnTo>
                    <a:pt x="7298053" y="2560442"/>
                  </a:lnTo>
                  <a:lnTo>
                    <a:pt x="7304767" y="2562982"/>
                  </a:lnTo>
                  <a:lnTo>
                    <a:pt x="7311481" y="2551571"/>
                  </a:lnTo>
                  <a:lnTo>
                    <a:pt x="7318195" y="2517460"/>
                  </a:lnTo>
                  <a:lnTo>
                    <a:pt x="7324909" y="2501588"/>
                  </a:lnTo>
                  <a:lnTo>
                    <a:pt x="7331623" y="2493402"/>
                  </a:lnTo>
                  <a:lnTo>
                    <a:pt x="7338337" y="2523679"/>
                  </a:lnTo>
                  <a:lnTo>
                    <a:pt x="7345051" y="2510958"/>
                  </a:lnTo>
                  <a:lnTo>
                    <a:pt x="7351765" y="2481751"/>
                  </a:lnTo>
                  <a:lnTo>
                    <a:pt x="7358479" y="2473199"/>
                  </a:lnTo>
                  <a:lnTo>
                    <a:pt x="7365193" y="2513494"/>
                  </a:lnTo>
                  <a:lnTo>
                    <a:pt x="7371907" y="2554348"/>
                  </a:lnTo>
                  <a:lnTo>
                    <a:pt x="7378621" y="2552219"/>
                  </a:lnTo>
                  <a:lnTo>
                    <a:pt x="7385335" y="2535116"/>
                  </a:lnTo>
                  <a:lnTo>
                    <a:pt x="7392049" y="2537530"/>
                  </a:lnTo>
                  <a:lnTo>
                    <a:pt x="7398763" y="2544635"/>
                  </a:lnTo>
                  <a:lnTo>
                    <a:pt x="7405477" y="2544766"/>
                  </a:lnTo>
                  <a:lnTo>
                    <a:pt x="7412190" y="2516037"/>
                  </a:lnTo>
                  <a:lnTo>
                    <a:pt x="7418904" y="2464476"/>
                  </a:lnTo>
                  <a:lnTo>
                    <a:pt x="7425618" y="2459821"/>
                  </a:lnTo>
                  <a:lnTo>
                    <a:pt x="7432332" y="2509561"/>
                  </a:lnTo>
                  <a:lnTo>
                    <a:pt x="7439046" y="2518356"/>
                  </a:lnTo>
                  <a:lnTo>
                    <a:pt x="7445760" y="2535883"/>
                  </a:lnTo>
                  <a:lnTo>
                    <a:pt x="7452474" y="2567508"/>
                  </a:lnTo>
                  <a:lnTo>
                    <a:pt x="7459188" y="2603014"/>
                  </a:lnTo>
                  <a:lnTo>
                    <a:pt x="7465902" y="2597916"/>
                  </a:lnTo>
                  <a:lnTo>
                    <a:pt x="7472616" y="2598441"/>
                  </a:lnTo>
                  <a:lnTo>
                    <a:pt x="7479330" y="2584661"/>
                  </a:lnTo>
                  <a:lnTo>
                    <a:pt x="7486044" y="2584999"/>
                  </a:lnTo>
                  <a:lnTo>
                    <a:pt x="7492758" y="2575899"/>
                  </a:lnTo>
                  <a:lnTo>
                    <a:pt x="7499472" y="2599073"/>
                  </a:lnTo>
                  <a:lnTo>
                    <a:pt x="7506186" y="2607305"/>
                  </a:lnTo>
                  <a:lnTo>
                    <a:pt x="7512900" y="2611356"/>
                  </a:lnTo>
                  <a:lnTo>
                    <a:pt x="7519614" y="2623203"/>
                  </a:lnTo>
                  <a:lnTo>
                    <a:pt x="7526327" y="2617989"/>
                  </a:lnTo>
                  <a:lnTo>
                    <a:pt x="7533041" y="2637798"/>
                  </a:lnTo>
                  <a:lnTo>
                    <a:pt x="7539755" y="2670727"/>
                  </a:lnTo>
                  <a:lnTo>
                    <a:pt x="7546469" y="2659762"/>
                  </a:lnTo>
                  <a:lnTo>
                    <a:pt x="7553183" y="2637019"/>
                  </a:lnTo>
                  <a:lnTo>
                    <a:pt x="7559897" y="2620691"/>
                  </a:lnTo>
                  <a:lnTo>
                    <a:pt x="7566611" y="2636751"/>
                  </a:lnTo>
                  <a:lnTo>
                    <a:pt x="7573325" y="2640780"/>
                  </a:lnTo>
                  <a:lnTo>
                    <a:pt x="7580039" y="2630046"/>
                  </a:lnTo>
                  <a:lnTo>
                    <a:pt x="7586753" y="2625786"/>
                  </a:lnTo>
                  <a:lnTo>
                    <a:pt x="7593467" y="2626687"/>
                  </a:lnTo>
                  <a:lnTo>
                    <a:pt x="7600181" y="2623857"/>
                  </a:lnTo>
                  <a:lnTo>
                    <a:pt x="7606895" y="2583962"/>
                  </a:lnTo>
                  <a:lnTo>
                    <a:pt x="7613609" y="2573620"/>
                  </a:lnTo>
                  <a:lnTo>
                    <a:pt x="7620323" y="2545079"/>
                  </a:lnTo>
                  <a:lnTo>
                    <a:pt x="7627037" y="2562943"/>
                  </a:lnTo>
                  <a:lnTo>
                    <a:pt x="7633751" y="2527634"/>
                  </a:lnTo>
                  <a:lnTo>
                    <a:pt x="7640464" y="2540863"/>
                  </a:lnTo>
                  <a:lnTo>
                    <a:pt x="7647178" y="2536038"/>
                  </a:lnTo>
                  <a:lnTo>
                    <a:pt x="7653892" y="2523280"/>
                  </a:lnTo>
                  <a:lnTo>
                    <a:pt x="7660606" y="2518030"/>
                  </a:lnTo>
                  <a:lnTo>
                    <a:pt x="7667320" y="2508563"/>
                  </a:lnTo>
                  <a:lnTo>
                    <a:pt x="7674034" y="2499436"/>
                  </a:lnTo>
                  <a:lnTo>
                    <a:pt x="7680748" y="2520524"/>
                  </a:lnTo>
                  <a:lnTo>
                    <a:pt x="7687462" y="2533859"/>
                  </a:lnTo>
                  <a:lnTo>
                    <a:pt x="7694176" y="2559532"/>
                  </a:lnTo>
                  <a:lnTo>
                    <a:pt x="7700890" y="2554902"/>
                  </a:lnTo>
                  <a:lnTo>
                    <a:pt x="7707604" y="2563629"/>
                  </a:lnTo>
                  <a:lnTo>
                    <a:pt x="7714318" y="2575190"/>
                  </a:lnTo>
                  <a:lnTo>
                    <a:pt x="7721032" y="2604880"/>
                  </a:lnTo>
                  <a:lnTo>
                    <a:pt x="7727746" y="2630571"/>
                  </a:lnTo>
                  <a:lnTo>
                    <a:pt x="7734460" y="2637969"/>
                  </a:lnTo>
                  <a:lnTo>
                    <a:pt x="7741174" y="2663288"/>
                  </a:lnTo>
                  <a:lnTo>
                    <a:pt x="7747888" y="2670727"/>
                  </a:lnTo>
                  <a:lnTo>
                    <a:pt x="7754601" y="2662877"/>
                  </a:lnTo>
                  <a:lnTo>
                    <a:pt x="7761315" y="2658302"/>
                  </a:lnTo>
                  <a:lnTo>
                    <a:pt x="7768029" y="2642442"/>
                  </a:lnTo>
                  <a:lnTo>
                    <a:pt x="7774743" y="2646697"/>
                  </a:lnTo>
                  <a:lnTo>
                    <a:pt x="7781457" y="2633503"/>
                  </a:lnTo>
                  <a:lnTo>
                    <a:pt x="7788171" y="2623548"/>
                  </a:lnTo>
                  <a:lnTo>
                    <a:pt x="7794885" y="2615466"/>
                  </a:lnTo>
                  <a:lnTo>
                    <a:pt x="7801599" y="2612339"/>
                  </a:lnTo>
                  <a:lnTo>
                    <a:pt x="7808313" y="2605072"/>
                  </a:lnTo>
                  <a:lnTo>
                    <a:pt x="7815027" y="2613650"/>
                  </a:lnTo>
                  <a:lnTo>
                    <a:pt x="7821741" y="2622619"/>
                  </a:lnTo>
                  <a:lnTo>
                    <a:pt x="7828455" y="2614014"/>
                  </a:lnTo>
                  <a:lnTo>
                    <a:pt x="7835169" y="2607522"/>
                  </a:lnTo>
                  <a:lnTo>
                    <a:pt x="7841883" y="2606707"/>
                  </a:lnTo>
                  <a:lnTo>
                    <a:pt x="7848597" y="2578284"/>
                  </a:lnTo>
                  <a:lnTo>
                    <a:pt x="7855311" y="2598252"/>
                  </a:lnTo>
                  <a:lnTo>
                    <a:pt x="7862025" y="2571504"/>
                  </a:lnTo>
                  <a:lnTo>
                    <a:pt x="7868738" y="2541816"/>
                  </a:lnTo>
                  <a:lnTo>
                    <a:pt x="7875452" y="2561107"/>
                  </a:lnTo>
                  <a:lnTo>
                    <a:pt x="7882166" y="2556083"/>
                  </a:lnTo>
                  <a:lnTo>
                    <a:pt x="7888880" y="2581594"/>
                  </a:lnTo>
                  <a:lnTo>
                    <a:pt x="7895594" y="2541826"/>
                  </a:lnTo>
                  <a:lnTo>
                    <a:pt x="7902308" y="2532934"/>
                  </a:lnTo>
                  <a:lnTo>
                    <a:pt x="7909022" y="2584112"/>
                  </a:lnTo>
                  <a:lnTo>
                    <a:pt x="7915736" y="2584728"/>
                  </a:lnTo>
                  <a:lnTo>
                    <a:pt x="7922450" y="2579027"/>
                  </a:lnTo>
                  <a:lnTo>
                    <a:pt x="7929164" y="2604644"/>
                  </a:lnTo>
                  <a:lnTo>
                    <a:pt x="7935878" y="2589180"/>
                  </a:lnTo>
                  <a:lnTo>
                    <a:pt x="7942592" y="2593001"/>
                  </a:lnTo>
                  <a:lnTo>
                    <a:pt x="7949306" y="2604045"/>
                  </a:lnTo>
                  <a:lnTo>
                    <a:pt x="7956020" y="2577892"/>
                  </a:lnTo>
                  <a:lnTo>
                    <a:pt x="7962734" y="2605629"/>
                  </a:lnTo>
                  <a:lnTo>
                    <a:pt x="7969448" y="2639226"/>
                  </a:lnTo>
                  <a:lnTo>
                    <a:pt x="7976162" y="2649579"/>
                  </a:lnTo>
                  <a:lnTo>
                    <a:pt x="7982875" y="2640150"/>
                  </a:lnTo>
                  <a:lnTo>
                    <a:pt x="7989589" y="2628637"/>
                  </a:lnTo>
                  <a:lnTo>
                    <a:pt x="7996303" y="2644289"/>
                  </a:lnTo>
                  <a:lnTo>
                    <a:pt x="8003017" y="2662855"/>
                  </a:lnTo>
                  <a:lnTo>
                    <a:pt x="8009731" y="2652479"/>
                  </a:lnTo>
                  <a:lnTo>
                    <a:pt x="8016445" y="2647925"/>
                  </a:lnTo>
                  <a:lnTo>
                    <a:pt x="8023159" y="2660397"/>
                  </a:lnTo>
                  <a:lnTo>
                    <a:pt x="8029873" y="2667474"/>
                  </a:lnTo>
                  <a:lnTo>
                    <a:pt x="8036587" y="2643237"/>
                  </a:lnTo>
                  <a:lnTo>
                    <a:pt x="8043301" y="2640148"/>
                  </a:lnTo>
                  <a:lnTo>
                    <a:pt x="8050015" y="2634902"/>
                  </a:lnTo>
                  <a:lnTo>
                    <a:pt x="8056729" y="2659656"/>
                  </a:lnTo>
                  <a:lnTo>
                    <a:pt x="8063443" y="2667420"/>
                  </a:lnTo>
                  <a:lnTo>
                    <a:pt x="8070157" y="2639852"/>
                  </a:lnTo>
                  <a:lnTo>
                    <a:pt x="8076871" y="2662935"/>
                  </a:lnTo>
                  <a:lnTo>
                    <a:pt x="8083585" y="2632154"/>
                  </a:lnTo>
                  <a:lnTo>
                    <a:pt x="8090299" y="2618561"/>
                  </a:lnTo>
                  <a:lnTo>
                    <a:pt x="8097012" y="2628057"/>
                  </a:lnTo>
                  <a:lnTo>
                    <a:pt x="8103726" y="2605850"/>
                  </a:lnTo>
                  <a:lnTo>
                    <a:pt x="8110440" y="2618868"/>
                  </a:lnTo>
                  <a:lnTo>
                    <a:pt x="8117154" y="2622043"/>
                  </a:lnTo>
                  <a:lnTo>
                    <a:pt x="8123868" y="2646692"/>
                  </a:lnTo>
                  <a:lnTo>
                    <a:pt x="8130582" y="2657848"/>
                  </a:lnTo>
                  <a:lnTo>
                    <a:pt x="8137296" y="2662999"/>
                  </a:lnTo>
                  <a:lnTo>
                    <a:pt x="8144010" y="2667120"/>
                  </a:lnTo>
                  <a:lnTo>
                    <a:pt x="8150724" y="2659479"/>
                  </a:lnTo>
                  <a:lnTo>
                    <a:pt x="8157438" y="2660346"/>
                  </a:lnTo>
                  <a:lnTo>
                    <a:pt x="8164152" y="2668502"/>
                  </a:lnTo>
                  <a:lnTo>
                    <a:pt x="8170866" y="2664203"/>
                  </a:lnTo>
                  <a:lnTo>
                    <a:pt x="8177580" y="2665079"/>
                  </a:lnTo>
                  <a:lnTo>
                    <a:pt x="8184294" y="2667515"/>
                  </a:lnTo>
                  <a:lnTo>
                    <a:pt x="8191008" y="2670727"/>
                  </a:lnTo>
                  <a:lnTo>
                    <a:pt x="8197722" y="2670727"/>
                  </a:lnTo>
                  <a:lnTo>
                    <a:pt x="8204436" y="2658440"/>
                  </a:lnTo>
                  <a:lnTo>
                    <a:pt x="8211149" y="2634519"/>
                  </a:lnTo>
                  <a:lnTo>
                    <a:pt x="8217863" y="2598692"/>
                  </a:lnTo>
                  <a:lnTo>
                    <a:pt x="8224577" y="2602586"/>
                  </a:lnTo>
                  <a:lnTo>
                    <a:pt x="8231291" y="2584378"/>
                  </a:lnTo>
                  <a:lnTo>
                    <a:pt x="8238005" y="2545077"/>
                  </a:lnTo>
                  <a:lnTo>
                    <a:pt x="8244719" y="2534392"/>
                  </a:lnTo>
                  <a:lnTo>
                    <a:pt x="8251433" y="2531923"/>
                  </a:lnTo>
                  <a:lnTo>
                    <a:pt x="8258147" y="2567060"/>
                  </a:lnTo>
                  <a:lnTo>
                    <a:pt x="8264861" y="2562220"/>
                  </a:lnTo>
                  <a:lnTo>
                    <a:pt x="8271575" y="2585946"/>
                  </a:lnTo>
                  <a:lnTo>
                    <a:pt x="8278289" y="2575754"/>
                  </a:lnTo>
                  <a:lnTo>
                    <a:pt x="8285003" y="2608263"/>
                  </a:lnTo>
                  <a:lnTo>
                    <a:pt x="8291717" y="2670727"/>
                  </a:lnTo>
                  <a:lnTo>
                    <a:pt x="8298431" y="2670727"/>
                  </a:lnTo>
                  <a:lnTo>
                    <a:pt x="8305145" y="2670727"/>
                  </a:lnTo>
                  <a:lnTo>
                    <a:pt x="8311859" y="2670727"/>
                  </a:lnTo>
                  <a:lnTo>
                    <a:pt x="8318573" y="2670727"/>
                  </a:lnTo>
                  <a:lnTo>
                    <a:pt x="8325286" y="2670727"/>
                  </a:lnTo>
                  <a:lnTo>
                    <a:pt x="8332000" y="2666066"/>
                  </a:lnTo>
                  <a:lnTo>
                    <a:pt x="8338714" y="2670727"/>
                  </a:lnTo>
                  <a:lnTo>
                    <a:pt x="8345428" y="2656370"/>
                  </a:lnTo>
                  <a:lnTo>
                    <a:pt x="8352142" y="2628637"/>
                  </a:lnTo>
                  <a:lnTo>
                    <a:pt x="8358856" y="2620150"/>
                  </a:lnTo>
                  <a:lnTo>
                    <a:pt x="8365570" y="2591576"/>
                  </a:lnTo>
                  <a:lnTo>
                    <a:pt x="8372284" y="2546136"/>
                  </a:lnTo>
                  <a:lnTo>
                    <a:pt x="8378998" y="2613250"/>
                  </a:lnTo>
                  <a:lnTo>
                    <a:pt x="8385712" y="2615750"/>
                  </a:lnTo>
                  <a:lnTo>
                    <a:pt x="8392426" y="2640066"/>
                  </a:lnTo>
                  <a:lnTo>
                    <a:pt x="8399140" y="2641570"/>
                  </a:lnTo>
                  <a:lnTo>
                    <a:pt x="8405854" y="2635055"/>
                  </a:lnTo>
                  <a:lnTo>
                    <a:pt x="8412568" y="2655774"/>
                  </a:lnTo>
                  <a:lnTo>
                    <a:pt x="8419282" y="2650396"/>
                  </a:lnTo>
                  <a:lnTo>
                    <a:pt x="8425996" y="2647053"/>
                  </a:lnTo>
                  <a:lnTo>
                    <a:pt x="8432710" y="2655432"/>
                  </a:lnTo>
                  <a:lnTo>
                    <a:pt x="8439423" y="2657362"/>
                  </a:lnTo>
                  <a:lnTo>
                    <a:pt x="8446137" y="2670727"/>
                  </a:lnTo>
                  <a:lnTo>
                    <a:pt x="8452851" y="2670727"/>
                  </a:lnTo>
                  <a:lnTo>
                    <a:pt x="8459565" y="2670727"/>
                  </a:lnTo>
                  <a:lnTo>
                    <a:pt x="8466279" y="2670727"/>
                  </a:lnTo>
                  <a:lnTo>
                    <a:pt x="8472993" y="2670727"/>
                  </a:lnTo>
                  <a:lnTo>
                    <a:pt x="8479707" y="2656309"/>
                  </a:lnTo>
                  <a:lnTo>
                    <a:pt x="8486421" y="2667268"/>
                  </a:lnTo>
                  <a:lnTo>
                    <a:pt x="8493135" y="2663933"/>
                  </a:lnTo>
                  <a:lnTo>
                    <a:pt x="8499849" y="2668427"/>
                  </a:lnTo>
                  <a:lnTo>
                    <a:pt x="8506563" y="2666889"/>
                  </a:lnTo>
                  <a:lnTo>
                    <a:pt x="8513277" y="2670727"/>
                  </a:lnTo>
                  <a:lnTo>
                    <a:pt x="8519991" y="2670727"/>
                  </a:lnTo>
                  <a:lnTo>
                    <a:pt x="8526705" y="2670727"/>
                  </a:lnTo>
                  <a:lnTo>
                    <a:pt x="8533419" y="2669683"/>
                  </a:lnTo>
                  <a:lnTo>
                    <a:pt x="8540133" y="2667419"/>
                  </a:lnTo>
                  <a:lnTo>
                    <a:pt x="8546847" y="2659472"/>
                  </a:lnTo>
                  <a:lnTo>
                    <a:pt x="8553560" y="2663318"/>
                  </a:lnTo>
                  <a:lnTo>
                    <a:pt x="8553560" y="2670727"/>
                  </a:lnTo>
                  <a:lnTo>
                    <a:pt x="8546847" y="2670727"/>
                  </a:lnTo>
                  <a:lnTo>
                    <a:pt x="8540133" y="2670727"/>
                  </a:lnTo>
                  <a:lnTo>
                    <a:pt x="8533419" y="2670727"/>
                  </a:lnTo>
                  <a:lnTo>
                    <a:pt x="8526705" y="2670727"/>
                  </a:lnTo>
                  <a:lnTo>
                    <a:pt x="8519991" y="2670727"/>
                  </a:lnTo>
                  <a:lnTo>
                    <a:pt x="8513277" y="2670727"/>
                  </a:lnTo>
                  <a:lnTo>
                    <a:pt x="8506563" y="2670727"/>
                  </a:lnTo>
                  <a:lnTo>
                    <a:pt x="8499849" y="2670727"/>
                  </a:lnTo>
                  <a:lnTo>
                    <a:pt x="8493135" y="2670727"/>
                  </a:lnTo>
                  <a:lnTo>
                    <a:pt x="8486421" y="2670727"/>
                  </a:lnTo>
                  <a:lnTo>
                    <a:pt x="8479707" y="2670727"/>
                  </a:lnTo>
                  <a:lnTo>
                    <a:pt x="8472993" y="2670727"/>
                  </a:lnTo>
                  <a:lnTo>
                    <a:pt x="8466279" y="2670727"/>
                  </a:lnTo>
                  <a:lnTo>
                    <a:pt x="8459565" y="2670727"/>
                  </a:lnTo>
                  <a:lnTo>
                    <a:pt x="8452851" y="2670727"/>
                  </a:lnTo>
                  <a:lnTo>
                    <a:pt x="8446137" y="2670727"/>
                  </a:lnTo>
                  <a:lnTo>
                    <a:pt x="8439423" y="2670727"/>
                  </a:lnTo>
                  <a:lnTo>
                    <a:pt x="8432710" y="2670727"/>
                  </a:lnTo>
                  <a:lnTo>
                    <a:pt x="8425996" y="2670727"/>
                  </a:lnTo>
                  <a:lnTo>
                    <a:pt x="8419282" y="2670727"/>
                  </a:lnTo>
                  <a:lnTo>
                    <a:pt x="8412568" y="2670727"/>
                  </a:lnTo>
                  <a:lnTo>
                    <a:pt x="8405854" y="2670727"/>
                  </a:lnTo>
                  <a:lnTo>
                    <a:pt x="8399140" y="2670727"/>
                  </a:lnTo>
                  <a:lnTo>
                    <a:pt x="8392426" y="2670727"/>
                  </a:lnTo>
                  <a:lnTo>
                    <a:pt x="8385712" y="2670727"/>
                  </a:lnTo>
                  <a:lnTo>
                    <a:pt x="8378998" y="2670727"/>
                  </a:lnTo>
                  <a:lnTo>
                    <a:pt x="8372284" y="2670727"/>
                  </a:lnTo>
                  <a:lnTo>
                    <a:pt x="8365570" y="2670727"/>
                  </a:lnTo>
                  <a:lnTo>
                    <a:pt x="8358856" y="2670727"/>
                  </a:lnTo>
                  <a:lnTo>
                    <a:pt x="8352142" y="2670727"/>
                  </a:lnTo>
                  <a:lnTo>
                    <a:pt x="8345428" y="2670727"/>
                  </a:lnTo>
                  <a:lnTo>
                    <a:pt x="8338714" y="2670727"/>
                  </a:lnTo>
                  <a:lnTo>
                    <a:pt x="8332000" y="2670727"/>
                  </a:lnTo>
                  <a:lnTo>
                    <a:pt x="8325286" y="2670727"/>
                  </a:lnTo>
                  <a:lnTo>
                    <a:pt x="8318573" y="2670727"/>
                  </a:lnTo>
                  <a:lnTo>
                    <a:pt x="8311859" y="2670727"/>
                  </a:lnTo>
                  <a:lnTo>
                    <a:pt x="8305145" y="2670727"/>
                  </a:lnTo>
                  <a:lnTo>
                    <a:pt x="8298431" y="2670727"/>
                  </a:lnTo>
                  <a:lnTo>
                    <a:pt x="8291717" y="2670727"/>
                  </a:lnTo>
                  <a:lnTo>
                    <a:pt x="8285003" y="2670727"/>
                  </a:lnTo>
                  <a:lnTo>
                    <a:pt x="8278289" y="2670727"/>
                  </a:lnTo>
                  <a:lnTo>
                    <a:pt x="8271575" y="2670727"/>
                  </a:lnTo>
                  <a:lnTo>
                    <a:pt x="8264861" y="2670727"/>
                  </a:lnTo>
                  <a:lnTo>
                    <a:pt x="8258147" y="2670727"/>
                  </a:lnTo>
                  <a:lnTo>
                    <a:pt x="8251433" y="2670727"/>
                  </a:lnTo>
                  <a:lnTo>
                    <a:pt x="8244719" y="2670727"/>
                  </a:lnTo>
                  <a:lnTo>
                    <a:pt x="8238005" y="2670727"/>
                  </a:lnTo>
                  <a:lnTo>
                    <a:pt x="8231291" y="2670727"/>
                  </a:lnTo>
                  <a:lnTo>
                    <a:pt x="8224577" y="2670727"/>
                  </a:lnTo>
                  <a:lnTo>
                    <a:pt x="8217863" y="2670727"/>
                  </a:lnTo>
                  <a:lnTo>
                    <a:pt x="8211149" y="2670727"/>
                  </a:lnTo>
                  <a:lnTo>
                    <a:pt x="8204436" y="2670727"/>
                  </a:lnTo>
                  <a:lnTo>
                    <a:pt x="8197722" y="2670727"/>
                  </a:lnTo>
                  <a:lnTo>
                    <a:pt x="8191008" y="2670727"/>
                  </a:lnTo>
                  <a:lnTo>
                    <a:pt x="8184294" y="2670727"/>
                  </a:lnTo>
                  <a:lnTo>
                    <a:pt x="8177580" y="2670727"/>
                  </a:lnTo>
                  <a:lnTo>
                    <a:pt x="8170866" y="2670727"/>
                  </a:lnTo>
                  <a:lnTo>
                    <a:pt x="8164152" y="2670727"/>
                  </a:lnTo>
                  <a:lnTo>
                    <a:pt x="8157438" y="2670727"/>
                  </a:lnTo>
                  <a:lnTo>
                    <a:pt x="8150724" y="2670727"/>
                  </a:lnTo>
                  <a:lnTo>
                    <a:pt x="8144010" y="2670727"/>
                  </a:lnTo>
                  <a:lnTo>
                    <a:pt x="8137296" y="2670727"/>
                  </a:lnTo>
                  <a:lnTo>
                    <a:pt x="8130582" y="2670727"/>
                  </a:lnTo>
                  <a:lnTo>
                    <a:pt x="8123868" y="2670727"/>
                  </a:lnTo>
                  <a:lnTo>
                    <a:pt x="8117154" y="2670727"/>
                  </a:lnTo>
                  <a:lnTo>
                    <a:pt x="8110440" y="2670727"/>
                  </a:lnTo>
                  <a:lnTo>
                    <a:pt x="8103726" y="2670727"/>
                  </a:lnTo>
                  <a:lnTo>
                    <a:pt x="8097012" y="2670727"/>
                  </a:lnTo>
                  <a:lnTo>
                    <a:pt x="8090299" y="2670727"/>
                  </a:lnTo>
                  <a:lnTo>
                    <a:pt x="8083585" y="2670727"/>
                  </a:lnTo>
                  <a:lnTo>
                    <a:pt x="8076871" y="2670727"/>
                  </a:lnTo>
                  <a:lnTo>
                    <a:pt x="8070157" y="2670727"/>
                  </a:lnTo>
                  <a:lnTo>
                    <a:pt x="8063443" y="2670727"/>
                  </a:lnTo>
                  <a:lnTo>
                    <a:pt x="8056729" y="2670727"/>
                  </a:lnTo>
                  <a:lnTo>
                    <a:pt x="8050015" y="2670727"/>
                  </a:lnTo>
                  <a:lnTo>
                    <a:pt x="8043301" y="2670727"/>
                  </a:lnTo>
                  <a:lnTo>
                    <a:pt x="8036587" y="2670727"/>
                  </a:lnTo>
                  <a:lnTo>
                    <a:pt x="8029873" y="2670727"/>
                  </a:lnTo>
                  <a:lnTo>
                    <a:pt x="8023159" y="2670727"/>
                  </a:lnTo>
                  <a:lnTo>
                    <a:pt x="8016445" y="2670727"/>
                  </a:lnTo>
                  <a:lnTo>
                    <a:pt x="8009731" y="2670727"/>
                  </a:lnTo>
                  <a:lnTo>
                    <a:pt x="8003017" y="2670727"/>
                  </a:lnTo>
                  <a:lnTo>
                    <a:pt x="7996303" y="2670727"/>
                  </a:lnTo>
                  <a:lnTo>
                    <a:pt x="7989589" y="2670727"/>
                  </a:lnTo>
                  <a:lnTo>
                    <a:pt x="7982875" y="2670727"/>
                  </a:lnTo>
                  <a:lnTo>
                    <a:pt x="7976162" y="2670727"/>
                  </a:lnTo>
                  <a:lnTo>
                    <a:pt x="7969448" y="2670727"/>
                  </a:lnTo>
                  <a:lnTo>
                    <a:pt x="7962734" y="2670727"/>
                  </a:lnTo>
                  <a:lnTo>
                    <a:pt x="7956020" y="2670727"/>
                  </a:lnTo>
                  <a:lnTo>
                    <a:pt x="7949306" y="2670727"/>
                  </a:lnTo>
                  <a:lnTo>
                    <a:pt x="7942592" y="2670727"/>
                  </a:lnTo>
                  <a:lnTo>
                    <a:pt x="7935878" y="2670727"/>
                  </a:lnTo>
                  <a:lnTo>
                    <a:pt x="7929164" y="2670727"/>
                  </a:lnTo>
                  <a:lnTo>
                    <a:pt x="7922450" y="2670727"/>
                  </a:lnTo>
                  <a:lnTo>
                    <a:pt x="7915736" y="2670727"/>
                  </a:lnTo>
                  <a:lnTo>
                    <a:pt x="7909022" y="2670727"/>
                  </a:lnTo>
                  <a:lnTo>
                    <a:pt x="7902308" y="2670727"/>
                  </a:lnTo>
                  <a:lnTo>
                    <a:pt x="7895594" y="2670727"/>
                  </a:lnTo>
                  <a:lnTo>
                    <a:pt x="7888880" y="2670727"/>
                  </a:lnTo>
                  <a:lnTo>
                    <a:pt x="7882166" y="2670727"/>
                  </a:lnTo>
                  <a:lnTo>
                    <a:pt x="7875452" y="2670727"/>
                  </a:lnTo>
                  <a:lnTo>
                    <a:pt x="7868738" y="2670727"/>
                  </a:lnTo>
                  <a:lnTo>
                    <a:pt x="7862025" y="2670727"/>
                  </a:lnTo>
                  <a:lnTo>
                    <a:pt x="7855311" y="2670727"/>
                  </a:lnTo>
                  <a:lnTo>
                    <a:pt x="7848597" y="2670727"/>
                  </a:lnTo>
                  <a:lnTo>
                    <a:pt x="7841883" y="2670727"/>
                  </a:lnTo>
                  <a:lnTo>
                    <a:pt x="7835169" y="2670727"/>
                  </a:lnTo>
                  <a:lnTo>
                    <a:pt x="7828455" y="2670727"/>
                  </a:lnTo>
                  <a:lnTo>
                    <a:pt x="7821741" y="2670727"/>
                  </a:lnTo>
                  <a:lnTo>
                    <a:pt x="7815027" y="2670727"/>
                  </a:lnTo>
                  <a:lnTo>
                    <a:pt x="7808313" y="2670727"/>
                  </a:lnTo>
                  <a:lnTo>
                    <a:pt x="7801599" y="2670727"/>
                  </a:lnTo>
                  <a:lnTo>
                    <a:pt x="7794885" y="2670727"/>
                  </a:lnTo>
                  <a:lnTo>
                    <a:pt x="7788171" y="2670727"/>
                  </a:lnTo>
                  <a:lnTo>
                    <a:pt x="7781457" y="2670727"/>
                  </a:lnTo>
                  <a:lnTo>
                    <a:pt x="7774743" y="2670727"/>
                  </a:lnTo>
                  <a:lnTo>
                    <a:pt x="7768029" y="2670727"/>
                  </a:lnTo>
                  <a:lnTo>
                    <a:pt x="7761315" y="2670727"/>
                  </a:lnTo>
                  <a:lnTo>
                    <a:pt x="7754601" y="2670727"/>
                  </a:lnTo>
                  <a:lnTo>
                    <a:pt x="7747888" y="2670727"/>
                  </a:lnTo>
                  <a:lnTo>
                    <a:pt x="7741174" y="2670727"/>
                  </a:lnTo>
                  <a:lnTo>
                    <a:pt x="7734460" y="2670727"/>
                  </a:lnTo>
                  <a:lnTo>
                    <a:pt x="7727746" y="2670727"/>
                  </a:lnTo>
                  <a:lnTo>
                    <a:pt x="7721032" y="2670727"/>
                  </a:lnTo>
                  <a:lnTo>
                    <a:pt x="7714318" y="2670727"/>
                  </a:lnTo>
                  <a:lnTo>
                    <a:pt x="7707604" y="2670727"/>
                  </a:lnTo>
                  <a:lnTo>
                    <a:pt x="7700890" y="2670727"/>
                  </a:lnTo>
                  <a:lnTo>
                    <a:pt x="7694176" y="2670727"/>
                  </a:lnTo>
                  <a:lnTo>
                    <a:pt x="7687462" y="2670727"/>
                  </a:lnTo>
                  <a:lnTo>
                    <a:pt x="7680748" y="2670727"/>
                  </a:lnTo>
                  <a:lnTo>
                    <a:pt x="7674034" y="2670727"/>
                  </a:lnTo>
                  <a:lnTo>
                    <a:pt x="7667320" y="2670727"/>
                  </a:lnTo>
                  <a:lnTo>
                    <a:pt x="7660606" y="2670727"/>
                  </a:lnTo>
                  <a:lnTo>
                    <a:pt x="7653892" y="2670727"/>
                  </a:lnTo>
                  <a:lnTo>
                    <a:pt x="7647178" y="2670727"/>
                  </a:lnTo>
                  <a:lnTo>
                    <a:pt x="7640464" y="2670727"/>
                  </a:lnTo>
                  <a:lnTo>
                    <a:pt x="7633751" y="2670727"/>
                  </a:lnTo>
                  <a:lnTo>
                    <a:pt x="7627037" y="2670727"/>
                  </a:lnTo>
                  <a:lnTo>
                    <a:pt x="7620323" y="2670727"/>
                  </a:lnTo>
                  <a:lnTo>
                    <a:pt x="7613609" y="2670727"/>
                  </a:lnTo>
                  <a:lnTo>
                    <a:pt x="7606895" y="2670727"/>
                  </a:lnTo>
                  <a:lnTo>
                    <a:pt x="7600181" y="2670727"/>
                  </a:lnTo>
                  <a:lnTo>
                    <a:pt x="7593467" y="2670727"/>
                  </a:lnTo>
                  <a:lnTo>
                    <a:pt x="7586753" y="2670727"/>
                  </a:lnTo>
                  <a:lnTo>
                    <a:pt x="7580039" y="2670727"/>
                  </a:lnTo>
                  <a:lnTo>
                    <a:pt x="7573325" y="2670727"/>
                  </a:lnTo>
                  <a:lnTo>
                    <a:pt x="7566611" y="2670727"/>
                  </a:lnTo>
                  <a:lnTo>
                    <a:pt x="7559897" y="2670727"/>
                  </a:lnTo>
                  <a:lnTo>
                    <a:pt x="7553183" y="2670727"/>
                  </a:lnTo>
                  <a:lnTo>
                    <a:pt x="7546469" y="2670727"/>
                  </a:lnTo>
                  <a:lnTo>
                    <a:pt x="7539755" y="2670727"/>
                  </a:lnTo>
                  <a:lnTo>
                    <a:pt x="7533041" y="2670727"/>
                  </a:lnTo>
                  <a:lnTo>
                    <a:pt x="7526327" y="2670727"/>
                  </a:lnTo>
                  <a:lnTo>
                    <a:pt x="7519614" y="2670727"/>
                  </a:lnTo>
                  <a:lnTo>
                    <a:pt x="7512900" y="2670727"/>
                  </a:lnTo>
                  <a:lnTo>
                    <a:pt x="7506186" y="2670727"/>
                  </a:lnTo>
                  <a:lnTo>
                    <a:pt x="7499472" y="2670727"/>
                  </a:lnTo>
                  <a:lnTo>
                    <a:pt x="7492758" y="2670727"/>
                  </a:lnTo>
                  <a:lnTo>
                    <a:pt x="7486044" y="2670727"/>
                  </a:lnTo>
                  <a:lnTo>
                    <a:pt x="7479330" y="2670727"/>
                  </a:lnTo>
                  <a:lnTo>
                    <a:pt x="7472616" y="2670727"/>
                  </a:lnTo>
                  <a:lnTo>
                    <a:pt x="7465902" y="2670727"/>
                  </a:lnTo>
                  <a:lnTo>
                    <a:pt x="7459188" y="2670727"/>
                  </a:lnTo>
                  <a:lnTo>
                    <a:pt x="7452474" y="2670727"/>
                  </a:lnTo>
                  <a:lnTo>
                    <a:pt x="7445760" y="2670727"/>
                  </a:lnTo>
                  <a:lnTo>
                    <a:pt x="7439046" y="2670727"/>
                  </a:lnTo>
                  <a:lnTo>
                    <a:pt x="7432332" y="2670727"/>
                  </a:lnTo>
                  <a:lnTo>
                    <a:pt x="7425618" y="2670727"/>
                  </a:lnTo>
                  <a:lnTo>
                    <a:pt x="7418904" y="2670727"/>
                  </a:lnTo>
                  <a:lnTo>
                    <a:pt x="7412190" y="2670727"/>
                  </a:lnTo>
                  <a:lnTo>
                    <a:pt x="7405477" y="2670727"/>
                  </a:lnTo>
                  <a:lnTo>
                    <a:pt x="7398763" y="2670727"/>
                  </a:lnTo>
                  <a:lnTo>
                    <a:pt x="7392049" y="2670727"/>
                  </a:lnTo>
                  <a:lnTo>
                    <a:pt x="7385335" y="2670727"/>
                  </a:lnTo>
                  <a:lnTo>
                    <a:pt x="7378621" y="2670727"/>
                  </a:lnTo>
                  <a:lnTo>
                    <a:pt x="7371907" y="2670727"/>
                  </a:lnTo>
                  <a:lnTo>
                    <a:pt x="7365193" y="2670727"/>
                  </a:lnTo>
                  <a:lnTo>
                    <a:pt x="7358479" y="2670727"/>
                  </a:lnTo>
                  <a:lnTo>
                    <a:pt x="7351765" y="2670727"/>
                  </a:lnTo>
                  <a:lnTo>
                    <a:pt x="7345051" y="2670727"/>
                  </a:lnTo>
                  <a:lnTo>
                    <a:pt x="7338337" y="2670727"/>
                  </a:lnTo>
                  <a:lnTo>
                    <a:pt x="7331623" y="2670727"/>
                  </a:lnTo>
                  <a:lnTo>
                    <a:pt x="7324909" y="2670727"/>
                  </a:lnTo>
                  <a:lnTo>
                    <a:pt x="7318195" y="2670727"/>
                  </a:lnTo>
                  <a:lnTo>
                    <a:pt x="7311481" y="2670727"/>
                  </a:lnTo>
                  <a:lnTo>
                    <a:pt x="7304767" y="2670727"/>
                  </a:lnTo>
                  <a:lnTo>
                    <a:pt x="7298053" y="2670727"/>
                  </a:lnTo>
                  <a:lnTo>
                    <a:pt x="7291340" y="2670727"/>
                  </a:lnTo>
                  <a:lnTo>
                    <a:pt x="7284626" y="2670727"/>
                  </a:lnTo>
                  <a:lnTo>
                    <a:pt x="7277912" y="2670727"/>
                  </a:lnTo>
                  <a:lnTo>
                    <a:pt x="7271198" y="2670727"/>
                  </a:lnTo>
                  <a:lnTo>
                    <a:pt x="7264484" y="2670727"/>
                  </a:lnTo>
                  <a:lnTo>
                    <a:pt x="7257770" y="2670727"/>
                  </a:lnTo>
                  <a:lnTo>
                    <a:pt x="7251056" y="2670727"/>
                  </a:lnTo>
                  <a:lnTo>
                    <a:pt x="7244342" y="2670727"/>
                  </a:lnTo>
                  <a:lnTo>
                    <a:pt x="7237628" y="2670727"/>
                  </a:lnTo>
                  <a:lnTo>
                    <a:pt x="7230914" y="2670727"/>
                  </a:lnTo>
                  <a:lnTo>
                    <a:pt x="7224200" y="2670727"/>
                  </a:lnTo>
                  <a:lnTo>
                    <a:pt x="7217486" y="2670727"/>
                  </a:lnTo>
                  <a:lnTo>
                    <a:pt x="7210772" y="2670727"/>
                  </a:lnTo>
                  <a:lnTo>
                    <a:pt x="7204058" y="2670727"/>
                  </a:lnTo>
                  <a:lnTo>
                    <a:pt x="7197344" y="2670727"/>
                  </a:lnTo>
                  <a:lnTo>
                    <a:pt x="7190630" y="2670727"/>
                  </a:lnTo>
                  <a:lnTo>
                    <a:pt x="7183916" y="2670727"/>
                  </a:lnTo>
                  <a:lnTo>
                    <a:pt x="7177203" y="2670727"/>
                  </a:lnTo>
                  <a:lnTo>
                    <a:pt x="7170489" y="2670727"/>
                  </a:lnTo>
                  <a:lnTo>
                    <a:pt x="7163775" y="2670727"/>
                  </a:lnTo>
                  <a:lnTo>
                    <a:pt x="7157061" y="2670727"/>
                  </a:lnTo>
                  <a:lnTo>
                    <a:pt x="7150347" y="2670727"/>
                  </a:lnTo>
                  <a:lnTo>
                    <a:pt x="7143633" y="2670727"/>
                  </a:lnTo>
                  <a:lnTo>
                    <a:pt x="7136919" y="2670727"/>
                  </a:lnTo>
                  <a:lnTo>
                    <a:pt x="7130205" y="2670727"/>
                  </a:lnTo>
                  <a:lnTo>
                    <a:pt x="7123491" y="2670727"/>
                  </a:lnTo>
                  <a:lnTo>
                    <a:pt x="7116777" y="2670727"/>
                  </a:lnTo>
                  <a:lnTo>
                    <a:pt x="7110063" y="2670727"/>
                  </a:lnTo>
                  <a:lnTo>
                    <a:pt x="7103349" y="2670727"/>
                  </a:lnTo>
                  <a:lnTo>
                    <a:pt x="7096635" y="2670727"/>
                  </a:lnTo>
                  <a:lnTo>
                    <a:pt x="7089921" y="2670727"/>
                  </a:lnTo>
                  <a:lnTo>
                    <a:pt x="7083207" y="2670727"/>
                  </a:lnTo>
                  <a:lnTo>
                    <a:pt x="7076493" y="2670727"/>
                  </a:lnTo>
                  <a:lnTo>
                    <a:pt x="7069779" y="2670727"/>
                  </a:lnTo>
                  <a:lnTo>
                    <a:pt x="7063066" y="2670727"/>
                  </a:lnTo>
                  <a:lnTo>
                    <a:pt x="7056352" y="2670727"/>
                  </a:lnTo>
                  <a:lnTo>
                    <a:pt x="7049638" y="2670727"/>
                  </a:lnTo>
                  <a:lnTo>
                    <a:pt x="7042924" y="2670727"/>
                  </a:lnTo>
                  <a:lnTo>
                    <a:pt x="7036210" y="2670727"/>
                  </a:lnTo>
                  <a:lnTo>
                    <a:pt x="7029496" y="2670727"/>
                  </a:lnTo>
                  <a:lnTo>
                    <a:pt x="7022782" y="2670727"/>
                  </a:lnTo>
                  <a:lnTo>
                    <a:pt x="7016068" y="2670727"/>
                  </a:lnTo>
                  <a:lnTo>
                    <a:pt x="7009354" y="2670727"/>
                  </a:lnTo>
                  <a:lnTo>
                    <a:pt x="7002640" y="2670727"/>
                  </a:lnTo>
                  <a:lnTo>
                    <a:pt x="6995926" y="2670727"/>
                  </a:lnTo>
                  <a:lnTo>
                    <a:pt x="6989212" y="2670727"/>
                  </a:lnTo>
                  <a:lnTo>
                    <a:pt x="6982498" y="2670727"/>
                  </a:lnTo>
                  <a:lnTo>
                    <a:pt x="6975784" y="2670727"/>
                  </a:lnTo>
                  <a:lnTo>
                    <a:pt x="6969070" y="2670727"/>
                  </a:lnTo>
                  <a:lnTo>
                    <a:pt x="6962356" y="2670727"/>
                  </a:lnTo>
                  <a:lnTo>
                    <a:pt x="6955642" y="2670727"/>
                  </a:lnTo>
                  <a:lnTo>
                    <a:pt x="6948929" y="2670727"/>
                  </a:lnTo>
                  <a:lnTo>
                    <a:pt x="6942215" y="2670727"/>
                  </a:lnTo>
                  <a:lnTo>
                    <a:pt x="6935501" y="2670727"/>
                  </a:lnTo>
                  <a:lnTo>
                    <a:pt x="6928787" y="2670727"/>
                  </a:lnTo>
                  <a:lnTo>
                    <a:pt x="6922073" y="2670727"/>
                  </a:lnTo>
                  <a:lnTo>
                    <a:pt x="6915359" y="2670727"/>
                  </a:lnTo>
                  <a:lnTo>
                    <a:pt x="6908645" y="2670727"/>
                  </a:lnTo>
                  <a:lnTo>
                    <a:pt x="6901931" y="2670727"/>
                  </a:lnTo>
                  <a:lnTo>
                    <a:pt x="6895217" y="2670727"/>
                  </a:lnTo>
                  <a:lnTo>
                    <a:pt x="6888503" y="2670727"/>
                  </a:lnTo>
                  <a:lnTo>
                    <a:pt x="6881789" y="2670727"/>
                  </a:lnTo>
                  <a:lnTo>
                    <a:pt x="6875075" y="2670727"/>
                  </a:lnTo>
                  <a:lnTo>
                    <a:pt x="6868361" y="2670727"/>
                  </a:lnTo>
                  <a:lnTo>
                    <a:pt x="6861647" y="2670727"/>
                  </a:lnTo>
                  <a:lnTo>
                    <a:pt x="6854933" y="2670727"/>
                  </a:lnTo>
                  <a:lnTo>
                    <a:pt x="6848219" y="2670727"/>
                  </a:lnTo>
                  <a:lnTo>
                    <a:pt x="6841505" y="2670727"/>
                  </a:lnTo>
                  <a:lnTo>
                    <a:pt x="6834792" y="2670727"/>
                  </a:lnTo>
                  <a:lnTo>
                    <a:pt x="6828078" y="2670727"/>
                  </a:lnTo>
                  <a:lnTo>
                    <a:pt x="6821364" y="2670727"/>
                  </a:lnTo>
                  <a:lnTo>
                    <a:pt x="6814650" y="2670727"/>
                  </a:lnTo>
                  <a:lnTo>
                    <a:pt x="6807936" y="2670727"/>
                  </a:lnTo>
                  <a:lnTo>
                    <a:pt x="6801222" y="2670727"/>
                  </a:lnTo>
                  <a:lnTo>
                    <a:pt x="6794508" y="2670727"/>
                  </a:lnTo>
                  <a:lnTo>
                    <a:pt x="6787794" y="2670727"/>
                  </a:lnTo>
                  <a:lnTo>
                    <a:pt x="6781080" y="2670727"/>
                  </a:lnTo>
                  <a:lnTo>
                    <a:pt x="6774366" y="2670727"/>
                  </a:lnTo>
                  <a:lnTo>
                    <a:pt x="6767652" y="2670727"/>
                  </a:lnTo>
                  <a:lnTo>
                    <a:pt x="6760938" y="2670727"/>
                  </a:lnTo>
                  <a:lnTo>
                    <a:pt x="6754224" y="2670727"/>
                  </a:lnTo>
                  <a:lnTo>
                    <a:pt x="6747510" y="2670727"/>
                  </a:lnTo>
                  <a:lnTo>
                    <a:pt x="6740796" y="2670727"/>
                  </a:lnTo>
                  <a:lnTo>
                    <a:pt x="6734082" y="2670727"/>
                  </a:lnTo>
                  <a:lnTo>
                    <a:pt x="6727368" y="2670727"/>
                  </a:lnTo>
                  <a:lnTo>
                    <a:pt x="6720655" y="2670727"/>
                  </a:lnTo>
                  <a:lnTo>
                    <a:pt x="6713941" y="2670727"/>
                  </a:lnTo>
                  <a:lnTo>
                    <a:pt x="6707227" y="2670727"/>
                  </a:lnTo>
                  <a:lnTo>
                    <a:pt x="6700513" y="2670727"/>
                  </a:lnTo>
                  <a:lnTo>
                    <a:pt x="6693799" y="2670727"/>
                  </a:lnTo>
                  <a:lnTo>
                    <a:pt x="6687085" y="2670727"/>
                  </a:lnTo>
                  <a:lnTo>
                    <a:pt x="6680371" y="2670727"/>
                  </a:lnTo>
                  <a:lnTo>
                    <a:pt x="6673657" y="2670727"/>
                  </a:lnTo>
                  <a:lnTo>
                    <a:pt x="6666943" y="2670727"/>
                  </a:lnTo>
                  <a:lnTo>
                    <a:pt x="6660229" y="2670727"/>
                  </a:lnTo>
                  <a:lnTo>
                    <a:pt x="6653515" y="2670727"/>
                  </a:lnTo>
                  <a:lnTo>
                    <a:pt x="6646801" y="2670727"/>
                  </a:lnTo>
                  <a:lnTo>
                    <a:pt x="6640087" y="2670727"/>
                  </a:lnTo>
                  <a:lnTo>
                    <a:pt x="6633373" y="2670727"/>
                  </a:lnTo>
                  <a:lnTo>
                    <a:pt x="6626659" y="2670727"/>
                  </a:lnTo>
                  <a:lnTo>
                    <a:pt x="6619945" y="2670727"/>
                  </a:lnTo>
                  <a:lnTo>
                    <a:pt x="6613231" y="2670727"/>
                  </a:lnTo>
                  <a:lnTo>
                    <a:pt x="6606518" y="2670727"/>
                  </a:lnTo>
                  <a:lnTo>
                    <a:pt x="6599804" y="2670727"/>
                  </a:lnTo>
                  <a:lnTo>
                    <a:pt x="6593090" y="2670727"/>
                  </a:lnTo>
                  <a:lnTo>
                    <a:pt x="6586376" y="2670727"/>
                  </a:lnTo>
                  <a:lnTo>
                    <a:pt x="6579662" y="2670727"/>
                  </a:lnTo>
                  <a:lnTo>
                    <a:pt x="6572948" y="2670727"/>
                  </a:lnTo>
                  <a:lnTo>
                    <a:pt x="6566234" y="2670727"/>
                  </a:lnTo>
                  <a:lnTo>
                    <a:pt x="6559520" y="2670727"/>
                  </a:lnTo>
                  <a:lnTo>
                    <a:pt x="6552806" y="2670727"/>
                  </a:lnTo>
                  <a:lnTo>
                    <a:pt x="6546092" y="2670727"/>
                  </a:lnTo>
                  <a:lnTo>
                    <a:pt x="6539378" y="2670727"/>
                  </a:lnTo>
                  <a:lnTo>
                    <a:pt x="6532664" y="2670727"/>
                  </a:lnTo>
                  <a:lnTo>
                    <a:pt x="6525950" y="2670727"/>
                  </a:lnTo>
                  <a:lnTo>
                    <a:pt x="6519236" y="2670727"/>
                  </a:lnTo>
                  <a:lnTo>
                    <a:pt x="6512522" y="2670727"/>
                  </a:lnTo>
                  <a:lnTo>
                    <a:pt x="6505808" y="2670727"/>
                  </a:lnTo>
                  <a:lnTo>
                    <a:pt x="6499094" y="2670727"/>
                  </a:lnTo>
                  <a:lnTo>
                    <a:pt x="6492381" y="2670727"/>
                  </a:lnTo>
                  <a:lnTo>
                    <a:pt x="6485667" y="2670727"/>
                  </a:lnTo>
                  <a:lnTo>
                    <a:pt x="6478953" y="2670727"/>
                  </a:lnTo>
                  <a:lnTo>
                    <a:pt x="6472239" y="2670727"/>
                  </a:lnTo>
                  <a:lnTo>
                    <a:pt x="6465525" y="2670727"/>
                  </a:lnTo>
                  <a:lnTo>
                    <a:pt x="6458811" y="2670727"/>
                  </a:lnTo>
                  <a:lnTo>
                    <a:pt x="6452097" y="2670727"/>
                  </a:lnTo>
                  <a:lnTo>
                    <a:pt x="6445383" y="2670727"/>
                  </a:lnTo>
                  <a:lnTo>
                    <a:pt x="6438669" y="2670727"/>
                  </a:lnTo>
                  <a:lnTo>
                    <a:pt x="6431955" y="2670727"/>
                  </a:lnTo>
                  <a:lnTo>
                    <a:pt x="6425241" y="2670727"/>
                  </a:lnTo>
                  <a:lnTo>
                    <a:pt x="6418527" y="2670727"/>
                  </a:lnTo>
                  <a:lnTo>
                    <a:pt x="6411813" y="2670727"/>
                  </a:lnTo>
                  <a:lnTo>
                    <a:pt x="6405099" y="2670727"/>
                  </a:lnTo>
                  <a:lnTo>
                    <a:pt x="6398385" y="2670727"/>
                  </a:lnTo>
                  <a:lnTo>
                    <a:pt x="6391671" y="2670727"/>
                  </a:lnTo>
                  <a:lnTo>
                    <a:pt x="6384957" y="2670727"/>
                  </a:lnTo>
                  <a:lnTo>
                    <a:pt x="6378244" y="2670727"/>
                  </a:lnTo>
                  <a:lnTo>
                    <a:pt x="6371530" y="2670727"/>
                  </a:lnTo>
                  <a:lnTo>
                    <a:pt x="6364816" y="2670727"/>
                  </a:lnTo>
                  <a:lnTo>
                    <a:pt x="6358102" y="2670727"/>
                  </a:lnTo>
                  <a:lnTo>
                    <a:pt x="6351388" y="2670727"/>
                  </a:lnTo>
                  <a:lnTo>
                    <a:pt x="6344674" y="2670727"/>
                  </a:lnTo>
                  <a:lnTo>
                    <a:pt x="6337960" y="2670727"/>
                  </a:lnTo>
                  <a:lnTo>
                    <a:pt x="6331246" y="2670727"/>
                  </a:lnTo>
                  <a:lnTo>
                    <a:pt x="6324532" y="2670727"/>
                  </a:lnTo>
                  <a:lnTo>
                    <a:pt x="6317818" y="2670727"/>
                  </a:lnTo>
                  <a:lnTo>
                    <a:pt x="6311104" y="2670727"/>
                  </a:lnTo>
                  <a:lnTo>
                    <a:pt x="6304390" y="2670727"/>
                  </a:lnTo>
                  <a:lnTo>
                    <a:pt x="6297676" y="2670727"/>
                  </a:lnTo>
                  <a:lnTo>
                    <a:pt x="6290962" y="2670727"/>
                  </a:lnTo>
                  <a:lnTo>
                    <a:pt x="6284248" y="2670727"/>
                  </a:lnTo>
                  <a:lnTo>
                    <a:pt x="6277534" y="2670727"/>
                  </a:lnTo>
                  <a:lnTo>
                    <a:pt x="6270820" y="2670727"/>
                  </a:lnTo>
                  <a:lnTo>
                    <a:pt x="6264107" y="2670727"/>
                  </a:lnTo>
                  <a:lnTo>
                    <a:pt x="6257393" y="2670727"/>
                  </a:lnTo>
                  <a:lnTo>
                    <a:pt x="6250679" y="2670727"/>
                  </a:lnTo>
                  <a:lnTo>
                    <a:pt x="6243965" y="2670727"/>
                  </a:lnTo>
                  <a:lnTo>
                    <a:pt x="6237251" y="2670727"/>
                  </a:lnTo>
                  <a:lnTo>
                    <a:pt x="6230537" y="2670727"/>
                  </a:lnTo>
                  <a:lnTo>
                    <a:pt x="6223823" y="2670727"/>
                  </a:lnTo>
                  <a:lnTo>
                    <a:pt x="6217109" y="2670727"/>
                  </a:lnTo>
                  <a:lnTo>
                    <a:pt x="6210395" y="2670727"/>
                  </a:lnTo>
                  <a:lnTo>
                    <a:pt x="6203681" y="2670727"/>
                  </a:lnTo>
                  <a:lnTo>
                    <a:pt x="6196967" y="2670727"/>
                  </a:lnTo>
                  <a:lnTo>
                    <a:pt x="6190253" y="2670727"/>
                  </a:lnTo>
                  <a:lnTo>
                    <a:pt x="6183539" y="2670727"/>
                  </a:lnTo>
                  <a:lnTo>
                    <a:pt x="6176825" y="2670727"/>
                  </a:lnTo>
                  <a:lnTo>
                    <a:pt x="6170111" y="2670727"/>
                  </a:lnTo>
                  <a:lnTo>
                    <a:pt x="6163397" y="2670727"/>
                  </a:lnTo>
                  <a:lnTo>
                    <a:pt x="6156683" y="2670727"/>
                  </a:lnTo>
                  <a:lnTo>
                    <a:pt x="6149970" y="2670727"/>
                  </a:lnTo>
                  <a:lnTo>
                    <a:pt x="6143256" y="2670727"/>
                  </a:lnTo>
                  <a:lnTo>
                    <a:pt x="6136542" y="2670727"/>
                  </a:lnTo>
                  <a:lnTo>
                    <a:pt x="6129828" y="2670727"/>
                  </a:lnTo>
                  <a:lnTo>
                    <a:pt x="6123114" y="2670727"/>
                  </a:lnTo>
                  <a:lnTo>
                    <a:pt x="6116400" y="2670727"/>
                  </a:lnTo>
                  <a:lnTo>
                    <a:pt x="6109686" y="2670727"/>
                  </a:lnTo>
                  <a:lnTo>
                    <a:pt x="6102972" y="2670727"/>
                  </a:lnTo>
                  <a:lnTo>
                    <a:pt x="6096258" y="2670727"/>
                  </a:lnTo>
                  <a:lnTo>
                    <a:pt x="6089544" y="2670727"/>
                  </a:lnTo>
                  <a:lnTo>
                    <a:pt x="6082830" y="2670727"/>
                  </a:lnTo>
                  <a:lnTo>
                    <a:pt x="6076116" y="2670727"/>
                  </a:lnTo>
                  <a:lnTo>
                    <a:pt x="6069402" y="2670727"/>
                  </a:lnTo>
                  <a:lnTo>
                    <a:pt x="6062688" y="2670727"/>
                  </a:lnTo>
                  <a:lnTo>
                    <a:pt x="6055974" y="2670727"/>
                  </a:lnTo>
                  <a:lnTo>
                    <a:pt x="6049260" y="2670727"/>
                  </a:lnTo>
                  <a:lnTo>
                    <a:pt x="6042546" y="2670727"/>
                  </a:lnTo>
                  <a:lnTo>
                    <a:pt x="6035833" y="2670727"/>
                  </a:lnTo>
                  <a:lnTo>
                    <a:pt x="6029119" y="2670727"/>
                  </a:lnTo>
                  <a:lnTo>
                    <a:pt x="6022405" y="2670727"/>
                  </a:lnTo>
                  <a:lnTo>
                    <a:pt x="6015691" y="2670727"/>
                  </a:lnTo>
                  <a:lnTo>
                    <a:pt x="6008977" y="2670727"/>
                  </a:lnTo>
                  <a:lnTo>
                    <a:pt x="6002263" y="2670727"/>
                  </a:lnTo>
                  <a:lnTo>
                    <a:pt x="5995549" y="2670727"/>
                  </a:lnTo>
                  <a:lnTo>
                    <a:pt x="5988835" y="2670727"/>
                  </a:lnTo>
                  <a:lnTo>
                    <a:pt x="5982121" y="2670727"/>
                  </a:lnTo>
                  <a:lnTo>
                    <a:pt x="5975407" y="2670727"/>
                  </a:lnTo>
                  <a:lnTo>
                    <a:pt x="5968693" y="2670727"/>
                  </a:lnTo>
                  <a:lnTo>
                    <a:pt x="5961979" y="2670727"/>
                  </a:lnTo>
                  <a:lnTo>
                    <a:pt x="5955265" y="2670727"/>
                  </a:lnTo>
                  <a:lnTo>
                    <a:pt x="5948551" y="2670727"/>
                  </a:lnTo>
                  <a:lnTo>
                    <a:pt x="5941837" y="2670727"/>
                  </a:lnTo>
                  <a:lnTo>
                    <a:pt x="5935123" y="2670727"/>
                  </a:lnTo>
                  <a:lnTo>
                    <a:pt x="5928409" y="2670727"/>
                  </a:lnTo>
                  <a:lnTo>
                    <a:pt x="5921696" y="2670727"/>
                  </a:lnTo>
                  <a:lnTo>
                    <a:pt x="5914982" y="2670727"/>
                  </a:lnTo>
                  <a:lnTo>
                    <a:pt x="5908268" y="2670727"/>
                  </a:lnTo>
                  <a:lnTo>
                    <a:pt x="5901554" y="2670727"/>
                  </a:lnTo>
                  <a:lnTo>
                    <a:pt x="5894840" y="2670727"/>
                  </a:lnTo>
                  <a:lnTo>
                    <a:pt x="5888126" y="2670727"/>
                  </a:lnTo>
                  <a:lnTo>
                    <a:pt x="5881412" y="2670727"/>
                  </a:lnTo>
                  <a:lnTo>
                    <a:pt x="5874698" y="2670727"/>
                  </a:lnTo>
                  <a:lnTo>
                    <a:pt x="5867984" y="2670727"/>
                  </a:lnTo>
                  <a:lnTo>
                    <a:pt x="5861270" y="2670727"/>
                  </a:lnTo>
                  <a:lnTo>
                    <a:pt x="5854556" y="2670727"/>
                  </a:lnTo>
                  <a:lnTo>
                    <a:pt x="5847842" y="2670727"/>
                  </a:lnTo>
                  <a:lnTo>
                    <a:pt x="5841128" y="2670727"/>
                  </a:lnTo>
                  <a:lnTo>
                    <a:pt x="5834414" y="2670727"/>
                  </a:lnTo>
                  <a:lnTo>
                    <a:pt x="5827700" y="2670727"/>
                  </a:lnTo>
                  <a:lnTo>
                    <a:pt x="5820986" y="2670727"/>
                  </a:lnTo>
                  <a:lnTo>
                    <a:pt x="5814272" y="2670727"/>
                  </a:lnTo>
                  <a:lnTo>
                    <a:pt x="5807559" y="2670727"/>
                  </a:lnTo>
                  <a:lnTo>
                    <a:pt x="5800845" y="2670727"/>
                  </a:lnTo>
                  <a:lnTo>
                    <a:pt x="5794131" y="2670727"/>
                  </a:lnTo>
                  <a:lnTo>
                    <a:pt x="5787417" y="2670727"/>
                  </a:lnTo>
                  <a:lnTo>
                    <a:pt x="5780703" y="2670727"/>
                  </a:lnTo>
                  <a:lnTo>
                    <a:pt x="5773989" y="2670727"/>
                  </a:lnTo>
                  <a:lnTo>
                    <a:pt x="5767275" y="2670727"/>
                  </a:lnTo>
                  <a:lnTo>
                    <a:pt x="5760561" y="2670727"/>
                  </a:lnTo>
                  <a:lnTo>
                    <a:pt x="5753847" y="2670727"/>
                  </a:lnTo>
                  <a:lnTo>
                    <a:pt x="5747133" y="2670727"/>
                  </a:lnTo>
                  <a:lnTo>
                    <a:pt x="5740419" y="2670727"/>
                  </a:lnTo>
                  <a:lnTo>
                    <a:pt x="5733705" y="2670727"/>
                  </a:lnTo>
                  <a:lnTo>
                    <a:pt x="5726991" y="2670727"/>
                  </a:lnTo>
                  <a:lnTo>
                    <a:pt x="5720277" y="2670727"/>
                  </a:lnTo>
                  <a:lnTo>
                    <a:pt x="5713563" y="2670727"/>
                  </a:lnTo>
                  <a:lnTo>
                    <a:pt x="5706849" y="2670727"/>
                  </a:lnTo>
                  <a:lnTo>
                    <a:pt x="5700136" y="2670727"/>
                  </a:lnTo>
                  <a:lnTo>
                    <a:pt x="5693422" y="2670727"/>
                  </a:lnTo>
                  <a:lnTo>
                    <a:pt x="5686708" y="2670727"/>
                  </a:lnTo>
                  <a:lnTo>
                    <a:pt x="5679994" y="2670727"/>
                  </a:lnTo>
                  <a:lnTo>
                    <a:pt x="5673280" y="2670727"/>
                  </a:lnTo>
                  <a:lnTo>
                    <a:pt x="5666566" y="2670727"/>
                  </a:lnTo>
                  <a:lnTo>
                    <a:pt x="5659852" y="2670727"/>
                  </a:lnTo>
                  <a:lnTo>
                    <a:pt x="5653138" y="2670727"/>
                  </a:lnTo>
                  <a:lnTo>
                    <a:pt x="5646424" y="2670727"/>
                  </a:lnTo>
                  <a:lnTo>
                    <a:pt x="5639710" y="2670727"/>
                  </a:lnTo>
                  <a:lnTo>
                    <a:pt x="5632996" y="2670727"/>
                  </a:lnTo>
                  <a:lnTo>
                    <a:pt x="5626282" y="2670727"/>
                  </a:lnTo>
                  <a:lnTo>
                    <a:pt x="5619568" y="2670727"/>
                  </a:lnTo>
                  <a:lnTo>
                    <a:pt x="5612854" y="2670727"/>
                  </a:lnTo>
                  <a:lnTo>
                    <a:pt x="5606140" y="2670727"/>
                  </a:lnTo>
                  <a:lnTo>
                    <a:pt x="5599426" y="2670727"/>
                  </a:lnTo>
                  <a:lnTo>
                    <a:pt x="5592712" y="2670727"/>
                  </a:lnTo>
                  <a:lnTo>
                    <a:pt x="5585999" y="2670727"/>
                  </a:lnTo>
                  <a:lnTo>
                    <a:pt x="5579285" y="2670727"/>
                  </a:lnTo>
                  <a:lnTo>
                    <a:pt x="5572571" y="2670727"/>
                  </a:lnTo>
                  <a:lnTo>
                    <a:pt x="5565857" y="2670727"/>
                  </a:lnTo>
                  <a:lnTo>
                    <a:pt x="5559143" y="2670727"/>
                  </a:lnTo>
                  <a:lnTo>
                    <a:pt x="5552429" y="2670727"/>
                  </a:lnTo>
                  <a:lnTo>
                    <a:pt x="5545715" y="2670727"/>
                  </a:lnTo>
                  <a:lnTo>
                    <a:pt x="5539001" y="2670727"/>
                  </a:lnTo>
                  <a:lnTo>
                    <a:pt x="5532287" y="2670727"/>
                  </a:lnTo>
                  <a:lnTo>
                    <a:pt x="5525573" y="2670727"/>
                  </a:lnTo>
                  <a:lnTo>
                    <a:pt x="5518859" y="2670727"/>
                  </a:lnTo>
                  <a:lnTo>
                    <a:pt x="5512145" y="2670727"/>
                  </a:lnTo>
                  <a:lnTo>
                    <a:pt x="5505431" y="2670727"/>
                  </a:lnTo>
                  <a:lnTo>
                    <a:pt x="5498717" y="2670727"/>
                  </a:lnTo>
                  <a:lnTo>
                    <a:pt x="5492003" y="2670727"/>
                  </a:lnTo>
                  <a:lnTo>
                    <a:pt x="5485289" y="2670727"/>
                  </a:lnTo>
                  <a:lnTo>
                    <a:pt x="5478575" y="2670727"/>
                  </a:lnTo>
                  <a:lnTo>
                    <a:pt x="5471862" y="2670727"/>
                  </a:lnTo>
                  <a:lnTo>
                    <a:pt x="5465148" y="2670727"/>
                  </a:lnTo>
                  <a:lnTo>
                    <a:pt x="5458434" y="2670727"/>
                  </a:lnTo>
                  <a:lnTo>
                    <a:pt x="5451720" y="2670727"/>
                  </a:lnTo>
                  <a:lnTo>
                    <a:pt x="5445006" y="2670727"/>
                  </a:lnTo>
                  <a:lnTo>
                    <a:pt x="5438292" y="2670727"/>
                  </a:lnTo>
                  <a:lnTo>
                    <a:pt x="5431578" y="2670727"/>
                  </a:lnTo>
                  <a:lnTo>
                    <a:pt x="5424864" y="2670727"/>
                  </a:lnTo>
                  <a:lnTo>
                    <a:pt x="5418150" y="2670727"/>
                  </a:lnTo>
                  <a:lnTo>
                    <a:pt x="5411436" y="2670727"/>
                  </a:lnTo>
                  <a:lnTo>
                    <a:pt x="5404722" y="2670727"/>
                  </a:lnTo>
                  <a:lnTo>
                    <a:pt x="5398008" y="2670727"/>
                  </a:lnTo>
                  <a:lnTo>
                    <a:pt x="5391294" y="2670727"/>
                  </a:lnTo>
                  <a:lnTo>
                    <a:pt x="5384580" y="2670727"/>
                  </a:lnTo>
                  <a:lnTo>
                    <a:pt x="5377866" y="2670727"/>
                  </a:lnTo>
                  <a:lnTo>
                    <a:pt x="5371152" y="2670727"/>
                  </a:lnTo>
                  <a:lnTo>
                    <a:pt x="5364438" y="2670727"/>
                  </a:lnTo>
                  <a:lnTo>
                    <a:pt x="5357725" y="2670727"/>
                  </a:lnTo>
                  <a:lnTo>
                    <a:pt x="5351011" y="2670727"/>
                  </a:lnTo>
                  <a:lnTo>
                    <a:pt x="5344297" y="2670727"/>
                  </a:lnTo>
                  <a:lnTo>
                    <a:pt x="5337583" y="2670727"/>
                  </a:lnTo>
                  <a:lnTo>
                    <a:pt x="5330869" y="2670727"/>
                  </a:lnTo>
                  <a:lnTo>
                    <a:pt x="5324155" y="2670727"/>
                  </a:lnTo>
                  <a:lnTo>
                    <a:pt x="5317441" y="2670727"/>
                  </a:lnTo>
                  <a:lnTo>
                    <a:pt x="5310727" y="2670727"/>
                  </a:lnTo>
                  <a:lnTo>
                    <a:pt x="5304013" y="2670727"/>
                  </a:lnTo>
                  <a:lnTo>
                    <a:pt x="5297299" y="2670727"/>
                  </a:lnTo>
                  <a:lnTo>
                    <a:pt x="5290585" y="2670727"/>
                  </a:lnTo>
                  <a:lnTo>
                    <a:pt x="5283871" y="2670727"/>
                  </a:lnTo>
                  <a:lnTo>
                    <a:pt x="5277157" y="2670727"/>
                  </a:lnTo>
                  <a:lnTo>
                    <a:pt x="5270443" y="2670727"/>
                  </a:lnTo>
                  <a:lnTo>
                    <a:pt x="5263729" y="2670727"/>
                  </a:lnTo>
                  <a:lnTo>
                    <a:pt x="5257015" y="2670727"/>
                  </a:lnTo>
                  <a:lnTo>
                    <a:pt x="5250301" y="2670727"/>
                  </a:lnTo>
                  <a:lnTo>
                    <a:pt x="5243588" y="2670727"/>
                  </a:lnTo>
                  <a:lnTo>
                    <a:pt x="5236874" y="2670727"/>
                  </a:lnTo>
                  <a:lnTo>
                    <a:pt x="5230160" y="2670727"/>
                  </a:lnTo>
                  <a:lnTo>
                    <a:pt x="5223446" y="2670727"/>
                  </a:lnTo>
                  <a:lnTo>
                    <a:pt x="5216732" y="2670727"/>
                  </a:lnTo>
                  <a:lnTo>
                    <a:pt x="5210018" y="2670727"/>
                  </a:lnTo>
                  <a:lnTo>
                    <a:pt x="5203304" y="2670727"/>
                  </a:lnTo>
                  <a:lnTo>
                    <a:pt x="5196590" y="2670727"/>
                  </a:lnTo>
                  <a:lnTo>
                    <a:pt x="5189876" y="2670727"/>
                  </a:lnTo>
                  <a:lnTo>
                    <a:pt x="5183162" y="2670727"/>
                  </a:lnTo>
                  <a:lnTo>
                    <a:pt x="5176448" y="2670727"/>
                  </a:lnTo>
                  <a:lnTo>
                    <a:pt x="5169734" y="2670727"/>
                  </a:lnTo>
                  <a:lnTo>
                    <a:pt x="5163020" y="2670727"/>
                  </a:lnTo>
                  <a:lnTo>
                    <a:pt x="5156306" y="2670727"/>
                  </a:lnTo>
                  <a:lnTo>
                    <a:pt x="5149592" y="2670727"/>
                  </a:lnTo>
                  <a:lnTo>
                    <a:pt x="5142878" y="2670727"/>
                  </a:lnTo>
                  <a:lnTo>
                    <a:pt x="5136164" y="2670727"/>
                  </a:lnTo>
                  <a:lnTo>
                    <a:pt x="5129451" y="2670727"/>
                  </a:lnTo>
                  <a:lnTo>
                    <a:pt x="5122737" y="2670727"/>
                  </a:lnTo>
                  <a:lnTo>
                    <a:pt x="5116023" y="2670727"/>
                  </a:lnTo>
                  <a:lnTo>
                    <a:pt x="5109309" y="2670727"/>
                  </a:lnTo>
                  <a:lnTo>
                    <a:pt x="5102595" y="2670727"/>
                  </a:lnTo>
                  <a:lnTo>
                    <a:pt x="5095881" y="2670727"/>
                  </a:lnTo>
                  <a:lnTo>
                    <a:pt x="5089167" y="2670727"/>
                  </a:lnTo>
                  <a:lnTo>
                    <a:pt x="5082453" y="2670727"/>
                  </a:lnTo>
                  <a:lnTo>
                    <a:pt x="5075739" y="2670727"/>
                  </a:lnTo>
                  <a:lnTo>
                    <a:pt x="5069025" y="2670727"/>
                  </a:lnTo>
                  <a:lnTo>
                    <a:pt x="5062311" y="2670727"/>
                  </a:lnTo>
                  <a:lnTo>
                    <a:pt x="5055597" y="2670727"/>
                  </a:lnTo>
                  <a:lnTo>
                    <a:pt x="5048883" y="2670727"/>
                  </a:lnTo>
                  <a:lnTo>
                    <a:pt x="5042169" y="2670727"/>
                  </a:lnTo>
                  <a:lnTo>
                    <a:pt x="5035455" y="2670727"/>
                  </a:lnTo>
                  <a:lnTo>
                    <a:pt x="5028741" y="2670727"/>
                  </a:lnTo>
                  <a:lnTo>
                    <a:pt x="5022027" y="2670727"/>
                  </a:lnTo>
                  <a:lnTo>
                    <a:pt x="5015314" y="2670727"/>
                  </a:lnTo>
                  <a:lnTo>
                    <a:pt x="5008600" y="2670727"/>
                  </a:lnTo>
                  <a:lnTo>
                    <a:pt x="5001886" y="2670727"/>
                  </a:lnTo>
                  <a:lnTo>
                    <a:pt x="4995172" y="2670727"/>
                  </a:lnTo>
                  <a:lnTo>
                    <a:pt x="4988458" y="2670727"/>
                  </a:lnTo>
                  <a:lnTo>
                    <a:pt x="4981744" y="2670727"/>
                  </a:lnTo>
                  <a:lnTo>
                    <a:pt x="4975030" y="2670727"/>
                  </a:lnTo>
                  <a:lnTo>
                    <a:pt x="4968316" y="2670727"/>
                  </a:lnTo>
                  <a:lnTo>
                    <a:pt x="4961602" y="2670727"/>
                  </a:lnTo>
                  <a:lnTo>
                    <a:pt x="4954888" y="2670727"/>
                  </a:lnTo>
                  <a:lnTo>
                    <a:pt x="4948174" y="2670727"/>
                  </a:lnTo>
                  <a:lnTo>
                    <a:pt x="4941460" y="2670727"/>
                  </a:lnTo>
                  <a:lnTo>
                    <a:pt x="4934746" y="2670727"/>
                  </a:lnTo>
                  <a:lnTo>
                    <a:pt x="4928032" y="2670727"/>
                  </a:lnTo>
                  <a:lnTo>
                    <a:pt x="4921318" y="2670727"/>
                  </a:lnTo>
                  <a:lnTo>
                    <a:pt x="4914604" y="2670727"/>
                  </a:lnTo>
                  <a:lnTo>
                    <a:pt x="4907890" y="2670727"/>
                  </a:lnTo>
                  <a:lnTo>
                    <a:pt x="4901177" y="2670727"/>
                  </a:lnTo>
                  <a:lnTo>
                    <a:pt x="4894463" y="2670727"/>
                  </a:lnTo>
                  <a:lnTo>
                    <a:pt x="4887749" y="2670727"/>
                  </a:lnTo>
                  <a:lnTo>
                    <a:pt x="4881035" y="2670727"/>
                  </a:lnTo>
                  <a:lnTo>
                    <a:pt x="4874321" y="2670727"/>
                  </a:lnTo>
                  <a:lnTo>
                    <a:pt x="4867607" y="2670727"/>
                  </a:lnTo>
                  <a:lnTo>
                    <a:pt x="4860893" y="2670727"/>
                  </a:lnTo>
                  <a:lnTo>
                    <a:pt x="4854179" y="2670727"/>
                  </a:lnTo>
                  <a:lnTo>
                    <a:pt x="4847465" y="2670727"/>
                  </a:lnTo>
                  <a:lnTo>
                    <a:pt x="4840751" y="2670727"/>
                  </a:lnTo>
                  <a:lnTo>
                    <a:pt x="4834037" y="2670727"/>
                  </a:lnTo>
                  <a:lnTo>
                    <a:pt x="4827323" y="2670727"/>
                  </a:lnTo>
                  <a:lnTo>
                    <a:pt x="4820609" y="2670727"/>
                  </a:lnTo>
                  <a:lnTo>
                    <a:pt x="4813895" y="2670727"/>
                  </a:lnTo>
                  <a:lnTo>
                    <a:pt x="4807181" y="2670727"/>
                  </a:lnTo>
                  <a:lnTo>
                    <a:pt x="4800467" y="2670727"/>
                  </a:lnTo>
                  <a:lnTo>
                    <a:pt x="4793753" y="2670727"/>
                  </a:lnTo>
                  <a:lnTo>
                    <a:pt x="4787040" y="2670727"/>
                  </a:lnTo>
                  <a:lnTo>
                    <a:pt x="4780326" y="2670727"/>
                  </a:lnTo>
                  <a:lnTo>
                    <a:pt x="4773612" y="2670727"/>
                  </a:lnTo>
                  <a:lnTo>
                    <a:pt x="4766898" y="2670727"/>
                  </a:lnTo>
                  <a:lnTo>
                    <a:pt x="4760184" y="2670727"/>
                  </a:lnTo>
                  <a:lnTo>
                    <a:pt x="4753470" y="2670727"/>
                  </a:lnTo>
                  <a:lnTo>
                    <a:pt x="4746756" y="2670727"/>
                  </a:lnTo>
                  <a:lnTo>
                    <a:pt x="4740042" y="2670727"/>
                  </a:lnTo>
                  <a:lnTo>
                    <a:pt x="4733328" y="2670727"/>
                  </a:lnTo>
                  <a:lnTo>
                    <a:pt x="4726614" y="2670727"/>
                  </a:lnTo>
                  <a:lnTo>
                    <a:pt x="4719900" y="2670727"/>
                  </a:lnTo>
                  <a:lnTo>
                    <a:pt x="4713186" y="2670727"/>
                  </a:lnTo>
                  <a:lnTo>
                    <a:pt x="4706472" y="2670727"/>
                  </a:lnTo>
                  <a:lnTo>
                    <a:pt x="4699758" y="2670727"/>
                  </a:lnTo>
                  <a:lnTo>
                    <a:pt x="4693044" y="2670727"/>
                  </a:lnTo>
                  <a:lnTo>
                    <a:pt x="4686330" y="2670727"/>
                  </a:lnTo>
                  <a:lnTo>
                    <a:pt x="4679616" y="2670727"/>
                  </a:lnTo>
                  <a:lnTo>
                    <a:pt x="4672903" y="2670727"/>
                  </a:lnTo>
                  <a:lnTo>
                    <a:pt x="4666189" y="2670727"/>
                  </a:lnTo>
                  <a:lnTo>
                    <a:pt x="4659475" y="2670727"/>
                  </a:lnTo>
                  <a:lnTo>
                    <a:pt x="4652761" y="2670727"/>
                  </a:lnTo>
                  <a:lnTo>
                    <a:pt x="4646047" y="2670727"/>
                  </a:lnTo>
                  <a:lnTo>
                    <a:pt x="4639333" y="2670727"/>
                  </a:lnTo>
                  <a:lnTo>
                    <a:pt x="4632619" y="2670727"/>
                  </a:lnTo>
                  <a:lnTo>
                    <a:pt x="4625905" y="2670727"/>
                  </a:lnTo>
                  <a:lnTo>
                    <a:pt x="4619191" y="2670727"/>
                  </a:lnTo>
                  <a:lnTo>
                    <a:pt x="4612477" y="2670727"/>
                  </a:lnTo>
                  <a:lnTo>
                    <a:pt x="4605763" y="2670727"/>
                  </a:lnTo>
                  <a:lnTo>
                    <a:pt x="4599049" y="2670727"/>
                  </a:lnTo>
                  <a:lnTo>
                    <a:pt x="4592335" y="2670727"/>
                  </a:lnTo>
                  <a:lnTo>
                    <a:pt x="4585621" y="2670727"/>
                  </a:lnTo>
                  <a:lnTo>
                    <a:pt x="4578907" y="2670727"/>
                  </a:lnTo>
                  <a:lnTo>
                    <a:pt x="4572193" y="2670727"/>
                  </a:lnTo>
                  <a:lnTo>
                    <a:pt x="4565479" y="2670727"/>
                  </a:lnTo>
                  <a:lnTo>
                    <a:pt x="4558766" y="2670727"/>
                  </a:lnTo>
                  <a:lnTo>
                    <a:pt x="4552052" y="2670727"/>
                  </a:lnTo>
                  <a:lnTo>
                    <a:pt x="4545338" y="2670727"/>
                  </a:lnTo>
                  <a:lnTo>
                    <a:pt x="4538624" y="2670727"/>
                  </a:lnTo>
                  <a:lnTo>
                    <a:pt x="4531910" y="2670727"/>
                  </a:lnTo>
                  <a:lnTo>
                    <a:pt x="4525196" y="2670727"/>
                  </a:lnTo>
                  <a:lnTo>
                    <a:pt x="4518482" y="2670727"/>
                  </a:lnTo>
                  <a:lnTo>
                    <a:pt x="4511768" y="2670727"/>
                  </a:lnTo>
                  <a:lnTo>
                    <a:pt x="4505054" y="2670727"/>
                  </a:lnTo>
                  <a:lnTo>
                    <a:pt x="4498340" y="2670727"/>
                  </a:lnTo>
                  <a:lnTo>
                    <a:pt x="4491626" y="2670727"/>
                  </a:lnTo>
                  <a:lnTo>
                    <a:pt x="4484912" y="2670727"/>
                  </a:lnTo>
                  <a:lnTo>
                    <a:pt x="4478198" y="2670727"/>
                  </a:lnTo>
                  <a:lnTo>
                    <a:pt x="4471484" y="2670727"/>
                  </a:lnTo>
                  <a:lnTo>
                    <a:pt x="4464770" y="2670727"/>
                  </a:lnTo>
                  <a:lnTo>
                    <a:pt x="4458056" y="2670727"/>
                  </a:lnTo>
                  <a:lnTo>
                    <a:pt x="4451342" y="2670727"/>
                  </a:lnTo>
                  <a:lnTo>
                    <a:pt x="4444629" y="2670727"/>
                  </a:lnTo>
                  <a:lnTo>
                    <a:pt x="4437915" y="2670727"/>
                  </a:lnTo>
                  <a:lnTo>
                    <a:pt x="4431201" y="2670727"/>
                  </a:lnTo>
                  <a:lnTo>
                    <a:pt x="4424487" y="2670727"/>
                  </a:lnTo>
                  <a:lnTo>
                    <a:pt x="4417773" y="2670727"/>
                  </a:lnTo>
                  <a:lnTo>
                    <a:pt x="4411059" y="2670727"/>
                  </a:lnTo>
                  <a:lnTo>
                    <a:pt x="4404345" y="2670727"/>
                  </a:lnTo>
                  <a:lnTo>
                    <a:pt x="4397631" y="2670727"/>
                  </a:lnTo>
                  <a:lnTo>
                    <a:pt x="4390917" y="2670727"/>
                  </a:lnTo>
                  <a:lnTo>
                    <a:pt x="4384203" y="2670727"/>
                  </a:lnTo>
                  <a:lnTo>
                    <a:pt x="4377489" y="2670727"/>
                  </a:lnTo>
                  <a:lnTo>
                    <a:pt x="4370775" y="2670727"/>
                  </a:lnTo>
                  <a:lnTo>
                    <a:pt x="4364061" y="2670727"/>
                  </a:lnTo>
                  <a:lnTo>
                    <a:pt x="4357347" y="2670727"/>
                  </a:lnTo>
                  <a:lnTo>
                    <a:pt x="4350633" y="2670727"/>
                  </a:lnTo>
                  <a:lnTo>
                    <a:pt x="4343919" y="2670727"/>
                  </a:lnTo>
                  <a:lnTo>
                    <a:pt x="4337205" y="2670727"/>
                  </a:lnTo>
                  <a:lnTo>
                    <a:pt x="4330492" y="2670727"/>
                  </a:lnTo>
                  <a:lnTo>
                    <a:pt x="4323778" y="2670727"/>
                  </a:lnTo>
                  <a:lnTo>
                    <a:pt x="4317064" y="2670727"/>
                  </a:lnTo>
                  <a:lnTo>
                    <a:pt x="4310350" y="2670727"/>
                  </a:lnTo>
                  <a:lnTo>
                    <a:pt x="4303636" y="2670727"/>
                  </a:lnTo>
                  <a:lnTo>
                    <a:pt x="4296922" y="2670727"/>
                  </a:lnTo>
                  <a:lnTo>
                    <a:pt x="4290208" y="2670727"/>
                  </a:lnTo>
                  <a:lnTo>
                    <a:pt x="4283494" y="2670727"/>
                  </a:lnTo>
                  <a:lnTo>
                    <a:pt x="4276780" y="2670727"/>
                  </a:lnTo>
                  <a:lnTo>
                    <a:pt x="4270066" y="2670727"/>
                  </a:lnTo>
                  <a:lnTo>
                    <a:pt x="4263352" y="2670727"/>
                  </a:lnTo>
                  <a:lnTo>
                    <a:pt x="4256638" y="2670727"/>
                  </a:lnTo>
                  <a:lnTo>
                    <a:pt x="4249924" y="2670727"/>
                  </a:lnTo>
                  <a:lnTo>
                    <a:pt x="4243210" y="2670727"/>
                  </a:lnTo>
                  <a:lnTo>
                    <a:pt x="4236496" y="2670727"/>
                  </a:lnTo>
                  <a:lnTo>
                    <a:pt x="4229782" y="2670727"/>
                  </a:lnTo>
                  <a:lnTo>
                    <a:pt x="4223068" y="2670727"/>
                  </a:lnTo>
                  <a:lnTo>
                    <a:pt x="4216355" y="2670727"/>
                  </a:lnTo>
                  <a:lnTo>
                    <a:pt x="4209641" y="2670727"/>
                  </a:lnTo>
                  <a:lnTo>
                    <a:pt x="4202927" y="2670727"/>
                  </a:lnTo>
                  <a:lnTo>
                    <a:pt x="4196213" y="2670727"/>
                  </a:lnTo>
                  <a:lnTo>
                    <a:pt x="4189499" y="2670727"/>
                  </a:lnTo>
                  <a:lnTo>
                    <a:pt x="4182785" y="2670727"/>
                  </a:lnTo>
                  <a:lnTo>
                    <a:pt x="4176071" y="2670727"/>
                  </a:lnTo>
                  <a:lnTo>
                    <a:pt x="4169357" y="2670727"/>
                  </a:lnTo>
                  <a:lnTo>
                    <a:pt x="4162643" y="2670727"/>
                  </a:lnTo>
                  <a:lnTo>
                    <a:pt x="4155929" y="2670727"/>
                  </a:lnTo>
                  <a:lnTo>
                    <a:pt x="4149215" y="2670727"/>
                  </a:lnTo>
                  <a:lnTo>
                    <a:pt x="4142501" y="2670727"/>
                  </a:lnTo>
                  <a:lnTo>
                    <a:pt x="4135787" y="2670727"/>
                  </a:lnTo>
                  <a:lnTo>
                    <a:pt x="4129073" y="2670727"/>
                  </a:lnTo>
                  <a:lnTo>
                    <a:pt x="4122359" y="2670727"/>
                  </a:lnTo>
                  <a:lnTo>
                    <a:pt x="4115645" y="2670727"/>
                  </a:lnTo>
                  <a:lnTo>
                    <a:pt x="4108931" y="2670727"/>
                  </a:lnTo>
                  <a:lnTo>
                    <a:pt x="4102218" y="2670727"/>
                  </a:lnTo>
                  <a:lnTo>
                    <a:pt x="4095504" y="2670727"/>
                  </a:lnTo>
                  <a:lnTo>
                    <a:pt x="4088790" y="2670727"/>
                  </a:lnTo>
                  <a:lnTo>
                    <a:pt x="4082076" y="2670727"/>
                  </a:lnTo>
                  <a:lnTo>
                    <a:pt x="4075362" y="2670727"/>
                  </a:lnTo>
                  <a:lnTo>
                    <a:pt x="4068648" y="2670727"/>
                  </a:lnTo>
                  <a:lnTo>
                    <a:pt x="4061934" y="2670727"/>
                  </a:lnTo>
                  <a:lnTo>
                    <a:pt x="4055220" y="2670727"/>
                  </a:lnTo>
                  <a:lnTo>
                    <a:pt x="4048506" y="2670727"/>
                  </a:lnTo>
                  <a:lnTo>
                    <a:pt x="4041792" y="2670727"/>
                  </a:lnTo>
                  <a:lnTo>
                    <a:pt x="4035078" y="2670727"/>
                  </a:lnTo>
                  <a:lnTo>
                    <a:pt x="4028364" y="2670727"/>
                  </a:lnTo>
                  <a:lnTo>
                    <a:pt x="4021650" y="2670727"/>
                  </a:lnTo>
                  <a:lnTo>
                    <a:pt x="4014936" y="2670727"/>
                  </a:lnTo>
                  <a:lnTo>
                    <a:pt x="4008222" y="2670727"/>
                  </a:lnTo>
                  <a:lnTo>
                    <a:pt x="4001508" y="2670727"/>
                  </a:lnTo>
                  <a:lnTo>
                    <a:pt x="3994794" y="2670727"/>
                  </a:lnTo>
                  <a:lnTo>
                    <a:pt x="3988081" y="2670727"/>
                  </a:lnTo>
                  <a:lnTo>
                    <a:pt x="3981367" y="2670727"/>
                  </a:lnTo>
                  <a:lnTo>
                    <a:pt x="3974653" y="2670727"/>
                  </a:lnTo>
                  <a:lnTo>
                    <a:pt x="3967939" y="2670727"/>
                  </a:lnTo>
                  <a:lnTo>
                    <a:pt x="3961225" y="2670727"/>
                  </a:lnTo>
                  <a:lnTo>
                    <a:pt x="3954511" y="2670727"/>
                  </a:lnTo>
                  <a:lnTo>
                    <a:pt x="3947797" y="2670727"/>
                  </a:lnTo>
                  <a:lnTo>
                    <a:pt x="3941083" y="2670727"/>
                  </a:lnTo>
                  <a:lnTo>
                    <a:pt x="3934369" y="2670727"/>
                  </a:lnTo>
                  <a:lnTo>
                    <a:pt x="3927655" y="2670727"/>
                  </a:lnTo>
                  <a:lnTo>
                    <a:pt x="3920941" y="2670727"/>
                  </a:lnTo>
                  <a:lnTo>
                    <a:pt x="3914227" y="2670727"/>
                  </a:lnTo>
                  <a:lnTo>
                    <a:pt x="3907513" y="2670727"/>
                  </a:lnTo>
                  <a:lnTo>
                    <a:pt x="3900799" y="2670727"/>
                  </a:lnTo>
                  <a:lnTo>
                    <a:pt x="3894085" y="2670727"/>
                  </a:lnTo>
                  <a:lnTo>
                    <a:pt x="3887371" y="2670727"/>
                  </a:lnTo>
                  <a:lnTo>
                    <a:pt x="3880657" y="2670727"/>
                  </a:lnTo>
                  <a:lnTo>
                    <a:pt x="3873944" y="2670727"/>
                  </a:lnTo>
                  <a:lnTo>
                    <a:pt x="3867230" y="2670727"/>
                  </a:lnTo>
                  <a:lnTo>
                    <a:pt x="3860516" y="2670727"/>
                  </a:lnTo>
                  <a:lnTo>
                    <a:pt x="3853802" y="2670727"/>
                  </a:lnTo>
                  <a:lnTo>
                    <a:pt x="3847088" y="2670727"/>
                  </a:lnTo>
                  <a:lnTo>
                    <a:pt x="3840374" y="2670727"/>
                  </a:lnTo>
                  <a:lnTo>
                    <a:pt x="3833660" y="2670727"/>
                  </a:lnTo>
                  <a:lnTo>
                    <a:pt x="3826946" y="2670727"/>
                  </a:lnTo>
                  <a:lnTo>
                    <a:pt x="3820232" y="2670727"/>
                  </a:lnTo>
                  <a:lnTo>
                    <a:pt x="3813518" y="2670727"/>
                  </a:lnTo>
                  <a:lnTo>
                    <a:pt x="3806804" y="2670727"/>
                  </a:lnTo>
                  <a:lnTo>
                    <a:pt x="3800090" y="2670727"/>
                  </a:lnTo>
                  <a:lnTo>
                    <a:pt x="3793376" y="2670727"/>
                  </a:lnTo>
                  <a:lnTo>
                    <a:pt x="3786662" y="2670727"/>
                  </a:lnTo>
                  <a:lnTo>
                    <a:pt x="3779948" y="2670727"/>
                  </a:lnTo>
                  <a:lnTo>
                    <a:pt x="3773234" y="2670727"/>
                  </a:lnTo>
                  <a:lnTo>
                    <a:pt x="3766520" y="2670727"/>
                  </a:lnTo>
                  <a:lnTo>
                    <a:pt x="3759807" y="2670727"/>
                  </a:lnTo>
                  <a:lnTo>
                    <a:pt x="3753093" y="2670727"/>
                  </a:lnTo>
                  <a:lnTo>
                    <a:pt x="3746379" y="2670727"/>
                  </a:lnTo>
                  <a:lnTo>
                    <a:pt x="3739665" y="2670727"/>
                  </a:lnTo>
                  <a:lnTo>
                    <a:pt x="3732951" y="2670727"/>
                  </a:lnTo>
                  <a:lnTo>
                    <a:pt x="3726237" y="2670727"/>
                  </a:lnTo>
                  <a:lnTo>
                    <a:pt x="3719523" y="2670727"/>
                  </a:lnTo>
                  <a:lnTo>
                    <a:pt x="3712809" y="2670727"/>
                  </a:lnTo>
                  <a:lnTo>
                    <a:pt x="3706095" y="2670727"/>
                  </a:lnTo>
                  <a:lnTo>
                    <a:pt x="3699381" y="2670727"/>
                  </a:lnTo>
                  <a:lnTo>
                    <a:pt x="3692667" y="2670727"/>
                  </a:lnTo>
                  <a:lnTo>
                    <a:pt x="3685953" y="2670727"/>
                  </a:lnTo>
                  <a:lnTo>
                    <a:pt x="3679239" y="2670727"/>
                  </a:lnTo>
                  <a:lnTo>
                    <a:pt x="3672525" y="2670727"/>
                  </a:lnTo>
                  <a:lnTo>
                    <a:pt x="3665811" y="2670727"/>
                  </a:lnTo>
                  <a:lnTo>
                    <a:pt x="3659097" y="2670727"/>
                  </a:lnTo>
                  <a:lnTo>
                    <a:pt x="3652383" y="2670727"/>
                  </a:lnTo>
                  <a:lnTo>
                    <a:pt x="3645670" y="2670727"/>
                  </a:lnTo>
                  <a:lnTo>
                    <a:pt x="3638956" y="2670727"/>
                  </a:lnTo>
                  <a:lnTo>
                    <a:pt x="3632242" y="2670727"/>
                  </a:lnTo>
                  <a:lnTo>
                    <a:pt x="3625528" y="2670727"/>
                  </a:lnTo>
                  <a:lnTo>
                    <a:pt x="3618814" y="2670727"/>
                  </a:lnTo>
                  <a:lnTo>
                    <a:pt x="3612100" y="2670727"/>
                  </a:lnTo>
                  <a:lnTo>
                    <a:pt x="3605386" y="2670727"/>
                  </a:lnTo>
                  <a:lnTo>
                    <a:pt x="3598672" y="2670727"/>
                  </a:lnTo>
                  <a:lnTo>
                    <a:pt x="3591958" y="2670727"/>
                  </a:lnTo>
                  <a:lnTo>
                    <a:pt x="3585244" y="2670727"/>
                  </a:lnTo>
                  <a:lnTo>
                    <a:pt x="3578530" y="2670727"/>
                  </a:lnTo>
                  <a:lnTo>
                    <a:pt x="3571816" y="2670727"/>
                  </a:lnTo>
                  <a:lnTo>
                    <a:pt x="3565102" y="2670727"/>
                  </a:lnTo>
                  <a:lnTo>
                    <a:pt x="3558388" y="2670727"/>
                  </a:lnTo>
                  <a:lnTo>
                    <a:pt x="3551674" y="2670727"/>
                  </a:lnTo>
                  <a:lnTo>
                    <a:pt x="3544960" y="2670727"/>
                  </a:lnTo>
                  <a:lnTo>
                    <a:pt x="3538246" y="2670727"/>
                  </a:lnTo>
                  <a:lnTo>
                    <a:pt x="3531533" y="2670727"/>
                  </a:lnTo>
                  <a:lnTo>
                    <a:pt x="3524819" y="2670727"/>
                  </a:lnTo>
                  <a:lnTo>
                    <a:pt x="3518105" y="2670727"/>
                  </a:lnTo>
                  <a:lnTo>
                    <a:pt x="3511391" y="2670727"/>
                  </a:lnTo>
                  <a:lnTo>
                    <a:pt x="3504677" y="2670727"/>
                  </a:lnTo>
                  <a:lnTo>
                    <a:pt x="3497963" y="2670727"/>
                  </a:lnTo>
                  <a:lnTo>
                    <a:pt x="3491249" y="2670727"/>
                  </a:lnTo>
                  <a:lnTo>
                    <a:pt x="3484535" y="2670727"/>
                  </a:lnTo>
                  <a:lnTo>
                    <a:pt x="3477821" y="2670727"/>
                  </a:lnTo>
                  <a:lnTo>
                    <a:pt x="3471107" y="2670727"/>
                  </a:lnTo>
                  <a:lnTo>
                    <a:pt x="3464393" y="2670727"/>
                  </a:lnTo>
                  <a:lnTo>
                    <a:pt x="3457679" y="2670727"/>
                  </a:lnTo>
                  <a:lnTo>
                    <a:pt x="3450965" y="2670727"/>
                  </a:lnTo>
                  <a:lnTo>
                    <a:pt x="3444251" y="2670727"/>
                  </a:lnTo>
                  <a:lnTo>
                    <a:pt x="3437537" y="2670727"/>
                  </a:lnTo>
                  <a:lnTo>
                    <a:pt x="3430823" y="2670727"/>
                  </a:lnTo>
                  <a:lnTo>
                    <a:pt x="3424109" y="2670727"/>
                  </a:lnTo>
                  <a:lnTo>
                    <a:pt x="3417396" y="2670727"/>
                  </a:lnTo>
                  <a:lnTo>
                    <a:pt x="3410682" y="2670727"/>
                  </a:lnTo>
                  <a:lnTo>
                    <a:pt x="3403968" y="2670727"/>
                  </a:lnTo>
                  <a:lnTo>
                    <a:pt x="3397254" y="2670727"/>
                  </a:lnTo>
                  <a:lnTo>
                    <a:pt x="3390540" y="2670727"/>
                  </a:lnTo>
                  <a:lnTo>
                    <a:pt x="3383826" y="2670727"/>
                  </a:lnTo>
                  <a:lnTo>
                    <a:pt x="3377112" y="2670727"/>
                  </a:lnTo>
                  <a:lnTo>
                    <a:pt x="3370398" y="2670727"/>
                  </a:lnTo>
                  <a:lnTo>
                    <a:pt x="3363684" y="2670727"/>
                  </a:lnTo>
                  <a:lnTo>
                    <a:pt x="3356970" y="2670727"/>
                  </a:lnTo>
                  <a:lnTo>
                    <a:pt x="3350256" y="2670727"/>
                  </a:lnTo>
                  <a:lnTo>
                    <a:pt x="3343542" y="2670727"/>
                  </a:lnTo>
                  <a:lnTo>
                    <a:pt x="3336828" y="2670727"/>
                  </a:lnTo>
                  <a:lnTo>
                    <a:pt x="3330114" y="2670727"/>
                  </a:lnTo>
                  <a:lnTo>
                    <a:pt x="3323400" y="2670727"/>
                  </a:lnTo>
                  <a:lnTo>
                    <a:pt x="3316686" y="2670727"/>
                  </a:lnTo>
                  <a:lnTo>
                    <a:pt x="3309972" y="2670727"/>
                  </a:lnTo>
                  <a:lnTo>
                    <a:pt x="3303259" y="2670727"/>
                  </a:lnTo>
                  <a:lnTo>
                    <a:pt x="3296545" y="2670727"/>
                  </a:lnTo>
                  <a:lnTo>
                    <a:pt x="3289831" y="2670727"/>
                  </a:lnTo>
                  <a:lnTo>
                    <a:pt x="3283117" y="2670727"/>
                  </a:lnTo>
                  <a:lnTo>
                    <a:pt x="3276403" y="2670727"/>
                  </a:lnTo>
                  <a:lnTo>
                    <a:pt x="3269689" y="2670727"/>
                  </a:lnTo>
                  <a:lnTo>
                    <a:pt x="3262975" y="2670727"/>
                  </a:lnTo>
                  <a:lnTo>
                    <a:pt x="3256261" y="2670727"/>
                  </a:lnTo>
                  <a:lnTo>
                    <a:pt x="3249547" y="2670727"/>
                  </a:lnTo>
                  <a:lnTo>
                    <a:pt x="3242833" y="2670727"/>
                  </a:lnTo>
                  <a:lnTo>
                    <a:pt x="3236119" y="2670727"/>
                  </a:lnTo>
                  <a:lnTo>
                    <a:pt x="3229405" y="2670727"/>
                  </a:lnTo>
                  <a:lnTo>
                    <a:pt x="3222691" y="2670727"/>
                  </a:lnTo>
                  <a:lnTo>
                    <a:pt x="3215977" y="2670727"/>
                  </a:lnTo>
                  <a:lnTo>
                    <a:pt x="3209263" y="2670727"/>
                  </a:lnTo>
                  <a:lnTo>
                    <a:pt x="3202549" y="2670727"/>
                  </a:lnTo>
                  <a:lnTo>
                    <a:pt x="3195835" y="2670727"/>
                  </a:lnTo>
                  <a:lnTo>
                    <a:pt x="3189122" y="2670727"/>
                  </a:lnTo>
                  <a:lnTo>
                    <a:pt x="3182408" y="2670727"/>
                  </a:lnTo>
                  <a:lnTo>
                    <a:pt x="3175694" y="2670727"/>
                  </a:lnTo>
                  <a:lnTo>
                    <a:pt x="3168980" y="2670727"/>
                  </a:lnTo>
                  <a:lnTo>
                    <a:pt x="3162266" y="2670727"/>
                  </a:lnTo>
                  <a:lnTo>
                    <a:pt x="3155552" y="2670727"/>
                  </a:lnTo>
                  <a:lnTo>
                    <a:pt x="3148838" y="2670727"/>
                  </a:lnTo>
                  <a:lnTo>
                    <a:pt x="3142124" y="2670727"/>
                  </a:lnTo>
                  <a:lnTo>
                    <a:pt x="3135410" y="2670727"/>
                  </a:lnTo>
                  <a:lnTo>
                    <a:pt x="3128696" y="2670727"/>
                  </a:lnTo>
                  <a:lnTo>
                    <a:pt x="3121982" y="2670727"/>
                  </a:lnTo>
                  <a:lnTo>
                    <a:pt x="3115268" y="2670727"/>
                  </a:lnTo>
                  <a:lnTo>
                    <a:pt x="3108554" y="2670727"/>
                  </a:lnTo>
                  <a:lnTo>
                    <a:pt x="3101840" y="2670727"/>
                  </a:lnTo>
                  <a:lnTo>
                    <a:pt x="3095126" y="2670727"/>
                  </a:lnTo>
                  <a:lnTo>
                    <a:pt x="3088412" y="2670727"/>
                  </a:lnTo>
                  <a:lnTo>
                    <a:pt x="3081698" y="2670727"/>
                  </a:lnTo>
                  <a:lnTo>
                    <a:pt x="3074985" y="2670727"/>
                  </a:lnTo>
                  <a:lnTo>
                    <a:pt x="3068271" y="2670727"/>
                  </a:lnTo>
                  <a:lnTo>
                    <a:pt x="3061557" y="2670727"/>
                  </a:lnTo>
                  <a:lnTo>
                    <a:pt x="3054843" y="2670727"/>
                  </a:lnTo>
                  <a:lnTo>
                    <a:pt x="3048129" y="2670727"/>
                  </a:lnTo>
                  <a:lnTo>
                    <a:pt x="3041415" y="2670727"/>
                  </a:lnTo>
                  <a:lnTo>
                    <a:pt x="3034701" y="2670727"/>
                  </a:lnTo>
                  <a:lnTo>
                    <a:pt x="3027987" y="2670727"/>
                  </a:lnTo>
                  <a:lnTo>
                    <a:pt x="3021273" y="2670727"/>
                  </a:lnTo>
                  <a:lnTo>
                    <a:pt x="3014559" y="2670727"/>
                  </a:lnTo>
                  <a:lnTo>
                    <a:pt x="3007845" y="2670727"/>
                  </a:lnTo>
                  <a:lnTo>
                    <a:pt x="3001131" y="2670727"/>
                  </a:lnTo>
                  <a:lnTo>
                    <a:pt x="2994417" y="2670727"/>
                  </a:lnTo>
                  <a:lnTo>
                    <a:pt x="2987703" y="2670727"/>
                  </a:lnTo>
                  <a:lnTo>
                    <a:pt x="2980989" y="2670727"/>
                  </a:lnTo>
                  <a:lnTo>
                    <a:pt x="2974275" y="2670727"/>
                  </a:lnTo>
                  <a:lnTo>
                    <a:pt x="2967561" y="2670727"/>
                  </a:lnTo>
                  <a:lnTo>
                    <a:pt x="2960848" y="2670727"/>
                  </a:lnTo>
                  <a:lnTo>
                    <a:pt x="2954134" y="2670727"/>
                  </a:lnTo>
                  <a:lnTo>
                    <a:pt x="2947420" y="2670727"/>
                  </a:lnTo>
                  <a:lnTo>
                    <a:pt x="2940706" y="2670727"/>
                  </a:lnTo>
                  <a:lnTo>
                    <a:pt x="2933992" y="2670727"/>
                  </a:lnTo>
                  <a:lnTo>
                    <a:pt x="2927278" y="2670727"/>
                  </a:lnTo>
                  <a:lnTo>
                    <a:pt x="2920564" y="2670727"/>
                  </a:lnTo>
                  <a:lnTo>
                    <a:pt x="2913850" y="2670727"/>
                  </a:lnTo>
                  <a:lnTo>
                    <a:pt x="2907136" y="2670727"/>
                  </a:lnTo>
                  <a:lnTo>
                    <a:pt x="2900422" y="2670727"/>
                  </a:lnTo>
                  <a:lnTo>
                    <a:pt x="2893708" y="2670727"/>
                  </a:lnTo>
                  <a:lnTo>
                    <a:pt x="2886994" y="2670727"/>
                  </a:lnTo>
                  <a:lnTo>
                    <a:pt x="2880280" y="2670727"/>
                  </a:lnTo>
                  <a:lnTo>
                    <a:pt x="2873566" y="2670727"/>
                  </a:lnTo>
                  <a:lnTo>
                    <a:pt x="2866852" y="2670727"/>
                  </a:lnTo>
                  <a:lnTo>
                    <a:pt x="2860138" y="2670727"/>
                  </a:lnTo>
                  <a:lnTo>
                    <a:pt x="2853424" y="2670727"/>
                  </a:lnTo>
                  <a:lnTo>
                    <a:pt x="2846711" y="2670727"/>
                  </a:lnTo>
                  <a:lnTo>
                    <a:pt x="2839997" y="2670727"/>
                  </a:lnTo>
                  <a:lnTo>
                    <a:pt x="2833283" y="2670727"/>
                  </a:lnTo>
                  <a:lnTo>
                    <a:pt x="2826569" y="2670727"/>
                  </a:lnTo>
                  <a:lnTo>
                    <a:pt x="2819855" y="2670727"/>
                  </a:lnTo>
                  <a:lnTo>
                    <a:pt x="2813141" y="2670727"/>
                  </a:lnTo>
                  <a:lnTo>
                    <a:pt x="2806427" y="2670727"/>
                  </a:lnTo>
                  <a:lnTo>
                    <a:pt x="2799713" y="2670727"/>
                  </a:lnTo>
                  <a:lnTo>
                    <a:pt x="2792999" y="2670727"/>
                  </a:lnTo>
                  <a:lnTo>
                    <a:pt x="2786285" y="2670727"/>
                  </a:lnTo>
                  <a:lnTo>
                    <a:pt x="2779571" y="2670727"/>
                  </a:lnTo>
                  <a:lnTo>
                    <a:pt x="2772857" y="2670727"/>
                  </a:lnTo>
                  <a:lnTo>
                    <a:pt x="2766143" y="2670727"/>
                  </a:lnTo>
                  <a:lnTo>
                    <a:pt x="2759429" y="2670727"/>
                  </a:lnTo>
                  <a:lnTo>
                    <a:pt x="2752715" y="2670727"/>
                  </a:lnTo>
                  <a:lnTo>
                    <a:pt x="2746001" y="2670727"/>
                  </a:lnTo>
                  <a:lnTo>
                    <a:pt x="2739287" y="2670727"/>
                  </a:lnTo>
                  <a:lnTo>
                    <a:pt x="2732574" y="2670727"/>
                  </a:lnTo>
                  <a:lnTo>
                    <a:pt x="2725860" y="2670727"/>
                  </a:lnTo>
                  <a:lnTo>
                    <a:pt x="2719146" y="2670727"/>
                  </a:lnTo>
                  <a:lnTo>
                    <a:pt x="2712432" y="2670727"/>
                  </a:lnTo>
                  <a:lnTo>
                    <a:pt x="2705718" y="2670727"/>
                  </a:lnTo>
                  <a:lnTo>
                    <a:pt x="2699004" y="2670727"/>
                  </a:lnTo>
                  <a:lnTo>
                    <a:pt x="2692290" y="2670727"/>
                  </a:lnTo>
                  <a:lnTo>
                    <a:pt x="2685576" y="2670727"/>
                  </a:lnTo>
                  <a:lnTo>
                    <a:pt x="2678862" y="2670727"/>
                  </a:lnTo>
                  <a:lnTo>
                    <a:pt x="2672148" y="2670727"/>
                  </a:lnTo>
                  <a:lnTo>
                    <a:pt x="2665434" y="2670727"/>
                  </a:lnTo>
                  <a:lnTo>
                    <a:pt x="2658720" y="2670727"/>
                  </a:lnTo>
                  <a:lnTo>
                    <a:pt x="2652006" y="2670727"/>
                  </a:lnTo>
                  <a:lnTo>
                    <a:pt x="2645292" y="2670727"/>
                  </a:lnTo>
                  <a:lnTo>
                    <a:pt x="2638578" y="2670727"/>
                  </a:lnTo>
                  <a:lnTo>
                    <a:pt x="2631864" y="2670727"/>
                  </a:lnTo>
                  <a:lnTo>
                    <a:pt x="2625150" y="2670727"/>
                  </a:lnTo>
                  <a:lnTo>
                    <a:pt x="2618437" y="2670727"/>
                  </a:lnTo>
                  <a:lnTo>
                    <a:pt x="2611723" y="2670727"/>
                  </a:lnTo>
                  <a:lnTo>
                    <a:pt x="2605009" y="2670727"/>
                  </a:lnTo>
                  <a:lnTo>
                    <a:pt x="2598295" y="2670727"/>
                  </a:lnTo>
                  <a:lnTo>
                    <a:pt x="2591581" y="2670727"/>
                  </a:lnTo>
                  <a:lnTo>
                    <a:pt x="2584867" y="2670727"/>
                  </a:lnTo>
                  <a:lnTo>
                    <a:pt x="2578153" y="2670727"/>
                  </a:lnTo>
                  <a:lnTo>
                    <a:pt x="2571439" y="2670727"/>
                  </a:lnTo>
                  <a:lnTo>
                    <a:pt x="2564725" y="2670727"/>
                  </a:lnTo>
                  <a:lnTo>
                    <a:pt x="2558011" y="2670727"/>
                  </a:lnTo>
                  <a:lnTo>
                    <a:pt x="2551297" y="2670727"/>
                  </a:lnTo>
                  <a:lnTo>
                    <a:pt x="2544583" y="2670727"/>
                  </a:lnTo>
                  <a:lnTo>
                    <a:pt x="2537869" y="2670727"/>
                  </a:lnTo>
                  <a:lnTo>
                    <a:pt x="2531155" y="2670727"/>
                  </a:lnTo>
                  <a:lnTo>
                    <a:pt x="2524441" y="2670727"/>
                  </a:lnTo>
                  <a:lnTo>
                    <a:pt x="2517727" y="2670727"/>
                  </a:lnTo>
                  <a:lnTo>
                    <a:pt x="2511013" y="2670727"/>
                  </a:lnTo>
                  <a:lnTo>
                    <a:pt x="2504300" y="2670727"/>
                  </a:lnTo>
                  <a:lnTo>
                    <a:pt x="2497586" y="2670727"/>
                  </a:lnTo>
                  <a:lnTo>
                    <a:pt x="2490872" y="2670727"/>
                  </a:lnTo>
                  <a:lnTo>
                    <a:pt x="2484158" y="2670727"/>
                  </a:lnTo>
                  <a:lnTo>
                    <a:pt x="2477444" y="2670727"/>
                  </a:lnTo>
                  <a:lnTo>
                    <a:pt x="2470730" y="2670727"/>
                  </a:lnTo>
                  <a:lnTo>
                    <a:pt x="2464016" y="2670727"/>
                  </a:lnTo>
                  <a:lnTo>
                    <a:pt x="2457302" y="2670727"/>
                  </a:lnTo>
                  <a:lnTo>
                    <a:pt x="2450588" y="2670727"/>
                  </a:lnTo>
                  <a:lnTo>
                    <a:pt x="2443874" y="2670727"/>
                  </a:lnTo>
                  <a:lnTo>
                    <a:pt x="2437160" y="2670727"/>
                  </a:lnTo>
                  <a:lnTo>
                    <a:pt x="2430446" y="2670727"/>
                  </a:lnTo>
                  <a:lnTo>
                    <a:pt x="2423732" y="2670727"/>
                  </a:lnTo>
                  <a:lnTo>
                    <a:pt x="2417018" y="2670727"/>
                  </a:lnTo>
                  <a:lnTo>
                    <a:pt x="2410304" y="2670727"/>
                  </a:lnTo>
                  <a:lnTo>
                    <a:pt x="2403590" y="2670727"/>
                  </a:lnTo>
                  <a:lnTo>
                    <a:pt x="2396876" y="2670727"/>
                  </a:lnTo>
                  <a:lnTo>
                    <a:pt x="2390163" y="2670727"/>
                  </a:lnTo>
                  <a:lnTo>
                    <a:pt x="2383449" y="2670727"/>
                  </a:lnTo>
                  <a:lnTo>
                    <a:pt x="2376735" y="2670727"/>
                  </a:lnTo>
                  <a:lnTo>
                    <a:pt x="2370021" y="2670727"/>
                  </a:lnTo>
                  <a:lnTo>
                    <a:pt x="2363307" y="2670727"/>
                  </a:lnTo>
                  <a:lnTo>
                    <a:pt x="2356593" y="2670727"/>
                  </a:lnTo>
                  <a:lnTo>
                    <a:pt x="2349879" y="2670727"/>
                  </a:lnTo>
                  <a:lnTo>
                    <a:pt x="2343165" y="2670727"/>
                  </a:lnTo>
                  <a:lnTo>
                    <a:pt x="2336451" y="2670727"/>
                  </a:lnTo>
                  <a:lnTo>
                    <a:pt x="2329737" y="2670727"/>
                  </a:lnTo>
                  <a:lnTo>
                    <a:pt x="2323023" y="2670727"/>
                  </a:lnTo>
                  <a:lnTo>
                    <a:pt x="2316309" y="2670727"/>
                  </a:lnTo>
                  <a:lnTo>
                    <a:pt x="2309595" y="2670727"/>
                  </a:lnTo>
                  <a:lnTo>
                    <a:pt x="2302881" y="2670727"/>
                  </a:lnTo>
                  <a:lnTo>
                    <a:pt x="2296167" y="2670727"/>
                  </a:lnTo>
                  <a:lnTo>
                    <a:pt x="2289453" y="2670727"/>
                  </a:lnTo>
                  <a:lnTo>
                    <a:pt x="2282739" y="2670727"/>
                  </a:lnTo>
                  <a:lnTo>
                    <a:pt x="2276026" y="2670727"/>
                  </a:lnTo>
                  <a:lnTo>
                    <a:pt x="2269312" y="2670727"/>
                  </a:lnTo>
                  <a:lnTo>
                    <a:pt x="2262598" y="2670727"/>
                  </a:lnTo>
                  <a:lnTo>
                    <a:pt x="2255884" y="2670727"/>
                  </a:lnTo>
                  <a:lnTo>
                    <a:pt x="2249170" y="2670727"/>
                  </a:lnTo>
                  <a:lnTo>
                    <a:pt x="2242456" y="2670727"/>
                  </a:lnTo>
                  <a:lnTo>
                    <a:pt x="2235742" y="2670727"/>
                  </a:lnTo>
                  <a:lnTo>
                    <a:pt x="2229028" y="2670727"/>
                  </a:lnTo>
                  <a:lnTo>
                    <a:pt x="2222314" y="2670727"/>
                  </a:lnTo>
                  <a:lnTo>
                    <a:pt x="2215600" y="2670727"/>
                  </a:lnTo>
                  <a:lnTo>
                    <a:pt x="2208886" y="2670727"/>
                  </a:lnTo>
                  <a:lnTo>
                    <a:pt x="2202172" y="2670727"/>
                  </a:lnTo>
                  <a:lnTo>
                    <a:pt x="2195458" y="2670727"/>
                  </a:lnTo>
                  <a:lnTo>
                    <a:pt x="2188744" y="2670727"/>
                  </a:lnTo>
                  <a:lnTo>
                    <a:pt x="2182030" y="2670727"/>
                  </a:lnTo>
                  <a:lnTo>
                    <a:pt x="2175316" y="2670727"/>
                  </a:lnTo>
                  <a:lnTo>
                    <a:pt x="2168602" y="2670727"/>
                  </a:lnTo>
                  <a:lnTo>
                    <a:pt x="2161889" y="2670727"/>
                  </a:lnTo>
                  <a:lnTo>
                    <a:pt x="2155175" y="2670727"/>
                  </a:lnTo>
                  <a:lnTo>
                    <a:pt x="2148461" y="2670727"/>
                  </a:lnTo>
                  <a:lnTo>
                    <a:pt x="2141747" y="2670727"/>
                  </a:lnTo>
                  <a:lnTo>
                    <a:pt x="2135033" y="2670727"/>
                  </a:lnTo>
                  <a:lnTo>
                    <a:pt x="2128319" y="2670727"/>
                  </a:lnTo>
                  <a:lnTo>
                    <a:pt x="2121605" y="2670727"/>
                  </a:lnTo>
                  <a:lnTo>
                    <a:pt x="2114891" y="2670727"/>
                  </a:lnTo>
                  <a:lnTo>
                    <a:pt x="2108177" y="2670727"/>
                  </a:lnTo>
                  <a:lnTo>
                    <a:pt x="2101463" y="2670727"/>
                  </a:lnTo>
                  <a:lnTo>
                    <a:pt x="2094749" y="2670727"/>
                  </a:lnTo>
                  <a:lnTo>
                    <a:pt x="2088035" y="2670727"/>
                  </a:lnTo>
                  <a:lnTo>
                    <a:pt x="2081321" y="2670727"/>
                  </a:lnTo>
                  <a:lnTo>
                    <a:pt x="2074607" y="2670727"/>
                  </a:lnTo>
                  <a:lnTo>
                    <a:pt x="2067893" y="2670727"/>
                  </a:lnTo>
                  <a:lnTo>
                    <a:pt x="2061179" y="2670727"/>
                  </a:lnTo>
                  <a:lnTo>
                    <a:pt x="2054465" y="2670727"/>
                  </a:lnTo>
                  <a:lnTo>
                    <a:pt x="2047752" y="2670727"/>
                  </a:lnTo>
                  <a:lnTo>
                    <a:pt x="2041038" y="2670727"/>
                  </a:lnTo>
                  <a:lnTo>
                    <a:pt x="2034324" y="2670727"/>
                  </a:lnTo>
                  <a:lnTo>
                    <a:pt x="2027610" y="2670727"/>
                  </a:lnTo>
                  <a:lnTo>
                    <a:pt x="2020896" y="2670727"/>
                  </a:lnTo>
                  <a:lnTo>
                    <a:pt x="2014182" y="2670727"/>
                  </a:lnTo>
                  <a:lnTo>
                    <a:pt x="2007468" y="2670727"/>
                  </a:lnTo>
                  <a:lnTo>
                    <a:pt x="2000754" y="2670727"/>
                  </a:lnTo>
                  <a:lnTo>
                    <a:pt x="1994040" y="2670727"/>
                  </a:lnTo>
                  <a:lnTo>
                    <a:pt x="1987326" y="2670727"/>
                  </a:lnTo>
                  <a:lnTo>
                    <a:pt x="1980612" y="2670727"/>
                  </a:lnTo>
                  <a:lnTo>
                    <a:pt x="1973898" y="2670727"/>
                  </a:lnTo>
                  <a:lnTo>
                    <a:pt x="1967184" y="2670727"/>
                  </a:lnTo>
                  <a:lnTo>
                    <a:pt x="1960470" y="2670727"/>
                  </a:lnTo>
                  <a:lnTo>
                    <a:pt x="1953756" y="2670727"/>
                  </a:lnTo>
                  <a:lnTo>
                    <a:pt x="1947042" y="2670727"/>
                  </a:lnTo>
                  <a:lnTo>
                    <a:pt x="1940328" y="2670727"/>
                  </a:lnTo>
                  <a:lnTo>
                    <a:pt x="1933615" y="2670727"/>
                  </a:lnTo>
                  <a:lnTo>
                    <a:pt x="1926901" y="2670727"/>
                  </a:lnTo>
                  <a:lnTo>
                    <a:pt x="1920187" y="2670727"/>
                  </a:lnTo>
                  <a:lnTo>
                    <a:pt x="1913473" y="2670727"/>
                  </a:lnTo>
                  <a:lnTo>
                    <a:pt x="1906759" y="2670727"/>
                  </a:lnTo>
                  <a:lnTo>
                    <a:pt x="1900045" y="2670727"/>
                  </a:lnTo>
                  <a:lnTo>
                    <a:pt x="1893331" y="2670727"/>
                  </a:lnTo>
                  <a:lnTo>
                    <a:pt x="1886617" y="2670727"/>
                  </a:lnTo>
                  <a:lnTo>
                    <a:pt x="1879903" y="2670727"/>
                  </a:lnTo>
                  <a:lnTo>
                    <a:pt x="1873189" y="2670727"/>
                  </a:lnTo>
                  <a:lnTo>
                    <a:pt x="1866475" y="2670727"/>
                  </a:lnTo>
                  <a:lnTo>
                    <a:pt x="1859761" y="2670727"/>
                  </a:lnTo>
                  <a:lnTo>
                    <a:pt x="1853047" y="2670727"/>
                  </a:lnTo>
                  <a:lnTo>
                    <a:pt x="1846333" y="2670727"/>
                  </a:lnTo>
                  <a:lnTo>
                    <a:pt x="1839619" y="2670727"/>
                  </a:lnTo>
                  <a:lnTo>
                    <a:pt x="1832905" y="2670727"/>
                  </a:lnTo>
                  <a:lnTo>
                    <a:pt x="1826191" y="2670727"/>
                  </a:lnTo>
                  <a:lnTo>
                    <a:pt x="1819478" y="2670727"/>
                  </a:lnTo>
                  <a:lnTo>
                    <a:pt x="1812764" y="2670727"/>
                  </a:lnTo>
                  <a:lnTo>
                    <a:pt x="1806050" y="2670727"/>
                  </a:lnTo>
                  <a:lnTo>
                    <a:pt x="1799336" y="2670727"/>
                  </a:lnTo>
                  <a:lnTo>
                    <a:pt x="1792622" y="2670727"/>
                  </a:lnTo>
                  <a:lnTo>
                    <a:pt x="1785908" y="2670727"/>
                  </a:lnTo>
                  <a:lnTo>
                    <a:pt x="1779194" y="2670727"/>
                  </a:lnTo>
                  <a:lnTo>
                    <a:pt x="1772480" y="2670727"/>
                  </a:lnTo>
                  <a:lnTo>
                    <a:pt x="1765766" y="2670727"/>
                  </a:lnTo>
                  <a:lnTo>
                    <a:pt x="1759052" y="2670727"/>
                  </a:lnTo>
                  <a:lnTo>
                    <a:pt x="1752338" y="2670727"/>
                  </a:lnTo>
                  <a:lnTo>
                    <a:pt x="1745624" y="2670727"/>
                  </a:lnTo>
                  <a:lnTo>
                    <a:pt x="1738910" y="2670727"/>
                  </a:lnTo>
                  <a:lnTo>
                    <a:pt x="1732196" y="2670727"/>
                  </a:lnTo>
                  <a:lnTo>
                    <a:pt x="1725482" y="2670727"/>
                  </a:lnTo>
                  <a:lnTo>
                    <a:pt x="1718768" y="2670727"/>
                  </a:lnTo>
                  <a:lnTo>
                    <a:pt x="1712054" y="2670727"/>
                  </a:lnTo>
                  <a:lnTo>
                    <a:pt x="1705341" y="2670727"/>
                  </a:lnTo>
                  <a:lnTo>
                    <a:pt x="1698627" y="2670727"/>
                  </a:lnTo>
                  <a:lnTo>
                    <a:pt x="1691913" y="2670727"/>
                  </a:lnTo>
                  <a:lnTo>
                    <a:pt x="1685199" y="2670727"/>
                  </a:lnTo>
                  <a:lnTo>
                    <a:pt x="1678485" y="2670727"/>
                  </a:lnTo>
                  <a:lnTo>
                    <a:pt x="1671771" y="2670727"/>
                  </a:lnTo>
                  <a:lnTo>
                    <a:pt x="1665057" y="2670727"/>
                  </a:lnTo>
                  <a:lnTo>
                    <a:pt x="1658343" y="2670727"/>
                  </a:lnTo>
                  <a:lnTo>
                    <a:pt x="1651629" y="2670727"/>
                  </a:lnTo>
                  <a:lnTo>
                    <a:pt x="1644915" y="2670727"/>
                  </a:lnTo>
                  <a:lnTo>
                    <a:pt x="1638201" y="2670727"/>
                  </a:lnTo>
                  <a:lnTo>
                    <a:pt x="1631487" y="2670727"/>
                  </a:lnTo>
                  <a:lnTo>
                    <a:pt x="1624773" y="2670727"/>
                  </a:lnTo>
                  <a:lnTo>
                    <a:pt x="1618059" y="2670727"/>
                  </a:lnTo>
                  <a:lnTo>
                    <a:pt x="1611345" y="2670727"/>
                  </a:lnTo>
                  <a:lnTo>
                    <a:pt x="1604631" y="2670727"/>
                  </a:lnTo>
                  <a:lnTo>
                    <a:pt x="1597917" y="2670727"/>
                  </a:lnTo>
                  <a:lnTo>
                    <a:pt x="1591204" y="2670727"/>
                  </a:lnTo>
                  <a:lnTo>
                    <a:pt x="1584490" y="2670727"/>
                  </a:lnTo>
                  <a:lnTo>
                    <a:pt x="1577776" y="2670727"/>
                  </a:lnTo>
                  <a:lnTo>
                    <a:pt x="1571062" y="2670727"/>
                  </a:lnTo>
                  <a:lnTo>
                    <a:pt x="1564348" y="2670727"/>
                  </a:lnTo>
                  <a:lnTo>
                    <a:pt x="1557634" y="2670727"/>
                  </a:lnTo>
                  <a:lnTo>
                    <a:pt x="1550920" y="2670727"/>
                  </a:lnTo>
                  <a:lnTo>
                    <a:pt x="1544206" y="2670727"/>
                  </a:lnTo>
                  <a:lnTo>
                    <a:pt x="1537492" y="2670727"/>
                  </a:lnTo>
                  <a:lnTo>
                    <a:pt x="1530778" y="2670727"/>
                  </a:lnTo>
                  <a:lnTo>
                    <a:pt x="1524064" y="2670727"/>
                  </a:lnTo>
                  <a:lnTo>
                    <a:pt x="1517350" y="2670727"/>
                  </a:lnTo>
                  <a:lnTo>
                    <a:pt x="1510636" y="2670727"/>
                  </a:lnTo>
                  <a:lnTo>
                    <a:pt x="1503922" y="2670727"/>
                  </a:lnTo>
                  <a:lnTo>
                    <a:pt x="1497208" y="2670727"/>
                  </a:lnTo>
                  <a:lnTo>
                    <a:pt x="1490494" y="2670727"/>
                  </a:lnTo>
                  <a:lnTo>
                    <a:pt x="1483780" y="2670727"/>
                  </a:lnTo>
                  <a:lnTo>
                    <a:pt x="1477067" y="2670727"/>
                  </a:lnTo>
                  <a:lnTo>
                    <a:pt x="1470353" y="2670727"/>
                  </a:lnTo>
                  <a:lnTo>
                    <a:pt x="1463639" y="2670727"/>
                  </a:lnTo>
                  <a:lnTo>
                    <a:pt x="1456925" y="2670727"/>
                  </a:lnTo>
                  <a:lnTo>
                    <a:pt x="1450211" y="2670727"/>
                  </a:lnTo>
                  <a:lnTo>
                    <a:pt x="1443497" y="2670727"/>
                  </a:lnTo>
                  <a:lnTo>
                    <a:pt x="1436783" y="2670727"/>
                  </a:lnTo>
                  <a:lnTo>
                    <a:pt x="1430069" y="2670727"/>
                  </a:lnTo>
                  <a:lnTo>
                    <a:pt x="1423355" y="2670727"/>
                  </a:lnTo>
                  <a:lnTo>
                    <a:pt x="1416641" y="2670727"/>
                  </a:lnTo>
                  <a:lnTo>
                    <a:pt x="1409927" y="2670727"/>
                  </a:lnTo>
                  <a:lnTo>
                    <a:pt x="1403213" y="2670727"/>
                  </a:lnTo>
                  <a:lnTo>
                    <a:pt x="1396499" y="2670727"/>
                  </a:lnTo>
                  <a:lnTo>
                    <a:pt x="1389785" y="2670727"/>
                  </a:lnTo>
                  <a:lnTo>
                    <a:pt x="1383071" y="2670727"/>
                  </a:lnTo>
                  <a:lnTo>
                    <a:pt x="1376357" y="2670727"/>
                  </a:lnTo>
                  <a:lnTo>
                    <a:pt x="1369643" y="2670727"/>
                  </a:lnTo>
                  <a:lnTo>
                    <a:pt x="1362930" y="2670727"/>
                  </a:lnTo>
                  <a:lnTo>
                    <a:pt x="1356216" y="2670727"/>
                  </a:lnTo>
                  <a:lnTo>
                    <a:pt x="1349502" y="2670727"/>
                  </a:lnTo>
                  <a:lnTo>
                    <a:pt x="1342788" y="2670727"/>
                  </a:lnTo>
                  <a:lnTo>
                    <a:pt x="1336074" y="2670727"/>
                  </a:lnTo>
                  <a:lnTo>
                    <a:pt x="1329360" y="2670727"/>
                  </a:lnTo>
                  <a:lnTo>
                    <a:pt x="1322646" y="2670727"/>
                  </a:lnTo>
                  <a:lnTo>
                    <a:pt x="1315932" y="2670727"/>
                  </a:lnTo>
                  <a:lnTo>
                    <a:pt x="1309218" y="2670727"/>
                  </a:lnTo>
                  <a:lnTo>
                    <a:pt x="1302504" y="2670727"/>
                  </a:lnTo>
                  <a:lnTo>
                    <a:pt x="1295790" y="2670727"/>
                  </a:lnTo>
                  <a:lnTo>
                    <a:pt x="1289076" y="2670727"/>
                  </a:lnTo>
                  <a:lnTo>
                    <a:pt x="1282362" y="2670727"/>
                  </a:lnTo>
                  <a:lnTo>
                    <a:pt x="1275648" y="2670727"/>
                  </a:lnTo>
                  <a:lnTo>
                    <a:pt x="1268934" y="2670727"/>
                  </a:lnTo>
                  <a:lnTo>
                    <a:pt x="1262220" y="2670727"/>
                  </a:lnTo>
                  <a:lnTo>
                    <a:pt x="1255506" y="2670727"/>
                  </a:lnTo>
                  <a:lnTo>
                    <a:pt x="1248793" y="2670727"/>
                  </a:lnTo>
                  <a:lnTo>
                    <a:pt x="1242079" y="2670727"/>
                  </a:lnTo>
                  <a:lnTo>
                    <a:pt x="1235365" y="2670727"/>
                  </a:lnTo>
                  <a:lnTo>
                    <a:pt x="1228651" y="2670727"/>
                  </a:lnTo>
                  <a:lnTo>
                    <a:pt x="1221937" y="2670727"/>
                  </a:lnTo>
                  <a:lnTo>
                    <a:pt x="1215223" y="2670727"/>
                  </a:lnTo>
                  <a:lnTo>
                    <a:pt x="1208509" y="2670727"/>
                  </a:lnTo>
                  <a:lnTo>
                    <a:pt x="1201795" y="2670727"/>
                  </a:lnTo>
                  <a:lnTo>
                    <a:pt x="1195081" y="2670727"/>
                  </a:lnTo>
                  <a:lnTo>
                    <a:pt x="1188367" y="2670727"/>
                  </a:lnTo>
                  <a:lnTo>
                    <a:pt x="1181653" y="2670727"/>
                  </a:lnTo>
                  <a:lnTo>
                    <a:pt x="1174939" y="2670727"/>
                  </a:lnTo>
                  <a:lnTo>
                    <a:pt x="1168225" y="2670727"/>
                  </a:lnTo>
                  <a:lnTo>
                    <a:pt x="1161511" y="2670727"/>
                  </a:lnTo>
                  <a:lnTo>
                    <a:pt x="1154797" y="2670727"/>
                  </a:lnTo>
                  <a:lnTo>
                    <a:pt x="1148083" y="2670727"/>
                  </a:lnTo>
                  <a:lnTo>
                    <a:pt x="1141369" y="2670727"/>
                  </a:lnTo>
                  <a:lnTo>
                    <a:pt x="1134656" y="2670727"/>
                  </a:lnTo>
                  <a:lnTo>
                    <a:pt x="1127942" y="2670727"/>
                  </a:lnTo>
                  <a:lnTo>
                    <a:pt x="1121228" y="2670727"/>
                  </a:lnTo>
                  <a:lnTo>
                    <a:pt x="1114514" y="2670727"/>
                  </a:lnTo>
                  <a:lnTo>
                    <a:pt x="1107800" y="2670727"/>
                  </a:lnTo>
                  <a:lnTo>
                    <a:pt x="1101086" y="2670727"/>
                  </a:lnTo>
                  <a:lnTo>
                    <a:pt x="1094372" y="2670727"/>
                  </a:lnTo>
                  <a:lnTo>
                    <a:pt x="1087658" y="2670727"/>
                  </a:lnTo>
                  <a:lnTo>
                    <a:pt x="1080944" y="2670727"/>
                  </a:lnTo>
                  <a:lnTo>
                    <a:pt x="1074230" y="2670727"/>
                  </a:lnTo>
                  <a:lnTo>
                    <a:pt x="1067516" y="2670727"/>
                  </a:lnTo>
                  <a:lnTo>
                    <a:pt x="1060802" y="2670727"/>
                  </a:lnTo>
                  <a:lnTo>
                    <a:pt x="1054088" y="2670727"/>
                  </a:lnTo>
                  <a:lnTo>
                    <a:pt x="1047374" y="2670727"/>
                  </a:lnTo>
                  <a:lnTo>
                    <a:pt x="1040660" y="2670727"/>
                  </a:lnTo>
                  <a:lnTo>
                    <a:pt x="1033946" y="2670727"/>
                  </a:lnTo>
                  <a:lnTo>
                    <a:pt x="1027232" y="2670727"/>
                  </a:lnTo>
                  <a:lnTo>
                    <a:pt x="1020519" y="2670727"/>
                  </a:lnTo>
                  <a:lnTo>
                    <a:pt x="1013805" y="2670727"/>
                  </a:lnTo>
                  <a:lnTo>
                    <a:pt x="1007091" y="2670727"/>
                  </a:lnTo>
                  <a:lnTo>
                    <a:pt x="1000377" y="2670727"/>
                  </a:lnTo>
                  <a:lnTo>
                    <a:pt x="993663" y="2670727"/>
                  </a:lnTo>
                  <a:lnTo>
                    <a:pt x="986949" y="2670727"/>
                  </a:lnTo>
                  <a:lnTo>
                    <a:pt x="980235" y="2670727"/>
                  </a:lnTo>
                  <a:lnTo>
                    <a:pt x="973521" y="2670727"/>
                  </a:lnTo>
                  <a:lnTo>
                    <a:pt x="966807" y="2670727"/>
                  </a:lnTo>
                  <a:lnTo>
                    <a:pt x="960093" y="2670727"/>
                  </a:lnTo>
                  <a:lnTo>
                    <a:pt x="953379" y="2670727"/>
                  </a:lnTo>
                  <a:lnTo>
                    <a:pt x="946665" y="2670727"/>
                  </a:lnTo>
                  <a:lnTo>
                    <a:pt x="939951" y="2670727"/>
                  </a:lnTo>
                  <a:lnTo>
                    <a:pt x="933237" y="2670727"/>
                  </a:lnTo>
                  <a:lnTo>
                    <a:pt x="926523" y="2670727"/>
                  </a:lnTo>
                  <a:lnTo>
                    <a:pt x="919809" y="2670727"/>
                  </a:lnTo>
                  <a:lnTo>
                    <a:pt x="913095" y="2670727"/>
                  </a:lnTo>
                  <a:lnTo>
                    <a:pt x="906382" y="2670727"/>
                  </a:lnTo>
                  <a:lnTo>
                    <a:pt x="899668" y="2670727"/>
                  </a:lnTo>
                  <a:lnTo>
                    <a:pt x="892954" y="2670727"/>
                  </a:lnTo>
                  <a:lnTo>
                    <a:pt x="886240" y="2670727"/>
                  </a:lnTo>
                  <a:lnTo>
                    <a:pt x="879526" y="2670727"/>
                  </a:lnTo>
                  <a:lnTo>
                    <a:pt x="872812" y="2670727"/>
                  </a:lnTo>
                  <a:lnTo>
                    <a:pt x="866098" y="2670727"/>
                  </a:lnTo>
                  <a:lnTo>
                    <a:pt x="859384" y="2670727"/>
                  </a:lnTo>
                  <a:lnTo>
                    <a:pt x="852670" y="2670727"/>
                  </a:lnTo>
                  <a:lnTo>
                    <a:pt x="845956" y="2670727"/>
                  </a:lnTo>
                  <a:lnTo>
                    <a:pt x="839242" y="2670727"/>
                  </a:lnTo>
                  <a:lnTo>
                    <a:pt x="832528" y="2670727"/>
                  </a:lnTo>
                  <a:lnTo>
                    <a:pt x="825814" y="2670727"/>
                  </a:lnTo>
                  <a:lnTo>
                    <a:pt x="819100" y="2670727"/>
                  </a:lnTo>
                  <a:lnTo>
                    <a:pt x="812386" y="2670727"/>
                  </a:lnTo>
                  <a:lnTo>
                    <a:pt x="805672" y="2670727"/>
                  </a:lnTo>
                  <a:lnTo>
                    <a:pt x="798958" y="2670727"/>
                  </a:lnTo>
                  <a:lnTo>
                    <a:pt x="792245" y="2670727"/>
                  </a:lnTo>
                  <a:lnTo>
                    <a:pt x="785531" y="2670727"/>
                  </a:lnTo>
                  <a:lnTo>
                    <a:pt x="778817" y="2670727"/>
                  </a:lnTo>
                  <a:lnTo>
                    <a:pt x="772103" y="2670727"/>
                  </a:lnTo>
                  <a:lnTo>
                    <a:pt x="765389" y="2670727"/>
                  </a:lnTo>
                  <a:lnTo>
                    <a:pt x="758675" y="2670727"/>
                  </a:lnTo>
                  <a:lnTo>
                    <a:pt x="751961" y="2670727"/>
                  </a:lnTo>
                  <a:lnTo>
                    <a:pt x="745247" y="2670727"/>
                  </a:lnTo>
                  <a:lnTo>
                    <a:pt x="738533" y="2670727"/>
                  </a:lnTo>
                  <a:lnTo>
                    <a:pt x="731819" y="2670727"/>
                  </a:lnTo>
                  <a:lnTo>
                    <a:pt x="725105" y="2670727"/>
                  </a:lnTo>
                  <a:lnTo>
                    <a:pt x="718391" y="2670727"/>
                  </a:lnTo>
                  <a:lnTo>
                    <a:pt x="711677" y="2670727"/>
                  </a:lnTo>
                  <a:lnTo>
                    <a:pt x="704963" y="2670727"/>
                  </a:lnTo>
                  <a:lnTo>
                    <a:pt x="698249" y="2670727"/>
                  </a:lnTo>
                  <a:lnTo>
                    <a:pt x="691535" y="2670727"/>
                  </a:lnTo>
                  <a:lnTo>
                    <a:pt x="684821" y="2670727"/>
                  </a:lnTo>
                  <a:lnTo>
                    <a:pt x="678108" y="2670727"/>
                  </a:lnTo>
                  <a:lnTo>
                    <a:pt x="671394" y="2670727"/>
                  </a:lnTo>
                  <a:lnTo>
                    <a:pt x="664680" y="2670727"/>
                  </a:lnTo>
                  <a:lnTo>
                    <a:pt x="657966" y="2670727"/>
                  </a:lnTo>
                  <a:lnTo>
                    <a:pt x="651252" y="2670727"/>
                  </a:lnTo>
                  <a:lnTo>
                    <a:pt x="644538" y="2670727"/>
                  </a:lnTo>
                  <a:lnTo>
                    <a:pt x="637824" y="2670727"/>
                  </a:lnTo>
                  <a:lnTo>
                    <a:pt x="631110" y="2670727"/>
                  </a:lnTo>
                  <a:lnTo>
                    <a:pt x="624396" y="2670727"/>
                  </a:lnTo>
                  <a:lnTo>
                    <a:pt x="617682" y="2670727"/>
                  </a:lnTo>
                  <a:lnTo>
                    <a:pt x="610968" y="2670727"/>
                  </a:lnTo>
                  <a:lnTo>
                    <a:pt x="604254" y="2670727"/>
                  </a:lnTo>
                  <a:lnTo>
                    <a:pt x="597540" y="2670727"/>
                  </a:lnTo>
                  <a:lnTo>
                    <a:pt x="590826" y="2670727"/>
                  </a:lnTo>
                  <a:lnTo>
                    <a:pt x="584112" y="2670727"/>
                  </a:lnTo>
                  <a:lnTo>
                    <a:pt x="577398" y="2670727"/>
                  </a:lnTo>
                  <a:lnTo>
                    <a:pt x="570684" y="2670727"/>
                  </a:lnTo>
                  <a:lnTo>
                    <a:pt x="563971" y="2670727"/>
                  </a:lnTo>
                  <a:lnTo>
                    <a:pt x="557257" y="2670727"/>
                  </a:lnTo>
                  <a:lnTo>
                    <a:pt x="550543" y="2670727"/>
                  </a:lnTo>
                  <a:lnTo>
                    <a:pt x="543829" y="2670727"/>
                  </a:lnTo>
                  <a:lnTo>
                    <a:pt x="537115" y="2670727"/>
                  </a:lnTo>
                  <a:lnTo>
                    <a:pt x="530401" y="2670727"/>
                  </a:lnTo>
                  <a:lnTo>
                    <a:pt x="523687" y="2670727"/>
                  </a:lnTo>
                  <a:lnTo>
                    <a:pt x="516973" y="2670727"/>
                  </a:lnTo>
                  <a:lnTo>
                    <a:pt x="510259" y="2670727"/>
                  </a:lnTo>
                  <a:lnTo>
                    <a:pt x="503545" y="2670727"/>
                  </a:lnTo>
                  <a:lnTo>
                    <a:pt x="496831" y="2670727"/>
                  </a:lnTo>
                  <a:lnTo>
                    <a:pt x="490117" y="2670727"/>
                  </a:lnTo>
                  <a:lnTo>
                    <a:pt x="483403" y="2670727"/>
                  </a:lnTo>
                  <a:lnTo>
                    <a:pt x="476689" y="2670727"/>
                  </a:lnTo>
                  <a:lnTo>
                    <a:pt x="469975" y="2670727"/>
                  </a:lnTo>
                  <a:lnTo>
                    <a:pt x="463261" y="2670727"/>
                  </a:lnTo>
                  <a:lnTo>
                    <a:pt x="456547" y="2670727"/>
                  </a:lnTo>
                  <a:lnTo>
                    <a:pt x="449834" y="2670727"/>
                  </a:lnTo>
                  <a:lnTo>
                    <a:pt x="443120" y="2670727"/>
                  </a:lnTo>
                  <a:lnTo>
                    <a:pt x="436406" y="2670727"/>
                  </a:lnTo>
                  <a:lnTo>
                    <a:pt x="429692" y="2670727"/>
                  </a:lnTo>
                  <a:lnTo>
                    <a:pt x="422978" y="2670727"/>
                  </a:lnTo>
                  <a:lnTo>
                    <a:pt x="416264" y="2670727"/>
                  </a:lnTo>
                  <a:lnTo>
                    <a:pt x="409550" y="2670727"/>
                  </a:lnTo>
                  <a:lnTo>
                    <a:pt x="402836" y="2670727"/>
                  </a:lnTo>
                  <a:lnTo>
                    <a:pt x="396122" y="2670727"/>
                  </a:lnTo>
                  <a:lnTo>
                    <a:pt x="389408" y="2670727"/>
                  </a:lnTo>
                  <a:lnTo>
                    <a:pt x="382694" y="2670727"/>
                  </a:lnTo>
                  <a:lnTo>
                    <a:pt x="375980" y="2670727"/>
                  </a:lnTo>
                  <a:lnTo>
                    <a:pt x="369266" y="2670727"/>
                  </a:lnTo>
                  <a:lnTo>
                    <a:pt x="362552" y="2670727"/>
                  </a:lnTo>
                  <a:lnTo>
                    <a:pt x="355838" y="2670727"/>
                  </a:lnTo>
                  <a:lnTo>
                    <a:pt x="349124" y="2670727"/>
                  </a:lnTo>
                  <a:lnTo>
                    <a:pt x="342410" y="2670727"/>
                  </a:lnTo>
                  <a:lnTo>
                    <a:pt x="335697" y="2670727"/>
                  </a:lnTo>
                  <a:lnTo>
                    <a:pt x="328983" y="2670727"/>
                  </a:lnTo>
                  <a:lnTo>
                    <a:pt x="322269" y="2670727"/>
                  </a:lnTo>
                  <a:lnTo>
                    <a:pt x="315555" y="2670727"/>
                  </a:lnTo>
                  <a:lnTo>
                    <a:pt x="308841" y="2670727"/>
                  </a:lnTo>
                  <a:lnTo>
                    <a:pt x="302127" y="2670727"/>
                  </a:lnTo>
                  <a:lnTo>
                    <a:pt x="295413" y="2670727"/>
                  </a:lnTo>
                  <a:lnTo>
                    <a:pt x="288699" y="2670727"/>
                  </a:lnTo>
                  <a:lnTo>
                    <a:pt x="281985" y="2670727"/>
                  </a:lnTo>
                  <a:lnTo>
                    <a:pt x="275271" y="2670727"/>
                  </a:lnTo>
                  <a:lnTo>
                    <a:pt x="268557" y="2670727"/>
                  </a:lnTo>
                  <a:lnTo>
                    <a:pt x="261843" y="2670727"/>
                  </a:lnTo>
                  <a:lnTo>
                    <a:pt x="255129" y="2670727"/>
                  </a:lnTo>
                  <a:lnTo>
                    <a:pt x="248415" y="2670727"/>
                  </a:lnTo>
                  <a:lnTo>
                    <a:pt x="241701" y="2670727"/>
                  </a:lnTo>
                  <a:lnTo>
                    <a:pt x="234987" y="2670727"/>
                  </a:lnTo>
                  <a:lnTo>
                    <a:pt x="228273" y="2670727"/>
                  </a:lnTo>
                  <a:lnTo>
                    <a:pt x="221560" y="2670727"/>
                  </a:lnTo>
                  <a:lnTo>
                    <a:pt x="214846" y="2670727"/>
                  </a:lnTo>
                  <a:lnTo>
                    <a:pt x="208132" y="2670727"/>
                  </a:lnTo>
                  <a:lnTo>
                    <a:pt x="201418" y="2670727"/>
                  </a:lnTo>
                  <a:lnTo>
                    <a:pt x="194704" y="2670727"/>
                  </a:lnTo>
                  <a:lnTo>
                    <a:pt x="187990" y="2670727"/>
                  </a:lnTo>
                  <a:lnTo>
                    <a:pt x="181276" y="2670727"/>
                  </a:lnTo>
                  <a:lnTo>
                    <a:pt x="174562" y="2670727"/>
                  </a:lnTo>
                  <a:lnTo>
                    <a:pt x="167848" y="2670727"/>
                  </a:lnTo>
                  <a:lnTo>
                    <a:pt x="161134" y="2670727"/>
                  </a:lnTo>
                  <a:lnTo>
                    <a:pt x="154420" y="2670727"/>
                  </a:lnTo>
                  <a:lnTo>
                    <a:pt x="147706" y="2670727"/>
                  </a:lnTo>
                  <a:lnTo>
                    <a:pt x="140992" y="2670727"/>
                  </a:lnTo>
                  <a:lnTo>
                    <a:pt x="134278" y="2670727"/>
                  </a:lnTo>
                  <a:lnTo>
                    <a:pt x="127564" y="2670727"/>
                  </a:lnTo>
                  <a:lnTo>
                    <a:pt x="120850" y="2670727"/>
                  </a:lnTo>
                  <a:lnTo>
                    <a:pt x="114136" y="2670727"/>
                  </a:lnTo>
                  <a:lnTo>
                    <a:pt x="107423" y="2670727"/>
                  </a:lnTo>
                  <a:lnTo>
                    <a:pt x="100709" y="2670727"/>
                  </a:lnTo>
                  <a:lnTo>
                    <a:pt x="93995" y="2670727"/>
                  </a:lnTo>
                  <a:lnTo>
                    <a:pt x="87281" y="2670727"/>
                  </a:lnTo>
                  <a:lnTo>
                    <a:pt x="80567" y="2670727"/>
                  </a:lnTo>
                  <a:lnTo>
                    <a:pt x="73853" y="2670727"/>
                  </a:lnTo>
                  <a:lnTo>
                    <a:pt x="67139" y="2670727"/>
                  </a:lnTo>
                  <a:lnTo>
                    <a:pt x="60425" y="2670727"/>
                  </a:lnTo>
                  <a:lnTo>
                    <a:pt x="53711" y="2670727"/>
                  </a:lnTo>
                  <a:lnTo>
                    <a:pt x="46997" y="2670727"/>
                  </a:lnTo>
                  <a:lnTo>
                    <a:pt x="40283" y="2670727"/>
                  </a:lnTo>
                  <a:lnTo>
                    <a:pt x="33569" y="2670727"/>
                  </a:lnTo>
                  <a:lnTo>
                    <a:pt x="26855" y="2670727"/>
                  </a:lnTo>
                  <a:lnTo>
                    <a:pt x="20141" y="2670727"/>
                  </a:lnTo>
                  <a:lnTo>
                    <a:pt x="13427" y="2670727"/>
                  </a:lnTo>
                  <a:lnTo>
                    <a:pt x="6713" y="2670727"/>
                  </a:lnTo>
                  <a:lnTo>
                    <a:pt x="0" y="267072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44934" y="3708722"/>
              <a:ext cx="8553560" cy="2670727"/>
            </a:xfrm>
            <a:custGeom>
              <a:avLst/>
              <a:pathLst>
                <a:path w="8553560" h="2670727">
                  <a:moveTo>
                    <a:pt x="0" y="2408109"/>
                  </a:moveTo>
                  <a:lnTo>
                    <a:pt x="6713" y="2474989"/>
                  </a:lnTo>
                  <a:lnTo>
                    <a:pt x="13427" y="2441596"/>
                  </a:lnTo>
                  <a:lnTo>
                    <a:pt x="20141" y="2389445"/>
                  </a:lnTo>
                  <a:lnTo>
                    <a:pt x="26855" y="2427472"/>
                  </a:lnTo>
                  <a:lnTo>
                    <a:pt x="33569" y="2372444"/>
                  </a:lnTo>
                  <a:lnTo>
                    <a:pt x="40283" y="2419067"/>
                  </a:lnTo>
                  <a:lnTo>
                    <a:pt x="46997" y="2409219"/>
                  </a:lnTo>
                  <a:lnTo>
                    <a:pt x="53711" y="2382225"/>
                  </a:lnTo>
                  <a:lnTo>
                    <a:pt x="60425" y="2498298"/>
                  </a:lnTo>
                  <a:lnTo>
                    <a:pt x="67139" y="2487034"/>
                  </a:lnTo>
                  <a:lnTo>
                    <a:pt x="73853" y="2507917"/>
                  </a:lnTo>
                  <a:lnTo>
                    <a:pt x="80567" y="2513850"/>
                  </a:lnTo>
                  <a:lnTo>
                    <a:pt x="87281" y="2493426"/>
                  </a:lnTo>
                  <a:lnTo>
                    <a:pt x="93995" y="2531981"/>
                  </a:lnTo>
                  <a:lnTo>
                    <a:pt x="100709" y="2532366"/>
                  </a:lnTo>
                  <a:lnTo>
                    <a:pt x="107423" y="2526900"/>
                  </a:lnTo>
                  <a:lnTo>
                    <a:pt x="114136" y="2538075"/>
                  </a:lnTo>
                  <a:lnTo>
                    <a:pt x="120850" y="2568901"/>
                  </a:lnTo>
                  <a:lnTo>
                    <a:pt x="127564" y="2562309"/>
                  </a:lnTo>
                  <a:lnTo>
                    <a:pt x="134278" y="2560836"/>
                  </a:lnTo>
                  <a:lnTo>
                    <a:pt x="140992" y="2554011"/>
                  </a:lnTo>
                  <a:lnTo>
                    <a:pt x="147706" y="2544886"/>
                  </a:lnTo>
                  <a:lnTo>
                    <a:pt x="154420" y="2579385"/>
                  </a:lnTo>
                  <a:lnTo>
                    <a:pt x="161134" y="2565712"/>
                  </a:lnTo>
                  <a:lnTo>
                    <a:pt x="167848" y="2577353"/>
                  </a:lnTo>
                  <a:lnTo>
                    <a:pt x="174562" y="2609637"/>
                  </a:lnTo>
                  <a:lnTo>
                    <a:pt x="181276" y="2589792"/>
                  </a:lnTo>
                  <a:lnTo>
                    <a:pt x="187990" y="2604971"/>
                  </a:lnTo>
                  <a:lnTo>
                    <a:pt x="194704" y="2569218"/>
                  </a:lnTo>
                  <a:lnTo>
                    <a:pt x="201418" y="2555120"/>
                  </a:lnTo>
                  <a:lnTo>
                    <a:pt x="208132" y="2547261"/>
                  </a:lnTo>
                  <a:lnTo>
                    <a:pt x="214846" y="2481760"/>
                  </a:lnTo>
                  <a:lnTo>
                    <a:pt x="221560" y="2483715"/>
                  </a:lnTo>
                  <a:lnTo>
                    <a:pt x="228273" y="2515926"/>
                  </a:lnTo>
                  <a:lnTo>
                    <a:pt x="234987" y="2550818"/>
                  </a:lnTo>
                  <a:lnTo>
                    <a:pt x="241701" y="2605064"/>
                  </a:lnTo>
                  <a:lnTo>
                    <a:pt x="248415" y="2572198"/>
                  </a:lnTo>
                  <a:lnTo>
                    <a:pt x="255129" y="2630808"/>
                  </a:lnTo>
                  <a:lnTo>
                    <a:pt x="261843" y="2623660"/>
                  </a:lnTo>
                  <a:lnTo>
                    <a:pt x="268557" y="2624157"/>
                  </a:lnTo>
                  <a:lnTo>
                    <a:pt x="275271" y="2639186"/>
                  </a:lnTo>
                  <a:lnTo>
                    <a:pt x="281985" y="2629757"/>
                  </a:lnTo>
                  <a:lnTo>
                    <a:pt x="288699" y="2648890"/>
                  </a:lnTo>
                  <a:lnTo>
                    <a:pt x="295413" y="2651829"/>
                  </a:lnTo>
                  <a:lnTo>
                    <a:pt x="302127" y="2658496"/>
                  </a:lnTo>
                  <a:lnTo>
                    <a:pt x="308841" y="2660128"/>
                  </a:lnTo>
                  <a:lnTo>
                    <a:pt x="315555" y="2658020"/>
                  </a:lnTo>
                  <a:lnTo>
                    <a:pt x="322269" y="2656724"/>
                  </a:lnTo>
                  <a:lnTo>
                    <a:pt x="328983" y="2653929"/>
                  </a:lnTo>
                  <a:lnTo>
                    <a:pt x="335697" y="2646858"/>
                  </a:lnTo>
                  <a:lnTo>
                    <a:pt x="342410" y="2648099"/>
                  </a:lnTo>
                  <a:lnTo>
                    <a:pt x="349124" y="2639962"/>
                  </a:lnTo>
                  <a:lnTo>
                    <a:pt x="355838" y="2652037"/>
                  </a:lnTo>
                  <a:lnTo>
                    <a:pt x="362552" y="2646503"/>
                  </a:lnTo>
                  <a:lnTo>
                    <a:pt x="369266" y="2669321"/>
                  </a:lnTo>
                  <a:lnTo>
                    <a:pt x="375980" y="2644641"/>
                  </a:lnTo>
                  <a:lnTo>
                    <a:pt x="382694" y="2614631"/>
                  </a:lnTo>
                  <a:lnTo>
                    <a:pt x="389408" y="2505911"/>
                  </a:lnTo>
                  <a:lnTo>
                    <a:pt x="396122" y="2454924"/>
                  </a:lnTo>
                  <a:lnTo>
                    <a:pt x="402836" y="2436315"/>
                  </a:lnTo>
                  <a:lnTo>
                    <a:pt x="409550" y="2388363"/>
                  </a:lnTo>
                  <a:lnTo>
                    <a:pt x="416264" y="2403132"/>
                  </a:lnTo>
                  <a:lnTo>
                    <a:pt x="422978" y="2383213"/>
                  </a:lnTo>
                  <a:lnTo>
                    <a:pt x="429692" y="2383081"/>
                  </a:lnTo>
                  <a:lnTo>
                    <a:pt x="436406" y="2367669"/>
                  </a:lnTo>
                  <a:lnTo>
                    <a:pt x="443120" y="2346763"/>
                  </a:lnTo>
                  <a:lnTo>
                    <a:pt x="449834" y="2412301"/>
                  </a:lnTo>
                  <a:lnTo>
                    <a:pt x="456547" y="2413587"/>
                  </a:lnTo>
                  <a:lnTo>
                    <a:pt x="463261" y="2455821"/>
                  </a:lnTo>
                  <a:lnTo>
                    <a:pt x="469975" y="2481222"/>
                  </a:lnTo>
                  <a:lnTo>
                    <a:pt x="476689" y="2480656"/>
                  </a:lnTo>
                  <a:lnTo>
                    <a:pt x="483403" y="2529230"/>
                  </a:lnTo>
                  <a:lnTo>
                    <a:pt x="490117" y="2506006"/>
                  </a:lnTo>
                  <a:lnTo>
                    <a:pt x="496831" y="2515368"/>
                  </a:lnTo>
                  <a:lnTo>
                    <a:pt x="503545" y="2512259"/>
                  </a:lnTo>
                  <a:lnTo>
                    <a:pt x="510259" y="2504757"/>
                  </a:lnTo>
                  <a:lnTo>
                    <a:pt x="516973" y="2539863"/>
                  </a:lnTo>
                  <a:lnTo>
                    <a:pt x="523687" y="2532797"/>
                  </a:lnTo>
                  <a:lnTo>
                    <a:pt x="530401" y="2537300"/>
                  </a:lnTo>
                  <a:lnTo>
                    <a:pt x="537115" y="2516305"/>
                  </a:lnTo>
                  <a:lnTo>
                    <a:pt x="543829" y="2513358"/>
                  </a:lnTo>
                  <a:lnTo>
                    <a:pt x="550543" y="2535992"/>
                  </a:lnTo>
                  <a:lnTo>
                    <a:pt x="557257" y="2524382"/>
                  </a:lnTo>
                  <a:lnTo>
                    <a:pt x="563971" y="2506748"/>
                  </a:lnTo>
                  <a:lnTo>
                    <a:pt x="570684" y="2470859"/>
                  </a:lnTo>
                  <a:lnTo>
                    <a:pt x="577398" y="2503879"/>
                  </a:lnTo>
                  <a:lnTo>
                    <a:pt x="584112" y="2485120"/>
                  </a:lnTo>
                  <a:lnTo>
                    <a:pt x="590826" y="2452063"/>
                  </a:lnTo>
                  <a:lnTo>
                    <a:pt x="597540" y="2452172"/>
                  </a:lnTo>
                  <a:lnTo>
                    <a:pt x="604254" y="2469371"/>
                  </a:lnTo>
                  <a:lnTo>
                    <a:pt x="610968" y="2500279"/>
                  </a:lnTo>
                  <a:lnTo>
                    <a:pt x="617682" y="2501911"/>
                  </a:lnTo>
                  <a:lnTo>
                    <a:pt x="624396" y="2517930"/>
                  </a:lnTo>
                  <a:lnTo>
                    <a:pt x="631110" y="2537843"/>
                  </a:lnTo>
                  <a:lnTo>
                    <a:pt x="637824" y="2508507"/>
                  </a:lnTo>
                  <a:lnTo>
                    <a:pt x="644538" y="2531830"/>
                  </a:lnTo>
                  <a:lnTo>
                    <a:pt x="651252" y="2529193"/>
                  </a:lnTo>
                  <a:lnTo>
                    <a:pt x="657966" y="2493288"/>
                  </a:lnTo>
                  <a:lnTo>
                    <a:pt x="664680" y="2513054"/>
                  </a:lnTo>
                  <a:lnTo>
                    <a:pt x="671394" y="2494841"/>
                  </a:lnTo>
                  <a:lnTo>
                    <a:pt x="678108" y="2510121"/>
                  </a:lnTo>
                  <a:lnTo>
                    <a:pt x="684821" y="2509621"/>
                  </a:lnTo>
                  <a:lnTo>
                    <a:pt x="691535" y="2477542"/>
                  </a:lnTo>
                  <a:lnTo>
                    <a:pt x="698249" y="2491489"/>
                  </a:lnTo>
                  <a:lnTo>
                    <a:pt x="704963" y="2460120"/>
                  </a:lnTo>
                  <a:lnTo>
                    <a:pt x="711677" y="2457992"/>
                  </a:lnTo>
                  <a:lnTo>
                    <a:pt x="718391" y="2442125"/>
                  </a:lnTo>
                  <a:lnTo>
                    <a:pt x="725105" y="2485052"/>
                  </a:lnTo>
                  <a:lnTo>
                    <a:pt x="731819" y="2515696"/>
                  </a:lnTo>
                  <a:lnTo>
                    <a:pt x="738533" y="2502376"/>
                  </a:lnTo>
                  <a:lnTo>
                    <a:pt x="745247" y="2514253"/>
                  </a:lnTo>
                  <a:lnTo>
                    <a:pt x="751961" y="2508926"/>
                  </a:lnTo>
                  <a:lnTo>
                    <a:pt x="758675" y="2523817"/>
                  </a:lnTo>
                  <a:lnTo>
                    <a:pt x="765389" y="2513464"/>
                  </a:lnTo>
                  <a:lnTo>
                    <a:pt x="772103" y="2515959"/>
                  </a:lnTo>
                  <a:lnTo>
                    <a:pt x="778817" y="2495603"/>
                  </a:lnTo>
                  <a:lnTo>
                    <a:pt x="785531" y="2493028"/>
                  </a:lnTo>
                  <a:lnTo>
                    <a:pt x="792245" y="2498892"/>
                  </a:lnTo>
                  <a:lnTo>
                    <a:pt x="798958" y="2501852"/>
                  </a:lnTo>
                  <a:lnTo>
                    <a:pt x="805672" y="2509380"/>
                  </a:lnTo>
                  <a:lnTo>
                    <a:pt x="812386" y="2501079"/>
                  </a:lnTo>
                  <a:lnTo>
                    <a:pt x="819100" y="2525489"/>
                  </a:lnTo>
                  <a:lnTo>
                    <a:pt x="825814" y="2537914"/>
                  </a:lnTo>
                  <a:lnTo>
                    <a:pt x="832528" y="2550725"/>
                  </a:lnTo>
                  <a:lnTo>
                    <a:pt x="839242" y="2548130"/>
                  </a:lnTo>
                  <a:lnTo>
                    <a:pt x="845956" y="2538084"/>
                  </a:lnTo>
                  <a:lnTo>
                    <a:pt x="852670" y="2550007"/>
                  </a:lnTo>
                  <a:lnTo>
                    <a:pt x="859384" y="2532581"/>
                  </a:lnTo>
                  <a:lnTo>
                    <a:pt x="866098" y="2528618"/>
                  </a:lnTo>
                  <a:lnTo>
                    <a:pt x="872812" y="2527234"/>
                  </a:lnTo>
                  <a:lnTo>
                    <a:pt x="879526" y="2529382"/>
                  </a:lnTo>
                  <a:lnTo>
                    <a:pt x="886240" y="2551147"/>
                  </a:lnTo>
                  <a:lnTo>
                    <a:pt x="892954" y="2535440"/>
                  </a:lnTo>
                  <a:lnTo>
                    <a:pt x="899668" y="2556238"/>
                  </a:lnTo>
                  <a:lnTo>
                    <a:pt x="906382" y="2543094"/>
                  </a:lnTo>
                  <a:lnTo>
                    <a:pt x="913095" y="2525871"/>
                  </a:lnTo>
                  <a:lnTo>
                    <a:pt x="919809" y="2549075"/>
                  </a:lnTo>
                  <a:lnTo>
                    <a:pt x="926523" y="2511176"/>
                  </a:lnTo>
                  <a:lnTo>
                    <a:pt x="933237" y="2497196"/>
                  </a:lnTo>
                  <a:lnTo>
                    <a:pt x="939951" y="2506913"/>
                  </a:lnTo>
                  <a:lnTo>
                    <a:pt x="946665" y="2516197"/>
                  </a:lnTo>
                  <a:lnTo>
                    <a:pt x="953379" y="2540339"/>
                  </a:lnTo>
                  <a:lnTo>
                    <a:pt x="960093" y="2469282"/>
                  </a:lnTo>
                  <a:lnTo>
                    <a:pt x="966807" y="2515682"/>
                  </a:lnTo>
                  <a:lnTo>
                    <a:pt x="973521" y="2497434"/>
                  </a:lnTo>
                  <a:lnTo>
                    <a:pt x="980235" y="2509109"/>
                  </a:lnTo>
                  <a:lnTo>
                    <a:pt x="986949" y="2523974"/>
                  </a:lnTo>
                  <a:lnTo>
                    <a:pt x="993663" y="2485130"/>
                  </a:lnTo>
                  <a:lnTo>
                    <a:pt x="1000377" y="2545117"/>
                  </a:lnTo>
                  <a:lnTo>
                    <a:pt x="1007091" y="2563546"/>
                  </a:lnTo>
                  <a:lnTo>
                    <a:pt x="1013805" y="2527971"/>
                  </a:lnTo>
                  <a:lnTo>
                    <a:pt x="1020519" y="2531728"/>
                  </a:lnTo>
                  <a:lnTo>
                    <a:pt x="1027232" y="2457114"/>
                  </a:lnTo>
                  <a:lnTo>
                    <a:pt x="1033946" y="2460369"/>
                  </a:lnTo>
                  <a:lnTo>
                    <a:pt x="1040660" y="2469064"/>
                  </a:lnTo>
                  <a:lnTo>
                    <a:pt x="1047374" y="2471042"/>
                  </a:lnTo>
                  <a:lnTo>
                    <a:pt x="1054088" y="2390826"/>
                  </a:lnTo>
                  <a:lnTo>
                    <a:pt x="1060802" y="2389656"/>
                  </a:lnTo>
                  <a:lnTo>
                    <a:pt x="1067516" y="2431030"/>
                  </a:lnTo>
                  <a:lnTo>
                    <a:pt x="1074230" y="2456121"/>
                  </a:lnTo>
                  <a:lnTo>
                    <a:pt x="1080944" y="2432325"/>
                  </a:lnTo>
                  <a:lnTo>
                    <a:pt x="1087658" y="2399321"/>
                  </a:lnTo>
                  <a:lnTo>
                    <a:pt x="1094372" y="2417510"/>
                  </a:lnTo>
                  <a:lnTo>
                    <a:pt x="1101086" y="2474810"/>
                  </a:lnTo>
                  <a:lnTo>
                    <a:pt x="1107800" y="2478113"/>
                  </a:lnTo>
                  <a:lnTo>
                    <a:pt x="1114514" y="2474936"/>
                  </a:lnTo>
                  <a:lnTo>
                    <a:pt x="1121228" y="2453469"/>
                  </a:lnTo>
                  <a:lnTo>
                    <a:pt x="1127942" y="2494267"/>
                  </a:lnTo>
                  <a:lnTo>
                    <a:pt x="1134656" y="2523002"/>
                  </a:lnTo>
                  <a:lnTo>
                    <a:pt x="1141369" y="2527331"/>
                  </a:lnTo>
                  <a:lnTo>
                    <a:pt x="1148083" y="2536699"/>
                  </a:lnTo>
                  <a:lnTo>
                    <a:pt x="1154797" y="2528664"/>
                  </a:lnTo>
                  <a:lnTo>
                    <a:pt x="1161511" y="2520720"/>
                  </a:lnTo>
                  <a:lnTo>
                    <a:pt x="1168225" y="2458526"/>
                  </a:lnTo>
                  <a:lnTo>
                    <a:pt x="1174939" y="2433032"/>
                  </a:lnTo>
                  <a:lnTo>
                    <a:pt x="1181653" y="2394396"/>
                  </a:lnTo>
                  <a:lnTo>
                    <a:pt x="1188367" y="2417323"/>
                  </a:lnTo>
                  <a:lnTo>
                    <a:pt x="1195081" y="2452115"/>
                  </a:lnTo>
                  <a:lnTo>
                    <a:pt x="1201795" y="2438370"/>
                  </a:lnTo>
                  <a:lnTo>
                    <a:pt x="1208509" y="2459085"/>
                  </a:lnTo>
                  <a:lnTo>
                    <a:pt x="1215223" y="2501829"/>
                  </a:lnTo>
                  <a:lnTo>
                    <a:pt x="1221937" y="2488645"/>
                  </a:lnTo>
                  <a:lnTo>
                    <a:pt x="1228651" y="2513307"/>
                  </a:lnTo>
                  <a:lnTo>
                    <a:pt x="1235365" y="2509497"/>
                  </a:lnTo>
                  <a:lnTo>
                    <a:pt x="1242079" y="2496284"/>
                  </a:lnTo>
                  <a:lnTo>
                    <a:pt x="1248793" y="2508179"/>
                  </a:lnTo>
                  <a:lnTo>
                    <a:pt x="1255506" y="2491073"/>
                  </a:lnTo>
                  <a:lnTo>
                    <a:pt x="1262220" y="2472125"/>
                  </a:lnTo>
                  <a:lnTo>
                    <a:pt x="1268934" y="2483488"/>
                  </a:lnTo>
                  <a:lnTo>
                    <a:pt x="1275648" y="2479667"/>
                  </a:lnTo>
                  <a:lnTo>
                    <a:pt x="1282362" y="2486851"/>
                  </a:lnTo>
                  <a:lnTo>
                    <a:pt x="1289076" y="2504626"/>
                  </a:lnTo>
                  <a:lnTo>
                    <a:pt x="1295790" y="2511715"/>
                  </a:lnTo>
                  <a:lnTo>
                    <a:pt x="1302504" y="2433939"/>
                  </a:lnTo>
                  <a:lnTo>
                    <a:pt x="1309218" y="2438465"/>
                  </a:lnTo>
                  <a:lnTo>
                    <a:pt x="1315932" y="2452535"/>
                  </a:lnTo>
                  <a:lnTo>
                    <a:pt x="1322646" y="2452817"/>
                  </a:lnTo>
                  <a:lnTo>
                    <a:pt x="1329360" y="2479874"/>
                  </a:lnTo>
                  <a:lnTo>
                    <a:pt x="1336074" y="2472366"/>
                  </a:lnTo>
                  <a:lnTo>
                    <a:pt x="1342788" y="2459301"/>
                  </a:lnTo>
                  <a:lnTo>
                    <a:pt x="1349502" y="2456095"/>
                  </a:lnTo>
                  <a:lnTo>
                    <a:pt x="1356216" y="2463013"/>
                  </a:lnTo>
                  <a:lnTo>
                    <a:pt x="1362930" y="2465684"/>
                  </a:lnTo>
                  <a:lnTo>
                    <a:pt x="1369643" y="2459059"/>
                  </a:lnTo>
                  <a:lnTo>
                    <a:pt x="1376357" y="2479404"/>
                  </a:lnTo>
                  <a:lnTo>
                    <a:pt x="1383071" y="2472625"/>
                  </a:lnTo>
                  <a:lnTo>
                    <a:pt x="1389785" y="2475956"/>
                  </a:lnTo>
                  <a:lnTo>
                    <a:pt x="1396499" y="2460189"/>
                  </a:lnTo>
                  <a:lnTo>
                    <a:pt x="1403213" y="2457625"/>
                  </a:lnTo>
                  <a:lnTo>
                    <a:pt x="1409927" y="2441580"/>
                  </a:lnTo>
                  <a:lnTo>
                    <a:pt x="1416641" y="2446161"/>
                  </a:lnTo>
                  <a:lnTo>
                    <a:pt x="1423355" y="2459717"/>
                  </a:lnTo>
                  <a:lnTo>
                    <a:pt x="1430069" y="2461328"/>
                  </a:lnTo>
                  <a:lnTo>
                    <a:pt x="1436783" y="2464322"/>
                  </a:lnTo>
                  <a:lnTo>
                    <a:pt x="1443497" y="2472174"/>
                  </a:lnTo>
                  <a:lnTo>
                    <a:pt x="1450211" y="2456986"/>
                  </a:lnTo>
                  <a:lnTo>
                    <a:pt x="1456925" y="2446805"/>
                  </a:lnTo>
                  <a:lnTo>
                    <a:pt x="1463639" y="2414731"/>
                  </a:lnTo>
                  <a:lnTo>
                    <a:pt x="1470353" y="2422732"/>
                  </a:lnTo>
                  <a:lnTo>
                    <a:pt x="1477067" y="2391886"/>
                  </a:lnTo>
                  <a:lnTo>
                    <a:pt x="1483780" y="2370426"/>
                  </a:lnTo>
                  <a:lnTo>
                    <a:pt x="1490494" y="2386373"/>
                  </a:lnTo>
                  <a:lnTo>
                    <a:pt x="1497208" y="2368144"/>
                  </a:lnTo>
                  <a:lnTo>
                    <a:pt x="1503922" y="2390312"/>
                  </a:lnTo>
                  <a:lnTo>
                    <a:pt x="1510636" y="2409087"/>
                  </a:lnTo>
                  <a:lnTo>
                    <a:pt x="1517350" y="2415776"/>
                  </a:lnTo>
                  <a:lnTo>
                    <a:pt x="1524064" y="2413570"/>
                  </a:lnTo>
                  <a:lnTo>
                    <a:pt x="1530778" y="2414202"/>
                  </a:lnTo>
                  <a:lnTo>
                    <a:pt x="1537492" y="2422984"/>
                  </a:lnTo>
                  <a:lnTo>
                    <a:pt x="1544206" y="2392296"/>
                  </a:lnTo>
                  <a:lnTo>
                    <a:pt x="1550920" y="2352482"/>
                  </a:lnTo>
                  <a:lnTo>
                    <a:pt x="1557634" y="2400918"/>
                  </a:lnTo>
                  <a:lnTo>
                    <a:pt x="1564348" y="2338263"/>
                  </a:lnTo>
                  <a:lnTo>
                    <a:pt x="1571062" y="2370344"/>
                  </a:lnTo>
                  <a:lnTo>
                    <a:pt x="1577776" y="2335340"/>
                  </a:lnTo>
                  <a:lnTo>
                    <a:pt x="1584490" y="2384486"/>
                  </a:lnTo>
                  <a:lnTo>
                    <a:pt x="1591204" y="2406760"/>
                  </a:lnTo>
                  <a:lnTo>
                    <a:pt x="1597917" y="2388133"/>
                  </a:lnTo>
                  <a:lnTo>
                    <a:pt x="1604631" y="2433821"/>
                  </a:lnTo>
                  <a:lnTo>
                    <a:pt x="1611345" y="2416131"/>
                  </a:lnTo>
                  <a:lnTo>
                    <a:pt x="1618059" y="2439770"/>
                  </a:lnTo>
                  <a:lnTo>
                    <a:pt x="1624773" y="2432102"/>
                  </a:lnTo>
                  <a:lnTo>
                    <a:pt x="1631487" y="2411277"/>
                  </a:lnTo>
                  <a:lnTo>
                    <a:pt x="1638201" y="2406220"/>
                  </a:lnTo>
                  <a:lnTo>
                    <a:pt x="1644915" y="2391860"/>
                  </a:lnTo>
                  <a:lnTo>
                    <a:pt x="1651629" y="2426253"/>
                  </a:lnTo>
                  <a:lnTo>
                    <a:pt x="1658343" y="2382980"/>
                  </a:lnTo>
                  <a:lnTo>
                    <a:pt x="1665057" y="2381317"/>
                  </a:lnTo>
                  <a:lnTo>
                    <a:pt x="1671771" y="2354283"/>
                  </a:lnTo>
                  <a:lnTo>
                    <a:pt x="1678485" y="2338990"/>
                  </a:lnTo>
                  <a:lnTo>
                    <a:pt x="1685199" y="2329594"/>
                  </a:lnTo>
                  <a:lnTo>
                    <a:pt x="1691913" y="2249435"/>
                  </a:lnTo>
                  <a:lnTo>
                    <a:pt x="1698627" y="2092908"/>
                  </a:lnTo>
                  <a:lnTo>
                    <a:pt x="1705341" y="2053812"/>
                  </a:lnTo>
                  <a:lnTo>
                    <a:pt x="1712054" y="2182442"/>
                  </a:lnTo>
                  <a:lnTo>
                    <a:pt x="1718768" y="2295105"/>
                  </a:lnTo>
                  <a:lnTo>
                    <a:pt x="1725482" y="2276017"/>
                  </a:lnTo>
                  <a:lnTo>
                    <a:pt x="1732196" y="2316657"/>
                  </a:lnTo>
                  <a:lnTo>
                    <a:pt x="1738910" y="2290002"/>
                  </a:lnTo>
                  <a:lnTo>
                    <a:pt x="1745624" y="2336323"/>
                  </a:lnTo>
                  <a:lnTo>
                    <a:pt x="1752338" y="2334706"/>
                  </a:lnTo>
                  <a:lnTo>
                    <a:pt x="1759052" y="2309703"/>
                  </a:lnTo>
                  <a:lnTo>
                    <a:pt x="1765766" y="2308426"/>
                  </a:lnTo>
                  <a:lnTo>
                    <a:pt x="1772480" y="2315390"/>
                  </a:lnTo>
                  <a:lnTo>
                    <a:pt x="1779194" y="2349632"/>
                  </a:lnTo>
                  <a:lnTo>
                    <a:pt x="1785908" y="2340609"/>
                  </a:lnTo>
                  <a:lnTo>
                    <a:pt x="1792622" y="2347692"/>
                  </a:lnTo>
                  <a:lnTo>
                    <a:pt x="1799336" y="2347572"/>
                  </a:lnTo>
                  <a:lnTo>
                    <a:pt x="1806050" y="2342875"/>
                  </a:lnTo>
                  <a:lnTo>
                    <a:pt x="1812764" y="2368499"/>
                  </a:lnTo>
                  <a:lnTo>
                    <a:pt x="1819478" y="2380222"/>
                  </a:lnTo>
                  <a:lnTo>
                    <a:pt x="1826191" y="2372275"/>
                  </a:lnTo>
                  <a:lnTo>
                    <a:pt x="1832905" y="2355672"/>
                  </a:lnTo>
                  <a:lnTo>
                    <a:pt x="1839619" y="2360405"/>
                  </a:lnTo>
                  <a:lnTo>
                    <a:pt x="1846333" y="2382055"/>
                  </a:lnTo>
                  <a:lnTo>
                    <a:pt x="1853047" y="2372888"/>
                  </a:lnTo>
                  <a:lnTo>
                    <a:pt x="1859761" y="2353391"/>
                  </a:lnTo>
                  <a:lnTo>
                    <a:pt x="1866475" y="2326599"/>
                  </a:lnTo>
                  <a:lnTo>
                    <a:pt x="1873189" y="2316618"/>
                  </a:lnTo>
                  <a:lnTo>
                    <a:pt x="1879903" y="2299634"/>
                  </a:lnTo>
                  <a:lnTo>
                    <a:pt x="1886617" y="2330103"/>
                  </a:lnTo>
                  <a:lnTo>
                    <a:pt x="1893331" y="2369249"/>
                  </a:lnTo>
                  <a:lnTo>
                    <a:pt x="1900045" y="2378050"/>
                  </a:lnTo>
                  <a:lnTo>
                    <a:pt x="1906759" y="2378945"/>
                  </a:lnTo>
                  <a:lnTo>
                    <a:pt x="1913473" y="2371659"/>
                  </a:lnTo>
                  <a:lnTo>
                    <a:pt x="1920187" y="2371306"/>
                  </a:lnTo>
                  <a:lnTo>
                    <a:pt x="1926901" y="2370147"/>
                  </a:lnTo>
                  <a:lnTo>
                    <a:pt x="1933615" y="2345629"/>
                  </a:lnTo>
                  <a:lnTo>
                    <a:pt x="1940328" y="2299950"/>
                  </a:lnTo>
                  <a:lnTo>
                    <a:pt x="1947042" y="2322621"/>
                  </a:lnTo>
                  <a:lnTo>
                    <a:pt x="1953756" y="2296865"/>
                  </a:lnTo>
                  <a:lnTo>
                    <a:pt x="1960470" y="2302560"/>
                  </a:lnTo>
                  <a:lnTo>
                    <a:pt x="1967184" y="2250287"/>
                  </a:lnTo>
                  <a:lnTo>
                    <a:pt x="1973898" y="2231993"/>
                  </a:lnTo>
                  <a:lnTo>
                    <a:pt x="1980612" y="2249550"/>
                  </a:lnTo>
                  <a:lnTo>
                    <a:pt x="1987326" y="2236521"/>
                  </a:lnTo>
                  <a:lnTo>
                    <a:pt x="1994040" y="2226110"/>
                  </a:lnTo>
                  <a:lnTo>
                    <a:pt x="2000754" y="2277342"/>
                  </a:lnTo>
                  <a:lnTo>
                    <a:pt x="2007468" y="2290566"/>
                  </a:lnTo>
                  <a:lnTo>
                    <a:pt x="2014182" y="2254312"/>
                  </a:lnTo>
                  <a:lnTo>
                    <a:pt x="2020896" y="2271657"/>
                  </a:lnTo>
                  <a:lnTo>
                    <a:pt x="2027610" y="2235998"/>
                  </a:lnTo>
                  <a:lnTo>
                    <a:pt x="2034324" y="2284885"/>
                  </a:lnTo>
                  <a:lnTo>
                    <a:pt x="2041038" y="2239134"/>
                  </a:lnTo>
                  <a:lnTo>
                    <a:pt x="2047752" y="2238410"/>
                  </a:lnTo>
                  <a:lnTo>
                    <a:pt x="2054465" y="2166259"/>
                  </a:lnTo>
                  <a:lnTo>
                    <a:pt x="2061179" y="2233045"/>
                  </a:lnTo>
                  <a:lnTo>
                    <a:pt x="2067893" y="2283841"/>
                  </a:lnTo>
                  <a:lnTo>
                    <a:pt x="2074607" y="2251620"/>
                  </a:lnTo>
                  <a:lnTo>
                    <a:pt x="2081321" y="2270067"/>
                  </a:lnTo>
                  <a:lnTo>
                    <a:pt x="2088035" y="2243773"/>
                  </a:lnTo>
                  <a:lnTo>
                    <a:pt x="2094749" y="2211715"/>
                  </a:lnTo>
                  <a:lnTo>
                    <a:pt x="2101463" y="2264903"/>
                  </a:lnTo>
                  <a:lnTo>
                    <a:pt x="2108177" y="2276897"/>
                  </a:lnTo>
                  <a:lnTo>
                    <a:pt x="2114891" y="2328682"/>
                  </a:lnTo>
                  <a:lnTo>
                    <a:pt x="2121605" y="2322175"/>
                  </a:lnTo>
                  <a:lnTo>
                    <a:pt x="2128319" y="2266034"/>
                  </a:lnTo>
                  <a:lnTo>
                    <a:pt x="2135033" y="2234770"/>
                  </a:lnTo>
                  <a:lnTo>
                    <a:pt x="2141747" y="2227803"/>
                  </a:lnTo>
                  <a:lnTo>
                    <a:pt x="2148461" y="2171281"/>
                  </a:lnTo>
                  <a:lnTo>
                    <a:pt x="2155175" y="2123317"/>
                  </a:lnTo>
                  <a:lnTo>
                    <a:pt x="2161889" y="2111502"/>
                  </a:lnTo>
                  <a:lnTo>
                    <a:pt x="2168602" y="2017851"/>
                  </a:lnTo>
                  <a:lnTo>
                    <a:pt x="2175316" y="1996799"/>
                  </a:lnTo>
                  <a:lnTo>
                    <a:pt x="2182030" y="1892179"/>
                  </a:lnTo>
                  <a:lnTo>
                    <a:pt x="2188744" y="1867436"/>
                  </a:lnTo>
                  <a:lnTo>
                    <a:pt x="2195458" y="1814301"/>
                  </a:lnTo>
                  <a:lnTo>
                    <a:pt x="2202172" y="1846276"/>
                  </a:lnTo>
                  <a:lnTo>
                    <a:pt x="2208886" y="1877918"/>
                  </a:lnTo>
                  <a:lnTo>
                    <a:pt x="2215600" y="1942937"/>
                  </a:lnTo>
                  <a:lnTo>
                    <a:pt x="2222314" y="1913203"/>
                  </a:lnTo>
                  <a:lnTo>
                    <a:pt x="2229028" y="1924218"/>
                  </a:lnTo>
                  <a:lnTo>
                    <a:pt x="2235742" y="1902838"/>
                  </a:lnTo>
                  <a:lnTo>
                    <a:pt x="2242456" y="1923069"/>
                  </a:lnTo>
                  <a:lnTo>
                    <a:pt x="2249170" y="1849865"/>
                  </a:lnTo>
                  <a:lnTo>
                    <a:pt x="2255884" y="1735669"/>
                  </a:lnTo>
                  <a:lnTo>
                    <a:pt x="2262598" y="1723025"/>
                  </a:lnTo>
                  <a:lnTo>
                    <a:pt x="2269312" y="1667187"/>
                  </a:lnTo>
                  <a:lnTo>
                    <a:pt x="2276026" y="1659219"/>
                  </a:lnTo>
                  <a:lnTo>
                    <a:pt x="2282739" y="1677420"/>
                  </a:lnTo>
                  <a:lnTo>
                    <a:pt x="2289453" y="1741601"/>
                  </a:lnTo>
                  <a:lnTo>
                    <a:pt x="2296167" y="1724210"/>
                  </a:lnTo>
                  <a:lnTo>
                    <a:pt x="2302881" y="1682203"/>
                  </a:lnTo>
                  <a:lnTo>
                    <a:pt x="2309595" y="1627332"/>
                  </a:lnTo>
                  <a:lnTo>
                    <a:pt x="2316309" y="1499157"/>
                  </a:lnTo>
                  <a:lnTo>
                    <a:pt x="2323023" y="1411659"/>
                  </a:lnTo>
                  <a:lnTo>
                    <a:pt x="2329737" y="1502361"/>
                  </a:lnTo>
                  <a:lnTo>
                    <a:pt x="2336451" y="1443121"/>
                  </a:lnTo>
                  <a:lnTo>
                    <a:pt x="2343165" y="1515472"/>
                  </a:lnTo>
                  <a:lnTo>
                    <a:pt x="2349879" y="1564045"/>
                  </a:lnTo>
                  <a:lnTo>
                    <a:pt x="2356593" y="1485403"/>
                  </a:lnTo>
                  <a:lnTo>
                    <a:pt x="2363307" y="1485264"/>
                  </a:lnTo>
                  <a:lnTo>
                    <a:pt x="2370021" y="1581732"/>
                  </a:lnTo>
                  <a:lnTo>
                    <a:pt x="2376735" y="1608943"/>
                  </a:lnTo>
                  <a:lnTo>
                    <a:pt x="2383449" y="1536826"/>
                  </a:lnTo>
                  <a:lnTo>
                    <a:pt x="2390163" y="1462371"/>
                  </a:lnTo>
                  <a:lnTo>
                    <a:pt x="2396876" y="1429876"/>
                  </a:lnTo>
                  <a:lnTo>
                    <a:pt x="2403590" y="1399371"/>
                  </a:lnTo>
                  <a:lnTo>
                    <a:pt x="2410304" y="1431872"/>
                  </a:lnTo>
                  <a:lnTo>
                    <a:pt x="2417018" y="1444582"/>
                  </a:lnTo>
                  <a:lnTo>
                    <a:pt x="2423732" y="1441740"/>
                  </a:lnTo>
                  <a:lnTo>
                    <a:pt x="2430446" y="1501727"/>
                  </a:lnTo>
                  <a:lnTo>
                    <a:pt x="2437160" y="1491742"/>
                  </a:lnTo>
                  <a:lnTo>
                    <a:pt x="2443874" y="1470407"/>
                  </a:lnTo>
                  <a:lnTo>
                    <a:pt x="2450588" y="1443650"/>
                  </a:lnTo>
                  <a:lnTo>
                    <a:pt x="2457302" y="1453132"/>
                  </a:lnTo>
                  <a:lnTo>
                    <a:pt x="2464016" y="1354443"/>
                  </a:lnTo>
                  <a:lnTo>
                    <a:pt x="2470730" y="1333748"/>
                  </a:lnTo>
                  <a:lnTo>
                    <a:pt x="2477444" y="1225896"/>
                  </a:lnTo>
                  <a:lnTo>
                    <a:pt x="2484158" y="1238675"/>
                  </a:lnTo>
                  <a:lnTo>
                    <a:pt x="2490872" y="1255272"/>
                  </a:lnTo>
                  <a:lnTo>
                    <a:pt x="2497586" y="1252493"/>
                  </a:lnTo>
                  <a:lnTo>
                    <a:pt x="2504300" y="1164686"/>
                  </a:lnTo>
                  <a:lnTo>
                    <a:pt x="2511013" y="1027590"/>
                  </a:lnTo>
                  <a:lnTo>
                    <a:pt x="2517727" y="985239"/>
                  </a:lnTo>
                  <a:lnTo>
                    <a:pt x="2524441" y="857507"/>
                  </a:lnTo>
                  <a:lnTo>
                    <a:pt x="2531155" y="774256"/>
                  </a:lnTo>
                  <a:lnTo>
                    <a:pt x="2537869" y="662158"/>
                  </a:lnTo>
                  <a:lnTo>
                    <a:pt x="2544583" y="604814"/>
                  </a:lnTo>
                  <a:lnTo>
                    <a:pt x="2551297" y="571484"/>
                  </a:lnTo>
                  <a:lnTo>
                    <a:pt x="2558011" y="545670"/>
                  </a:lnTo>
                  <a:lnTo>
                    <a:pt x="2564725" y="500643"/>
                  </a:lnTo>
                  <a:lnTo>
                    <a:pt x="2571439" y="598404"/>
                  </a:lnTo>
                  <a:lnTo>
                    <a:pt x="2578153" y="578170"/>
                  </a:lnTo>
                  <a:lnTo>
                    <a:pt x="2584867" y="648410"/>
                  </a:lnTo>
                  <a:lnTo>
                    <a:pt x="2591581" y="501883"/>
                  </a:lnTo>
                  <a:lnTo>
                    <a:pt x="2598295" y="487867"/>
                  </a:lnTo>
                  <a:lnTo>
                    <a:pt x="2605009" y="426204"/>
                  </a:lnTo>
                  <a:lnTo>
                    <a:pt x="2611723" y="387549"/>
                  </a:lnTo>
                  <a:lnTo>
                    <a:pt x="2618437" y="419516"/>
                  </a:lnTo>
                  <a:lnTo>
                    <a:pt x="2625150" y="270044"/>
                  </a:lnTo>
                  <a:lnTo>
                    <a:pt x="2631864" y="312415"/>
                  </a:lnTo>
                  <a:lnTo>
                    <a:pt x="2638578" y="577973"/>
                  </a:lnTo>
                  <a:lnTo>
                    <a:pt x="2645292" y="451050"/>
                  </a:lnTo>
                  <a:lnTo>
                    <a:pt x="2652006" y="484591"/>
                  </a:lnTo>
                  <a:lnTo>
                    <a:pt x="2658720" y="482387"/>
                  </a:lnTo>
                  <a:lnTo>
                    <a:pt x="2665434" y="521862"/>
                  </a:lnTo>
                  <a:lnTo>
                    <a:pt x="2672148" y="542453"/>
                  </a:lnTo>
                  <a:lnTo>
                    <a:pt x="2678862" y="514315"/>
                  </a:lnTo>
                  <a:lnTo>
                    <a:pt x="2685576" y="273075"/>
                  </a:lnTo>
                  <a:lnTo>
                    <a:pt x="2692290" y="305213"/>
                  </a:lnTo>
                  <a:lnTo>
                    <a:pt x="2699004" y="304827"/>
                  </a:lnTo>
                  <a:lnTo>
                    <a:pt x="2705718" y="360751"/>
                  </a:lnTo>
                  <a:lnTo>
                    <a:pt x="2712432" y="261977"/>
                  </a:lnTo>
                  <a:lnTo>
                    <a:pt x="2719146" y="305697"/>
                  </a:lnTo>
                  <a:lnTo>
                    <a:pt x="2725860" y="349005"/>
                  </a:lnTo>
                  <a:lnTo>
                    <a:pt x="2732574" y="352736"/>
                  </a:lnTo>
                  <a:lnTo>
                    <a:pt x="2739287" y="344389"/>
                  </a:lnTo>
                  <a:lnTo>
                    <a:pt x="2746001" y="416593"/>
                  </a:lnTo>
                  <a:lnTo>
                    <a:pt x="2752715" y="377744"/>
                  </a:lnTo>
                  <a:lnTo>
                    <a:pt x="2759429" y="364072"/>
                  </a:lnTo>
                  <a:lnTo>
                    <a:pt x="2766143" y="330402"/>
                  </a:lnTo>
                  <a:lnTo>
                    <a:pt x="2772857" y="335272"/>
                  </a:lnTo>
                  <a:lnTo>
                    <a:pt x="2779571" y="317851"/>
                  </a:lnTo>
                  <a:lnTo>
                    <a:pt x="2786285" y="285142"/>
                  </a:lnTo>
                  <a:lnTo>
                    <a:pt x="2792999" y="168270"/>
                  </a:lnTo>
                  <a:lnTo>
                    <a:pt x="2799713" y="220504"/>
                  </a:lnTo>
                  <a:lnTo>
                    <a:pt x="2806427" y="344575"/>
                  </a:lnTo>
                  <a:lnTo>
                    <a:pt x="2813141" y="597023"/>
                  </a:lnTo>
                  <a:lnTo>
                    <a:pt x="2819855" y="598678"/>
                  </a:lnTo>
                  <a:lnTo>
                    <a:pt x="2826569" y="712763"/>
                  </a:lnTo>
                  <a:lnTo>
                    <a:pt x="2833283" y="636097"/>
                  </a:lnTo>
                  <a:lnTo>
                    <a:pt x="2839997" y="504934"/>
                  </a:lnTo>
                  <a:lnTo>
                    <a:pt x="2846711" y="481593"/>
                  </a:lnTo>
                  <a:lnTo>
                    <a:pt x="2853424" y="351916"/>
                  </a:lnTo>
                  <a:lnTo>
                    <a:pt x="2860138" y="685568"/>
                  </a:lnTo>
                  <a:lnTo>
                    <a:pt x="2866852" y="724278"/>
                  </a:lnTo>
                  <a:lnTo>
                    <a:pt x="2873566" y="770147"/>
                  </a:lnTo>
                  <a:lnTo>
                    <a:pt x="2880280" y="712828"/>
                  </a:lnTo>
                  <a:lnTo>
                    <a:pt x="2886994" y="845546"/>
                  </a:lnTo>
                  <a:lnTo>
                    <a:pt x="2893708" y="905222"/>
                  </a:lnTo>
                  <a:lnTo>
                    <a:pt x="2900422" y="798019"/>
                  </a:lnTo>
                  <a:lnTo>
                    <a:pt x="2907136" y="725830"/>
                  </a:lnTo>
                  <a:lnTo>
                    <a:pt x="2913850" y="702436"/>
                  </a:lnTo>
                  <a:lnTo>
                    <a:pt x="2920564" y="685244"/>
                  </a:lnTo>
                  <a:lnTo>
                    <a:pt x="2927278" y="718608"/>
                  </a:lnTo>
                  <a:lnTo>
                    <a:pt x="2933992" y="685780"/>
                  </a:lnTo>
                  <a:lnTo>
                    <a:pt x="2940706" y="666891"/>
                  </a:lnTo>
                  <a:lnTo>
                    <a:pt x="2947420" y="556613"/>
                  </a:lnTo>
                  <a:lnTo>
                    <a:pt x="2954134" y="397361"/>
                  </a:lnTo>
                  <a:lnTo>
                    <a:pt x="2960848" y="390489"/>
                  </a:lnTo>
                  <a:lnTo>
                    <a:pt x="2967561" y="278220"/>
                  </a:lnTo>
                  <a:lnTo>
                    <a:pt x="2974275" y="406140"/>
                  </a:lnTo>
                  <a:lnTo>
                    <a:pt x="2980989" y="357277"/>
                  </a:lnTo>
                  <a:lnTo>
                    <a:pt x="2987703" y="428276"/>
                  </a:lnTo>
                  <a:lnTo>
                    <a:pt x="2994417" y="615759"/>
                  </a:lnTo>
                  <a:lnTo>
                    <a:pt x="3001131" y="579324"/>
                  </a:lnTo>
                  <a:lnTo>
                    <a:pt x="3007845" y="533312"/>
                  </a:lnTo>
                  <a:lnTo>
                    <a:pt x="3014559" y="549737"/>
                  </a:lnTo>
                  <a:lnTo>
                    <a:pt x="3021273" y="470137"/>
                  </a:lnTo>
                  <a:lnTo>
                    <a:pt x="3027987" y="532169"/>
                  </a:lnTo>
                  <a:lnTo>
                    <a:pt x="3034701" y="407637"/>
                  </a:lnTo>
                  <a:lnTo>
                    <a:pt x="3041415" y="396097"/>
                  </a:lnTo>
                  <a:lnTo>
                    <a:pt x="3048129" y="404913"/>
                  </a:lnTo>
                  <a:lnTo>
                    <a:pt x="3054843" y="386769"/>
                  </a:lnTo>
                  <a:lnTo>
                    <a:pt x="3061557" y="342962"/>
                  </a:lnTo>
                  <a:lnTo>
                    <a:pt x="3068271" y="346714"/>
                  </a:lnTo>
                  <a:lnTo>
                    <a:pt x="3074985" y="341640"/>
                  </a:lnTo>
                  <a:lnTo>
                    <a:pt x="3081698" y="511352"/>
                  </a:lnTo>
                  <a:lnTo>
                    <a:pt x="3088412" y="459672"/>
                  </a:lnTo>
                  <a:lnTo>
                    <a:pt x="3095126" y="547774"/>
                  </a:lnTo>
                  <a:lnTo>
                    <a:pt x="3101840" y="301158"/>
                  </a:lnTo>
                  <a:lnTo>
                    <a:pt x="3108554" y="343416"/>
                  </a:lnTo>
                  <a:lnTo>
                    <a:pt x="3115268" y="387062"/>
                  </a:lnTo>
                  <a:lnTo>
                    <a:pt x="3121982" y="335388"/>
                  </a:lnTo>
                  <a:lnTo>
                    <a:pt x="3128696" y="441540"/>
                  </a:lnTo>
                  <a:lnTo>
                    <a:pt x="3135410" y="314720"/>
                  </a:lnTo>
                  <a:lnTo>
                    <a:pt x="3142124" y="171848"/>
                  </a:lnTo>
                  <a:lnTo>
                    <a:pt x="3148838" y="160802"/>
                  </a:lnTo>
                  <a:lnTo>
                    <a:pt x="3155552" y="97270"/>
                  </a:lnTo>
                  <a:lnTo>
                    <a:pt x="3162266" y="145675"/>
                  </a:lnTo>
                  <a:lnTo>
                    <a:pt x="3168980" y="214152"/>
                  </a:lnTo>
                  <a:lnTo>
                    <a:pt x="3175694" y="225677"/>
                  </a:lnTo>
                  <a:lnTo>
                    <a:pt x="3182408" y="226452"/>
                  </a:lnTo>
                  <a:lnTo>
                    <a:pt x="3189122" y="272210"/>
                  </a:lnTo>
                  <a:lnTo>
                    <a:pt x="3195835" y="279009"/>
                  </a:lnTo>
                  <a:lnTo>
                    <a:pt x="3202549" y="274088"/>
                  </a:lnTo>
                  <a:lnTo>
                    <a:pt x="3209263" y="307126"/>
                  </a:lnTo>
                  <a:lnTo>
                    <a:pt x="3215977" y="252285"/>
                  </a:lnTo>
                  <a:lnTo>
                    <a:pt x="3222691" y="354743"/>
                  </a:lnTo>
                  <a:lnTo>
                    <a:pt x="3229405" y="341736"/>
                  </a:lnTo>
                  <a:lnTo>
                    <a:pt x="3236119" y="336021"/>
                  </a:lnTo>
                  <a:lnTo>
                    <a:pt x="3242833" y="314323"/>
                  </a:lnTo>
                  <a:lnTo>
                    <a:pt x="3249547" y="314068"/>
                  </a:lnTo>
                  <a:lnTo>
                    <a:pt x="3256261" y="335216"/>
                  </a:lnTo>
                  <a:lnTo>
                    <a:pt x="3262975" y="354932"/>
                  </a:lnTo>
                  <a:lnTo>
                    <a:pt x="3269689" y="272616"/>
                  </a:lnTo>
                  <a:lnTo>
                    <a:pt x="3276403" y="195621"/>
                  </a:lnTo>
                  <a:lnTo>
                    <a:pt x="3283117" y="141733"/>
                  </a:lnTo>
                  <a:lnTo>
                    <a:pt x="3289831" y="68943"/>
                  </a:lnTo>
                  <a:lnTo>
                    <a:pt x="3296545" y="43452"/>
                  </a:lnTo>
                  <a:lnTo>
                    <a:pt x="3303259" y="82745"/>
                  </a:lnTo>
                  <a:lnTo>
                    <a:pt x="3309972" y="88408"/>
                  </a:lnTo>
                  <a:lnTo>
                    <a:pt x="3316686" y="111188"/>
                  </a:lnTo>
                  <a:lnTo>
                    <a:pt x="3323400" y="183580"/>
                  </a:lnTo>
                  <a:lnTo>
                    <a:pt x="3330114" y="199444"/>
                  </a:lnTo>
                  <a:lnTo>
                    <a:pt x="3336828" y="271851"/>
                  </a:lnTo>
                  <a:lnTo>
                    <a:pt x="3343542" y="345838"/>
                  </a:lnTo>
                  <a:lnTo>
                    <a:pt x="3350256" y="261012"/>
                  </a:lnTo>
                  <a:lnTo>
                    <a:pt x="3356970" y="173606"/>
                  </a:lnTo>
                  <a:lnTo>
                    <a:pt x="3363684" y="83235"/>
                  </a:lnTo>
                  <a:lnTo>
                    <a:pt x="3370398" y="0"/>
                  </a:lnTo>
                  <a:lnTo>
                    <a:pt x="3377112" y="47651"/>
                  </a:lnTo>
                  <a:lnTo>
                    <a:pt x="3383826" y="41392"/>
                  </a:lnTo>
                  <a:lnTo>
                    <a:pt x="3390540" y="60722"/>
                  </a:lnTo>
                  <a:lnTo>
                    <a:pt x="3397254" y="80510"/>
                  </a:lnTo>
                  <a:lnTo>
                    <a:pt x="3403968" y="76163"/>
                  </a:lnTo>
                  <a:lnTo>
                    <a:pt x="3410682" y="27196"/>
                  </a:lnTo>
                  <a:lnTo>
                    <a:pt x="3417396" y="105790"/>
                  </a:lnTo>
                  <a:lnTo>
                    <a:pt x="3424109" y="91661"/>
                  </a:lnTo>
                  <a:lnTo>
                    <a:pt x="3430823" y="91861"/>
                  </a:lnTo>
                  <a:lnTo>
                    <a:pt x="3437537" y="56595"/>
                  </a:lnTo>
                  <a:lnTo>
                    <a:pt x="3444251" y="162640"/>
                  </a:lnTo>
                  <a:lnTo>
                    <a:pt x="3450965" y="152093"/>
                  </a:lnTo>
                  <a:lnTo>
                    <a:pt x="3457679" y="288606"/>
                  </a:lnTo>
                  <a:lnTo>
                    <a:pt x="3464393" y="338789"/>
                  </a:lnTo>
                  <a:lnTo>
                    <a:pt x="3471107" y="472486"/>
                  </a:lnTo>
                  <a:lnTo>
                    <a:pt x="3477821" y="551519"/>
                  </a:lnTo>
                  <a:lnTo>
                    <a:pt x="3484535" y="546817"/>
                  </a:lnTo>
                  <a:lnTo>
                    <a:pt x="3491249" y="553825"/>
                  </a:lnTo>
                  <a:lnTo>
                    <a:pt x="3497963" y="597607"/>
                  </a:lnTo>
                  <a:lnTo>
                    <a:pt x="3504677" y="598817"/>
                  </a:lnTo>
                  <a:lnTo>
                    <a:pt x="3511391" y="554826"/>
                  </a:lnTo>
                  <a:lnTo>
                    <a:pt x="3518105" y="467984"/>
                  </a:lnTo>
                  <a:lnTo>
                    <a:pt x="3524819" y="426935"/>
                  </a:lnTo>
                  <a:lnTo>
                    <a:pt x="3531533" y="374176"/>
                  </a:lnTo>
                  <a:lnTo>
                    <a:pt x="3538246" y="342697"/>
                  </a:lnTo>
                  <a:lnTo>
                    <a:pt x="3544960" y="221899"/>
                  </a:lnTo>
                  <a:lnTo>
                    <a:pt x="3551674" y="263827"/>
                  </a:lnTo>
                  <a:lnTo>
                    <a:pt x="3558388" y="309461"/>
                  </a:lnTo>
                  <a:lnTo>
                    <a:pt x="3565102" y="375192"/>
                  </a:lnTo>
                  <a:lnTo>
                    <a:pt x="3571816" y="409171"/>
                  </a:lnTo>
                  <a:lnTo>
                    <a:pt x="3578530" y="532231"/>
                  </a:lnTo>
                  <a:lnTo>
                    <a:pt x="3585244" y="629307"/>
                  </a:lnTo>
                  <a:lnTo>
                    <a:pt x="3591958" y="640694"/>
                  </a:lnTo>
                  <a:lnTo>
                    <a:pt x="3598672" y="707716"/>
                  </a:lnTo>
                  <a:lnTo>
                    <a:pt x="3605386" y="739668"/>
                  </a:lnTo>
                  <a:lnTo>
                    <a:pt x="3612100" y="746551"/>
                  </a:lnTo>
                  <a:lnTo>
                    <a:pt x="3618814" y="711073"/>
                  </a:lnTo>
                  <a:lnTo>
                    <a:pt x="3625528" y="603178"/>
                  </a:lnTo>
                  <a:lnTo>
                    <a:pt x="3632242" y="596552"/>
                  </a:lnTo>
                  <a:lnTo>
                    <a:pt x="3638956" y="509691"/>
                  </a:lnTo>
                  <a:lnTo>
                    <a:pt x="3645670" y="470765"/>
                  </a:lnTo>
                  <a:lnTo>
                    <a:pt x="3652383" y="427022"/>
                  </a:lnTo>
                  <a:lnTo>
                    <a:pt x="3659097" y="461242"/>
                  </a:lnTo>
                  <a:lnTo>
                    <a:pt x="3665811" y="499134"/>
                  </a:lnTo>
                  <a:lnTo>
                    <a:pt x="3672525" y="506846"/>
                  </a:lnTo>
                  <a:lnTo>
                    <a:pt x="3679239" y="485099"/>
                  </a:lnTo>
                  <a:lnTo>
                    <a:pt x="3685953" y="488571"/>
                  </a:lnTo>
                  <a:lnTo>
                    <a:pt x="3692667" y="464225"/>
                  </a:lnTo>
                  <a:lnTo>
                    <a:pt x="3699381" y="572324"/>
                  </a:lnTo>
                  <a:lnTo>
                    <a:pt x="3706095" y="605034"/>
                  </a:lnTo>
                  <a:lnTo>
                    <a:pt x="3712809" y="514948"/>
                  </a:lnTo>
                  <a:lnTo>
                    <a:pt x="3719523" y="452451"/>
                  </a:lnTo>
                  <a:lnTo>
                    <a:pt x="3726237" y="410854"/>
                  </a:lnTo>
                  <a:lnTo>
                    <a:pt x="3732951" y="102336"/>
                  </a:lnTo>
                  <a:lnTo>
                    <a:pt x="3739665" y="120147"/>
                  </a:lnTo>
                  <a:lnTo>
                    <a:pt x="3746379" y="108055"/>
                  </a:lnTo>
                  <a:lnTo>
                    <a:pt x="3753093" y="82314"/>
                  </a:lnTo>
                  <a:lnTo>
                    <a:pt x="3759807" y="162144"/>
                  </a:lnTo>
                  <a:lnTo>
                    <a:pt x="3766520" y="309382"/>
                  </a:lnTo>
                  <a:lnTo>
                    <a:pt x="3773234" y="257880"/>
                  </a:lnTo>
                  <a:lnTo>
                    <a:pt x="3779948" y="170399"/>
                  </a:lnTo>
                  <a:lnTo>
                    <a:pt x="3786662" y="181040"/>
                  </a:lnTo>
                  <a:lnTo>
                    <a:pt x="3793376" y="235295"/>
                  </a:lnTo>
                  <a:lnTo>
                    <a:pt x="3800090" y="221832"/>
                  </a:lnTo>
                  <a:lnTo>
                    <a:pt x="3806804" y="188315"/>
                  </a:lnTo>
                  <a:lnTo>
                    <a:pt x="3813518" y="149023"/>
                  </a:lnTo>
                  <a:lnTo>
                    <a:pt x="3820232" y="151180"/>
                  </a:lnTo>
                  <a:lnTo>
                    <a:pt x="3826946" y="160194"/>
                  </a:lnTo>
                  <a:lnTo>
                    <a:pt x="3833660" y="183046"/>
                  </a:lnTo>
                  <a:lnTo>
                    <a:pt x="3840374" y="204317"/>
                  </a:lnTo>
                  <a:lnTo>
                    <a:pt x="3847088" y="120111"/>
                  </a:lnTo>
                  <a:lnTo>
                    <a:pt x="3853802" y="104717"/>
                  </a:lnTo>
                  <a:lnTo>
                    <a:pt x="3860516" y="186835"/>
                  </a:lnTo>
                  <a:lnTo>
                    <a:pt x="3867230" y="128295"/>
                  </a:lnTo>
                  <a:lnTo>
                    <a:pt x="3873944" y="225410"/>
                  </a:lnTo>
                  <a:lnTo>
                    <a:pt x="3880657" y="148969"/>
                  </a:lnTo>
                  <a:lnTo>
                    <a:pt x="3887371" y="152780"/>
                  </a:lnTo>
                  <a:lnTo>
                    <a:pt x="3894085" y="223691"/>
                  </a:lnTo>
                  <a:lnTo>
                    <a:pt x="3900799" y="350930"/>
                  </a:lnTo>
                  <a:lnTo>
                    <a:pt x="3907513" y="432971"/>
                  </a:lnTo>
                  <a:lnTo>
                    <a:pt x="3914227" y="509534"/>
                  </a:lnTo>
                  <a:lnTo>
                    <a:pt x="3920941" y="441437"/>
                  </a:lnTo>
                  <a:lnTo>
                    <a:pt x="3927655" y="327012"/>
                  </a:lnTo>
                  <a:lnTo>
                    <a:pt x="3934369" y="311731"/>
                  </a:lnTo>
                  <a:lnTo>
                    <a:pt x="3941083" y="323523"/>
                  </a:lnTo>
                  <a:lnTo>
                    <a:pt x="3947797" y="278505"/>
                  </a:lnTo>
                  <a:lnTo>
                    <a:pt x="3954511" y="323790"/>
                  </a:lnTo>
                  <a:lnTo>
                    <a:pt x="3961225" y="313473"/>
                  </a:lnTo>
                  <a:lnTo>
                    <a:pt x="3967939" y="318240"/>
                  </a:lnTo>
                  <a:lnTo>
                    <a:pt x="3974653" y="386562"/>
                  </a:lnTo>
                  <a:lnTo>
                    <a:pt x="3981367" y="391380"/>
                  </a:lnTo>
                  <a:lnTo>
                    <a:pt x="3988081" y="438623"/>
                  </a:lnTo>
                  <a:lnTo>
                    <a:pt x="3994794" y="472932"/>
                  </a:lnTo>
                  <a:lnTo>
                    <a:pt x="4001508" y="499738"/>
                  </a:lnTo>
                  <a:lnTo>
                    <a:pt x="4008222" y="602787"/>
                  </a:lnTo>
                  <a:lnTo>
                    <a:pt x="4014936" y="633208"/>
                  </a:lnTo>
                  <a:lnTo>
                    <a:pt x="4021650" y="600775"/>
                  </a:lnTo>
                  <a:lnTo>
                    <a:pt x="4028364" y="636924"/>
                  </a:lnTo>
                  <a:lnTo>
                    <a:pt x="4035078" y="596867"/>
                  </a:lnTo>
                  <a:lnTo>
                    <a:pt x="4041792" y="488872"/>
                  </a:lnTo>
                  <a:lnTo>
                    <a:pt x="4048506" y="453345"/>
                  </a:lnTo>
                  <a:lnTo>
                    <a:pt x="4055220" y="398044"/>
                  </a:lnTo>
                  <a:lnTo>
                    <a:pt x="4061934" y="395156"/>
                  </a:lnTo>
                  <a:lnTo>
                    <a:pt x="4068648" y="317844"/>
                  </a:lnTo>
                  <a:lnTo>
                    <a:pt x="4075362" y="264788"/>
                  </a:lnTo>
                  <a:lnTo>
                    <a:pt x="4082076" y="344659"/>
                  </a:lnTo>
                  <a:lnTo>
                    <a:pt x="4088790" y="357437"/>
                  </a:lnTo>
                  <a:lnTo>
                    <a:pt x="4095504" y="316989"/>
                  </a:lnTo>
                  <a:lnTo>
                    <a:pt x="4102218" y="426803"/>
                  </a:lnTo>
                  <a:lnTo>
                    <a:pt x="4108931" y="412878"/>
                  </a:lnTo>
                  <a:lnTo>
                    <a:pt x="4115645" y="389163"/>
                  </a:lnTo>
                  <a:lnTo>
                    <a:pt x="4122359" y="460924"/>
                  </a:lnTo>
                  <a:lnTo>
                    <a:pt x="4129073" y="584005"/>
                  </a:lnTo>
                  <a:lnTo>
                    <a:pt x="4135787" y="716616"/>
                  </a:lnTo>
                  <a:lnTo>
                    <a:pt x="4142501" y="801855"/>
                  </a:lnTo>
                  <a:lnTo>
                    <a:pt x="4149215" y="735812"/>
                  </a:lnTo>
                  <a:lnTo>
                    <a:pt x="4155929" y="562450"/>
                  </a:lnTo>
                  <a:lnTo>
                    <a:pt x="4162643" y="565685"/>
                  </a:lnTo>
                  <a:lnTo>
                    <a:pt x="4169357" y="592780"/>
                  </a:lnTo>
                  <a:lnTo>
                    <a:pt x="4176071" y="510817"/>
                  </a:lnTo>
                  <a:lnTo>
                    <a:pt x="4182785" y="457901"/>
                  </a:lnTo>
                  <a:lnTo>
                    <a:pt x="4189499" y="417138"/>
                  </a:lnTo>
                  <a:lnTo>
                    <a:pt x="4196213" y="392170"/>
                  </a:lnTo>
                  <a:lnTo>
                    <a:pt x="4202927" y="404794"/>
                  </a:lnTo>
                  <a:lnTo>
                    <a:pt x="4209641" y="402195"/>
                  </a:lnTo>
                  <a:lnTo>
                    <a:pt x="4216355" y="456781"/>
                  </a:lnTo>
                  <a:lnTo>
                    <a:pt x="4223068" y="533202"/>
                  </a:lnTo>
                  <a:lnTo>
                    <a:pt x="4229782" y="603075"/>
                  </a:lnTo>
                  <a:lnTo>
                    <a:pt x="4236496" y="649457"/>
                  </a:lnTo>
                  <a:lnTo>
                    <a:pt x="4243210" y="738221"/>
                  </a:lnTo>
                  <a:lnTo>
                    <a:pt x="4249924" y="759185"/>
                  </a:lnTo>
                  <a:lnTo>
                    <a:pt x="4256638" y="726602"/>
                  </a:lnTo>
                  <a:lnTo>
                    <a:pt x="4263352" y="660133"/>
                  </a:lnTo>
                  <a:lnTo>
                    <a:pt x="4270066" y="648194"/>
                  </a:lnTo>
                  <a:lnTo>
                    <a:pt x="4276780" y="697188"/>
                  </a:lnTo>
                  <a:lnTo>
                    <a:pt x="4283494" y="567675"/>
                  </a:lnTo>
                  <a:lnTo>
                    <a:pt x="4290208" y="469647"/>
                  </a:lnTo>
                  <a:lnTo>
                    <a:pt x="4296922" y="474826"/>
                  </a:lnTo>
                  <a:lnTo>
                    <a:pt x="4303636" y="497698"/>
                  </a:lnTo>
                  <a:lnTo>
                    <a:pt x="4310350" y="482718"/>
                  </a:lnTo>
                  <a:lnTo>
                    <a:pt x="4317064" y="475363"/>
                  </a:lnTo>
                  <a:lnTo>
                    <a:pt x="4323778" y="559337"/>
                  </a:lnTo>
                  <a:lnTo>
                    <a:pt x="4330492" y="573354"/>
                  </a:lnTo>
                  <a:lnTo>
                    <a:pt x="4337205" y="496175"/>
                  </a:lnTo>
                  <a:lnTo>
                    <a:pt x="4343919" y="506869"/>
                  </a:lnTo>
                  <a:lnTo>
                    <a:pt x="4350633" y="488842"/>
                  </a:lnTo>
                  <a:lnTo>
                    <a:pt x="4357347" y="564685"/>
                  </a:lnTo>
                  <a:lnTo>
                    <a:pt x="4364061" y="665576"/>
                  </a:lnTo>
                  <a:lnTo>
                    <a:pt x="4370775" y="724895"/>
                  </a:lnTo>
                  <a:lnTo>
                    <a:pt x="4377489" y="729680"/>
                  </a:lnTo>
                  <a:lnTo>
                    <a:pt x="4384203" y="621448"/>
                  </a:lnTo>
                  <a:lnTo>
                    <a:pt x="4390917" y="545524"/>
                  </a:lnTo>
                  <a:lnTo>
                    <a:pt x="4397631" y="503443"/>
                  </a:lnTo>
                  <a:lnTo>
                    <a:pt x="4404345" y="424194"/>
                  </a:lnTo>
                  <a:lnTo>
                    <a:pt x="4411059" y="409282"/>
                  </a:lnTo>
                  <a:lnTo>
                    <a:pt x="4417773" y="387458"/>
                  </a:lnTo>
                  <a:lnTo>
                    <a:pt x="4424487" y="455230"/>
                  </a:lnTo>
                  <a:lnTo>
                    <a:pt x="4431201" y="395529"/>
                  </a:lnTo>
                  <a:lnTo>
                    <a:pt x="4437915" y="371368"/>
                  </a:lnTo>
                  <a:lnTo>
                    <a:pt x="4444629" y="319336"/>
                  </a:lnTo>
                  <a:lnTo>
                    <a:pt x="4451342" y="405860"/>
                  </a:lnTo>
                  <a:lnTo>
                    <a:pt x="4458056" y="332778"/>
                  </a:lnTo>
                  <a:lnTo>
                    <a:pt x="4464770" y="307970"/>
                  </a:lnTo>
                  <a:lnTo>
                    <a:pt x="4471484" y="373497"/>
                  </a:lnTo>
                  <a:lnTo>
                    <a:pt x="4478198" y="327518"/>
                  </a:lnTo>
                  <a:lnTo>
                    <a:pt x="4484912" y="426286"/>
                  </a:lnTo>
                  <a:lnTo>
                    <a:pt x="4491626" y="451921"/>
                  </a:lnTo>
                  <a:lnTo>
                    <a:pt x="4498340" y="456321"/>
                  </a:lnTo>
                  <a:lnTo>
                    <a:pt x="4505054" y="482525"/>
                  </a:lnTo>
                  <a:lnTo>
                    <a:pt x="4511768" y="555788"/>
                  </a:lnTo>
                  <a:lnTo>
                    <a:pt x="4518482" y="594598"/>
                  </a:lnTo>
                  <a:lnTo>
                    <a:pt x="4525196" y="606035"/>
                  </a:lnTo>
                  <a:lnTo>
                    <a:pt x="4531910" y="502270"/>
                  </a:lnTo>
                  <a:lnTo>
                    <a:pt x="4538624" y="555524"/>
                  </a:lnTo>
                  <a:lnTo>
                    <a:pt x="4545338" y="515336"/>
                  </a:lnTo>
                  <a:lnTo>
                    <a:pt x="4552052" y="569994"/>
                  </a:lnTo>
                  <a:lnTo>
                    <a:pt x="4558766" y="616864"/>
                  </a:lnTo>
                  <a:lnTo>
                    <a:pt x="4565479" y="592371"/>
                  </a:lnTo>
                  <a:lnTo>
                    <a:pt x="4572193" y="584247"/>
                  </a:lnTo>
                  <a:lnTo>
                    <a:pt x="4578907" y="624593"/>
                  </a:lnTo>
                  <a:lnTo>
                    <a:pt x="4585621" y="650324"/>
                  </a:lnTo>
                  <a:lnTo>
                    <a:pt x="4592335" y="702496"/>
                  </a:lnTo>
                  <a:lnTo>
                    <a:pt x="4599049" y="682995"/>
                  </a:lnTo>
                  <a:lnTo>
                    <a:pt x="4605763" y="768176"/>
                  </a:lnTo>
                  <a:lnTo>
                    <a:pt x="4612477" y="838126"/>
                  </a:lnTo>
                  <a:lnTo>
                    <a:pt x="4619191" y="829991"/>
                  </a:lnTo>
                  <a:lnTo>
                    <a:pt x="4625905" y="856235"/>
                  </a:lnTo>
                  <a:lnTo>
                    <a:pt x="4632619" y="915414"/>
                  </a:lnTo>
                  <a:lnTo>
                    <a:pt x="4639333" y="981776"/>
                  </a:lnTo>
                  <a:lnTo>
                    <a:pt x="4646047" y="1129143"/>
                  </a:lnTo>
                  <a:lnTo>
                    <a:pt x="4652761" y="1157411"/>
                  </a:lnTo>
                  <a:lnTo>
                    <a:pt x="4659475" y="1321725"/>
                  </a:lnTo>
                  <a:lnTo>
                    <a:pt x="4666189" y="1168087"/>
                  </a:lnTo>
                  <a:lnTo>
                    <a:pt x="4672903" y="1086268"/>
                  </a:lnTo>
                  <a:lnTo>
                    <a:pt x="4679616" y="1023245"/>
                  </a:lnTo>
                  <a:lnTo>
                    <a:pt x="4686330" y="870585"/>
                  </a:lnTo>
                  <a:lnTo>
                    <a:pt x="4693044" y="925981"/>
                  </a:lnTo>
                  <a:lnTo>
                    <a:pt x="4699758" y="1023708"/>
                  </a:lnTo>
                  <a:lnTo>
                    <a:pt x="4706472" y="1095980"/>
                  </a:lnTo>
                  <a:lnTo>
                    <a:pt x="4713186" y="1158547"/>
                  </a:lnTo>
                  <a:lnTo>
                    <a:pt x="4719900" y="1327492"/>
                  </a:lnTo>
                  <a:lnTo>
                    <a:pt x="4726614" y="1252097"/>
                  </a:lnTo>
                  <a:lnTo>
                    <a:pt x="4733328" y="1354527"/>
                  </a:lnTo>
                  <a:lnTo>
                    <a:pt x="4740042" y="1289933"/>
                  </a:lnTo>
                  <a:lnTo>
                    <a:pt x="4746756" y="1243550"/>
                  </a:lnTo>
                  <a:lnTo>
                    <a:pt x="4753470" y="1290091"/>
                  </a:lnTo>
                  <a:lnTo>
                    <a:pt x="4760184" y="1413151"/>
                  </a:lnTo>
                  <a:lnTo>
                    <a:pt x="4766898" y="1436139"/>
                  </a:lnTo>
                  <a:lnTo>
                    <a:pt x="4773612" y="1283489"/>
                  </a:lnTo>
                  <a:lnTo>
                    <a:pt x="4780326" y="1264436"/>
                  </a:lnTo>
                  <a:lnTo>
                    <a:pt x="4787040" y="1200303"/>
                  </a:lnTo>
                  <a:lnTo>
                    <a:pt x="4793753" y="1037115"/>
                  </a:lnTo>
                  <a:lnTo>
                    <a:pt x="4800467" y="1111380"/>
                  </a:lnTo>
                  <a:lnTo>
                    <a:pt x="4807181" y="1162546"/>
                  </a:lnTo>
                  <a:lnTo>
                    <a:pt x="4813895" y="1172346"/>
                  </a:lnTo>
                  <a:lnTo>
                    <a:pt x="4820609" y="1192062"/>
                  </a:lnTo>
                  <a:lnTo>
                    <a:pt x="4827323" y="1283927"/>
                  </a:lnTo>
                  <a:lnTo>
                    <a:pt x="4834037" y="1252692"/>
                  </a:lnTo>
                  <a:lnTo>
                    <a:pt x="4840751" y="1170961"/>
                  </a:lnTo>
                  <a:lnTo>
                    <a:pt x="4847465" y="1145157"/>
                  </a:lnTo>
                  <a:lnTo>
                    <a:pt x="4854179" y="1099072"/>
                  </a:lnTo>
                  <a:lnTo>
                    <a:pt x="4860893" y="940628"/>
                  </a:lnTo>
                  <a:lnTo>
                    <a:pt x="4867607" y="930477"/>
                  </a:lnTo>
                  <a:lnTo>
                    <a:pt x="4874321" y="968371"/>
                  </a:lnTo>
                  <a:lnTo>
                    <a:pt x="4881035" y="962015"/>
                  </a:lnTo>
                  <a:lnTo>
                    <a:pt x="4887749" y="1017288"/>
                  </a:lnTo>
                  <a:lnTo>
                    <a:pt x="4894463" y="977968"/>
                  </a:lnTo>
                  <a:lnTo>
                    <a:pt x="4901177" y="983535"/>
                  </a:lnTo>
                  <a:lnTo>
                    <a:pt x="4907890" y="1024845"/>
                  </a:lnTo>
                  <a:lnTo>
                    <a:pt x="4914604" y="1001722"/>
                  </a:lnTo>
                  <a:lnTo>
                    <a:pt x="4921318" y="1045400"/>
                  </a:lnTo>
                  <a:lnTo>
                    <a:pt x="4928032" y="930466"/>
                  </a:lnTo>
                  <a:lnTo>
                    <a:pt x="4934746" y="892932"/>
                  </a:lnTo>
                  <a:lnTo>
                    <a:pt x="4941460" y="816813"/>
                  </a:lnTo>
                  <a:lnTo>
                    <a:pt x="4948174" y="876694"/>
                  </a:lnTo>
                  <a:lnTo>
                    <a:pt x="4954888" y="883469"/>
                  </a:lnTo>
                  <a:lnTo>
                    <a:pt x="4961602" y="792273"/>
                  </a:lnTo>
                  <a:lnTo>
                    <a:pt x="4968316" y="893469"/>
                  </a:lnTo>
                  <a:lnTo>
                    <a:pt x="4975030" y="849916"/>
                  </a:lnTo>
                  <a:lnTo>
                    <a:pt x="4981744" y="892056"/>
                  </a:lnTo>
                  <a:lnTo>
                    <a:pt x="4988458" y="858403"/>
                  </a:lnTo>
                  <a:lnTo>
                    <a:pt x="4995172" y="952524"/>
                  </a:lnTo>
                  <a:lnTo>
                    <a:pt x="5001886" y="929226"/>
                  </a:lnTo>
                  <a:lnTo>
                    <a:pt x="5008600" y="933958"/>
                  </a:lnTo>
                  <a:lnTo>
                    <a:pt x="5015314" y="870356"/>
                  </a:lnTo>
                  <a:lnTo>
                    <a:pt x="5022027" y="850041"/>
                  </a:lnTo>
                  <a:lnTo>
                    <a:pt x="5028741" y="815424"/>
                  </a:lnTo>
                  <a:lnTo>
                    <a:pt x="5035455" y="803695"/>
                  </a:lnTo>
                  <a:lnTo>
                    <a:pt x="5042169" y="812218"/>
                  </a:lnTo>
                  <a:lnTo>
                    <a:pt x="5048883" y="812520"/>
                  </a:lnTo>
                  <a:lnTo>
                    <a:pt x="5055597" y="837364"/>
                  </a:lnTo>
                  <a:lnTo>
                    <a:pt x="5062311" y="910548"/>
                  </a:lnTo>
                  <a:lnTo>
                    <a:pt x="5069025" y="901827"/>
                  </a:lnTo>
                  <a:lnTo>
                    <a:pt x="5075739" y="954804"/>
                  </a:lnTo>
                  <a:lnTo>
                    <a:pt x="5082453" y="1004578"/>
                  </a:lnTo>
                  <a:lnTo>
                    <a:pt x="5089167" y="1055268"/>
                  </a:lnTo>
                  <a:lnTo>
                    <a:pt x="5095881" y="999432"/>
                  </a:lnTo>
                  <a:lnTo>
                    <a:pt x="5102595" y="1017047"/>
                  </a:lnTo>
                  <a:lnTo>
                    <a:pt x="5109309" y="1000969"/>
                  </a:lnTo>
                  <a:lnTo>
                    <a:pt x="5116023" y="943168"/>
                  </a:lnTo>
                  <a:lnTo>
                    <a:pt x="5122737" y="908615"/>
                  </a:lnTo>
                  <a:lnTo>
                    <a:pt x="5129451" y="950703"/>
                  </a:lnTo>
                  <a:lnTo>
                    <a:pt x="5136164" y="877313"/>
                  </a:lnTo>
                  <a:lnTo>
                    <a:pt x="5142878" y="897183"/>
                  </a:lnTo>
                  <a:lnTo>
                    <a:pt x="5149592" y="884626"/>
                  </a:lnTo>
                  <a:lnTo>
                    <a:pt x="5156306" y="880668"/>
                  </a:lnTo>
                  <a:lnTo>
                    <a:pt x="5163020" y="935225"/>
                  </a:lnTo>
                  <a:lnTo>
                    <a:pt x="5169734" y="909619"/>
                  </a:lnTo>
                  <a:lnTo>
                    <a:pt x="5176448" y="891815"/>
                  </a:lnTo>
                  <a:lnTo>
                    <a:pt x="5183162" y="825087"/>
                  </a:lnTo>
                  <a:lnTo>
                    <a:pt x="5189876" y="801640"/>
                  </a:lnTo>
                  <a:lnTo>
                    <a:pt x="5196590" y="809544"/>
                  </a:lnTo>
                  <a:lnTo>
                    <a:pt x="5203304" y="817815"/>
                  </a:lnTo>
                  <a:lnTo>
                    <a:pt x="5210018" y="882189"/>
                  </a:lnTo>
                  <a:lnTo>
                    <a:pt x="5216732" y="910482"/>
                  </a:lnTo>
                  <a:lnTo>
                    <a:pt x="5223446" y="903012"/>
                  </a:lnTo>
                  <a:lnTo>
                    <a:pt x="5230160" y="869474"/>
                  </a:lnTo>
                  <a:lnTo>
                    <a:pt x="5236874" y="874338"/>
                  </a:lnTo>
                  <a:lnTo>
                    <a:pt x="5243588" y="895612"/>
                  </a:lnTo>
                  <a:lnTo>
                    <a:pt x="5250301" y="946792"/>
                  </a:lnTo>
                  <a:lnTo>
                    <a:pt x="5257015" y="897468"/>
                  </a:lnTo>
                  <a:lnTo>
                    <a:pt x="5263729" y="882298"/>
                  </a:lnTo>
                  <a:lnTo>
                    <a:pt x="5270443" y="859542"/>
                  </a:lnTo>
                  <a:lnTo>
                    <a:pt x="5277157" y="830338"/>
                  </a:lnTo>
                  <a:lnTo>
                    <a:pt x="5283871" y="891234"/>
                  </a:lnTo>
                  <a:lnTo>
                    <a:pt x="5290585" y="826880"/>
                  </a:lnTo>
                  <a:lnTo>
                    <a:pt x="5297299" y="845676"/>
                  </a:lnTo>
                  <a:lnTo>
                    <a:pt x="5304013" y="894220"/>
                  </a:lnTo>
                  <a:lnTo>
                    <a:pt x="5310727" y="960047"/>
                  </a:lnTo>
                  <a:lnTo>
                    <a:pt x="5317441" y="1008683"/>
                  </a:lnTo>
                  <a:lnTo>
                    <a:pt x="5324155" y="986610"/>
                  </a:lnTo>
                  <a:lnTo>
                    <a:pt x="5330869" y="967894"/>
                  </a:lnTo>
                  <a:lnTo>
                    <a:pt x="5337583" y="906702"/>
                  </a:lnTo>
                  <a:lnTo>
                    <a:pt x="5344297" y="913438"/>
                  </a:lnTo>
                  <a:lnTo>
                    <a:pt x="5351011" y="926811"/>
                  </a:lnTo>
                  <a:lnTo>
                    <a:pt x="5357725" y="936732"/>
                  </a:lnTo>
                  <a:lnTo>
                    <a:pt x="5364438" y="861888"/>
                  </a:lnTo>
                  <a:lnTo>
                    <a:pt x="5371152" y="845060"/>
                  </a:lnTo>
                  <a:lnTo>
                    <a:pt x="5377866" y="805548"/>
                  </a:lnTo>
                  <a:lnTo>
                    <a:pt x="5384580" y="814733"/>
                  </a:lnTo>
                  <a:lnTo>
                    <a:pt x="5391294" y="864440"/>
                  </a:lnTo>
                  <a:lnTo>
                    <a:pt x="5398008" y="918607"/>
                  </a:lnTo>
                  <a:lnTo>
                    <a:pt x="5404722" y="937213"/>
                  </a:lnTo>
                  <a:lnTo>
                    <a:pt x="5411436" y="891981"/>
                  </a:lnTo>
                  <a:lnTo>
                    <a:pt x="5418150" y="898335"/>
                  </a:lnTo>
                  <a:lnTo>
                    <a:pt x="5424864" y="938464"/>
                  </a:lnTo>
                  <a:lnTo>
                    <a:pt x="5431578" y="897419"/>
                  </a:lnTo>
                  <a:lnTo>
                    <a:pt x="5438292" y="914567"/>
                  </a:lnTo>
                  <a:lnTo>
                    <a:pt x="5445006" y="907611"/>
                  </a:lnTo>
                  <a:lnTo>
                    <a:pt x="5451720" y="782017"/>
                  </a:lnTo>
                  <a:lnTo>
                    <a:pt x="5458434" y="767596"/>
                  </a:lnTo>
                  <a:lnTo>
                    <a:pt x="5465148" y="729208"/>
                  </a:lnTo>
                  <a:lnTo>
                    <a:pt x="5471862" y="861808"/>
                  </a:lnTo>
                  <a:lnTo>
                    <a:pt x="5478575" y="883354"/>
                  </a:lnTo>
                  <a:lnTo>
                    <a:pt x="5485289" y="941415"/>
                  </a:lnTo>
                  <a:lnTo>
                    <a:pt x="5492003" y="988525"/>
                  </a:lnTo>
                  <a:lnTo>
                    <a:pt x="5498717" y="1018136"/>
                  </a:lnTo>
                  <a:lnTo>
                    <a:pt x="5505431" y="1048633"/>
                  </a:lnTo>
                  <a:lnTo>
                    <a:pt x="5512145" y="1134023"/>
                  </a:lnTo>
                  <a:lnTo>
                    <a:pt x="5518859" y="1100214"/>
                  </a:lnTo>
                  <a:lnTo>
                    <a:pt x="5525573" y="1168538"/>
                  </a:lnTo>
                  <a:lnTo>
                    <a:pt x="5532287" y="1153895"/>
                  </a:lnTo>
                  <a:lnTo>
                    <a:pt x="5539001" y="1107536"/>
                  </a:lnTo>
                  <a:lnTo>
                    <a:pt x="5545715" y="974287"/>
                  </a:lnTo>
                  <a:lnTo>
                    <a:pt x="5552429" y="895389"/>
                  </a:lnTo>
                  <a:lnTo>
                    <a:pt x="5559143" y="765643"/>
                  </a:lnTo>
                  <a:lnTo>
                    <a:pt x="5565857" y="668495"/>
                  </a:lnTo>
                  <a:lnTo>
                    <a:pt x="5572571" y="796000"/>
                  </a:lnTo>
                  <a:lnTo>
                    <a:pt x="5579285" y="812628"/>
                  </a:lnTo>
                  <a:lnTo>
                    <a:pt x="5585999" y="792057"/>
                  </a:lnTo>
                  <a:lnTo>
                    <a:pt x="5592712" y="852846"/>
                  </a:lnTo>
                  <a:lnTo>
                    <a:pt x="5599426" y="589213"/>
                  </a:lnTo>
                  <a:lnTo>
                    <a:pt x="5606140" y="657000"/>
                  </a:lnTo>
                  <a:lnTo>
                    <a:pt x="5612854" y="584566"/>
                  </a:lnTo>
                  <a:lnTo>
                    <a:pt x="5619568" y="672844"/>
                  </a:lnTo>
                  <a:lnTo>
                    <a:pt x="5626282" y="738142"/>
                  </a:lnTo>
                  <a:lnTo>
                    <a:pt x="5632996" y="672083"/>
                  </a:lnTo>
                  <a:lnTo>
                    <a:pt x="5639710" y="702665"/>
                  </a:lnTo>
                  <a:lnTo>
                    <a:pt x="5646424" y="668569"/>
                  </a:lnTo>
                  <a:lnTo>
                    <a:pt x="5653138" y="726507"/>
                  </a:lnTo>
                  <a:lnTo>
                    <a:pt x="5659852" y="693057"/>
                  </a:lnTo>
                  <a:lnTo>
                    <a:pt x="5666566" y="702353"/>
                  </a:lnTo>
                  <a:lnTo>
                    <a:pt x="5673280" y="734844"/>
                  </a:lnTo>
                  <a:lnTo>
                    <a:pt x="5679994" y="742016"/>
                  </a:lnTo>
                  <a:lnTo>
                    <a:pt x="5686708" y="830009"/>
                  </a:lnTo>
                  <a:lnTo>
                    <a:pt x="5693422" y="818619"/>
                  </a:lnTo>
                  <a:lnTo>
                    <a:pt x="5700136" y="875897"/>
                  </a:lnTo>
                  <a:lnTo>
                    <a:pt x="5706849" y="915056"/>
                  </a:lnTo>
                  <a:lnTo>
                    <a:pt x="5713563" y="885243"/>
                  </a:lnTo>
                  <a:lnTo>
                    <a:pt x="5720277" y="916280"/>
                  </a:lnTo>
                  <a:lnTo>
                    <a:pt x="5726991" y="936421"/>
                  </a:lnTo>
                  <a:lnTo>
                    <a:pt x="5733705" y="892971"/>
                  </a:lnTo>
                  <a:lnTo>
                    <a:pt x="5740419" y="928795"/>
                  </a:lnTo>
                  <a:lnTo>
                    <a:pt x="5747133" y="974528"/>
                  </a:lnTo>
                  <a:lnTo>
                    <a:pt x="5753847" y="952815"/>
                  </a:lnTo>
                  <a:lnTo>
                    <a:pt x="5760561" y="914727"/>
                  </a:lnTo>
                  <a:lnTo>
                    <a:pt x="5767275" y="811320"/>
                  </a:lnTo>
                  <a:lnTo>
                    <a:pt x="5773989" y="860937"/>
                  </a:lnTo>
                  <a:lnTo>
                    <a:pt x="5780703" y="873782"/>
                  </a:lnTo>
                  <a:lnTo>
                    <a:pt x="5787417" y="815121"/>
                  </a:lnTo>
                  <a:lnTo>
                    <a:pt x="5794131" y="852262"/>
                  </a:lnTo>
                  <a:lnTo>
                    <a:pt x="5800845" y="779055"/>
                  </a:lnTo>
                  <a:lnTo>
                    <a:pt x="5807559" y="866656"/>
                  </a:lnTo>
                  <a:lnTo>
                    <a:pt x="5814272" y="1100233"/>
                  </a:lnTo>
                  <a:lnTo>
                    <a:pt x="5820986" y="1094298"/>
                  </a:lnTo>
                  <a:lnTo>
                    <a:pt x="5827700" y="1152036"/>
                  </a:lnTo>
                  <a:lnTo>
                    <a:pt x="5834414" y="1004988"/>
                  </a:lnTo>
                  <a:lnTo>
                    <a:pt x="5841128" y="1018874"/>
                  </a:lnTo>
                  <a:lnTo>
                    <a:pt x="5847842" y="961547"/>
                  </a:lnTo>
                  <a:lnTo>
                    <a:pt x="5854556" y="919283"/>
                  </a:lnTo>
                  <a:lnTo>
                    <a:pt x="5861270" y="951094"/>
                  </a:lnTo>
                  <a:lnTo>
                    <a:pt x="5867984" y="947215"/>
                  </a:lnTo>
                  <a:lnTo>
                    <a:pt x="5874698" y="1003610"/>
                  </a:lnTo>
                  <a:lnTo>
                    <a:pt x="5881412" y="1004226"/>
                  </a:lnTo>
                  <a:lnTo>
                    <a:pt x="5888126" y="903531"/>
                  </a:lnTo>
                  <a:lnTo>
                    <a:pt x="5894840" y="967728"/>
                  </a:lnTo>
                  <a:lnTo>
                    <a:pt x="5901554" y="901999"/>
                  </a:lnTo>
                  <a:lnTo>
                    <a:pt x="5908268" y="951126"/>
                  </a:lnTo>
                  <a:lnTo>
                    <a:pt x="5914982" y="962362"/>
                  </a:lnTo>
                  <a:lnTo>
                    <a:pt x="5921696" y="1053754"/>
                  </a:lnTo>
                  <a:lnTo>
                    <a:pt x="5928409" y="1026229"/>
                  </a:lnTo>
                  <a:lnTo>
                    <a:pt x="5935123" y="1047409"/>
                  </a:lnTo>
                  <a:lnTo>
                    <a:pt x="5941837" y="1036232"/>
                  </a:lnTo>
                  <a:lnTo>
                    <a:pt x="5948551" y="1045874"/>
                  </a:lnTo>
                  <a:lnTo>
                    <a:pt x="5955265" y="1076077"/>
                  </a:lnTo>
                  <a:lnTo>
                    <a:pt x="5961979" y="1160903"/>
                  </a:lnTo>
                  <a:lnTo>
                    <a:pt x="5968693" y="1128798"/>
                  </a:lnTo>
                  <a:lnTo>
                    <a:pt x="5975407" y="1158659"/>
                  </a:lnTo>
                  <a:lnTo>
                    <a:pt x="5982121" y="1371919"/>
                  </a:lnTo>
                  <a:lnTo>
                    <a:pt x="5988835" y="1398547"/>
                  </a:lnTo>
                  <a:lnTo>
                    <a:pt x="5995549" y="1391167"/>
                  </a:lnTo>
                  <a:lnTo>
                    <a:pt x="6002263" y="1383906"/>
                  </a:lnTo>
                  <a:lnTo>
                    <a:pt x="6008977" y="1502466"/>
                  </a:lnTo>
                  <a:lnTo>
                    <a:pt x="6015691" y="1401968"/>
                  </a:lnTo>
                  <a:lnTo>
                    <a:pt x="6022405" y="1321331"/>
                  </a:lnTo>
                  <a:lnTo>
                    <a:pt x="6029119" y="1375365"/>
                  </a:lnTo>
                  <a:lnTo>
                    <a:pt x="6035833" y="1428132"/>
                  </a:lnTo>
                  <a:lnTo>
                    <a:pt x="6042546" y="1446142"/>
                  </a:lnTo>
                  <a:lnTo>
                    <a:pt x="6049260" y="1583734"/>
                  </a:lnTo>
                  <a:lnTo>
                    <a:pt x="6055974" y="1513597"/>
                  </a:lnTo>
                  <a:lnTo>
                    <a:pt x="6062688" y="1456750"/>
                  </a:lnTo>
                  <a:lnTo>
                    <a:pt x="6069402" y="1404560"/>
                  </a:lnTo>
                  <a:lnTo>
                    <a:pt x="6076116" y="1397557"/>
                  </a:lnTo>
                  <a:lnTo>
                    <a:pt x="6082830" y="1314818"/>
                  </a:lnTo>
                  <a:lnTo>
                    <a:pt x="6089544" y="1315593"/>
                  </a:lnTo>
                  <a:lnTo>
                    <a:pt x="6096258" y="1346730"/>
                  </a:lnTo>
                  <a:lnTo>
                    <a:pt x="6102972" y="1219141"/>
                  </a:lnTo>
                  <a:lnTo>
                    <a:pt x="6109686" y="1112155"/>
                  </a:lnTo>
                  <a:lnTo>
                    <a:pt x="6116400" y="985230"/>
                  </a:lnTo>
                  <a:lnTo>
                    <a:pt x="6123114" y="1025191"/>
                  </a:lnTo>
                  <a:lnTo>
                    <a:pt x="6129828" y="984949"/>
                  </a:lnTo>
                  <a:lnTo>
                    <a:pt x="6136542" y="1030333"/>
                  </a:lnTo>
                  <a:lnTo>
                    <a:pt x="6143256" y="1109705"/>
                  </a:lnTo>
                  <a:lnTo>
                    <a:pt x="6149970" y="1072245"/>
                  </a:lnTo>
                  <a:lnTo>
                    <a:pt x="6156683" y="1023488"/>
                  </a:lnTo>
                  <a:lnTo>
                    <a:pt x="6163397" y="1057866"/>
                  </a:lnTo>
                  <a:lnTo>
                    <a:pt x="6170111" y="1029187"/>
                  </a:lnTo>
                  <a:lnTo>
                    <a:pt x="6176825" y="1033775"/>
                  </a:lnTo>
                  <a:lnTo>
                    <a:pt x="6183539" y="1096755"/>
                  </a:lnTo>
                  <a:lnTo>
                    <a:pt x="6190253" y="1137161"/>
                  </a:lnTo>
                  <a:lnTo>
                    <a:pt x="6196967" y="1185110"/>
                  </a:lnTo>
                  <a:lnTo>
                    <a:pt x="6203681" y="1219530"/>
                  </a:lnTo>
                  <a:lnTo>
                    <a:pt x="6210395" y="1137515"/>
                  </a:lnTo>
                  <a:lnTo>
                    <a:pt x="6217109" y="1143701"/>
                  </a:lnTo>
                  <a:lnTo>
                    <a:pt x="6223823" y="1116543"/>
                  </a:lnTo>
                  <a:lnTo>
                    <a:pt x="6230537" y="1036376"/>
                  </a:lnTo>
                  <a:lnTo>
                    <a:pt x="6237251" y="1082408"/>
                  </a:lnTo>
                  <a:lnTo>
                    <a:pt x="6243965" y="1127743"/>
                  </a:lnTo>
                  <a:lnTo>
                    <a:pt x="6250679" y="1204770"/>
                  </a:lnTo>
                  <a:lnTo>
                    <a:pt x="6257393" y="1244296"/>
                  </a:lnTo>
                  <a:lnTo>
                    <a:pt x="6264107" y="1258839"/>
                  </a:lnTo>
                  <a:lnTo>
                    <a:pt x="6270820" y="1270804"/>
                  </a:lnTo>
                  <a:lnTo>
                    <a:pt x="6277534" y="1262049"/>
                  </a:lnTo>
                  <a:lnTo>
                    <a:pt x="6284248" y="1297945"/>
                  </a:lnTo>
                  <a:lnTo>
                    <a:pt x="6290962" y="1351606"/>
                  </a:lnTo>
                  <a:lnTo>
                    <a:pt x="6297676" y="1475638"/>
                  </a:lnTo>
                  <a:lnTo>
                    <a:pt x="6304390" y="1648024"/>
                  </a:lnTo>
                  <a:lnTo>
                    <a:pt x="6311104" y="1737448"/>
                  </a:lnTo>
                  <a:lnTo>
                    <a:pt x="6317818" y="1807751"/>
                  </a:lnTo>
                  <a:lnTo>
                    <a:pt x="6324532" y="1877646"/>
                  </a:lnTo>
                  <a:lnTo>
                    <a:pt x="6331246" y="2001719"/>
                  </a:lnTo>
                  <a:lnTo>
                    <a:pt x="6337960" y="2058305"/>
                  </a:lnTo>
                  <a:lnTo>
                    <a:pt x="6344674" y="2048464"/>
                  </a:lnTo>
                  <a:lnTo>
                    <a:pt x="6351388" y="2156823"/>
                  </a:lnTo>
                  <a:lnTo>
                    <a:pt x="6358102" y="2276457"/>
                  </a:lnTo>
                  <a:lnTo>
                    <a:pt x="6364816" y="2263703"/>
                  </a:lnTo>
                  <a:lnTo>
                    <a:pt x="6371530" y="2193755"/>
                  </a:lnTo>
                  <a:lnTo>
                    <a:pt x="6378244" y="2026673"/>
                  </a:lnTo>
                  <a:lnTo>
                    <a:pt x="6384957" y="1938555"/>
                  </a:lnTo>
                  <a:lnTo>
                    <a:pt x="6391671" y="1967381"/>
                  </a:lnTo>
                  <a:lnTo>
                    <a:pt x="6398385" y="1989849"/>
                  </a:lnTo>
                  <a:lnTo>
                    <a:pt x="6405099" y="2124168"/>
                  </a:lnTo>
                  <a:lnTo>
                    <a:pt x="6411813" y="2187168"/>
                  </a:lnTo>
                  <a:lnTo>
                    <a:pt x="6418527" y="2176023"/>
                  </a:lnTo>
                  <a:lnTo>
                    <a:pt x="6425241" y="2241174"/>
                  </a:lnTo>
                  <a:lnTo>
                    <a:pt x="6431955" y="2238740"/>
                  </a:lnTo>
                  <a:lnTo>
                    <a:pt x="6438669" y="2204741"/>
                  </a:lnTo>
                  <a:lnTo>
                    <a:pt x="6445383" y="2203857"/>
                  </a:lnTo>
                  <a:lnTo>
                    <a:pt x="6452097" y="2159650"/>
                  </a:lnTo>
                  <a:lnTo>
                    <a:pt x="6458811" y="2153706"/>
                  </a:lnTo>
                  <a:lnTo>
                    <a:pt x="6465525" y="2180913"/>
                  </a:lnTo>
                  <a:lnTo>
                    <a:pt x="6472239" y="2226413"/>
                  </a:lnTo>
                  <a:lnTo>
                    <a:pt x="6478953" y="2230628"/>
                  </a:lnTo>
                  <a:lnTo>
                    <a:pt x="6485667" y="2263011"/>
                  </a:lnTo>
                  <a:lnTo>
                    <a:pt x="6492381" y="2248142"/>
                  </a:lnTo>
                  <a:lnTo>
                    <a:pt x="6499094" y="2251056"/>
                  </a:lnTo>
                  <a:lnTo>
                    <a:pt x="6505808" y="2260237"/>
                  </a:lnTo>
                  <a:lnTo>
                    <a:pt x="6512522" y="2288976"/>
                  </a:lnTo>
                  <a:lnTo>
                    <a:pt x="6519236" y="2296728"/>
                  </a:lnTo>
                  <a:lnTo>
                    <a:pt x="6525950" y="2331875"/>
                  </a:lnTo>
                  <a:lnTo>
                    <a:pt x="6532664" y="2295727"/>
                  </a:lnTo>
                  <a:lnTo>
                    <a:pt x="6539378" y="2310820"/>
                  </a:lnTo>
                  <a:lnTo>
                    <a:pt x="6546092" y="2352816"/>
                  </a:lnTo>
                  <a:lnTo>
                    <a:pt x="6552806" y="2420575"/>
                  </a:lnTo>
                  <a:lnTo>
                    <a:pt x="6559520" y="2473497"/>
                  </a:lnTo>
                  <a:lnTo>
                    <a:pt x="6566234" y="2513521"/>
                  </a:lnTo>
                  <a:lnTo>
                    <a:pt x="6572948" y="2508306"/>
                  </a:lnTo>
                  <a:lnTo>
                    <a:pt x="6579662" y="2492322"/>
                  </a:lnTo>
                  <a:lnTo>
                    <a:pt x="6586376" y="2485334"/>
                  </a:lnTo>
                  <a:lnTo>
                    <a:pt x="6593090" y="2414405"/>
                  </a:lnTo>
                  <a:lnTo>
                    <a:pt x="6599804" y="2418126"/>
                  </a:lnTo>
                  <a:lnTo>
                    <a:pt x="6606518" y="2420276"/>
                  </a:lnTo>
                  <a:lnTo>
                    <a:pt x="6613231" y="2390598"/>
                  </a:lnTo>
                  <a:lnTo>
                    <a:pt x="6619945" y="2422582"/>
                  </a:lnTo>
                  <a:lnTo>
                    <a:pt x="6626659" y="2394715"/>
                  </a:lnTo>
                  <a:lnTo>
                    <a:pt x="6633373" y="2434671"/>
                  </a:lnTo>
                  <a:lnTo>
                    <a:pt x="6640087" y="2363195"/>
                  </a:lnTo>
                  <a:lnTo>
                    <a:pt x="6646801" y="2301513"/>
                  </a:lnTo>
                  <a:lnTo>
                    <a:pt x="6653515" y="2280903"/>
                  </a:lnTo>
                  <a:lnTo>
                    <a:pt x="6660229" y="2299219"/>
                  </a:lnTo>
                  <a:lnTo>
                    <a:pt x="6666943" y="2397351"/>
                  </a:lnTo>
                  <a:lnTo>
                    <a:pt x="6673657" y="2464806"/>
                  </a:lnTo>
                  <a:lnTo>
                    <a:pt x="6680371" y="2393741"/>
                  </a:lnTo>
                  <a:lnTo>
                    <a:pt x="6687085" y="2423665"/>
                  </a:lnTo>
                  <a:lnTo>
                    <a:pt x="6693799" y="2321555"/>
                  </a:lnTo>
                  <a:lnTo>
                    <a:pt x="6700513" y="2235928"/>
                  </a:lnTo>
                  <a:lnTo>
                    <a:pt x="6707227" y="2279698"/>
                  </a:lnTo>
                  <a:lnTo>
                    <a:pt x="6713941" y="2329743"/>
                  </a:lnTo>
                  <a:lnTo>
                    <a:pt x="6720655" y="2398387"/>
                  </a:lnTo>
                  <a:lnTo>
                    <a:pt x="6727368" y="2398054"/>
                  </a:lnTo>
                  <a:lnTo>
                    <a:pt x="6734082" y="2388113"/>
                  </a:lnTo>
                  <a:lnTo>
                    <a:pt x="6740796" y="2419478"/>
                  </a:lnTo>
                  <a:lnTo>
                    <a:pt x="6747510" y="2388201"/>
                  </a:lnTo>
                  <a:lnTo>
                    <a:pt x="6754224" y="2421513"/>
                  </a:lnTo>
                  <a:lnTo>
                    <a:pt x="6760938" y="2410111"/>
                  </a:lnTo>
                  <a:lnTo>
                    <a:pt x="6767652" y="2428325"/>
                  </a:lnTo>
                  <a:lnTo>
                    <a:pt x="6774366" y="2464192"/>
                  </a:lnTo>
                  <a:lnTo>
                    <a:pt x="6781080" y="2469774"/>
                  </a:lnTo>
                  <a:lnTo>
                    <a:pt x="6787794" y="2459071"/>
                  </a:lnTo>
                  <a:lnTo>
                    <a:pt x="6794508" y="2497481"/>
                  </a:lnTo>
                  <a:lnTo>
                    <a:pt x="6801222" y="2495682"/>
                  </a:lnTo>
                  <a:lnTo>
                    <a:pt x="6807936" y="2490314"/>
                  </a:lnTo>
                  <a:lnTo>
                    <a:pt x="6814650" y="2491923"/>
                  </a:lnTo>
                  <a:lnTo>
                    <a:pt x="6821364" y="2458247"/>
                  </a:lnTo>
                  <a:lnTo>
                    <a:pt x="6828078" y="2433275"/>
                  </a:lnTo>
                  <a:lnTo>
                    <a:pt x="6834792" y="2379236"/>
                  </a:lnTo>
                  <a:lnTo>
                    <a:pt x="6841505" y="2368960"/>
                  </a:lnTo>
                  <a:lnTo>
                    <a:pt x="6848219" y="2412587"/>
                  </a:lnTo>
                  <a:lnTo>
                    <a:pt x="6854933" y="2262820"/>
                  </a:lnTo>
                  <a:lnTo>
                    <a:pt x="6861647" y="2286626"/>
                  </a:lnTo>
                  <a:lnTo>
                    <a:pt x="6868361" y="2105466"/>
                  </a:lnTo>
                  <a:lnTo>
                    <a:pt x="6875075" y="2141512"/>
                  </a:lnTo>
                  <a:lnTo>
                    <a:pt x="6881789" y="2209890"/>
                  </a:lnTo>
                  <a:lnTo>
                    <a:pt x="6888503" y="2283389"/>
                  </a:lnTo>
                  <a:lnTo>
                    <a:pt x="6895217" y="2384944"/>
                  </a:lnTo>
                  <a:lnTo>
                    <a:pt x="6901931" y="2389046"/>
                  </a:lnTo>
                  <a:lnTo>
                    <a:pt x="6908645" y="2424766"/>
                  </a:lnTo>
                  <a:lnTo>
                    <a:pt x="6915359" y="2433830"/>
                  </a:lnTo>
                  <a:lnTo>
                    <a:pt x="6922073" y="2324849"/>
                  </a:lnTo>
                  <a:lnTo>
                    <a:pt x="6928787" y="2404939"/>
                  </a:lnTo>
                  <a:lnTo>
                    <a:pt x="6935501" y="2393215"/>
                  </a:lnTo>
                  <a:lnTo>
                    <a:pt x="6942215" y="2436262"/>
                  </a:lnTo>
                  <a:lnTo>
                    <a:pt x="6948929" y="2485132"/>
                  </a:lnTo>
                  <a:lnTo>
                    <a:pt x="6955642" y="2464556"/>
                  </a:lnTo>
                  <a:lnTo>
                    <a:pt x="6962356" y="2515072"/>
                  </a:lnTo>
                  <a:lnTo>
                    <a:pt x="6969070" y="2458709"/>
                  </a:lnTo>
                  <a:lnTo>
                    <a:pt x="6975784" y="2430991"/>
                  </a:lnTo>
                  <a:lnTo>
                    <a:pt x="6982498" y="2451345"/>
                  </a:lnTo>
                  <a:lnTo>
                    <a:pt x="6989212" y="2438864"/>
                  </a:lnTo>
                  <a:lnTo>
                    <a:pt x="6995926" y="2426513"/>
                  </a:lnTo>
                  <a:lnTo>
                    <a:pt x="7002640" y="2393611"/>
                  </a:lnTo>
                  <a:lnTo>
                    <a:pt x="7009354" y="2339290"/>
                  </a:lnTo>
                  <a:lnTo>
                    <a:pt x="7016068" y="2377042"/>
                  </a:lnTo>
                  <a:lnTo>
                    <a:pt x="7022782" y="2421800"/>
                  </a:lnTo>
                  <a:lnTo>
                    <a:pt x="7029496" y="2410203"/>
                  </a:lnTo>
                  <a:lnTo>
                    <a:pt x="7036210" y="2402395"/>
                  </a:lnTo>
                  <a:lnTo>
                    <a:pt x="7042924" y="2330594"/>
                  </a:lnTo>
                  <a:lnTo>
                    <a:pt x="7049638" y="2437897"/>
                  </a:lnTo>
                  <a:lnTo>
                    <a:pt x="7056352" y="2471925"/>
                  </a:lnTo>
                  <a:lnTo>
                    <a:pt x="7063066" y="2392921"/>
                  </a:lnTo>
                  <a:lnTo>
                    <a:pt x="7069779" y="2443421"/>
                  </a:lnTo>
                  <a:lnTo>
                    <a:pt x="7076493" y="2392669"/>
                  </a:lnTo>
                  <a:lnTo>
                    <a:pt x="7083207" y="2377576"/>
                  </a:lnTo>
                  <a:lnTo>
                    <a:pt x="7089921" y="2438860"/>
                  </a:lnTo>
                  <a:lnTo>
                    <a:pt x="7096635" y="2338318"/>
                  </a:lnTo>
                  <a:lnTo>
                    <a:pt x="7103349" y="2314853"/>
                  </a:lnTo>
                  <a:lnTo>
                    <a:pt x="7110063" y="2283414"/>
                  </a:lnTo>
                  <a:lnTo>
                    <a:pt x="7116777" y="2271744"/>
                  </a:lnTo>
                  <a:lnTo>
                    <a:pt x="7123491" y="2298522"/>
                  </a:lnTo>
                  <a:lnTo>
                    <a:pt x="7130205" y="2289161"/>
                  </a:lnTo>
                  <a:lnTo>
                    <a:pt x="7136919" y="2234076"/>
                  </a:lnTo>
                  <a:lnTo>
                    <a:pt x="7143633" y="2178410"/>
                  </a:lnTo>
                  <a:lnTo>
                    <a:pt x="7150347" y="2194434"/>
                  </a:lnTo>
                  <a:lnTo>
                    <a:pt x="7157061" y="2324652"/>
                  </a:lnTo>
                  <a:lnTo>
                    <a:pt x="7163775" y="2405799"/>
                  </a:lnTo>
                  <a:lnTo>
                    <a:pt x="7170489" y="2402857"/>
                  </a:lnTo>
                  <a:lnTo>
                    <a:pt x="7177203" y="2407324"/>
                  </a:lnTo>
                  <a:lnTo>
                    <a:pt x="7183916" y="2438069"/>
                  </a:lnTo>
                  <a:lnTo>
                    <a:pt x="7190630" y="2462513"/>
                  </a:lnTo>
                  <a:lnTo>
                    <a:pt x="7197344" y="2473335"/>
                  </a:lnTo>
                  <a:lnTo>
                    <a:pt x="7204058" y="2475346"/>
                  </a:lnTo>
                  <a:lnTo>
                    <a:pt x="7210772" y="2452706"/>
                  </a:lnTo>
                  <a:lnTo>
                    <a:pt x="7217486" y="2510689"/>
                  </a:lnTo>
                  <a:lnTo>
                    <a:pt x="7224200" y="2529252"/>
                  </a:lnTo>
                  <a:lnTo>
                    <a:pt x="7230914" y="2504244"/>
                  </a:lnTo>
                  <a:lnTo>
                    <a:pt x="7237628" y="2561305"/>
                  </a:lnTo>
                  <a:lnTo>
                    <a:pt x="7244342" y="2563562"/>
                  </a:lnTo>
                  <a:lnTo>
                    <a:pt x="7251056" y="2559891"/>
                  </a:lnTo>
                  <a:lnTo>
                    <a:pt x="7257770" y="2559704"/>
                  </a:lnTo>
                  <a:lnTo>
                    <a:pt x="7264484" y="2585916"/>
                  </a:lnTo>
                  <a:lnTo>
                    <a:pt x="7271198" y="2577129"/>
                  </a:lnTo>
                  <a:lnTo>
                    <a:pt x="7277912" y="2569328"/>
                  </a:lnTo>
                  <a:lnTo>
                    <a:pt x="7284626" y="2536041"/>
                  </a:lnTo>
                  <a:lnTo>
                    <a:pt x="7291340" y="2566239"/>
                  </a:lnTo>
                  <a:lnTo>
                    <a:pt x="7298053" y="2560442"/>
                  </a:lnTo>
                  <a:lnTo>
                    <a:pt x="7304767" y="2562982"/>
                  </a:lnTo>
                  <a:lnTo>
                    <a:pt x="7311481" y="2551571"/>
                  </a:lnTo>
                  <a:lnTo>
                    <a:pt x="7318195" y="2517460"/>
                  </a:lnTo>
                  <a:lnTo>
                    <a:pt x="7324909" y="2501588"/>
                  </a:lnTo>
                  <a:lnTo>
                    <a:pt x="7331623" y="2493402"/>
                  </a:lnTo>
                  <a:lnTo>
                    <a:pt x="7338337" y="2523679"/>
                  </a:lnTo>
                  <a:lnTo>
                    <a:pt x="7345051" y="2510958"/>
                  </a:lnTo>
                  <a:lnTo>
                    <a:pt x="7351765" y="2481751"/>
                  </a:lnTo>
                  <a:lnTo>
                    <a:pt x="7358479" y="2473199"/>
                  </a:lnTo>
                  <a:lnTo>
                    <a:pt x="7365193" y="2513494"/>
                  </a:lnTo>
                  <a:lnTo>
                    <a:pt x="7371907" y="2554348"/>
                  </a:lnTo>
                  <a:lnTo>
                    <a:pt x="7378621" y="2552219"/>
                  </a:lnTo>
                  <a:lnTo>
                    <a:pt x="7385335" y="2535116"/>
                  </a:lnTo>
                  <a:lnTo>
                    <a:pt x="7392049" y="2537530"/>
                  </a:lnTo>
                  <a:lnTo>
                    <a:pt x="7398763" y="2544635"/>
                  </a:lnTo>
                  <a:lnTo>
                    <a:pt x="7405477" y="2544766"/>
                  </a:lnTo>
                  <a:lnTo>
                    <a:pt x="7412190" y="2516037"/>
                  </a:lnTo>
                  <a:lnTo>
                    <a:pt x="7418904" y="2464476"/>
                  </a:lnTo>
                  <a:lnTo>
                    <a:pt x="7425618" y="2459821"/>
                  </a:lnTo>
                  <a:lnTo>
                    <a:pt x="7432332" y="2509561"/>
                  </a:lnTo>
                  <a:lnTo>
                    <a:pt x="7439046" y="2518356"/>
                  </a:lnTo>
                  <a:lnTo>
                    <a:pt x="7445760" y="2535883"/>
                  </a:lnTo>
                  <a:lnTo>
                    <a:pt x="7452474" y="2567508"/>
                  </a:lnTo>
                  <a:lnTo>
                    <a:pt x="7459188" y="2603014"/>
                  </a:lnTo>
                  <a:lnTo>
                    <a:pt x="7465902" y="2597916"/>
                  </a:lnTo>
                  <a:lnTo>
                    <a:pt x="7472616" y="2598441"/>
                  </a:lnTo>
                  <a:lnTo>
                    <a:pt x="7479330" y="2584661"/>
                  </a:lnTo>
                  <a:lnTo>
                    <a:pt x="7486044" y="2584999"/>
                  </a:lnTo>
                  <a:lnTo>
                    <a:pt x="7492758" y="2575899"/>
                  </a:lnTo>
                  <a:lnTo>
                    <a:pt x="7499472" y="2599073"/>
                  </a:lnTo>
                  <a:lnTo>
                    <a:pt x="7506186" y="2607305"/>
                  </a:lnTo>
                  <a:lnTo>
                    <a:pt x="7512900" y="2611356"/>
                  </a:lnTo>
                  <a:lnTo>
                    <a:pt x="7519614" y="2623203"/>
                  </a:lnTo>
                  <a:lnTo>
                    <a:pt x="7526327" y="2617989"/>
                  </a:lnTo>
                  <a:lnTo>
                    <a:pt x="7533041" y="2637798"/>
                  </a:lnTo>
                  <a:lnTo>
                    <a:pt x="7539755" y="2670727"/>
                  </a:lnTo>
                  <a:lnTo>
                    <a:pt x="7539755" y="2670727"/>
                  </a:lnTo>
                  <a:lnTo>
                    <a:pt x="7546469" y="2659762"/>
                  </a:lnTo>
                  <a:lnTo>
                    <a:pt x="7553183" y="2637019"/>
                  </a:lnTo>
                  <a:lnTo>
                    <a:pt x="7559897" y="2620691"/>
                  </a:lnTo>
                  <a:lnTo>
                    <a:pt x="7566611" y="2636751"/>
                  </a:lnTo>
                  <a:lnTo>
                    <a:pt x="7573325" y="2640780"/>
                  </a:lnTo>
                  <a:lnTo>
                    <a:pt x="7580039" y="2630046"/>
                  </a:lnTo>
                  <a:lnTo>
                    <a:pt x="7586753" y="2625786"/>
                  </a:lnTo>
                  <a:lnTo>
                    <a:pt x="7593467" y="2626687"/>
                  </a:lnTo>
                  <a:lnTo>
                    <a:pt x="7600181" y="2623857"/>
                  </a:lnTo>
                  <a:lnTo>
                    <a:pt x="7606895" y="2583962"/>
                  </a:lnTo>
                  <a:lnTo>
                    <a:pt x="7613609" y="2573620"/>
                  </a:lnTo>
                  <a:lnTo>
                    <a:pt x="7620323" y="2545079"/>
                  </a:lnTo>
                  <a:lnTo>
                    <a:pt x="7627037" y="2562943"/>
                  </a:lnTo>
                  <a:lnTo>
                    <a:pt x="7633751" y="2527634"/>
                  </a:lnTo>
                  <a:lnTo>
                    <a:pt x="7640464" y="2540863"/>
                  </a:lnTo>
                  <a:lnTo>
                    <a:pt x="7647178" y="2536038"/>
                  </a:lnTo>
                  <a:lnTo>
                    <a:pt x="7653892" y="2523280"/>
                  </a:lnTo>
                  <a:lnTo>
                    <a:pt x="7660606" y="2518030"/>
                  </a:lnTo>
                  <a:lnTo>
                    <a:pt x="7667320" y="2508563"/>
                  </a:lnTo>
                  <a:lnTo>
                    <a:pt x="7674034" y="2499436"/>
                  </a:lnTo>
                  <a:lnTo>
                    <a:pt x="7680748" y="2520524"/>
                  </a:lnTo>
                  <a:lnTo>
                    <a:pt x="7687462" y="2533859"/>
                  </a:lnTo>
                  <a:lnTo>
                    <a:pt x="7694176" y="2559532"/>
                  </a:lnTo>
                  <a:lnTo>
                    <a:pt x="7700890" y="2554902"/>
                  </a:lnTo>
                  <a:lnTo>
                    <a:pt x="7707604" y="2563629"/>
                  </a:lnTo>
                  <a:lnTo>
                    <a:pt x="7714318" y="2575190"/>
                  </a:lnTo>
                  <a:lnTo>
                    <a:pt x="7721032" y="2604880"/>
                  </a:lnTo>
                  <a:lnTo>
                    <a:pt x="7727746" y="2630571"/>
                  </a:lnTo>
                  <a:lnTo>
                    <a:pt x="7734460" y="2637969"/>
                  </a:lnTo>
                  <a:lnTo>
                    <a:pt x="7741174" y="2663288"/>
                  </a:lnTo>
                  <a:lnTo>
                    <a:pt x="7747888" y="2670727"/>
                  </a:lnTo>
                  <a:lnTo>
                    <a:pt x="7747888" y="2670727"/>
                  </a:lnTo>
                  <a:lnTo>
                    <a:pt x="7754601" y="2662877"/>
                  </a:lnTo>
                  <a:lnTo>
                    <a:pt x="7761315" y="2658302"/>
                  </a:lnTo>
                  <a:lnTo>
                    <a:pt x="7768029" y="2642442"/>
                  </a:lnTo>
                  <a:lnTo>
                    <a:pt x="7774743" y="2646697"/>
                  </a:lnTo>
                  <a:lnTo>
                    <a:pt x="7781457" y="2633503"/>
                  </a:lnTo>
                  <a:lnTo>
                    <a:pt x="7788171" y="2623548"/>
                  </a:lnTo>
                  <a:lnTo>
                    <a:pt x="7794885" y="2615466"/>
                  </a:lnTo>
                  <a:lnTo>
                    <a:pt x="7801599" y="2612339"/>
                  </a:lnTo>
                  <a:lnTo>
                    <a:pt x="7808313" y="2605072"/>
                  </a:lnTo>
                  <a:lnTo>
                    <a:pt x="7815027" y="2613650"/>
                  </a:lnTo>
                  <a:lnTo>
                    <a:pt x="7821741" y="2622619"/>
                  </a:lnTo>
                  <a:lnTo>
                    <a:pt x="7828455" y="2614014"/>
                  </a:lnTo>
                  <a:lnTo>
                    <a:pt x="7835169" y="2607522"/>
                  </a:lnTo>
                  <a:lnTo>
                    <a:pt x="7841883" y="2606707"/>
                  </a:lnTo>
                  <a:lnTo>
                    <a:pt x="7848597" y="2578284"/>
                  </a:lnTo>
                  <a:lnTo>
                    <a:pt x="7855311" y="2598252"/>
                  </a:lnTo>
                  <a:lnTo>
                    <a:pt x="7862025" y="2571504"/>
                  </a:lnTo>
                  <a:lnTo>
                    <a:pt x="7868738" y="2541816"/>
                  </a:lnTo>
                  <a:lnTo>
                    <a:pt x="7875452" y="2561107"/>
                  </a:lnTo>
                  <a:lnTo>
                    <a:pt x="7882166" y="2556083"/>
                  </a:lnTo>
                  <a:lnTo>
                    <a:pt x="7888880" y="2581594"/>
                  </a:lnTo>
                  <a:lnTo>
                    <a:pt x="7895594" y="2541826"/>
                  </a:lnTo>
                  <a:lnTo>
                    <a:pt x="7902308" y="2532934"/>
                  </a:lnTo>
                  <a:lnTo>
                    <a:pt x="7909022" y="2584112"/>
                  </a:lnTo>
                  <a:lnTo>
                    <a:pt x="7915736" y="2584728"/>
                  </a:lnTo>
                  <a:lnTo>
                    <a:pt x="7922450" y="2579027"/>
                  </a:lnTo>
                  <a:lnTo>
                    <a:pt x="7929164" y="2604644"/>
                  </a:lnTo>
                  <a:lnTo>
                    <a:pt x="7935878" y="2589180"/>
                  </a:lnTo>
                  <a:lnTo>
                    <a:pt x="7942592" y="2593001"/>
                  </a:lnTo>
                  <a:lnTo>
                    <a:pt x="7949306" y="2604045"/>
                  </a:lnTo>
                  <a:lnTo>
                    <a:pt x="7956020" y="2577892"/>
                  </a:lnTo>
                  <a:lnTo>
                    <a:pt x="7962734" y="2605629"/>
                  </a:lnTo>
                  <a:lnTo>
                    <a:pt x="7969448" y="2639226"/>
                  </a:lnTo>
                  <a:lnTo>
                    <a:pt x="7976162" y="2649579"/>
                  </a:lnTo>
                  <a:lnTo>
                    <a:pt x="7982875" y="2640150"/>
                  </a:lnTo>
                  <a:lnTo>
                    <a:pt x="7989589" y="2628637"/>
                  </a:lnTo>
                  <a:lnTo>
                    <a:pt x="7996303" y="2644289"/>
                  </a:lnTo>
                  <a:lnTo>
                    <a:pt x="8003017" y="2662855"/>
                  </a:lnTo>
                  <a:lnTo>
                    <a:pt x="8009731" y="2652479"/>
                  </a:lnTo>
                  <a:lnTo>
                    <a:pt x="8016445" y="2647925"/>
                  </a:lnTo>
                  <a:lnTo>
                    <a:pt x="8023159" y="2660397"/>
                  </a:lnTo>
                  <a:lnTo>
                    <a:pt x="8029873" y="2667474"/>
                  </a:lnTo>
                  <a:lnTo>
                    <a:pt x="8036587" y="2643237"/>
                  </a:lnTo>
                  <a:lnTo>
                    <a:pt x="8043301" y="2640148"/>
                  </a:lnTo>
                  <a:lnTo>
                    <a:pt x="8050015" y="2634902"/>
                  </a:lnTo>
                  <a:lnTo>
                    <a:pt x="8056729" y="2659656"/>
                  </a:lnTo>
                  <a:lnTo>
                    <a:pt x="8063443" y="2667420"/>
                  </a:lnTo>
                  <a:lnTo>
                    <a:pt x="8070157" y="2639852"/>
                  </a:lnTo>
                  <a:lnTo>
                    <a:pt x="8076871" y="2662935"/>
                  </a:lnTo>
                  <a:lnTo>
                    <a:pt x="8083585" y="2632154"/>
                  </a:lnTo>
                  <a:lnTo>
                    <a:pt x="8090299" y="2618561"/>
                  </a:lnTo>
                  <a:lnTo>
                    <a:pt x="8097012" y="2628057"/>
                  </a:lnTo>
                  <a:lnTo>
                    <a:pt x="8103726" y="2605850"/>
                  </a:lnTo>
                  <a:lnTo>
                    <a:pt x="8110440" y="2618868"/>
                  </a:lnTo>
                  <a:lnTo>
                    <a:pt x="8117154" y="2622043"/>
                  </a:lnTo>
                  <a:lnTo>
                    <a:pt x="8123868" y="2646692"/>
                  </a:lnTo>
                  <a:lnTo>
                    <a:pt x="8130582" y="2657848"/>
                  </a:lnTo>
                  <a:lnTo>
                    <a:pt x="8137296" y="2662999"/>
                  </a:lnTo>
                  <a:lnTo>
                    <a:pt x="8144010" y="2667120"/>
                  </a:lnTo>
                  <a:lnTo>
                    <a:pt x="8150724" y="2659479"/>
                  </a:lnTo>
                  <a:lnTo>
                    <a:pt x="8157438" y="2660346"/>
                  </a:lnTo>
                  <a:lnTo>
                    <a:pt x="8164152" y="2668502"/>
                  </a:lnTo>
                  <a:lnTo>
                    <a:pt x="8170866" y="2664203"/>
                  </a:lnTo>
                  <a:lnTo>
                    <a:pt x="8177580" y="2665079"/>
                  </a:lnTo>
                  <a:lnTo>
                    <a:pt x="8184294" y="2667515"/>
                  </a:lnTo>
                  <a:lnTo>
                    <a:pt x="8191008" y="2670727"/>
                  </a:lnTo>
                  <a:lnTo>
                    <a:pt x="8191008" y="2670727"/>
                  </a:lnTo>
                  <a:lnTo>
                    <a:pt x="8197722" y="2670727"/>
                  </a:lnTo>
                  <a:lnTo>
                    <a:pt x="8204436" y="2658440"/>
                  </a:lnTo>
                  <a:lnTo>
                    <a:pt x="8211149" y="2634519"/>
                  </a:lnTo>
                  <a:lnTo>
                    <a:pt x="8217863" y="2598692"/>
                  </a:lnTo>
                  <a:lnTo>
                    <a:pt x="8224577" y="2602586"/>
                  </a:lnTo>
                  <a:lnTo>
                    <a:pt x="8231291" y="2584378"/>
                  </a:lnTo>
                  <a:lnTo>
                    <a:pt x="8238005" y="2545077"/>
                  </a:lnTo>
                  <a:lnTo>
                    <a:pt x="8244719" y="2534392"/>
                  </a:lnTo>
                  <a:lnTo>
                    <a:pt x="8251433" y="2531923"/>
                  </a:lnTo>
                  <a:lnTo>
                    <a:pt x="8258147" y="2567060"/>
                  </a:lnTo>
                  <a:lnTo>
                    <a:pt x="8264861" y="2562220"/>
                  </a:lnTo>
                  <a:lnTo>
                    <a:pt x="8271575" y="2585946"/>
                  </a:lnTo>
                  <a:lnTo>
                    <a:pt x="8278289" y="2575754"/>
                  </a:lnTo>
                  <a:lnTo>
                    <a:pt x="8285003" y="2608263"/>
                  </a:lnTo>
                  <a:lnTo>
                    <a:pt x="8291717" y="2670727"/>
                  </a:lnTo>
                  <a:lnTo>
                    <a:pt x="8291717" y="2670727"/>
                  </a:lnTo>
                  <a:lnTo>
                    <a:pt x="8298431" y="2670727"/>
                  </a:lnTo>
                  <a:lnTo>
                    <a:pt x="8305145" y="2670727"/>
                  </a:lnTo>
                  <a:lnTo>
                    <a:pt x="8311859" y="2670727"/>
                  </a:lnTo>
                  <a:lnTo>
                    <a:pt x="8318573" y="2670727"/>
                  </a:lnTo>
                  <a:lnTo>
                    <a:pt x="8325286" y="2670727"/>
                  </a:lnTo>
                  <a:lnTo>
                    <a:pt x="8332000" y="2666066"/>
                  </a:lnTo>
                  <a:lnTo>
                    <a:pt x="8338714" y="2670727"/>
                  </a:lnTo>
                  <a:lnTo>
                    <a:pt x="8338714" y="2670727"/>
                  </a:lnTo>
                  <a:lnTo>
                    <a:pt x="8345428" y="2656370"/>
                  </a:lnTo>
                  <a:lnTo>
                    <a:pt x="8352142" y="2628637"/>
                  </a:lnTo>
                  <a:lnTo>
                    <a:pt x="8358856" y="2620150"/>
                  </a:lnTo>
                  <a:lnTo>
                    <a:pt x="8365570" y="2591576"/>
                  </a:lnTo>
                  <a:lnTo>
                    <a:pt x="8372284" y="2546136"/>
                  </a:lnTo>
                  <a:lnTo>
                    <a:pt x="8378998" y="2613250"/>
                  </a:lnTo>
                  <a:lnTo>
                    <a:pt x="8385712" y="2615750"/>
                  </a:lnTo>
                  <a:lnTo>
                    <a:pt x="8392426" y="2640066"/>
                  </a:lnTo>
                  <a:lnTo>
                    <a:pt x="8399140" y="2641570"/>
                  </a:lnTo>
                  <a:lnTo>
                    <a:pt x="8405854" y="2635055"/>
                  </a:lnTo>
                  <a:lnTo>
                    <a:pt x="8412568" y="2655774"/>
                  </a:lnTo>
                  <a:lnTo>
                    <a:pt x="8419282" y="2650396"/>
                  </a:lnTo>
                  <a:lnTo>
                    <a:pt x="8425996" y="2647053"/>
                  </a:lnTo>
                  <a:lnTo>
                    <a:pt x="8432710" y="2655432"/>
                  </a:lnTo>
                  <a:lnTo>
                    <a:pt x="8439423" y="2657362"/>
                  </a:lnTo>
                  <a:lnTo>
                    <a:pt x="8446137" y="2670727"/>
                  </a:lnTo>
                  <a:lnTo>
                    <a:pt x="8446137" y="2670727"/>
                  </a:lnTo>
                  <a:lnTo>
                    <a:pt x="8452851" y="2670727"/>
                  </a:lnTo>
                  <a:lnTo>
                    <a:pt x="8459565" y="2670727"/>
                  </a:lnTo>
                  <a:lnTo>
                    <a:pt x="8466279" y="2670727"/>
                  </a:lnTo>
                  <a:lnTo>
                    <a:pt x="8472993" y="2670727"/>
                  </a:lnTo>
                  <a:lnTo>
                    <a:pt x="8479707" y="2656309"/>
                  </a:lnTo>
                  <a:lnTo>
                    <a:pt x="8486421" y="2667268"/>
                  </a:lnTo>
                  <a:lnTo>
                    <a:pt x="8493135" y="2663933"/>
                  </a:lnTo>
                  <a:lnTo>
                    <a:pt x="8499849" y="2668427"/>
                  </a:lnTo>
                  <a:lnTo>
                    <a:pt x="8506563" y="2666889"/>
                  </a:lnTo>
                  <a:lnTo>
                    <a:pt x="8513277" y="2670727"/>
                  </a:lnTo>
                  <a:lnTo>
                    <a:pt x="8513277" y="2670727"/>
                  </a:lnTo>
                  <a:lnTo>
                    <a:pt x="8519991" y="2670727"/>
                  </a:lnTo>
                  <a:lnTo>
                    <a:pt x="8526705" y="2670727"/>
                  </a:lnTo>
                  <a:lnTo>
                    <a:pt x="8533419" y="2669683"/>
                  </a:lnTo>
                  <a:lnTo>
                    <a:pt x="8540133" y="2667419"/>
                  </a:lnTo>
                  <a:lnTo>
                    <a:pt x="8546847" y="2659472"/>
                  </a:lnTo>
                  <a:lnTo>
                    <a:pt x="8553560" y="2663318"/>
                  </a:lnTo>
                  <a:lnTo>
                    <a:pt x="8553560" y="26633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6847" y="0"/>
                  </a:lnTo>
                  <a:lnTo>
                    <a:pt x="8540133" y="0"/>
                  </a:lnTo>
                  <a:lnTo>
                    <a:pt x="8533419" y="0"/>
                  </a:lnTo>
                  <a:lnTo>
                    <a:pt x="8526705" y="0"/>
                  </a:lnTo>
                  <a:lnTo>
                    <a:pt x="8519991" y="0"/>
                  </a:lnTo>
                  <a:lnTo>
                    <a:pt x="8513277" y="0"/>
                  </a:lnTo>
                  <a:lnTo>
                    <a:pt x="8506563" y="0"/>
                  </a:lnTo>
                  <a:lnTo>
                    <a:pt x="8499849" y="0"/>
                  </a:lnTo>
                  <a:lnTo>
                    <a:pt x="8493135" y="0"/>
                  </a:lnTo>
                  <a:lnTo>
                    <a:pt x="8486421" y="0"/>
                  </a:lnTo>
                  <a:lnTo>
                    <a:pt x="8479707" y="0"/>
                  </a:lnTo>
                  <a:lnTo>
                    <a:pt x="8472993" y="0"/>
                  </a:lnTo>
                  <a:lnTo>
                    <a:pt x="8466279" y="0"/>
                  </a:lnTo>
                  <a:lnTo>
                    <a:pt x="8459565" y="0"/>
                  </a:lnTo>
                  <a:lnTo>
                    <a:pt x="8452851" y="0"/>
                  </a:lnTo>
                  <a:lnTo>
                    <a:pt x="8446137" y="0"/>
                  </a:lnTo>
                  <a:lnTo>
                    <a:pt x="8439423" y="0"/>
                  </a:lnTo>
                  <a:lnTo>
                    <a:pt x="8432710" y="0"/>
                  </a:lnTo>
                  <a:lnTo>
                    <a:pt x="8425996" y="0"/>
                  </a:lnTo>
                  <a:lnTo>
                    <a:pt x="8419282" y="0"/>
                  </a:lnTo>
                  <a:lnTo>
                    <a:pt x="8412568" y="0"/>
                  </a:lnTo>
                  <a:lnTo>
                    <a:pt x="8405854" y="0"/>
                  </a:lnTo>
                  <a:lnTo>
                    <a:pt x="8399140" y="0"/>
                  </a:lnTo>
                  <a:lnTo>
                    <a:pt x="8392426" y="0"/>
                  </a:lnTo>
                  <a:lnTo>
                    <a:pt x="8385712" y="0"/>
                  </a:lnTo>
                  <a:lnTo>
                    <a:pt x="8378998" y="0"/>
                  </a:lnTo>
                  <a:lnTo>
                    <a:pt x="8372284" y="0"/>
                  </a:lnTo>
                  <a:lnTo>
                    <a:pt x="8365570" y="0"/>
                  </a:lnTo>
                  <a:lnTo>
                    <a:pt x="8358856" y="0"/>
                  </a:lnTo>
                  <a:lnTo>
                    <a:pt x="8352142" y="0"/>
                  </a:lnTo>
                  <a:lnTo>
                    <a:pt x="8345428" y="0"/>
                  </a:lnTo>
                  <a:lnTo>
                    <a:pt x="8338714" y="0"/>
                  </a:lnTo>
                  <a:lnTo>
                    <a:pt x="8332000" y="0"/>
                  </a:lnTo>
                  <a:lnTo>
                    <a:pt x="8325286" y="0"/>
                  </a:lnTo>
                  <a:lnTo>
                    <a:pt x="8318573" y="0"/>
                  </a:lnTo>
                  <a:lnTo>
                    <a:pt x="8311859" y="0"/>
                  </a:lnTo>
                  <a:lnTo>
                    <a:pt x="8305145" y="0"/>
                  </a:lnTo>
                  <a:lnTo>
                    <a:pt x="8298431" y="0"/>
                  </a:lnTo>
                  <a:lnTo>
                    <a:pt x="8291717" y="0"/>
                  </a:lnTo>
                  <a:lnTo>
                    <a:pt x="8285003" y="0"/>
                  </a:lnTo>
                  <a:lnTo>
                    <a:pt x="8278289" y="0"/>
                  </a:lnTo>
                  <a:lnTo>
                    <a:pt x="8271575" y="0"/>
                  </a:lnTo>
                  <a:lnTo>
                    <a:pt x="8264861" y="0"/>
                  </a:lnTo>
                  <a:lnTo>
                    <a:pt x="8258147" y="0"/>
                  </a:lnTo>
                  <a:lnTo>
                    <a:pt x="8251433" y="0"/>
                  </a:lnTo>
                  <a:lnTo>
                    <a:pt x="8244719" y="0"/>
                  </a:lnTo>
                  <a:lnTo>
                    <a:pt x="8238005" y="0"/>
                  </a:lnTo>
                  <a:lnTo>
                    <a:pt x="8231291" y="0"/>
                  </a:lnTo>
                  <a:lnTo>
                    <a:pt x="8224577" y="0"/>
                  </a:lnTo>
                  <a:lnTo>
                    <a:pt x="8217863" y="0"/>
                  </a:lnTo>
                  <a:lnTo>
                    <a:pt x="8211149" y="0"/>
                  </a:lnTo>
                  <a:lnTo>
                    <a:pt x="8204436" y="0"/>
                  </a:lnTo>
                  <a:lnTo>
                    <a:pt x="8197722" y="0"/>
                  </a:lnTo>
                  <a:lnTo>
                    <a:pt x="8191008" y="0"/>
                  </a:lnTo>
                  <a:lnTo>
                    <a:pt x="8184294" y="0"/>
                  </a:lnTo>
                  <a:lnTo>
                    <a:pt x="8177580" y="0"/>
                  </a:lnTo>
                  <a:lnTo>
                    <a:pt x="8170866" y="0"/>
                  </a:lnTo>
                  <a:lnTo>
                    <a:pt x="8164152" y="0"/>
                  </a:lnTo>
                  <a:lnTo>
                    <a:pt x="8157438" y="0"/>
                  </a:lnTo>
                  <a:lnTo>
                    <a:pt x="8150724" y="0"/>
                  </a:lnTo>
                  <a:lnTo>
                    <a:pt x="8144010" y="0"/>
                  </a:lnTo>
                  <a:lnTo>
                    <a:pt x="8137296" y="0"/>
                  </a:lnTo>
                  <a:lnTo>
                    <a:pt x="8130582" y="0"/>
                  </a:lnTo>
                  <a:lnTo>
                    <a:pt x="8123868" y="0"/>
                  </a:lnTo>
                  <a:lnTo>
                    <a:pt x="8117154" y="0"/>
                  </a:lnTo>
                  <a:lnTo>
                    <a:pt x="8110440" y="0"/>
                  </a:lnTo>
                  <a:lnTo>
                    <a:pt x="8103726" y="0"/>
                  </a:lnTo>
                  <a:lnTo>
                    <a:pt x="8097012" y="0"/>
                  </a:lnTo>
                  <a:lnTo>
                    <a:pt x="8090299" y="0"/>
                  </a:lnTo>
                  <a:lnTo>
                    <a:pt x="8083585" y="0"/>
                  </a:lnTo>
                  <a:lnTo>
                    <a:pt x="8076871" y="0"/>
                  </a:lnTo>
                  <a:lnTo>
                    <a:pt x="8070157" y="0"/>
                  </a:lnTo>
                  <a:lnTo>
                    <a:pt x="8063443" y="0"/>
                  </a:lnTo>
                  <a:lnTo>
                    <a:pt x="8056729" y="0"/>
                  </a:lnTo>
                  <a:lnTo>
                    <a:pt x="8050015" y="0"/>
                  </a:lnTo>
                  <a:lnTo>
                    <a:pt x="8043301" y="0"/>
                  </a:lnTo>
                  <a:lnTo>
                    <a:pt x="8036587" y="0"/>
                  </a:lnTo>
                  <a:lnTo>
                    <a:pt x="8029873" y="0"/>
                  </a:lnTo>
                  <a:lnTo>
                    <a:pt x="8023159" y="0"/>
                  </a:lnTo>
                  <a:lnTo>
                    <a:pt x="8016445" y="0"/>
                  </a:lnTo>
                  <a:lnTo>
                    <a:pt x="8009731" y="0"/>
                  </a:lnTo>
                  <a:lnTo>
                    <a:pt x="8003017" y="0"/>
                  </a:lnTo>
                  <a:lnTo>
                    <a:pt x="7996303" y="0"/>
                  </a:lnTo>
                  <a:lnTo>
                    <a:pt x="7989589" y="0"/>
                  </a:lnTo>
                  <a:lnTo>
                    <a:pt x="7982875" y="0"/>
                  </a:lnTo>
                  <a:lnTo>
                    <a:pt x="7976162" y="0"/>
                  </a:lnTo>
                  <a:lnTo>
                    <a:pt x="7969448" y="0"/>
                  </a:lnTo>
                  <a:lnTo>
                    <a:pt x="7962734" y="0"/>
                  </a:lnTo>
                  <a:lnTo>
                    <a:pt x="7956020" y="0"/>
                  </a:lnTo>
                  <a:lnTo>
                    <a:pt x="7949306" y="0"/>
                  </a:lnTo>
                  <a:lnTo>
                    <a:pt x="7942592" y="0"/>
                  </a:lnTo>
                  <a:lnTo>
                    <a:pt x="7935878" y="0"/>
                  </a:lnTo>
                  <a:lnTo>
                    <a:pt x="7929164" y="0"/>
                  </a:lnTo>
                  <a:lnTo>
                    <a:pt x="7922450" y="0"/>
                  </a:lnTo>
                  <a:lnTo>
                    <a:pt x="7915736" y="0"/>
                  </a:lnTo>
                  <a:lnTo>
                    <a:pt x="7909022" y="0"/>
                  </a:lnTo>
                  <a:lnTo>
                    <a:pt x="7902308" y="0"/>
                  </a:lnTo>
                  <a:lnTo>
                    <a:pt x="7895594" y="0"/>
                  </a:lnTo>
                  <a:lnTo>
                    <a:pt x="7888880" y="0"/>
                  </a:lnTo>
                  <a:lnTo>
                    <a:pt x="7882166" y="0"/>
                  </a:lnTo>
                  <a:lnTo>
                    <a:pt x="7875452" y="0"/>
                  </a:lnTo>
                  <a:lnTo>
                    <a:pt x="7868738" y="0"/>
                  </a:lnTo>
                  <a:lnTo>
                    <a:pt x="7862025" y="0"/>
                  </a:lnTo>
                  <a:lnTo>
                    <a:pt x="7855311" y="0"/>
                  </a:lnTo>
                  <a:lnTo>
                    <a:pt x="7848597" y="0"/>
                  </a:lnTo>
                  <a:lnTo>
                    <a:pt x="7841883" y="0"/>
                  </a:lnTo>
                  <a:lnTo>
                    <a:pt x="7835169" y="0"/>
                  </a:lnTo>
                  <a:lnTo>
                    <a:pt x="7828455" y="0"/>
                  </a:lnTo>
                  <a:lnTo>
                    <a:pt x="7821741" y="0"/>
                  </a:lnTo>
                  <a:lnTo>
                    <a:pt x="7815027" y="0"/>
                  </a:lnTo>
                  <a:lnTo>
                    <a:pt x="7808313" y="0"/>
                  </a:lnTo>
                  <a:lnTo>
                    <a:pt x="7801599" y="0"/>
                  </a:lnTo>
                  <a:lnTo>
                    <a:pt x="7794885" y="0"/>
                  </a:lnTo>
                  <a:lnTo>
                    <a:pt x="7788171" y="0"/>
                  </a:lnTo>
                  <a:lnTo>
                    <a:pt x="7781457" y="0"/>
                  </a:lnTo>
                  <a:lnTo>
                    <a:pt x="7774743" y="0"/>
                  </a:lnTo>
                  <a:lnTo>
                    <a:pt x="7768029" y="0"/>
                  </a:lnTo>
                  <a:lnTo>
                    <a:pt x="7761315" y="0"/>
                  </a:lnTo>
                  <a:lnTo>
                    <a:pt x="7754601" y="0"/>
                  </a:lnTo>
                  <a:lnTo>
                    <a:pt x="7747888" y="0"/>
                  </a:lnTo>
                  <a:lnTo>
                    <a:pt x="7741174" y="0"/>
                  </a:lnTo>
                  <a:lnTo>
                    <a:pt x="7734460" y="0"/>
                  </a:lnTo>
                  <a:lnTo>
                    <a:pt x="7727746" y="0"/>
                  </a:lnTo>
                  <a:lnTo>
                    <a:pt x="7721032" y="0"/>
                  </a:lnTo>
                  <a:lnTo>
                    <a:pt x="7714318" y="0"/>
                  </a:lnTo>
                  <a:lnTo>
                    <a:pt x="7707604" y="0"/>
                  </a:lnTo>
                  <a:lnTo>
                    <a:pt x="7700890" y="0"/>
                  </a:lnTo>
                  <a:lnTo>
                    <a:pt x="7694176" y="0"/>
                  </a:lnTo>
                  <a:lnTo>
                    <a:pt x="7687462" y="0"/>
                  </a:lnTo>
                  <a:lnTo>
                    <a:pt x="7680748" y="0"/>
                  </a:lnTo>
                  <a:lnTo>
                    <a:pt x="7674034" y="0"/>
                  </a:lnTo>
                  <a:lnTo>
                    <a:pt x="7667320" y="0"/>
                  </a:lnTo>
                  <a:lnTo>
                    <a:pt x="7660606" y="0"/>
                  </a:lnTo>
                  <a:lnTo>
                    <a:pt x="7653892" y="0"/>
                  </a:lnTo>
                  <a:lnTo>
                    <a:pt x="7647178" y="0"/>
                  </a:lnTo>
                  <a:lnTo>
                    <a:pt x="7640464" y="0"/>
                  </a:lnTo>
                  <a:lnTo>
                    <a:pt x="7633751" y="0"/>
                  </a:lnTo>
                  <a:lnTo>
                    <a:pt x="7627037" y="0"/>
                  </a:lnTo>
                  <a:lnTo>
                    <a:pt x="7620323" y="0"/>
                  </a:lnTo>
                  <a:lnTo>
                    <a:pt x="7613609" y="0"/>
                  </a:lnTo>
                  <a:lnTo>
                    <a:pt x="7606895" y="0"/>
                  </a:lnTo>
                  <a:lnTo>
                    <a:pt x="7600181" y="0"/>
                  </a:lnTo>
                  <a:lnTo>
                    <a:pt x="7593467" y="0"/>
                  </a:lnTo>
                  <a:lnTo>
                    <a:pt x="7586753" y="0"/>
                  </a:lnTo>
                  <a:lnTo>
                    <a:pt x="7580039" y="0"/>
                  </a:lnTo>
                  <a:lnTo>
                    <a:pt x="7573325" y="0"/>
                  </a:lnTo>
                  <a:lnTo>
                    <a:pt x="7566611" y="0"/>
                  </a:lnTo>
                  <a:lnTo>
                    <a:pt x="7559897" y="0"/>
                  </a:lnTo>
                  <a:lnTo>
                    <a:pt x="7553183" y="0"/>
                  </a:lnTo>
                  <a:lnTo>
                    <a:pt x="7546469" y="0"/>
                  </a:lnTo>
                  <a:lnTo>
                    <a:pt x="7539755" y="0"/>
                  </a:lnTo>
                  <a:lnTo>
                    <a:pt x="7533041" y="0"/>
                  </a:lnTo>
                  <a:lnTo>
                    <a:pt x="7526327" y="0"/>
                  </a:lnTo>
                  <a:lnTo>
                    <a:pt x="7519614" y="0"/>
                  </a:lnTo>
                  <a:lnTo>
                    <a:pt x="7512900" y="0"/>
                  </a:lnTo>
                  <a:lnTo>
                    <a:pt x="7506186" y="0"/>
                  </a:lnTo>
                  <a:lnTo>
                    <a:pt x="7499472" y="0"/>
                  </a:lnTo>
                  <a:lnTo>
                    <a:pt x="7492758" y="0"/>
                  </a:lnTo>
                  <a:lnTo>
                    <a:pt x="7486044" y="0"/>
                  </a:lnTo>
                  <a:lnTo>
                    <a:pt x="7479330" y="0"/>
                  </a:lnTo>
                  <a:lnTo>
                    <a:pt x="7472616" y="0"/>
                  </a:lnTo>
                  <a:lnTo>
                    <a:pt x="7465902" y="0"/>
                  </a:lnTo>
                  <a:lnTo>
                    <a:pt x="7459188" y="0"/>
                  </a:lnTo>
                  <a:lnTo>
                    <a:pt x="7452474" y="0"/>
                  </a:lnTo>
                  <a:lnTo>
                    <a:pt x="7445760" y="0"/>
                  </a:lnTo>
                  <a:lnTo>
                    <a:pt x="7439046" y="0"/>
                  </a:lnTo>
                  <a:lnTo>
                    <a:pt x="7432332" y="0"/>
                  </a:lnTo>
                  <a:lnTo>
                    <a:pt x="7425618" y="0"/>
                  </a:lnTo>
                  <a:lnTo>
                    <a:pt x="7418904" y="0"/>
                  </a:lnTo>
                  <a:lnTo>
                    <a:pt x="7412190" y="0"/>
                  </a:lnTo>
                  <a:lnTo>
                    <a:pt x="7405477" y="0"/>
                  </a:lnTo>
                  <a:lnTo>
                    <a:pt x="7398763" y="0"/>
                  </a:lnTo>
                  <a:lnTo>
                    <a:pt x="7392049" y="0"/>
                  </a:lnTo>
                  <a:lnTo>
                    <a:pt x="7385335" y="0"/>
                  </a:lnTo>
                  <a:lnTo>
                    <a:pt x="7378621" y="0"/>
                  </a:lnTo>
                  <a:lnTo>
                    <a:pt x="7371907" y="0"/>
                  </a:lnTo>
                  <a:lnTo>
                    <a:pt x="7365193" y="0"/>
                  </a:lnTo>
                  <a:lnTo>
                    <a:pt x="7358479" y="0"/>
                  </a:lnTo>
                  <a:lnTo>
                    <a:pt x="7351765" y="0"/>
                  </a:lnTo>
                  <a:lnTo>
                    <a:pt x="7345051" y="0"/>
                  </a:lnTo>
                  <a:lnTo>
                    <a:pt x="7338337" y="0"/>
                  </a:lnTo>
                  <a:lnTo>
                    <a:pt x="7331623" y="0"/>
                  </a:lnTo>
                  <a:lnTo>
                    <a:pt x="7324909" y="0"/>
                  </a:lnTo>
                  <a:lnTo>
                    <a:pt x="7318195" y="0"/>
                  </a:lnTo>
                  <a:lnTo>
                    <a:pt x="7311481" y="0"/>
                  </a:lnTo>
                  <a:lnTo>
                    <a:pt x="7304767" y="0"/>
                  </a:lnTo>
                  <a:lnTo>
                    <a:pt x="7298053" y="0"/>
                  </a:lnTo>
                  <a:lnTo>
                    <a:pt x="7291340" y="0"/>
                  </a:lnTo>
                  <a:lnTo>
                    <a:pt x="7284626" y="0"/>
                  </a:lnTo>
                  <a:lnTo>
                    <a:pt x="7277912" y="0"/>
                  </a:lnTo>
                  <a:lnTo>
                    <a:pt x="7271198" y="0"/>
                  </a:lnTo>
                  <a:lnTo>
                    <a:pt x="7264484" y="0"/>
                  </a:lnTo>
                  <a:lnTo>
                    <a:pt x="7257770" y="0"/>
                  </a:lnTo>
                  <a:lnTo>
                    <a:pt x="7251056" y="0"/>
                  </a:lnTo>
                  <a:lnTo>
                    <a:pt x="7244342" y="0"/>
                  </a:lnTo>
                  <a:lnTo>
                    <a:pt x="7237628" y="0"/>
                  </a:lnTo>
                  <a:lnTo>
                    <a:pt x="7230914" y="0"/>
                  </a:lnTo>
                  <a:lnTo>
                    <a:pt x="7224200" y="0"/>
                  </a:lnTo>
                  <a:lnTo>
                    <a:pt x="7217486" y="0"/>
                  </a:lnTo>
                  <a:lnTo>
                    <a:pt x="7210772" y="0"/>
                  </a:lnTo>
                  <a:lnTo>
                    <a:pt x="7204058" y="0"/>
                  </a:lnTo>
                  <a:lnTo>
                    <a:pt x="7197344" y="0"/>
                  </a:lnTo>
                  <a:lnTo>
                    <a:pt x="7190630" y="0"/>
                  </a:lnTo>
                  <a:lnTo>
                    <a:pt x="7183916" y="0"/>
                  </a:lnTo>
                  <a:lnTo>
                    <a:pt x="7177203" y="0"/>
                  </a:lnTo>
                  <a:lnTo>
                    <a:pt x="7170489" y="0"/>
                  </a:lnTo>
                  <a:lnTo>
                    <a:pt x="7163775" y="0"/>
                  </a:lnTo>
                  <a:lnTo>
                    <a:pt x="7157061" y="0"/>
                  </a:lnTo>
                  <a:lnTo>
                    <a:pt x="7150347" y="0"/>
                  </a:lnTo>
                  <a:lnTo>
                    <a:pt x="7143633" y="0"/>
                  </a:lnTo>
                  <a:lnTo>
                    <a:pt x="7136919" y="0"/>
                  </a:lnTo>
                  <a:lnTo>
                    <a:pt x="7130205" y="0"/>
                  </a:lnTo>
                  <a:lnTo>
                    <a:pt x="7123491" y="0"/>
                  </a:lnTo>
                  <a:lnTo>
                    <a:pt x="7116777" y="0"/>
                  </a:lnTo>
                  <a:lnTo>
                    <a:pt x="7110063" y="0"/>
                  </a:lnTo>
                  <a:lnTo>
                    <a:pt x="7103349" y="0"/>
                  </a:lnTo>
                  <a:lnTo>
                    <a:pt x="7096635" y="0"/>
                  </a:lnTo>
                  <a:lnTo>
                    <a:pt x="7089921" y="0"/>
                  </a:lnTo>
                  <a:lnTo>
                    <a:pt x="7083207" y="0"/>
                  </a:lnTo>
                  <a:lnTo>
                    <a:pt x="7076493" y="0"/>
                  </a:lnTo>
                  <a:lnTo>
                    <a:pt x="7069779" y="0"/>
                  </a:lnTo>
                  <a:lnTo>
                    <a:pt x="7063066" y="0"/>
                  </a:lnTo>
                  <a:lnTo>
                    <a:pt x="7056352" y="0"/>
                  </a:lnTo>
                  <a:lnTo>
                    <a:pt x="7049638" y="0"/>
                  </a:lnTo>
                  <a:lnTo>
                    <a:pt x="7042924" y="0"/>
                  </a:lnTo>
                  <a:lnTo>
                    <a:pt x="7036210" y="0"/>
                  </a:lnTo>
                  <a:lnTo>
                    <a:pt x="7029496" y="0"/>
                  </a:lnTo>
                  <a:lnTo>
                    <a:pt x="7022782" y="0"/>
                  </a:lnTo>
                  <a:lnTo>
                    <a:pt x="7016068" y="0"/>
                  </a:lnTo>
                  <a:lnTo>
                    <a:pt x="7009354" y="0"/>
                  </a:lnTo>
                  <a:lnTo>
                    <a:pt x="7002640" y="0"/>
                  </a:lnTo>
                  <a:lnTo>
                    <a:pt x="6995926" y="0"/>
                  </a:lnTo>
                  <a:lnTo>
                    <a:pt x="6989212" y="0"/>
                  </a:lnTo>
                  <a:lnTo>
                    <a:pt x="6982498" y="0"/>
                  </a:lnTo>
                  <a:lnTo>
                    <a:pt x="6975784" y="0"/>
                  </a:lnTo>
                  <a:lnTo>
                    <a:pt x="6969070" y="0"/>
                  </a:lnTo>
                  <a:lnTo>
                    <a:pt x="6962356" y="0"/>
                  </a:lnTo>
                  <a:lnTo>
                    <a:pt x="6955642" y="0"/>
                  </a:lnTo>
                  <a:lnTo>
                    <a:pt x="6948929" y="0"/>
                  </a:lnTo>
                  <a:lnTo>
                    <a:pt x="6942215" y="0"/>
                  </a:lnTo>
                  <a:lnTo>
                    <a:pt x="6935501" y="0"/>
                  </a:lnTo>
                  <a:lnTo>
                    <a:pt x="6928787" y="0"/>
                  </a:lnTo>
                  <a:lnTo>
                    <a:pt x="6922073" y="0"/>
                  </a:lnTo>
                  <a:lnTo>
                    <a:pt x="6915359" y="0"/>
                  </a:lnTo>
                  <a:lnTo>
                    <a:pt x="6908645" y="0"/>
                  </a:lnTo>
                  <a:lnTo>
                    <a:pt x="6901931" y="0"/>
                  </a:lnTo>
                  <a:lnTo>
                    <a:pt x="6895217" y="0"/>
                  </a:lnTo>
                  <a:lnTo>
                    <a:pt x="6888503" y="0"/>
                  </a:lnTo>
                  <a:lnTo>
                    <a:pt x="6881789" y="0"/>
                  </a:lnTo>
                  <a:lnTo>
                    <a:pt x="6875075" y="0"/>
                  </a:lnTo>
                  <a:lnTo>
                    <a:pt x="6868361" y="0"/>
                  </a:lnTo>
                  <a:lnTo>
                    <a:pt x="6861647" y="0"/>
                  </a:lnTo>
                  <a:lnTo>
                    <a:pt x="6854933" y="0"/>
                  </a:lnTo>
                  <a:lnTo>
                    <a:pt x="6848219" y="0"/>
                  </a:lnTo>
                  <a:lnTo>
                    <a:pt x="6841505" y="0"/>
                  </a:lnTo>
                  <a:lnTo>
                    <a:pt x="6834792" y="0"/>
                  </a:lnTo>
                  <a:lnTo>
                    <a:pt x="6828078" y="0"/>
                  </a:lnTo>
                  <a:lnTo>
                    <a:pt x="6821364" y="0"/>
                  </a:lnTo>
                  <a:lnTo>
                    <a:pt x="6814650" y="0"/>
                  </a:lnTo>
                  <a:lnTo>
                    <a:pt x="6807936" y="0"/>
                  </a:lnTo>
                  <a:lnTo>
                    <a:pt x="6801222" y="0"/>
                  </a:lnTo>
                  <a:lnTo>
                    <a:pt x="6794508" y="0"/>
                  </a:lnTo>
                  <a:lnTo>
                    <a:pt x="6787794" y="0"/>
                  </a:lnTo>
                  <a:lnTo>
                    <a:pt x="6781080" y="0"/>
                  </a:lnTo>
                  <a:lnTo>
                    <a:pt x="6774366" y="0"/>
                  </a:lnTo>
                  <a:lnTo>
                    <a:pt x="6767652" y="0"/>
                  </a:lnTo>
                  <a:lnTo>
                    <a:pt x="6760938" y="0"/>
                  </a:lnTo>
                  <a:lnTo>
                    <a:pt x="6754224" y="0"/>
                  </a:lnTo>
                  <a:lnTo>
                    <a:pt x="6747510" y="0"/>
                  </a:lnTo>
                  <a:lnTo>
                    <a:pt x="6740796" y="0"/>
                  </a:lnTo>
                  <a:lnTo>
                    <a:pt x="6734082" y="0"/>
                  </a:lnTo>
                  <a:lnTo>
                    <a:pt x="6727368" y="0"/>
                  </a:lnTo>
                  <a:lnTo>
                    <a:pt x="6720655" y="0"/>
                  </a:lnTo>
                  <a:lnTo>
                    <a:pt x="6713941" y="0"/>
                  </a:lnTo>
                  <a:lnTo>
                    <a:pt x="6707227" y="0"/>
                  </a:lnTo>
                  <a:lnTo>
                    <a:pt x="6700513" y="0"/>
                  </a:lnTo>
                  <a:lnTo>
                    <a:pt x="6693799" y="0"/>
                  </a:lnTo>
                  <a:lnTo>
                    <a:pt x="6687085" y="0"/>
                  </a:lnTo>
                  <a:lnTo>
                    <a:pt x="6680371" y="0"/>
                  </a:lnTo>
                  <a:lnTo>
                    <a:pt x="6673657" y="0"/>
                  </a:lnTo>
                  <a:lnTo>
                    <a:pt x="6666943" y="0"/>
                  </a:lnTo>
                  <a:lnTo>
                    <a:pt x="6660229" y="0"/>
                  </a:lnTo>
                  <a:lnTo>
                    <a:pt x="6653515" y="0"/>
                  </a:lnTo>
                  <a:lnTo>
                    <a:pt x="6646801" y="0"/>
                  </a:lnTo>
                  <a:lnTo>
                    <a:pt x="6640087" y="0"/>
                  </a:lnTo>
                  <a:lnTo>
                    <a:pt x="6633373" y="0"/>
                  </a:lnTo>
                  <a:lnTo>
                    <a:pt x="6626659" y="0"/>
                  </a:lnTo>
                  <a:lnTo>
                    <a:pt x="6619945" y="0"/>
                  </a:lnTo>
                  <a:lnTo>
                    <a:pt x="6613231" y="0"/>
                  </a:lnTo>
                  <a:lnTo>
                    <a:pt x="6606518" y="0"/>
                  </a:lnTo>
                  <a:lnTo>
                    <a:pt x="6599804" y="0"/>
                  </a:lnTo>
                  <a:lnTo>
                    <a:pt x="6593090" y="0"/>
                  </a:lnTo>
                  <a:lnTo>
                    <a:pt x="6586376" y="0"/>
                  </a:lnTo>
                  <a:lnTo>
                    <a:pt x="6579662" y="0"/>
                  </a:lnTo>
                  <a:lnTo>
                    <a:pt x="6572948" y="0"/>
                  </a:lnTo>
                  <a:lnTo>
                    <a:pt x="6566234" y="0"/>
                  </a:lnTo>
                  <a:lnTo>
                    <a:pt x="6559520" y="0"/>
                  </a:lnTo>
                  <a:lnTo>
                    <a:pt x="6552806" y="0"/>
                  </a:lnTo>
                  <a:lnTo>
                    <a:pt x="6546092" y="0"/>
                  </a:lnTo>
                  <a:lnTo>
                    <a:pt x="6539378" y="0"/>
                  </a:lnTo>
                  <a:lnTo>
                    <a:pt x="6532664" y="0"/>
                  </a:lnTo>
                  <a:lnTo>
                    <a:pt x="6525950" y="0"/>
                  </a:lnTo>
                  <a:lnTo>
                    <a:pt x="6519236" y="0"/>
                  </a:lnTo>
                  <a:lnTo>
                    <a:pt x="6512522" y="0"/>
                  </a:lnTo>
                  <a:lnTo>
                    <a:pt x="6505808" y="0"/>
                  </a:lnTo>
                  <a:lnTo>
                    <a:pt x="6499094" y="0"/>
                  </a:lnTo>
                  <a:lnTo>
                    <a:pt x="6492381" y="0"/>
                  </a:lnTo>
                  <a:lnTo>
                    <a:pt x="6485667" y="0"/>
                  </a:lnTo>
                  <a:lnTo>
                    <a:pt x="6478953" y="0"/>
                  </a:lnTo>
                  <a:lnTo>
                    <a:pt x="6472239" y="0"/>
                  </a:lnTo>
                  <a:lnTo>
                    <a:pt x="6465525" y="0"/>
                  </a:lnTo>
                  <a:lnTo>
                    <a:pt x="6458811" y="0"/>
                  </a:lnTo>
                  <a:lnTo>
                    <a:pt x="6452097" y="0"/>
                  </a:lnTo>
                  <a:lnTo>
                    <a:pt x="6445383" y="0"/>
                  </a:lnTo>
                  <a:lnTo>
                    <a:pt x="6438669" y="0"/>
                  </a:lnTo>
                  <a:lnTo>
                    <a:pt x="6431955" y="0"/>
                  </a:lnTo>
                  <a:lnTo>
                    <a:pt x="6425241" y="0"/>
                  </a:lnTo>
                  <a:lnTo>
                    <a:pt x="6418527" y="0"/>
                  </a:lnTo>
                  <a:lnTo>
                    <a:pt x="6411813" y="0"/>
                  </a:lnTo>
                  <a:lnTo>
                    <a:pt x="6405099" y="0"/>
                  </a:lnTo>
                  <a:lnTo>
                    <a:pt x="6398385" y="0"/>
                  </a:lnTo>
                  <a:lnTo>
                    <a:pt x="6391671" y="0"/>
                  </a:lnTo>
                  <a:lnTo>
                    <a:pt x="6384957" y="0"/>
                  </a:lnTo>
                  <a:lnTo>
                    <a:pt x="6378244" y="0"/>
                  </a:lnTo>
                  <a:lnTo>
                    <a:pt x="6371530" y="0"/>
                  </a:lnTo>
                  <a:lnTo>
                    <a:pt x="6364816" y="0"/>
                  </a:lnTo>
                  <a:lnTo>
                    <a:pt x="6358102" y="0"/>
                  </a:lnTo>
                  <a:lnTo>
                    <a:pt x="6351388" y="0"/>
                  </a:lnTo>
                  <a:lnTo>
                    <a:pt x="6344674" y="0"/>
                  </a:lnTo>
                  <a:lnTo>
                    <a:pt x="6337960" y="0"/>
                  </a:lnTo>
                  <a:lnTo>
                    <a:pt x="6331246" y="0"/>
                  </a:lnTo>
                  <a:lnTo>
                    <a:pt x="6324532" y="0"/>
                  </a:lnTo>
                  <a:lnTo>
                    <a:pt x="6317818" y="0"/>
                  </a:lnTo>
                  <a:lnTo>
                    <a:pt x="6311104" y="0"/>
                  </a:lnTo>
                  <a:lnTo>
                    <a:pt x="6304390" y="0"/>
                  </a:lnTo>
                  <a:lnTo>
                    <a:pt x="6297676" y="0"/>
                  </a:lnTo>
                  <a:lnTo>
                    <a:pt x="6290962" y="0"/>
                  </a:lnTo>
                  <a:lnTo>
                    <a:pt x="6284248" y="0"/>
                  </a:lnTo>
                  <a:lnTo>
                    <a:pt x="6277534" y="0"/>
                  </a:lnTo>
                  <a:lnTo>
                    <a:pt x="6270820" y="0"/>
                  </a:lnTo>
                  <a:lnTo>
                    <a:pt x="6264107" y="0"/>
                  </a:lnTo>
                  <a:lnTo>
                    <a:pt x="6257393" y="0"/>
                  </a:lnTo>
                  <a:lnTo>
                    <a:pt x="6250679" y="0"/>
                  </a:lnTo>
                  <a:lnTo>
                    <a:pt x="6243965" y="0"/>
                  </a:lnTo>
                  <a:lnTo>
                    <a:pt x="6237251" y="0"/>
                  </a:lnTo>
                  <a:lnTo>
                    <a:pt x="6230537" y="0"/>
                  </a:lnTo>
                  <a:lnTo>
                    <a:pt x="6223823" y="0"/>
                  </a:lnTo>
                  <a:lnTo>
                    <a:pt x="6217109" y="0"/>
                  </a:lnTo>
                  <a:lnTo>
                    <a:pt x="6210395" y="0"/>
                  </a:lnTo>
                  <a:lnTo>
                    <a:pt x="6203681" y="0"/>
                  </a:lnTo>
                  <a:lnTo>
                    <a:pt x="6196967" y="0"/>
                  </a:lnTo>
                  <a:lnTo>
                    <a:pt x="6190253" y="0"/>
                  </a:lnTo>
                  <a:lnTo>
                    <a:pt x="6183539" y="0"/>
                  </a:lnTo>
                  <a:lnTo>
                    <a:pt x="6176825" y="0"/>
                  </a:lnTo>
                  <a:lnTo>
                    <a:pt x="6170111" y="0"/>
                  </a:lnTo>
                  <a:lnTo>
                    <a:pt x="6163397" y="0"/>
                  </a:lnTo>
                  <a:lnTo>
                    <a:pt x="6156683" y="0"/>
                  </a:lnTo>
                  <a:lnTo>
                    <a:pt x="6149970" y="0"/>
                  </a:lnTo>
                  <a:lnTo>
                    <a:pt x="6143256" y="0"/>
                  </a:lnTo>
                  <a:lnTo>
                    <a:pt x="6136542" y="0"/>
                  </a:lnTo>
                  <a:lnTo>
                    <a:pt x="6129828" y="0"/>
                  </a:lnTo>
                  <a:lnTo>
                    <a:pt x="6123114" y="0"/>
                  </a:lnTo>
                  <a:lnTo>
                    <a:pt x="6116400" y="0"/>
                  </a:lnTo>
                  <a:lnTo>
                    <a:pt x="6109686" y="0"/>
                  </a:lnTo>
                  <a:lnTo>
                    <a:pt x="6102972" y="0"/>
                  </a:lnTo>
                  <a:lnTo>
                    <a:pt x="6096258" y="0"/>
                  </a:lnTo>
                  <a:lnTo>
                    <a:pt x="6089544" y="0"/>
                  </a:lnTo>
                  <a:lnTo>
                    <a:pt x="6082830" y="0"/>
                  </a:lnTo>
                  <a:lnTo>
                    <a:pt x="6076116" y="0"/>
                  </a:lnTo>
                  <a:lnTo>
                    <a:pt x="6069402" y="0"/>
                  </a:lnTo>
                  <a:lnTo>
                    <a:pt x="6062688" y="0"/>
                  </a:lnTo>
                  <a:lnTo>
                    <a:pt x="6055974" y="0"/>
                  </a:lnTo>
                  <a:lnTo>
                    <a:pt x="6049260" y="0"/>
                  </a:lnTo>
                  <a:lnTo>
                    <a:pt x="6042546" y="0"/>
                  </a:lnTo>
                  <a:lnTo>
                    <a:pt x="6035833" y="0"/>
                  </a:lnTo>
                  <a:lnTo>
                    <a:pt x="6029119" y="0"/>
                  </a:lnTo>
                  <a:lnTo>
                    <a:pt x="6022405" y="0"/>
                  </a:lnTo>
                  <a:lnTo>
                    <a:pt x="6015691" y="0"/>
                  </a:lnTo>
                  <a:lnTo>
                    <a:pt x="6008977" y="0"/>
                  </a:lnTo>
                  <a:lnTo>
                    <a:pt x="6002263" y="0"/>
                  </a:lnTo>
                  <a:lnTo>
                    <a:pt x="5995549" y="0"/>
                  </a:lnTo>
                  <a:lnTo>
                    <a:pt x="5988835" y="0"/>
                  </a:lnTo>
                  <a:lnTo>
                    <a:pt x="5982121" y="0"/>
                  </a:lnTo>
                  <a:lnTo>
                    <a:pt x="5975407" y="0"/>
                  </a:lnTo>
                  <a:lnTo>
                    <a:pt x="5968693" y="0"/>
                  </a:lnTo>
                  <a:lnTo>
                    <a:pt x="5961979" y="0"/>
                  </a:lnTo>
                  <a:lnTo>
                    <a:pt x="5955265" y="0"/>
                  </a:lnTo>
                  <a:lnTo>
                    <a:pt x="5948551" y="0"/>
                  </a:lnTo>
                  <a:lnTo>
                    <a:pt x="5941837" y="0"/>
                  </a:lnTo>
                  <a:lnTo>
                    <a:pt x="5935123" y="0"/>
                  </a:lnTo>
                  <a:lnTo>
                    <a:pt x="5928409" y="0"/>
                  </a:lnTo>
                  <a:lnTo>
                    <a:pt x="5921696" y="0"/>
                  </a:lnTo>
                  <a:lnTo>
                    <a:pt x="5914982" y="0"/>
                  </a:lnTo>
                  <a:lnTo>
                    <a:pt x="5908268" y="0"/>
                  </a:lnTo>
                  <a:lnTo>
                    <a:pt x="5901554" y="0"/>
                  </a:lnTo>
                  <a:lnTo>
                    <a:pt x="5894840" y="0"/>
                  </a:lnTo>
                  <a:lnTo>
                    <a:pt x="5888126" y="0"/>
                  </a:lnTo>
                  <a:lnTo>
                    <a:pt x="5881412" y="0"/>
                  </a:lnTo>
                  <a:lnTo>
                    <a:pt x="5874698" y="0"/>
                  </a:lnTo>
                  <a:lnTo>
                    <a:pt x="5867984" y="0"/>
                  </a:lnTo>
                  <a:lnTo>
                    <a:pt x="5861270" y="0"/>
                  </a:lnTo>
                  <a:lnTo>
                    <a:pt x="5854556" y="0"/>
                  </a:lnTo>
                  <a:lnTo>
                    <a:pt x="5847842" y="0"/>
                  </a:lnTo>
                  <a:lnTo>
                    <a:pt x="5841128" y="0"/>
                  </a:lnTo>
                  <a:lnTo>
                    <a:pt x="5834414" y="0"/>
                  </a:lnTo>
                  <a:lnTo>
                    <a:pt x="5827700" y="0"/>
                  </a:lnTo>
                  <a:lnTo>
                    <a:pt x="5820986" y="0"/>
                  </a:lnTo>
                  <a:lnTo>
                    <a:pt x="5814272" y="0"/>
                  </a:lnTo>
                  <a:lnTo>
                    <a:pt x="5807559" y="0"/>
                  </a:lnTo>
                  <a:lnTo>
                    <a:pt x="5800845" y="0"/>
                  </a:lnTo>
                  <a:lnTo>
                    <a:pt x="5794131" y="0"/>
                  </a:lnTo>
                  <a:lnTo>
                    <a:pt x="5787417" y="0"/>
                  </a:lnTo>
                  <a:lnTo>
                    <a:pt x="5780703" y="0"/>
                  </a:lnTo>
                  <a:lnTo>
                    <a:pt x="5773989" y="0"/>
                  </a:lnTo>
                  <a:lnTo>
                    <a:pt x="5767275" y="0"/>
                  </a:lnTo>
                  <a:lnTo>
                    <a:pt x="5760561" y="0"/>
                  </a:lnTo>
                  <a:lnTo>
                    <a:pt x="5753847" y="0"/>
                  </a:lnTo>
                  <a:lnTo>
                    <a:pt x="5747133" y="0"/>
                  </a:lnTo>
                  <a:lnTo>
                    <a:pt x="5740419" y="0"/>
                  </a:lnTo>
                  <a:lnTo>
                    <a:pt x="5733705" y="0"/>
                  </a:lnTo>
                  <a:lnTo>
                    <a:pt x="5726991" y="0"/>
                  </a:lnTo>
                  <a:lnTo>
                    <a:pt x="5720277" y="0"/>
                  </a:lnTo>
                  <a:lnTo>
                    <a:pt x="5713563" y="0"/>
                  </a:lnTo>
                  <a:lnTo>
                    <a:pt x="5706849" y="0"/>
                  </a:lnTo>
                  <a:lnTo>
                    <a:pt x="5700136" y="0"/>
                  </a:lnTo>
                  <a:lnTo>
                    <a:pt x="5693422" y="0"/>
                  </a:lnTo>
                  <a:lnTo>
                    <a:pt x="5686708" y="0"/>
                  </a:lnTo>
                  <a:lnTo>
                    <a:pt x="5679994" y="0"/>
                  </a:lnTo>
                  <a:lnTo>
                    <a:pt x="5673280" y="0"/>
                  </a:lnTo>
                  <a:lnTo>
                    <a:pt x="5666566" y="0"/>
                  </a:lnTo>
                  <a:lnTo>
                    <a:pt x="5659852" y="0"/>
                  </a:lnTo>
                  <a:lnTo>
                    <a:pt x="5653138" y="0"/>
                  </a:lnTo>
                  <a:lnTo>
                    <a:pt x="5646424" y="0"/>
                  </a:lnTo>
                  <a:lnTo>
                    <a:pt x="5639710" y="0"/>
                  </a:lnTo>
                  <a:lnTo>
                    <a:pt x="5632996" y="0"/>
                  </a:lnTo>
                  <a:lnTo>
                    <a:pt x="5626282" y="0"/>
                  </a:lnTo>
                  <a:lnTo>
                    <a:pt x="5619568" y="0"/>
                  </a:lnTo>
                  <a:lnTo>
                    <a:pt x="5612854" y="0"/>
                  </a:lnTo>
                  <a:lnTo>
                    <a:pt x="5606140" y="0"/>
                  </a:lnTo>
                  <a:lnTo>
                    <a:pt x="5599426" y="0"/>
                  </a:lnTo>
                  <a:lnTo>
                    <a:pt x="5592712" y="0"/>
                  </a:lnTo>
                  <a:lnTo>
                    <a:pt x="5585999" y="0"/>
                  </a:lnTo>
                  <a:lnTo>
                    <a:pt x="5579285" y="0"/>
                  </a:lnTo>
                  <a:lnTo>
                    <a:pt x="5572571" y="0"/>
                  </a:lnTo>
                  <a:lnTo>
                    <a:pt x="5565857" y="0"/>
                  </a:lnTo>
                  <a:lnTo>
                    <a:pt x="5559143" y="0"/>
                  </a:lnTo>
                  <a:lnTo>
                    <a:pt x="5552429" y="0"/>
                  </a:lnTo>
                  <a:lnTo>
                    <a:pt x="5545715" y="0"/>
                  </a:lnTo>
                  <a:lnTo>
                    <a:pt x="5539001" y="0"/>
                  </a:lnTo>
                  <a:lnTo>
                    <a:pt x="5532287" y="0"/>
                  </a:lnTo>
                  <a:lnTo>
                    <a:pt x="5525573" y="0"/>
                  </a:lnTo>
                  <a:lnTo>
                    <a:pt x="5518859" y="0"/>
                  </a:lnTo>
                  <a:lnTo>
                    <a:pt x="5512145" y="0"/>
                  </a:lnTo>
                  <a:lnTo>
                    <a:pt x="5505431" y="0"/>
                  </a:lnTo>
                  <a:lnTo>
                    <a:pt x="5498717" y="0"/>
                  </a:lnTo>
                  <a:lnTo>
                    <a:pt x="5492003" y="0"/>
                  </a:lnTo>
                  <a:lnTo>
                    <a:pt x="5485289" y="0"/>
                  </a:lnTo>
                  <a:lnTo>
                    <a:pt x="5478575" y="0"/>
                  </a:lnTo>
                  <a:lnTo>
                    <a:pt x="5471862" y="0"/>
                  </a:lnTo>
                  <a:lnTo>
                    <a:pt x="5465148" y="0"/>
                  </a:lnTo>
                  <a:lnTo>
                    <a:pt x="5458434" y="0"/>
                  </a:lnTo>
                  <a:lnTo>
                    <a:pt x="5451720" y="0"/>
                  </a:lnTo>
                  <a:lnTo>
                    <a:pt x="5445006" y="0"/>
                  </a:lnTo>
                  <a:lnTo>
                    <a:pt x="5438292" y="0"/>
                  </a:lnTo>
                  <a:lnTo>
                    <a:pt x="5431578" y="0"/>
                  </a:lnTo>
                  <a:lnTo>
                    <a:pt x="5424864" y="0"/>
                  </a:lnTo>
                  <a:lnTo>
                    <a:pt x="5418150" y="0"/>
                  </a:lnTo>
                  <a:lnTo>
                    <a:pt x="5411436" y="0"/>
                  </a:lnTo>
                  <a:lnTo>
                    <a:pt x="5404722" y="0"/>
                  </a:lnTo>
                  <a:lnTo>
                    <a:pt x="5398008" y="0"/>
                  </a:lnTo>
                  <a:lnTo>
                    <a:pt x="5391294" y="0"/>
                  </a:lnTo>
                  <a:lnTo>
                    <a:pt x="5384580" y="0"/>
                  </a:lnTo>
                  <a:lnTo>
                    <a:pt x="5377866" y="0"/>
                  </a:lnTo>
                  <a:lnTo>
                    <a:pt x="5371152" y="0"/>
                  </a:lnTo>
                  <a:lnTo>
                    <a:pt x="5364438" y="0"/>
                  </a:lnTo>
                  <a:lnTo>
                    <a:pt x="5357725" y="0"/>
                  </a:lnTo>
                  <a:lnTo>
                    <a:pt x="5351011" y="0"/>
                  </a:lnTo>
                  <a:lnTo>
                    <a:pt x="5344297" y="0"/>
                  </a:lnTo>
                  <a:lnTo>
                    <a:pt x="5337583" y="0"/>
                  </a:lnTo>
                  <a:lnTo>
                    <a:pt x="5330869" y="0"/>
                  </a:lnTo>
                  <a:lnTo>
                    <a:pt x="5324155" y="0"/>
                  </a:lnTo>
                  <a:lnTo>
                    <a:pt x="5317441" y="0"/>
                  </a:lnTo>
                  <a:lnTo>
                    <a:pt x="5310727" y="0"/>
                  </a:lnTo>
                  <a:lnTo>
                    <a:pt x="5304013" y="0"/>
                  </a:lnTo>
                  <a:lnTo>
                    <a:pt x="5297299" y="0"/>
                  </a:lnTo>
                  <a:lnTo>
                    <a:pt x="5290585" y="0"/>
                  </a:lnTo>
                  <a:lnTo>
                    <a:pt x="5283871" y="0"/>
                  </a:lnTo>
                  <a:lnTo>
                    <a:pt x="5277157" y="0"/>
                  </a:lnTo>
                  <a:lnTo>
                    <a:pt x="5270443" y="0"/>
                  </a:lnTo>
                  <a:lnTo>
                    <a:pt x="5263729" y="0"/>
                  </a:lnTo>
                  <a:lnTo>
                    <a:pt x="5257015" y="0"/>
                  </a:lnTo>
                  <a:lnTo>
                    <a:pt x="5250301" y="0"/>
                  </a:lnTo>
                  <a:lnTo>
                    <a:pt x="5243588" y="0"/>
                  </a:lnTo>
                  <a:lnTo>
                    <a:pt x="5236874" y="0"/>
                  </a:lnTo>
                  <a:lnTo>
                    <a:pt x="5230160" y="0"/>
                  </a:lnTo>
                  <a:lnTo>
                    <a:pt x="5223446" y="0"/>
                  </a:lnTo>
                  <a:lnTo>
                    <a:pt x="5216732" y="0"/>
                  </a:lnTo>
                  <a:lnTo>
                    <a:pt x="5210018" y="0"/>
                  </a:lnTo>
                  <a:lnTo>
                    <a:pt x="5203304" y="0"/>
                  </a:lnTo>
                  <a:lnTo>
                    <a:pt x="5196590" y="0"/>
                  </a:lnTo>
                  <a:lnTo>
                    <a:pt x="5189876" y="0"/>
                  </a:lnTo>
                  <a:lnTo>
                    <a:pt x="5183162" y="0"/>
                  </a:lnTo>
                  <a:lnTo>
                    <a:pt x="5176448" y="0"/>
                  </a:lnTo>
                  <a:lnTo>
                    <a:pt x="5169734" y="0"/>
                  </a:lnTo>
                  <a:lnTo>
                    <a:pt x="5163020" y="0"/>
                  </a:lnTo>
                  <a:lnTo>
                    <a:pt x="5156306" y="0"/>
                  </a:lnTo>
                  <a:lnTo>
                    <a:pt x="5149592" y="0"/>
                  </a:lnTo>
                  <a:lnTo>
                    <a:pt x="5142878" y="0"/>
                  </a:lnTo>
                  <a:lnTo>
                    <a:pt x="5136164" y="0"/>
                  </a:lnTo>
                  <a:lnTo>
                    <a:pt x="5129451" y="0"/>
                  </a:lnTo>
                  <a:lnTo>
                    <a:pt x="5122737" y="0"/>
                  </a:lnTo>
                  <a:lnTo>
                    <a:pt x="5116023" y="0"/>
                  </a:lnTo>
                  <a:lnTo>
                    <a:pt x="5109309" y="0"/>
                  </a:lnTo>
                  <a:lnTo>
                    <a:pt x="5102595" y="0"/>
                  </a:lnTo>
                  <a:lnTo>
                    <a:pt x="5095881" y="0"/>
                  </a:lnTo>
                  <a:lnTo>
                    <a:pt x="5089167" y="0"/>
                  </a:lnTo>
                  <a:lnTo>
                    <a:pt x="5082453" y="0"/>
                  </a:lnTo>
                  <a:lnTo>
                    <a:pt x="5075739" y="0"/>
                  </a:lnTo>
                  <a:lnTo>
                    <a:pt x="5069025" y="0"/>
                  </a:lnTo>
                  <a:lnTo>
                    <a:pt x="5062311" y="0"/>
                  </a:lnTo>
                  <a:lnTo>
                    <a:pt x="5055597" y="0"/>
                  </a:lnTo>
                  <a:lnTo>
                    <a:pt x="5048883" y="0"/>
                  </a:lnTo>
                  <a:lnTo>
                    <a:pt x="5042169" y="0"/>
                  </a:lnTo>
                  <a:lnTo>
                    <a:pt x="5035455" y="0"/>
                  </a:lnTo>
                  <a:lnTo>
                    <a:pt x="5028741" y="0"/>
                  </a:lnTo>
                  <a:lnTo>
                    <a:pt x="5022027" y="0"/>
                  </a:lnTo>
                  <a:lnTo>
                    <a:pt x="5015314" y="0"/>
                  </a:lnTo>
                  <a:lnTo>
                    <a:pt x="5008600" y="0"/>
                  </a:lnTo>
                  <a:lnTo>
                    <a:pt x="5001886" y="0"/>
                  </a:lnTo>
                  <a:lnTo>
                    <a:pt x="4995172" y="0"/>
                  </a:lnTo>
                  <a:lnTo>
                    <a:pt x="4988458" y="0"/>
                  </a:lnTo>
                  <a:lnTo>
                    <a:pt x="4981744" y="0"/>
                  </a:lnTo>
                  <a:lnTo>
                    <a:pt x="4975030" y="0"/>
                  </a:lnTo>
                  <a:lnTo>
                    <a:pt x="4968316" y="0"/>
                  </a:lnTo>
                  <a:lnTo>
                    <a:pt x="4961602" y="0"/>
                  </a:lnTo>
                  <a:lnTo>
                    <a:pt x="4954888" y="0"/>
                  </a:lnTo>
                  <a:lnTo>
                    <a:pt x="4948174" y="0"/>
                  </a:lnTo>
                  <a:lnTo>
                    <a:pt x="4941460" y="0"/>
                  </a:lnTo>
                  <a:lnTo>
                    <a:pt x="4934746" y="0"/>
                  </a:lnTo>
                  <a:lnTo>
                    <a:pt x="4928032" y="0"/>
                  </a:lnTo>
                  <a:lnTo>
                    <a:pt x="4921318" y="0"/>
                  </a:lnTo>
                  <a:lnTo>
                    <a:pt x="4914604" y="0"/>
                  </a:lnTo>
                  <a:lnTo>
                    <a:pt x="4907890" y="0"/>
                  </a:lnTo>
                  <a:lnTo>
                    <a:pt x="4901177" y="0"/>
                  </a:lnTo>
                  <a:lnTo>
                    <a:pt x="4894463" y="0"/>
                  </a:lnTo>
                  <a:lnTo>
                    <a:pt x="4887749" y="0"/>
                  </a:lnTo>
                  <a:lnTo>
                    <a:pt x="4881035" y="0"/>
                  </a:lnTo>
                  <a:lnTo>
                    <a:pt x="4874321" y="0"/>
                  </a:lnTo>
                  <a:lnTo>
                    <a:pt x="4867607" y="0"/>
                  </a:lnTo>
                  <a:lnTo>
                    <a:pt x="4860893" y="0"/>
                  </a:lnTo>
                  <a:lnTo>
                    <a:pt x="4854179" y="0"/>
                  </a:lnTo>
                  <a:lnTo>
                    <a:pt x="4847465" y="0"/>
                  </a:lnTo>
                  <a:lnTo>
                    <a:pt x="4840751" y="0"/>
                  </a:lnTo>
                  <a:lnTo>
                    <a:pt x="4834037" y="0"/>
                  </a:lnTo>
                  <a:lnTo>
                    <a:pt x="4827323" y="0"/>
                  </a:lnTo>
                  <a:lnTo>
                    <a:pt x="4820609" y="0"/>
                  </a:lnTo>
                  <a:lnTo>
                    <a:pt x="4813895" y="0"/>
                  </a:lnTo>
                  <a:lnTo>
                    <a:pt x="4807181" y="0"/>
                  </a:lnTo>
                  <a:lnTo>
                    <a:pt x="4800467" y="0"/>
                  </a:lnTo>
                  <a:lnTo>
                    <a:pt x="4793753" y="0"/>
                  </a:lnTo>
                  <a:lnTo>
                    <a:pt x="4787040" y="0"/>
                  </a:lnTo>
                  <a:lnTo>
                    <a:pt x="4780326" y="0"/>
                  </a:lnTo>
                  <a:lnTo>
                    <a:pt x="4773612" y="0"/>
                  </a:lnTo>
                  <a:lnTo>
                    <a:pt x="4766898" y="0"/>
                  </a:lnTo>
                  <a:lnTo>
                    <a:pt x="4760184" y="0"/>
                  </a:lnTo>
                  <a:lnTo>
                    <a:pt x="4753470" y="0"/>
                  </a:lnTo>
                  <a:lnTo>
                    <a:pt x="4746756" y="0"/>
                  </a:lnTo>
                  <a:lnTo>
                    <a:pt x="4740042" y="0"/>
                  </a:lnTo>
                  <a:lnTo>
                    <a:pt x="4733328" y="0"/>
                  </a:lnTo>
                  <a:lnTo>
                    <a:pt x="4726614" y="0"/>
                  </a:lnTo>
                  <a:lnTo>
                    <a:pt x="4719900" y="0"/>
                  </a:lnTo>
                  <a:lnTo>
                    <a:pt x="4713186" y="0"/>
                  </a:lnTo>
                  <a:lnTo>
                    <a:pt x="4706472" y="0"/>
                  </a:lnTo>
                  <a:lnTo>
                    <a:pt x="4699758" y="0"/>
                  </a:lnTo>
                  <a:lnTo>
                    <a:pt x="4693044" y="0"/>
                  </a:lnTo>
                  <a:lnTo>
                    <a:pt x="4686330" y="0"/>
                  </a:lnTo>
                  <a:lnTo>
                    <a:pt x="4679616" y="0"/>
                  </a:lnTo>
                  <a:lnTo>
                    <a:pt x="4672903" y="0"/>
                  </a:lnTo>
                  <a:lnTo>
                    <a:pt x="4666189" y="0"/>
                  </a:lnTo>
                  <a:lnTo>
                    <a:pt x="4659475" y="0"/>
                  </a:lnTo>
                  <a:lnTo>
                    <a:pt x="4652761" y="0"/>
                  </a:lnTo>
                  <a:lnTo>
                    <a:pt x="4646047" y="0"/>
                  </a:lnTo>
                  <a:lnTo>
                    <a:pt x="4639333" y="0"/>
                  </a:lnTo>
                  <a:lnTo>
                    <a:pt x="4632619" y="0"/>
                  </a:lnTo>
                  <a:lnTo>
                    <a:pt x="4625905" y="0"/>
                  </a:lnTo>
                  <a:lnTo>
                    <a:pt x="4619191" y="0"/>
                  </a:lnTo>
                  <a:lnTo>
                    <a:pt x="4612477" y="0"/>
                  </a:lnTo>
                  <a:lnTo>
                    <a:pt x="4605763" y="0"/>
                  </a:lnTo>
                  <a:lnTo>
                    <a:pt x="4599049" y="0"/>
                  </a:lnTo>
                  <a:lnTo>
                    <a:pt x="4592335" y="0"/>
                  </a:lnTo>
                  <a:lnTo>
                    <a:pt x="4585621" y="0"/>
                  </a:lnTo>
                  <a:lnTo>
                    <a:pt x="4578907" y="0"/>
                  </a:lnTo>
                  <a:lnTo>
                    <a:pt x="4572193" y="0"/>
                  </a:lnTo>
                  <a:lnTo>
                    <a:pt x="4565479" y="0"/>
                  </a:lnTo>
                  <a:lnTo>
                    <a:pt x="4558766" y="0"/>
                  </a:lnTo>
                  <a:lnTo>
                    <a:pt x="4552052" y="0"/>
                  </a:lnTo>
                  <a:lnTo>
                    <a:pt x="4545338" y="0"/>
                  </a:lnTo>
                  <a:lnTo>
                    <a:pt x="4538624" y="0"/>
                  </a:lnTo>
                  <a:lnTo>
                    <a:pt x="4531910" y="0"/>
                  </a:lnTo>
                  <a:lnTo>
                    <a:pt x="4525196" y="0"/>
                  </a:lnTo>
                  <a:lnTo>
                    <a:pt x="4518482" y="0"/>
                  </a:lnTo>
                  <a:lnTo>
                    <a:pt x="4511768" y="0"/>
                  </a:lnTo>
                  <a:lnTo>
                    <a:pt x="4505054" y="0"/>
                  </a:lnTo>
                  <a:lnTo>
                    <a:pt x="4498340" y="0"/>
                  </a:lnTo>
                  <a:lnTo>
                    <a:pt x="4491626" y="0"/>
                  </a:lnTo>
                  <a:lnTo>
                    <a:pt x="4484912" y="0"/>
                  </a:lnTo>
                  <a:lnTo>
                    <a:pt x="4478198" y="0"/>
                  </a:lnTo>
                  <a:lnTo>
                    <a:pt x="4471484" y="0"/>
                  </a:lnTo>
                  <a:lnTo>
                    <a:pt x="4464770" y="0"/>
                  </a:lnTo>
                  <a:lnTo>
                    <a:pt x="4458056" y="0"/>
                  </a:lnTo>
                  <a:lnTo>
                    <a:pt x="4451342" y="0"/>
                  </a:lnTo>
                  <a:lnTo>
                    <a:pt x="4444629" y="0"/>
                  </a:lnTo>
                  <a:lnTo>
                    <a:pt x="4437915" y="0"/>
                  </a:lnTo>
                  <a:lnTo>
                    <a:pt x="4431201" y="0"/>
                  </a:lnTo>
                  <a:lnTo>
                    <a:pt x="4424487" y="0"/>
                  </a:lnTo>
                  <a:lnTo>
                    <a:pt x="4417773" y="0"/>
                  </a:lnTo>
                  <a:lnTo>
                    <a:pt x="4411059" y="0"/>
                  </a:lnTo>
                  <a:lnTo>
                    <a:pt x="4404345" y="0"/>
                  </a:lnTo>
                  <a:lnTo>
                    <a:pt x="4397631" y="0"/>
                  </a:lnTo>
                  <a:lnTo>
                    <a:pt x="4390917" y="0"/>
                  </a:lnTo>
                  <a:lnTo>
                    <a:pt x="4384203" y="0"/>
                  </a:lnTo>
                  <a:lnTo>
                    <a:pt x="4377489" y="0"/>
                  </a:lnTo>
                  <a:lnTo>
                    <a:pt x="4370775" y="0"/>
                  </a:lnTo>
                  <a:lnTo>
                    <a:pt x="4364061" y="0"/>
                  </a:lnTo>
                  <a:lnTo>
                    <a:pt x="4357347" y="0"/>
                  </a:lnTo>
                  <a:lnTo>
                    <a:pt x="4350633" y="0"/>
                  </a:lnTo>
                  <a:lnTo>
                    <a:pt x="4343919" y="0"/>
                  </a:lnTo>
                  <a:lnTo>
                    <a:pt x="4337205" y="0"/>
                  </a:lnTo>
                  <a:lnTo>
                    <a:pt x="4330492" y="0"/>
                  </a:lnTo>
                  <a:lnTo>
                    <a:pt x="4323778" y="0"/>
                  </a:lnTo>
                  <a:lnTo>
                    <a:pt x="4317064" y="0"/>
                  </a:lnTo>
                  <a:lnTo>
                    <a:pt x="4310350" y="0"/>
                  </a:lnTo>
                  <a:lnTo>
                    <a:pt x="4303636" y="0"/>
                  </a:lnTo>
                  <a:lnTo>
                    <a:pt x="4296922" y="0"/>
                  </a:lnTo>
                  <a:lnTo>
                    <a:pt x="4290208" y="0"/>
                  </a:lnTo>
                  <a:lnTo>
                    <a:pt x="4283494" y="0"/>
                  </a:lnTo>
                  <a:lnTo>
                    <a:pt x="4276780" y="0"/>
                  </a:lnTo>
                  <a:lnTo>
                    <a:pt x="4270066" y="0"/>
                  </a:lnTo>
                  <a:lnTo>
                    <a:pt x="4263352" y="0"/>
                  </a:lnTo>
                  <a:lnTo>
                    <a:pt x="4256638" y="0"/>
                  </a:lnTo>
                  <a:lnTo>
                    <a:pt x="4249924" y="0"/>
                  </a:lnTo>
                  <a:lnTo>
                    <a:pt x="4243210" y="0"/>
                  </a:lnTo>
                  <a:lnTo>
                    <a:pt x="4236496" y="0"/>
                  </a:lnTo>
                  <a:lnTo>
                    <a:pt x="4229782" y="0"/>
                  </a:lnTo>
                  <a:lnTo>
                    <a:pt x="4223068" y="0"/>
                  </a:lnTo>
                  <a:lnTo>
                    <a:pt x="4216355" y="0"/>
                  </a:lnTo>
                  <a:lnTo>
                    <a:pt x="4209641" y="0"/>
                  </a:lnTo>
                  <a:lnTo>
                    <a:pt x="4202927" y="0"/>
                  </a:lnTo>
                  <a:lnTo>
                    <a:pt x="4196213" y="0"/>
                  </a:lnTo>
                  <a:lnTo>
                    <a:pt x="4189499" y="0"/>
                  </a:lnTo>
                  <a:lnTo>
                    <a:pt x="4182785" y="0"/>
                  </a:lnTo>
                  <a:lnTo>
                    <a:pt x="4176071" y="0"/>
                  </a:lnTo>
                  <a:lnTo>
                    <a:pt x="4169357" y="0"/>
                  </a:lnTo>
                  <a:lnTo>
                    <a:pt x="4162643" y="0"/>
                  </a:lnTo>
                  <a:lnTo>
                    <a:pt x="4155929" y="0"/>
                  </a:lnTo>
                  <a:lnTo>
                    <a:pt x="4149215" y="0"/>
                  </a:lnTo>
                  <a:lnTo>
                    <a:pt x="4142501" y="0"/>
                  </a:lnTo>
                  <a:lnTo>
                    <a:pt x="4135787" y="0"/>
                  </a:lnTo>
                  <a:lnTo>
                    <a:pt x="4129073" y="0"/>
                  </a:lnTo>
                  <a:lnTo>
                    <a:pt x="4122359" y="0"/>
                  </a:lnTo>
                  <a:lnTo>
                    <a:pt x="4115645" y="0"/>
                  </a:lnTo>
                  <a:lnTo>
                    <a:pt x="4108931" y="0"/>
                  </a:lnTo>
                  <a:lnTo>
                    <a:pt x="4102218" y="0"/>
                  </a:lnTo>
                  <a:lnTo>
                    <a:pt x="4095504" y="0"/>
                  </a:lnTo>
                  <a:lnTo>
                    <a:pt x="4088790" y="0"/>
                  </a:lnTo>
                  <a:lnTo>
                    <a:pt x="4082076" y="0"/>
                  </a:lnTo>
                  <a:lnTo>
                    <a:pt x="4075362" y="0"/>
                  </a:lnTo>
                  <a:lnTo>
                    <a:pt x="4068648" y="0"/>
                  </a:lnTo>
                  <a:lnTo>
                    <a:pt x="4061934" y="0"/>
                  </a:lnTo>
                  <a:lnTo>
                    <a:pt x="4055220" y="0"/>
                  </a:lnTo>
                  <a:lnTo>
                    <a:pt x="4048506" y="0"/>
                  </a:lnTo>
                  <a:lnTo>
                    <a:pt x="4041792" y="0"/>
                  </a:lnTo>
                  <a:lnTo>
                    <a:pt x="4035078" y="0"/>
                  </a:lnTo>
                  <a:lnTo>
                    <a:pt x="4028364" y="0"/>
                  </a:lnTo>
                  <a:lnTo>
                    <a:pt x="4021650" y="0"/>
                  </a:lnTo>
                  <a:lnTo>
                    <a:pt x="4014936" y="0"/>
                  </a:lnTo>
                  <a:lnTo>
                    <a:pt x="4008222" y="0"/>
                  </a:lnTo>
                  <a:lnTo>
                    <a:pt x="4001508" y="0"/>
                  </a:lnTo>
                  <a:lnTo>
                    <a:pt x="3994794" y="0"/>
                  </a:lnTo>
                  <a:lnTo>
                    <a:pt x="3988081" y="0"/>
                  </a:lnTo>
                  <a:lnTo>
                    <a:pt x="3981367" y="0"/>
                  </a:lnTo>
                  <a:lnTo>
                    <a:pt x="3974653" y="0"/>
                  </a:lnTo>
                  <a:lnTo>
                    <a:pt x="3967939" y="0"/>
                  </a:lnTo>
                  <a:lnTo>
                    <a:pt x="3961225" y="0"/>
                  </a:lnTo>
                  <a:lnTo>
                    <a:pt x="3954511" y="0"/>
                  </a:lnTo>
                  <a:lnTo>
                    <a:pt x="3947797" y="0"/>
                  </a:lnTo>
                  <a:lnTo>
                    <a:pt x="3941083" y="0"/>
                  </a:lnTo>
                  <a:lnTo>
                    <a:pt x="3934369" y="0"/>
                  </a:lnTo>
                  <a:lnTo>
                    <a:pt x="3927655" y="0"/>
                  </a:lnTo>
                  <a:lnTo>
                    <a:pt x="3920941" y="0"/>
                  </a:lnTo>
                  <a:lnTo>
                    <a:pt x="3914227" y="0"/>
                  </a:lnTo>
                  <a:lnTo>
                    <a:pt x="3907513" y="0"/>
                  </a:lnTo>
                  <a:lnTo>
                    <a:pt x="3900799" y="0"/>
                  </a:lnTo>
                  <a:lnTo>
                    <a:pt x="3894085" y="0"/>
                  </a:lnTo>
                  <a:lnTo>
                    <a:pt x="3887371" y="0"/>
                  </a:lnTo>
                  <a:lnTo>
                    <a:pt x="3880657" y="0"/>
                  </a:lnTo>
                  <a:lnTo>
                    <a:pt x="3873944" y="0"/>
                  </a:lnTo>
                  <a:lnTo>
                    <a:pt x="3867230" y="0"/>
                  </a:lnTo>
                  <a:lnTo>
                    <a:pt x="3860516" y="0"/>
                  </a:lnTo>
                  <a:lnTo>
                    <a:pt x="3853802" y="0"/>
                  </a:lnTo>
                  <a:lnTo>
                    <a:pt x="3847088" y="0"/>
                  </a:lnTo>
                  <a:lnTo>
                    <a:pt x="3840374" y="0"/>
                  </a:lnTo>
                  <a:lnTo>
                    <a:pt x="3833660" y="0"/>
                  </a:lnTo>
                  <a:lnTo>
                    <a:pt x="3826946" y="0"/>
                  </a:lnTo>
                  <a:lnTo>
                    <a:pt x="3820232" y="0"/>
                  </a:lnTo>
                  <a:lnTo>
                    <a:pt x="3813518" y="0"/>
                  </a:lnTo>
                  <a:lnTo>
                    <a:pt x="3806804" y="0"/>
                  </a:lnTo>
                  <a:lnTo>
                    <a:pt x="3800090" y="0"/>
                  </a:lnTo>
                  <a:lnTo>
                    <a:pt x="3793376" y="0"/>
                  </a:lnTo>
                  <a:lnTo>
                    <a:pt x="3786662" y="0"/>
                  </a:lnTo>
                  <a:lnTo>
                    <a:pt x="3779948" y="0"/>
                  </a:lnTo>
                  <a:lnTo>
                    <a:pt x="3773234" y="0"/>
                  </a:lnTo>
                  <a:lnTo>
                    <a:pt x="3766520" y="0"/>
                  </a:lnTo>
                  <a:lnTo>
                    <a:pt x="3759807" y="0"/>
                  </a:lnTo>
                  <a:lnTo>
                    <a:pt x="3753093" y="0"/>
                  </a:lnTo>
                  <a:lnTo>
                    <a:pt x="3746379" y="0"/>
                  </a:lnTo>
                  <a:lnTo>
                    <a:pt x="3739665" y="0"/>
                  </a:lnTo>
                  <a:lnTo>
                    <a:pt x="3732951" y="0"/>
                  </a:lnTo>
                  <a:lnTo>
                    <a:pt x="3726237" y="0"/>
                  </a:lnTo>
                  <a:lnTo>
                    <a:pt x="3719523" y="0"/>
                  </a:lnTo>
                  <a:lnTo>
                    <a:pt x="3712809" y="0"/>
                  </a:lnTo>
                  <a:lnTo>
                    <a:pt x="3706095" y="0"/>
                  </a:lnTo>
                  <a:lnTo>
                    <a:pt x="3699381" y="0"/>
                  </a:lnTo>
                  <a:lnTo>
                    <a:pt x="3692667" y="0"/>
                  </a:lnTo>
                  <a:lnTo>
                    <a:pt x="3685953" y="0"/>
                  </a:lnTo>
                  <a:lnTo>
                    <a:pt x="3679239" y="0"/>
                  </a:lnTo>
                  <a:lnTo>
                    <a:pt x="3672525" y="0"/>
                  </a:lnTo>
                  <a:lnTo>
                    <a:pt x="3665811" y="0"/>
                  </a:lnTo>
                  <a:lnTo>
                    <a:pt x="3659097" y="0"/>
                  </a:lnTo>
                  <a:lnTo>
                    <a:pt x="3652383" y="0"/>
                  </a:lnTo>
                  <a:lnTo>
                    <a:pt x="3645670" y="0"/>
                  </a:lnTo>
                  <a:lnTo>
                    <a:pt x="3638956" y="0"/>
                  </a:lnTo>
                  <a:lnTo>
                    <a:pt x="3632242" y="0"/>
                  </a:lnTo>
                  <a:lnTo>
                    <a:pt x="3625528" y="0"/>
                  </a:lnTo>
                  <a:lnTo>
                    <a:pt x="3618814" y="0"/>
                  </a:lnTo>
                  <a:lnTo>
                    <a:pt x="3612100" y="0"/>
                  </a:lnTo>
                  <a:lnTo>
                    <a:pt x="3605386" y="0"/>
                  </a:lnTo>
                  <a:lnTo>
                    <a:pt x="3598672" y="0"/>
                  </a:lnTo>
                  <a:lnTo>
                    <a:pt x="3591958" y="0"/>
                  </a:lnTo>
                  <a:lnTo>
                    <a:pt x="3585244" y="0"/>
                  </a:lnTo>
                  <a:lnTo>
                    <a:pt x="3578530" y="0"/>
                  </a:lnTo>
                  <a:lnTo>
                    <a:pt x="3571816" y="0"/>
                  </a:lnTo>
                  <a:lnTo>
                    <a:pt x="3565102" y="0"/>
                  </a:lnTo>
                  <a:lnTo>
                    <a:pt x="3558388" y="0"/>
                  </a:lnTo>
                  <a:lnTo>
                    <a:pt x="3551674" y="0"/>
                  </a:lnTo>
                  <a:lnTo>
                    <a:pt x="3544960" y="0"/>
                  </a:lnTo>
                  <a:lnTo>
                    <a:pt x="3538246" y="0"/>
                  </a:lnTo>
                  <a:lnTo>
                    <a:pt x="3531533" y="0"/>
                  </a:lnTo>
                  <a:lnTo>
                    <a:pt x="3524819" y="0"/>
                  </a:lnTo>
                  <a:lnTo>
                    <a:pt x="3518105" y="0"/>
                  </a:lnTo>
                  <a:lnTo>
                    <a:pt x="3511391" y="0"/>
                  </a:lnTo>
                  <a:lnTo>
                    <a:pt x="3504677" y="0"/>
                  </a:lnTo>
                  <a:lnTo>
                    <a:pt x="3497963" y="0"/>
                  </a:lnTo>
                  <a:lnTo>
                    <a:pt x="3491249" y="0"/>
                  </a:lnTo>
                  <a:lnTo>
                    <a:pt x="3484535" y="0"/>
                  </a:lnTo>
                  <a:lnTo>
                    <a:pt x="3477821" y="0"/>
                  </a:lnTo>
                  <a:lnTo>
                    <a:pt x="3471107" y="0"/>
                  </a:lnTo>
                  <a:lnTo>
                    <a:pt x="3464393" y="0"/>
                  </a:lnTo>
                  <a:lnTo>
                    <a:pt x="3457679" y="0"/>
                  </a:lnTo>
                  <a:lnTo>
                    <a:pt x="3450965" y="0"/>
                  </a:lnTo>
                  <a:lnTo>
                    <a:pt x="3444251" y="0"/>
                  </a:lnTo>
                  <a:lnTo>
                    <a:pt x="3437537" y="0"/>
                  </a:lnTo>
                  <a:lnTo>
                    <a:pt x="3430823" y="0"/>
                  </a:lnTo>
                  <a:lnTo>
                    <a:pt x="3424109" y="0"/>
                  </a:lnTo>
                  <a:lnTo>
                    <a:pt x="3417396" y="0"/>
                  </a:lnTo>
                  <a:lnTo>
                    <a:pt x="3410682" y="0"/>
                  </a:lnTo>
                  <a:lnTo>
                    <a:pt x="3403968" y="0"/>
                  </a:lnTo>
                  <a:lnTo>
                    <a:pt x="3397254" y="0"/>
                  </a:lnTo>
                  <a:lnTo>
                    <a:pt x="3390540" y="0"/>
                  </a:lnTo>
                  <a:lnTo>
                    <a:pt x="3383826" y="0"/>
                  </a:lnTo>
                  <a:lnTo>
                    <a:pt x="3377112" y="0"/>
                  </a:lnTo>
                  <a:lnTo>
                    <a:pt x="3370398" y="0"/>
                  </a:lnTo>
                  <a:lnTo>
                    <a:pt x="3363684" y="0"/>
                  </a:lnTo>
                  <a:lnTo>
                    <a:pt x="3356970" y="0"/>
                  </a:lnTo>
                  <a:lnTo>
                    <a:pt x="3350256" y="0"/>
                  </a:lnTo>
                  <a:lnTo>
                    <a:pt x="3343542" y="0"/>
                  </a:lnTo>
                  <a:lnTo>
                    <a:pt x="3336828" y="0"/>
                  </a:lnTo>
                  <a:lnTo>
                    <a:pt x="3330114" y="0"/>
                  </a:lnTo>
                  <a:lnTo>
                    <a:pt x="3323400" y="0"/>
                  </a:lnTo>
                  <a:lnTo>
                    <a:pt x="3316686" y="0"/>
                  </a:lnTo>
                  <a:lnTo>
                    <a:pt x="3309972" y="0"/>
                  </a:lnTo>
                  <a:lnTo>
                    <a:pt x="3303259" y="0"/>
                  </a:lnTo>
                  <a:lnTo>
                    <a:pt x="3296545" y="0"/>
                  </a:lnTo>
                  <a:lnTo>
                    <a:pt x="3289831" y="0"/>
                  </a:lnTo>
                  <a:lnTo>
                    <a:pt x="3283117" y="0"/>
                  </a:lnTo>
                  <a:lnTo>
                    <a:pt x="3276403" y="0"/>
                  </a:lnTo>
                  <a:lnTo>
                    <a:pt x="3269689" y="0"/>
                  </a:lnTo>
                  <a:lnTo>
                    <a:pt x="3262975" y="0"/>
                  </a:lnTo>
                  <a:lnTo>
                    <a:pt x="3256261" y="0"/>
                  </a:lnTo>
                  <a:lnTo>
                    <a:pt x="3249547" y="0"/>
                  </a:lnTo>
                  <a:lnTo>
                    <a:pt x="3242833" y="0"/>
                  </a:lnTo>
                  <a:lnTo>
                    <a:pt x="3236119" y="0"/>
                  </a:lnTo>
                  <a:lnTo>
                    <a:pt x="3229405" y="0"/>
                  </a:lnTo>
                  <a:lnTo>
                    <a:pt x="3222691" y="0"/>
                  </a:lnTo>
                  <a:lnTo>
                    <a:pt x="3215977" y="0"/>
                  </a:lnTo>
                  <a:lnTo>
                    <a:pt x="3209263" y="0"/>
                  </a:lnTo>
                  <a:lnTo>
                    <a:pt x="3202549" y="0"/>
                  </a:lnTo>
                  <a:lnTo>
                    <a:pt x="3195835" y="0"/>
                  </a:lnTo>
                  <a:lnTo>
                    <a:pt x="3189122" y="0"/>
                  </a:lnTo>
                  <a:lnTo>
                    <a:pt x="3182408" y="0"/>
                  </a:lnTo>
                  <a:lnTo>
                    <a:pt x="3175694" y="0"/>
                  </a:lnTo>
                  <a:lnTo>
                    <a:pt x="3168980" y="0"/>
                  </a:lnTo>
                  <a:lnTo>
                    <a:pt x="3162266" y="0"/>
                  </a:lnTo>
                  <a:lnTo>
                    <a:pt x="3155552" y="0"/>
                  </a:lnTo>
                  <a:lnTo>
                    <a:pt x="3148838" y="0"/>
                  </a:lnTo>
                  <a:lnTo>
                    <a:pt x="3142124" y="0"/>
                  </a:lnTo>
                  <a:lnTo>
                    <a:pt x="3135410" y="0"/>
                  </a:lnTo>
                  <a:lnTo>
                    <a:pt x="3128696" y="0"/>
                  </a:lnTo>
                  <a:lnTo>
                    <a:pt x="3121982" y="0"/>
                  </a:lnTo>
                  <a:lnTo>
                    <a:pt x="3115268" y="0"/>
                  </a:lnTo>
                  <a:lnTo>
                    <a:pt x="3108554" y="0"/>
                  </a:lnTo>
                  <a:lnTo>
                    <a:pt x="3101840" y="0"/>
                  </a:lnTo>
                  <a:lnTo>
                    <a:pt x="3095126" y="0"/>
                  </a:lnTo>
                  <a:lnTo>
                    <a:pt x="3088412" y="0"/>
                  </a:lnTo>
                  <a:lnTo>
                    <a:pt x="3081698" y="0"/>
                  </a:lnTo>
                  <a:lnTo>
                    <a:pt x="3074985" y="0"/>
                  </a:lnTo>
                  <a:lnTo>
                    <a:pt x="3068271" y="0"/>
                  </a:lnTo>
                  <a:lnTo>
                    <a:pt x="3061557" y="0"/>
                  </a:lnTo>
                  <a:lnTo>
                    <a:pt x="3054843" y="0"/>
                  </a:lnTo>
                  <a:lnTo>
                    <a:pt x="3048129" y="0"/>
                  </a:lnTo>
                  <a:lnTo>
                    <a:pt x="3041415" y="0"/>
                  </a:lnTo>
                  <a:lnTo>
                    <a:pt x="3034701" y="0"/>
                  </a:lnTo>
                  <a:lnTo>
                    <a:pt x="3027987" y="0"/>
                  </a:lnTo>
                  <a:lnTo>
                    <a:pt x="3021273" y="0"/>
                  </a:lnTo>
                  <a:lnTo>
                    <a:pt x="3014559" y="0"/>
                  </a:lnTo>
                  <a:lnTo>
                    <a:pt x="3007845" y="0"/>
                  </a:lnTo>
                  <a:lnTo>
                    <a:pt x="3001131" y="0"/>
                  </a:lnTo>
                  <a:lnTo>
                    <a:pt x="2994417" y="0"/>
                  </a:lnTo>
                  <a:lnTo>
                    <a:pt x="2987703" y="0"/>
                  </a:lnTo>
                  <a:lnTo>
                    <a:pt x="2980989" y="0"/>
                  </a:lnTo>
                  <a:lnTo>
                    <a:pt x="2974275" y="0"/>
                  </a:lnTo>
                  <a:lnTo>
                    <a:pt x="2967561" y="0"/>
                  </a:lnTo>
                  <a:lnTo>
                    <a:pt x="2960848" y="0"/>
                  </a:lnTo>
                  <a:lnTo>
                    <a:pt x="2954134" y="0"/>
                  </a:lnTo>
                  <a:lnTo>
                    <a:pt x="2947420" y="0"/>
                  </a:lnTo>
                  <a:lnTo>
                    <a:pt x="2940706" y="0"/>
                  </a:lnTo>
                  <a:lnTo>
                    <a:pt x="2933992" y="0"/>
                  </a:lnTo>
                  <a:lnTo>
                    <a:pt x="2927278" y="0"/>
                  </a:lnTo>
                  <a:lnTo>
                    <a:pt x="2920564" y="0"/>
                  </a:lnTo>
                  <a:lnTo>
                    <a:pt x="2913850" y="0"/>
                  </a:lnTo>
                  <a:lnTo>
                    <a:pt x="2907136" y="0"/>
                  </a:lnTo>
                  <a:lnTo>
                    <a:pt x="2900422" y="0"/>
                  </a:lnTo>
                  <a:lnTo>
                    <a:pt x="2893708" y="0"/>
                  </a:lnTo>
                  <a:lnTo>
                    <a:pt x="2886994" y="0"/>
                  </a:lnTo>
                  <a:lnTo>
                    <a:pt x="2880280" y="0"/>
                  </a:lnTo>
                  <a:lnTo>
                    <a:pt x="2873566" y="0"/>
                  </a:lnTo>
                  <a:lnTo>
                    <a:pt x="2866852" y="0"/>
                  </a:lnTo>
                  <a:lnTo>
                    <a:pt x="2860138" y="0"/>
                  </a:lnTo>
                  <a:lnTo>
                    <a:pt x="2853424" y="0"/>
                  </a:lnTo>
                  <a:lnTo>
                    <a:pt x="2846711" y="0"/>
                  </a:lnTo>
                  <a:lnTo>
                    <a:pt x="2839997" y="0"/>
                  </a:lnTo>
                  <a:lnTo>
                    <a:pt x="2833283" y="0"/>
                  </a:lnTo>
                  <a:lnTo>
                    <a:pt x="2826569" y="0"/>
                  </a:lnTo>
                  <a:lnTo>
                    <a:pt x="2819855" y="0"/>
                  </a:lnTo>
                  <a:lnTo>
                    <a:pt x="2813141" y="0"/>
                  </a:lnTo>
                  <a:lnTo>
                    <a:pt x="2806427" y="0"/>
                  </a:lnTo>
                  <a:lnTo>
                    <a:pt x="2799713" y="0"/>
                  </a:lnTo>
                  <a:lnTo>
                    <a:pt x="2792999" y="0"/>
                  </a:lnTo>
                  <a:lnTo>
                    <a:pt x="2786285" y="0"/>
                  </a:lnTo>
                  <a:lnTo>
                    <a:pt x="2779571" y="0"/>
                  </a:lnTo>
                  <a:lnTo>
                    <a:pt x="2772857" y="0"/>
                  </a:lnTo>
                  <a:lnTo>
                    <a:pt x="2766143" y="0"/>
                  </a:lnTo>
                  <a:lnTo>
                    <a:pt x="2759429" y="0"/>
                  </a:lnTo>
                  <a:lnTo>
                    <a:pt x="2752715" y="0"/>
                  </a:lnTo>
                  <a:lnTo>
                    <a:pt x="2746001" y="0"/>
                  </a:lnTo>
                  <a:lnTo>
                    <a:pt x="2739287" y="0"/>
                  </a:lnTo>
                  <a:lnTo>
                    <a:pt x="2732574" y="0"/>
                  </a:lnTo>
                  <a:lnTo>
                    <a:pt x="2725860" y="0"/>
                  </a:lnTo>
                  <a:lnTo>
                    <a:pt x="2719146" y="0"/>
                  </a:lnTo>
                  <a:lnTo>
                    <a:pt x="2712432" y="0"/>
                  </a:lnTo>
                  <a:lnTo>
                    <a:pt x="2705718" y="0"/>
                  </a:lnTo>
                  <a:lnTo>
                    <a:pt x="2699004" y="0"/>
                  </a:lnTo>
                  <a:lnTo>
                    <a:pt x="2692290" y="0"/>
                  </a:lnTo>
                  <a:lnTo>
                    <a:pt x="2685576" y="0"/>
                  </a:lnTo>
                  <a:lnTo>
                    <a:pt x="2678862" y="0"/>
                  </a:lnTo>
                  <a:lnTo>
                    <a:pt x="2672148" y="0"/>
                  </a:lnTo>
                  <a:lnTo>
                    <a:pt x="2665434" y="0"/>
                  </a:lnTo>
                  <a:lnTo>
                    <a:pt x="2658720" y="0"/>
                  </a:lnTo>
                  <a:lnTo>
                    <a:pt x="2652006" y="0"/>
                  </a:lnTo>
                  <a:lnTo>
                    <a:pt x="2645292" y="0"/>
                  </a:lnTo>
                  <a:lnTo>
                    <a:pt x="2638578" y="0"/>
                  </a:lnTo>
                  <a:lnTo>
                    <a:pt x="2631864" y="0"/>
                  </a:lnTo>
                  <a:lnTo>
                    <a:pt x="2625150" y="0"/>
                  </a:lnTo>
                  <a:lnTo>
                    <a:pt x="2618437" y="0"/>
                  </a:lnTo>
                  <a:lnTo>
                    <a:pt x="2611723" y="0"/>
                  </a:lnTo>
                  <a:lnTo>
                    <a:pt x="2605009" y="0"/>
                  </a:lnTo>
                  <a:lnTo>
                    <a:pt x="2598295" y="0"/>
                  </a:lnTo>
                  <a:lnTo>
                    <a:pt x="2591581" y="0"/>
                  </a:lnTo>
                  <a:lnTo>
                    <a:pt x="2584867" y="0"/>
                  </a:lnTo>
                  <a:lnTo>
                    <a:pt x="2578153" y="0"/>
                  </a:lnTo>
                  <a:lnTo>
                    <a:pt x="2571439" y="0"/>
                  </a:lnTo>
                  <a:lnTo>
                    <a:pt x="2564725" y="0"/>
                  </a:lnTo>
                  <a:lnTo>
                    <a:pt x="2558011" y="0"/>
                  </a:lnTo>
                  <a:lnTo>
                    <a:pt x="2551297" y="0"/>
                  </a:lnTo>
                  <a:lnTo>
                    <a:pt x="2544583" y="0"/>
                  </a:lnTo>
                  <a:lnTo>
                    <a:pt x="2537869" y="0"/>
                  </a:lnTo>
                  <a:lnTo>
                    <a:pt x="2531155" y="0"/>
                  </a:lnTo>
                  <a:lnTo>
                    <a:pt x="2524441" y="0"/>
                  </a:lnTo>
                  <a:lnTo>
                    <a:pt x="2517727" y="0"/>
                  </a:lnTo>
                  <a:lnTo>
                    <a:pt x="2511013" y="0"/>
                  </a:lnTo>
                  <a:lnTo>
                    <a:pt x="2504300" y="0"/>
                  </a:lnTo>
                  <a:lnTo>
                    <a:pt x="2497586" y="0"/>
                  </a:lnTo>
                  <a:lnTo>
                    <a:pt x="2490872" y="0"/>
                  </a:lnTo>
                  <a:lnTo>
                    <a:pt x="2484158" y="0"/>
                  </a:lnTo>
                  <a:lnTo>
                    <a:pt x="2477444" y="0"/>
                  </a:lnTo>
                  <a:lnTo>
                    <a:pt x="2470730" y="0"/>
                  </a:lnTo>
                  <a:lnTo>
                    <a:pt x="2464016" y="0"/>
                  </a:lnTo>
                  <a:lnTo>
                    <a:pt x="2457302" y="0"/>
                  </a:lnTo>
                  <a:lnTo>
                    <a:pt x="2450588" y="0"/>
                  </a:lnTo>
                  <a:lnTo>
                    <a:pt x="2443874" y="0"/>
                  </a:lnTo>
                  <a:lnTo>
                    <a:pt x="2437160" y="0"/>
                  </a:lnTo>
                  <a:lnTo>
                    <a:pt x="2430446" y="0"/>
                  </a:lnTo>
                  <a:lnTo>
                    <a:pt x="2423732" y="0"/>
                  </a:lnTo>
                  <a:lnTo>
                    <a:pt x="2417018" y="0"/>
                  </a:lnTo>
                  <a:lnTo>
                    <a:pt x="2410304" y="0"/>
                  </a:lnTo>
                  <a:lnTo>
                    <a:pt x="2403590" y="0"/>
                  </a:lnTo>
                  <a:lnTo>
                    <a:pt x="2396876" y="0"/>
                  </a:lnTo>
                  <a:lnTo>
                    <a:pt x="2390163" y="0"/>
                  </a:lnTo>
                  <a:lnTo>
                    <a:pt x="2383449" y="0"/>
                  </a:lnTo>
                  <a:lnTo>
                    <a:pt x="2376735" y="0"/>
                  </a:lnTo>
                  <a:lnTo>
                    <a:pt x="2370021" y="0"/>
                  </a:lnTo>
                  <a:lnTo>
                    <a:pt x="2363307" y="0"/>
                  </a:lnTo>
                  <a:lnTo>
                    <a:pt x="2356593" y="0"/>
                  </a:lnTo>
                  <a:lnTo>
                    <a:pt x="2349879" y="0"/>
                  </a:lnTo>
                  <a:lnTo>
                    <a:pt x="2343165" y="0"/>
                  </a:lnTo>
                  <a:lnTo>
                    <a:pt x="2336451" y="0"/>
                  </a:lnTo>
                  <a:lnTo>
                    <a:pt x="2329737" y="0"/>
                  </a:lnTo>
                  <a:lnTo>
                    <a:pt x="2323023" y="0"/>
                  </a:lnTo>
                  <a:lnTo>
                    <a:pt x="2316309" y="0"/>
                  </a:lnTo>
                  <a:lnTo>
                    <a:pt x="2309595" y="0"/>
                  </a:lnTo>
                  <a:lnTo>
                    <a:pt x="2302881" y="0"/>
                  </a:lnTo>
                  <a:lnTo>
                    <a:pt x="2296167" y="0"/>
                  </a:lnTo>
                  <a:lnTo>
                    <a:pt x="2289453" y="0"/>
                  </a:lnTo>
                  <a:lnTo>
                    <a:pt x="2282739" y="0"/>
                  </a:lnTo>
                  <a:lnTo>
                    <a:pt x="2276026" y="0"/>
                  </a:lnTo>
                  <a:lnTo>
                    <a:pt x="2269312" y="0"/>
                  </a:lnTo>
                  <a:lnTo>
                    <a:pt x="2262598" y="0"/>
                  </a:lnTo>
                  <a:lnTo>
                    <a:pt x="2255884" y="0"/>
                  </a:lnTo>
                  <a:lnTo>
                    <a:pt x="2249170" y="0"/>
                  </a:lnTo>
                  <a:lnTo>
                    <a:pt x="2242456" y="0"/>
                  </a:lnTo>
                  <a:lnTo>
                    <a:pt x="2235742" y="0"/>
                  </a:lnTo>
                  <a:lnTo>
                    <a:pt x="2229028" y="0"/>
                  </a:lnTo>
                  <a:lnTo>
                    <a:pt x="2222314" y="0"/>
                  </a:lnTo>
                  <a:lnTo>
                    <a:pt x="2215600" y="0"/>
                  </a:lnTo>
                  <a:lnTo>
                    <a:pt x="2208886" y="0"/>
                  </a:lnTo>
                  <a:lnTo>
                    <a:pt x="2202172" y="0"/>
                  </a:lnTo>
                  <a:lnTo>
                    <a:pt x="2195458" y="0"/>
                  </a:lnTo>
                  <a:lnTo>
                    <a:pt x="2188744" y="0"/>
                  </a:lnTo>
                  <a:lnTo>
                    <a:pt x="2182030" y="0"/>
                  </a:lnTo>
                  <a:lnTo>
                    <a:pt x="2175316" y="0"/>
                  </a:lnTo>
                  <a:lnTo>
                    <a:pt x="2168602" y="0"/>
                  </a:lnTo>
                  <a:lnTo>
                    <a:pt x="2161889" y="0"/>
                  </a:lnTo>
                  <a:lnTo>
                    <a:pt x="2155175" y="0"/>
                  </a:lnTo>
                  <a:lnTo>
                    <a:pt x="2148461" y="0"/>
                  </a:lnTo>
                  <a:lnTo>
                    <a:pt x="2141747" y="0"/>
                  </a:lnTo>
                  <a:lnTo>
                    <a:pt x="2135033" y="0"/>
                  </a:lnTo>
                  <a:lnTo>
                    <a:pt x="2128319" y="0"/>
                  </a:lnTo>
                  <a:lnTo>
                    <a:pt x="2121605" y="0"/>
                  </a:lnTo>
                  <a:lnTo>
                    <a:pt x="2114891" y="0"/>
                  </a:lnTo>
                  <a:lnTo>
                    <a:pt x="2108177" y="0"/>
                  </a:lnTo>
                  <a:lnTo>
                    <a:pt x="2101463" y="0"/>
                  </a:lnTo>
                  <a:lnTo>
                    <a:pt x="2094749" y="0"/>
                  </a:lnTo>
                  <a:lnTo>
                    <a:pt x="2088035" y="0"/>
                  </a:lnTo>
                  <a:lnTo>
                    <a:pt x="2081321" y="0"/>
                  </a:lnTo>
                  <a:lnTo>
                    <a:pt x="2074607" y="0"/>
                  </a:lnTo>
                  <a:lnTo>
                    <a:pt x="2067893" y="0"/>
                  </a:lnTo>
                  <a:lnTo>
                    <a:pt x="2061179" y="0"/>
                  </a:lnTo>
                  <a:lnTo>
                    <a:pt x="2054465" y="0"/>
                  </a:lnTo>
                  <a:lnTo>
                    <a:pt x="2047752" y="0"/>
                  </a:lnTo>
                  <a:lnTo>
                    <a:pt x="2041038" y="0"/>
                  </a:lnTo>
                  <a:lnTo>
                    <a:pt x="2034324" y="0"/>
                  </a:lnTo>
                  <a:lnTo>
                    <a:pt x="2027610" y="0"/>
                  </a:lnTo>
                  <a:lnTo>
                    <a:pt x="2020896" y="0"/>
                  </a:lnTo>
                  <a:lnTo>
                    <a:pt x="2014182" y="0"/>
                  </a:lnTo>
                  <a:lnTo>
                    <a:pt x="2007468" y="0"/>
                  </a:lnTo>
                  <a:lnTo>
                    <a:pt x="2000754" y="0"/>
                  </a:lnTo>
                  <a:lnTo>
                    <a:pt x="1994040" y="0"/>
                  </a:lnTo>
                  <a:lnTo>
                    <a:pt x="1987326" y="0"/>
                  </a:lnTo>
                  <a:lnTo>
                    <a:pt x="1980612" y="0"/>
                  </a:lnTo>
                  <a:lnTo>
                    <a:pt x="1973898" y="0"/>
                  </a:lnTo>
                  <a:lnTo>
                    <a:pt x="1967184" y="0"/>
                  </a:lnTo>
                  <a:lnTo>
                    <a:pt x="1960470" y="0"/>
                  </a:lnTo>
                  <a:lnTo>
                    <a:pt x="1953756" y="0"/>
                  </a:lnTo>
                  <a:lnTo>
                    <a:pt x="1947042" y="0"/>
                  </a:lnTo>
                  <a:lnTo>
                    <a:pt x="1940328" y="0"/>
                  </a:lnTo>
                  <a:lnTo>
                    <a:pt x="1933615" y="0"/>
                  </a:lnTo>
                  <a:lnTo>
                    <a:pt x="1926901" y="0"/>
                  </a:lnTo>
                  <a:lnTo>
                    <a:pt x="1920187" y="0"/>
                  </a:lnTo>
                  <a:lnTo>
                    <a:pt x="1913473" y="0"/>
                  </a:lnTo>
                  <a:lnTo>
                    <a:pt x="1906759" y="0"/>
                  </a:lnTo>
                  <a:lnTo>
                    <a:pt x="1900045" y="0"/>
                  </a:lnTo>
                  <a:lnTo>
                    <a:pt x="1893331" y="0"/>
                  </a:lnTo>
                  <a:lnTo>
                    <a:pt x="1886617" y="0"/>
                  </a:lnTo>
                  <a:lnTo>
                    <a:pt x="1879903" y="0"/>
                  </a:lnTo>
                  <a:lnTo>
                    <a:pt x="1873189" y="0"/>
                  </a:lnTo>
                  <a:lnTo>
                    <a:pt x="1866475" y="0"/>
                  </a:lnTo>
                  <a:lnTo>
                    <a:pt x="1859761" y="0"/>
                  </a:lnTo>
                  <a:lnTo>
                    <a:pt x="1853047" y="0"/>
                  </a:lnTo>
                  <a:lnTo>
                    <a:pt x="1846333" y="0"/>
                  </a:lnTo>
                  <a:lnTo>
                    <a:pt x="1839619" y="0"/>
                  </a:lnTo>
                  <a:lnTo>
                    <a:pt x="1832905" y="0"/>
                  </a:lnTo>
                  <a:lnTo>
                    <a:pt x="1826191" y="0"/>
                  </a:lnTo>
                  <a:lnTo>
                    <a:pt x="1819478" y="0"/>
                  </a:lnTo>
                  <a:lnTo>
                    <a:pt x="1812764" y="0"/>
                  </a:lnTo>
                  <a:lnTo>
                    <a:pt x="1806050" y="0"/>
                  </a:lnTo>
                  <a:lnTo>
                    <a:pt x="1799336" y="0"/>
                  </a:lnTo>
                  <a:lnTo>
                    <a:pt x="1792622" y="0"/>
                  </a:lnTo>
                  <a:lnTo>
                    <a:pt x="1785908" y="0"/>
                  </a:lnTo>
                  <a:lnTo>
                    <a:pt x="1779194" y="0"/>
                  </a:lnTo>
                  <a:lnTo>
                    <a:pt x="1772480" y="0"/>
                  </a:lnTo>
                  <a:lnTo>
                    <a:pt x="1765766" y="0"/>
                  </a:lnTo>
                  <a:lnTo>
                    <a:pt x="1759052" y="0"/>
                  </a:lnTo>
                  <a:lnTo>
                    <a:pt x="1752338" y="0"/>
                  </a:lnTo>
                  <a:lnTo>
                    <a:pt x="1745624" y="0"/>
                  </a:lnTo>
                  <a:lnTo>
                    <a:pt x="1738910" y="0"/>
                  </a:lnTo>
                  <a:lnTo>
                    <a:pt x="1732196" y="0"/>
                  </a:lnTo>
                  <a:lnTo>
                    <a:pt x="1725482" y="0"/>
                  </a:lnTo>
                  <a:lnTo>
                    <a:pt x="1718768" y="0"/>
                  </a:lnTo>
                  <a:lnTo>
                    <a:pt x="1712054" y="0"/>
                  </a:lnTo>
                  <a:lnTo>
                    <a:pt x="1705341" y="0"/>
                  </a:lnTo>
                  <a:lnTo>
                    <a:pt x="1698627" y="0"/>
                  </a:lnTo>
                  <a:lnTo>
                    <a:pt x="1691913" y="0"/>
                  </a:lnTo>
                  <a:lnTo>
                    <a:pt x="1685199" y="0"/>
                  </a:lnTo>
                  <a:lnTo>
                    <a:pt x="1678485" y="0"/>
                  </a:lnTo>
                  <a:lnTo>
                    <a:pt x="1671771" y="0"/>
                  </a:lnTo>
                  <a:lnTo>
                    <a:pt x="1665057" y="0"/>
                  </a:lnTo>
                  <a:lnTo>
                    <a:pt x="1658343" y="0"/>
                  </a:lnTo>
                  <a:lnTo>
                    <a:pt x="1651629" y="0"/>
                  </a:lnTo>
                  <a:lnTo>
                    <a:pt x="1644915" y="0"/>
                  </a:lnTo>
                  <a:lnTo>
                    <a:pt x="1638201" y="0"/>
                  </a:lnTo>
                  <a:lnTo>
                    <a:pt x="1631487" y="0"/>
                  </a:lnTo>
                  <a:lnTo>
                    <a:pt x="1624773" y="0"/>
                  </a:lnTo>
                  <a:lnTo>
                    <a:pt x="1618059" y="0"/>
                  </a:lnTo>
                  <a:lnTo>
                    <a:pt x="1611345" y="0"/>
                  </a:lnTo>
                  <a:lnTo>
                    <a:pt x="1604631" y="0"/>
                  </a:lnTo>
                  <a:lnTo>
                    <a:pt x="1597917" y="0"/>
                  </a:lnTo>
                  <a:lnTo>
                    <a:pt x="1591204" y="0"/>
                  </a:lnTo>
                  <a:lnTo>
                    <a:pt x="1584490" y="0"/>
                  </a:lnTo>
                  <a:lnTo>
                    <a:pt x="1577776" y="0"/>
                  </a:lnTo>
                  <a:lnTo>
                    <a:pt x="1571062" y="0"/>
                  </a:lnTo>
                  <a:lnTo>
                    <a:pt x="1564348" y="0"/>
                  </a:lnTo>
                  <a:lnTo>
                    <a:pt x="1557634" y="0"/>
                  </a:lnTo>
                  <a:lnTo>
                    <a:pt x="1550920" y="0"/>
                  </a:lnTo>
                  <a:lnTo>
                    <a:pt x="1544206" y="0"/>
                  </a:lnTo>
                  <a:lnTo>
                    <a:pt x="1537492" y="0"/>
                  </a:lnTo>
                  <a:lnTo>
                    <a:pt x="1530778" y="0"/>
                  </a:lnTo>
                  <a:lnTo>
                    <a:pt x="1524064" y="0"/>
                  </a:lnTo>
                  <a:lnTo>
                    <a:pt x="1517350" y="0"/>
                  </a:lnTo>
                  <a:lnTo>
                    <a:pt x="1510636" y="0"/>
                  </a:lnTo>
                  <a:lnTo>
                    <a:pt x="1503922" y="0"/>
                  </a:lnTo>
                  <a:lnTo>
                    <a:pt x="1497208" y="0"/>
                  </a:lnTo>
                  <a:lnTo>
                    <a:pt x="1490494" y="0"/>
                  </a:lnTo>
                  <a:lnTo>
                    <a:pt x="1483780" y="0"/>
                  </a:lnTo>
                  <a:lnTo>
                    <a:pt x="1477067" y="0"/>
                  </a:lnTo>
                  <a:lnTo>
                    <a:pt x="1470353" y="0"/>
                  </a:lnTo>
                  <a:lnTo>
                    <a:pt x="1463639" y="0"/>
                  </a:lnTo>
                  <a:lnTo>
                    <a:pt x="1456925" y="0"/>
                  </a:lnTo>
                  <a:lnTo>
                    <a:pt x="1450211" y="0"/>
                  </a:lnTo>
                  <a:lnTo>
                    <a:pt x="1443497" y="0"/>
                  </a:lnTo>
                  <a:lnTo>
                    <a:pt x="1436783" y="0"/>
                  </a:lnTo>
                  <a:lnTo>
                    <a:pt x="1430069" y="0"/>
                  </a:lnTo>
                  <a:lnTo>
                    <a:pt x="1423355" y="0"/>
                  </a:lnTo>
                  <a:lnTo>
                    <a:pt x="1416641" y="0"/>
                  </a:lnTo>
                  <a:lnTo>
                    <a:pt x="1409927" y="0"/>
                  </a:lnTo>
                  <a:lnTo>
                    <a:pt x="1403213" y="0"/>
                  </a:lnTo>
                  <a:lnTo>
                    <a:pt x="1396499" y="0"/>
                  </a:lnTo>
                  <a:lnTo>
                    <a:pt x="1389785" y="0"/>
                  </a:lnTo>
                  <a:lnTo>
                    <a:pt x="1383071" y="0"/>
                  </a:lnTo>
                  <a:lnTo>
                    <a:pt x="1376357" y="0"/>
                  </a:lnTo>
                  <a:lnTo>
                    <a:pt x="1369643" y="0"/>
                  </a:lnTo>
                  <a:lnTo>
                    <a:pt x="1362930" y="0"/>
                  </a:lnTo>
                  <a:lnTo>
                    <a:pt x="1356216" y="0"/>
                  </a:lnTo>
                  <a:lnTo>
                    <a:pt x="1349502" y="0"/>
                  </a:lnTo>
                  <a:lnTo>
                    <a:pt x="1342788" y="0"/>
                  </a:lnTo>
                  <a:lnTo>
                    <a:pt x="1336074" y="0"/>
                  </a:lnTo>
                  <a:lnTo>
                    <a:pt x="1329360" y="0"/>
                  </a:lnTo>
                  <a:lnTo>
                    <a:pt x="1322646" y="0"/>
                  </a:lnTo>
                  <a:lnTo>
                    <a:pt x="1315932" y="0"/>
                  </a:lnTo>
                  <a:lnTo>
                    <a:pt x="1309218" y="0"/>
                  </a:lnTo>
                  <a:lnTo>
                    <a:pt x="1302504" y="0"/>
                  </a:lnTo>
                  <a:lnTo>
                    <a:pt x="1295790" y="0"/>
                  </a:lnTo>
                  <a:lnTo>
                    <a:pt x="1289076" y="0"/>
                  </a:lnTo>
                  <a:lnTo>
                    <a:pt x="1282362" y="0"/>
                  </a:lnTo>
                  <a:lnTo>
                    <a:pt x="1275648" y="0"/>
                  </a:lnTo>
                  <a:lnTo>
                    <a:pt x="1268934" y="0"/>
                  </a:lnTo>
                  <a:lnTo>
                    <a:pt x="1262220" y="0"/>
                  </a:lnTo>
                  <a:lnTo>
                    <a:pt x="1255506" y="0"/>
                  </a:lnTo>
                  <a:lnTo>
                    <a:pt x="1248793" y="0"/>
                  </a:lnTo>
                  <a:lnTo>
                    <a:pt x="1242079" y="0"/>
                  </a:lnTo>
                  <a:lnTo>
                    <a:pt x="1235365" y="0"/>
                  </a:lnTo>
                  <a:lnTo>
                    <a:pt x="1228651" y="0"/>
                  </a:lnTo>
                  <a:lnTo>
                    <a:pt x="1221937" y="0"/>
                  </a:lnTo>
                  <a:lnTo>
                    <a:pt x="1215223" y="0"/>
                  </a:lnTo>
                  <a:lnTo>
                    <a:pt x="1208509" y="0"/>
                  </a:lnTo>
                  <a:lnTo>
                    <a:pt x="1201795" y="0"/>
                  </a:lnTo>
                  <a:lnTo>
                    <a:pt x="1195081" y="0"/>
                  </a:lnTo>
                  <a:lnTo>
                    <a:pt x="1188367" y="0"/>
                  </a:lnTo>
                  <a:lnTo>
                    <a:pt x="1181653" y="0"/>
                  </a:lnTo>
                  <a:lnTo>
                    <a:pt x="1174939" y="0"/>
                  </a:lnTo>
                  <a:lnTo>
                    <a:pt x="1168225" y="0"/>
                  </a:lnTo>
                  <a:lnTo>
                    <a:pt x="1161511" y="0"/>
                  </a:lnTo>
                  <a:lnTo>
                    <a:pt x="1154797" y="0"/>
                  </a:lnTo>
                  <a:lnTo>
                    <a:pt x="1148083" y="0"/>
                  </a:lnTo>
                  <a:lnTo>
                    <a:pt x="1141369" y="0"/>
                  </a:lnTo>
                  <a:lnTo>
                    <a:pt x="1134656" y="0"/>
                  </a:lnTo>
                  <a:lnTo>
                    <a:pt x="1127942" y="0"/>
                  </a:lnTo>
                  <a:lnTo>
                    <a:pt x="1121228" y="0"/>
                  </a:lnTo>
                  <a:lnTo>
                    <a:pt x="1114514" y="0"/>
                  </a:lnTo>
                  <a:lnTo>
                    <a:pt x="1107800" y="0"/>
                  </a:lnTo>
                  <a:lnTo>
                    <a:pt x="1101086" y="0"/>
                  </a:lnTo>
                  <a:lnTo>
                    <a:pt x="1094372" y="0"/>
                  </a:lnTo>
                  <a:lnTo>
                    <a:pt x="1087658" y="0"/>
                  </a:lnTo>
                  <a:lnTo>
                    <a:pt x="1080944" y="0"/>
                  </a:lnTo>
                  <a:lnTo>
                    <a:pt x="1074230" y="0"/>
                  </a:lnTo>
                  <a:lnTo>
                    <a:pt x="1067516" y="0"/>
                  </a:lnTo>
                  <a:lnTo>
                    <a:pt x="1060802" y="0"/>
                  </a:lnTo>
                  <a:lnTo>
                    <a:pt x="1054088" y="0"/>
                  </a:lnTo>
                  <a:lnTo>
                    <a:pt x="1047374" y="0"/>
                  </a:lnTo>
                  <a:lnTo>
                    <a:pt x="1040660" y="0"/>
                  </a:lnTo>
                  <a:lnTo>
                    <a:pt x="1033946" y="0"/>
                  </a:lnTo>
                  <a:lnTo>
                    <a:pt x="1027232" y="0"/>
                  </a:lnTo>
                  <a:lnTo>
                    <a:pt x="1020519" y="0"/>
                  </a:lnTo>
                  <a:lnTo>
                    <a:pt x="1013805" y="0"/>
                  </a:lnTo>
                  <a:lnTo>
                    <a:pt x="1007091" y="0"/>
                  </a:lnTo>
                  <a:lnTo>
                    <a:pt x="1000377" y="0"/>
                  </a:lnTo>
                  <a:lnTo>
                    <a:pt x="993663" y="0"/>
                  </a:lnTo>
                  <a:lnTo>
                    <a:pt x="986949" y="0"/>
                  </a:lnTo>
                  <a:lnTo>
                    <a:pt x="980235" y="0"/>
                  </a:lnTo>
                  <a:lnTo>
                    <a:pt x="973521" y="0"/>
                  </a:lnTo>
                  <a:lnTo>
                    <a:pt x="966807" y="0"/>
                  </a:lnTo>
                  <a:lnTo>
                    <a:pt x="960093" y="0"/>
                  </a:lnTo>
                  <a:lnTo>
                    <a:pt x="953379" y="0"/>
                  </a:lnTo>
                  <a:lnTo>
                    <a:pt x="946665" y="0"/>
                  </a:lnTo>
                  <a:lnTo>
                    <a:pt x="939951" y="0"/>
                  </a:lnTo>
                  <a:lnTo>
                    <a:pt x="933237" y="0"/>
                  </a:lnTo>
                  <a:lnTo>
                    <a:pt x="926523" y="0"/>
                  </a:lnTo>
                  <a:lnTo>
                    <a:pt x="919809" y="0"/>
                  </a:lnTo>
                  <a:lnTo>
                    <a:pt x="913095" y="0"/>
                  </a:lnTo>
                  <a:lnTo>
                    <a:pt x="906382" y="0"/>
                  </a:lnTo>
                  <a:lnTo>
                    <a:pt x="899668" y="0"/>
                  </a:lnTo>
                  <a:lnTo>
                    <a:pt x="892954" y="0"/>
                  </a:lnTo>
                  <a:lnTo>
                    <a:pt x="886240" y="0"/>
                  </a:lnTo>
                  <a:lnTo>
                    <a:pt x="879526" y="0"/>
                  </a:lnTo>
                  <a:lnTo>
                    <a:pt x="872812" y="0"/>
                  </a:lnTo>
                  <a:lnTo>
                    <a:pt x="866098" y="0"/>
                  </a:lnTo>
                  <a:lnTo>
                    <a:pt x="859384" y="0"/>
                  </a:lnTo>
                  <a:lnTo>
                    <a:pt x="852670" y="0"/>
                  </a:lnTo>
                  <a:lnTo>
                    <a:pt x="845956" y="0"/>
                  </a:lnTo>
                  <a:lnTo>
                    <a:pt x="839242" y="0"/>
                  </a:lnTo>
                  <a:lnTo>
                    <a:pt x="832528" y="0"/>
                  </a:lnTo>
                  <a:lnTo>
                    <a:pt x="825814" y="0"/>
                  </a:lnTo>
                  <a:lnTo>
                    <a:pt x="819100" y="0"/>
                  </a:lnTo>
                  <a:lnTo>
                    <a:pt x="812386" y="0"/>
                  </a:lnTo>
                  <a:lnTo>
                    <a:pt x="805672" y="0"/>
                  </a:lnTo>
                  <a:lnTo>
                    <a:pt x="798958" y="0"/>
                  </a:lnTo>
                  <a:lnTo>
                    <a:pt x="792245" y="0"/>
                  </a:lnTo>
                  <a:lnTo>
                    <a:pt x="785531" y="0"/>
                  </a:lnTo>
                  <a:lnTo>
                    <a:pt x="778817" y="0"/>
                  </a:lnTo>
                  <a:lnTo>
                    <a:pt x="772103" y="0"/>
                  </a:lnTo>
                  <a:lnTo>
                    <a:pt x="765389" y="0"/>
                  </a:lnTo>
                  <a:lnTo>
                    <a:pt x="758675" y="0"/>
                  </a:lnTo>
                  <a:lnTo>
                    <a:pt x="751961" y="0"/>
                  </a:lnTo>
                  <a:lnTo>
                    <a:pt x="745247" y="0"/>
                  </a:lnTo>
                  <a:lnTo>
                    <a:pt x="738533" y="0"/>
                  </a:lnTo>
                  <a:lnTo>
                    <a:pt x="731819" y="0"/>
                  </a:lnTo>
                  <a:lnTo>
                    <a:pt x="725105" y="0"/>
                  </a:lnTo>
                  <a:lnTo>
                    <a:pt x="718391" y="0"/>
                  </a:lnTo>
                  <a:lnTo>
                    <a:pt x="711677" y="0"/>
                  </a:lnTo>
                  <a:lnTo>
                    <a:pt x="704963" y="0"/>
                  </a:lnTo>
                  <a:lnTo>
                    <a:pt x="698249" y="0"/>
                  </a:lnTo>
                  <a:lnTo>
                    <a:pt x="691535" y="0"/>
                  </a:lnTo>
                  <a:lnTo>
                    <a:pt x="684821" y="0"/>
                  </a:lnTo>
                  <a:lnTo>
                    <a:pt x="678108" y="0"/>
                  </a:lnTo>
                  <a:lnTo>
                    <a:pt x="671394" y="0"/>
                  </a:lnTo>
                  <a:lnTo>
                    <a:pt x="664680" y="0"/>
                  </a:lnTo>
                  <a:lnTo>
                    <a:pt x="657966" y="0"/>
                  </a:lnTo>
                  <a:lnTo>
                    <a:pt x="651252" y="0"/>
                  </a:lnTo>
                  <a:lnTo>
                    <a:pt x="644538" y="0"/>
                  </a:lnTo>
                  <a:lnTo>
                    <a:pt x="637824" y="0"/>
                  </a:lnTo>
                  <a:lnTo>
                    <a:pt x="631110" y="0"/>
                  </a:lnTo>
                  <a:lnTo>
                    <a:pt x="624396" y="0"/>
                  </a:lnTo>
                  <a:lnTo>
                    <a:pt x="617682" y="0"/>
                  </a:lnTo>
                  <a:lnTo>
                    <a:pt x="610968" y="0"/>
                  </a:lnTo>
                  <a:lnTo>
                    <a:pt x="604254" y="0"/>
                  </a:lnTo>
                  <a:lnTo>
                    <a:pt x="597540" y="0"/>
                  </a:lnTo>
                  <a:lnTo>
                    <a:pt x="590826" y="0"/>
                  </a:lnTo>
                  <a:lnTo>
                    <a:pt x="584112" y="0"/>
                  </a:lnTo>
                  <a:lnTo>
                    <a:pt x="577398" y="0"/>
                  </a:lnTo>
                  <a:lnTo>
                    <a:pt x="570684" y="0"/>
                  </a:lnTo>
                  <a:lnTo>
                    <a:pt x="563971" y="0"/>
                  </a:lnTo>
                  <a:lnTo>
                    <a:pt x="557257" y="0"/>
                  </a:lnTo>
                  <a:lnTo>
                    <a:pt x="550543" y="0"/>
                  </a:lnTo>
                  <a:lnTo>
                    <a:pt x="543829" y="0"/>
                  </a:lnTo>
                  <a:lnTo>
                    <a:pt x="537115" y="0"/>
                  </a:lnTo>
                  <a:lnTo>
                    <a:pt x="530401" y="0"/>
                  </a:lnTo>
                  <a:lnTo>
                    <a:pt x="523687" y="0"/>
                  </a:lnTo>
                  <a:lnTo>
                    <a:pt x="516973" y="0"/>
                  </a:lnTo>
                  <a:lnTo>
                    <a:pt x="510259" y="0"/>
                  </a:lnTo>
                  <a:lnTo>
                    <a:pt x="503545" y="0"/>
                  </a:lnTo>
                  <a:lnTo>
                    <a:pt x="496831" y="0"/>
                  </a:lnTo>
                  <a:lnTo>
                    <a:pt x="490117" y="0"/>
                  </a:lnTo>
                  <a:lnTo>
                    <a:pt x="483403" y="0"/>
                  </a:lnTo>
                  <a:lnTo>
                    <a:pt x="476689" y="0"/>
                  </a:lnTo>
                  <a:lnTo>
                    <a:pt x="469975" y="0"/>
                  </a:lnTo>
                  <a:lnTo>
                    <a:pt x="463261" y="0"/>
                  </a:lnTo>
                  <a:lnTo>
                    <a:pt x="456547" y="0"/>
                  </a:lnTo>
                  <a:lnTo>
                    <a:pt x="449834" y="0"/>
                  </a:lnTo>
                  <a:lnTo>
                    <a:pt x="443120" y="0"/>
                  </a:lnTo>
                  <a:lnTo>
                    <a:pt x="436406" y="0"/>
                  </a:lnTo>
                  <a:lnTo>
                    <a:pt x="429692" y="0"/>
                  </a:lnTo>
                  <a:lnTo>
                    <a:pt x="422978" y="0"/>
                  </a:lnTo>
                  <a:lnTo>
                    <a:pt x="416264" y="0"/>
                  </a:lnTo>
                  <a:lnTo>
                    <a:pt x="409550" y="0"/>
                  </a:lnTo>
                  <a:lnTo>
                    <a:pt x="402836" y="0"/>
                  </a:lnTo>
                  <a:lnTo>
                    <a:pt x="396122" y="0"/>
                  </a:lnTo>
                  <a:lnTo>
                    <a:pt x="389408" y="0"/>
                  </a:lnTo>
                  <a:lnTo>
                    <a:pt x="382694" y="0"/>
                  </a:lnTo>
                  <a:lnTo>
                    <a:pt x="375980" y="0"/>
                  </a:lnTo>
                  <a:lnTo>
                    <a:pt x="369266" y="0"/>
                  </a:lnTo>
                  <a:lnTo>
                    <a:pt x="362552" y="0"/>
                  </a:lnTo>
                  <a:lnTo>
                    <a:pt x="355838" y="0"/>
                  </a:lnTo>
                  <a:lnTo>
                    <a:pt x="349124" y="0"/>
                  </a:lnTo>
                  <a:lnTo>
                    <a:pt x="342410" y="0"/>
                  </a:lnTo>
                  <a:lnTo>
                    <a:pt x="335697" y="0"/>
                  </a:lnTo>
                  <a:lnTo>
                    <a:pt x="328983" y="0"/>
                  </a:lnTo>
                  <a:lnTo>
                    <a:pt x="322269" y="0"/>
                  </a:lnTo>
                  <a:lnTo>
                    <a:pt x="315555" y="0"/>
                  </a:lnTo>
                  <a:lnTo>
                    <a:pt x="308841" y="0"/>
                  </a:lnTo>
                  <a:lnTo>
                    <a:pt x="302127" y="0"/>
                  </a:lnTo>
                  <a:lnTo>
                    <a:pt x="295413" y="0"/>
                  </a:lnTo>
                  <a:lnTo>
                    <a:pt x="288699" y="0"/>
                  </a:lnTo>
                  <a:lnTo>
                    <a:pt x="281985" y="0"/>
                  </a:lnTo>
                  <a:lnTo>
                    <a:pt x="275271" y="0"/>
                  </a:lnTo>
                  <a:lnTo>
                    <a:pt x="268557" y="0"/>
                  </a:lnTo>
                  <a:lnTo>
                    <a:pt x="261843" y="0"/>
                  </a:lnTo>
                  <a:lnTo>
                    <a:pt x="255129" y="0"/>
                  </a:lnTo>
                  <a:lnTo>
                    <a:pt x="248415" y="0"/>
                  </a:lnTo>
                  <a:lnTo>
                    <a:pt x="241701" y="0"/>
                  </a:lnTo>
                  <a:lnTo>
                    <a:pt x="234987" y="0"/>
                  </a:lnTo>
                  <a:lnTo>
                    <a:pt x="228273" y="0"/>
                  </a:lnTo>
                  <a:lnTo>
                    <a:pt x="221560" y="0"/>
                  </a:lnTo>
                  <a:lnTo>
                    <a:pt x="214846" y="0"/>
                  </a:lnTo>
                  <a:lnTo>
                    <a:pt x="208132" y="0"/>
                  </a:lnTo>
                  <a:lnTo>
                    <a:pt x="201418" y="0"/>
                  </a:lnTo>
                  <a:lnTo>
                    <a:pt x="194704" y="0"/>
                  </a:lnTo>
                  <a:lnTo>
                    <a:pt x="187990" y="0"/>
                  </a:lnTo>
                  <a:lnTo>
                    <a:pt x="181276" y="0"/>
                  </a:lnTo>
                  <a:lnTo>
                    <a:pt x="174562" y="0"/>
                  </a:lnTo>
                  <a:lnTo>
                    <a:pt x="167848" y="0"/>
                  </a:lnTo>
                  <a:lnTo>
                    <a:pt x="161134" y="0"/>
                  </a:lnTo>
                  <a:lnTo>
                    <a:pt x="154420" y="0"/>
                  </a:lnTo>
                  <a:lnTo>
                    <a:pt x="147706" y="0"/>
                  </a:lnTo>
                  <a:lnTo>
                    <a:pt x="140992" y="0"/>
                  </a:lnTo>
                  <a:lnTo>
                    <a:pt x="134278" y="0"/>
                  </a:lnTo>
                  <a:lnTo>
                    <a:pt x="127564" y="0"/>
                  </a:lnTo>
                  <a:lnTo>
                    <a:pt x="120850" y="0"/>
                  </a:lnTo>
                  <a:lnTo>
                    <a:pt x="114136" y="0"/>
                  </a:lnTo>
                  <a:lnTo>
                    <a:pt x="107423" y="0"/>
                  </a:lnTo>
                  <a:lnTo>
                    <a:pt x="100709" y="0"/>
                  </a:lnTo>
                  <a:lnTo>
                    <a:pt x="93995" y="0"/>
                  </a:lnTo>
                  <a:lnTo>
                    <a:pt x="87281" y="0"/>
                  </a:lnTo>
                  <a:lnTo>
                    <a:pt x="80567" y="0"/>
                  </a:lnTo>
                  <a:lnTo>
                    <a:pt x="73853" y="0"/>
                  </a:lnTo>
                  <a:lnTo>
                    <a:pt x="67139" y="0"/>
                  </a:lnTo>
                  <a:lnTo>
                    <a:pt x="60425" y="0"/>
                  </a:lnTo>
                  <a:lnTo>
                    <a:pt x="53711" y="0"/>
                  </a:lnTo>
                  <a:lnTo>
                    <a:pt x="46997" y="0"/>
                  </a:lnTo>
                  <a:lnTo>
                    <a:pt x="40283" y="0"/>
                  </a:lnTo>
                  <a:lnTo>
                    <a:pt x="33569" y="0"/>
                  </a:lnTo>
                  <a:lnTo>
                    <a:pt x="26855" y="0"/>
                  </a:lnTo>
                  <a:lnTo>
                    <a:pt x="20141" y="0"/>
                  </a:lnTo>
                  <a:lnTo>
                    <a:pt x="13427" y="0"/>
                  </a:lnTo>
                  <a:lnTo>
                    <a:pt x="6713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44934" y="542118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11199" y="621993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1199" y="55290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11199" y="4842709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11199" y="415025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1199" y="346084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410140" y="62622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10140" y="55728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0140" y="48834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0140" y="41940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0140" y="35046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17004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4852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527010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205496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883981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85619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74600000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56410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74650000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24259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74700000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92107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74750000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9956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74800000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64" name="tx64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2026-03-09T09:14:52Z</dcterms:modified>
  <cp:category/>
</cp:coreProperties>
</file>