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244154"/>
              <a:ext cx="1922788" cy="822135"/>
            </a:xfrm>
            <a:custGeom>
              <a:avLst/>
              <a:pathLst>
                <a:path w="1922788" h="822135">
                  <a:moveTo>
                    <a:pt x="0" y="5680"/>
                  </a:moveTo>
                  <a:lnTo>
                    <a:pt x="31804" y="22948"/>
                  </a:lnTo>
                  <a:lnTo>
                    <a:pt x="69221" y="22948"/>
                  </a:lnTo>
                  <a:lnTo>
                    <a:pt x="106638" y="8535"/>
                  </a:lnTo>
                  <a:lnTo>
                    <a:pt x="144055" y="0"/>
                  </a:lnTo>
                  <a:lnTo>
                    <a:pt x="181473" y="83109"/>
                  </a:lnTo>
                  <a:lnTo>
                    <a:pt x="218890" y="147731"/>
                  </a:lnTo>
                  <a:lnTo>
                    <a:pt x="256307" y="235886"/>
                  </a:lnTo>
                  <a:lnTo>
                    <a:pt x="293724" y="389689"/>
                  </a:lnTo>
                  <a:lnTo>
                    <a:pt x="331141" y="533751"/>
                  </a:lnTo>
                  <a:lnTo>
                    <a:pt x="368558" y="571089"/>
                  </a:lnTo>
                  <a:lnTo>
                    <a:pt x="405975" y="650935"/>
                  </a:lnTo>
                  <a:lnTo>
                    <a:pt x="443393" y="687527"/>
                  </a:lnTo>
                  <a:lnTo>
                    <a:pt x="480810" y="687527"/>
                  </a:lnTo>
                  <a:lnTo>
                    <a:pt x="518227" y="687527"/>
                  </a:lnTo>
                  <a:lnTo>
                    <a:pt x="555644" y="687527"/>
                  </a:lnTo>
                  <a:lnTo>
                    <a:pt x="593061" y="810589"/>
                  </a:lnTo>
                  <a:lnTo>
                    <a:pt x="630478" y="788284"/>
                  </a:lnTo>
                  <a:lnTo>
                    <a:pt x="667895" y="762072"/>
                  </a:lnTo>
                  <a:lnTo>
                    <a:pt x="705312" y="799904"/>
                  </a:lnTo>
                  <a:lnTo>
                    <a:pt x="742730" y="631287"/>
                  </a:lnTo>
                  <a:lnTo>
                    <a:pt x="780147" y="549048"/>
                  </a:lnTo>
                  <a:lnTo>
                    <a:pt x="817564" y="549048"/>
                  </a:lnTo>
                  <a:lnTo>
                    <a:pt x="854981" y="549048"/>
                  </a:lnTo>
                  <a:lnTo>
                    <a:pt x="892398" y="549048"/>
                  </a:lnTo>
                  <a:lnTo>
                    <a:pt x="929815" y="549048"/>
                  </a:lnTo>
                  <a:lnTo>
                    <a:pt x="967232" y="549048"/>
                  </a:lnTo>
                  <a:lnTo>
                    <a:pt x="1004650" y="549048"/>
                  </a:lnTo>
                  <a:lnTo>
                    <a:pt x="1042067" y="549048"/>
                  </a:lnTo>
                  <a:lnTo>
                    <a:pt x="1079484" y="519051"/>
                  </a:lnTo>
                  <a:lnTo>
                    <a:pt x="1116901" y="397363"/>
                  </a:lnTo>
                  <a:lnTo>
                    <a:pt x="1154318" y="320269"/>
                  </a:lnTo>
                  <a:lnTo>
                    <a:pt x="1191735" y="417593"/>
                  </a:lnTo>
                  <a:lnTo>
                    <a:pt x="1229152" y="430754"/>
                  </a:lnTo>
                  <a:lnTo>
                    <a:pt x="1266569" y="460217"/>
                  </a:lnTo>
                  <a:lnTo>
                    <a:pt x="1303987" y="510016"/>
                  </a:lnTo>
                  <a:lnTo>
                    <a:pt x="1341404" y="533182"/>
                  </a:lnTo>
                  <a:lnTo>
                    <a:pt x="1378821" y="471680"/>
                  </a:lnTo>
                  <a:lnTo>
                    <a:pt x="1416238" y="468561"/>
                  </a:lnTo>
                  <a:lnTo>
                    <a:pt x="1453655" y="468561"/>
                  </a:lnTo>
                  <a:lnTo>
                    <a:pt x="1491072" y="468561"/>
                  </a:lnTo>
                  <a:lnTo>
                    <a:pt x="1528489" y="468561"/>
                  </a:lnTo>
                  <a:lnTo>
                    <a:pt x="1565907" y="468561"/>
                  </a:lnTo>
                  <a:lnTo>
                    <a:pt x="1603324" y="468561"/>
                  </a:lnTo>
                  <a:lnTo>
                    <a:pt x="1640741" y="490637"/>
                  </a:lnTo>
                  <a:lnTo>
                    <a:pt x="1678158" y="595742"/>
                  </a:lnTo>
                  <a:lnTo>
                    <a:pt x="1715575" y="676715"/>
                  </a:lnTo>
                  <a:lnTo>
                    <a:pt x="1752992" y="624600"/>
                  </a:lnTo>
                  <a:lnTo>
                    <a:pt x="1790409" y="655474"/>
                  </a:lnTo>
                  <a:lnTo>
                    <a:pt x="1827826" y="665894"/>
                  </a:lnTo>
                  <a:lnTo>
                    <a:pt x="1865244" y="739434"/>
                  </a:lnTo>
                  <a:lnTo>
                    <a:pt x="1902661" y="687527"/>
                  </a:lnTo>
                  <a:lnTo>
                    <a:pt x="1922788" y="82213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54349" y="1157961"/>
              <a:ext cx="1611208" cy="908327"/>
            </a:xfrm>
            <a:custGeom>
              <a:avLst/>
              <a:pathLst>
                <a:path w="1611208" h="908327">
                  <a:moveTo>
                    <a:pt x="0" y="908327"/>
                  </a:moveTo>
                  <a:lnTo>
                    <a:pt x="19987" y="847603"/>
                  </a:lnTo>
                  <a:lnTo>
                    <a:pt x="57405" y="847603"/>
                  </a:lnTo>
                  <a:lnTo>
                    <a:pt x="94822" y="847603"/>
                  </a:lnTo>
                  <a:lnTo>
                    <a:pt x="132239" y="704920"/>
                  </a:lnTo>
                  <a:lnTo>
                    <a:pt x="169656" y="558091"/>
                  </a:lnTo>
                  <a:lnTo>
                    <a:pt x="207073" y="520396"/>
                  </a:lnTo>
                  <a:lnTo>
                    <a:pt x="244490" y="520396"/>
                  </a:lnTo>
                  <a:lnTo>
                    <a:pt x="281907" y="499708"/>
                  </a:lnTo>
                  <a:lnTo>
                    <a:pt x="319325" y="329471"/>
                  </a:lnTo>
                  <a:lnTo>
                    <a:pt x="356742" y="272439"/>
                  </a:lnTo>
                  <a:lnTo>
                    <a:pt x="394159" y="189658"/>
                  </a:lnTo>
                  <a:lnTo>
                    <a:pt x="431576" y="52864"/>
                  </a:lnTo>
                  <a:lnTo>
                    <a:pt x="468993" y="0"/>
                  </a:lnTo>
                  <a:lnTo>
                    <a:pt x="506410" y="0"/>
                  </a:lnTo>
                  <a:lnTo>
                    <a:pt x="543827" y="47431"/>
                  </a:lnTo>
                  <a:lnTo>
                    <a:pt x="581244" y="74941"/>
                  </a:lnTo>
                  <a:lnTo>
                    <a:pt x="618662" y="52864"/>
                  </a:lnTo>
                  <a:lnTo>
                    <a:pt x="656079" y="39344"/>
                  </a:lnTo>
                  <a:lnTo>
                    <a:pt x="693496" y="31332"/>
                  </a:lnTo>
                  <a:lnTo>
                    <a:pt x="730913" y="109141"/>
                  </a:lnTo>
                  <a:lnTo>
                    <a:pt x="768330" y="97591"/>
                  </a:lnTo>
                  <a:lnTo>
                    <a:pt x="805747" y="52864"/>
                  </a:lnTo>
                  <a:lnTo>
                    <a:pt x="843164" y="47431"/>
                  </a:lnTo>
                  <a:lnTo>
                    <a:pt x="880582" y="63832"/>
                  </a:lnTo>
                  <a:lnTo>
                    <a:pt x="917999" y="109141"/>
                  </a:lnTo>
                  <a:lnTo>
                    <a:pt x="955416" y="106239"/>
                  </a:lnTo>
                  <a:lnTo>
                    <a:pt x="992833" y="227003"/>
                  </a:lnTo>
                  <a:lnTo>
                    <a:pt x="1030250" y="306651"/>
                  </a:lnTo>
                  <a:lnTo>
                    <a:pt x="1067667" y="211882"/>
                  </a:lnTo>
                  <a:lnTo>
                    <a:pt x="1105084" y="265262"/>
                  </a:lnTo>
                  <a:lnTo>
                    <a:pt x="1142501" y="363035"/>
                  </a:lnTo>
                  <a:lnTo>
                    <a:pt x="1179919" y="372721"/>
                  </a:lnTo>
                  <a:lnTo>
                    <a:pt x="1217336" y="406546"/>
                  </a:lnTo>
                  <a:lnTo>
                    <a:pt x="1254753" y="497056"/>
                  </a:lnTo>
                  <a:lnTo>
                    <a:pt x="1292170" y="521932"/>
                  </a:lnTo>
                  <a:lnTo>
                    <a:pt x="1329587" y="565038"/>
                  </a:lnTo>
                  <a:lnTo>
                    <a:pt x="1367004" y="613494"/>
                  </a:lnTo>
                  <a:lnTo>
                    <a:pt x="1404421" y="619745"/>
                  </a:lnTo>
                  <a:lnTo>
                    <a:pt x="1441839" y="678116"/>
                  </a:lnTo>
                  <a:lnTo>
                    <a:pt x="1479256" y="678116"/>
                  </a:lnTo>
                  <a:lnTo>
                    <a:pt x="1516673" y="747912"/>
                  </a:lnTo>
                  <a:lnTo>
                    <a:pt x="1554090" y="823785"/>
                  </a:lnTo>
                  <a:lnTo>
                    <a:pt x="1591507" y="823785"/>
                  </a:lnTo>
                  <a:lnTo>
                    <a:pt x="1611208" y="9083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859417" y="1439640"/>
              <a:ext cx="2525169" cy="626648"/>
            </a:xfrm>
            <a:custGeom>
              <a:avLst/>
              <a:pathLst>
                <a:path w="2525169" h="626648">
                  <a:moveTo>
                    <a:pt x="0" y="626648"/>
                  </a:moveTo>
                  <a:lnTo>
                    <a:pt x="23193" y="593725"/>
                  </a:lnTo>
                  <a:lnTo>
                    <a:pt x="60611" y="593725"/>
                  </a:lnTo>
                  <a:lnTo>
                    <a:pt x="98028" y="461575"/>
                  </a:lnTo>
                  <a:lnTo>
                    <a:pt x="135445" y="326184"/>
                  </a:lnTo>
                  <a:lnTo>
                    <a:pt x="172862" y="376180"/>
                  </a:lnTo>
                  <a:lnTo>
                    <a:pt x="210279" y="356067"/>
                  </a:lnTo>
                  <a:lnTo>
                    <a:pt x="247696" y="319903"/>
                  </a:lnTo>
                  <a:lnTo>
                    <a:pt x="285113" y="289073"/>
                  </a:lnTo>
                  <a:lnTo>
                    <a:pt x="322530" y="289826"/>
                  </a:lnTo>
                  <a:lnTo>
                    <a:pt x="359948" y="98356"/>
                  </a:lnTo>
                  <a:lnTo>
                    <a:pt x="397365" y="0"/>
                  </a:lnTo>
                  <a:lnTo>
                    <a:pt x="434782" y="17616"/>
                  </a:lnTo>
                  <a:lnTo>
                    <a:pt x="472199" y="60161"/>
                  </a:lnTo>
                  <a:lnTo>
                    <a:pt x="509616" y="20587"/>
                  </a:lnTo>
                  <a:lnTo>
                    <a:pt x="547033" y="20587"/>
                  </a:lnTo>
                  <a:lnTo>
                    <a:pt x="584450" y="60161"/>
                  </a:lnTo>
                  <a:lnTo>
                    <a:pt x="621868" y="5832"/>
                  </a:lnTo>
                  <a:lnTo>
                    <a:pt x="659285" y="104888"/>
                  </a:lnTo>
                  <a:lnTo>
                    <a:pt x="696702" y="190953"/>
                  </a:lnTo>
                  <a:lnTo>
                    <a:pt x="734119" y="155764"/>
                  </a:lnTo>
                  <a:lnTo>
                    <a:pt x="771536" y="93905"/>
                  </a:lnTo>
                  <a:lnTo>
                    <a:pt x="808953" y="22041"/>
                  </a:lnTo>
                  <a:lnTo>
                    <a:pt x="846370" y="22041"/>
                  </a:lnTo>
                  <a:lnTo>
                    <a:pt x="883787" y="22041"/>
                  </a:lnTo>
                  <a:lnTo>
                    <a:pt x="921205" y="51602"/>
                  </a:lnTo>
                  <a:lnTo>
                    <a:pt x="958622" y="304085"/>
                  </a:lnTo>
                  <a:lnTo>
                    <a:pt x="996039" y="318372"/>
                  </a:lnTo>
                  <a:lnTo>
                    <a:pt x="1033456" y="302752"/>
                  </a:lnTo>
                  <a:lnTo>
                    <a:pt x="1070873" y="323564"/>
                  </a:lnTo>
                  <a:lnTo>
                    <a:pt x="1108290" y="353562"/>
                  </a:lnTo>
                  <a:lnTo>
                    <a:pt x="1145707" y="353562"/>
                  </a:lnTo>
                  <a:lnTo>
                    <a:pt x="1183125" y="435800"/>
                  </a:lnTo>
                  <a:lnTo>
                    <a:pt x="1220542" y="389158"/>
                  </a:lnTo>
                  <a:lnTo>
                    <a:pt x="1257959" y="468885"/>
                  </a:lnTo>
                  <a:lnTo>
                    <a:pt x="1295376" y="357073"/>
                  </a:lnTo>
                  <a:lnTo>
                    <a:pt x="1332793" y="481228"/>
                  </a:lnTo>
                  <a:lnTo>
                    <a:pt x="1370210" y="483365"/>
                  </a:lnTo>
                  <a:lnTo>
                    <a:pt x="1407627" y="483365"/>
                  </a:lnTo>
                  <a:lnTo>
                    <a:pt x="1445044" y="483365"/>
                  </a:lnTo>
                  <a:lnTo>
                    <a:pt x="1482462" y="589771"/>
                  </a:lnTo>
                  <a:lnTo>
                    <a:pt x="1519879" y="492783"/>
                  </a:lnTo>
                  <a:lnTo>
                    <a:pt x="1557296" y="507174"/>
                  </a:lnTo>
                  <a:lnTo>
                    <a:pt x="1594713" y="356067"/>
                  </a:lnTo>
                  <a:lnTo>
                    <a:pt x="1632130" y="378189"/>
                  </a:lnTo>
                  <a:lnTo>
                    <a:pt x="1669547" y="424743"/>
                  </a:lnTo>
                  <a:lnTo>
                    <a:pt x="1706964" y="329335"/>
                  </a:lnTo>
                  <a:lnTo>
                    <a:pt x="1744382" y="295792"/>
                  </a:lnTo>
                  <a:lnTo>
                    <a:pt x="1781799" y="362048"/>
                  </a:lnTo>
                  <a:lnTo>
                    <a:pt x="1819216" y="387939"/>
                  </a:lnTo>
                  <a:lnTo>
                    <a:pt x="1856633" y="454953"/>
                  </a:lnTo>
                  <a:lnTo>
                    <a:pt x="1894050" y="348243"/>
                  </a:lnTo>
                  <a:lnTo>
                    <a:pt x="1931467" y="191825"/>
                  </a:lnTo>
                  <a:lnTo>
                    <a:pt x="1968884" y="89119"/>
                  </a:lnTo>
                  <a:lnTo>
                    <a:pt x="2006301" y="46425"/>
                  </a:lnTo>
                  <a:lnTo>
                    <a:pt x="2043719" y="77597"/>
                  </a:lnTo>
                  <a:lnTo>
                    <a:pt x="2081136" y="117513"/>
                  </a:lnTo>
                  <a:lnTo>
                    <a:pt x="2118553" y="213593"/>
                  </a:lnTo>
                  <a:lnTo>
                    <a:pt x="2155970" y="309513"/>
                  </a:lnTo>
                  <a:lnTo>
                    <a:pt x="2193387" y="276851"/>
                  </a:lnTo>
                  <a:lnTo>
                    <a:pt x="2230804" y="275569"/>
                  </a:lnTo>
                  <a:lnTo>
                    <a:pt x="2268221" y="274290"/>
                  </a:lnTo>
                  <a:lnTo>
                    <a:pt x="2305639" y="291072"/>
                  </a:lnTo>
                  <a:lnTo>
                    <a:pt x="2343056" y="224260"/>
                  </a:lnTo>
                  <a:lnTo>
                    <a:pt x="2380473" y="237779"/>
                  </a:lnTo>
                  <a:lnTo>
                    <a:pt x="2417890" y="337928"/>
                  </a:lnTo>
                  <a:lnTo>
                    <a:pt x="2455307" y="326631"/>
                  </a:lnTo>
                  <a:lnTo>
                    <a:pt x="2492724" y="518198"/>
                  </a:lnTo>
                  <a:lnTo>
                    <a:pt x="2525169" y="6266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950758" y="2066100"/>
              <a:ext cx="748625" cy="189"/>
            </a:xfrm>
            <a:custGeom>
              <a:avLst/>
              <a:pathLst>
                <a:path w="748625" h="189">
                  <a:moveTo>
                    <a:pt x="0" y="189"/>
                  </a:moveTo>
                  <a:lnTo>
                    <a:pt x="57" y="0"/>
                  </a:lnTo>
                  <a:lnTo>
                    <a:pt x="37474" y="0"/>
                  </a:lnTo>
                  <a:lnTo>
                    <a:pt x="74891" y="0"/>
                  </a:lnTo>
                  <a:lnTo>
                    <a:pt x="112308" y="0"/>
                  </a:lnTo>
                  <a:lnTo>
                    <a:pt x="149726" y="0"/>
                  </a:lnTo>
                  <a:lnTo>
                    <a:pt x="187143" y="0"/>
                  </a:lnTo>
                  <a:lnTo>
                    <a:pt x="224560" y="0"/>
                  </a:lnTo>
                  <a:lnTo>
                    <a:pt x="261977" y="0"/>
                  </a:lnTo>
                  <a:lnTo>
                    <a:pt x="299394" y="0"/>
                  </a:lnTo>
                  <a:lnTo>
                    <a:pt x="336811" y="0"/>
                  </a:lnTo>
                  <a:lnTo>
                    <a:pt x="374228" y="0"/>
                  </a:lnTo>
                  <a:lnTo>
                    <a:pt x="411645" y="0"/>
                  </a:lnTo>
                  <a:lnTo>
                    <a:pt x="449063" y="0"/>
                  </a:lnTo>
                  <a:lnTo>
                    <a:pt x="486480" y="0"/>
                  </a:lnTo>
                  <a:lnTo>
                    <a:pt x="523897" y="0"/>
                  </a:lnTo>
                  <a:lnTo>
                    <a:pt x="561314" y="0"/>
                  </a:lnTo>
                  <a:lnTo>
                    <a:pt x="598731" y="0"/>
                  </a:lnTo>
                  <a:lnTo>
                    <a:pt x="636148" y="0"/>
                  </a:lnTo>
                  <a:lnTo>
                    <a:pt x="673565" y="0"/>
                  </a:lnTo>
                  <a:lnTo>
                    <a:pt x="710983" y="0"/>
                  </a:lnTo>
                  <a:lnTo>
                    <a:pt x="748400" y="0"/>
                  </a:lnTo>
                  <a:lnTo>
                    <a:pt x="748625" y="18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942562" y="2005565"/>
              <a:ext cx="55933" cy="60724"/>
            </a:xfrm>
            <a:custGeom>
              <a:avLst/>
              <a:pathLst>
                <a:path w="55933" h="60724">
                  <a:moveTo>
                    <a:pt x="0" y="60724"/>
                  </a:moveTo>
                  <a:lnTo>
                    <a:pt x="18516" y="19596"/>
                  </a:lnTo>
                  <a:lnTo>
                    <a:pt x="55933" y="0"/>
                  </a:lnTo>
                  <a:lnTo>
                    <a:pt x="55933" y="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622670" y="1157961"/>
              <a:ext cx="8375825" cy="908327"/>
            </a:xfrm>
            <a:custGeom>
              <a:avLst/>
              <a:pathLst>
                <a:path w="8375825" h="908327">
                  <a:moveTo>
                    <a:pt x="0" y="91873"/>
                  </a:moveTo>
                  <a:lnTo>
                    <a:pt x="31804" y="109141"/>
                  </a:lnTo>
                  <a:lnTo>
                    <a:pt x="69221" y="109141"/>
                  </a:lnTo>
                  <a:lnTo>
                    <a:pt x="106638" y="94727"/>
                  </a:lnTo>
                  <a:lnTo>
                    <a:pt x="144055" y="86192"/>
                  </a:lnTo>
                  <a:lnTo>
                    <a:pt x="181473" y="169302"/>
                  </a:lnTo>
                  <a:lnTo>
                    <a:pt x="218890" y="233924"/>
                  </a:lnTo>
                  <a:lnTo>
                    <a:pt x="256307" y="322078"/>
                  </a:lnTo>
                  <a:lnTo>
                    <a:pt x="293724" y="475882"/>
                  </a:lnTo>
                  <a:lnTo>
                    <a:pt x="331141" y="619943"/>
                  </a:lnTo>
                  <a:lnTo>
                    <a:pt x="368558" y="657282"/>
                  </a:lnTo>
                  <a:lnTo>
                    <a:pt x="405975" y="737128"/>
                  </a:lnTo>
                  <a:lnTo>
                    <a:pt x="443393" y="773720"/>
                  </a:lnTo>
                  <a:lnTo>
                    <a:pt x="480810" y="773720"/>
                  </a:lnTo>
                  <a:lnTo>
                    <a:pt x="518227" y="773720"/>
                  </a:lnTo>
                  <a:lnTo>
                    <a:pt x="555644" y="773720"/>
                  </a:lnTo>
                  <a:lnTo>
                    <a:pt x="593061" y="896782"/>
                  </a:lnTo>
                  <a:lnTo>
                    <a:pt x="630478" y="874476"/>
                  </a:lnTo>
                  <a:lnTo>
                    <a:pt x="667895" y="848265"/>
                  </a:lnTo>
                  <a:lnTo>
                    <a:pt x="705312" y="886097"/>
                  </a:lnTo>
                  <a:lnTo>
                    <a:pt x="742730" y="717479"/>
                  </a:lnTo>
                  <a:lnTo>
                    <a:pt x="780147" y="635241"/>
                  </a:lnTo>
                  <a:lnTo>
                    <a:pt x="817564" y="635241"/>
                  </a:lnTo>
                  <a:lnTo>
                    <a:pt x="854981" y="635241"/>
                  </a:lnTo>
                  <a:lnTo>
                    <a:pt x="892398" y="635241"/>
                  </a:lnTo>
                  <a:lnTo>
                    <a:pt x="929815" y="635241"/>
                  </a:lnTo>
                  <a:lnTo>
                    <a:pt x="967232" y="635241"/>
                  </a:lnTo>
                  <a:lnTo>
                    <a:pt x="1004650" y="635241"/>
                  </a:lnTo>
                  <a:lnTo>
                    <a:pt x="1042067" y="635241"/>
                  </a:lnTo>
                  <a:lnTo>
                    <a:pt x="1079484" y="605243"/>
                  </a:lnTo>
                  <a:lnTo>
                    <a:pt x="1116901" y="483555"/>
                  </a:lnTo>
                  <a:lnTo>
                    <a:pt x="1154318" y="406462"/>
                  </a:lnTo>
                  <a:lnTo>
                    <a:pt x="1191735" y="503786"/>
                  </a:lnTo>
                  <a:lnTo>
                    <a:pt x="1229152" y="516947"/>
                  </a:lnTo>
                  <a:lnTo>
                    <a:pt x="1266569" y="546410"/>
                  </a:lnTo>
                  <a:lnTo>
                    <a:pt x="1303987" y="596208"/>
                  </a:lnTo>
                  <a:lnTo>
                    <a:pt x="1341404" y="619375"/>
                  </a:lnTo>
                  <a:lnTo>
                    <a:pt x="1378821" y="557873"/>
                  </a:lnTo>
                  <a:lnTo>
                    <a:pt x="1416238" y="554753"/>
                  </a:lnTo>
                  <a:lnTo>
                    <a:pt x="1453655" y="554753"/>
                  </a:lnTo>
                  <a:lnTo>
                    <a:pt x="1491072" y="554753"/>
                  </a:lnTo>
                  <a:lnTo>
                    <a:pt x="1528489" y="554753"/>
                  </a:lnTo>
                  <a:lnTo>
                    <a:pt x="1565907" y="554753"/>
                  </a:lnTo>
                  <a:lnTo>
                    <a:pt x="1603324" y="554753"/>
                  </a:lnTo>
                  <a:lnTo>
                    <a:pt x="1640741" y="576830"/>
                  </a:lnTo>
                  <a:lnTo>
                    <a:pt x="1678158" y="681935"/>
                  </a:lnTo>
                  <a:lnTo>
                    <a:pt x="1715575" y="762908"/>
                  </a:lnTo>
                  <a:lnTo>
                    <a:pt x="1752992" y="710793"/>
                  </a:lnTo>
                  <a:lnTo>
                    <a:pt x="1790409" y="741666"/>
                  </a:lnTo>
                  <a:lnTo>
                    <a:pt x="1827826" y="752086"/>
                  </a:lnTo>
                  <a:lnTo>
                    <a:pt x="1865244" y="825627"/>
                  </a:lnTo>
                  <a:lnTo>
                    <a:pt x="1902661" y="773720"/>
                  </a:lnTo>
                  <a:lnTo>
                    <a:pt x="1940078" y="908327"/>
                  </a:lnTo>
                  <a:lnTo>
                    <a:pt x="1977495" y="908327"/>
                  </a:lnTo>
                  <a:lnTo>
                    <a:pt x="2014912" y="908327"/>
                  </a:lnTo>
                  <a:lnTo>
                    <a:pt x="2052329" y="908327"/>
                  </a:lnTo>
                  <a:lnTo>
                    <a:pt x="2089746" y="908327"/>
                  </a:lnTo>
                  <a:lnTo>
                    <a:pt x="2127164" y="908327"/>
                  </a:lnTo>
                  <a:lnTo>
                    <a:pt x="2164581" y="908327"/>
                  </a:lnTo>
                  <a:lnTo>
                    <a:pt x="2201998" y="908327"/>
                  </a:lnTo>
                  <a:lnTo>
                    <a:pt x="2239415" y="908327"/>
                  </a:lnTo>
                  <a:lnTo>
                    <a:pt x="2276832" y="908327"/>
                  </a:lnTo>
                  <a:lnTo>
                    <a:pt x="2314249" y="908327"/>
                  </a:lnTo>
                  <a:lnTo>
                    <a:pt x="2351666" y="847603"/>
                  </a:lnTo>
                  <a:lnTo>
                    <a:pt x="2389084" y="847603"/>
                  </a:lnTo>
                  <a:lnTo>
                    <a:pt x="2426501" y="847603"/>
                  </a:lnTo>
                  <a:lnTo>
                    <a:pt x="2463918" y="704920"/>
                  </a:lnTo>
                  <a:lnTo>
                    <a:pt x="2501335" y="558091"/>
                  </a:lnTo>
                  <a:lnTo>
                    <a:pt x="2538752" y="520396"/>
                  </a:lnTo>
                  <a:lnTo>
                    <a:pt x="2576169" y="520396"/>
                  </a:lnTo>
                  <a:lnTo>
                    <a:pt x="2613586" y="499708"/>
                  </a:lnTo>
                  <a:lnTo>
                    <a:pt x="2651003" y="329471"/>
                  </a:lnTo>
                  <a:lnTo>
                    <a:pt x="2688421" y="272439"/>
                  </a:lnTo>
                  <a:lnTo>
                    <a:pt x="2725838" y="189658"/>
                  </a:lnTo>
                  <a:lnTo>
                    <a:pt x="2763255" y="52864"/>
                  </a:lnTo>
                  <a:lnTo>
                    <a:pt x="2800672" y="0"/>
                  </a:lnTo>
                  <a:lnTo>
                    <a:pt x="2838089" y="0"/>
                  </a:lnTo>
                  <a:lnTo>
                    <a:pt x="2875506" y="47431"/>
                  </a:lnTo>
                  <a:lnTo>
                    <a:pt x="2912923" y="74941"/>
                  </a:lnTo>
                  <a:lnTo>
                    <a:pt x="2950341" y="52864"/>
                  </a:lnTo>
                  <a:lnTo>
                    <a:pt x="2987758" y="39344"/>
                  </a:lnTo>
                  <a:lnTo>
                    <a:pt x="3025175" y="31332"/>
                  </a:lnTo>
                  <a:lnTo>
                    <a:pt x="3062592" y="109141"/>
                  </a:lnTo>
                  <a:lnTo>
                    <a:pt x="3100009" y="97591"/>
                  </a:lnTo>
                  <a:lnTo>
                    <a:pt x="3137426" y="52864"/>
                  </a:lnTo>
                  <a:lnTo>
                    <a:pt x="3174843" y="47431"/>
                  </a:lnTo>
                  <a:lnTo>
                    <a:pt x="3212260" y="63832"/>
                  </a:lnTo>
                  <a:lnTo>
                    <a:pt x="3249678" y="109141"/>
                  </a:lnTo>
                  <a:lnTo>
                    <a:pt x="3287095" y="106239"/>
                  </a:lnTo>
                  <a:lnTo>
                    <a:pt x="3324512" y="227003"/>
                  </a:lnTo>
                  <a:lnTo>
                    <a:pt x="3361929" y="306651"/>
                  </a:lnTo>
                  <a:lnTo>
                    <a:pt x="3399346" y="211882"/>
                  </a:lnTo>
                  <a:lnTo>
                    <a:pt x="3436763" y="265262"/>
                  </a:lnTo>
                  <a:lnTo>
                    <a:pt x="3474180" y="363035"/>
                  </a:lnTo>
                  <a:lnTo>
                    <a:pt x="3511598" y="372721"/>
                  </a:lnTo>
                  <a:lnTo>
                    <a:pt x="3549015" y="406546"/>
                  </a:lnTo>
                  <a:lnTo>
                    <a:pt x="3586432" y="497056"/>
                  </a:lnTo>
                  <a:lnTo>
                    <a:pt x="3623849" y="521932"/>
                  </a:lnTo>
                  <a:lnTo>
                    <a:pt x="3661266" y="565038"/>
                  </a:lnTo>
                  <a:lnTo>
                    <a:pt x="3698683" y="613494"/>
                  </a:lnTo>
                  <a:lnTo>
                    <a:pt x="3736100" y="619745"/>
                  </a:lnTo>
                  <a:lnTo>
                    <a:pt x="3773517" y="678116"/>
                  </a:lnTo>
                  <a:lnTo>
                    <a:pt x="3810935" y="678116"/>
                  </a:lnTo>
                  <a:lnTo>
                    <a:pt x="3848352" y="747912"/>
                  </a:lnTo>
                  <a:lnTo>
                    <a:pt x="3885769" y="823785"/>
                  </a:lnTo>
                  <a:lnTo>
                    <a:pt x="3923186" y="823785"/>
                  </a:lnTo>
                  <a:lnTo>
                    <a:pt x="3960603" y="908327"/>
                  </a:lnTo>
                  <a:lnTo>
                    <a:pt x="3998020" y="908327"/>
                  </a:lnTo>
                  <a:lnTo>
                    <a:pt x="4035437" y="908327"/>
                  </a:lnTo>
                  <a:lnTo>
                    <a:pt x="4072855" y="908327"/>
                  </a:lnTo>
                  <a:lnTo>
                    <a:pt x="4110272" y="908327"/>
                  </a:lnTo>
                  <a:lnTo>
                    <a:pt x="4147689" y="908327"/>
                  </a:lnTo>
                  <a:lnTo>
                    <a:pt x="4185106" y="908327"/>
                  </a:lnTo>
                  <a:lnTo>
                    <a:pt x="4222523" y="908327"/>
                  </a:lnTo>
                  <a:lnTo>
                    <a:pt x="4259940" y="875405"/>
                  </a:lnTo>
                  <a:lnTo>
                    <a:pt x="4297357" y="875405"/>
                  </a:lnTo>
                  <a:lnTo>
                    <a:pt x="4334774" y="743255"/>
                  </a:lnTo>
                  <a:lnTo>
                    <a:pt x="4372192" y="607864"/>
                  </a:lnTo>
                  <a:lnTo>
                    <a:pt x="4409609" y="657859"/>
                  </a:lnTo>
                  <a:lnTo>
                    <a:pt x="4447026" y="637746"/>
                  </a:lnTo>
                  <a:lnTo>
                    <a:pt x="4484443" y="601582"/>
                  </a:lnTo>
                  <a:lnTo>
                    <a:pt x="4521860" y="570752"/>
                  </a:lnTo>
                  <a:lnTo>
                    <a:pt x="4559277" y="571505"/>
                  </a:lnTo>
                  <a:lnTo>
                    <a:pt x="4596694" y="380036"/>
                  </a:lnTo>
                  <a:lnTo>
                    <a:pt x="4634112" y="281679"/>
                  </a:lnTo>
                  <a:lnTo>
                    <a:pt x="4671529" y="299296"/>
                  </a:lnTo>
                  <a:lnTo>
                    <a:pt x="4708946" y="341840"/>
                  </a:lnTo>
                  <a:lnTo>
                    <a:pt x="4746363" y="302267"/>
                  </a:lnTo>
                  <a:lnTo>
                    <a:pt x="4783780" y="302267"/>
                  </a:lnTo>
                  <a:lnTo>
                    <a:pt x="4821197" y="341840"/>
                  </a:lnTo>
                  <a:lnTo>
                    <a:pt x="4858614" y="287512"/>
                  </a:lnTo>
                  <a:lnTo>
                    <a:pt x="4896031" y="386567"/>
                  </a:lnTo>
                  <a:lnTo>
                    <a:pt x="4933449" y="472632"/>
                  </a:lnTo>
                  <a:lnTo>
                    <a:pt x="4970866" y="437443"/>
                  </a:lnTo>
                  <a:lnTo>
                    <a:pt x="5008283" y="375584"/>
                  </a:lnTo>
                  <a:lnTo>
                    <a:pt x="5045700" y="303720"/>
                  </a:lnTo>
                  <a:lnTo>
                    <a:pt x="5083117" y="303720"/>
                  </a:lnTo>
                  <a:lnTo>
                    <a:pt x="5120534" y="303720"/>
                  </a:lnTo>
                  <a:lnTo>
                    <a:pt x="5157951" y="333282"/>
                  </a:lnTo>
                  <a:lnTo>
                    <a:pt x="5195369" y="585764"/>
                  </a:lnTo>
                  <a:lnTo>
                    <a:pt x="5232786" y="600052"/>
                  </a:lnTo>
                  <a:lnTo>
                    <a:pt x="5270203" y="584431"/>
                  </a:lnTo>
                  <a:lnTo>
                    <a:pt x="5307620" y="605243"/>
                  </a:lnTo>
                  <a:lnTo>
                    <a:pt x="5345037" y="635241"/>
                  </a:lnTo>
                  <a:lnTo>
                    <a:pt x="5382454" y="635241"/>
                  </a:lnTo>
                  <a:lnTo>
                    <a:pt x="5419871" y="717479"/>
                  </a:lnTo>
                  <a:lnTo>
                    <a:pt x="5457289" y="670837"/>
                  </a:lnTo>
                  <a:lnTo>
                    <a:pt x="5494706" y="750564"/>
                  </a:lnTo>
                  <a:lnTo>
                    <a:pt x="5532123" y="638753"/>
                  </a:lnTo>
                  <a:lnTo>
                    <a:pt x="5569540" y="762908"/>
                  </a:lnTo>
                  <a:lnTo>
                    <a:pt x="5606957" y="765044"/>
                  </a:lnTo>
                  <a:lnTo>
                    <a:pt x="5644374" y="765044"/>
                  </a:lnTo>
                  <a:lnTo>
                    <a:pt x="5681791" y="765044"/>
                  </a:lnTo>
                  <a:lnTo>
                    <a:pt x="5719208" y="871450"/>
                  </a:lnTo>
                  <a:lnTo>
                    <a:pt x="5756626" y="774462"/>
                  </a:lnTo>
                  <a:lnTo>
                    <a:pt x="5794043" y="788853"/>
                  </a:lnTo>
                  <a:lnTo>
                    <a:pt x="5831460" y="637746"/>
                  </a:lnTo>
                  <a:lnTo>
                    <a:pt x="5868877" y="659868"/>
                  </a:lnTo>
                  <a:lnTo>
                    <a:pt x="5906294" y="706423"/>
                  </a:lnTo>
                  <a:lnTo>
                    <a:pt x="5943711" y="611014"/>
                  </a:lnTo>
                  <a:lnTo>
                    <a:pt x="5981128" y="577472"/>
                  </a:lnTo>
                  <a:lnTo>
                    <a:pt x="6018546" y="643728"/>
                  </a:lnTo>
                  <a:lnTo>
                    <a:pt x="6055963" y="669619"/>
                  </a:lnTo>
                  <a:lnTo>
                    <a:pt x="6093380" y="736632"/>
                  </a:lnTo>
                  <a:lnTo>
                    <a:pt x="6130797" y="629923"/>
                  </a:lnTo>
                  <a:lnTo>
                    <a:pt x="6168214" y="473504"/>
                  </a:lnTo>
                  <a:lnTo>
                    <a:pt x="6205631" y="370798"/>
                  </a:lnTo>
                  <a:lnTo>
                    <a:pt x="6243048" y="328105"/>
                  </a:lnTo>
                  <a:lnTo>
                    <a:pt x="6280465" y="359276"/>
                  </a:lnTo>
                  <a:lnTo>
                    <a:pt x="6317883" y="399193"/>
                  </a:lnTo>
                  <a:lnTo>
                    <a:pt x="6355300" y="495273"/>
                  </a:lnTo>
                  <a:lnTo>
                    <a:pt x="6392717" y="591193"/>
                  </a:lnTo>
                  <a:lnTo>
                    <a:pt x="6430134" y="558530"/>
                  </a:lnTo>
                  <a:lnTo>
                    <a:pt x="6467551" y="557249"/>
                  </a:lnTo>
                  <a:lnTo>
                    <a:pt x="6504968" y="555969"/>
                  </a:lnTo>
                  <a:lnTo>
                    <a:pt x="6542385" y="572751"/>
                  </a:lnTo>
                  <a:lnTo>
                    <a:pt x="6579803" y="505939"/>
                  </a:lnTo>
                  <a:lnTo>
                    <a:pt x="6617220" y="519459"/>
                  </a:lnTo>
                  <a:lnTo>
                    <a:pt x="6654637" y="619608"/>
                  </a:lnTo>
                  <a:lnTo>
                    <a:pt x="6692054" y="608310"/>
                  </a:lnTo>
                  <a:lnTo>
                    <a:pt x="6729471" y="799877"/>
                  </a:lnTo>
                  <a:lnTo>
                    <a:pt x="6766888" y="908327"/>
                  </a:lnTo>
                  <a:lnTo>
                    <a:pt x="6804305" y="908327"/>
                  </a:lnTo>
                  <a:lnTo>
                    <a:pt x="6841722" y="908327"/>
                  </a:lnTo>
                  <a:lnTo>
                    <a:pt x="6879140" y="908327"/>
                  </a:lnTo>
                  <a:lnTo>
                    <a:pt x="6916557" y="908327"/>
                  </a:lnTo>
                  <a:lnTo>
                    <a:pt x="6953974" y="908327"/>
                  </a:lnTo>
                  <a:lnTo>
                    <a:pt x="6991391" y="908327"/>
                  </a:lnTo>
                  <a:lnTo>
                    <a:pt x="7028808" y="908327"/>
                  </a:lnTo>
                  <a:lnTo>
                    <a:pt x="7066225" y="908327"/>
                  </a:lnTo>
                  <a:lnTo>
                    <a:pt x="7103642" y="908327"/>
                  </a:lnTo>
                  <a:lnTo>
                    <a:pt x="7141060" y="908327"/>
                  </a:lnTo>
                  <a:lnTo>
                    <a:pt x="7178477" y="908327"/>
                  </a:lnTo>
                  <a:lnTo>
                    <a:pt x="7215894" y="908327"/>
                  </a:lnTo>
                  <a:lnTo>
                    <a:pt x="7253311" y="908327"/>
                  </a:lnTo>
                  <a:lnTo>
                    <a:pt x="7290728" y="908327"/>
                  </a:lnTo>
                  <a:lnTo>
                    <a:pt x="7328145" y="908138"/>
                  </a:lnTo>
                  <a:lnTo>
                    <a:pt x="7365562" y="908138"/>
                  </a:lnTo>
                  <a:lnTo>
                    <a:pt x="7402979" y="908138"/>
                  </a:lnTo>
                  <a:lnTo>
                    <a:pt x="7440397" y="908138"/>
                  </a:lnTo>
                  <a:lnTo>
                    <a:pt x="7477814" y="908138"/>
                  </a:lnTo>
                  <a:lnTo>
                    <a:pt x="7515231" y="908138"/>
                  </a:lnTo>
                  <a:lnTo>
                    <a:pt x="7552648" y="908138"/>
                  </a:lnTo>
                  <a:lnTo>
                    <a:pt x="7590065" y="908138"/>
                  </a:lnTo>
                  <a:lnTo>
                    <a:pt x="7627482" y="908138"/>
                  </a:lnTo>
                  <a:lnTo>
                    <a:pt x="7664899" y="908138"/>
                  </a:lnTo>
                  <a:lnTo>
                    <a:pt x="7702317" y="908138"/>
                  </a:lnTo>
                  <a:lnTo>
                    <a:pt x="7739734" y="908138"/>
                  </a:lnTo>
                  <a:lnTo>
                    <a:pt x="7777151" y="908138"/>
                  </a:lnTo>
                  <a:lnTo>
                    <a:pt x="7814568" y="908138"/>
                  </a:lnTo>
                  <a:lnTo>
                    <a:pt x="7851985" y="908138"/>
                  </a:lnTo>
                  <a:lnTo>
                    <a:pt x="7889402" y="908138"/>
                  </a:lnTo>
                  <a:lnTo>
                    <a:pt x="7926819" y="908138"/>
                  </a:lnTo>
                  <a:lnTo>
                    <a:pt x="7964236" y="908138"/>
                  </a:lnTo>
                  <a:lnTo>
                    <a:pt x="8001654" y="908138"/>
                  </a:lnTo>
                  <a:lnTo>
                    <a:pt x="8039071" y="908138"/>
                  </a:lnTo>
                  <a:lnTo>
                    <a:pt x="8076488" y="908138"/>
                  </a:lnTo>
                  <a:lnTo>
                    <a:pt x="8113905" y="908327"/>
                  </a:lnTo>
                  <a:lnTo>
                    <a:pt x="8151322" y="908327"/>
                  </a:lnTo>
                  <a:lnTo>
                    <a:pt x="8188739" y="908327"/>
                  </a:lnTo>
                  <a:lnTo>
                    <a:pt x="8226156" y="908327"/>
                  </a:lnTo>
                  <a:lnTo>
                    <a:pt x="8263574" y="908327"/>
                  </a:lnTo>
                  <a:lnTo>
                    <a:pt x="8300991" y="908327"/>
                  </a:lnTo>
                  <a:lnTo>
                    <a:pt x="8338408" y="867199"/>
                  </a:lnTo>
                  <a:lnTo>
                    <a:pt x="8375825" y="847603"/>
                  </a:lnTo>
                  <a:lnTo>
                    <a:pt x="8375825" y="908327"/>
                  </a:lnTo>
                  <a:lnTo>
                    <a:pt x="8338408" y="908327"/>
                  </a:lnTo>
                  <a:lnTo>
                    <a:pt x="8300991" y="908327"/>
                  </a:lnTo>
                  <a:lnTo>
                    <a:pt x="8263574" y="908327"/>
                  </a:lnTo>
                  <a:lnTo>
                    <a:pt x="8226156" y="908327"/>
                  </a:lnTo>
                  <a:lnTo>
                    <a:pt x="8188739" y="908327"/>
                  </a:lnTo>
                  <a:lnTo>
                    <a:pt x="8151322" y="908327"/>
                  </a:lnTo>
                  <a:lnTo>
                    <a:pt x="8113905" y="908327"/>
                  </a:lnTo>
                  <a:lnTo>
                    <a:pt x="8076488" y="908327"/>
                  </a:lnTo>
                  <a:lnTo>
                    <a:pt x="8039071" y="908327"/>
                  </a:lnTo>
                  <a:lnTo>
                    <a:pt x="8001654" y="908327"/>
                  </a:lnTo>
                  <a:lnTo>
                    <a:pt x="7964236" y="908327"/>
                  </a:lnTo>
                  <a:lnTo>
                    <a:pt x="7926819" y="908327"/>
                  </a:lnTo>
                  <a:lnTo>
                    <a:pt x="7889402" y="908327"/>
                  </a:lnTo>
                  <a:lnTo>
                    <a:pt x="7851985" y="908327"/>
                  </a:lnTo>
                  <a:lnTo>
                    <a:pt x="7814568" y="908327"/>
                  </a:lnTo>
                  <a:lnTo>
                    <a:pt x="7777151" y="908327"/>
                  </a:lnTo>
                  <a:lnTo>
                    <a:pt x="7739734" y="908327"/>
                  </a:lnTo>
                  <a:lnTo>
                    <a:pt x="7702317" y="908327"/>
                  </a:lnTo>
                  <a:lnTo>
                    <a:pt x="7664899" y="908327"/>
                  </a:lnTo>
                  <a:lnTo>
                    <a:pt x="7627482" y="908327"/>
                  </a:lnTo>
                  <a:lnTo>
                    <a:pt x="7590065" y="908327"/>
                  </a:lnTo>
                  <a:lnTo>
                    <a:pt x="7552648" y="908327"/>
                  </a:lnTo>
                  <a:lnTo>
                    <a:pt x="7515231" y="908327"/>
                  </a:lnTo>
                  <a:lnTo>
                    <a:pt x="7477814" y="908327"/>
                  </a:lnTo>
                  <a:lnTo>
                    <a:pt x="7440397" y="908327"/>
                  </a:lnTo>
                  <a:lnTo>
                    <a:pt x="7402979" y="908327"/>
                  </a:lnTo>
                  <a:lnTo>
                    <a:pt x="7365562" y="908327"/>
                  </a:lnTo>
                  <a:lnTo>
                    <a:pt x="7328145" y="908327"/>
                  </a:lnTo>
                  <a:lnTo>
                    <a:pt x="7290728" y="908327"/>
                  </a:lnTo>
                  <a:lnTo>
                    <a:pt x="7253311" y="908327"/>
                  </a:lnTo>
                  <a:lnTo>
                    <a:pt x="7215894" y="908327"/>
                  </a:lnTo>
                  <a:lnTo>
                    <a:pt x="7178477" y="908327"/>
                  </a:lnTo>
                  <a:lnTo>
                    <a:pt x="7141060" y="908327"/>
                  </a:lnTo>
                  <a:lnTo>
                    <a:pt x="7103642" y="908327"/>
                  </a:lnTo>
                  <a:lnTo>
                    <a:pt x="7066225" y="908327"/>
                  </a:lnTo>
                  <a:lnTo>
                    <a:pt x="7028808" y="908327"/>
                  </a:lnTo>
                  <a:lnTo>
                    <a:pt x="6991391" y="908327"/>
                  </a:lnTo>
                  <a:lnTo>
                    <a:pt x="6953974" y="908327"/>
                  </a:lnTo>
                  <a:lnTo>
                    <a:pt x="6916557" y="908327"/>
                  </a:lnTo>
                  <a:lnTo>
                    <a:pt x="6879140" y="908327"/>
                  </a:lnTo>
                  <a:lnTo>
                    <a:pt x="6841722" y="908327"/>
                  </a:lnTo>
                  <a:lnTo>
                    <a:pt x="6804305" y="908327"/>
                  </a:lnTo>
                  <a:lnTo>
                    <a:pt x="6766888" y="908327"/>
                  </a:lnTo>
                  <a:lnTo>
                    <a:pt x="6729471" y="908327"/>
                  </a:lnTo>
                  <a:lnTo>
                    <a:pt x="6692054" y="908327"/>
                  </a:lnTo>
                  <a:lnTo>
                    <a:pt x="6654637" y="908327"/>
                  </a:lnTo>
                  <a:lnTo>
                    <a:pt x="6617220" y="908327"/>
                  </a:lnTo>
                  <a:lnTo>
                    <a:pt x="6579803" y="908327"/>
                  </a:lnTo>
                  <a:lnTo>
                    <a:pt x="6542385" y="908327"/>
                  </a:lnTo>
                  <a:lnTo>
                    <a:pt x="6504968" y="908327"/>
                  </a:lnTo>
                  <a:lnTo>
                    <a:pt x="6467551" y="908327"/>
                  </a:lnTo>
                  <a:lnTo>
                    <a:pt x="6430134" y="908327"/>
                  </a:lnTo>
                  <a:lnTo>
                    <a:pt x="6392717" y="908327"/>
                  </a:lnTo>
                  <a:lnTo>
                    <a:pt x="6355300" y="908327"/>
                  </a:lnTo>
                  <a:lnTo>
                    <a:pt x="6317883" y="908327"/>
                  </a:lnTo>
                  <a:lnTo>
                    <a:pt x="6280465" y="908327"/>
                  </a:lnTo>
                  <a:lnTo>
                    <a:pt x="6243048" y="908327"/>
                  </a:lnTo>
                  <a:lnTo>
                    <a:pt x="6205631" y="908327"/>
                  </a:lnTo>
                  <a:lnTo>
                    <a:pt x="6168214" y="908327"/>
                  </a:lnTo>
                  <a:lnTo>
                    <a:pt x="6130797" y="908327"/>
                  </a:lnTo>
                  <a:lnTo>
                    <a:pt x="6093380" y="908327"/>
                  </a:lnTo>
                  <a:lnTo>
                    <a:pt x="6055963" y="908327"/>
                  </a:lnTo>
                  <a:lnTo>
                    <a:pt x="6018546" y="908327"/>
                  </a:lnTo>
                  <a:lnTo>
                    <a:pt x="5981128" y="908327"/>
                  </a:lnTo>
                  <a:lnTo>
                    <a:pt x="5943711" y="908327"/>
                  </a:lnTo>
                  <a:lnTo>
                    <a:pt x="5906294" y="908327"/>
                  </a:lnTo>
                  <a:lnTo>
                    <a:pt x="5868877" y="908327"/>
                  </a:lnTo>
                  <a:lnTo>
                    <a:pt x="5831460" y="908327"/>
                  </a:lnTo>
                  <a:lnTo>
                    <a:pt x="5794043" y="908327"/>
                  </a:lnTo>
                  <a:lnTo>
                    <a:pt x="5756626" y="908327"/>
                  </a:lnTo>
                  <a:lnTo>
                    <a:pt x="5719208" y="908327"/>
                  </a:lnTo>
                  <a:lnTo>
                    <a:pt x="5681791" y="908327"/>
                  </a:lnTo>
                  <a:lnTo>
                    <a:pt x="5644374" y="908327"/>
                  </a:lnTo>
                  <a:lnTo>
                    <a:pt x="5606957" y="908327"/>
                  </a:lnTo>
                  <a:lnTo>
                    <a:pt x="5569540" y="908327"/>
                  </a:lnTo>
                  <a:lnTo>
                    <a:pt x="5532123" y="908327"/>
                  </a:lnTo>
                  <a:lnTo>
                    <a:pt x="5494706" y="908327"/>
                  </a:lnTo>
                  <a:lnTo>
                    <a:pt x="5457289" y="908327"/>
                  </a:lnTo>
                  <a:lnTo>
                    <a:pt x="5419871" y="908327"/>
                  </a:lnTo>
                  <a:lnTo>
                    <a:pt x="5382454" y="908327"/>
                  </a:lnTo>
                  <a:lnTo>
                    <a:pt x="5345037" y="908327"/>
                  </a:lnTo>
                  <a:lnTo>
                    <a:pt x="5307620" y="908327"/>
                  </a:lnTo>
                  <a:lnTo>
                    <a:pt x="5270203" y="908327"/>
                  </a:lnTo>
                  <a:lnTo>
                    <a:pt x="5232786" y="908327"/>
                  </a:lnTo>
                  <a:lnTo>
                    <a:pt x="5195369" y="908327"/>
                  </a:lnTo>
                  <a:lnTo>
                    <a:pt x="5157951" y="908327"/>
                  </a:lnTo>
                  <a:lnTo>
                    <a:pt x="5120534" y="908327"/>
                  </a:lnTo>
                  <a:lnTo>
                    <a:pt x="5083117" y="908327"/>
                  </a:lnTo>
                  <a:lnTo>
                    <a:pt x="5045700" y="908327"/>
                  </a:lnTo>
                  <a:lnTo>
                    <a:pt x="5008283" y="908327"/>
                  </a:lnTo>
                  <a:lnTo>
                    <a:pt x="4970866" y="908327"/>
                  </a:lnTo>
                  <a:lnTo>
                    <a:pt x="4933449" y="908327"/>
                  </a:lnTo>
                  <a:lnTo>
                    <a:pt x="4896031" y="908327"/>
                  </a:lnTo>
                  <a:lnTo>
                    <a:pt x="4858614" y="908327"/>
                  </a:lnTo>
                  <a:lnTo>
                    <a:pt x="4821197" y="908327"/>
                  </a:lnTo>
                  <a:lnTo>
                    <a:pt x="4783780" y="908327"/>
                  </a:lnTo>
                  <a:lnTo>
                    <a:pt x="4746363" y="908327"/>
                  </a:lnTo>
                  <a:lnTo>
                    <a:pt x="4708946" y="908327"/>
                  </a:lnTo>
                  <a:lnTo>
                    <a:pt x="4671529" y="908327"/>
                  </a:lnTo>
                  <a:lnTo>
                    <a:pt x="4634112" y="908327"/>
                  </a:lnTo>
                  <a:lnTo>
                    <a:pt x="4596694" y="908327"/>
                  </a:lnTo>
                  <a:lnTo>
                    <a:pt x="4559277" y="908327"/>
                  </a:lnTo>
                  <a:lnTo>
                    <a:pt x="4521860" y="908327"/>
                  </a:lnTo>
                  <a:lnTo>
                    <a:pt x="4484443" y="908327"/>
                  </a:lnTo>
                  <a:lnTo>
                    <a:pt x="4447026" y="908327"/>
                  </a:lnTo>
                  <a:lnTo>
                    <a:pt x="4409609" y="908327"/>
                  </a:lnTo>
                  <a:lnTo>
                    <a:pt x="4372192" y="908327"/>
                  </a:lnTo>
                  <a:lnTo>
                    <a:pt x="4334774" y="908327"/>
                  </a:lnTo>
                  <a:lnTo>
                    <a:pt x="4297357" y="908327"/>
                  </a:lnTo>
                  <a:lnTo>
                    <a:pt x="4259940" y="908327"/>
                  </a:lnTo>
                  <a:lnTo>
                    <a:pt x="4222523" y="908327"/>
                  </a:lnTo>
                  <a:lnTo>
                    <a:pt x="4185106" y="908327"/>
                  </a:lnTo>
                  <a:lnTo>
                    <a:pt x="4147689" y="908327"/>
                  </a:lnTo>
                  <a:lnTo>
                    <a:pt x="4110272" y="908327"/>
                  </a:lnTo>
                  <a:lnTo>
                    <a:pt x="4072855" y="908327"/>
                  </a:lnTo>
                  <a:lnTo>
                    <a:pt x="4035437" y="908327"/>
                  </a:lnTo>
                  <a:lnTo>
                    <a:pt x="3998020" y="908327"/>
                  </a:lnTo>
                  <a:lnTo>
                    <a:pt x="3960603" y="908327"/>
                  </a:lnTo>
                  <a:lnTo>
                    <a:pt x="3923186" y="908327"/>
                  </a:lnTo>
                  <a:lnTo>
                    <a:pt x="3885769" y="908327"/>
                  </a:lnTo>
                  <a:lnTo>
                    <a:pt x="3848352" y="908327"/>
                  </a:lnTo>
                  <a:lnTo>
                    <a:pt x="3810935" y="908327"/>
                  </a:lnTo>
                  <a:lnTo>
                    <a:pt x="3773517" y="908327"/>
                  </a:lnTo>
                  <a:lnTo>
                    <a:pt x="3736100" y="908327"/>
                  </a:lnTo>
                  <a:lnTo>
                    <a:pt x="3698683" y="908327"/>
                  </a:lnTo>
                  <a:lnTo>
                    <a:pt x="3661266" y="908327"/>
                  </a:lnTo>
                  <a:lnTo>
                    <a:pt x="3623849" y="908327"/>
                  </a:lnTo>
                  <a:lnTo>
                    <a:pt x="3586432" y="908327"/>
                  </a:lnTo>
                  <a:lnTo>
                    <a:pt x="3549015" y="908327"/>
                  </a:lnTo>
                  <a:lnTo>
                    <a:pt x="3511598" y="908327"/>
                  </a:lnTo>
                  <a:lnTo>
                    <a:pt x="3474180" y="908327"/>
                  </a:lnTo>
                  <a:lnTo>
                    <a:pt x="3436763" y="908327"/>
                  </a:lnTo>
                  <a:lnTo>
                    <a:pt x="3399346" y="908327"/>
                  </a:lnTo>
                  <a:lnTo>
                    <a:pt x="3361929" y="908327"/>
                  </a:lnTo>
                  <a:lnTo>
                    <a:pt x="3324512" y="908327"/>
                  </a:lnTo>
                  <a:lnTo>
                    <a:pt x="3287095" y="908327"/>
                  </a:lnTo>
                  <a:lnTo>
                    <a:pt x="3249678" y="908327"/>
                  </a:lnTo>
                  <a:lnTo>
                    <a:pt x="3212260" y="908327"/>
                  </a:lnTo>
                  <a:lnTo>
                    <a:pt x="3174843" y="908327"/>
                  </a:lnTo>
                  <a:lnTo>
                    <a:pt x="3137426" y="908327"/>
                  </a:lnTo>
                  <a:lnTo>
                    <a:pt x="3100009" y="908327"/>
                  </a:lnTo>
                  <a:lnTo>
                    <a:pt x="3062592" y="908327"/>
                  </a:lnTo>
                  <a:lnTo>
                    <a:pt x="3025175" y="908327"/>
                  </a:lnTo>
                  <a:lnTo>
                    <a:pt x="2987758" y="908327"/>
                  </a:lnTo>
                  <a:lnTo>
                    <a:pt x="2950341" y="908327"/>
                  </a:lnTo>
                  <a:lnTo>
                    <a:pt x="2912923" y="908327"/>
                  </a:lnTo>
                  <a:lnTo>
                    <a:pt x="2875506" y="908327"/>
                  </a:lnTo>
                  <a:lnTo>
                    <a:pt x="2838089" y="908327"/>
                  </a:lnTo>
                  <a:lnTo>
                    <a:pt x="2800672" y="908327"/>
                  </a:lnTo>
                  <a:lnTo>
                    <a:pt x="2763255" y="908327"/>
                  </a:lnTo>
                  <a:lnTo>
                    <a:pt x="2725838" y="908327"/>
                  </a:lnTo>
                  <a:lnTo>
                    <a:pt x="2688421" y="908327"/>
                  </a:lnTo>
                  <a:lnTo>
                    <a:pt x="2651003" y="908327"/>
                  </a:lnTo>
                  <a:lnTo>
                    <a:pt x="2613586" y="908327"/>
                  </a:lnTo>
                  <a:lnTo>
                    <a:pt x="2576169" y="908327"/>
                  </a:lnTo>
                  <a:lnTo>
                    <a:pt x="2538752" y="908327"/>
                  </a:lnTo>
                  <a:lnTo>
                    <a:pt x="2501335" y="908327"/>
                  </a:lnTo>
                  <a:lnTo>
                    <a:pt x="2463918" y="908327"/>
                  </a:lnTo>
                  <a:lnTo>
                    <a:pt x="2426501" y="908327"/>
                  </a:lnTo>
                  <a:lnTo>
                    <a:pt x="2389084" y="908327"/>
                  </a:lnTo>
                  <a:lnTo>
                    <a:pt x="2351666" y="908327"/>
                  </a:lnTo>
                  <a:lnTo>
                    <a:pt x="2314249" y="908327"/>
                  </a:lnTo>
                  <a:lnTo>
                    <a:pt x="2276832" y="908327"/>
                  </a:lnTo>
                  <a:lnTo>
                    <a:pt x="2239415" y="908327"/>
                  </a:lnTo>
                  <a:lnTo>
                    <a:pt x="2201998" y="908327"/>
                  </a:lnTo>
                  <a:lnTo>
                    <a:pt x="2164581" y="908327"/>
                  </a:lnTo>
                  <a:lnTo>
                    <a:pt x="2127164" y="908327"/>
                  </a:lnTo>
                  <a:lnTo>
                    <a:pt x="2089746" y="908327"/>
                  </a:lnTo>
                  <a:lnTo>
                    <a:pt x="2052329" y="908327"/>
                  </a:lnTo>
                  <a:lnTo>
                    <a:pt x="2014912" y="908327"/>
                  </a:lnTo>
                  <a:lnTo>
                    <a:pt x="1977495" y="908327"/>
                  </a:lnTo>
                  <a:lnTo>
                    <a:pt x="1940078" y="908327"/>
                  </a:lnTo>
                  <a:lnTo>
                    <a:pt x="1902661" y="908327"/>
                  </a:lnTo>
                  <a:lnTo>
                    <a:pt x="1865244" y="908327"/>
                  </a:lnTo>
                  <a:lnTo>
                    <a:pt x="1827826" y="908327"/>
                  </a:lnTo>
                  <a:lnTo>
                    <a:pt x="1790409" y="908327"/>
                  </a:lnTo>
                  <a:lnTo>
                    <a:pt x="1752992" y="908327"/>
                  </a:lnTo>
                  <a:lnTo>
                    <a:pt x="1715575" y="908327"/>
                  </a:lnTo>
                  <a:lnTo>
                    <a:pt x="1678158" y="908327"/>
                  </a:lnTo>
                  <a:lnTo>
                    <a:pt x="1640741" y="908327"/>
                  </a:lnTo>
                  <a:lnTo>
                    <a:pt x="1603324" y="908327"/>
                  </a:lnTo>
                  <a:lnTo>
                    <a:pt x="1565907" y="908327"/>
                  </a:lnTo>
                  <a:lnTo>
                    <a:pt x="1528489" y="908327"/>
                  </a:lnTo>
                  <a:lnTo>
                    <a:pt x="1491072" y="908327"/>
                  </a:lnTo>
                  <a:lnTo>
                    <a:pt x="1453655" y="908327"/>
                  </a:lnTo>
                  <a:lnTo>
                    <a:pt x="1416238" y="908327"/>
                  </a:lnTo>
                  <a:lnTo>
                    <a:pt x="1378821" y="908327"/>
                  </a:lnTo>
                  <a:lnTo>
                    <a:pt x="1341404" y="908327"/>
                  </a:lnTo>
                  <a:lnTo>
                    <a:pt x="1303987" y="908327"/>
                  </a:lnTo>
                  <a:lnTo>
                    <a:pt x="1266569" y="908327"/>
                  </a:lnTo>
                  <a:lnTo>
                    <a:pt x="1229152" y="908327"/>
                  </a:lnTo>
                  <a:lnTo>
                    <a:pt x="1191735" y="908327"/>
                  </a:lnTo>
                  <a:lnTo>
                    <a:pt x="1154318" y="908327"/>
                  </a:lnTo>
                  <a:lnTo>
                    <a:pt x="1116901" y="908327"/>
                  </a:lnTo>
                  <a:lnTo>
                    <a:pt x="1079484" y="908327"/>
                  </a:lnTo>
                  <a:lnTo>
                    <a:pt x="1042067" y="908327"/>
                  </a:lnTo>
                  <a:lnTo>
                    <a:pt x="1004650" y="908327"/>
                  </a:lnTo>
                  <a:lnTo>
                    <a:pt x="967232" y="908327"/>
                  </a:lnTo>
                  <a:lnTo>
                    <a:pt x="929815" y="908327"/>
                  </a:lnTo>
                  <a:lnTo>
                    <a:pt x="892398" y="908327"/>
                  </a:lnTo>
                  <a:lnTo>
                    <a:pt x="854981" y="908327"/>
                  </a:lnTo>
                  <a:lnTo>
                    <a:pt x="817564" y="908327"/>
                  </a:lnTo>
                  <a:lnTo>
                    <a:pt x="780147" y="908327"/>
                  </a:lnTo>
                  <a:lnTo>
                    <a:pt x="742730" y="908327"/>
                  </a:lnTo>
                  <a:lnTo>
                    <a:pt x="705312" y="908327"/>
                  </a:lnTo>
                  <a:lnTo>
                    <a:pt x="667895" y="908327"/>
                  </a:lnTo>
                  <a:lnTo>
                    <a:pt x="630478" y="908327"/>
                  </a:lnTo>
                  <a:lnTo>
                    <a:pt x="593061" y="908327"/>
                  </a:lnTo>
                  <a:lnTo>
                    <a:pt x="555644" y="908327"/>
                  </a:lnTo>
                  <a:lnTo>
                    <a:pt x="518227" y="908327"/>
                  </a:lnTo>
                  <a:lnTo>
                    <a:pt x="480810" y="908327"/>
                  </a:lnTo>
                  <a:lnTo>
                    <a:pt x="443393" y="908327"/>
                  </a:lnTo>
                  <a:lnTo>
                    <a:pt x="405975" y="908327"/>
                  </a:lnTo>
                  <a:lnTo>
                    <a:pt x="368558" y="908327"/>
                  </a:lnTo>
                  <a:lnTo>
                    <a:pt x="331141" y="908327"/>
                  </a:lnTo>
                  <a:lnTo>
                    <a:pt x="293724" y="908327"/>
                  </a:lnTo>
                  <a:lnTo>
                    <a:pt x="256307" y="908327"/>
                  </a:lnTo>
                  <a:lnTo>
                    <a:pt x="218890" y="908327"/>
                  </a:lnTo>
                  <a:lnTo>
                    <a:pt x="181473" y="908327"/>
                  </a:lnTo>
                  <a:lnTo>
                    <a:pt x="144055" y="908327"/>
                  </a:lnTo>
                  <a:lnTo>
                    <a:pt x="106638" y="908327"/>
                  </a:lnTo>
                  <a:lnTo>
                    <a:pt x="69221" y="908327"/>
                  </a:lnTo>
                  <a:lnTo>
                    <a:pt x="31804" y="908327"/>
                  </a:lnTo>
                  <a:lnTo>
                    <a:pt x="0" y="908327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364383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268007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tx18"/>
            <p:cNvSpPr/>
            <p:nvPr/>
          </p:nvSpPr>
          <p:spPr>
            <a:xfrm>
              <a:off x="382304" y="188952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382304" y="1588788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382304" y="1285106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382304" y="982897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382304" y="680688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382304" y="379952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7.5</a:t>
              </a:r>
            </a:p>
          </p:txBody>
        </p:sp>
        <p:sp>
          <p:nvSpPr>
            <p:cNvPr id="24" name="pl24"/>
            <p:cNvSpPr/>
            <p:nvPr/>
          </p:nvSpPr>
          <p:spPr>
            <a:xfrm>
              <a:off x="587875" y="193331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87875" y="163110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87875" y="13288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7875" y="102668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87875" y="7244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87875" y="42227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47765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348508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19365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7090221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961078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38" name="rc38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622670" y="2355589"/>
              <a:ext cx="8114543" cy="1668810"/>
            </a:xfrm>
            <a:custGeom>
              <a:avLst/>
              <a:pathLst>
                <a:path w="8114543" h="1668810">
                  <a:moveTo>
                    <a:pt x="0" y="1094832"/>
                  </a:moveTo>
                  <a:lnTo>
                    <a:pt x="31804" y="1105323"/>
                  </a:lnTo>
                  <a:lnTo>
                    <a:pt x="69221" y="1157013"/>
                  </a:lnTo>
                  <a:lnTo>
                    <a:pt x="106638" y="1159823"/>
                  </a:lnTo>
                  <a:lnTo>
                    <a:pt x="144055" y="1169394"/>
                  </a:lnTo>
                  <a:lnTo>
                    <a:pt x="181473" y="1157459"/>
                  </a:lnTo>
                  <a:lnTo>
                    <a:pt x="218890" y="1165982"/>
                  </a:lnTo>
                  <a:lnTo>
                    <a:pt x="256307" y="1066766"/>
                  </a:lnTo>
                  <a:lnTo>
                    <a:pt x="293724" y="1116665"/>
                  </a:lnTo>
                  <a:lnTo>
                    <a:pt x="331141" y="1080725"/>
                  </a:lnTo>
                  <a:lnTo>
                    <a:pt x="368558" y="1189476"/>
                  </a:lnTo>
                  <a:lnTo>
                    <a:pt x="405975" y="1234689"/>
                  </a:lnTo>
                  <a:lnTo>
                    <a:pt x="443393" y="1234689"/>
                  </a:lnTo>
                  <a:lnTo>
                    <a:pt x="480810" y="1234689"/>
                  </a:lnTo>
                  <a:lnTo>
                    <a:pt x="518227" y="1273571"/>
                  </a:lnTo>
                  <a:lnTo>
                    <a:pt x="555644" y="1323662"/>
                  </a:lnTo>
                  <a:lnTo>
                    <a:pt x="593061" y="1323662"/>
                  </a:lnTo>
                  <a:lnTo>
                    <a:pt x="630478" y="1323662"/>
                  </a:lnTo>
                  <a:lnTo>
                    <a:pt x="667895" y="1260410"/>
                  </a:lnTo>
                  <a:lnTo>
                    <a:pt x="705312" y="1222116"/>
                  </a:lnTo>
                  <a:lnTo>
                    <a:pt x="742730" y="1158050"/>
                  </a:lnTo>
                  <a:lnTo>
                    <a:pt x="780147" y="1087791"/>
                  </a:lnTo>
                  <a:lnTo>
                    <a:pt x="817564" y="1013132"/>
                  </a:lnTo>
                  <a:lnTo>
                    <a:pt x="854981" y="997046"/>
                  </a:lnTo>
                  <a:lnTo>
                    <a:pt x="892398" y="1013132"/>
                  </a:lnTo>
                  <a:lnTo>
                    <a:pt x="929815" y="1056447"/>
                  </a:lnTo>
                  <a:lnTo>
                    <a:pt x="967232" y="1080725"/>
                  </a:lnTo>
                  <a:lnTo>
                    <a:pt x="1004650" y="1056447"/>
                  </a:lnTo>
                  <a:lnTo>
                    <a:pt x="1042067" y="1013132"/>
                  </a:lnTo>
                  <a:lnTo>
                    <a:pt x="1079484" y="975029"/>
                  </a:lnTo>
                  <a:lnTo>
                    <a:pt x="1116901" y="845741"/>
                  </a:lnTo>
                  <a:lnTo>
                    <a:pt x="1154318" y="1067041"/>
                  </a:lnTo>
                  <a:lnTo>
                    <a:pt x="1191735" y="1128414"/>
                  </a:lnTo>
                  <a:lnTo>
                    <a:pt x="1229152" y="1178956"/>
                  </a:lnTo>
                  <a:lnTo>
                    <a:pt x="1266569" y="1136724"/>
                  </a:lnTo>
                  <a:lnTo>
                    <a:pt x="1303987" y="1084098"/>
                  </a:lnTo>
                  <a:lnTo>
                    <a:pt x="1341404" y="1122591"/>
                  </a:lnTo>
                  <a:lnTo>
                    <a:pt x="1378821" y="1155562"/>
                  </a:lnTo>
                  <a:lnTo>
                    <a:pt x="1416238" y="1125652"/>
                  </a:lnTo>
                  <a:lnTo>
                    <a:pt x="1453655" y="1134984"/>
                  </a:lnTo>
                  <a:lnTo>
                    <a:pt x="1491072" y="1134984"/>
                  </a:lnTo>
                  <a:lnTo>
                    <a:pt x="1528489" y="1134984"/>
                  </a:lnTo>
                  <a:lnTo>
                    <a:pt x="1565907" y="1131862"/>
                  </a:lnTo>
                  <a:lnTo>
                    <a:pt x="1603324" y="1110326"/>
                  </a:lnTo>
                  <a:lnTo>
                    <a:pt x="1640741" y="1122565"/>
                  </a:lnTo>
                  <a:lnTo>
                    <a:pt x="1678158" y="1194923"/>
                  </a:lnTo>
                  <a:lnTo>
                    <a:pt x="1715575" y="1208461"/>
                  </a:lnTo>
                  <a:lnTo>
                    <a:pt x="1752992" y="1240866"/>
                  </a:lnTo>
                  <a:lnTo>
                    <a:pt x="1790409" y="1159740"/>
                  </a:lnTo>
                  <a:lnTo>
                    <a:pt x="1827826" y="1205772"/>
                  </a:lnTo>
                  <a:lnTo>
                    <a:pt x="1865244" y="1359227"/>
                  </a:lnTo>
                  <a:lnTo>
                    <a:pt x="1902661" y="1157013"/>
                  </a:lnTo>
                  <a:lnTo>
                    <a:pt x="1940078" y="1214276"/>
                  </a:lnTo>
                  <a:lnTo>
                    <a:pt x="1977495" y="1295381"/>
                  </a:lnTo>
                  <a:lnTo>
                    <a:pt x="2014912" y="1255477"/>
                  </a:lnTo>
                  <a:lnTo>
                    <a:pt x="2052329" y="1193672"/>
                  </a:lnTo>
                  <a:lnTo>
                    <a:pt x="2089746" y="941550"/>
                  </a:lnTo>
                  <a:lnTo>
                    <a:pt x="2127164" y="1130421"/>
                  </a:lnTo>
                  <a:lnTo>
                    <a:pt x="2164581" y="1130240"/>
                  </a:lnTo>
                  <a:lnTo>
                    <a:pt x="2201998" y="1036918"/>
                  </a:lnTo>
                  <a:lnTo>
                    <a:pt x="2239415" y="953561"/>
                  </a:lnTo>
                  <a:lnTo>
                    <a:pt x="2276832" y="910576"/>
                  </a:lnTo>
                  <a:lnTo>
                    <a:pt x="2314249" y="1003002"/>
                  </a:lnTo>
                  <a:lnTo>
                    <a:pt x="2351666" y="920590"/>
                  </a:lnTo>
                  <a:lnTo>
                    <a:pt x="2389084" y="860993"/>
                  </a:lnTo>
                  <a:lnTo>
                    <a:pt x="2426501" y="767331"/>
                  </a:lnTo>
                  <a:lnTo>
                    <a:pt x="2463918" y="753372"/>
                  </a:lnTo>
                  <a:lnTo>
                    <a:pt x="2501335" y="645643"/>
                  </a:lnTo>
                  <a:lnTo>
                    <a:pt x="2538752" y="581149"/>
                  </a:lnTo>
                  <a:lnTo>
                    <a:pt x="2576169" y="563276"/>
                  </a:lnTo>
                  <a:lnTo>
                    <a:pt x="2613586" y="540378"/>
                  </a:lnTo>
                  <a:lnTo>
                    <a:pt x="2651003" y="497385"/>
                  </a:lnTo>
                  <a:lnTo>
                    <a:pt x="2688421" y="439003"/>
                  </a:lnTo>
                  <a:lnTo>
                    <a:pt x="2725838" y="408165"/>
                  </a:lnTo>
                  <a:lnTo>
                    <a:pt x="2763255" y="217204"/>
                  </a:lnTo>
                  <a:lnTo>
                    <a:pt x="2800672" y="186426"/>
                  </a:lnTo>
                  <a:lnTo>
                    <a:pt x="2838089" y="163626"/>
                  </a:lnTo>
                  <a:lnTo>
                    <a:pt x="2875506" y="159461"/>
                  </a:lnTo>
                  <a:lnTo>
                    <a:pt x="2912923" y="212544"/>
                  </a:lnTo>
                  <a:lnTo>
                    <a:pt x="2950341" y="232390"/>
                  </a:lnTo>
                  <a:lnTo>
                    <a:pt x="2987758" y="0"/>
                  </a:lnTo>
                  <a:lnTo>
                    <a:pt x="2987758" y="0"/>
                  </a:lnTo>
                  <a:lnTo>
                    <a:pt x="3025175" y="5891"/>
                  </a:lnTo>
                  <a:lnTo>
                    <a:pt x="3062592" y="31907"/>
                  </a:lnTo>
                  <a:lnTo>
                    <a:pt x="3100009" y="34962"/>
                  </a:lnTo>
                  <a:lnTo>
                    <a:pt x="3137426" y="54565"/>
                  </a:lnTo>
                  <a:lnTo>
                    <a:pt x="3174843" y="293786"/>
                  </a:lnTo>
                  <a:lnTo>
                    <a:pt x="3212260" y="350766"/>
                  </a:lnTo>
                  <a:lnTo>
                    <a:pt x="3249678" y="609931"/>
                  </a:lnTo>
                  <a:lnTo>
                    <a:pt x="3287095" y="567135"/>
                  </a:lnTo>
                  <a:lnTo>
                    <a:pt x="3324512" y="532881"/>
                  </a:lnTo>
                  <a:lnTo>
                    <a:pt x="3361929" y="618365"/>
                  </a:lnTo>
                  <a:lnTo>
                    <a:pt x="3399346" y="608757"/>
                  </a:lnTo>
                  <a:lnTo>
                    <a:pt x="3436763" y="594713"/>
                  </a:lnTo>
                  <a:lnTo>
                    <a:pt x="3474180" y="561935"/>
                  </a:lnTo>
                  <a:lnTo>
                    <a:pt x="3511598" y="601148"/>
                  </a:lnTo>
                  <a:lnTo>
                    <a:pt x="3549015" y="592568"/>
                  </a:lnTo>
                  <a:lnTo>
                    <a:pt x="3586432" y="664948"/>
                  </a:lnTo>
                  <a:lnTo>
                    <a:pt x="3623849" y="696889"/>
                  </a:lnTo>
                  <a:lnTo>
                    <a:pt x="3661266" y="690530"/>
                  </a:lnTo>
                  <a:lnTo>
                    <a:pt x="3698683" y="624156"/>
                  </a:lnTo>
                  <a:lnTo>
                    <a:pt x="3736100" y="610217"/>
                  </a:lnTo>
                  <a:lnTo>
                    <a:pt x="3773517" y="596504"/>
                  </a:lnTo>
                  <a:lnTo>
                    <a:pt x="3810935" y="509039"/>
                  </a:lnTo>
                  <a:lnTo>
                    <a:pt x="3848352" y="539403"/>
                  </a:lnTo>
                  <a:lnTo>
                    <a:pt x="3885769" y="577461"/>
                  </a:lnTo>
                  <a:lnTo>
                    <a:pt x="3923186" y="624251"/>
                  </a:lnTo>
                  <a:lnTo>
                    <a:pt x="3960603" y="581697"/>
                  </a:lnTo>
                  <a:lnTo>
                    <a:pt x="3998020" y="661526"/>
                  </a:lnTo>
                  <a:lnTo>
                    <a:pt x="4035437" y="632082"/>
                  </a:lnTo>
                  <a:lnTo>
                    <a:pt x="4072855" y="652160"/>
                  </a:lnTo>
                  <a:lnTo>
                    <a:pt x="4110272" y="724381"/>
                  </a:lnTo>
                  <a:lnTo>
                    <a:pt x="4147689" y="674106"/>
                  </a:lnTo>
                  <a:lnTo>
                    <a:pt x="4185106" y="658841"/>
                  </a:lnTo>
                  <a:lnTo>
                    <a:pt x="4222523" y="712097"/>
                  </a:lnTo>
                  <a:lnTo>
                    <a:pt x="4259940" y="718405"/>
                  </a:lnTo>
                  <a:lnTo>
                    <a:pt x="4297357" y="747928"/>
                  </a:lnTo>
                  <a:lnTo>
                    <a:pt x="4334774" y="784101"/>
                  </a:lnTo>
                  <a:lnTo>
                    <a:pt x="4372192" y="771871"/>
                  </a:lnTo>
                  <a:lnTo>
                    <a:pt x="4409609" y="758727"/>
                  </a:lnTo>
                  <a:lnTo>
                    <a:pt x="4447026" y="774081"/>
                  </a:lnTo>
                  <a:lnTo>
                    <a:pt x="4484443" y="817222"/>
                  </a:lnTo>
                  <a:lnTo>
                    <a:pt x="4521860" y="913343"/>
                  </a:lnTo>
                  <a:lnTo>
                    <a:pt x="4559277" y="931601"/>
                  </a:lnTo>
                  <a:lnTo>
                    <a:pt x="4596694" y="907343"/>
                  </a:lnTo>
                  <a:lnTo>
                    <a:pt x="4634112" y="622257"/>
                  </a:lnTo>
                  <a:lnTo>
                    <a:pt x="4671529" y="547989"/>
                  </a:lnTo>
                  <a:lnTo>
                    <a:pt x="4708946" y="360700"/>
                  </a:lnTo>
                  <a:lnTo>
                    <a:pt x="4746363" y="421322"/>
                  </a:lnTo>
                  <a:lnTo>
                    <a:pt x="4783780" y="427793"/>
                  </a:lnTo>
                  <a:lnTo>
                    <a:pt x="4821197" y="457543"/>
                  </a:lnTo>
                  <a:lnTo>
                    <a:pt x="4858614" y="476253"/>
                  </a:lnTo>
                  <a:lnTo>
                    <a:pt x="4896031" y="434314"/>
                  </a:lnTo>
                  <a:lnTo>
                    <a:pt x="4933449" y="481428"/>
                  </a:lnTo>
                  <a:lnTo>
                    <a:pt x="4970866" y="495387"/>
                  </a:lnTo>
                  <a:lnTo>
                    <a:pt x="5008283" y="440886"/>
                  </a:lnTo>
                  <a:lnTo>
                    <a:pt x="5045700" y="460914"/>
                  </a:lnTo>
                  <a:lnTo>
                    <a:pt x="5083117" y="460914"/>
                  </a:lnTo>
                  <a:lnTo>
                    <a:pt x="5120534" y="431048"/>
                  </a:lnTo>
                  <a:lnTo>
                    <a:pt x="5157951" y="459227"/>
                  </a:lnTo>
                  <a:lnTo>
                    <a:pt x="5195369" y="544276"/>
                  </a:lnTo>
                  <a:lnTo>
                    <a:pt x="5232786" y="536852"/>
                  </a:lnTo>
                  <a:lnTo>
                    <a:pt x="5270203" y="406941"/>
                  </a:lnTo>
                  <a:lnTo>
                    <a:pt x="5307620" y="577924"/>
                  </a:lnTo>
                  <a:lnTo>
                    <a:pt x="5345037" y="566356"/>
                  </a:lnTo>
                  <a:lnTo>
                    <a:pt x="5382454" y="620769"/>
                  </a:lnTo>
                  <a:lnTo>
                    <a:pt x="5419871" y="649500"/>
                  </a:lnTo>
                  <a:lnTo>
                    <a:pt x="5457289" y="685641"/>
                  </a:lnTo>
                  <a:lnTo>
                    <a:pt x="5494706" y="687248"/>
                  </a:lnTo>
                  <a:lnTo>
                    <a:pt x="5532123" y="658780"/>
                  </a:lnTo>
                  <a:lnTo>
                    <a:pt x="5569540" y="634257"/>
                  </a:lnTo>
                  <a:lnTo>
                    <a:pt x="5606957" y="577305"/>
                  </a:lnTo>
                  <a:lnTo>
                    <a:pt x="5644374" y="718590"/>
                  </a:lnTo>
                  <a:lnTo>
                    <a:pt x="5681791" y="724841"/>
                  </a:lnTo>
                  <a:lnTo>
                    <a:pt x="5719208" y="749009"/>
                  </a:lnTo>
                  <a:lnTo>
                    <a:pt x="5756626" y="858651"/>
                  </a:lnTo>
                  <a:lnTo>
                    <a:pt x="5794043" y="852909"/>
                  </a:lnTo>
                  <a:lnTo>
                    <a:pt x="5831460" y="854202"/>
                  </a:lnTo>
                  <a:lnTo>
                    <a:pt x="5868877" y="785316"/>
                  </a:lnTo>
                  <a:lnTo>
                    <a:pt x="5906294" y="841208"/>
                  </a:lnTo>
                  <a:lnTo>
                    <a:pt x="5943711" y="850426"/>
                  </a:lnTo>
                  <a:lnTo>
                    <a:pt x="5981128" y="827066"/>
                  </a:lnTo>
                  <a:lnTo>
                    <a:pt x="6018546" y="812172"/>
                  </a:lnTo>
                  <a:lnTo>
                    <a:pt x="6055963" y="863921"/>
                  </a:lnTo>
                  <a:lnTo>
                    <a:pt x="6093380" y="911266"/>
                  </a:lnTo>
                  <a:lnTo>
                    <a:pt x="6130797" y="907953"/>
                  </a:lnTo>
                  <a:lnTo>
                    <a:pt x="6168214" y="882191"/>
                  </a:lnTo>
                  <a:lnTo>
                    <a:pt x="6205631" y="809225"/>
                  </a:lnTo>
                  <a:lnTo>
                    <a:pt x="6243048" y="911505"/>
                  </a:lnTo>
                  <a:lnTo>
                    <a:pt x="6280465" y="946387"/>
                  </a:lnTo>
                  <a:lnTo>
                    <a:pt x="6317883" y="976237"/>
                  </a:lnTo>
                  <a:lnTo>
                    <a:pt x="6355300" y="1017020"/>
                  </a:lnTo>
                  <a:lnTo>
                    <a:pt x="6392717" y="1129777"/>
                  </a:lnTo>
                  <a:lnTo>
                    <a:pt x="6430134" y="1339857"/>
                  </a:lnTo>
                  <a:lnTo>
                    <a:pt x="6467551" y="1335036"/>
                  </a:lnTo>
                  <a:lnTo>
                    <a:pt x="6504968" y="1236095"/>
                  </a:lnTo>
                  <a:lnTo>
                    <a:pt x="6542385" y="1270002"/>
                  </a:lnTo>
                  <a:lnTo>
                    <a:pt x="6579803" y="1277901"/>
                  </a:lnTo>
                  <a:lnTo>
                    <a:pt x="6617220" y="1221122"/>
                  </a:lnTo>
                  <a:lnTo>
                    <a:pt x="6654637" y="1262894"/>
                  </a:lnTo>
                  <a:lnTo>
                    <a:pt x="6692054" y="1354487"/>
                  </a:lnTo>
                  <a:lnTo>
                    <a:pt x="6729471" y="1528697"/>
                  </a:lnTo>
                  <a:lnTo>
                    <a:pt x="6766888" y="1567885"/>
                  </a:lnTo>
                  <a:lnTo>
                    <a:pt x="6804305" y="1531487"/>
                  </a:lnTo>
                  <a:lnTo>
                    <a:pt x="6841722" y="1533941"/>
                  </a:lnTo>
                  <a:lnTo>
                    <a:pt x="6879140" y="1535646"/>
                  </a:lnTo>
                  <a:lnTo>
                    <a:pt x="6916557" y="1480999"/>
                  </a:lnTo>
                  <a:lnTo>
                    <a:pt x="6953974" y="1495846"/>
                  </a:lnTo>
                  <a:lnTo>
                    <a:pt x="6991391" y="1362037"/>
                  </a:lnTo>
                  <a:lnTo>
                    <a:pt x="7028808" y="1339813"/>
                  </a:lnTo>
                  <a:lnTo>
                    <a:pt x="7066225" y="1200181"/>
                  </a:lnTo>
                  <a:lnTo>
                    <a:pt x="7103642" y="1159823"/>
                  </a:lnTo>
                  <a:lnTo>
                    <a:pt x="7141060" y="1239465"/>
                  </a:lnTo>
                  <a:lnTo>
                    <a:pt x="7178477" y="1375914"/>
                  </a:lnTo>
                  <a:lnTo>
                    <a:pt x="7215894" y="1396549"/>
                  </a:lnTo>
                  <a:lnTo>
                    <a:pt x="7253311" y="1332076"/>
                  </a:lnTo>
                  <a:lnTo>
                    <a:pt x="7290728" y="1181509"/>
                  </a:lnTo>
                  <a:lnTo>
                    <a:pt x="7328145" y="1177553"/>
                  </a:lnTo>
                  <a:lnTo>
                    <a:pt x="7365562" y="1080725"/>
                  </a:lnTo>
                  <a:lnTo>
                    <a:pt x="7402979" y="1032847"/>
                  </a:lnTo>
                  <a:lnTo>
                    <a:pt x="7440397" y="1013132"/>
                  </a:lnTo>
                  <a:lnTo>
                    <a:pt x="7477814" y="1013132"/>
                  </a:lnTo>
                  <a:lnTo>
                    <a:pt x="7515231" y="1013132"/>
                  </a:lnTo>
                  <a:lnTo>
                    <a:pt x="7552648" y="1016386"/>
                  </a:lnTo>
                  <a:lnTo>
                    <a:pt x="7590065" y="1124040"/>
                  </a:lnTo>
                  <a:lnTo>
                    <a:pt x="7627482" y="1113001"/>
                  </a:lnTo>
                  <a:lnTo>
                    <a:pt x="7664899" y="1154203"/>
                  </a:lnTo>
                  <a:lnTo>
                    <a:pt x="7702317" y="1154203"/>
                  </a:lnTo>
                  <a:lnTo>
                    <a:pt x="7739734" y="1154203"/>
                  </a:lnTo>
                  <a:lnTo>
                    <a:pt x="7777151" y="1154203"/>
                  </a:lnTo>
                  <a:lnTo>
                    <a:pt x="7814568" y="1193487"/>
                  </a:lnTo>
                  <a:lnTo>
                    <a:pt x="7851985" y="1213837"/>
                  </a:lnTo>
                  <a:lnTo>
                    <a:pt x="7889402" y="1209727"/>
                  </a:lnTo>
                  <a:lnTo>
                    <a:pt x="7926819" y="1323662"/>
                  </a:lnTo>
                  <a:lnTo>
                    <a:pt x="7964236" y="1392037"/>
                  </a:lnTo>
                  <a:lnTo>
                    <a:pt x="8001654" y="1423125"/>
                  </a:lnTo>
                  <a:lnTo>
                    <a:pt x="8039071" y="1423125"/>
                  </a:lnTo>
                  <a:lnTo>
                    <a:pt x="8076488" y="1643691"/>
                  </a:lnTo>
                  <a:lnTo>
                    <a:pt x="8113905" y="1665472"/>
                  </a:lnTo>
                  <a:lnTo>
                    <a:pt x="8114543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8850481" y="3970173"/>
              <a:ext cx="148014" cy="54225"/>
            </a:xfrm>
            <a:custGeom>
              <a:avLst/>
              <a:pathLst>
                <a:path w="148014" h="54225">
                  <a:moveTo>
                    <a:pt x="0" y="54225"/>
                  </a:moveTo>
                  <a:lnTo>
                    <a:pt x="35763" y="0"/>
                  </a:lnTo>
                  <a:lnTo>
                    <a:pt x="73180" y="0"/>
                  </a:lnTo>
                  <a:lnTo>
                    <a:pt x="110597" y="0"/>
                  </a:lnTo>
                  <a:lnTo>
                    <a:pt x="148014" y="0"/>
                  </a:lnTo>
                  <a:lnTo>
                    <a:pt x="148014" y="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g41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094832"/>
                  </a:moveTo>
                  <a:lnTo>
                    <a:pt x="31804" y="1105323"/>
                  </a:lnTo>
                  <a:lnTo>
                    <a:pt x="69221" y="1157013"/>
                  </a:lnTo>
                  <a:lnTo>
                    <a:pt x="106638" y="1159823"/>
                  </a:lnTo>
                  <a:lnTo>
                    <a:pt x="144055" y="1169394"/>
                  </a:lnTo>
                  <a:lnTo>
                    <a:pt x="181473" y="1157459"/>
                  </a:lnTo>
                  <a:lnTo>
                    <a:pt x="218890" y="1165982"/>
                  </a:lnTo>
                  <a:lnTo>
                    <a:pt x="256307" y="1066766"/>
                  </a:lnTo>
                  <a:lnTo>
                    <a:pt x="293724" y="1116665"/>
                  </a:lnTo>
                  <a:lnTo>
                    <a:pt x="331141" y="1080725"/>
                  </a:lnTo>
                  <a:lnTo>
                    <a:pt x="368558" y="1189476"/>
                  </a:lnTo>
                  <a:lnTo>
                    <a:pt x="405975" y="1234689"/>
                  </a:lnTo>
                  <a:lnTo>
                    <a:pt x="443393" y="1234689"/>
                  </a:lnTo>
                  <a:lnTo>
                    <a:pt x="480810" y="1234689"/>
                  </a:lnTo>
                  <a:lnTo>
                    <a:pt x="518227" y="1273571"/>
                  </a:lnTo>
                  <a:lnTo>
                    <a:pt x="555644" y="1323662"/>
                  </a:lnTo>
                  <a:lnTo>
                    <a:pt x="593061" y="1323662"/>
                  </a:lnTo>
                  <a:lnTo>
                    <a:pt x="630478" y="1323662"/>
                  </a:lnTo>
                  <a:lnTo>
                    <a:pt x="667895" y="1260410"/>
                  </a:lnTo>
                  <a:lnTo>
                    <a:pt x="705312" y="1222116"/>
                  </a:lnTo>
                  <a:lnTo>
                    <a:pt x="742730" y="1158050"/>
                  </a:lnTo>
                  <a:lnTo>
                    <a:pt x="780147" y="1087791"/>
                  </a:lnTo>
                  <a:lnTo>
                    <a:pt x="817564" y="1013132"/>
                  </a:lnTo>
                  <a:lnTo>
                    <a:pt x="854981" y="997046"/>
                  </a:lnTo>
                  <a:lnTo>
                    <a:pt x="892398" y="1013132"/>
                  </a:lnTo>
                  <a:lnTo>
                    <a:pt x="929815" y="1056447"/>
                  </a:lnTo>
                  <a:lnTo>
                    <a:pt x="967232" y="1080725"/>
                  </a:lnTo>
                  <a:lnTo>
                    <a:pt x="1004650" y="1056447"/>
                  </a:lnTo>
                  <a:lnTo>
                    <a:pt x="1042067" y="1013132"/>
                  </a:lnTo>
                  <a:lnTo>
                    <a:pt x="1079484" y="975029"/>
                  </a:lnTo>
                  <a:lnTo>
                    <a:pt x="1116901" y="845741"/>
                  </a:lnTo>
                  <a:lnTo>
                    <a:pt x="1154318" y="1067041"/>
                  </a:lnTo>
                  <a:lnTo>
                    <a:pt x="1191735" y="1128414"/>
                  </a:lnTo>
                  <a:lnTo>
                    <a:pt x="1229152" y="1178956"/>
                  </a:lnTo>
                  <a:lnTo>
                    <a:pt x="1266569" y="1136724"/>
                  </a:lnTo>
                  <a:lnTo>
                    <a:pt x="1303987" y="1084098"/>
                  </a:lnTo>
                  <a:lnTo>
                    <a:pt x="1341404" y="1122591"/>
                  </a:lnTo>
                  <a:lnTo>
                    <a:pt x="1378821" y="1155562"/>
                  </a:lnTo>
                  <a:lnTo>
                    <a:pt x="1416238" y="1125652"/>
                  </a:lnTo>
                  <a:lnTo>
                    <a:pt x="1453655" y="1134984"/>
                  </a:lnTo>
                  <a:lnTo>
                    <a:pt x="1491072" y="1134984"/>
                  </a:lnTo>
                  <a:lnTo>
                    <a:pt x="1528489" y="1134984"/>
                  </a:lnTo>
                  <a:lnTo>
                    <a:pt x="1565907" y="1131862"/>
                  </a:lnTo>
                  <a:lnTo>
                    <a:pt x="1603324" y="1110326"/>
                  </a:lnTo>
                  <a:lnTo>
                    <a:pt x="1640741" y="1122565"/>
                  </a:lnTo>
                  <a:lnTo>
                    <a:pt x="1678158" y="1194923"/>
                  </a:lnTo>
                  <a:lnTo>
                    <a:pt x="1715575" y="1208461"/>
                  </a:lnTo>
                  <a:lnTo>
                    <a:pt x="1752992" y="1240866"/>
                  </a:lnTo>
                  <a:lnTo>
                    <a:pt x="1790409" y="1159740"/>
                  </a:lnTo>
                  <a:lnTo>
                    <a:pt x="1827826" y="1205772"/>
                  </a:lnTo>
                  <a:lnTo>
                    <a:pt x="1865244" y="1359227"/>
                  </a:lnTo>
                  <a:lnTo>
                    <a:pt x="1902661" y="1157013"/>
                  </a:lnTo>
                  <a:lnTo>
                    <a:pt x="1940078" y="1214276"/>
                  </a:lnTo>
                  <a:lnTo>
                    <a:pt x="1977495" y="1295381"/>
                  </a:lnTo>
                  <a:lnTo>
                    <a:pt x="2014912" y="1255477"/>
                  </a:lnTo>
                  <a:lnTo>
                    <a:pt x="2052329" y="1193672"/>
                  </a:lnTo>
                  <a:lnTo>
                    <a:pt x="2089746" y="941550"/>
                  </a:lnTo>
                  <a:lnTo>
                    <a:pt x="2127164" y="1130421"/>
                  </a:lnTo>
                  <a:lnTo>
                    <a:pt x="2164581" y="1130240"/>
                  </a:lnTo>
                  <a:lnTo>
                    <a:pt x="2201998" y="1036918"/>
                  </a:lnTo>
                  <a:lnTo>
                    <a:pt x="2239415" y="953561"/>
                  </a:lnTo>
                  <a:lnTo>
                    <a:pt x="2276832" y="910576"/>
                  </a:lnTo>
                  <a:lnTo>
                    <a:pt x="2314249" y="1003002"/>
                  </a:lnTo>
                  <a:lnTo>
                    <a:pt x="2351666" y="920590"/>
                  </a:lnTo>
                  <a:lnTo>
                    <a:pt x="2389084" y="860993"/>
                  </a:lnTo>
                  <a:lnTo>
                    <a:pt x="2426501" y="767331"/>
                  </a:lnTo>
                  <a:lnTo>
                    <a:pt x="2463918" y="753372"/>
                  </a:lnTo>
                  <a:lnTo>
                    <a:pt x="2501335" y="645643"/>
                  </a:lnTo>
                  <a:lnTo>
                    <a:pt x="2538752" y="581149"/>
                  </a:lnTo>
                  <a:lnTo>
                    <a:pt x="2576169" y="563276"/>
                  </a:lnTo>
                  <a:lnTo>
                    <a:pt x="2613586" y="540378"/>
                  </a:lnTo>
                  <a:lnTo>
                    <a:pt x="2651003" y="497385"/>
                  </a:lnTo>
                  <a:lnTo>
                    <a:pt x="2688421" y="439003"/>
                  </a:lnTo>
                  <a:lnTo>
                    <a:pt x="2725838" y="408165"/>
                  </a:lnTo>
                  <a:lnTo>
                    <a:pt x="2763255" y="217204"/>
                  </a:lnTo>
                  <a:lnTo>
                    <a:pt x="2800672" y="186426"/>
                  </a:lnTo>
                  <a:lnTo>
                    <a:pt x="2838089" y="163626"/>
                  </a:lnTo>
                  <a:lnTo>
                    <a:pt x="2875506" y="159461"/>
                  </a:lnTo>
                  <a:lnTo>
                    <a:pt x="2912923" y="212544"/>
                  </a:lnTo>
                  <a:lnTo>
                    <a:pt x="2950341" y="232390"/>
                  </a:lnTo>
                  <a:lnTo>
                    <a:pt x="2987758" y="0"/>
                  </a:lnTo>
                  <a:lnTo>
                    <a:pt x="3025175" y="5891"/>
                  </a:lnTo>
                  <a:lnTo>
                    <a:pt x="3062592" y="31907"/>
                  </a:lnTo>
                  <a:lnTo>
                    <a:pt x="3100009" y="34962"/>
                  </a:lnTo>
                  <a:lnTo>
                    <a:pt x="3137426" y="54565"/>
                  </a:lnTo>
                  <a:lnTo>
                    <a:pt x="3174843" y="293786"/>
                  </a:lnTo>
                  <a:lnTo>
                    <a:pt x="3212260" y="350766"/>
                  </a:lnTo>
                  <a:lnTo>
                    <a:pt x="3249678" y="609931"/>
                  </a:lnTo>
                  <a:lnTo>
                    <a:pt x="3287095" y="567135"/>
                  </a:lnTo>
                  <a:lnTo>
                    <a:pt x="3324512" y="532881"/>
                  </a:lnTo>
                  <a:lnTo>
                    <a:pt x="3361929" y="618365"/>
                  </a:lnTo>
                  <a:lnTo>
                    <a:pt x="3399346" y="608757"/>
                  </a:lnTo>
                  <a:lnTo>
                    <a:pt x="3436763" y="594713"/>
                  </a:lnTo>
                  <a:lnTo>
                    <a:pt x="3474180" y="561935"/>
                  </a:lnTo>
                  <a:lnTo>
                    <a:pt x="3511598" y="601148"/>
                  </a:lnTo>
                  <a:lnTo>
                    <a:pt x="3549015" y="592568"/>
                  </a:lnTo>
                  <a:lnTo>
                    <a:pt x="3586432" y="664948"/>
                  </a:lnTo>
                  <a:lnTo>
                    <a:pt x="3623849" y="696889"/>
                  </a:lnTo>
                  <a:lnTo>
                    <a:pt x="3661266" y="690530"/>
                  </a:lnTo>
                  <a:lnTo>
                    <a:pt x="3698683" y="624156"/>
                  </a:lnTo>
                  <a:lnTo>
                    <a:pt x="3736100" y="610217"/>
                  </a:lnTo>
                  <a:lnTo>
                    <a:pt x="3773517" y="596504"/>
                  </a:lnTo>
                  <a:lnTo>
                    <a:pt x="3810935" y="509039"/>
                  </a:lnTo>
                  <a:lnTo>
                    <a:pt x="3848352" y="539403"/>
                  </a:lnTo>
                  <a:lnTo>
                    <a:pt x="3885769" y="577461"/>
                  </a:lnTo>
                  <a:lnTo>
                    <a:pt x="3923186" y="624251"/>
                  </a:lnTo>
                  <a:lnTo>
                    <a:pt x="3960603" y="581697"/>
                  </a:lnTo>
                  <a:lnTo>
                    <a:pt x="3998020" y="661526"/>
                  </a:lnTo>
                  <a:lnTo>
                    <a:pt x="4035437" y="632082"/>
                  </a:lnTo>
                  <a:lnTo>
                    <a:pt x="4072855" y="652160"/>
                  </a:lnTo>
                  <a:lnTo>
                    <a:pt x="4110272" y="724381"/>
                  </a:lnTo>
                  <a:lnTo>
                    <a:pt x="4147689" y="674106"/>
                  </a:lnTo>
                  <a:lnTo>
                    <a:pt x="4185106" y="658841"/>
                  </a:lnTo>
                  <a:lnTo>
                    <a:pt x="4222523" y="712097"/>
                  </a:lnTo>
                  <a:lnTo>
                    <a:pt x="4259940" y="718405"/>
                  </a:lnTo>
                  <a:lnTo>
                    <a:pt x="4297357" y="747928"/>
                  </a:lnTo>
                  <a:lnTo>
                    <a:pt x="4334774" y="784101"/>
                  </a:lnTo>
                  <a:lnTo>
                    <a:pt x="4372192" y="771871"/>
                  </a:lnTo>
                  <a:lnTo>
                    <a:pt x="4409609" y="758727"/>
                  </a:lnTo>
                  <a:lnTo>
                    <a:pt x="4447026" y="774081"/>
                  </a:lnTo>
                  <a:lnTo>
                    <a:pt x="4484443" y="817222"/>
                  </a:lnTo>
                  <a:lnTo>
                    <a:pt x="4521860" y="913343"/>
                  </a:lnTo>
                  <a:lnTo>
                    <a:pt x="4559277" y="931601"/>
                  </a:lnTo>
                  <a:lnTo>
                    <a:pt x="4596694" y="907343"/>
                  </a:lnTo>
                  <a:lnTo>
                    <a:pt x="4634112" y="622257"/>
                  </a:lnTo>
                  <a:lnTo>
                    <a:pt x="4671529" y="547989"/>
                  </a:lnTo>
                  <a:lnTo>
                    <a:pt x="4708946" y="360700"/>
                  </a:lnTo>
                  <a:lnTo>
                    <a:pt x="4746363" y="421322"/>
                  </a:lnTo>
                  <a:lnTo>
                    <a:pt x="4783780" y="427793"/>
                  </a:lnTo>
                  <a:lnTo>
                    <a:pt x="4821197" y="457543"/>
                  </a:lnTo>
                  <a:lnTo>
                    <a:pt x="4858614" y="476253"/>
                  </a:lnTo>
                  <a:lnTo>
                    <a:pt x="4896031" y="434314"/>
                  </a:lnTo>
                  <a:lnTo>
                    <a:pt x="4933449" y="481428"/>
                  </a:lnTo>
                  <a:lnTo>
                    <a:pt x="4970866" y="495387"/>
                  </a:lnTo>
                  <a:lnTo>
                    <a:pt x="5008283" y="440886"/>
                  </a:lnTo>
                  <a:lnTo>
                    <a:pt x="5045700" y="460914"/>
                  </a:lnTo>
                  <a:lnTo>
                    <a:pt x="5083117" y="460914"/>
                  </a:lnTo>
                  <a:lnTo>
                    <a:pt x="5120534" y="431048"/>
                  </a:lnTo>
                  <a:lnTo>
                    <a:pt x="5157951" y="459227"/>
                  </a:lnTo>
                  <a:lnTo>
                    <a:pt x="5195369" y="544276"/>
                  </a:lnTo>
                  <a:lnTo>
                    <a:pt x="5232786" y="536852"/>
                  </a:lnTo>
                  <a:lnTo>
                    <a:pt x="5270203" y="406941"/>
                  </a:lnTo>
                  <a:lnTo>
                    <a:pt x="5307620" y="577924"/>
                  </a:lnTo>
                  <a:lnTo>
                    <a:pt x="5345037" y="566356"/>
                  </a:lnTo>
                  <a:lnTo>
                    <a:pt x="5382454" y="620769"/>
                  </a:lnTo>
                  <a:lnTo>
                    <a:pt x="5419871" y="649500"/>
                  </a:lnTo>
                  <a:lnTo>
                    <a:pt x="5457289" y="685641"/>
                  </a:lnTo>
                  <a:lnTo>
                    <a:pt x="5494706" y="687248"/>
                  </a:lnTo>
                  <a:lnTo>
                    <a:pt x="5532123" y="658780"/>
                  </a:lnTo>
                  <a:lnTo>
                    <a:pt x="5569540" y="634257"/>
                  </a:lnTo>
                  <a:lnTo>
                    <a:pt x="5606957" y="577305"/>
                  </a:lnTo>
                  <a:lnTo>
                    <a:pt x="5644374" y="718590"/>
                  </a:lnTo>
                  <a:lnTo>
                    <a:pt x="5681791" y="724841"/>
                  </a:lnTo>
                  <a:lnTo>
                    <a:pt x="5719208" y="749009"/>
                  </a:lnTo>
                  <a:lnTo>
                    <a:pt x="5756626" y="858651"/>
                  </a:lnTo>
                  <a:lnTo>
                    <a:pt x="5794043" y="852909"/>
                  </a:lnTo>
                  <a:lnTo>
                    <a:pt x="5831460" y="854202"/>
                  </a:lnTo>
                  <a:lnTo>
                    <a:pt x="5868877" y="785316"/>
                  </a:lnTo>
                  <a:lnTo>
                    <a:pt x="5906294" y="841208"/>
                  </a:lnTo>
                  <a:lnTo>
                    <a:pt x="5943711" y="850426"/>
                  </a:lnTo>
                  <a:lnTo>
                    <a:pt x="5981128" y="827066"/>
                  </a:lnTo>
                  <a:lnTo>
                    <a:pt x="6018546" y="812172"/>
                  </a:lnTo>
                  <a:lnTo>
                    <a:pt x="6055963" y="863921"/>
                  </a:lnTo>
                  <a:lnTo>
                    <a:pt x="6093380" y="911266"/>
                  </a:lnTo>
                  <a:lnTo>
                    <a:pt x="6130797" y="907953"/>
                  </a:lnTo>
                  <a:lnTo>
                    <a:pt x="6168214" y="882191"/>
                  </a:lnTo>
                  <a:lnTo>
                    <a:pt x="6205631" y="809225"/>
                  </a:lnTo>
                  <a:lnTo>
                    <a:pt x="6243048" y="911505"/>
                  </a:lnTo>
                  <a:lnTo>
                    <a:pt x="6280465" y="946387"/>
                  </a:lnTo>
                  <a:lnTo>
                    <a:pt x="6317883" y="976237"/>
                  </a:lnTo>
                  <a:lnTo>
                    <a:pt x="6355300" y="1017020"/>
                  </a:lnTo>
                  <a:lnTo>
                    <a:pt x="6392717" y="1129777"/>
                  </a:lnTo>
                  <a:lnTo>
                    <a:pt x="6430134" y="1339857"/>
                  </a:lnTo>
                  <a:lnTo>
                    <a:pt x="6467551" y="1335036"/>
                  </a:lnTo>
                  <a:lnTo>
                    <a:pt x="6504968" y="1236095"/>
                  </a:lnTo>
                  <a:lnTo>
                    <a:pt x="6542385" y="1270002"/>
                  </a:lnTo>
                  <a:lnTo>
                    <a:pt x="6579803" y="1277901"/>
                  </a:lnTo>
                  <a:lnTo>
                    <a:pt x="6617220" y="1221122"/>
                  </a:lnTo>
                  <a:lnTo>
                    <a:pt x="6654637" y="1262894"/>
                  </a:lnTo>
                  <a:lnTo>
                    <a:pt x="6692054" y="1354487"/>
                  </a:lnTo>
                  <a:lnTo>
                    <a:pt x="6729471" y="1528697"/>
                  </a:lnTo>
                  <a:lnTo>
                    <a:pt x="6766888" y="1567885"/>
                  </a:lnTo>
                  <a:lnTo>
                    <a:pt x="6804305" y="1531487"/>
                  </a:lnTo>
                  <a:lnTo>
                    <a:pt x="6841722" y="1533941"/>
                  </a:lnTo>
                  <a:lnTo>
                    <a:pt x="6879140" y="1535646"/>
                  </a:lnTo>
                  <a:lnTo>
                    <a:pt x="6916557" y="1480999"/>
                  </a:lnTo>
                  <a:lnTo>
                    <a:pt x="6953974" y="1495846"/>
                  </a:lnTo>
                  <a:lnTo>
                    <a:pt x="6991391" y="1362037"/>
                  </a:lnTo>
                  <a:lnTo>
                    <a:pt x="7028808" y="1339813"/>
                  </a:lnTo>
                  <a:lnTo>
                    <a:pt x="7066225" y="1200181"/>
                  </a:lnTo>
                  <a:lnTo>
                    <a:pt x="7103642" y="1159823"/>
                  </a:lnTo>
                  <a:lnTo>
                    <a:pt x="7141060" y="1239465"/>
                  </a:lnTo>
                  <a:lnTo>
                    <a:pt x="7178477" y="1375914"/>
                  </a:lnTo>
                  <a:lnTo>
                    <a:pt x="7215894" y="1396549"/>
                  </a:lnTo>
                  <a:lnTo>
                    <a:pt x="7253311" y="1332076"/>
                  </a:lnTo>
                  <a:lnTo>
                    <a:pt x="7290728" y="1181509"/>
                  </a:lnTo>
                  <a:lnTo>
                    <a:pt x="7328145" y="1177553"/>
                  </a:lnTo>
                  <a:lnTo>
                    <a:pt x="7365562" y="1080725"/>
                  </a:lnTo>
                  <a:lnTo>
                    <a:pt x="7402979" y="1032847"/>
                  </a:lnTo>
                  <a:lnTo>
                    <a:pt x="7440397" y="1013132"/>
                  </a:lnTo>
                  <a:lnTo>
                    <a:pt x="7477814" y="1013132"/>
                  </a:lnTo>
                  <a:lnTo>
                    <a:pt x="7515231" y="1013132"/>
                  </a:lnTo>
                  <a:lnTo>
                    <a:pt x="7552648" y="1016386"/>
                  </a:lnTo>
                  <a:lnTo>
                    <a:pt x="7590065" y="1124040"/>
                  </a:lnTo>
                  <a:lnTo>
                    <a:pt x="7627482" y="1113001"/>
                  </a:lnTo>
                  <a:lnTo>
                    <a:pt x="7664899" y="1154203"/>
                  </a:lnTo>
                  <a:lnTo>
                    <a:pt x="7702317" y="1154203"/>
                  </a:lnTo>
                  <a:lnTo>
                    <a:pt x="7739734" y="1154203"/>
                  </a:lnTo>
                  <a:lnTo>
                    <a:pt x="7777151" y="1154203"/>
                  </a:lnTo>
                  <a:lnTo>
                    <a:pt x="7814568" y="1193487"/>
                  </a:lnTo>
                  <a:lnTo>
                    <a:pt x="7851985" y="1213837"/>
                  </a:lnTo>
                  <a:lnTo>
                    <a:pt x="7889402" y="1209727"/>
                  </a:lnTo>
                  <a:lnTo>
                    <a:pt x="7926819" y="1323662"/>
                  </a:lnTo>
                  <a:lnTo>
                    <a:pt x="7964236" y="1392037"/>
                  </a:lnTo>
                  <a:lnTo>
                    <a:pt x="8001654" y="1423125"/>
                  </a:lnTo>
                  <a:lnTo>
                    <a:pt x="8039071" y="1423125"/>
                  </a:lnTo>
                  <a:lnTo>
                    <a:pt x="8076488" y="1643691"/>
                  </a:lnTo>
                  <a:lnTo>
                    <a:pt x="8113905" y="1665472"/>
                  </a:lnTo>
                  <a:lnTo>
                    <a:pt x="8151322" y="1668810"/>
                  </a:lnTo>
                  <a:lnTo>
                    <a:pt x="8188739" y="1668810"/>
                  </a:lnTo>
                  <a:lnTo>
                    <a:pt x="8226156" y="1668810"/>
                  </a:lnTo>
                  <a:lnTo>
                    <a:pt x="8263574" y="1614584"/>
                  </a:lnTo>
                  <a:lnTo>
                    <a:pt x="8300991" y="1614584"/>
                  </a:lnTo>
                  <a:lnTo>
                    <a:pt x="8338408" y="1614584"/>
                  </a:lnTo>
                  <a:lnTo>
                    <a:pt x="8375825" y="1614584"/>
                  </a:lnTo>
                  <a:lnTo>
                    <a:pt x="8375825" y="1668810"/>
                  </a:lnTo>
                  <a:lnTo>
                    <a:pt x="8338408" y="1668810"/>
                  </a:lnTo>
                  <a:lnTo>
                    <a:pt x="8300991" y="1668810"/>
                  </a:lnTo>
                  <a:lnTo>
                    <a:pt x="8263574" y="1668810"/>
                  </a:lnTo>
                  <a:lnTo>
                    <a:pt x="8226156" y="1668810"/>
                  </a:lnTo>
                  <a:lnTo>
                    <a:pt x="8188739" y="1668810"/>
                  </a:lnTo>
                  <a:lnTo>
                    <a:pt x="8151322" y="1668810"/>
                  </a:lnTo>
                  <a:lnTo>
                    <a:pt x="8113905" y="1668810"/>
                  </a:lnTo>
                  <a:lnTo>
                    <a:pt x="8076488" y="1668810"/>
                  </a:lnTo>
                  <a:lnTo>
                    <a:pt x="8039071" y="1668810"/>
                  </a:lnTo>
                  <a:lnTo>
                    <a:pt x="8001654" y="1668810"/>
                  </a:lnTo>
                  <a:lnTo>
                    <a:pt x="7964236" y="1668810"/>
                  </a:lnTo>
                  <a:lnTo>
                    <a:pt x="7926819" y="1668810"/>
                  </a:lnTo>
                  <a:lnTo>
                    <a:pt x="7889402" y="1668810"/>
                  </a:lnTo>
                  <a:lnTo>
                    <a:pt x="7851985" y="1668810"/>
                  </a:lnTo>
                  <a:lnTo>
                    <a:pt x="7814568" y="1668810"/>
                  </a:lnTo>
                  <a:lnTo>
                    <a:pt x="7777151" y="1668810"/>
                  </a:lnTo>
                  <a:lnTo>
                    <a:pt x="7739734" y="1668810"/>
                  </a:lnTo>
                  <a:lnTo>
                    <a:pt x="7702317" y="1668810"/>
                  </a:lnTo>
                  <a:lnTo>
                    <a:pt x="7664899" y="1668810"/>
                  </a:lnTo>
                  <a:lnTo>
                    <a:pt x="7627482" y="1668810"/>
                  </a:lnTo>
                  <a:lnTo>
                    <a:pt x="7590065" y="1668810"/>
                  </a:lnTo>
                  <a:lnTo>
                    <a:pt x="7552648" y="1668810"/>
                  </a:lnTo>
                  <a:lnTo>
                    <a:pt x="7515231" y="1668810"/>
                  </a:lnTo>
                  <a:lnTo>
                    <a:pt x="7477814" y="1668810"/>
                  </a:lnTo>
                  <a:lnTo>
                    <a:pt x="7440397" y="1668810"/>
                  </a:lnTo>
                  <a:lnTo>
                    <a:pt x="7402979" y="1668810"/>
                  </a:lnTo>
                  <a:lnTo>
                    <a:pt x="7365562" y="1668810"/>
                  </a:lnTo>
                  <a:lnTo>
                    <a:pt x="7328145" y="1668810"/>
                  </a:lnTo>
                  <a:lnTo>
                    <a:pt x="7290728" y="1668810"/>
                  </a:lnTo>
                  <a:lnTo>
                    <a:pt x="7253311" y="1668810"/>
                  </a:lnTo>
                  <a:lnTo>
                    <a:pt x="7215894" y="1668810"/>
                  </a:lnTo>
                  <a:lnTo>
                    <a:pt x="7178477" y="1668810"/>
                  </a:lnTo>
                  <a:lnTo>
                    <a:pt x="7141060" y="1668810"/>
                  </a:lnTo>
                  <a:lnTo>
                    <a:pt x="7103642" y="1668810"/>
                  </a:lnTo>
                  <a:lnTo>
                    <a:pt x="7066225" y="1668810"/>
                  </a:lnTo>
                  <a:lnTo>
                    <a:pt x="7028808" y="1668810"/>
                  </a:lnTo>
                  <a:lnTo>
                    <a:pt x="6991391" y="1668810"/>
                  </a:lnTo>
                  <a:lnTo>
                    <a:pt x="6953974" y="1668810"/>
                  </a:lnTo>
                  <a:lnTo>
                    <a:pt x="6916557" y="1668810"/>
                  </a:lnTo>
                  <a:lnTo>
                    <a:pt x="6879140" y="1668810"/>
                  </a:lnTo>
                  <a:lnTo>
                    <a:pt x="6841722" y="1668810"/>
                  </a:lnTo>
                  <a:lnTo>
                    <a:pt x="6804305" y="1668810"/>
                  </a:lnTo>
                  <a:lnTo>
                    <a:pt x="6766888" y="1668810"/>
                  </a:lnTo>
                  <a:lnTo>
                    <a:pt x="6729471" y="1668810"/>
                  </a:lnTo>
                  <a:lnTo>
                    <a:pt x="6692054" y="1668810"/>
                  </a:lnTo>
                  <a:lnTo>
                    <a:pt x="6654637" y="1668810"/>
                  </a:lnTo>
                  <a:lnTo>
                    <a:pt x="6617220" y="1668810"/>
                  </a:lnTo>
                  <a:lnTo>
                    <a:pt x="6579803" y="1668810"/>
                  </a:lnTo>
                  <a:lnTo>
                    <a:pt x="6542385" y="1668810"/>
                  </a:lnTo>
                  <a:lnTo>
                    <a:pt x="6504968" y="1668810"/>
                  </a:lnTo>
                  <a:lnTo>
                    <a:pt x="6467551" y="1668810"/>
                  </a:lnTo>
                  <a:lnTo>
                    <a:pt x="6430134" y="1668810"/>
                  </a:lnTo>
                  <a:lnTo>
                    <a:pt x="6392717" y="1668810"/>
                  </a:lnTo>
                  <a:lnTo>
                    <a:pt x="6355300" y="1668810"/>
                  </a:lnTo>
                  <a:lnTo>
                    <a:pt x="6317883" y="1668810"/>
                  </a:lnTo>
                  <a:lnTo>
                    <a:pt x="6280465" y="1668810"/>
                  </a:lnTo>
                  <a:lnTo>
                    <a:pt x="6243048" y="1668810"/>
                  </a:lnTo>
                  <a:lnTo>
                    <a:pt x="6205631" y="1668810"/>
                  </a:lnTo>
                  <a:lnTo>
                    <a:pt x="6168214" y="1668810"/>
                  </a:lnTo>
                  <a:lnTo>
                    <a:pt x="6130797" y="1668810"/>
                  </a:lnTo>
                  <a:lnTo>
                    <a:pt x="6093380" y="1668810"/>
                  </a:lnTo>
                  <a:lnTo>
                    <a:pt x="6055963" y="1668810"/>
                  </a:lnTo>
                  <a:lnTo>
                    <a:pt x="6018546" y="1668810"/>
                  </a:lnTo>
                  <a:lnTo>
                    <a:pt x="5981128" y="1668810"/>
                  </a:lnTo>
                  <a:lnTo>
                    <a:pt x="5943711" y="1668810"/>
                  </a:lnTo>
                  <a:lnTo>
                    <a:pt x="5906294" y="1668810"/>
                  </a:lnTo>
                  <a:lnTo>
                    <a:pt x="5868877" y="1668810"/>
                  </a:lnTo>
                  <a:lnTo>
                    <a:pt x="5831460" y="1668810"/>
                  </a:lnTo>
                  <a:lnTo>
                    <a:pt x="5794043" y="1668810"/>
                  </a:lnTo>
                  <a:lnTo>
                    <a:pt x="5756626" y="1668810"/>
                  </a:lnTo>
                  <a:lnTo>
                    <a:pt x="5719208" y="1668810"/>
                  </a:lnTo>
                  <a:lnTo>
                    <a:pt x="5681791" y="1668810"/>
                  </a:lnTo>
                  <a:lnTo>
                    <a:pt x="5644374" y="1668810"/>
                  </a:lnTo>
                  <a:lnTo>
                    <a:pt x="5606957" y="1668810"/>
                  </a:lnTo>
                  <a:lnTo>
                    <a:pt x="5569540" y="1668810"/>
                  </a:lnTo>
                  <a:lnTo>
                    <a:pt x="5532123" y="1668810"/>
                  </a:lnTo>
                  <a:lnTo>
                    <a:pt x="5494706" y="1668810"/>
                  </a:lnTo>
                  <a:lnTo>
                    <a:pt x="5457289" y="1668810"/>
                  </a:lnTo>
                  <a:lnTo>
                    <a:pt x="5419871" y="1668810"/>
                  </a:lnTo>
                  <a:lnTo>
                    <a:pt x="5382454" y="1668810"/>
                  </a:lnTo>
                  <a:lnTo>
                    <a:pt x="5345037" y="1668810"/>
                  </a:lnTo>
                  <a:lnTo>
                    <a:pt x="5307620" y="1668810"/>
                  </a:lnTo>
                  <a:lnTo>
                    <a:pt x="5270203" y="1668810"/>
                  </a:lnTo>
                  <a:lnTo>
                    <a:pt x="5232786" y="1668810"/>
                  </a:lnTo>
                  <a:lnTo>
                    <a:pt x="5195369" y="1668810"/>
                  </a:lnTo>
                  <a:lnTo>
                    <a:pt x="5157951" y="1668810"/>
                  </a:lnTo>
                  <a:lnTo>
                    <a:pt x="5120534" y="1668810"/>
                  </a:lnTo>
                  <a:lnTo>
                    <a:pt x="5083117" y="1668810"/>
                  </a:lnTo>
                  <a:lnTo>
                    <a:pt x="5045700" y="1668810"/>
                  </a:lnTo>
                  <a:lnTo>
                    <a:pt x="5008283" y="1668810"/>
                  </a:lnTo>
                  <a:lnTo>
                    <a:pt x="4970866" y="1668810"/>
                  </a:lnTo>
                  <a:lnTo>
                    <a:pt x="4933449" y="1668810"/>
                  </a:lnTo>
                  <a:lnTo>
                    <a:pt x="4896031" y="1668810"/>
                  </a:lnTo>
                  <a:lnTo>
                    <a:pt x="4858614" y="1668810"/>
                  </a:lnTo>
                  <a:lnTo>
                    <a:pt x="4821197" y="1668810"/>
                  </a:lnTo>
                  <a:lnTo>
                    <a:pt x="4783780" y="1668810"/>
                  </a:lnTo>
                  <a:lnTo>
                    <a:pt x="4746363" y="1668810"/>
                  </a:lnTo>
                  <a:lnTo>
                    <a:pt x="4708946" y="1668810"/>
                  </a:lnTo>
                  <a:lnTo>
                    <a:pt x="4671529" y="1668810"/>
                  </a:lnTo>
                  <a:lnTo>
                    <a:pt x="4634112" y="1668810"/>
                  </a:lnTo>
                  <a:lnTo>
                    <a:pt x="4596694" y="1668810"/>
                  </a:lnTo>
                  <a:lnTo>
                    <a:pt x="4559277" y="1668810"/>
                  </a:lnTo>
                  <a:lnTo>
                    <a:pt x="4521860" y="1668810"/>
                  </a:lnTo>
                  <a:lnTo>
                    <a:pt x="4484443" y="1668810"/>
                  </a:lnTo>
                  <a:lnTo>
                    <a:pt x="4447026" y="1668810"/>
                  </a:lnTo>
                  <a:lnTo>
                    <a:pt x="4409609" y="1668810"/>
                  </a:lnTo>
                  <a:lnTo>
                    <a:pt x="4372192" y="1668810"/>
                  </a:lnTo>
                  <a:lnTo>
                    <a:pt x="4334774" y="1668810"/>
                  </a:lnTo>
                  <a:lnTo>
                    <a:pt x="4297357" y="1668810"/>
                  </a:lnTo>
                  <a:lnTo>
                    <a:pt x="4259940" y="1668810"/>
                  </a:lnTo>
                  <a:lnTo>
                    <a:pt x="4222523" y="1668810"/>
                  </a:lnTo>
                  <a:lnTo>
                    <a:pt x="4185106" y="1668810"/>
                  </a:lnTo>
                  <a:lnTo>
                    <a:pt x="4147689" y="1668810"/>
                  </a:lnTo>
                  <a:lnTo>
                    <a:pt x="4110272" y="1668810"/>
                  </a:lnTo>
                  <a:lnTo>
                    <a:pt x="4072855" y="1668810"/>
                  </a:lnTo>
                  <a:lnTo>
                    <a:pt x="4035437" y="1668810"/>
                  </a:lnTo>
                  <a:lnTo>
                    <a:pt x="3998020" y="1668810"/>
                  </a:lnTo>
                  <a:lnTo>
                    <a:pt x="3960603" y="1668810"/>
                  </a:lnTo>
                  <a:lnTo>
                    <a:pt x="3923186" y="1668810"/>
                  </a:lnTo>
                  <a:lnTo>
                    <a:pt x="3885769" y="1668810"/>
                  </a:lnTo>
                  <a:lnTo>
                    <a:pt x="3848352" y="1668810"/>
                  </a:lnTo>
                  <a:lnTo>
                    <a:pt x="3810935" y="1668810"/>
                  </a:lnTo>
                  <a:lnTo>
                    <a:pt x="3773517" y="1668810"/>
                  </a:lnTo>
                  <a:lnTo>
                    <a:pt x="3736100" y="1668810"/>
                  </a:lnTo>
                  <a:lnTo>
                    <a:pt x="3698683" y="1668810"/>
                  </a:lnTo>
                  <a:lnTo>
                    <a:pt x="3661266" y="1668810"/>
                  </a:lnTo>
                  <a:lnTo>
                    <a:pt x="3623849" y="1668810"/>
                  </a:lnTo>
                  <a:lnTo>
                    <a:pt x="3586432" y="1668810"/>
                  </a:lnTo>
                  <a:lnTo>
                    <a:pt x="3549015" y="1668810"/>
                  </a:lnTo>
                  <a:lnTo>
                    <a:pt x="3511598" y="1668810"/>
                  </a:lnTo>
                  <a:lnTo>
                    <a:pt x="3474180" y="1668810"/>
                  </a:lnTo>
                  <a:lnTo>
                    <a:pt x="3436763" y="1668810"/>
                  </a:lnTo>
                  <a:lnTo>
                    <a:pt x="3399346" y="1668810"/>
                  </a:lnTo>
                  <a:lnTo>
                    <a:pt x="3361929" y="1668810"/>
                  </a:lnTo>
                  <a:lnTo>
                    <a:pt x="3324512" y="1668810"/>
                  </a:lnTo>
                  <a:lnTo>
                    <a:pt x="3287095" y="1668810"/>
                  </a:lnTo>
                  <a:lnTo>
                    <a:pt x="3249678" y="1668810"/>
                  </a:lnTo>
                  <a:lnTo>
                    <a:pt x="3212260" y="1668810"/>
                  </a:lnTo>
                  <a:lnTo>
                    <a:pt x="3174843" y="1668810"/>
                  </a:lnTo>
                  <a:lnTo>
                    <a:pt x="3137426" y="1668810"/>
                  </a:lnTo>
                  <a:lnTo>
                    <a:pt x="3100009" y="1668810"/>
                  </a:lnTo>
                  <a:lnTo>
                    <a:pt x="3062592" y="1668810"/>
                  </a:lnTo>
                  <a:lnTo>
                    <a:pt x="3025175" y="1668810"/>
                  </a:lnTo>
                  <a:lnTo>
                    <a:pt x="2987758" y="1668810"/>
                  </a:lnTo>
                  <a:lnTo>
                    <a:pt x="2950341" y="1668810"/>
                  </a:lnTo>
                  <a:lnTo>
                    <a:pt x="2912923" y="1668810"/>
                  </a:lnTo>
                  <a:lnTo>
                    <a:pt x="2875506" y="1668810"/>
                  </a:lnTo>
                  <a:lnTo>
                    <a:pt x="2838089" y="1668810"/>
                  </a:lnTo>
                  <a:lnTo>
                    <a:pt x="2800672" y="1668810"/>
                  </a:lnTo>
                  <a:lnTo>
                    <a:pt x="2763255" y="1668810"/>
                  </a:lnTo>
                  <a:lnTo>
                    <a:pt x="2725838" y="1668810"/>
                  </a:lnTo>
                  <a:lnTo>
                    <a:pt x="2688421" y="1668810"/>
                  </a:lnTo>
                  <a:lnTo>
                    <a:pt x="2651003" y="1668810"/>
                  </a:lnTo>
                  <a:lnTo>
                    <a:pt x="2613586" y="1668810"/>
                  </a:lnTo>
                  <a:lnTo>
                    <a:pt x="2576169" y="1668810"/>
                  </a:lnTo>
                  <a:lnTo>
                    <a:pt x="2538752" y="1668810"/>
                  </a:lnTo>
                  <a:lnTo>
                    <a:pt x="2501335" y="1668810"/>
                  </a:lnTo>
                  <a:lnTo>
                    <a:pt x="2463918" y="1668810"/>
                  </a:lnTo>
                  <a:lnTo>
                    <a:pt x="2426501" y="1668810"/>
                  </a:lnTo>
                  <a:lnTo>
                    <a:pt x="2389084" y="1668810"/>
                  </a:lnTo>
                  <a:lnTo>
                    <a:pt x="2351666" y="1668810"/>
                  </a:lnTo>
                  <a:lnTo>
                    <a:pt x="2314249" y="1668810"/>
                  </a:lnTo>
                  <a:lnTo>
                    <a:pt x="2276832" y="1668810"/>
                  </a:lnTo>
                  <a:lnTo>
                    <a:pt x="2239415" y="1668810"/>
                  </a:lnTo>
                  <a:lnTo>
                    <a:pt x="2201998" y="1668810"/>
                  </a:lnTo>
                  <a:lnTo>
                    <a:pt x="2164581" y="1668810"/>
                  </a:lnTo>
                  <a:lnTo>
                    <a:pt x="2127164" y="1668810"/>
                  </a:lnTo>
                  <a:lnTo>
                    <a:pt x="2089746" y="1668810"/>
                  </a:lnTo>
                  <a:lnTo>
                    <a:pt x="2052329" y="1668810"/>
                  </a:lnTo>
                  <a:lnTo>
                    <a:pt x="2014912" y="1668810"/>
                  </a:lnTo>
                  <a:lnTo>
                    <a:pt x="1977495" y="1668810"/>
                  </a:lnTo>
                  <a:lnTo>
                    <a:pt x="1940078" y="1668810"/>
                  </a:lnTo>
                  <a:lnTo>
                    <a:pt x="1902661" y="1668810"/>
                  </a:lnTo>
                  <a:lnTo>
                    <a:pt x="1865244" y="1668810"/>
                  </a:lnTo>
                  <a:lnTo>
                    <a:pt x="1827826" y="1668810"/>
                  </a:lnTo>
                  <a:lnTo>
                    <a:pt x="1790409" y="1668810"/>
                  </a:lnTo>
                  <a:lnTo>
                    <a:pt x="1752992" y="1668810"/>
                  </a:lnTo>
                  <a:lnTo>
                    <a:pt x="1715575" y="1668810"/>
                  </a:lnTo>
                  <a:lnTo>
                    <a:pt x="1678158" y="1668810"/>
                  </a:lnTo>
                  <a:lnTo>
                    <a:pt x="1640741" y="1668810"/>
                  </a:lnTo>
                  <a:lnTo>
                    <a:pt x="1603324" y="1668810"/>
                  </a:lnTo>
                  <a:lnTo>
                    <a:pt x="1565907" y="1668810"/>
                  </a:lnTo>
                  <a:lnTo>
                    <a:pt x="1528489" y="1668810"/>
                  </a:lnTo>
                  <a:lnTo>
                    <a:pt x="1491072" y="1668810"/>
                  </a:lnTo>
                  <a:lnTo>
                    <a:pt x="1453655" y="1668810"/>
                  </a:lnTo>
                  <a:lnTo>
                    <a:pt x="1416238" y="1668810"/>
                  </a:lnTo>
                  <a:lnTo>
                    <a:pt x="1378821" y="1668810"/>
                  </a:lnTo>
                  <a:lnTo>
                    <a:pt x="1341404" y="1668810"/>
                  </a:lnTo>
                  <a:lnTo>
                    <a:pt x="1303987" y="1668810"/>
                  </a:lnTo>
                  <a:lnTo>
                    <a:pt x="1266569" y="1668810"/>
                  </a:lnTo>
                  <a:lnTo>
                    <a:pt x="1229152" y="1668810"/>
                  </a:lnTo>
                  <a:lnTo>
                    <a:pt x="1191735" y="1668810"/>
                  </a:lnTo>
                  <a:lnTo>
                    <a:pt x="1154318" y="1668810"/>
                  </a:lnTo>
                  <a:lnTo>
                    <a:pt x="1116901" y="1668810"/>
                  </a:lnTo>
                  <a:lnTo>
                    <a:pt x="1079484" y="1668810"/>
                  </a:lnTo>
                  <a:lnTo>
                    <a:pt x="1042067" y="1668810"/>
                  </a:lnTo>
                  <a:lnTo>
                    <a:pt x="1004650" y="1668810"/>
                  </a:lnTo>
                  <a:lnTo>
                    <a:pt x="967232" y="1668810"/>
                  </a:lnTo>
                  <a:lnTo>
                    <a:pt x="929815" y="1668810"/>
                  </a:lnTo>
                  <a:lnTo>
                    <a:pt x="892398" y="1668810"/>
                  </a:lnTo>
                  <a:lnTo>
                    <a:pt x="854981" y="1668810"/>
                  </a:lnTo>
                  <a:lnTo>
                    <a:pt x="817564" y="1668810"/>
                  </a:lnTo>
                  <a:lnTo>
                    <a:pt x="780147" y="1668810"/>
                  </a:lnTo>
                  <a:lnTo>
                    <a:pt x="742730" y="1668810"/>
                  </a:lnTo>
                  <a:lnTo>
                    <a:pt x="705312" y="1668810"/>
                  </a:lnTo>
                  <a:lnTo>
                    <a:pt x="667895" y="1668810"/>
                  </a:lnTo>
                  <a:lnTo>
                    <a:pt x="630478" y="1668810"/>
                  </a:lnTo>
                  <a:lnTo>
                    <a:pt x="593061" y="1668810"/>
                  </a:lnTo>
                  <a:lnTo>
                    <a:pt x="555644" y="1668810"/>
                  </a:lnTo>
                  <a:lnTo>
                    <a:pt x="518227" y="1668810"/>
                  </a:lnTo>
                  <a:lnTo>
                    <a:pt x="480810" y="1668810"/>
                  </a:lnTo>
                  <a:lnTo>
                    <a:pt x="443393" y="1668810"/>
                  </a:lnTo>
                  <a:lnTo>
                    <a:pt x="405975" y="1668810"/>
                  </a:lnTo>
                  <a:lnTo>
                    <a:pt x="368558" y="1668810"/>
                  </a:lnTo>
                  <a:lnTo>
                    <a:pt x="331141" y="1668810"/>
                  </a:lnTo>
                  <a:lnTo>
                    <a:pt x="293724" y="1668810"/>
                  </a:lnTo>
                  <a:lnTo>
                    <a:pt x="256307" y="1668810"/>
                  </a:lnTo>
                  <a:lnTo>
                    <a:pt x="218890" y="1668810"/>
                  </a:lnTo>
                  <a:lnTo>
                    <a:pt x="181473" y="1668810"/>
                  </a:lnTo>
                  <a:lnTo>
                    <a:pt x="144055" y="1668810"/>
                  </a:lnTo>
                  <a:lnTo>
                    <a:pt x="106638" y="1668810"/>
                  </a:lnTo>
                  <a:lnTo>
                    <a:pt x="69221" y="1668810"/>
                  </a:lnTo>
                  <a:lnTo>
                    <a:pt x="31804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4364383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268007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382304" y="3799151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82304" y="3507955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5.5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82304" y="3213813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82304" y="2921144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6.5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82304" y="2628475"/>
              <a:ext cx="17773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382304" y="2337279"/>
              <a:ext cx="17773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7.5</a:t>
              </a:r>
            </a:p>
          </p:txBody>
        </p:sp>
        <p:sp>
          <p:nvSpPr>
            <p:cNvPr id="51" name="pl51"/>
            <p:cNvSpPr/>
            <p:nvPr/>
          </p:nvSpPr>
          <p:spPr>
            <a:xfrm>
              <a:off x="587875" y="38429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587875" y="35502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587875" y="325760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587875" y="29649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87875" y="267226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87875" y="23795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47765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348508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19365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090221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8961078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tx63"/>
            <p:cNvSpPr/>
            <p:nvPr/>
          </p:nvSpPr>
          <p:spPr>
            <a:xfrm>
              <a:off x="1193231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30769000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3064087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30770000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4934944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30771000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6805801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30772000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8676658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30773000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69" name="tx69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71" name="rc71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622670" y="5241604"/>
              <a:ext cx="8375825" cy="1001286"/>
            </a:xfrm>
            <a:custGeom>
              <a:avLst/>
              <a:pathLst>
                <a:path w="8375825" h="1001286">
                  <a:moveTo>
                    <a:pt x="0" y="945659"/>
                  </a:moveTo>
                  <a:lnTo>
                    <a:pt x="31804" y="945659"/>
                  </a:lnTo>
                  <a:lnTo>
                    <a:pt x="69221" y="945659"/>
                  </a:lnTo>
                  <a:lnTo>
                    <a:pt x="106638" y="945659"/>
                  </a:lnTo>
                  <a:lnTo>
                    <a:pt x="144055" y="976253"/>
                  </a:lnTo>
                  <a:lnTo>
                    <a:pt x="181473" y="1001286"/>
                  </a:lnTo>
                  <a:lnTo>
                    <a:pt x="218890" y="1001286"/>
                  </a:lnTo>
                  <a:lnTo>
                    <a:pt x="256307" y="1001286"/>
                  </a:lnTo>
                  <a:lnTo>
                    <a:pt x="293724" y="998504"/>
                  </a:lnTo>
                  <a:lnTo>
                    <a:pt x="331141" y="1001286"/>
                  </a:lnTo>
                  <a:lnTo>
                    <a:pt x="368558" y="1001286"/>
                  </a:lnTo>
                  <a:lnTo>
                    <a:pt x="405975" y="1001286"/>
                  </a:lnTo>
                  <a:lnTo>
                    <a:pt x="443393" y="959565"/>
                  </a:lnTo>
                  <a:lnTo>
                    <a:pt x="480810" y="895594"/>
                  </a:lnTo>
                  <a:lnTo>
                    <a:pt x="518227" y="834405"/>
                  </a:lnTo>
                  <a:lnTo>
                    <a:pt x="555644" y="820498"/>
                  </a:lnTo>
                  <a:lnTo>
                    <a:pt x="593061" y="778778"/>
                  </a:lnTo>
                  <a:lnTo>
                    <a:pt x="630478" y="778778"/>
                  </a:lnTo>
                  <a:lnTo>
                    <a:pt x="667895" y="745401"/>
                  </a:lnTo>
                  <a:lnTo>
                    <a:pt x="705312" y="723151"/>
                  </a:lnTo>
                  <a:lnTo>
                    <a:pt x="742730" y="723151"/>
                  </a:lnTo>
                  <a:lnTo>
                    <a:pt x="780147" y="723151"/>
                  </a:lnTo>
                  <a:lnTo>
                    <a:pt x="817564" y="723151"/>
                  </a:lnTo>
                  <a:lnTo>
                    <a:pt x="854981" y="750964"/>
                  </a:lnTo>
                  <a:lnTo>
                    <a:pt x="892398" y="778778"/>
                  </a:lnTo>
                  <a:lnTo>
                    <a:pt x="929815" y="778778"/>
                  </a:lnTo>
                  <a:lnTo>
                    <a:pt x="967232" y="723151"/>
                  </a:lnTo>
                  <a:lnTo>
                    <a:pt x="1004650" y="706463"/>
                  </a:lnTo>
                  <a:lnTo>
                    <a:pt x="1042067" y="667524"/>
                  </a:lnTo>
                  <a:lnTo>
                    <a:pt x="1079484" y="667524"/>
                  </a:lnTo>
                  <a:lnTo>
                    <a:pt x="1116901" y="667524"/>
                  </a:lnTo>
                  <a:lnTo>
                    <a:pt x="1154318" y="667524"/>
                  </a:lnTo>
                  <a:lnTo>
                    <a:pt x="1191735" y="667524"/>
                  </a:lnTo>
                  <a:lnTo>
                    <a:pt x="1229152" y="703681"/>
                  </a:lnTo>
                  <a:lnTo>
                    <a:pt x="1266569" y="723151"/>
                  </a:lnTo>
                  <a:lnTo>
                    <a:pt x="1303987" y="723151"/>
                  </a:lnTo>
                  <a:lnTo>
                    <a:pt x="1341404" y="723151"/>
                  </a:lnTo>
                  <a:lnTo>
                    <a:pt x="1378821" y="762090"/>
                  </a:lnTo>
                  <a:lnTo>
                    <a:pt x="1416238" y="823279"/>
                  </a:lnTo>
                  <a:lnTo>
                    <a:pt x="1453655" y="890032"/>
                  </a:lnTo>
                  <a:lnTo>
                    <a:pt x="1491072" y="837186"/>
                  </a:lnTo>
                  <a:lnTo>
                    <a:pt x="1528489" y="781559"/>
                  </a:lnTo>
                  <a:lnTo>
                    <a:pt x="1565907" y="700900"/>
                  </a:lnTo>
                  <a:lnTo>
                    <a:pt x="1603324" y="698118"/>
                  </a:lnTo>
                  <a:lnTo>
                    <a:pt x="1640741" y="723151"/>
                  </a:lnTo>
                  <a:lnTo>
                    <a:pt x="1678158" y="661961"/>
                  </a:lnTo>
                  <a:lnTo>
                    <a:pt x="1715575" y="581302"/>
                  </a:lnTo>
                  <a:lnTo>
                    <a:pt x="1752992" y="511768"/>
                  </a:lnTo>
                  <a:lnTo>
                    <a:pt x="1790409" y="456141"/>
                  </a:lnTo>
                  <a:lnTo>
                    <a:pt x="1827826" y="445016"/>
                  </a:lnTo>
                  <a:lnTo>
                    <a:pt x="1865244" y="389389"/>
                  </a:lnTo>
                  <a:lnTo>
                    <a:pt x="1902661" y="381045"/>
                  </a:lnTo>
                  <a:lnTo>
                    <a:pt x="1940078" y="275353"/>
                  </a:lnTo>
                  <a:lnTo>
                    <a:pt x="1977495" y="222508"/>
                  </a:lnTo>
                  <a:lnTo>
                    <a:pt x="2014912" y="222508"/>
                  </a:lnTo>
                  <a:lnTo>
                    <a:pt x="2052329" y="183569"/>
                  </a:lnTo>
                  <a:lnTo>
                    <a:pt x="2089746" y="166881"/>
                  </a:lnTo>
                  <a:lnTo>
                    <a:pt x="2127164" y="133504"/>
                  </a:lnTo>
                  <a:lnTo>
                    <a:pt x="2164581" y="80659"/>
                  </a:lnTo>
                  <a:lnTo>
                    <a:pt x="2201998" y="55627"/>
                  </a:lnTo>
                  <a:lnTo>
                    <a:pt x="2239415" y="55627"/>
                  </a:lnTo>
                  <a:lnTo>
                    <a:pt x="2276832" y="55627"/>
                  </a:lnTo>
                  <a:lnTo>
                    <a:pt x="2314249" y="41720"/>
                  </a:lnTo>
                  <a:lnTo>
                    <a:pt x="2351666" y="0"/>
                  </a:lnTo>
                  <a:lnTo>
                    <a:pt x="2389084" y="0"/>
                  </a:lnTo>
                  <a:lnTo>
                    <a:pt x="2426501" y="8344"/>
                  </a:lnTo>
                  <a:lnTo>
                    <a:pt x="2463918" y="105691"/>
                  </a:lnTo>
                  <a:lnTo>
                    <a:pt x="2501335" y="127942"/>
                  </a:lnTo>
                  <a:lnTo>
                    <a:pt x="2538752" y="166881"/>
                  </a:lnTo>
                  <a:lnTo>
                    <a:pt x="2576169" y="166881"/>
                  </a:lnTo>
                  <a:lnTo>
                    <a:pt x="2613586" y="222508"/>
                  </a:lnTo>
                  <a:lnTo>
                    <a:pt x="2651003" y="305948"/>
                  </a:lnTo>
                  <a:lnTo>
                    <a:pt x="2688421" y="364357"/>
                  </a:lnTo>
                  <a:lnTo>
                    <a:pt x="2725838" y="375482"/>
                  </a:lnTo>
                  <a:lnTo>
                    <a:pt x="2763255" y="389389"/>
                  </a:lnTo>
                  <a:lnTo>
                    <a:pt x="2800672" y="442234"/>
                  </a:lnTo>
                  <a:lnTo>
                    <a:pt x="2838089" y="500642"/>
                  </a:lnTo>
                  <a:lnTo>
                    <a:pt x="2875506" y="617459"/>
                  </a:lnTo>
                  <a:lnTo>
                    <a:pt x="2912923" y="667524"/>
                  </a:lnTo>
                  <a:lnTo>
                    <a:pt x="2950341" y="667524"/>
                  </a:lnTo>
                  <a:lnTo>
                    <a:pt x="2987758" y="703681"/>
                  </a:lnTo>
                  <a:lnTo>
                    <a:pt x="3025175" y="723151"/>
                  </a:lnTo>
                  <a:lnTo>
                    <a:pt x="3062592" y="753746"/>
                  </a:lnTo>
                  <a:lnTo>
                    <a:pt x="3100009" y="806591"/>
                  </a:lnTo>
                  <a:lnTo>
                    <a:pt x="3137426" y="834405"/>
                  </a:lnTo>
                  <a:lnTo>
                    <a:pt x="3174843" y="756527"/>
                  </a:lnTo>
                  <a:lnTo>
                    <a:pt x="3212260" y="723151"/>
                  </a:lnTo>
                  <a:lnTo>
                    <a:pt x="3249678" y="686993"/>
                  </a:lnTo>
                  <a:lnTo>
                    <a:pt x="3287095" y="723151"/>
                  </a:lnTo>
                  <a:lnTo>
                    <a:pt x="3324512" y="723151"/>
                  </a:lnTo>
                  <a:lnTo>
                    <a:pt x="3361929" y="770434"/>
                  </a:lnTo>
                  <a:lnTo>
                    <a:pt x="3399346" y="764871"/>
                  </a:lnTo>
                  <a:lnTo>
                    <a:pt x="3436763" y="775996"/>
                  </a:lnTo>
                  <a:lnTo>
                    <a:pt x="3474180" y="709244"/>
                  </a:lnTo>
                  <a:lnTo>
                    <a:pt x="3511598" y="631366"/>
                  </a:lnTo>
                  <a:lnTo>
                    <a:pt x="3549015" y="611897"/>
                  </a:lnTo>
                  <a:lnTo>
                    <a:pt x="3586432" y="611897"/>
                  </a:lnTo>
                  <a:lnTo>
                    <a:pt x="3623849" y="556270"/>
                  </a:lnTo>
                  <a:lnTo>
                    <a:pt x="3661266" y="556270"/>
                  </a:lnTo>
                  <a:lnTo>
                    <a:pt x="3698683" y="514549"/>
                  </a:lnTo>
                  <a:lnTo>
                    <a:pt x="3736100" y="442234"/>
                  </a:lnTo>
                  <a:lnTo>
                    <a:pt x="3773517" y="369919"/>
                  </a:lnTo>
                  <a:lnTo>
                    <a:pt x="3810935" y="319855"/>
                  </a:lnTo>
                  <a:lnTo>
                    <a:pt x="3848352" y="333762"/>
                  </a:lnTo>
                  <a:lnTo>
                    <a:pt x="3885769" y="319855"/>
                  </a:lnTo>
                  <a:lnTo>
                    <a:pt x="3923186" y="228070"/>
                  </a:lnTo>
                  <a:lnTo>
                    <a:pt x="3960603" y="222508"/>
                  </a:lnTo>
                  <a:lnTo>
                    <a:pt x="3998020" y="208601"/>
                  </a:lnTo>
                  <a:lnTo>
                    <a:pt x="4035437" y="136286"/>
                  </a:lnTo>
                  <a:lnTo>
                    <a:pt x="4072855" y="55627"/>
                  </a:lnTo>
                  <a:lnTo>
                    <a:pt x="4110272" y="127942"/>
                  </a:lnTo>
                  <a:lnTo>
                    <a:pt x="4147689" y="166881"/>
                  </a:lnTo>
                  <a:lnTo>
                    <a:pt x="4185106" y="211382"/>
                  </a:lnTo>
                  <a:lnTo>
                    <a:pt x="4222523" y="222508"/>
                  </a:lnTo>
                  <a:lnTo>
                    <a:pt x="4259940" y="222508"/>
                  </a:lnTo>
                  <a:lnTo>
                    <a:pt x="4297357" y="222508"/>
                  </a:lnTo>
                  <a:lnTo>
                    <a:pt x="4334774" y="194694"/>
                  </a:lnTo>
                  <a:lnTo>
                    <a:pt x="4372192" y="166881"/>
                  </a:lnTo>
                  <a:lnTo>
                    <a:pt x="4409609" y="230852"/>
                  </a:lnTo>
                  <a:lnTo>
                    <a:pt x="4447026" y="311511"/>
                  </a:lnTo>
                  <a:lnTo>
                    <a:pt x="4484443" y="333762"/>
                  </a:lnTo>
                  <a:lnTo>
                    <a:pt x="4521860" y="333762"/>
                  </a:lnTo>
                  <a:lnTo>
                    <a:pt x="4559277" y="392170"/>
                  </a:lnTo>
                  <a:lnTo>
                    <a:pt x="4596694" y="445016"/>
                  </a:lnTo>
                  <a:lnTo>
                    <a:pt x="4634112" y="483954"/>
                  </a:lnTo>
                  <a:lnTo>
                    <a:pt x="4671529" y="553488"/>
                  </a:lnTo>
                  <a:lnTo>
                    <a:pt x="4708946" y="628585"/>
                  </a:lnTo>
                  <a:lnTo>
                    <a:pt x="4746363" y="678649"/>
                  </a:lnTo>
                  <a:lnTo>
                    <a:pt x="4783780" y="723151"/>
                  </a:lnTo>
                  <a:lnTo>
                    <a:pt x="4821197" y="734276"/>
                  </a:lnTo>
                  <a:lnTo>
                    <a:pt x="4858614" y="826061"/>
                  </a:lnTo>
                  <a:lnTo>
                    <a:pt x="4896031" y="834405"/>
                  </a:lnTo>
                  <a:lnTo>
                    <a:pt x="4933449" y="834405"/>
                  </a:lnTo>
                  <a:lnTo>
                    <a:pt x="4970866" y="859437"/>
                  </a:lnTo>
                  <a:lnTo>
                    <a:pt x="5008283" y="945659"/>
                  </a:lnTo>
                  <a:lnTo>
                    <a:pt x="5045700" y="890032"/>
                  </a:lnTo>
                  <a:lnTo>
                    <a:pt x="5083117" y="890032"/>
                  </a:lnTo>
                  <a:lnTo>
                    <a:pt x="5120534" y="839967"/>
                  </a:lnTo>
                  <a:lnTo>
                    <a:pt x="5157951" y="834405"/>
                  </a:lnTo>
                  <a:lnTo>
                    <a:pt x="5195369" y="834405"/>
                  </a:lnTo>
                  <a:lnTo>
                    <a:pt x="5232786" y="814935"/>
                  </a:lnTo>
                  <a:lnTo>
                    <a:pt x="5270203" y="812154"/>
                  </a:lnTo>
                  <a:lnTo>
                    <a:pt x="5307620" y="890032"/>
                  </a:lnTo>
                  <a:lnTo>
                    <a:pt x="5345037" y="801028"/>
                  </a:lnTo>
                  <a:lnTo>
                    <a:pt x="5382454" y="778778"/>
                  </a:lnTo>
                  <a:lnTo>
                    <a:pt x="5419871" y="778778"/>
                  </a:lnTo>
                  <a:lnTo>
                    <a:pt x="5457289" y="753745"/>
                  </a:lnTo>
                  <a:lnTo>
                    <a:pt x="5494706" y="723151"/>
                  </a:lnTo>
                  <a:lnTo>
                    <a:pt x="5532123" y="636929"/>
                  </a:lnTo>
                  <a:lnTo>
                    <a:pt x="5569540" y="572958"/>
                  </a:lnTo>
                  <a:lnTo>
                    <a:pt x="5606957" y="514549"/>
                  </a:lnTo>
                  <a:lnTo>
                    <a:pt x="5644374" y="500642"/>
                  </a:lnTo>
                  <a:lnTo>
                    <a:pt x="5681791" y="467267"/>
                  </a:lnTo>
                  <a:lnTo>
                    <a:pt x="5719208" y="342106"/>
                  </a:lnTo>
                  <a:lnTo>
                    <a:pt x="5756626" y="333762"/>
                  </a:lnTo>
                  <a:lnTo>
                    <a:pt x="5794043" y="333762"/>
                  </a:lnTo>
                  <a:lnTo>
                    <a:pt x="5831460" y="333762"/>
                  </a:lnTo>
                  <a:lnTo>
                    <a:pt x="5868877" y="342106"/>
                  </a:lnTo>
                  <a:lnTo>
                    <a:pt x="5906294" y="389389"/>
                  </a:lnTo>
                  <a:lnTo>
                    <a:pt x="5943711" y="389389"/>
                  </a:lnTo>
                  <a:lnTo>
                    <a:pt x="5981128" y="442234"/>
                  </a:lnTo>
                  <a:lnTo>
                    <a:pt x="6018546" y="445016"/>
                  </a:lnTo>
                  <a:lnTo>
                    <a:pt x="6055963" y="470048"/>
                  </a:lnTo>
                  <a:lnTo>
                    <a:pt x="6093380" y="445016"/>
                  </a:lnTo>
                  <a:lnTo>
                    <a:pt x="6130797" y="445016"/>
                  </a:lnTo>
                  <a:lnTo>
                    <a:pt x="6168214" y="461704"/>
                  </a:lnTo>
                  <a:lnTo>
                    <a:pt x="6205631" y="500642"/>
                  </a:lnTo>
                  <a:lnTo>
                    <a:pt x="6243048" y="500642"/>
                  </a:lnTo>
                  <a:lnTo>
                    <a:pt x="6280465" y="584083"/>
                  </a:lnTo>
                  <a:lnTo>
                    <a:pt x="6317883" y="611897"/>
                  </a:lnTo>
                  <a:lnTo>
                    <a:pt x="6355300" y="581302"/>
                  </a:lnTo>
                  <a:lnTo>
                    <a:pt x="6392717" y="578520"/>
                  </a:lnTo>
                  <a:lnTo>
                    <a:pt x="6430134" y="589646"/>
                  </a:lnTo>
                  <a:lnTo>
                    <a:pt x="6467551" y="636929"/>
                  </a:lnTo>
                  <a:lnTo>
                    <a:pt x="6504968" y="625803"/>
                  </a:lnTo>
                  <a:lnTo>
                    <a:pt x="6542385" y="650835"/>
                  </a:lnTo>
                  <a:lnTo>
                    <a:pt x="6579803" y="667524"/>
                  </a:lnTo>
                  <a:lnTo>
                    <a:pt x="6617220" y="698118"/>
                  </a:lnTo>
                  <a:lnTo>
                    <a:pt x="6654637" y="820498"/>
                  </a:lnTo>
                  <a:lnTo>
                    <a:pt x="6692054" y="834405"/>
                  </a:lnTo>
                  <a:lnTo>
                    <a:pt x="6729471" y="834405"/>
                  </a:lnTo>
                  <a:lnTo>
                    <a:pt x="6766888" y="834405"/>
                  </a:lnTo>
                  <a:lnTo>
                    <a:pt x="6804305" y="834405"/>
                  </a:lnTo>
                  <a:lnTo>
                    <a:pt x="6841722" y="834405"/>
                  </a:lnTo>
                  <a:lnTo>
                    <a:pt x="6879140" y="834405"/>
                  </a:lnTo>
                  <a:lnTo>
                    <a:pt x="6916557" y="834405"/>
                  </a:lnTo>
                  <a:lnTo>
                    <a:pt x="6953974" y="834405"/>
                  </a:lnTo>
                  <a:lnTo>
                    <a:pt x="6991391" y="853874"/>
                  </a:lnTo>
                  <a:lnTo>
                    <a:pt x="7028808" y="890032"/>
                  </a:lnTo>
                  <a:lnTo>
                    <a:pt x="7066225" y="890032"/>
                  </a:lnTo>
                  <a:lnTo>
                    <a:pt x="7103642" y="890032"/>
                  </a:lnTo>
                  <a:lnTo>
                    <a:pt x="7141060" y="890032"/>
                  </a:lnTo>
                  <a:lnTo>
                    <a:pt x="7178477" y="890032"/>
                  </a:lnTo>
                  <a:lnTo>
                    <a:pt x="7215894" y="890032"/>
                  </a:lnTo>
                  <a:lnTo>
                    <a:pt x="7253311" y="890032"/>
                  </a:lnTo>
                  <a:lnTo>
                    <a:pt x="7290728" y="915064"/>
                  </a:lnTo>
                  <a:lnTo>
                    <a:pt x="7328145" y="890032"/>
                  </a:lnTo>
                  <a:lnTo>
                    <a:pt x="7365562" y="909501"/>
                  </a:lnTo>
                  <a:lnTo>
                    <a:pt x="7402979" y="915064"/>
                  </a:lnTo>
                  <a:lnTo>
                    <a:pt x="7440397" y="962347"/>
                  </a:lnTo>
                  <a:lnTo>
                    <a:pt x="7477814" y="1001286"/>
                  </a:lnTo>
                  <a:lnTo>
                    <a:pt x="7515231" y="984598"/>
                  </a:lnTo>
                  <a:lnTo>
                    <a:pt x="7552648" y="945659"/>
                  </a:lnTo>
                  <a:lnTo>
                    <a:pt x="7590065" y="945659"/>
                  </a:lnTo>
                  <a:lnTo>
                    <a:pt x="7627482" y="945659"/>
                  </a:lnTo>
                  <a:lnTo>
                    <a:pt x="7664899" y="945659"/>
                  </a:lnTo>
                  <a:lnTo>
                    <a:pt x="7702317" y="890032"/>
                  </a:lnTo>
                  <a:lnTo>
                    <a:pt x="7739734" y="890032"/>
                  </a:lnTo>
                  <a:lnTo>
                    <a:pt x="7777151" y="856655"/>
                  </a:lnTo>
                  <a:lnTo>
                    <a:pt x="7814568" y="834405"/>
                  </a:lnTo>
                  <a:lnTo>
                    <a:pt x="7851985" y="781559"/>
                  </a:lnTo>
                  <a:lnTo>
                    <a:pt x="7889402" y="778778"/>
                  </a:lnTo>
                  <a:lnTo>
                    <a:pt x="7926819" y="739839"/>
                  </a:lnTo>
                  <a:lnTo>
                    <a:pt x="7964236" y="700900"/>
                  </a:lnTo>
                  <a:lnTo>
                    <a:pt x="8001654" y="667524"/>
                  </a:lnTo>
                  <a:lnTo>
                    <a:pt x="8039071" y="667524"/>
                  </a:lnTo>
                  <a:lnTo>
                    <a:pt x="8076488" y="623022"/>
                  </a:lnTo>
                  <a:lnTo>
                    <a:pt x="8113905" y="611897"/>
                  </a:lnTo>
                  <a:lnTo>
                    <a:pt x="8151322" y="611897"/>
                  </a:lnTo>
                  <a:lnTo>
                    <a:pt x="8188739" y="611897"/>
                  </a:lnTo>
                  <a:lnTo>
                    <a:pt x="8226156" y="561832"/>
                  </a:lnTo>
                  <a:lnTo>
                    <a:pt x="8263574" y="611897"/>
                  </a:lnTo>
                  <a:lnTo>
                    <a:pt x="8300991" y="611897"/>
                  </a:lnTo>
                  <a:lnTo>
                    <a:pt x="8338408" y="589646"/>
                  </a:lnTo>
                  <a:lnTo>
                    <a:pt x="8375825" y="611897"/>
                  </a:lnTo>
                  <a:lnTo>
                    <a:pt x="8375825" y="611897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364383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268007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tx76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83" name="pl83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147765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3348508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5219365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090221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8961078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119323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30769000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3064087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30770000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4934944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30771000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6805801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30772000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676658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30773000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102" name="tx102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2026-03-09T14:32:50Z</dcterms:modified>
  <cp:category/>
</cp:coreProperties>
</file>