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033798"/>
              <a:ext cx="88199" cy="228678"/>
            </a:xfrm>
            <a:custGeom>
              <a:avLst/>
              <a:pathLst>
                <a:path w="88199" h="228678">
                  <a:moveTo>
                    <a:pt x="0" y="152089"/>
                  </a:moveTo>
                  <a:lnTo>
                    <a:pt x="3169" y="188602"/>
                  </a:lnTo>
                  <a:lnTo>
                    <a:pt x="6338" y="209005"/>
                  </a:lnTo>
                  <a:lnTo>
                    <a:pt x="9507" y="211174"/>
                  </a:lnTo>
                  <a:lnTo>
                    <a:pt x="12676" y="169951"/>
                  </a:lnTo>
                  <a:lnTo>
                    <a:pt x="15845" y="166751"/>
                  </a:lnTo>
                  <a:lnTo>
                    <a:pt x="19014" y="141635"/>
                  </a:lnTo>
                  <a:lnTo>
                    <a:pt x="22184" y="119019"/>
                  </a:lnTo>
                  <a:lnTo>
                    <a:pt x="25353" y="48718"/>
                  </a:lnTo>
                  <a:lnTo>
                    <a:pt x="28522" y="0"/>
                  </a:lnTo>
                  <a:lnTo>
                    <a:pt x="31691" y="45776"/>
                  </a:lnTo>
                  <a:lnTo>
                    <a:pt x="34860" y="121725"/>
                  </a:lnTo>
                  <a:lnTo>
                    <a:pt x="38029" y="135646"/>
                  </a:lnTo>
                  <a:lnTo>
                    <a:pt x="41199" y="128329"/>
                  </a:lnTo>
                  <a:lnTo>
                    <a:pt x="44368" y="146760"/>
                  </a:lnTo>
                  <a:lnTo>
                    <a:pt x="47537" y="190477"/>
                  </a:lnTo>
                  <a:lnTo>
                    <a:pt x="50706" y="185924"/>
                  </a:lnTo>
                  <a:lnTo>
                    <a:pt x="53875" y="92195"/>
                  </a:lnTo>
                  <a:lnTo>
                    <a:pt x="57044" y="52070"/>
                  </a:lnTo>
                  <a:lnTo>
                    <a:pt x="60214" y="101418"/>
                  </a:lnTo>
                  <a:lnTo>
                    <a:pt x="63383" y="149723"/>
                  </a:lnTo>
                  <a:lnTo>
                    <a:pt x="66552" y="150143"/>
                  </a:lnTo>
                  <a:lnTo>
                    <a:pt x="69721" y="150144"/>
                  </a:lnTo>
                  <a:lnTo>
                    <a:pt x="72890" y="169020"/>
                  </a:lnTo>
                  <a:lnTo>
                    <a:pt x="76059" y="194681"/>
                  </a:lnTo>
                  <a:lnTo>
                    <a:pt x="79228" y="183598"/>
                  </a:lnTo>
                  <a:lnTo>
                    <a:pt x="82398" y="181171"/>
                  </a:lnTo>
                  <a:lnTo>
                    <a:pt x="85567" y="208839"/>
                  </a:lnTo>
                  <a:lnTo>
                    <a:pt x="88199" y="2286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41021" y="2850004"/>
              <a:ext cx="171758" cy="412472"/>
            </a:xfrm>
            <a:custGeom>
              <a:avLst/>
              <a:pathLst>
                <a:path w="171758" h="412472">
                  <a:moveTo>
                    <a:pt x="0" y="412472"/>
                  </a:moveTo>
                  <a:lnTo>
                    <a:pt x="2157" y="361258"/>
                  </a:lnTo>
                  <a:lnTo>
                    <a:pt x="5326" y="322002"/>
                  </a:lnTo>
                  <a:lnTo>
                    <a:pt x="8495" y="259013"/>
                  </a:lnTo>
                  <a:lnTo>
                    <a:pt x="11665" y="160588"/>
                  </a:lnTo>
                  <a:lnTo>
                    <a:pt x="14834" y="96373"/>
                  </a:lnTo>
                  <a:lnTo>
                    <a:pt x="18003" y="23501"/>
                  </a:lnTo>
                  <a:lnTo>
                    <a:pt x="21172" y="46685"/>
                  </a:lnTo>
                  <a:lnTo>
                    <a:pt x="24341" y="78335"/>
                  </a:lnTo>
                  <a:lnTo>
                    <a:pt x="27510" y="106864"/>
                  </a:lnTo>
                  <a:lnTo>
                    <a:pt x="30680" y="132564"/>
                  </a:lnTo>
                  <a:lnTo>
                    <a:pt x="33849" y="161542"/>
                  </a:lnTo>
                  <a:lnTo>
                    <a:pt x="37018" y="189072"/>
                  </a:lnTo>
                  <a:lnTo>
                    <a:pt x="40187" y="169639"/>
                  </a:lnTo>
                  <a:lnTo>
                    <a:pt x="43356" y="149336"/>
                  </a:lnTo>
                  <a:lnTo>
                    <a:pt x="46525" y="75868"/>
                  </a:lnTo>
                  <a:lnTo>
                    <a:pt x="49694" y="20129"/>
                  </a:lnTo>
                  <a:lnTo>
                    <a:pt x="52864" y="0"/>
                  </a:lnTo>
                  <a:lnTo>
                    <a:pt x="56033" y="31631"/>
                  </a:lnTo>
                  <a:lnTo>
                    <a:pt x="59202" y="60589"/>
                  </a:lnTo>
                  <a:lnTo>
                    <a:pt x="62371" y="65788"/>
                  </a:lnTo>
                  <a:lnTo>
                    <a:pt x="65540" y="148477"/>
                  </a:lnTo>
                  <a:lnTo>
                    <a:pt x="68709" y="303850"/>
                  </a:lnTo>
                  <a:lnTo>
                    <a:pt x="71879" y="395575"/>
                  </a:lnTo>
                  <a:lnTo>
                    <a:pt x="75048" y="382352"/>
                  </a:lnTo>
                  <a:lnTo>
                    <a:pt x="78217" y="387452"/>
                  </a:lnTo>
                  <a:lnTo>
                    <a:pt x="81386" y="410165"/>
                  </a:lnTo>
                  <a:lnTo>
                    <a:pt x="84555" y="407739"/>
                  </a:lnTo>
                  <a:lnTo>
                    <a:pt x="87724" y="356945"/>
                  </a:lnTo>
                  <a:lnTo>
                    <a:pt x="90894" y="303858"/>
                  </a:lnTo>
                  <a:lnTo>
                    <a:pt x="94063" y="327548"/>
                  </a:lnTo>
                  <a:lnTo>
                    <a:pt x="97232" y="342582"/>
                  </a:lnTo>
                  <a:lnTo>
                    <a:pt x="100401" y="293188"/>
                  </a:lnTo>
                  <a:lnTo>
                    <a:pt x="103570" y="286194"/>
                  </a:lnTo>
                  <a:lnTo>
                    <a:pt x="106739" y="277941"/>
                  </a:lnTo>
                  <a:lnTo>
                    <a:pt x="109908" y="158214"/>
                  </a:lnTo>
                  <a:lnTo>
                    <a:pt x="113078" y="84460"/>
                  </a:lnTo>
                  <a:lnTo>
                    <a:pt x="116247" y="106843"/>
                  </a:lnTo>
                  <a:lnTo>
                    <a:pt x="119416" y="156236"/>
                  </a:lnTo>
                  <a:lnTo>
                    <a:pt x="122585" y="141549"/>
                  </a:lnTo>
                  <a:lnTo>
                    <a:pt x="125754" y="86377"/>
                  </a:lnTo>
                  <a:lnTo>
                    <a:pt x="128923" y="143064"/>
                  </a:lnTo>
                  <a:lnTo>
                    <a:pt x="132093" y="213510"/>
                  </a:lnTo>
                  <a:lnTo>
                    <a:pt x="135262" y="213510"/>
                  </a:lnTo>
                  <a:lnTo>
                    <a:pt x="138431" y="213511"/>
                  </a:lnTo>
                  <a:lnTo>
                    <a:pt x="141600" y="235191"/>
                  </a:lnTo>
                  <a:lnTo>
                    <a:pt x="144769" y="298615"/>
                  </a:lnTo>
                  <a:lnTo>
                    <a:pt x="147938" y="361655"/>
                  </a:lnTo>
                  <a:lnTo>
                    <a:pt x="151108" y="364965"/>
                  </a:lnTo>
                  <a:lnTo>
                    <a:pt x="154277" y="364965"/>
                  </a:lnTo>
                  <a:lnTo>
                    <a:pt x="157446" y="364965"/>
                  </a:lnTo>
                  <a:lnTo>
                    <a:pt x="160615" y="364965"/>
                  </a:lnTo>
                  <a:lnTo>
                    <a:pt x="163784" y="364965"/>
                  </a:lnTo>
                  <a:lnTo>
                    <a:pt x="166953" y="364965"/>
                  </a:lnTo>
                  <a:lnTo>
                    <a:pt x="170123" y="374324"/>
                  </a:lnTo>
                  <a:lnTo>
                    <a:pt x="171758" y="4124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226" y="3101429"/>
              <a:ext cx="31185" cy="161048"/>
            </a:xfrm>
            <a:custGeom>
              <a:avLst/>
              <a:pathLst>
                <a:path w="31185" h="161048">
                  <a:moveTo>
                    <a:pt x="0" y="161048"/>
                  </a:moveTo>
                  <a:lnTo>
                    <a:pt x="2932" y="122179"/>
                  </a:lnTo>
                  <a:lnTo>
                    <a:pt x="6101" y="15266"/>
                  </a:lnTo>
                  <a:lnTo>
                    <a:pt x="9270" y="0"/>
                  </a:lnTo>
                  <a:lnTo>
                    <a:pt x="12439" y="37031"/>
                  </a:lnTo>
                  <a:lnTo>
                    <a:pt x="15608" y="37031"/>
                  </a:lnTo>
                  <a:lnTo>
                    <a:pt x="18777" y="42266"/>
                  </a:lnTo>
                  <a:lnTo>
                    <a:pt x="21947" y="74915"/>
                  </a:lnTo>
                  <a:lnTo>
                    <a:pt x="25116" y="110161"/>
                  </a:lnTo>
                  <a:lnTo>
                    <a:pt x="28285" y="143896"/>
                  </a:lnTo>
                  <a:lnTo>
                    <a:pt x="31185" y="1610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70406" y="2746418"/>
              <a:ext cx="237684" cy="516058"/>
            </a:xfrm>
            <a:custGeom>
              <a:avLst/>
              <a:pathLst>
                <a:path w="237684" h="516058">
                  <a:moveTo>
                    <a:pt x="0" y="516058"/>
                  </a:moveTo>
                  <a:lnTo>
                    <a:pt x="951" y="515376"/>
                  </a:lnTo>
                  <a:lnTo>
                    <a:pt x="4120" y="487293"/>
                  </a:lnTo>
                  <a:lnTo>
                    <a:pt x="7290" y="468551"/>
                  </a:lnTo>
                  <a:lnTo>
                    <a:pt x="10459" y="468551"/>
                  </a:lnTo>
                  <a:lnTo>
                    <a:pt x="13628" y="468551"/>
                  </a:lnTo>
                  <a:lnTo>
                    <a:pt x="16797" y="468551"/>
                  </a:lnTo>
                  <a:lnTo>
                    <a:pt x="19966" y="468270"/>
                  </a:lnTo>
                  <a:lnTo>
                    <a:pt x="23135" y="418840"/>
                  </a:lnTo>
                  <a:lnTo>
                    <a:pt x="26305" y="352121"/>
                  </a:lnTo>
                  <a:lnTo>
                    <a:pt x="29474" y="326785"/>
                  </a:lnTo>
                  <a:lnTo>
                    <a:pt x="32643" y="321131"/>
                  </a:lnTo>
                  <a:lnTo>
                    <a:pt x="35812" y="302724"/>
                  </a:lnTo>
                  <a:lnTo>
                    <a:pt x="38981" y="298557"/>
                  </a:lnTo>
                  <a:lnTo>
                    <a:pt x="42150" y="343371"/>
                  </a:lnTo>
                  <a:lnTo>
                    <a:pt x="45320" y="363396"/>
                  </a:lnTo>
                  <a:lnTo>
                    <a:pt x="48489" y="365754"/>
                  </a:lnTo>
                  <a:lnTo>
                    <a:pt x="51658" y="371408"/>
                  </a:lnTo>
                  <a:lnTo>
                    <a:pt x="54827" y="389816"/>
                  </a:lnTo>
                  <a:lnTo>
                    <a:pt x="57996" y="394263"/>
                  </a:lnTo>
                  <a:lnTo>
                    <a:pt x="61165" y="398880"/>
                  </a:lnTo>
                  <a:lnTo>
                    <a:pt x="64335" y="445574"/>
                  </a:lnTo>
                  <a:lnTo>
                    <a:pt x="67504" y="458826"/>
                  </a:lnTo>
                  <a:lnTo>
                    <a:pt x="70673" y="427981"/>
                  </a:lnTo>
                  <a:lnTo>
                    <a:pt x="73842" y="417508"/>
                  </a:lnTo>
                  <a:lnTo>
                    <a:pt x="77011" y="401338"/>
                  </a:lnTo>
                  <a:lnTo>
                    <a:pt x="80180" y="410896"/>
                  </a:lnTo>
                  <a:lnTo>
                    <a:pt x="83349" y="410897"/>
                  </a:lnTo>
                  <a:lnTo>
                    <a:pt x="86519" y="420622"/>
                  </a:lnTo>
                  <a:lnTo>
                    <a:pt x="89688" y="436381"/>
                  </a:lnTo>
                  <a:lnTo>
                    <a:pt x="92857" y="403507"/>
                  </a:lnTo>
                  <a:lnTo>
                    <a:pt x="96026" y="402100"/>
                  </a:lnTo>
                  <a:lnTo>
                    <a:pt x="99195" y="392542"/>
                  </a:lnTo>
                  <a:lnTo>
                    <a:pt x="102364" y="390669"/>
                  </a:lnTo>
                  <a:lnTo>
                    <a:pt x="105534" y="359041"/>
                  </a:lnTo>
                  <a:lnTo>
                    <a:pt x="108703" y="309240"/>
                  </a:lnTo>
                  <a:lnTo>
                    <a:pt x="111872" y="310298"/>
                  </a:lnTo>
                  <a:lnTo>
                    <a:pt x="115041" y="324429"/>
                  </a:lnTo>
                  <a:lnTo>
                    <a:pt x="118210" y="324430"/>
                  </a:lnTo>
                  <a:lnTo>
                    <a:pt x="121379" y="326305"/>
                  </a:lnTo>
                  <a:lnTo>
                    <a:pt x="124549" y="357932"/>
                  </a:lnTo>
                  <a:lnTo>
                    <a:pt x="127718" y="422819"/>
                  </a:lnTo>
                  <a:lnTo>
                    <a:pt x="130887" y="465106"/>
                  </a:lnTo>
                  <a:lnTo>
                    <a:pt x="134056" y="468551"/>
                  </a:lnTo>
                  <a:lnTo>
                    <a:pt x="137225" y="468551"/>
                  </a:lnTo>
                  <a:lnTo>
                    <a:pt x="140394" y="468551"/>
                  </a:lnTo>
                  <a:lnTo>
                    <a:pt x="143564" y="468551"/>
                  </a:lnTo>
                  <a:lnTo>
                    <a:pt x="146733" y="435003"/>
                  </a:lnTo>
                  <a:lnTo>
                    <a:pt x="149902" y="397137"/>
                  </a:lnTo>
                  <a:lnTo>
                    <a:pt x="153071" y="354778"/>
                  </a:lnTo>
                  <a:lnTo>
                    <a:pt x="156240" y="318763"/>
                  </a:lnTo>
                  <a:lnTo>
                    <a:pt x="159409" y="304419"/>
                  </a:lnTo>
                  <a:lnTo>
                    <a:pt x="162578" y="188368"/>
                  </a:lnTo>
                  <a:lnTo>
                    <a:pt x="165748" y="123741"/>
                  </a:lnTo>
                  <a:lnTo>
                    <a:pt x="168917" y="112392"/>
                  </a:lnTo>
                  <a:lnTo>
                    <a:pt x="172086" y="58113"/>
                  </a:lnTo>
                  <a:lnTo>
                    <a:pt x="175255" y="26978"/>
                  </a:lnTo>
                  <a:lnTo>
                    <a:pt x="178424" y="0"/>
                  </a:lnTo>
                  <a:lnTo>
                    <a:pt x="181593" y="116050"/>
                  </a:lnTo>
                  <a:lnTo>
                    <a:pt x="184763" y="214225"/>
                  </a:lnTo>
                  <a:lnTo>
                    <a:pt x="187932" y="263441"/>
                  </a:lnTo>
                  <a:lnTo>
                    <a:pt x="191101" y="360079"/>
                  </a:lnTo>
                  <a:lnTo>
                    <a:pt x="194270" y="427230"/>
                  </a:lnTo>
                  <a:lnTo>
                    <a:pt x="197439" y="443667"/>
                  </a:lnTo>
                  <a:lnTo>
                    <a:pt x="200608" y="390787"/>
                  </a:lnTo>
                  <a:lnTo>
                    <a:pt x="203778" y="390656"/>
                  </a:lnTo>
                  <a:lnTo>
                    <a:pt x="206947" y="431673"/>
                  </a:lnTo>
                  <a:lnTo>
                    <a:pt x="210116" y="470568"/>
                  </a:lnTo>
                  <a:lnTo>
                    <a:pt x="213285" y="443497"/>
                  </a:lnTo>
                  <a:lnTo>
                    <a:pt x="216454" y="421238"/>
                  </a:lnTo>
                  <a:lnTo>
                    <a:pt x="219623" y="425707"/>
                  </a:lnTo>
                  <a:lnTo>
                    <a:pt x="222792" y="405608"/>
                  </a:lnTo>
                  <a:lnTo>
                    <a:pt x="225962" y="364591"/>
                  </a:lnTo>
                  <a:lnTo>
                    <a:pt x="229131" y="325697"/>
                  </a:lnTo>
                  <a:lnTo>
                    <a:pt x="232300" y="368521"/>
                  </a:lnTo>
                  <a:lnTo>
                    <a:pt x="235469" y="453901"/>
                  </a:lnTo>
                  <a:lnTo>
                    <a:pt x="237684" y="5160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23688" y="3163167"/>
              <a:ext cx="18065" cy="99309"/>
            </a:xfrm>
            <a:custGeom>
              <a:avLst/>
              <a:pathLst>
                <a:path w="18065" h="99309">
                  <a:moveTo>
                    <a:pt x="0" y="99309"/>
                  </a:moveTo>
                  <a:lnTo>
                    <a:pt x="1202" y="84806"/>
                  </a:lnTo>
                  <a:lnTo>
                    <a:pt x="4371" y="44285"/>
                  </a:lnTo>
                  <a:lnTo>
                    <a:pt x="7540" y="0"/>
                  </a:lnTo>
                  <a:lnTo>
                    <a:pt x="10709" y="4576"/>
                  </a:lnTo>
                  <a:lnTo>
                    <a:pt x="13878" y="43810"/>
                  </a:lnTo>
                  <a:lnTo>
                    <a:pt x="17047" y="84117"/>
                  </a:lnTo>
                  <a:lnTo>
                    <a:pt x="18065" y="993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67229" y="3194741"/>
              <a:ext cx="36834" cy="67735"/>
            </a:xfrm>
            <a:custGeom>
              <a:avLst/>
              <a:pathLst>
                <a:path w="36834" h="67735">
                  <a:moveTo>
                    <a:pt x="0" y="67735"/>
                  </a:moveTo>
                  <a:lnTo>
                    <a:pt x="2029" y="45357"/>
                  </a:lnTo>
                  <a:lnTo>
                    <a:pt x="5198" y="0"/>
                  </a:lnTo>
                  <a:lnTo>
                    <a:pt x="8368" y="4516"/>
                  </a:lnTo>
                  <a:lnTo>
                    <a:pt x="11537" y="30529"/>
                  </a:lnTo>
                  <a:lnTo>
                    <a:pt x="14706" y="27498"/>
                  </a:lnTo>
                  <a:lnTo>
                    <a:pt x="17875" y="27498"/>
                  </a:lnTo>
                  <a:lnTo>
                    <a:pt x="21044" y="27498"/>
                  </a:lnTo>
                  <a:lnTo>
                    <a:pt x="24213" y="27499"/>
                  </a:lnTo>
                  <a:lnTo>
                    <a:pt x="27382" y="26436"/>
                  </a:lnTo>
                  <a:lnTo>
                    <a:pt x="30552" y="25231"/>
                  </a:lnTo>
                  <a:lnTo>
                    <a:pt x="33721" y="54265"/>
                  </a:lnTo>
                  <a:lnTo>
                    <a:pt x="36834" y="6773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04266" y="3157296"/>
              <a:ext cx="56320" cy="105180"/>
            </a:xfrm>
            <a:custGeom>
              <a:avLst/>
              <a:pathLst>
                <a:path w="56320" h="105180">
                  <a:moveTo>
                    <a:pt x="0" y="105180"/>
                  </a:moveTo>
                  <a:lnTo>
                    <a:pt x="3022" y="100186"/>
                  </a:lnTo>
                  <a:lnTo>
                    <a:pt x="6192" y="59451"/>
                  </a:lnTo>
                  <a:lnTo>
                    <a:pt x="9361" y="67638"/>
                  </a:lnTo>
                  <a:lnTo>
                    <a:pt x="12530" y="75871"/>
                  </a:lnTo>
                  <a:lnTo>
                    <a:pt x="15699" y="46836"/>
                  </a:lnTo>
                  <a:lnTo>
                    <a:pt x="18868" y="33123"/>
                  </a:lnTo>
                  <a:lnTo>
                    <a:pt x="22037" y="38359"/>
                  </a:lnTo>
                  <a:lnTo>
                    <a:pt x="25207" y="79095"/>
                  </a:lnTo>
                  <a:lnTo>
                    <a:pt x="28376" y="70910"/>
                  </a:lnTo>
                  <a:lnTo>
                    <a:pt x="31545" y="57673"/>
                  </a:lnTo>
                  <a:lnTo>
                    <a:pt x="34714" y="36979"/>
                  </a:lnTo>
                  <a:lnTo>
                    <a:pt x="37883" y="0"/>
                  </a:lnTo>
                  <a:lnTo>
                    <a:pt x="41052" y="26203"/>
                  </a:lnTo>
                  <a:lnTo>
                    <a:pt x="44221" y="57619"/>
                  </a:lnTo>
                  <a:lnTo>
                    <a:pt x="47391" y="63376"/>
                  </a:lnTo>
                  <a:lnTo>
                    <a:pt x="50560" y="63376"/>
                  </a:lnTo>
                  <a:lnTo>
                    <a:pt x="53729" y="84069"/>
                  </a:lnTo>
                  <a:lnTo>
                    <a:pt x="56320" y="1051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61382" y="3176519"/>
              <a:ext cx="40979" cy="85957"/>
            </a:xfrm>
            <a:custGeom>
              <a:avLst/>
              <a:pathLst>
                <a:path w="40979" h="85957">
                  <a:moveTo>
                    <a:pt x="0" y="85957"/>
                  </a:moveTo>
                  <a:lnTo>
                    <a:pt x="2950" y="22307"/>
                  </a:lnTo>
                  <a:lnTo>
                    <a:pt x="6120" y="0"/>
                  </a:lnTo>
                  <a:lnTo>
                    <a:pt x="9289" y="8284"/>
                  </a:lnTo>
                  <a:lnTo>
                    <a:pt x="12458" y="8284"/>
                  </a:lnTo>
                  <a:lnTo>
                    <a:pt x="15627" y="8284"/>
                  </a:lnTo>
                  <a:lnTo>
                    <a:pt x="18796" y="19447"/>
                  </a:lnTo>
                  <a:lnTo>
                    <a:pt x="21965" y="61600"/>
                  </a:lnTo>
                  <a:lnTo>
                    <a:pt x="25135" y="52491"/>
                  </a:lnTo>
                  <a:lnTo>
                    <a:pt x="28304" y="38450"/>
                  </a:lnTo>
                  <a:lnTo>
                    <a:pt x="31473" y="38450"/>
                  </a:lnTo>
                  <a:lnTo>
                    <a:pt x="34642" y="38450"/>
                  </a:lnTo>
                  <a:lnTo>
                    <a:pt x="37811" y="60402"/>
                  </a:lnTo>
                  <a:lnTo>
                    <a:pt x="40979" y="859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15041" y="3214969"/>
              <a:ext cx="47518" cy="47507"/>
            </a:xfrm>
            <a:custGeom>
              <a:avLst/>
              <a:pathLst>
                <a:path w="47518" h="47507">
                  <a:moveTo>
                    <a:pt x="0" y="47507"/>
                  </a:moveTo>
                  <a:lnTo>
                    <a:pt x="3167" y="25564"/>
                  </a:lnTo>
                  <a:lnTo>
                    <a:pt x="6337" y="0"/>
                  </a:lnTo>
                  <a:lnTo>
                    <a:pt x="9506" y="0"/>
                  </a:lnTo>
                  <a:lnTo>
                    <a:pt x="12675" y="0"/>
                  </a:lnTo>
                  <a:lnTo>
                    <a:pt x="15844" y="0"/>
                  </a:lnTo>
                  <a:lnTo>
                    <a:pt x="19013" y="0"/>
                  </a:lnTo>
                  <a:lnTo>
                    <a:pt x="22182" y="0"/>
                  </a:lnTo>
                  <a:lnTo>
                    <a:pt x="25351" y="0"/>
                  </a:lnTo>
                  <a:lnTo>
                    <a:pt x="28521" y="0"/>
                  </a:lnTo>
                  <a:lnTo>
                    <a:pt x="31690" y="0"/>
                  </a:lnTo>
                  <a:lnTo>
                    <a:pt x="34859" y="0"/>
                  </a:lnTo>
                  <a:lnTo>
                    <a:pt x="38028" y="0"/>
                  </a:lnTo>
                  <a:lnTo>
                    <a:pt x="41197" y="0"/>
                  </a:lnTo>
                  <a:lnTo>
                    <a:pt x="44366" y="19433"/>
                  </a:lnTo>
                  <a:lnTo>
                    <a:pt x="47518" y="475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62721" y="2913627"/>
              <a:ext cx="99149" cy="348850"/>
            </a:xfrm>
            <a:custGeom>
              <a:avLst/>
              <a:pathLst>
                <a:path w="99149" h="348850">
                  <a:moveTo>
                    <a:pt x="0" y="348850"/>
                  </a:moveTo>
                  <a:lnTo>
                    <a:pt x="3025" y="345559"/>
                  </a:lnTo>
                  <a:lnTo>
                    <a:pt x="6194" y="302924"/>
                  </a:lnTo>
                  <a:lnTo>
                    <a:pt x="9364" y="274187"/>
                  </a:lnTo>
                  <a:lnTo>
                    <a:pt x="12533" y="274188"/>
                  </a:lnTo>
                  <a:lnTo>
                    <a:pt x="15702" y="240909"/>
                  </a:lnTo>
                  <a:lnTo>
                    <a:pt x="18871" y="163839"/>
                  </a:lnTo>
                  <a:lnTo>
                    <a:pt x="22040" y="155633"/>
                  </a:lnTo>
                  <a:lnTo>
                    <a:pt x="25209" y="198268"/>
                  </a:lnTo>
                  <a:lnTo>
                    <a:pt x="28378" y="227007"/>
                  </a:lnTo>
                  <a:lnTo>
                    <a:pt x="31548" y="227007"/>
                  </a:lnTo>
                  <a:lnTo>
                    <a:pt x="34717" y="240851"/>
                  </a:lnTo>
                  <a:lnTo>
                    <a:pt x="37886" y="287442"/>
                  </a:lnTo>
                  <a:lnTo>
                    <a:pt x="41055" y="254986"/>
                  </a:lnTo>
                  <a:lnTo>
                    <a:pt x="44224" y="159309"/>
                  </a:lnTo>
                  <a:lnTo>
                    <a:pt x="47393" y="88401"/>
                  </a:lnTo>
                  <a:lnTo>
                    <a:pt x="50563" y="46514"/>
                  </a:lnTo>
                  <a:lnTo>
                    <a:pt x="53732" y="28562"/>
                  </a:lnTo>
                  <a:lnTo>
                    <a:pt x="56901" y="30814"/>
                  </a:lnTo>
                  <a:lnTo>
                    <a:pt x="60070" y="74920"/>
                  </a:lnTo>
                  <a:lnTo>
                    <a:pt x="63239" y="105865"/>
                  </a:lnTo>
                  <a:lnTo>
                    <a:pt x="66408" y="93821"/>
                  </a:lnTo>
                  <a:lnTo>
                    <a:pt x="69578" y="84136"/>
                  </a:lnTo>
                  <a:lnTo>
                    <a:pt x="72747" y="28578"/>
                  </a:lnTo>
                  <a:lnTo>
                    <a:pt x="75916" y="0"/>
                  </a:lnTo>
                  <a:lnTo>
                    <a:pt x="79085" y="7966"/>
                  </a:lnTo>
                  <a:lnTo>
                    <a:pt x="82254" y="72698"/>
                  </a:lnTo>
                  <a:lnTo>
                    <a:pt x="85423" y="155651"/>
                  </a:lnTo>
                  <a:lnTo>
                    <a:pt x="88592" y="207222"/>
                  </a:lnTo>
                  <a:lnTo>
                    <a:pt x="91762" y="280732"/>
                  </a:lnTo>
                  <a:lnTo>
                    <a:pt x="94931" y="323933"/>
                  </a:lnTo>
                  <a:lnTo>
                    <a:pt x="98100" y="344910"/>
                  </a:lnTo>
                  <a:lnTo>
                    <a:pt x="99149" y="3488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367903" y="2539364"/>
              <a:ext cx="464450" cy="723112"/>
            </a:xfrm>
            <a:custGeom>
              <a:avLst/>
              <a:pathLst>
                <a:path w="464450" h="723112">
                  <a:moveTo>
                    <a:pt x="0" y="723112"/>
                  </a:moveTo>
                  <a:lnTo>
                    <a:pt x="2425" y="697162"/>
                  </a:lnTo>
                  <a:lnTo>
                    <a:pt x="5594" y="586936"/>
                  </a:lnTo>
                  <a:lnTo>
                    <a:pt x="8763" y="491008"/>
                  </a:lnTo>
                  <a:lnTo>
                    <a:pt x="11932" y="428969"/>
                  </a:lnTo>
                  <a:lnTo>
                    <a:pt x="15102" y="416791"/>
                  </a:lnTo>
                  <a:lnTo>
                    <a:pt x="18271" y="416793"/>
                  </a:lnTo>
                  <a:lnTo>
                    <a:pt x="21440" y="450703"/>
                  </a:lnTo>
                  <a:lnTo>
                    <a:pt x="24609" y="544897"/>
                  </a:lnTo>
                  <a:lnTo>
                    <a:pt x="27778" y="530089"/>
                  </a:lnTo>
                  <a:lnTo>
                    <a:pt x="30947" y="483739"/>
                  </a:lnTo>
                  <a:lnTo>
                    <a:pt x="34117" y="448890"/>
                  </a:lnTo>
                  <a:lnTo>
                    <a:pt x="37286" y="444149"/>
                  </a:lnTo>
                  <a:lnTo>
                    <a:pt x="40455" y="442922"/>
                  </a:lnTo>
                  <a:lnTo>
                    <a:pt x="43624" y="429345"/>
                  </a:lnTo>
                  <a:lnTo>
                    <a:pt x="46793" y="474247"/>
                  </a:lnTo>
                  <a:lnTo>
                    <a:pt x="49962" y="485422"/>
                  </a:lnTo>
                  <a:lnTo>
                    <a:pt x="53131" y="459508"/>
                  </a:lnTo>
                  <a:lnTo>
                    <a:pt x="56301" y="404685"/>
                  </a:lnTo>
                  <a:lnTo>
                    <a:pt x="59470" y="385795"/>
                  </a:lnTo>
                  <a:lnTo>
                    <a:pt x="62639" y="367548"/>
                  </a:lnTo>
                  <a:lnTo>
                    <a:pt x="65808" y="363148"/>
                  </a:lnTo>
                  <a:lnTo>
                    <a:pt x="68977" y="292545"/>
                  </a:lnTo>
                  <a:lnTo>
                    <a:pt x="72146" y="221204"/>
                  </a:lnTo>
                  <a:lnTo>
                    <a:pt x="75316" y="133094"/>
                  </a:lnTo>
                  <a:lnTo>
                    <a:pt x="78485" y="31034"/>
                  </a:lnTo>
                  <a:lnTo>
                    <a:pt x="81654" y="25238"/>
                  </a:lnTo>
                  <a:lnTo>
                    <a:pt x="84823" y="0"/>
                  </a:lnTo>
                  <a:lnTo>
                    <a:pt x="87992" y="63042"/>
                  </a:lnTo>
                  <a:lnTo>
                    <a:pt x="91161" y="178154"/>
                  </a:lnTo>
                  <a:lnTo>
                    <a:pt x="94331" y="254992"/>
                  </a:lnTo>
                  <a:lnTo>
                    <a:pt x="97500" y="247884"/>
                  </a:lnTo>
                  <a:lnTo>
                    <a:pt x="100669" y="263761"/>
                  </a:lnTo>
                  <a:lnTo>
                    <a:pt x="103838" y="344610"/>
                  </a:lnTo>
                  <a:lnTo>
                    <a:pt x="107007" y="420436"/>
                  </a:lnTo>
                  <a:lnTo>
                    <a:pt x="110176" y="437706"/>
                  </a:lnTo>
                  <a:lnTo>
                    <a:pt x="113345" y="499076"/>
                  </a:lnTo>
                  <a:lnTo>
                    <a:pt x="116515" y="584520"/>
                  </a:lnTo>
                  <a:lnTo>
                    <a:pt x="119684" y="546138"/>
                  </a:lnTo>
                  <a:lnTo>
                    <a:pt x="122853" y="461800"/>
                  </a:lnTo>
                  <a:lnTo>
                    <a:pt x="126022" y="371180"/>
                  </a:lnTo>
                  <a:lnTo>
                    <a:pt x="129191" y="273349"/>
                  </a:lnTo>
                  <a:lnTo>
                    <a:pt x="132360" y="203257"/>
                  </a:lnTo>
                  <a:lnTo>
                    <a:pt x="135530" y="186519"/>
                  </a:lnTo>
                  <a:lnTo>
                    <a:pt x="138699" y="240600"/>
                  </a:lnTo>
                  <a:lnTo>
                    <a:pt x="141868" y="324939"/>
                  </a:lnTo>
                  <a:lnTo>
                    <a:pt x="145037" y="389777"/>
                  </a:lnTo>
                  <a:lnTo>
                    <a:pt x="148206" y="438874"/>
                  </a:lnTo>
                  <a:lnTo>
                    <a:pt x="151375" y="467868"/>
                  </a:lnTo>
                  <a:lnTo>
                    <a:pt x="154545" y="486247"/>
                  </a:lnTo>
                  <a:lnTo>
                    <a:pt x="157714" y="451573"/>
                  </a:lnTo>
                  <a:lnTo>
                    <a:pt x="160883" y="382516"/>
                  </a:lnTo>
                  <a:lnTo>
                    <a:pt x="164052" y="284162"/>
                  </a:lnTo>
                  <a:lnTo>
                    <a:pt x="167221" y="284329"/>
                  </a:lnTo>
                  <a:lnTo>
                    <a:pt x="170390" y="334895"/>
                  </a:lnTo>
                  <a:lnTo>
                    <a:pt x="173560" y="377093"/>
                  </a:lnTo>
                  <a:lnTo>
                    <a:pt x="176729" y="433846"/>
                  </a:lnTo>
                  <a:lnTo>
                    <a:pt x="179898" y="502901"/>
                  </a:lnTo>
                  <a:lnTo>
                    <a:pt x="183067" y="627037"/>
                  </a:lnTo>
                  <a:lnTo>
                    <a:pt x="186236" y="675605"/>
                  </a:lnTo>
                  <a:lnTo>
                    <a:pt x="189405" y="675605"/>
                  </a:lnTo>
                  <a:lnTo>
                    <a:pt x="192574" y="675605"/>
                  </a:lnTo>
                  <a:lnTo>
                    <a:pt x="195744" y="675605"/>
                  </a:lnTo>
                  <a:lnTo>
                    <a:pt x="198913" y="675605"/>
                  </a:lnTo>
                  <a:lnTo>
                    <a:pt x="202082" y="665135"/>
                  </a:lnTo>
                  <a:lnTo>
                    <a:pt x="205251" y="600204"/>
                  </a:lnTo>
                  <a:lnTo>
                    <a:pt x="208420" y="538006"/>
                  </a:lnTo>
                  <a:lnTo>
                    <a:pt x="211589" y="515787"/>
                  </a:lnTo>
                  <a:lnTo>
                    <a:pt x="214759" y="436736"/>
                  </a:lnTo>
                  <a:lnTo>
                    <a:pt x="217928" y="345875"/>
                  </a:lnTo>
                  <a:lnTo>
                    <a:pt x="221097" y="223268"/>
                  </a:lnTo>
                  <a:lnTo>
                    <a:pt x="224266" y="242941"/>
                  </a:lnTo>
                  <a:lnTo>
                    <a:pt x="227435" y="305139"/>
                  </a:lnTo>
                  <a:lnTo>
                    <a:pt x="230604" y="307942"/>
                  </a:lnTo>
                  <a:lnTo>
                    <a:pt x="233774" y="343773"/>
                  </a:lnTo>
                  <a:lnTo>
                    <a:pt x="236943" y="421266"/>
                  </a:lnTo>
                  <a:lnTo>
                    <a:pt x="240112" y="554341"/>
                  </a:lnTo>
                  <a:lnTo>
                    <a:pt x="243281" y="599601"/>
                  </a:lnTo>
                  <a:lnTo>
                    <a:pt x="246450" y="599602"/>
                  </a:lnTo>
                  <a:lnTo>
                    <a:pt x="249619" y="619017"/>
                  </a:lnTo>
                  <a:lnTo>
                    <a:pt x="252789" y="690083"/>
                  </a:lnTo>
                  <a:lnTo>
                    <a:pt x="255958" y="710989"/>
                  </a:lnTo>
                  <a:lnTo>
                    <a:pt x="259127" y="668379"/>
                  </a:lnTo>
                  <a:lnTo>
                    <a:pt x="262296" y="595402"/>
                  </a:lnTo>
                  <a:lnTo>
                    <a:pt x="265465" y="575508"/>
                  </a:lnTo>
                  <a:lnTo>
                    <a:pt x="268634" y="575509"/>
                  </a:lnTo>
                  <a:lnTo>
                    <a:pt x="271803" y="547665"/>
                  </a:lnTo>
                  <a:lnTo>
                    <a:pt x="274973" y="540123"/>
                  </a:lnTo>
                  <a:lnTo>
                    <a:pt x="278142" y="582733"/>
                  </a:lnTo>
                  <a:lnTo>
                    <a:pt x="281311" y="655711"/>
                  </a:lnTo>
                  <a:lnTo>
                    <a:pt x="284480" y="677879"/>
                  </a:lnTo>
                  <a:lnTo>
                    <a:pt x="287649" y="706822"/>
                  </a:lnTo>
                  <a:lnTo>
                    <a:pt x="290818" y="706130"/>
                  </a:lnTo>
                  <a:lnTo>
                    <a:pt x="293988" y="632620"/>
                  </a:lnTo>
                  <a:lnTo>
                    <a:pt x="297157" y="587604"/>
                  </a:lnTo>
                  <a:lnTo>
                    <a:pt x="300326" y="538450"/>
                  </a:lnTo>
                  <a:lnTo>
                    <a:pt x="303495" y="507268"/>
                  </a:lnTo>
                  <a:lnTo>
                    <a:pt x="306664" y="478324"/>
                  </a:lnTo>
                  <a:lnTo>
                    <a:pt x="309833" y="486359"/>
                  </a:lnTo>
                  <a:lnTo>
                    <a:pt x="313003" y="607460"/>
                  </a:lnTo>
                  <a:lnTo>
                    <a:pt x="316172" y="670271"/>
                  </a:lnTo>
                  <a:lnTo>
                    <a:pt x="319341" y="685586"/>
                  </a:lnTo>
                  <a:lnTo>
                    <a:pt x="322510" y="700991"/>
                  </a:lnTo>
                  <a:lnTo>
                    <a:pt x="325679" y="700992"/>
                  </a:lnTo>
                  <a:lnTo>
                    <a:pt x="328848" y="693649"/>
                  </a:lnTo>
                  <a:lnTo>
                    <a:pt x="332017" y="646057"/>
                  </a:lnTo>
                  <a:lnTo>
                    <a:pt x="335187" y="628260"/>
                  </a:lnTo>
                  <a:lnTo>
                    <a:pt x="338356" y="662100"/>
                  </a:lnTo>
                  <a:lnTo>
                    <a:pt x="341525" y="675605"/>
                  </a:lnTo>
                  <a:lnTo>
                    <a:pt x="344694" y="675605"/>
                  </a:lnTo>
                  <a:lnTo>
                    <a:pt x="347863" y="675605"/>
                  </a:lnTo>
                  <a:lnTo>
                    <a:pt x="351032" y="675605"/>
                  </a:lnTo>
                  <a:lnTo>
                    <a:pt x="354202" y="675605"/>
                  </a:lnTo>
                  <a:lnTo>
                    <a:pt x="357371" y="675605"/>
                  </a:lnTo>
                  <a:lnTo>
                    <a:pt x="360540" y="675605"/>
                  </a:lnTo>
                  <a:lnTo>
                    <a:pt x="363709" y="675605"/>
                  </a:lnTo>
                  <a:lnTo>
                    <a:pt x="366878" y="675605"/>
                  </a:lnTo>
                  <a:lnTo>
                    <a:pt x="370047" y="675605"/>
                  </a:lnTo>
                  <a:lnTo>
                    <a:pt x="373217" y="664307"/>
                  </a:lnTo>
                  <a:lnTo>
                    <a:pt x="376386" y="622858"/>
                  </a:lnTo>
                  <a:lnTo>
                    <a:pt x="379555" y="637013"/>
                  </a:lnTo>
                  <a:lnTo>
                    <a:pt x="382724" y="632711"/>
                  </a:lnTo>
                  <a:lnTo>
                    <a:pt x="385893" y="609796"/>
                  </a:lnTo>
                  <a:lnTo>
                    <a:pt x="389062" y="609797"/>
                  </a:lnTo>
                  <a:lnTo>
                    <a:pt x="392232" y="621094"/>
                  </a:lnTo>
                  <a:lnTo>
                    <a:pt x="395401" y="645225"/>
                  </a:lnTo>
                  <a:lnTo>
                    <a:pt x="398570" y="581199"/>
                  </a:lnTo>
                  <a:lnTo>
                    <a:pt x="401739" y="531408"/>
                  </a:lnTo>
                  <a:lnTo>
                    <a:pt x="404908" y="443019"/>
                  </a:lnTo>
                  <a:lnTo>
                    <a:pt x="408077" y="380138"/>
                  </a:lnTo>
                  <a:lnTo>
                    <a:pt x="411246" y="326816"/>
                  </a:lnTo>
                  <a:lnTo>
                    <a:pt x="414416" y="291810"/>
                  </a:lnTo>
                  <a:lnTo>
                    <a:pt x="417585" y="337574"/>
                  </a:lnTo>
                  <a:lnTo>
                    <a:pt x="420754" y="391666"/>
                  </a:lnTo>
                  <a:lnTo>
                    <a:pt x="423923" y="502971"/>
                  </a:lnTo>
                  <a:lnTo>
                    <a:pt x="427092" y="565851"/>
                  </a:lnTo>
                  <a:lnTo>
                    <a:pt x="430261" y="619174"/>
                  </a:lnTo>
                  <a:lnTo>
                    <a:pt x="433431" y="671499"/>
                  </a:lnTo>
                  <a:lnTo>
                    <a:pt x="436600" y="675605"/>
                  </a:lnTo>
                  <a:lnTo>
                    <a:pt x="439769" y="631633"/>
                  </a:lnTo>
                  <a:lnTo>
                    <a:pt x="442938" y="601577"/>
                  </a:lnTo>
                  <a:lnTo>
                    <a:pt x="446107" y="601577"/>
                  </a:lnTo>
                  <a:lnTo>
                    <a:pt x="449276" y="601577"/>
                  </a:lnTo>
                  <a:lnTo>
                    <a:pt x="452446" y="601577"/>
                  </a:lnTo>
                  <a:lnTo>
                    <a:pt x="455615" y="601578"/>
                  </a:lnTo>
                  <a:lnTo>
                    <a:pt x="458784" y="647653"/>
                  </a:lnTo>
                  <a:lnTo>
                    <a:pt x="461953" y="702841"/>
                  </a:lnTo>
                  <a:lnTo>
                    <a:pt x="464450" y="7231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33513" y="1906439"/>
              <a:ext cx="884991" cy="1356037"/>
            </a:xfrm>
            <a:custGeom>
              <a:avLst/>
              <a:pathLst>
                <a:path w="884991" h="1356037">
                  <a:moveTo>
                    <a:pt x="0" y="1356037"/>
                  </a:moveTo>
                  <a:lnTo>
                    <a:pt x="2682" y="1325968"/>
                  </a:lnTo>
                  <a:lnTo>
                    <a:pt x="5851" y="1262075"/>
                  </a:lnTo>
                  <a:lnTo>
                    <a:pt x="9020" y="1172316"/>
                  </a:lnTo>
                  <a:lnTo>
                    <a:pt x="12189" y="1097356"/>
                  </a:lnTo>
                  <a:lnTo>
                    <a:pt x="15358" y="1038373"/>
                  </a:lnTo>
                  <a:lnTo>
                    <a:pt x="18527" y="943454"/>
                  </a:lnTo>
                  <a:lnTo>
                    <a:pt x="21697" y="876214"/>
                  </a:lnTo>
                  <a:lnTo>
                    <a:pt x="24866" y="874046"/>
                  </a:lnTo>
                  <a:lnTo>
                    <a:pt x="28035" y="930734"/>
                  </a:lnTo>
                  <a:lnTo>
                    <a:pt x="31204" y="989016"/>
                  </a:lnTo>
                  <a:lnTo>
                    <a:pt x="34373" y="978152"/>
                  </a:lnTo>
                  <a:lnTo>
                    <a:pt x="37542" y="1030805"/>
                  </a:lnTo>
                  <a:lnTo>
                    <a:pt x="40711" y="1133576"/>
                  </a:lnTo>
                  <a:lnTo>
                    <a:pt x="43881" y="1199637"/>
                  </a:lnTo>
                  <a:lnTo>
                    <a:pt x="47050" y="1240269"/>
                  </a:lnTo>
                  <a:lnTo>
                    <a:pt x="50219" y="1247243"/>
                  </a:lnTo>
                  <a:lnTo>
                    <a:pt x="53388" y="1266220"/>
                  </a:lnTo>
                  <a:lnTo>
                    <a:pt x="56557" y="1281657"/>
                  </a:lnTo>
                  <a:lnTo>
                    <a:pt x="59726" y="1281658"/>
                  </a:lnTo>
                  <a:lnTo>
                    <a:pt x="62896" y="1281658"/>
                  </a:lnTo>
                  <a:lnTo>
                    <a:pt x="66065" y="1274098"/>
                  </a:lnTo>
                  <a:lnTo>
                    <a:pt x="69234" y="1281697"/>
                  </a:lnTo>
                  <a:lnTo>
                    <a:pt x="72403" y="1307434"/>
                  </a:lnTo>
                  <a:lnTo>
                    <a:pt x="75572" y="1308530"/>
                  </a:lnTo>
                  <a:lnTo>
                    <a:pt x="78741" y="1308530"/>
                  </a:lnTo>
                  <a:lnTo>
                    <a:pt x="81911" y="1308530"/>
                  </a:lnTo>
                  <a:lnTo>
                    <a:pt x="85080" y="1308530"/>
                  </a:lnTo>
                  <a:lnTo>
                    <a:pt x="88249" y="1308530"/>
                  </a:lnTo>
                  <a:lnTo>
                    <a:pt x="91418" y="1285824"/>
                  </a:lnTo>
                  <a:lnTo>
                    <a:pt x="94587" y="1230705"/>
                  </a:lnTo>
                  <a:lnTo>
                    <a:pt x="97756" y="1223936"/>
                  </a:lnTo>
                  <a:lnTo>
                    <a:pt x="100926" y="1189303"/>
                  </a:lnTo>
                  <a:lnTo>
                    <a:pt x="104095" y="1126155"/>
                  </a:lnTo>
                  <a:lnTo>
                    <a:pt x="107264" y="1113827"/>
                  </a:lnTo>
                  <a:lnTo>
                    <a:pt x="110433" y="1142765"/>
                  </a:lnTo>
                  <a:lnTo>
                    <a:pt x="113602" y="1145358"/>
                  </a:lnTo>
                  <a:lnTo>
                    <a:pt x="116771" y="1101611"/>
                  </a:lnTo>
                  <a:lnTo>
                    <a:pt x="119940" y="1102129"/>
                  </a:lnTo>
                  <a:lnTo>
                    <a:pt x="123110" y="1160504"/>
                  </a:lnTo>
                  <a:lnTo>
                    <a:pt x="126279" y="1174245"/>
                  </a:lnTo>
                  <a:lnTo>
                    <a:pt x="129448" y="1168013"/>
                  </a:lnTo>
                  <a:lnTo>
                    <a:pt x="132617" y="1220539"/>
                  </a:lnTo>
                  <a:lnTo>
                    <a:pt x="135786" y="1244296"/>
                  </a:lnTo>
                  <a:lnTo>
                    <a:pt x="138955" y="1251216"/>
                  </a:lnTo>
                  <a:lnTo>
                    <a:pt x="142125" y="1201720"/>
                  </a:lnTo>
                  <a:lnTo>
                    <a:pt x="145294" y="1104627"/>
                  </a:lnTo>
                  <a:lnTo>
                    <a:pt x="148463" y="1023874"/>
                  </a:lnTo>
                  <a:lnTo>
                    <a:pt x="151632" y="990054"/>
                  </a:lnTo>
                  <a:lnTo>
                    <a:pt x="154801" y="1016811"/>
                  </a:lnTo>
                  <a:lnTo>
                    <a:pt x="157970" y="1048537"/>
                  </a:lnTo>
                  <a:lnTo>
                    <a:pt x="161140" y="1131274"/>
                  </a:lnTo>
                  <a:lnTo>
                    <a:pt x="164309" y="1214561"/>
                  </a:lnTo>
                  <a:lnTo>
                    <a:pt x="167478" y="1243217"/>
                  </a:lnTo>
                  <a:lnTo>
                    <a:pt x="170647" y="1227715"/>
                  </a:lnTo>
                  <a:lnTo>
                    <a:pt x="173816" y="1162398"/>
                  </a:lnTo>
                  <a:lnTo>
                    <a:pt x="176985" y="1061356"/>
                  </a:lnTo>
                  <a:lnTo>
                    <a:pt x="180155" y="872657"/>
                  </a:lnTo>
                  <a:lnTo>
                    <a:pt x="183324" y="662120"/>
                  </a:lnTo>
                  <a:lnTo>
                    <a:pt x="186493" y="540058"/>
                  </a:lnTo>
                  <a:lnTo>
                    <a:pt x="189662" y="514186"/>
                  </a:lnTo>
                  <a:lnTo>
                    <a:pt x="192831" y="573714"/>
                  </a:lnTo>
                  <a:lnTo>
                    <a:pt x="196000" y="615092"/>
                  </a:lnTo>
                  <a:lnTo>
                    <a:pt x="199169" y="622516"/>
                  </a:lnTo>
                  <a:lnTo>
                    <a:pt x="202339" y="720040"/>
                  </a:lnTo>
                  <a:lnTo>
                    <a:pt x="205508" y="864312"/>
                  </a:lnTo>
                  <a:lnTo>
                    <a:pt x="208677" y="939505"/>
                  </a:lnTo>
                  <a:lnTo>
                    <a:pt x="211846" y="945297"/>
                  </a:lnTo>
                  <a:lnTo>
                    <a:pt x="215015" y="1000428"/>
                  </a:lnTo>
                  <a:lnTo>
                    <a:pt x="218184" y="1153238"/>
                  </a:lnTo>
                  <a:lnTo>
                    <a:pt x="221354" y="1278642"/>
                  </a:lnTo>
                  <a:lnTo>
                    <a:pt x="224523" y="1308530"/>
                  </a:lnTo>
                  <a:lnTo>
                    <a:pt x="227692" y="1306280"/>
                  </a:lnTo>
                  <a:lnTo>
                    <a:pt x="230861" y="1258199"/>
                  </a:lnTo>
                  <a:lnTo>
                    <a:pt x="234030" y="1234723"/>
                  </a:lnTo>
                  <a:lnTo>
                    <a:pt x="237199" y="1203322"/>
                  </a:lnTo>
                  <a:lnTo>
                    <a:pt x="240369" y="1077680"/>
                  </a:lnTo>
                  <a:lnTo>
                    <a:pt x="243538" y="873427"/>
                  </a:lnTo>
                  <a:lnTo>
                    <a:pt x="246707" y="681531"/>
                  </a:lnTo>
                  <a:lnTo>
                    <a:pt x="249876" y="631740"/>
                  </a:lnTo>
                  <a:lnTo>
                    <a:pt x="253045" y="615043"/>
                  </a:lnTo>
                  <a:lnTo>
                    <a:pt x="256214" y="632801"/>
                  </a:lnTo>
                  <a:lnTo>
                    <a:pt x="259383" y="758446"/>
                  </a:lnTo>
                  <a:lnTo>
                    <a:pt x="262553" y="953173"/>
                  </a:lnTo>
                  <a:lnTo>
                    <a:pt x="265722" y="1085669"/>
                  </a:lnTo>
                  <a:lnTo>
                    <a:pt x="268891" y="1058982"/>
                  </a:lnTo>
                  <a:lnTo>
                    <a:pt x="272060" y="944895"/>
                  </a:lnTo>
                  <a:lnTo>
                    <a:pt x="275229" y="820959"/>
                  </a:lnTo>
                  <a:lnTo>
                    <a:pt x="278398" y="706226"/>
                  </a:lnTo>
                  <a:lnTo>
                    <a:pt x="281568" y="622868"/>
                  </a:lnTo>
                  <a:lnTo>
                    <a:pt x="284737" y="663067"/>
                  </a:lnTo>
                  <a:lnTo>
                    <a:pt x="287906" y="787627"/>
                  </a:lnTo>
                  <a:lnTo>
                    <a:pt x="291075" y="940265"/>
                  </a:lnTo>
                  <a:lnTo>
                    <a:pt x="294244" y="1013854"/>
                  </a:lnTo>
                  <a:lnTo>
                    <a:pt x="297413" y="1045529"/>
                  </a:lnTo>
                  <a:lnTo>
                    <a:pt x="300583" y="1095135"/>
                  </a:lnTo>
                  <a:lnTo>
                    <a:pt x="303752" y="1072385"/>
                  </a:lnTo>
                  <a:lnTo>
                    <a:pt x="306921" y="1028961"/>
                  </a:lnTo>
                  <a:lnTo>
                    <a:pt x="310090" y="1016546"/>
                  </a:lnTo>
                  <a:lnTo>
                    <a:pt x="313259" y="993224"/>
                  </a:lnTo>
                  <a:lnTo>
                    <a:pt x="316428" y="997704"/>
                  </a:lnTo>
                  <a:lnTo>
                    <a:pt x="319598" y="1055854"/>
                  </a:lnTo>
                  <a:lnTo>
                    <a:pt x="322767" y="1126861"/>
                  </a:lnTo>
                  <a:lnTo>
                    <a:pt x="325936" y="1178060"/>
                  </a:lnTo>
                  <a:lnTo>
                    <a:pt x="329105" y="1110384"/>
                  </a:lnTo>
                  <a:lnTo>
                    <a:pt x="332274" y="1114572"/>
                  </a:lnTo>
                  <a:lnTo>
                    <a:pt x="335443" y="1174792"/>
                  </a:lnTo>
                  <a:lnTo>
                    <a:pt x="338612" y="1130422"/>
                  </a:lnTo>
                  <a:lnTo>
                    <a:pt x="341782" y="1066324"/>
                  </a:lnTo>
                  <a:lnTo>
                    <a:pt x="344951" y="1049210"/>
                  </a:lnTo>
                  <a:lnTo>
                    <a:pt x="348120" y="1130922"/>
                  </a:lnTo>
                  <a:lnTo>
                    <a:pt x="351289" y="1192280"/>
                  </a:lnTo>
                  <a:lnTo>
                    <a:pt x="354458" y="1210353"/>
                  </a:lnTo>
                  <a:lnTo>
                    <a:pt x="357627" y="1196975"/>
                  </a:lnTo>
                  <a:lnTo>
                    <a:pt x="360797" y="1220125"/>
                  </a:lnTo>
                  <a:lnTo>
                    <a:pt x="363966" y="1229039"/>
                  </a:lnTo>
                  <a:lnTo>
                    <a:pt x="367135" y="1229040"/>
                  </a:lnTo>
                  <a:lnTo>
                    <a:pt x="370304" y="1250807"/>
                  </a:lnTo>
                  <a:lnTo>
                    <a:pt x="373473" y="1251090"/>
                  </a:lnTo>
                  <a:lnTo>
                    <a:pt x="376642" y="1261697"/>
                  </a:lnTo>
                  <a:lnTo>
                    <a:pt x="379812" y="1234297"/>
                  </a:lnTo>
                  <a:lnTo>
                    <a:pt x="382981" y="1194662"/>
                  </a:lnTo>
                  <a:lnTo>
                    <a:pt x="386150" y="1014219"/>
                  </a:lnTo>
                  <a:lnTo>
                    <a:pt x="389319" y="825373"/>
                  </a:lnTo>
                  <a:lnTo>
                    <a:pt x="392488" y="762447"/>
                  </a:lnTo>
                  <a:lnTo>
                    <a:pt x="395657" y="581063"/>
                  </a:lnTo>
                  <a:lnTo>
                    <a:pt x="398826" y="435097"/>
                  </a:lnTo>
                  <a:lnTo>
                    <a:pt x="401996" y="454929"/>
                  </a:lnTo>
                  <a:lnTo>
                    <a:pt x="405165" y="634954"/>
                  </a:lnTo>
                  <a:lnTo>
                    <a:pt x="408334" y="823799"/>
                  </a:lnTo>
                  <a:lnTo>
                    <a:pt x="411503" y="886725"/>
                  </a:lnTo>
                  <a:lnTo>
                    <a:pt x="414672" y="1100375"/>
                  </a:lnTo>
                  <a:lnTo>
                    <a:pt x="417841" y="1240373"/>
                  </a:lnTo>
                  <a:lnTo>
                    <a:pt x="421011" y="1154948"/>
                  </a:lnTo>
                  <a:lnTo>
                    <a:pt x="424180" y="1115088"/>
                  </a:lnTo>
                  <a:lnTo>
                    <a:pt x="427349" y="1114948"/>
                  </a:lnTo>
                  <a:lnTo>
                    <a:pt x="430518" y="1078537"/>
                  </a:lnTo>
                  <a:lnTo>
                    <a:pt x="433687" y="1041139"/>
                  </a:lnTo>
                  <a:lnTo>
                    <a:pt x="436856" y="1082256"/>
                  </a:lnTo>
                  <a:lnTo>
                    <a:pt x="440026" y="1116765"/>
                  </a:lnTo>
                  <a:lnTo>
                    <a:pt x="443195" y="1039097"/>
                  </a:lnTo>
                  <a:lnTo>
                    <a:pt x="446364" y="910065"/>
                  </a:lnTo>
                  <a:lnTo>
                    <a:pt x="449533" y="803926"/>
                  </a:lnTo>
                  <a:lnTo>
                    <a:pt x="452702" y="671146"/>
                  </a:lnTo>
                  <a:lnTo>
                    <a:pt x="455871" y="506635"/>
                  </a:lnTo>
                  <a:lnTo>
                    <a:pt x="459041" y="403304"/>
                  </a:lnTo>
                  <a:lnTo>
                    <a:pt x="462210" y="357063"/>
                  </a:lnTo>
                  <a:lnTo>
                    <a:pt x="465379" y="239072"/>
                  </a:lnTo>
                  <a:lnTo>
                    <a:pt x="468548" y="84777"/>
                  </a:lnTo>
                  <a:lnTo>
                    <a:pt x="471717" y="1473"/>
                  </a:lnTo>
                  <a:lnTo>
                    <a:pt x="474886" y="0"/>
                  </a:lnTo>
                  <a:lnTo>
                    <a:pt x="478055" y="82707"/>
                  </a:lnTo>
                  <a:lnTo>
                    <a:pt x="481225" y="162096"/>
                  </a:lnTo>
                  <a:lnTo>
                    <a:pt x="484394" y="296642"/>
                  </a:lnTo>
                  <a:lnTo>
                    <a:pt x="487563" y="537172"/>
                  </a:lnTo>
                  <a:lnTo>
                    <a:pt x="490732" y="759776"/>
                  </a:lnTo>
                  <a:lnTo>
                    <a:pt x="493901" y="886255"/>
                  </a:lnTo>
                  <a:lnTo>
                    <a:pt x="497070" y="856892"/>
                  </a:lnTo>
                  <a:lnTo>
                    <a:pt x="500240" y="826655"/>
                  </a:lnTo>
                  <a:lnTo>
                    <a:pt x="503409" y="837101"/>
                  </a:lnTo>
                  <a:lnTo>
                    <a:pt x="506578" y="857183"/>
                  </a:lnTo>
                  <a:lnTo>
                    <a:pt x="509747" y="888062"/>
                  </a:lnTo>
                  <a:lnTo>
                    <a:pt x="512916" y="933961"/>
                  </a:lnTo>
                  <a:lnTo>
                    <a:pt x="516085" y="1055092"/>
                  </a:lnTo>
                  <a:lnTo>
                    <a:pt x="519255" y="1170128"/>
                  </a:lnTo>
                  <a:lnTo>
                    <a:pt x="522424" y="1230764"/>
                  </a:lnTo>
                  <a:lnTo>
                    <a:pt x="525593" y="1137820"/>
                  </a:lnTo>
                  <a:lnTo>
                    <a:pt x="528762" y="948676"/>
                  </a:lnTo>
                  <a:lnTo>
                    <a:pt x="531931" y="773346"/>
                  </a:lnTo>
                  <a:lnTo>
                    <a:pt x="535100" y="683606"/>
                  </a:lnTo>
                  <a:lnTo>
                    <a:pt x="538270" y="667623"/>
                  </a:lnTo>
                  <a:lnTo>
                    <a:pt x="541439" y="725213"/>
                  </a:lnTo>
                  <a:lnTo>
                    <a:pt x="544608" y="831840"/>
                  </a:lnTo>
                  <a:lnTo>
                    <a:pt x="547777" y="889592"/>
                  </a:lnTo>
                  <a:lnTo>
                    <a:pt x="550946" y="935842"/>
                  </a:lnTo>
                  <a:lnTo>
                    <a:pt x="554115" y="952085"/>
                  </a:lnTo>
                  <a:lnTo>
                    <a:pt x="557284" y="840801"/>
                  </a:lnTo>
                  <a:lnTo>
                    <a:pt x="560454" y="643109"/>
                  </a:lnTo>
                  <a:lnTo>
                    <a:pt x="563623" y="537899"/>
                  </a:lnTo>
                  <a:lnTo>
                    <a:pt x="566792" y="640697"/>
                  </a:lnTo>
                  <a:lnTo>
                    <a:pt x="569961" y="751283"/>
                  </a:lnTo>
                  <a:lnTo>
                    <a:pt x="573130" y="775939"/>
                  </a:lnTo>
                  <a:lnTo>
                    <a:pt x="576299" y="881472"/>
                  </a:lnTo>
                  <a:lnTo>
                    <a:pt x="579469" y="1009971"/>
                  </a:lnTo>
                  <a:lnTo>
                    <a:pt x="582638" y="1051845"/>
                  </a:lnTo>
                  <a:lnTo>
                    <a:pt x="585807" y="1028967"/>
                  </a:lnTo>
                  <a:lnTo>
                    <a:pt x="588976" y="963168"/>
                  </a:lnTo>
                  <a:lnTo>
                    <a:pt x="592145" y="892763"/>
                  </a:lnTo>
                  <a:lnTo>
                    <a:pt x="595314" y="881253"/>
                  </a:lnTo>
                  <a:lnTo>
                    <a:pt x="598484" y="932774"/>
                  </a:lnTo>
                  <a:lnTo>
                    <a:pt x="601653" y="988733"/>
                  </a:lnTo>
                  <a:lnTo>
                    <a:pt x="604822" y="924562"/>
                  </a:lnTo>
                  <a:lnTo>
                    <a:pt x="607991" y="837681"/>
                  </a:lnTo>
                  <a:lnTo>
                    <a:pt x="611160" y="815282"/>
                  </a:lnTo>
                  <a:lnTo>
                    <a:pt x="614329" y="736852"/>
                  </a:lnTo>
                  <a:lnTo>
                    <a:pt x="617498" y="680704"/>
                  </a:lnTo>
                  <a:lnTo>
                    <a:pt x="620668" y="662771"/>
                  </a:lnTo>
                  <a:lnTo>
                    <a:pt x="623837" y="770331"/>
                  </a:lnTo>
                  <a:lnTo>
                    <a:pt x="627006" y="899292"/>
                  </a:lnTo>
                  <a:lnTo>
                    <a:pt x="630175" y="940537"/>
                  </a:lnTo>
                  <a:lnTo>
                    <a:pt x="633344" y="1003329"/>
                  </a:lnTo>
                  <a:lnTo>
                    <a:pt x="636513" y="1027897"/>
                  </a:lnTo>
                  <a:lnTo>
                    <a:pt x="639683" y="1032531"/>
                  </a:lnTo>
                  <a:lnTo>
                    <a:pt x="642852" y="1005696"/>
                  </a:lnTo>
                  <a:lnTo>
                    <a:pt x="646021" y="1012427"/>
                  </a:lnTo>
                  <a:lnTo>
                    <a:pt x="649190" y="1080812"/>
                  </a:lnTo>
                  <a:lnTo>
                    <a:pt x="652359" y="1076301"/>
                  </a:lnTo>
                  <a:lnTo>
                    <a:pt x="655528" y="1060239"/>
                  </a:lnTo>
                  <a:lnTo>
                    <a:pt x="658698" y="1088878"/>
                  </a:lnTo>
                  <a:lnTo>
                    <a:pt x="661867" y="1123795"/>
                  </a:lnTo>
                  <a:lnTo>
                    <a:pt x="665036" y="1159274"/>
                  </a:lnTo>
                  <a:lnTo>
                    <a:pt x="668205" y="1186549"/>
                  </a:lnTo>
                  <a:lnTo>
                    <a:pt x="671374" y="1201378"/>
                  </a:lnTo>
                  <a:lnTo>
                    <a:pt x="674543" y="1218315"/>
                  </a:lnTo>
                  <a:lnTo>
                    <a:pt x="677713" y="1232902"/>
                  </a:lnTo>
                  <a:lnTo>
                    <a:pt x="680882" y="1232903"/>
                  </a:lnTo>
                  <a:lnTo>
                    <a:pt x="684051" y="1238801"/>
                  </a:lnTo>
                  <a:lnTo>
                    <a:pt x="687220" y="1165320"/>
                  </a:lnTo>
                  <a:lnTo>
                    <a:pt x="690389" y="1100437"/>
                  </a:lnTo>
                  <a:lnTo>
                    <a:pt x="693558" y="1106021"/>
                  </a:lnTo>
                  <a:lnTo>
                    <a:pt x="696727" y="1080314"/>
                  </a:lnTo>
                  <a:lnTo>
                    <a:pt x="699897" y="1006911"/>
                  </a:lnTo>
                  <a:lnTo>
                    <a:pt x="703066" y="960069"/>
                  </a:lnTo>
                  <a:lnTo>
                    <a:pt x="706235" y="1038292"/>
                  </a:lnTo>
                  <a:lnTo>
                    <a:pt x="709404" y="1118242"/>
                  </a:lnTo>
                  <a:lnTo>
                    <a:pt x="712573" y="1056151"/>
                  </a:lnTo>
                  <a:lnTo>
                    <a:pt x="715742" y="1010949"/>
                  </a:lnTo>
                  <a:lnTo>
                    <a:pt x="718912" y="1067423"/>
                  </a:lnTo>
                  <a:lnTo>
                    <a:pt x="722081" y="1108367"/>
                  </a:lnTo>
                  <a:lnTo>
                    <a:pt x="725250" y="1108368"/>
                  </a:lnTo>
                  <a:lnTo>
                    <a:pt x="728419" y="1131863"/>
                  </a:lnTo>
                  <a:lnTo>
                    <a:pt x="731588" y="1220692"/>
                  </a:lnTo>
                  <a:lnTo>
                    <a:pt x="734757" y="1288591"/>
                  </a:lnTo>
                  <a:lnTo>
                    <a:pt x="737927" y="1293840"/>
                  </a:lnTo>
                  <a:lnTo>
                    <a:pt x="741096" y="1268706"/>
                  </a:lnTo>
                  <a:lnTo>
                    <a:pt x="744265" y="1221654"/>
                  </a:lnTo>
                  <a:lnTo>
                    <a:pt x="747434" y="1224989"/>
                  </a:lnTo>
                  <a:lnTo>
                    <a:pt x="750603" y="1213214"/>
                  </a:lnTo>
                  <a:lnTo>
                    <a:pt x="753772" y="1218015"/>
                  </a:lnTo>
                  <a:lnTo>
                    <a:pt x="756941" y="1224089"/>
                  </a:lnTo>
                  <a:lnTo>
                    <a:pt x="760111" y="1171210"/>
                  </a:lnTo>
                  <a:lnTo>
                    <a:pt x="763280" y="1166193"/>
                  </a:lnTo>
                  <a:lnTo>
                    <a:pt x="766449" y="1181573"/>
                  </a:lnTo>
                  <a:lnTo>
                    <a:pt x="769618" y="1193349"/>
                  </a:lnTo>
                  <a:lnTo>
                    <a:pt x="772787" y="1153498"/>
                  </a:lnTo>
                  <a:lnTo>
                    <a:pt x="775956" y="1074606"/>
                  </a:lnTo>
                  <a:lnTo>
                    <a:pt x="779126" y="1123206"/>
                  </a:lnTo>
                  <a:lnTo>
                    <a:pt x="782295" y="1145739"/>
                  </a:lnTo>
                  <a:lnTo>
                    <a:pt x="785464" y="1079691"/>
                  </a:lnTo>
                  <a:lnTo>
                    <a:pt x="788633" y="1021648"/>
                  </a:lnTo>
                  <a:lnTo>
                    <a:pt x="791802" y="1004279"/>
                  </a:lnTo>
                  <a:lnTo>
                    <a:pt x="794971" y="941103"/>
                  </a:lnTo>
                  <a:lnTo>
                    <a:pt x="798141" y="835856"/>
                  </a:lnTo>
                  <a:lnTo>
                    <a:pt x="801310" y="828560"/>
                  </a:lnTo>
                  <a:lnTo>
                    <a:pt x="804479" y="864737"/>
                  </a:lnTo>
                  <a:lnTo>
                    <a:pt x="807648" y="841898"/>
                  </a:lnTo>
                  <a:lnTo>
                    <a:pt x="810817" y="780102"/>
                  </a:lnTo>
                  <a:lnTo>
                    <a:pt x="813986" y="915912"/>
                  </a:lnTo>
                  <a:lnTo>
                    <a:pt x="817156" y="1050573"/>
                  </a:lnTo>
                  <a:lnTo>
                    <a:pt x="820325" y="1087405"/>
                  </a:lnTo>
                  <a:lnTo>
                    <a:pt x="823494" y="1098559"/>
                  </a:lnTo>
                  <a:lnTo>
                    <a:pt x="826663" y="1179301"/>
                  </a:lnTo>
                  <a:lnTo>
                    <a:pt x="829832" y="1257502"/>
                  </a:lnTo>
                  <a:lnTo>
                    <a:pt x="833001" y="1191272"/>
                  </a:lnTo>
                  <a:lnTo>
                    <a:pt x="836170" y="1107960"/>
                  </a:lnTo>
                  <a:lnTo>
                    <a:pt x="839340" y="1022613"/>
                  </a:lnTo>
                  <a:lnTo>
                    <a:pt x="842509" y="931511"/>
                  </a:lnTo>
                  <a:lnTo>
                    <a:pt x="845678" y="896796"/>
                  </a:lnTo>
                  <a:lnTo>
                    <a:pt x="848847" y="897354"/>
                  </a:lnTo>
                  <a:lnTo>
                    <a:pt x="852016" y="951614"/>
                  </a:lnTo>
                  <a:lnTo>
                    <a:pt x="855185" y="1034928"/>
                  </a:lnTo>
                  <a:lnTo>
                    <a:pt x="858355" y="1120275"/>
                  </a:lnTo>
                  <a:lnTo>
                    <a:pt x="861524" y="1211377"/>
                  </a:lnTo>
                  <a:lnTo>
                    <a:pt x="864693" y="1230102"/>
                  </a:lnTo>
                  <a:lnTo>
                    <a:pt x="867862" y="1209915"/>
                  </a:lnTo>
                  <a:lnTo>
                    <a:pt x="871031" y="1200033"/>
                  </a:lnTo>
                  <a:lnTo>
                    <a:pt x="874200" y="1204309"/>
                  </a:lnTo>
                  <a:lnTo>
                    <a:pt x="877370" y="1209012"/>
                  </a:lnTo>
                  <a:lnTo>
                    <a:pt x="880539" y="1223881"/>
                  </a:lnTo>
                  <a:lnTo>
                    <a:pt x="883708" y="1313953"/>
                  </a:lnTo>
                  <a:lnTo>
                    <a:pt x="884991" y="13560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32431" y="651305"/>
              <a:ext cx="2515897" cy="2611171"/>
            </a:xfrm>
            <a:custGeom>
              <a:avLst/>
              <a:pathLst>
                <a:path w="2515897" h="2611171">
                  <a:moveTo>
                    <a:pt x="0" y="2611171"/>
                  </a:moveTo>
                  <a:lnTo>
                    <a:pt x="636" y="2605608"/>
                  </a:lnTo>
                  <a:lnTo>
                    <a:pt x="3805" y="2531668"/>
                  </a:lnTo>
                  <a:lnTo>
                    <a:pt x="6974" y="2486352"/>
                  </a:lnTo>
                  <a:lnTo>
                    <a:pt x="10143" y="2489933"/>
                  </a:lnTo>
                  <a:lnTo>
                    <a:pt x="13312" y="2488661"/>
                  </a:lnTo>
                  <a:lnTo>
                    <a:pt x="16482" y="2480157"/>
                  </a:lnTo>
                  <a:lnTo>
                    <a:pt x="19651" y="2488763"/>
                  </a:lnTo>
                  <a:lnTo>
                    <a:pt x="22820" y="2488763"/>
                  </a:lnTo>
                  <a:lnTo>
                    <a:pt x="25989" y="2470162"/>
                  </a:lnTo>
                  <a:lnTo>
                    <a:pt x="29158" y="2381261"/>
                  </a:lnTo>
                  <a:lnTo>
                    <a:pt x="32327" y="2321341"/>
                  </a:lnTo>
                  <a:lnTo>
                    <a:pt x="35496" y="2332802"/>
                  </a:lnTo>
                  <a:lnTo>
                    <a:pt x="38666" y="2315349"/>
                  </a:lnTo>
                  <a:lnTo>
                    <a:pt x="41835" y="2270137"/>
                  </a:lnTo>
                  <a:lnTo>
                    <a:pt x="45004" y="2166138"/>
                  </a:lnTo>
                  <a:lnTo>
                    <a:pt x="48173" y="2238666"/>
                  </a:lnTo>
                  <a:lnTo>
                    <a:pt x="51342" y="2291825"/>
                  </a:lnTo>
                  <a:lnTo>
                    <a:pt x="54511" y="2277173"/>
                  </a:lnTo>
                  <a:lnTo>
                    <a:pt x="57681" y="2255060"/>
                  </a:lnTo>
                  <a:lnTo>
                    <a:pt x="60850" y="2275011"/>
                  </a:lnTo>
                  <a:lnTo>
                    <a:pt x="64019" y="2397613"/>
                  </a:lnTo>
                  <a:lnTo>
                    <a:pt x="67188" y="2413987"/>
                  </a:lnTo>
                  <a:lnTo>
                    <a:pt x="70357" y="2448428"/>
                  </a:lnTo>
                  <a:lnTo>
                    <a:pt x="73526" y="2473523"/>
                  </a:lnTo>
                  <a:lnTo>
                    <a:pt x="76696" y="2476263"/>
                  </a:lnTo>
                  <a:lnTo>
                    <a:pt x="79865" y="2487341"/>
                  </a:lnTo>
                  <a:lnTo>
                    <a:pt x="83034" y="2503810"/>
                  </a:lnTo>
                  <a:lnTo>
                    <a:pt x="86203" y="2532368"/>
                  </a:lnTo>
                  <a:lnTo>
                    <a:pt x="89372" y="2517192"/>
                  </a:lnTo>
                  <a:lnTo>
                    <a:pt x="92541" y="2489429"/>
                  </a:lnTo>
                  <a:lnTo>
                    <a:pt x="95710" y="2512017"/>
                  </a:lnTo>
                  <a:lnTo>
                    <a:pt x="98880" y="2429351"/>
                  </a:lnTo>
                  <a:lnTo>
                    <a:pt x="102049" y="2334913"/>
                  </a:lnTo>
                  <a:lnTo>
                    <a:pt x="105218" y="2299393"/>
                  </a:lnTo>
                  <a:lnTo>
                    <a:pt x="108387" y="2314568"/>
                  </a:lnTo>
                  <a:lnTo>
                    <a:pt x="111556" y="2363409"/>
                  </a:lnTo>
                  <a:lnTo>
                    <a:pt x="114725" y="2381885"/>
                  </a:lnTo>
                  <a:lnTo>
                    <a:pt x="117895" y="2478732"/>
                  </a:lnTo>
                  <a:lnTo>
                    <a:pt x="121064" y="2556701"/>
                  </a:lnTo>
                  <a:lnTo>
                    <a:pt x="124233" y="2563663"/>
                  </a:lnTo>
                  <a:lnTo>
                    <a:pt x="127402" y="2528847"/>
                  </a:lnTo>
                  <a:lnTo>
                    <a:pt x="130571" y="2486483"/>
                  </a:lnTo>
                  <a:lnTo>
                    <a:pt x="133740" y="2471326"/>
                  </a:lnTo>
                  <a:lnTo>
                    <a:pt x="136910" y="2471327"/>
                  </a:lnTo>
                  <a:lnTo>
                    <a:pt x="140079" y="2471328"/>
                  </a:lnTo>
                  <a:lnTo>
                    <a:pt x="143248" y="2471328"/>
                  </a:lnTo>
                  <a:lnTo>
                    <a:pt x="146417" y="2506145"/>
                  </a:lnTo>
                  <a:lnTo>
                    <a:pt x="149586" y="2548508"/>
                  </a:lnTo>
                  <a:lnTo>
                    <a:pt x="152755" y="2565355"/>
                  </a:lnTo>
                  <a:lnTo>
                    <a:pt x="155925" y="2549149"/>
                  </a:lnTo>
                  <a:lnTo>
                    <a:pt x="159094" y="2509329"/>
                  </a:lnTo>
                  <a:lnTo>
                    <a:pt x="162263" y="2486360"/>
                  </a:lnTo>
                  <a:lnTo>
                    <a:pt x="165432" y="2486361"/>
                  </a:lnTo>
                  <a:lnTo>
                    <a:pt x="168601" y="2486361"/>
                  </a:lnTo>
                  <a:lnTo>
                    <a:pt x="171770" y="2484670"/>
                  </a:lnTo>
                  <a:lnTo>
                    <a:pt x="174939" y="2500876"/>
                  </a:lnTo>
                  <a:lnTo>
                    <a:pt x="178109" y="2540695"/>
                  </a:lnTo>
                  <a:lnTo>
                    <a:pt x="181278" y="2535812"/>
                  </a:lnTo>
                  <a:lnTo>
                    <a:pt x="184447" y="2489899"/>
                  </a:lnTo>
                  <a:lnTo>
                    <a:pt x="187616" y="2489899"/>
                  </a:lnTo>
                  <a:lnTo>
                    <a:pt x="190785" y="2489899"/>
                  </a:lnTo>
                  <a:lnTo>
                    <a:pt x="193954" y="2489899"/>
                  </a:lnTo>
                  <a:lnTo>
                    <a:pt x="197124" y="2489899"/>
                  </a:lnTo>
                  <a:lnTo>
                    <a:pt x="200293" y="2483316"/>
                  </a:lnTo>
                  <a:lnTo>
                    <a:pt x="203462" y="2480404"/>
                  </a:lnTo>
                  <a:lnTo>
                    <a:pt x="206631" y="2385385"/>
                  </a:lnTo>
                  <a:lnTo>
                    <a:pt x="209800" y="2334490"/>
                  </a:lnTo>
                  <a:lnTo>
                    <a:pt x="212969" y="2331045"/>
                  </a:lnTo>
                  <a:lnTo>
                    <a:pt x="216139" y="2331046"/>
                  </a:lnTo>
                  <a:lnTo>
                    <a:pt x="219308" y="2328638"/>
                  </a:lnTo>
                  <a:lnTo>
                    <a:pt x="222477" y="2289856"/>
                  </a:lnTo>
                  <a:lnTo>
                    <a:pt x="225646" y="2325579"/>
                  </a:lnTo>
                  <a:lnTo>
                    <a:pt x="228815" y="2318933"/>
                  </a:lnTo>
                  <a:lnTo>
                    <a:pt x="231984" y="2288925"/>
                  </a:lnTo>
                  <a:lnTo>
                    <a:pt x="235154" y="2288926"/>
                  </a:lnTo>
                  <a:lnTo>
                    <a:pt x="238323" y="2325771"/>
                  </a:lnTo>
                  <a:lnTo>
                    <a:pt x="241492" y="2413377"/>
                  </a:lnTo>
                  <a:lnTo>
                    <a:pt x="244661" y="2472670"/>
                  </a:lnTo>
                  <a:lnTo>
                    <a:pt x="247830" y="2530209"/>
                  </a:lnTo>
                  <a:lnTo>
                    <a:pt x="250999" y="2571268"/>
                  </a:lnTo>
                  <a:lnTo>
                    <a:pt x="254168" y="2600302"/>
                  </a:lnTo>
                  <a:lnTo>
                    <a:pt x="257338" y="2610808"/>
                  </a:lnTo>
                  <a:lnTo>
                    <a:pt x="260507" y="2610808"/>
                  </a:lnTo>
                  <a:lnTo>
                    <a:pt x="263676" y="2603884"/>
                  </a:lnTo>
                  <a:lnTo>
                    <a:pt x="266845" y="2520941"/>
                  </a:lnTo>
                  <a:lnTo>
                    <a:pt x="270014" y="2476226"/>
                  </a:lnTo>
                  <a:lnTo>
                    <a:pt x="273183" y="2424530"/>
                  </a:lnTo>
                  <a:lnTo>
                    <a:pt x="276353" y="2325627"/>
                  </a:lnTo>
                  <a:lnTo>
                    <a:pt x="279522" y="2216963"/>
                  </a:lnTo>
                  <a:lnTo>
                    <a:pt x="282691" y="2162612"/>
                  </a:lnTo>
                  <a:lnTo>
                    <a:pt x="285860" y="2204707"/>
                  </a:lnTo>
                  <a:lnTo>
                    <a:pt x="289029" y="2159297"/>
                  </a:lnTo>
                  <a:lnTo>
                    <a:pt x="292198" y="2093136"/>
                  </a:lnTo>
                  <a:lnTo>
                    <a:pt x="295368" y="2076224"/>
                  </a:lnTo>
                  <a:lnTo>
                    <a:pt x="298537" y="2049163"/>
                  </a:lnTo>
                  <a:lnTo>
                    <a:pt x="301706" y="2011922"/>
                  </a:lnTo>
                  <a:lnTo>
                    <a:pt x="304875" y="1972400"/>
                  </a:lnTo>
                  <a:lnTo>
                    <a:pt x="308044" y="1888636"/>
                  </a:lnTo>
                  <a:lnTo>
                    <a:pt x="311213" y="1798915"/>
                  </a:lnTo>
                  <a:lnTo>
                    <a:pt x="314382" y="1816462"/>
                  </a:lnTo>
                  <a:lnTo>
                    <a:pt x="317552" y="1892005"/>
                  </a:lnTo>
                  <a:lnTo>
                    <a:pt x="320721" y="1890771"/>
                  </a:lnTo>
                  <a:lnTo>
                    <a:pt x="323890" y="1916054"/>
                  </a:lnTo>
                  <a:lnTo>
                    <a:pt x="327059" y="2089223"/>
                  </a:lnTo>
                  <a:lnTo>
                    <a:pt x="330228" y="2193684"/>
                  </a:lnTo>
                  <a:lnTo>
                    <a:pt x="333397" y="2214665"/>
                  </a:lnTo>
                  <a:lnTo>
                    <a:pt x="336567" y="2222388"/>
                  </a:lnTo>
                  <a:lnTo>
                    <a:pt x="339736" y="2253213"/>
                  </a:lnTo>
                  <a:lnTo>
                    <a:pt x="342905" y="2208629"/>
                  </a:lnTo>
                  <a:lnTo>
                    <a:pt x="346074" y="2094644"/>
                  </a:lnTo>
                  <a:lnTo>
                    <a:pt x="349243" y="2066743"/>
                  </a:lnTo>
                  <a:lnTo>
                    <a:pt x="352412" y="2061768"/>
                  </a:lnTo>
                  <a:lnTo>
                    <a:pt x="355582" y="2064173"/>
                  </a:lnTo>
                  <a:lnTo>
                    <a:pt x="358751" y="2124539"/>
                  </a:lnTo>
                  <a:lnTo>
                    <a:pt x="361920" y="2212208"/>
                  </a:lnTo>
                  <a:lnTo>
                    <a:pt x="365089" y="2279966"/>
                  </a:lnTo>
                  <a:lnTo>
                    <a:pt x="368258" y="2351382"/>
                  </a:lnTo>
                  <a:lnTo>
                    <a:pt x="371427" y="2389106"/>
                  </a:lnTo>
                  <a:lnTo>
                    <a:pt x="374597" y="2406618"/>
                  </a:lnTo>
                  <a:lnTo>
                    <a:pt x="377766" y="2411073"/>
                  </a:lnTo>
                  <a:lnTo>
                    <a:pt x="380935" y="2423078"/>
                  </a:lnTo>
                  <a:lnTo>
                    <a:pt x="384104" y="2462421"/>
                  </a:lnTo>
                  <a:lnTo>
                    <a:pt x="387273" y="2492987"/>
                  </a:lnTo>
                  <a:lnTo>
                    <a:pt x="390442" y="2527015"/>
                  </a:lnTo>
                  <a:lnTo>
                    <a:pt x="393611" y="2559557"/>
                  </a:lnTo>
                  <a:lnTo>
                    <a:pt x="396781" y="2563663"/>
                  </a:lnTo>
                  <a:lnTo>
                    <a:pt x="399950" y="2534049"/>
                  </a:lnTo>
                  <a:lnTo>
                    <a:pt x="403119" y="2489956"/>
                  </a:lnTo>
                  <a:lnTo>
                    <a:pt x="406288" y="2489537"/>
                  </a:lnTo>
                  <a:lnTo>
                    <a:pt x="409457" y="2436696"/>
                  </a:lnTo>
                  <a:lnTo>
                    <a:pt x="412626" y="2318280"/>
                  </a:lnTo>
                  <a:lnTo>
                    <a:pt x="415796" y="2215863"/>
                  </a:lnTo>
                  <a:lnTo>
                    <a:pt x="418965" y="2132573"/>
                  </a:lnTo>
                  <a:lnTo>
                    <a:pt x="422134" y="2149741"/>
                  </a:lnTo>
                  <a:lnTo>
                    <a:pt x="425303" y="2154998"/>
                  </a:lnTo>
                  <a:lnTo>
                    <a:pt x="428472" y="2165992"/>
                  </a:lnTo>
                  <a:lnTo>
                    <a:pt x="431641" y="2226112"/>
                  </a:lnTo>
                  <a:lnTo>
                    <a:pt x="434811" y="2331339"/>
                  </a:lnTo>
                  <a:lnTo>
                    <a:pt x="437980" y="2454012"/>
                  </a:lnTo>
                  <a:lnTo>
                    <a:pt x="441149" y="2480937"/>
                  </a:lnTo>
                  <a:lnTo>
                    <a:pt x="444318" y="2453804"/>
                  </a:lnTo>
                  <a:lnTo>
                    <a:pt x="447487" y="2457515"/>
                  </a:lnTo>
                  <a:lnTo>
                    <a:pt x="450656" y="2480957"/>
                  </a:lnTo>
                  <a:lnTo>
                    <a:pt x="453825" y="2439691"/>
                  </a:lnTo>
                  <a:lnTo>
                    <a:pt x="456995" y="2413886"/>
                  </a:lnTo>
                  <a:lnTo>
                    <a:pt x="460164" y="2383450"/>
                  </a:lnTo>
                  <a:lnTo>
                    <a:pt x="463333" y="2349745"/>
                  </a:lnTo>
                  <a:lnTo>
                    <a:pt x="466502" y="2350869"/>
                  </a:lnTo>
                  <a:lnTo>
                    <a:pt x="469671" y="2352891"/>
                  </a:lnTo>
                  <a:lnTo>
                    <a:pt x="472840" y="2344298"/>
                  </a:lnTo>
                  <a:lnTo>
                    <a:pt x="476010" y="2343066"/>
                  </a:lnTo>
                  <a:lnTo>
                    <a:pt x="479179" y="2373505"/>
                  </a:lnTo>
                  <a:lnTo>
                    <a:pt x="482348" y="2429505"/>
                  </a:lnTo>
                  <a:lnTo>
                    <a:pt x="485517" y="2466519"/>
                  </a:lnTo>
                  <a:lnTo>
                    <a:pt x="488686" y="2499348"/>
                  </a:lnTo>
                  <a:lnTo>
                    <a:pt x="491855" y="2546400"/>
                  </a:lnTo>
                  <a:lnTo>
                    <a:pt x="495025" y="2553812"/>
                  </a:lnTo>
                  <a:lnTo>
                    <a:pt x="498194" y="2516450"/>
                  </a:lnTo>
                  <a:lnTo>
                    <a:pt x="501363" y="2493959"/>
                  </a:lnTo>
                  <a:lnTo>
                    <a:pt x="504532" y="2429859"/>
                  </a:lnTo>
                  <a:lnTo>
                    <a:pt x="507701" y="2394449"/>
                  </a:lnTo>
                  <a:lnTo>
                    <a:pt x="510870" y="2390709"/>
                  </a:lnTo>
                  <a:lnTo>
                    <a:pt x="514040" y="2362458"/>
                  </a:lnTo>
                  <a:lnTo>
                    <a:pt x="517209" y="2370054"/>
                  </a:lnTo>
                  <a:lnTo>
                    <a:pt x="520378" y="2392545"/>
                  </a:lnTo>
                  <a:lnTo>
                    <a:pt x="523547" y="2456646"/>
                  </a:lnTo>
                  <a:lnTo>
                    <a:pt x="526716" y="2492057"/>
                  </a:lnTo>
                  <a:lnTo>
                    <a:pt x="529885" y="2495797"/>
                  </a:lnTo>
                  <a:lnTo>
                    <a:pt x="533054" y="2533897"/>
                  </a:lnTo>
                  <a:lnTo>
                    <a:pt x="536224" y="2563663"/>
                  </a:lnTo>
                  <a:lnTo>
                    <a:pt x="539393" y="2563663"/>
                  </a:lnTo>
                  <a:lnTo>
                    <a:pt x="542562" y="2563663"/>
                  </a:lnTo>
                  <a:lnTo>
                    <a:pt x="545731" y="2563663"/>
                  </a:lnTo>
                  <a:lnTo>
                    <a:pt x="548900" y="2563663"/>
                  </a:lnTo>
                  <a:lnTo>
                    <a:pt x="552069" y="2563663"/>
                  </a:lnTo>
                  <a:lnTo>
                    <a:pt x="555239" y="2563663"/>
                  </a:lnTo>
                  <a:lnTo>
                    <a:pt x="558408" y="2554716"/>
                  </a:lnTo>
                  <a:lnTo>
                    <a:pt x="561577" y="2519477"/>
                  </a:lnTo>
                  <a:lnTo>
                    <a:pt x="564746" y="2489642"/>
                  </a:lnTo>
                  <a:lnTo>
                    <a:pt x="567915" y="2497273"/>
                  </a:lnTo>
                  <a:lnTo>
                    <a:pt x="571084" y="2526308"/>
                  </a:lnTo>
                  <a:lnTo>
                    <a:pt x="574254" y="2536554"/>
                  </a:lnTo>
                  <a:lnTo>
                    <a:pt x="577423" y="2535525"/>
                  </a:lnTo>
                  <a:lnTo>
                    <a:pt x="580592" y="2530794"/>
                  </a:lnTo>
                  <a:lnTo>
                    <a:pt x="583761" y="2507348"/>
                  </a:lnTo>
                  <a:lnTo>
                    <a:pt x="586930" y="2436589"/>
                  </a:lnTo>
                  <a:lnTo>
                    <a:pt x="590099" y="2333786"/>
                  </a:lnTo>
                  <a:lnTo>
                    <a:pt x="593269" y="2283749"/>
                  </a:lnTo>
                  <a:lnTo>
                    <a:pt x="596438" y="2283077"/>
                  </a:lnTo>
                  <a:lnTo>
                    <a:pt x="599607" y="2304580"/>
                  </a:lnTo>
                  <a:lnTo>
                    <a:pt x="602776" y="2347538"/>
                  </a:lnTo>
                  <a:lnTo>
                    <a:pt x="605945" y="2397946"/>
                  </a:lnTo>
                  <a:lnTo>
                    <a:pt x="609114" y="2442984"/>
                  </a:lnTo>
                  <a:lnTo>
                    <a:pt x="612283" y="2442404"/>
                  </a:lnTo>
                  <a:lnTo>
                    <a:pt x="615453" y="2440967"/>
                  </a:lnTo>
                  <a:lnTo>
                    <a:pt x="618622" y="2459436"/>
                  </a:lnTo>
                  <a:lnTo>
                    <a:pt x="621791" y="2469759"/>
                  </a:lnTo>
                  <a:lnTo>
                    <a:pt x="624960" y="2482481"/>
                  </a:lnTo>
                  <a:lnTo>
                    <a:pt x="628129" y="2511209"/>
                  </a:lnTo>
                  <a:lnTo>
                    <a:pt x="631298" y="2551577"/>
                  </a:lnTo>
                  <a:lnTo>
                    <a:pt x="634468" y="2556429"/>
                  </a:lnTo>
                  <a:lnTo>
                    <a:pt x="637637" y="2516296"/>
                  </a:lnTo>
                  <a:lnTo>
                    <a:pt x="640806" y="2484995"/>
                  </a:lnTo>
                  <a:lnTo>
                    <a:pt x="643975" y="2439632"/>
                  </a:lnTo>
                  <a:lnTo>
                    <a:pt x="647144" y="2413694"/>
                  </a:lnTo>
                  <a:lnTo>
                    <a:pt x="650313" y="2372159"/>
                  </a:lnTo>
                  <a:lnTo>
                    <a:pt x="653483" y="2346893"/>
                  </a:lnTo>
                  <a:lnTo>
                    <a:pt x="656652" y="2387025"/>
                  </a:lnTo>
                  <a:lnTo>
                    <a:pt x="659821" y="2411092"/>
                  </a:lnTo>
                  <a:lnTo>
                    <a:pt x="662990" y="2435804"/>
                  </a:lnTo>
                  <a:lnTo>
                    <a:pt x="666159" y="2462757"/>
                  </a:lnTo>
                  <a:lnTo>
                    <a:pt x="669328" y="2504292"/>
                  </a:lnTo>
                  <a:lnTo>
                    <a:pt x="672497" y="2536793"/>
                  </a:lnTo>
                  <a:lnTo>
                    <a:pt x="675667" y="2536793"/>
                  </a:lnTo>
                  <a:lnTo>
                    <a:pt x="678836" y="2515995"/>
                  </a:lnTo>
                  <a:lnTo>
                    <a:pt x="682005" y="2449159"/>
                  </a:lnTo>
                  <a:lnTo>
                    <a:pt x="685174" y="2371288"/>
                  </a:lnTo>
                  <a:lnTo>
                    <a:pt x="688343" y="2367637"/>
                  </a:lnTo>
                  <a:lnTo>
                    <a:pt x="691512" y="2367637"/>
                  </a:lnTo>
                  <a:lnTo>
                    <a:pt x="694682" y="2340592"/>
                  </a:lnTo>
                  <a:lnTo>
                    <a:pt x="697851" y="2287864"/>
                  </a:lnTo>
                  <a:lnTo>
                    <a:pt x="701020" y="2300116"/>
                  </a:lnTo>
                  <a:lnTo>
                    <a:pt x="704189" y="2327959"/>
                  </a:lnTo>
                  <a:lnTo>
                    <a:pt x="707358" y="2293277"/>
                  </a:lnTo>
                  <a:lnTo>
                    <a:pt x="710527" y="2284733"/>
                  </a:lnTo>
                  <a:lnTo>
                    <a:pt x="713697" y="2311779"/>
                  </a:lnTo>
                  <a:lnTo>
                    <a:pt x="716866" y="2392540"/>
                  </a:lnTo>
                  <a:lnTo>
                    <a:pt x="720035" y="2467776"/>
                  </a:lnTo>
                  <a:lnTo>
                    <a:pt x="723204" y="2492175"/>
                  </a:lnTo>
                  <a:lnTo>
                    <a:pt x="726373" y="2485539"/>
                  </a:lnTo>
                  <a:lnTo>
                    <a:pt x="729542" y="2462279"/>
                  </a:lnTo>
                  <a:lnTo>
                    <a:pt x="732712" y="2353291"/>
                  </a:lnTo>
                  <a:lnTo>
                    <a:pt x="735881" y="2208528"/>
                  </a:lnTo>
                  <a:lnTo>
                    <a:pt x="739050" y="2175029"/>
                  </a:lnTo>
                  <a:lnTo>
                    <a:pt x="742219" y="2147166"/>
                  </a:lnTo>
                  <a:lnTo>
                    <a:pt x="745388" y="2130375"/>
                  </a:lnTo>
                  <a:lnTo>
                    <a:pt x="748557" y="2138933"/>
                  </a:lnTo>
                  <a:lnTo>
                    <a:pt x="751726" y="2292628"/>
                  </a:lnTo>
                  <a:lnTo>
                    <a:pt x="754896" y="2484367"/>
                  </a:lnTo>
                  <a:lnTo>
                    <a:pt x="758065" y="2495402"/>
                  </a:lnTo>
                  <a:lnTo>
                    <a:pt x="761234" y="2505477"/>
                  </a:lnTo>
                  <a:lnTo>
                    <a:pt x="764403" y="2529766"/>
                  </a:lnTo>
                  <a:lnTo>
                    <a:pt x="767572" y="2500413"/>
                  </a:lnTo>
                  <a:lnTo>
                    <a:pt x="770741" y="2394001"/>
                  </a:lnTo>
                  <a:lnTo>
                    <a:pt x="773911" y="2285092"/>
                  </a:lnTo>
                  <a:lnTo>
                    <a:pt x="777080" y="2296518"/>
                  </a:lnTo>
                  <a:lnTo>
                    <a:pt x="780249" y="2338918"/>
                  </a:lnTo>
                  <a:lnTo>
                    <a:pt x="783418" y="2371017"/>
                  </a:lnTo>
                  <a:lnTo>
                    <a:pt x="786587" y="2411811"/>
                  </a:lnTo>
                  <a:lnTo>
                    <a:pt x="789756" y="2462770"/>
                  </a:lnTo>
                  <a:lnTo>
                    <a:pt x="792926" y="2493868"/>
                  </a:lnTo>
                  <a:lnTo>
                    <a:pt x="796095" y="2352531"/>
                  </a:lnTo>
                  <a:lnTo>
                    <a:pt x="799264" y="2135339"/>
                  </a:lnTo>
                  <a:lnTo>
                    <a:pt x="802433" y="2002763"/>
                  </a:lnTo>
                  <a:lnTo>
                    <a:pt x="805602" y="1977514"/>
                  </a:lnTo>
                  <a:lnTo>
                    <a:pt x="808771" y="1928980"/>
                  </a:lnTo>
                  <a:lnTo>
                    <a:pt x="811940" y="1905795"/>
                  </a:lnTo>
                  <a:lnTo>
                    <a:pt x="815110" y="2038762"/>
                  </a:lnTo>
                  <a:lnTo>
                    <a:pt x="818279" y="2174942"/>
                  </a:lnTo>
                  <a:lnTo>
                    <a:pt x="821448" y="2210830"/>
                  </a:lnTo>
                  <a:lnTo>
                    <a:pt x="824617" y="2146524"/>
                  </a:lnTo>
                  <a:lnTo>
                    <a:pt x="827786" y="2173016"/>
                  </a:lnTo>
                  <a:lnTo>
                    <a:pt x="830955" y="2183030"/>
                  </a:lnTo>
                  <a:lnTo>
                    <a:pt x="834125" y="2179245"/>
                  </a:lnTo>
                  <a:lnTo>
                    <a:pt x="837294" y="2209092"/>
                  </a:lnTo>
                  <a:lnTo>
                    <a:pt x="840463" y="2261564"/>
                  </a:lnTo>
                  <a:lnTo>
                    <a:pt x="843632" y="2378171"/>
                  </a:lnTo>
                  <a:lnTo>
                    <a:pt x="846801" y="2411570"/>
                  </a:lnTo>
                  <a:lnTo>
                    <a:pt x="849970" y="2401483"/>
                  </a:lnTo>
                  <a:lnTo>
                    <a:pt x="853140" y="2336644"/>
                  </a:lnTo>
                  <a:lnTo>
                    <a:pt x="856309" y="2323798"/>
                  </a:lnTo>
                  <a:lnTo>
                    <a:pt x="859478" y="2267813"/>
                  </a:lnTo>
                  <a:lnTo>
                    <a:pt x="862647" y="2179099"/>
                  </a:lnTo>
                  <a:lnTo>
                    <a:pt x="865816" y="2147789"/>
                  </a:lnTo>
                  <a:lnTo>
                    <a:pt x="868985" y="2144595"/>
                  </a:lnTo>
                  <a:lnTo>
                    <a:pt x="872155" y="2169029"/>
                  </a:lnTo>
                  <a:lnTo>
                    <a:pt x="875324" y="2141812"/>
                  </a:lnTo>
                  <a:lnTo>
                    <a:pt x="878493" y="2121517"/>
                  </a:lnTo>
                  <a:lnTo>
                    <a:pt x="881662" y="2105143"/>
                  </a:lnTo>
                  <a:lnTo>
                    <a:pt x="884831" y="2095084"/>
                  </a:lnTo>
                  <a:lnTo>
                    <a:pt x="888000" y="2077629"/>
                  </a:lnTo>
                  <a:lnTo>
                    <a:pt x="891169" y="2092482"/>
                  </a:lnTo>
                  <a:lnTo>
                    <a:pt x="894339" y="2162952"/>
                  </a:lnTo>
                  <a:lnTo>
                    <a:pt x="897508" y="2187779"/>
                  </a:lnTo>
                  <a:lnTo>
                    <a:pt x="900677" y="2196267"/>
                  </a:lnTo>
                  <a:lnTo>
                    <a:pt x="903846" y="2143658"/>
                  </a:lnTo>
                  <a:lnTo>
                    <a:pt x="907015" y="2094322"/>
                  </a:lnTo>
                  <a:lnTo>
                    <a:pt x="910184" y="2020437"/>
                  </a:lnTo>
                  <a:lnTo>
                    <a:pt x="913354" y="1912125"/>
                  </a:lnTo>
                  <a:lnTo>
                    <a:pt x="916523" y="1925147"/>
                  </a:lnTo>
                  <a:lnTo>
                    <a:pt x="919692" y="1936974"/>
                  </a:lnTo>
                  <a:lnTo>
                    <a:pt x="922861" y="2011904"/>
                  </a:lnTo>
                  <a:lnTo>
                    <a:pt x="926030" y="2073821"/>
                  </a:lnTo>
                  <a:lnTo>
                    <a:pt x="929199" y="2127819"/>
                  </a:lnTo>
                  <a:lnTo>
                    <a:pt x="932369" y="2244948"/>
                  </a:lnTo>
                  <a:lnTo>
                    <a:pt x="935538" y="2309299"/>
                  </a:lnTo>
                  <a:lnTo>
                    <a:pt x="938707" y="2312567"/>
                  </a:lnTo>
                  <a:lnTo>
                    <a:pt x="941876" y="2264446"/>
                  </a:lnTo>
                  <a:lnTo>
                    <a:pt x="945045" y="2248915"/>
                  </a:lnTo>
                  <a:lnTo>
                    <a:pt x="948214" y="2219362"/>
                  </a:lnTo>
                  <a:lnTo>
                    <a:pt x="951384" y="2160425"/>
                  </a:lnTo>
                  <a:lnTo>
                    <a:pt x="954553" y="2134589"/>
                  </a:lnTo>
                  <a:lnTo>
                    <a:pt x="957722" y="2179081"/>
                  </a:lnTo>
                  <a:lnTo>
                    <a:pt x="960891" y="2223856"/>
                  </a:lnTo>
                  <a:lnTo>
                    <a:pt x="964060" y="2275093"/>
                  </a:lnTo>
                  <a:lnTo>
                    <a:pt x="967229" y="2374446"/>
                  </a:lnTo>
                  <a:lnTo>
                    <a:pt x="970398" y="2445327"/>
                  </a:lnTo>
                  <a:lnTo>
                    <a:pt x="973568" y="2494836"/>
                  </a:lnTo>
                  <a:lnTo>
                    <a:pt x="976737" y="2485540"/>
                  </a:lnTo>
                  <a:lnTo>
                    <a:pt x="979906" y="2469690"/>
                  </a:lnTo>
                  <a:lnTo>
                    <a:pt x="983075" y="2488788"/>
                  </a:lnTo>
                  <a:lnTo>
                    <a:pt x="986244" y="2451113"/>
                  </a:lnTo>
                  <a:lnTo>
                    <a:pt x="989413" y="2412898"/>
                  </a:lnTo>
                  <a:lnTo>
                    <a:pt x="992583" y="2407295"/>
                  </a:lnTo>
                  <a:lnTo>
                    <a:pt x="995752" y="2359986"/>
                  </a:lnTo>
                  <a:lnTo>
                    <a:pt x="998921" y="2312150"/>
                  </a:lnTo>
                  <a:lnTo>
                    <a:pt x="1002090" y="2265366"/>
                  </a:lnTo>
                  <a:lnTo>
                    <a:pt x="1005259" y="2249506"/>
                  </a:lnTo>
                  <a:lnTo>
                    <a:pt x="1008428" y="2287720"/>
                  </a:lnTo>
                  <a:lnTo>
                    <a:pt x="1011598" y="2282299"/>
                  </a:lnTo>
                  <a:lnTo>
                    <a:pt x="1014767" y="2315769"/>
                  </a:lnTo>
                  <a:lnTo>
                    <a:pt x="1017936" y="2381691"/>
                  </a:lnTo>
                  <a:lnTo>
                    <a:pt x="1021105" y="2435835"/>
                  </a:lnTo>
                  <a:lnTo>
                    <a:pt x="1024274" y="2485023"/>
                  </a:lnTo>
                  <a:lnTo>
                    <a:pt x="1027443" y="2455188"/>
                  </a:lnTo>
                  <a:lnTo>
                    <a:pt x="1030612" y="2431404"/>
                  </a:lnTo>
                  <a:lnTo>
                    <a:pt x="1033782" y="2467360"/>
                  </a:lnTo>
                  <a:lnTo>
                    <a:pt x="1036951" y="2450470"/>
                  </a:lnTo>
                  <a:lnTo>
                    <a:pt x="1040120" y="2380765"/>
                  </a:lnTo>
                  <a:lnTo>
                    <a:pt x="1043289" y="2308200"/>
                  </a:lnTo>
                  <a:lnTo>
                    <a:pt x="1046458" y="2310962"/>
                  </a:lnTo>
                  <a:lnTo>
                    <a:pt x="1049627" y="2345772"/>
                  </a:lnTo>
                  <a:lnTo>
                    <a:pt x="1052797" y="2318474"/>
                  </a:lnTo>
                  <a:lnTo>
                    <a:pt x="1055966" y="2279514"/>
                  </a:lnTo>
                  <a:lnTo>
                    <a:pt x="1059135" y="2316270"/>
                  </a:lnTo>
                  <a:lnTo>
                    <a:pt x="1062304" y="2346545"/>
                  </a:lnTo>
                  <a:lnTo>
                    <a:pt x="1065473" y="2305830"/>
                  </a:lnTo>
                  <a:lnTo>
                    <a:pt x="1068642" y="2259685"/>
                  </a:lnTo>
                  <a:lnTo>
                    <a:pt x="1071812" y="2253770"/>
                  </a:lnTo>
                  <a:lnTo>
                    <a:pt x="1074981" y="2263895"/>
                  </a:lnTo>
                  <a:lnTo>
                    <a:pt x="1078150" y="2192359"/>
                  </a:lnTo>
                  <a:lnTo>
                    <a:pt x="1081319" y="2176876"/>
                  </a:lnTo>
                  <a:lnTo>
                    <a:pt x="1084488" y="2183082"/>
                  </a:lnTo>
                  <a:lnTo>
                    <a:pt x="1087657" y="2163289"/>
                  </a:lnTo>
                  <a:lnTo>
                    <a:pt x="1090827" y="2137348"/>
                  </a:lnTo>
                  <a:lnTo>
                    <a:pt x="1093996" y="2170184"/>
                  </a:lnTo>
                  <a:lnTo>
                    <a:pt x="1097165" y="2245567"/>
                  </a:lnTo>
                  <a:lnTo>
                    <a:pt x="1100334" y="2267391"/>
                  </a:lnTo>
                  <a:lnTo>
                    <a:pt x="1103503" y="2320838"/>
                  </a:lnTo>
                  <a:lnTo>
                    <a:pt x="1106672" y="2386776"/>
                  </a:lnTo>
                  <a:lnTo>
                    <a:pt x="1109841" y="2454878"/>
                  </a:lnTo>
                  <a:lnTo>
                    <a:pt x="1113011" y="2487307"/>
                  </a:lnTo>
                  <a:lnTo>
                    <a:pt x="1116180" y="2516408"/>
                  </a:lnTo>
                  <a:lnTo>
                    <a:pt x="1119349" y="2555532"/>
                  </a:lnTo>
                  <a:lnTo>
                    <a:pt x="1122518" y="2563663"/>
                  </a:lnTo>
                  <a:lnTo>
                    <a:pt x="1125687" y="2523800"/>
                  </a:lnTo>
                  <a:lnTo>
                    <a:pt x="1128856" y="2453550"/>
                  </a:lnTo>
                  <a:lnTo>
                    <a:pt x="1132026" y="2422478"/>
                  </a:lnTo>
                  <a:lnTo>
                    <a:pt x="1135195" y="2415498"/>
                  </a:lnTo>
                  <a:lnTo>
                    <a:pt x="1138364" y="2379781"/>
                  </a:lnTo>
                  <a:lnTo>
                    <a:pt x="1141533" y="2348247"/>
                  </a:lnTo>
                  <a:lnTo>
                    <a:pt x="1144702" y="2385987"/>
                  </a:lnTo>
                  <a:lnTo>
                    <a:pt x="1147871" y="2456237"/>
                  </a:lnTo>
                  <a:lnTo>
                    <a:pt x="1151041" y="2487308"/>
                  </a:lnTo>
                  <a:lnTo>
                    <a:pt x="1154210" y="2494289"/>
                  </a:lnTo>
                  <a:lnTo>
                    <a:pt x="1157379" y="2530006"/>
                  </a:lnTo>
                  <a:lnTo>
                    <a:pt x="1160548" y="2561538"/>
                  </a:lnTo>
                  <a:lnTo>
                    <a:pt x="1163717" y="2562045"/>
                  </a:lnTo>
                  <a:lnTo>
                    <a:pt x="1166886" y="2531878"/>
                  </a:lnTo>
                  <a:lnTo>
                    <a:pt x="1170056" y="2495695"/>
                  </a:lnTo>
                  <a:lnTo>
                    <a:pt x="1173225" y="2487152"/>
                  </a:lnTo>
                  <a:lnTo>
                    <a:pt x="1176394" y="2487153"/>
                  </a:lnTo>
                  <a:lnTo>
                    <a:pt x="1179563" y="2487153"/>
                  </a:lnTo>
                  <a:lnTo>
                    <a:pt x="1182732" y="2488772"/>
                  </a:lnTo>
                  <a:lnTo>
                    <a:pt x="1185901" y="2518938"/>
                  </a:lnTo>
                  <a:lnTo>
                    <a:pt x="1189070" y="2555119"/>
                  </a:lnTo>
                  <a:lnTo>
                    <a:pt x="1192240" y="2563663"/>
                  </a:lnTo>
                  <a:lnTo>
                    <a:pt x="1195409" y="2563663"/>
                  </a:lnTo>
                  <a:lnTo>
                    <a:pt x="1198578" y="2561168"/>
                  </a:lnTo>
                  <a:lnTo>
                    <a:pt x="1201747" y="2519395"/>
                  </a:lnTo>
                  <a:lnTo>
                    <a:pt x="1204916" y="2395354"/>
                  </a:lnTo>
                  <a:lnTo>
                    <a:pt x="1208085" y="2209293"/>
                  </a:lnTo>
                  <a:lnTo>
                    <a:pt x="1211255" y="2118805"/>
                  </a:lnTo>
                  <a:lnTo>
                    <a:pt x="1214424" y="2096018"/>
                  </a:lnTo>
                  <a:lnTo>
                    <a:pt x="1217593" y="2049674"/>
                  </a:lnTo>
                  <a:lnTo>
                    <a:pt x="1220762" y="2081128"/>
                  </a:lnTo>
                  <a:lnTo>
                    <a:pt x="1223931" y="2205169"/>
                  </a:lnTo>
                  <a:lnTo>
                    <a:pt x="1227100" y="2391229"/>
                  </a:lnTo>
                  <a:lnTo>
                    <a:pt x="1230270" y="2481718"/>
                  </a:lnTo>
                  <a:lnTo>
                    <a:pt x="1233439" y="2504505"/>
                  </a:lnTo>
                  <a:lnTo>
                    <a:pt x="1236608" y="2553345"/>
                  </a:lnTo>
                  <a:lnTo>
                    <a:pt x="1239777" y="2563663"/>
                  </a:lnTo>
                  <a:lnTo>
                    <a:pt x="1242946" y="2535783"/>
                  </a:lnTo>
                  <a:lnTo>
                    <a:pt x="1246115" y="2434682"/>
                  </a:lnTo>
                  <a:lnTo>
                    <a:pt x="1249284" y="2345083"/>
                  </a:lnTo>
                  <a:lnTo>
                    <a:pt x="1252454" y="2259654"/>
                  </a:lnTo>
                  <a:lnTo>
                    <a:pt x="1255623" y="2181079"/>
                  </a:lnTo>
                  <a:lnTo>
                    <a:pt x="1258792" y="2095810"/>
                  </a:lnTo>
                  <a:lnTo>
                    <a:pt x="1261961" y="2007261"/>
                  </a:lnTo>
                  <a:lnTo>
                    <a:pt x="1265130" y="1970463"/>
                  </a:lnTo>
                  <a:lnTo>
                    <a:pt x="1268299" y="1890364"/>
                  </a:lnTo>
                  <a:lnTo>
                    <a:pt x="1271469" y="1815446"/>
                  </a:lnTo>
                  <a:lnTo>
                    <a:pt x="1274638" y="1775005"/>
                  </a:lnTo>
                  <a:lnTo>
                    <a:pt x="1277807" y="1685070"/>
                  </a:lnTo>
                  <a:lnTo>
                    <a:pt x="1280976" y="1648744"/>
                  </a:lnTo>
                  <a:lnTo>
                    <a:pt x="1284145" y="1721300"/>
                  </a:lnTo>
                  <a:lnTo>
                    <a:pt x="1287314" y="1883895"/>
                  </a:lnTo>
                  <a:lnTo>
                    <a:pt x="1290484" y="1990556"/>
                  </a:lnTo>
                  <a:lnTo>
                    <a:pt x="1293653" y="2013949"/>
                  </a:lnTo>
                  <a:lnTo>
                    <a:pt x="1296822" y="2126431"/>
                  </a:lnTo>
                  <a:lnTo>
                    <a:pt x="1299991" y="2184836"/>
                  </a:lnTo>
                  <a:lnTo>
                    <a:pt x="1303160" y="2164730"/>
                  </a:lnTo>
                  <a:lnTo>
                    <a:pt x="1306329" y="2114783"/>
                  </a:lnTo>
                  <a:lnTo>
                    <a:pt x="1309499" y="2070739"/>
                  </a:lnTo>
                  <a:lnTo>
                    <a:pt x="1312668" y="2050588"/>
                  </a:lnTo>
                  <a:lnTo>
                    <a:pt x="1315837" y="2006961"/>
                  </a:lnTo>
                  <a:lnTo>
                    <a:pt x="1319006" y="1916527"/>
                  </a:lnTo>
                  <a:lnTo>
                    <a:pt x="1322175" y="1721882"/>
                  </a:lnTo>
                  <a:lnTo>
                    <a:pt x="1325344" y="1514872"/>
                  </a:lnTo>
                  <a:lnTo>
                    <a:pt x="1328513" y="1385114"/>
                  </a:lnTo>
                  <a:lnTo>
                    <a:pt x="1331683" y="1240941"/>
                  </a:lnTo>
                  <a:lnTo>
                    <a:pt x="1334852" y="1170827"/>
                  </a:lnTo>
                  <a:lnTo>
                    <a:pt x="1338021" y="1306250"/>
                  </a:lnTo>
                  <a:lnTo>
                    <a:pt x="1341190" y="1460483"/>
                  </a:lnTo>
                  <a:lnTo>
                    <a:pt x="1344359" y="1497551"/>
                  </a:lnTo>
                  <a:lnTo>
                    <a:pt x="1347528" y="1524828"/>
                  </a:lnTo>
                  <a:lnTo>
                    <a:pt x="1350698" y="1673530"/>
                  </a:lnTo>
                  <a:lnTo>
                    <a:pt x="1353867" y="1622690"/>
                  </a:lnTo>
                  <a:lnTo>
                    <a:pt x="1357036" y="1434759"/>
                  </a:lnTo>
                  <a:lnTo>
                    <a:pt x="1360205" y="1368415"/>
                  </a:lnTo>
                  <a:lnTo>
                    <a:pt x="1363374" y="1342298"/>
                  </a:lnTo>
                  <a:lnTo>
                    <a:pt x="1366543" y="1327307"/>
                  </a:lnTo>
                  <a:lnTo>
                    <a:pt x="1369713" y="1148117"/>
                  </a:lnTo>
                  <a:lnTo>
                    <a:pt x="1372882" y="1048891"/>
                  </a:lnTo>
                  <a:lnTo>
                    <a:pt x="1376051" y="943338"/>
                  </a:lnTo>
                  <a:lnTo>
                    <a:pt x="1379220" y="847264"/>
                  </a:lnTo>
                  <a:lnTo>
                    <a:pt x="1382389" y="952642"/>
                  </a:lnTo>
                  <a:lnTo>
                    <a:pt x="1385558" y="1038651"/>
                  </a:lnTo>
                  <a:lnTo>
                    <a:pt x="1388727" y="1180830"/>
                  </a:lnTo>
                  <a:lnTo>
                    <a:pt x="1391897" y="1402907"/>
                  </a:lnTo>
                  <a:lnTo>
                    <a:pt x="1395066" y="1702392"/>
                  </a:lnTo>
                  <a:lnTo>
                    <a:pt x="1398235" y="1927005"/>
                  </a:lnTo>
                  <a:lnTo>
                    <a:pt x="1401404" y="1920587"/>
                  </a:lnTo>
                  <a:lnTo>
                    <a:pt x="1404573" y="1854321"/>
                  </a:lnTo>
                  <a:lnTo>
                    <a:pt x="1407742" y="1775031"/>
                  </a:lnTo>
                  <a:lnTo>
                    <a:pt x="1410912" y="1624212"/>
                  </a:lnTo>
                  <a:lnTo>
                    <a:pt x="1414081" y="1410565"/>
                  </a:lnTo>
                  <a:lnTo>
                    <a:pt x="1417250" y="1218888"/>
                  </a:lnTo>
                  <a:lnTo>
                    <a:pt x="1420419" y="1081248"/>
                  </a:lnTo>
                  <a:lnTo>
                    <a:pt x="1423588" y="948454"/>
                  </a:lnTo>
                  <a:lnTo>
                    <a:pt x="1426757" y="854734"/>
                  </a:lnTo>
                  <a:lnTo>
                    <a:pt x="1429927" y="862855"/>
                  </a:lnTo>
                  <a:lnTo>
                    <a:pt x="1433096" y="911033"/>
                  </a:lnTo>
                  <a:lnTo>
                    <a:pt x="1436265" y="987707"/>
                  </a:lnTo>
                  <a:lnTo>
                    <a:pt x="1439434" y="1125416"/>
                  </a:lnTo>
                  <a:lnTo>
                    <a:pt x="1442603" y="1228395"/>
                  </a:lnTo>
                  <a:lnTo>
                    <a:pt x="1445772" y="1309395"/>
                  </a:lnTo>
                  <a:lnTo>
                    <a:pt x="1448942" y="1315095"/>
                  </a:lnTo>
                  <a:lnTo>
                    <a:pt x="1452111" y="1220938"/>
                  </a:lnTo>
                  <a:lnTo>
                    <a:pt x="1455280" y="1158258"/>
                  </a:lnTo>
                  <a:lnTo>
                    <a:pt x="1458449" y="1102399"/>
                  </a:lnTo>
                  <a:lnTo>
                    <a:pt x="1461618" y="1230041"/>
                  </a:lnTo>
                  <a:lnTo>
                    <a:pt x="1464787" y="1446518"/>
                  </a:lnTo>
                  <a:lnTo>
                    <a:pt x="1467956" y="1578405"/>
                  </a:lnTo>
                  <a:lnTo>
                    <a:pt x="1471126" y="1724139"/>
                  </a:lnTo>
                  <a:lnTo>
                    <a:pt x="1474295" y="1797761"/>
                  </a:lnTo>
                  <a:lnTo>
                    <a:pt x="1477464" y="1925999"/>
                  </a:lnTo>
                  <a:lnTo>
                    <a:pt x="1480633" y="1998223"/>
                  </a:lnTo>
                  <a:lnTo>
                    <a:pt x="1483802" y="1981185"/>
                  </a:lnTo>
                  <a:lnTo>
                    <a:pt x="1486971" y="2035260"/>
                  </a:lnTo>
                  <a:lnTo>
                    <a:pt x="1490141" y="2081318"/>
                  </a:lnTo>
                  <a:lnTo>
                    <a:pt x="1493310" y="2167964"/>
                  </a:lnTo>
                  <a:lnTo>
                    <a:pt x="1496479" y="2228273"/>
                  </a:lnTo>
                  <a:lnTo>
                    <a:pt x="1499648" y="2115807"/>
                  </a:lnTo>
                  <a:lnTo>
                    <a:pt x="1502817" y="1948209"/>
                  </a:lnTo>
                  <a:lnTo>
                    <a:pt x="1505986" y="1930766"/>
                  </a:lnTo>
                  <a:lnTo>
                    <a:pt x="1509156" y="1984925"/>
                  </a:lnTo>
                  <a:lnTo>
                    <a:pt x="1512325" y="2004235"/>
                  </a:lnTo>
                  <a:lnTo>
                    <a:pt x="1515494" y="1865852"/>
                  </a:lnTo>
                  <a:lnTo>
                    <a:pt x="1518663" y="1817644"/>
                  </a:lnTo>
                  <a:lnTo>
                    <a:pt x="1521832" y="1872085"/>
                  </a:lnTo>
                  <a:lnTo>
                    <a:pt x="1525001" y="1760376"/>
                  </a:lnTo>
                  <a:lnTo>
                    <a:pt x="1528171" y="1684588"/>
                  </a:lnTo>
                  <a:lnTo>
                    <a:pt x="1531340" y="1726828"/>
                  </a:lnTo>
                  <a:lnTo>
                    <a:pt x="1534509" y="1886601"/>
                  </a:lnTo>
                  <a:lnTo>
                    <a:pt x="1537678" y="2052909"/>
                  </a:lnTo>
                  <a:lnTo>
                    <a:pt x="1540847" y="2116220"/>
                  </a:lnTo>
                  <a:lnTo>
                    <a:pt x="1544016" y="2192447"/>
                  </a:lnTo>
                  <a:lnTo>
                    <a:pt x="1547185" y="2275619"/>
                  </a:lnTo>
                  <a:lnTo>
                    <a:pt x="1550355" y="2217969"/>
                  </a:lnTo>
                  <a:lnTo>
                    <a:pt x="1553524" y="2139450"/>
                  </a:lnTo>
                  <a:lnTo>
                    <a:pt x="1556693" y="2002001"/>
                  </a:lnTo>
                  <a:lnTo>
                    <a:pt x="1559862" y="1996500"/>
                  </a:lnTo>
                  <a:lnTo>
                    <a:pt x="1563031" y="2090238"/>
                  </a:lnTo>
                  <a:lnTo>
                    <a:pt x="1566200" y="2083414"/>
                  </a:lnTo>
                  <a:lnTo>
                    <a:pt x="1569370" y="2035806"/>
                  </a:lnTo>
                  <a:lnTo>
                    <a:pt x="1572539" y="2012285"/>
                  </a:lnTo>
                  <a:lnTo>
                    <a:pt x="1575708" y="2025420"/>
                  </a:lnTo>
                  <a:lnTo>
                    <a:pt x="1578877" y="1970335"/>
                  </a:lnTo>
                  <a:lnTo>
                    <a:pt x="1582046" y="1964820"/>
                  </a:lnTo>
                  <a:lnTo>
                    <a:pt x="1585215" y="2046147"/>
                  </a:lnTo>
                  <a:lnTo>
                    <a:pt x="1588385" y="2160602"/>
                  </a:lnTo>
                  <a:lnTo>
                    <a:pt x="1591554" y="2213804"/>
                  </a:lnTo>
                  <a:lnTo>
                    <a:pt x="1594723" y="2342428"/>
                  </a:lnTo>
                  <a:lnTo>
                    <a:pt x="1597892" y="2493690"/>
                  </a:lnTo>
                  <a:lnTo>
                    <a:pt x="1601061" y="2513879"/>
                  </a:lnTo>
                  <a:lnTo>
                    <a:pt x="1604230" y="2487151"/>
                  </a:lnTo>
                  <a:lnTo>
                    <a:pt x="1607399" y="2457002"/>
                  </a:lnTo>
                  <a:lnTo>
                    <a:pt x="1610569" y="2443377"/>
                  </a:lnTo>
                  <a:lnTo>
                    <a:pt x="1613738" y="2316175"/>
                  </a:lnTo>
                  <a:lnTo>
                    <a:pt x="1616907" y="2147780"/>
                  </a:lnTo>
                  <a:lnTo>
                    <a:pt x="1620076" y="2003699"/>
                  </a:lnTo>
                  <a:lnTo>
                    <a:pt x="1623245" y="1956362"/>
                  </a:lnTo>
                  <a:lnTo>
                    <a:pt x="1626414" y="1996847"/>
                  </a:lnTo>
                  <a:lnTo>
                    <a:pt x="1629584" y="2059311"/>
                  </a:lnTo>
                  <a:lnTo>
                    <a:pt x="1632753" y="2145171"/>
                  </a:lnTo>
                  <a:lnTo>
                    <a:pt x="1635922" y="2239767"/>
                  </a:lnTo>
                  <a:lnTo>
                    <a:pt x="1639091" y="2370791"/>
                  </a:lnTo>
                  <a:lnTo>
                    <a:pt x="1642260" y="2334859"/>
                  </a:lnTo>
                  <a:lnTo>
                    <a:pt x="1645429" y="2173248"/>
                  </a:lnTo>
                  <a:lnTo>
                    <a:pt x="1648599" y="2050595"/>
                  </a:lnTo>
                  <a:lnTo>
                    <a:pt x="1651768" y="2000386"/>
                  </a:lnTo>
                  <a:lnTo>
                    <a:pt x="1654937" y="1944498"/>
                  </a:lnTo>
                  <a:lnTo>
                    <a:pt x="1658106" y="1872494"/>
                  </a:lnTo>
                  <a:lnTo>
                    <a:pt x="1661275" y="1886704"/>
                  </a:lnTo>
                  <a:lnTo>
                    <a:pt x="1664444" y="1942486"/>
                  </a:lnTo>
                  <a:lnTo>
                    <a:pt x="1667614" y="2008196"/>
                  </a:lnTo>
                  <a:lnTo>
                    <a:pt x="1670783" y="2035961"/>
                  </a:lnTo>
                  <a:lnTo>
                    <a:pt x="1673952" y="1990999"/>
                  </a:lnTo>
                  <a:lnTo>
                    <a:pt x="1677121" y="1895343"/>
                  </a:lnTo>
                  <a:lnTo>
                    <a:pt x="1680290" y="1843386"/>
                  </a:lnTo>
                  <a:lnTo>
                    <a:pt x="1683459" y="1924619"/>
                  </a:lnTo>
                  <a:lnTo>
                    <a:pt x="1686628" y="1981561"/>
                  </a:lnTo>
                  <a:lnTo>
                    <a:pt x="1689798" y="2059983"/>
                  </a:lnTo>
                  <a:lnTo>
                    <a:pt x="1692967" y="2206406"/>
                  </a:lnTo>
                  <a:lnTo>
                    <a:pt x="1696136" y="2322140"/>
                  </a:lnTo>
                  <a:lnTo>
                    <a:pt x="1699305" y="2272658"/>
                  </a:lnTo>
                  <a:lnTo>
                    <a:pt x="1702474" y="2116155"/>
                  </a:lnTo>
                  <a:lnTo>
                    <a:pt x="1705643" y="1996776"/>
                  </a:lnTo>
                  <a:lnTo>
                    <a:pt x="1708813" y="1939876"/>
                  </a:lnTo>
                  <a:lnTo>
                    <a:pt x="1711982" y="1803297"/>
                  </a:lnTo>
                  <a:lnTo>
                    <a:pt x="1715151" y="1667324"/>
                  </a:lnTo>
                  <a:lnTo>
                    <a:pt x="1718320" y="1674238"/>
                  </a:lnTo>
                  <a:lnTo>
                    <a:pt x="1721489" y="1768262"/>
                  </a:lnTo>
                  <a:lnTo>
                    <a:pt x="1724658" y="1837619"/>
                  </a:lnTo>
                  <a:lnTo>
                    <a:pt x="1727828" y="1823629"/>
                  </a:lnTo>
                  <a:lnTo>
                    <a:pt x="1730997" y="1922131"/>
                  </a:lnTo>
                  <a:lnTo>
                    <a:pt x="1734166" y="1949436"/>
                  </a:lnTo>
                  <a:lnTo>
                    <a:pt x="1737335" y="1910770"/>
                  </a:lnTo>
                  <a:lnTo>
                    <a:pt x="1740504" y="1814332"/>
                  </a:lnTo>
                  <a:lnTo>
                    <a:pt x="1743673" y="1694265"/>
                  </a:lnTo>
                  <a:lnTo>
                    <a:pt x="1746842" y="1634092"/>
                  </a:lnTo>
                  <a:lnTo>
                    <a:pt x="1750012" y="1639939"/>
                  </a:lnTo>
                  <a:lnTo>
                    <a:pt x="1753181" y="1810623"/>
                  </a:lnTo>
                  <a:lnTo>
                    <a:pt x="1756350" y="2014744"/>
                  </a:lnTo>
                  <a:lnTo>
                    <a:pt x="1759519" y="2175765"/>
                  </a:lnTo>
                  <a:lnTo>
                    <a:pt x="1762688" y="2281763"/>
                  </a:lnTo>
                  <a:lnTo>
                    <a:pt x="1765857" y="2329484"/>
                  </a:lnTo>
                  <a:lnTo>
                    <a:pt x="1769027" y="2261547"/>
                  </a:lnTo>
                  <a:lnTo>
                    <a:pt x="1772196" y="2170727"/>
                  </a:lnTo>
                  <a:lnTo>
                    <a:pt x="1775365" y="2155847"/>
                  </a:lnTo>
                  <a:lnTo>
                    <a:pt x="1778534" y="2143875"/>
                  </a:lnTo>
                  <a:lnTo>
                    <a:pt x="1781703" y="2106776"/>
                  </a:lnTo>
                  <a:lnTo>
                    <a:pt x="1784872" y="2020564"/>
                  </a:lnTo>
                  <a:lnTo>
                    <a:pt x="1788042" y="2038271"/>
                  </a:lnTo>
                  <a:lnTo>
                    <a:pt x="1791211" y="2099301"/>
                  </a:lnTo>
                  <a:lnTo>
                    <a:pt x="1794380" y="2066182"/>
                  </a:lnTo>
                  <a:lnTo>
                    <a:pt x="1797549" y="2006131"/>
                  </a:lnTo>
                  <a:lnTo>
                    <a:pt x="1800718" y="2048939"/>
                  </a:lnTo>
                  <a:lnTo>
                    <a:pt x="1803887" y="2219319"/>
                  </a:lnTo>
                  <a:lnTo>
                    <a:pt x="1807057" y="2330005"/>
                  </a:lnTo>
                  <a:lnTo>
                    <a:pt x="1810226" y="2362762"/>
                  </a:lnTo>
                  <a:lnTo>
                    <a:pt x="1813395" y="2383581"/>
                  </a:lnTo>
                  <a:lnTo>
                    <a:pt x="1816564" y="2376820"/>
                  </a:lnTo>
                  <a:lnTo>
                    <a:pt x="1819733" y="2317318"/>
                  </a:lnTo>
                  <a:lnTo>
                    <a:pt x="1822902" y="2257726"/>
                  </a:lnTo>
                  <a:lnTo>
                    <a:pt x="1826071" y="2090000"/>
                  </a:lnTo>
                  <a:lnTo>
                    <a:pt x="1829241" y="1871950"/>
                  </a:lnTo>
                  <a:lnTo>
                    <a:pt x="1832410" y="1704461"/>
                  </a:lnTo>
                  <a:lnTo>
                    <a:pt x="1835579" y="1627822"/>
                  </a:lnTo>
                  <a:lnTo>
                    <a:pt x="1838748" y="1607869"/>
                  </a:lnTo>
                  <a:lnTo>
                    <a:pt x="1841917" y="1502735"/>
                  </a:lnTo>
                  <a:lnTo>
                    <a:pt x="1845086" y="1523884"/>
                  </a:lnTo>
                  <a:lnTo>
                    <a:pt x="1848256" y="1662725"/>
                  </a:lnTo>
                  <a:lnTo>
                    <a:pt x="1851425" y="1642649"/>
                  </a:lnTo>
                  <a:lnTo>
                    <a:pt x="1854594" y="1552291"/>
                  </a:lnTo>
                  <a:lnTo>
                    <a:pt x="1857763" y="1434073"/>
                  </a:lnTo>
                  <a:lnTo>
                    <a:pt x="1860932" y="1392233"/>
                  </a:lnTo>
                  <a:lnTo>
                    <a:pt x="1864101" y="1304323"/>
                  </a:lnTo>
                  <a:lnTo>
                    <a:pt x="1867271" y="1103222"/>
                  </a:lnTo>
                  <a:lnTo>
                    <a:pt x="1870440" y="975551"/>
                  </a:lnTo>
                  <a:lnTo>
                    <a:pt x="1873609" y="796433"/>
                  </a:lnTo>
                  <a:lnTo>
                    <a:pt x="1876778" y="616475"/>
                  </a:lnTo>
                  <a:lnTo>
                    <a:pt x="1879947" y="381120"/>
                  </a:lnTo>
                  <a:lnTo>
                    <a:pt x="1883116" y="167239"/>
                  </a:lnTo>
                  <a:lnTo>
                    <a:pt x="1886286" y="33102"/>
                  </a:lnTo>
                  <a:lnTo>
                    <a:pt x="1889455" y="0"/>
                  </a:lnTo>
                  <a:lnTo>
                    <a:pt x="1892624" y="115989"/>
                  </a:lnTo>
                  <a:lnTo>
                    <a:pt x="1895793" y="288798"/>
                  </a:lnTo>
                  <a:lnTo>
                    <a:pt x="1898962" y="478705"/>
                  </a:lnTo>
                  <a:lnTo>
                    <a:pt x="1902131" y="650600"/>
                  </a:lnTo>
                  <a:lnTo>
                    <a:pt x="1905300" y="791130"/>
                  </a:lnTo>
                  <a:lnTo>
                    <a:pt x="1908470" y="950517"/>
                  </a:lnTo>
                  <a:lnTo>
                    <a:pt x="1911639" y="1058635"/>
                  </a:lnTo>
                  <a:lnTo>
                    <a:pt x="1914808" y="1065707"/>
                  </a:lnTo>
                  <a:lnTo>
                    <a:pt x="1917977" y="1063558"/>
                  </a:lnTo>
                  <a:lnTo>
                    <a:pt x="1921146" y="1169493"/>
                  </a:lnTo>
                  <a:lnTo>
                    <a:pt x="1924315" y="1304883"/>
                  </a:lnTo>
                  <a:lnTo>
                    <a:pt x="1927485" y="1428645"/>
                  </a:lnTo>
                  <a:lnTo>
                    <a:pt x="1930654" y="1582192"/>
                  </a:lnTo>
                  <a:lnTo>
                    <a:pt x="1933823" y="1745710"/>
                  </a:lnTo>
                  <a:lnTo>
                    <a:pt x="1936992" y="1855043"/>
                  </a:lnTo>
                  <a:lnTo>
                    <a:pt x="1940161" y="1866924"/>
                  </a:lnTo>
                  <a:lnTo>
                    <a:pt x="1943330" y="1832772"/>
                  </a:lnTo>
                  <a:lnTo>
                    <a:pt x="1946500" y="1768642"/>
                  </a:lnTo>
                  <a:lnTo>
                    <a:pt x="1949669" y="1679506"/>
                  </a:lnTo>
                  <a:lnTo>
                    <a:pt x="1952838" y="1608608"/>
                  </a:lnTo>
                  <a:lnTo>
                    <a:pt x="1956007" y="1687082"/>
                  </a:lnTo>
                  <a:lnTo>
                    <a:pt x="1959176" y="1808235"/>
                  </a:lnTo>
                  <a:lnTo>
                    <a:pt x="1962345" y="1948793"/>
                  </a:lnTo>
                  <a:lnTo>
                    <a:pt x="1965514" y="2071959"/>
                  </a:lnTo>
                  <a:lnTo>
                    <a:pt x="1968684" y="2193650"/>
                  </a:lnTo>
                  <a:lnTo>
                    <a:pt x="1971853" y="2352014"/>
                  </a:lnTo>
                  <a:lnTo>
                    <a:pt x="1975022" y="2356154"/>
                  </a:lnTo>
                  <a:lnTo>
                    <a:pt x="1978191" y="2319001"/>
                  </a:lnTo>
                  <a:lnTo>
                    <a:pt x="1981360" y="2304978"/>
                  </a:lnTo>
                  <a:lnTo>
                    <a:pt x="1984529" y="2250610"/>
                  </a:lnTo>
                  <a:lnTo>
                    <a:pt x="1987699" y="2117822"/>
                  </a:lnTo>
                  <a:lnTo>
                    <a:pt x="1990868" y="1843394"/>
                  </a:lnTo>
                  <a:lnTo>
                    <a:pt x="1994037" y="1621640"/>
                  </a:lnTo>
                  <a:lnTo>
                    <a:pt x="1997206" y="1501961"/>
                  </a:lnTo>
                  <a:lnTo>
                    <a:pt x="2000375" y="1507984"/>
                  </a:lnTo>
                  <a:lnTo>
                    <a:pt x="2003544" y="1542738"/>
                  </a:lnTo>
                  <a:lnTo>
                    <a:pt x="2006714" y="1633713"/>
                  </a:lnTo>
                  <a:lnTo>
                    <a:pt x="2009883" y="1726463"/>
                  </a:lnTo>
                  <a:lnTo>
                    <a:pt x="2013052" y="1782432"/>
                  </a:lnTo>
                  <a:lnTo>
                    <a:pt x="2016221" y="1804523"/>
                  </a:lnTo>
                  <a:lnTo>
                    <a:pt x="2019390" y="1784892"/>
                  </a:lnTo>
                  <a:lnTo>
                    <a:pt x="2022559" y="1755760"/>
                  </a:lnTo>
                  <a:lnTo>
                    <a:pt x="2025729" y="1716150"/>
                  </a:lnTo>
                  <a:lnTo>
                    <a:pt x="2028898" y="1726468"/>
                  </a:lnTo>
                  <a:lnTo>
                    <a:pt x="2032067" y="1800029"/>
                  </a:lnTo>
                  <a:lnTo>
                    <a:pt x="2035236" y="1908203"/>
                  </a:lnTo>
                  <a:lnTo>
                    <a:pt x="2038405" y="1967129"/>
                  </a:lnTo>
                  <a:lnTo>
                    <a:pt x="2041574" y="1865091"/>
                  </a:lnTo>
                  <a:lnTo>
                    <a:pt x="2044743" y="1828790"/>
                  </a:lnTo>
                  <a:lnTo>
                    <a:pt x="2047913" y="1960099"/>
                  </a:lnTo>
                  <a:lnTo>
                    <a:pt x="2051082" y="2001987"/>
                  </a:lnTo>
                  <a:lnTo>
                    <a:pt x="2054251" y="1934257"/>
                  </a:lnTo>
                  <a:lnTo>
                    <a:pt x="2057420" y="1866022"/>
                  </a:lnTo>
                  <a:lnTo>
                    <a:pt x="2060589" y="2045295"/>
                  </a:lnTo>
                  <a:lnTo>
                    <a:pt x="2063758" y="2202476"/>
                  </a:lnTo>
                  <a:lnTo>
                    <a:pt x="2066928" y="2246995"/>
                  </a:lnTo>
                  <a:lnTo>
                    <a:pt x="2070097" y="2313158"/>
                  </a:lnTo>
                  <a:lnTo>
                    <a:pt x="2073266" y="2404172"/>
                  </a:lnTo>
                  <a:lnTo>
                    <a:pt x="2076435" y="2402799"/>
                  </a:lnTo>
                  <a:lnTo>
                    <a:pt x="2079604" y="2334824"/>
                  </a:lnTo>
                  <a:lnTo>
                    <a:pt x="2082773" y="2317091"/>
                  </a:lnTo>
                  <a:lnTo>
                    <a:pt x="2085943" y="2289011"/>
                  </a:lnTo>
                  <a:lnTo>
                    <a:pt x="2089112" y="2246079"/>
                  </a:lnTo>
                  <a:lnTo>
                    <a:pt x="2092281" y="2165502"/>
                  </a:lnTo>
                  <a:lnTo>
                    <a:pt x="2095450" y="2104816"/>
                  </a:lnTo>
                  <a:lnTo>
                    <a:pt x="2098619" y="2082988"/>
                  </a:lnTo>
                  <a:lnTo>
                    <a:pt x="2101788" y="1979132"/>
                  </a:lnTo>
                  <a:lnTo>
                    <a:pt x="2104957" y="1795893"/>
                  </a:lnTo>
                  <a:lnTo>
                    <a:pt x="2108127" y="1689361"/>
                  </a:lnTo>
                  <a:lnTo>
                    <a:pt x="2111296" y="1614774"/>
                  </a:lnTo>
                  <a:lnTo>
                    <a:pt x="2114465" y="1489948"/>
                  </a:lnTo>
                  <a:lnTo>
                    <a:pt x="2117634" y="1372810"/>
                  </a:lnTo>
                  <a:lnTo>
                    <a:pt x="2120803" y="1403159"/>
                  </a:lnTo>
                  <a:lnTo>
                    <a:pt x="2123972" y="1488879"/>
                  </a:lnTo>
                  <a:lnTo>
                    <a:pt x="2127142" y="1514728"/>
                  </a:lnTo>
                  <a:lnTo>
                    <a:pt x="2130311" y="1608765"/>
                  </a:lnTo>
                  <a:lnTo>
                    <a:pt x="2133480" y="1858085"/>
                  </a:lnTo>
                  <a:lnTo>
                    <a:pt x="2136649" y="2066893"/>
                  </a:lnTo>
                  <a:lnTo>
                    <a:pt x="2139818" y="2081513"/>
                  </a:lnTo>
                  <a:lnTo>
                    <a:pt x="2142987" y="2075613"/>
                  </a:lnTo>
                  <a:lnTo>
                    <a:pt x="2146157" y="2065437"/>
                  </a:lnTo>
                  <a:lnTo>
                    <a:pt x="2149326" y="1963869"/>
                  </a:lnTo>
                  <a:lnTo>
                    <a:pt x="2152495" y="1837708"/>
                  </a:lnTo>
                  <a:lnTo>
                    <a:pt x="2155664" y="1646892"/>
                  </a:lnTo>
                  <a:lnTo>
                    <a:pt x="2158833" y="1504860"/>
                  </a:lnTo>
                  <a:lnTo>
                    <a:pt x="2162002" y="1422358"/>
                  </a:lnTo>
                  <a:lnTo>
                    <a:pt x="2165172" y="1411636"/>
                  </a:lnTo>
                  <a:lnTo>
                    <a:pt x="2168341" y="1419244"/>
                  </a:lnTo>
                  <a:lnTo>
                    <a:pt x="2171510" y="1333152"/>
                  </a:lnTo>
                  <a:lnTo>
                    <a:pt x="2174679" y="1366881"/>
                  </a:lnTo>
                  <a:lnTo>
                    <a:pt x="2177848" y="1420376"/>
                  </a:lnTo>
                  <a:lnTo>
                    <a:pt x="2181017" y="1566112"/>
                  </a:lnTo>
                  <a:lnTo>
                    <a:pt x="2184186" y="1739012"/>
                  </a:lnTo>
                  <a:lnTo>
                    <a:pt x="2187356" y="1886050"/>
                  </a:lnTo>
                  <a:lnTo>
                    <a:pt x="2190525" y="2075100"/>
                  </a:lnTo>
                  <a:lnTo>
                    <a:pt x="2193694" y="2164431"/>
                  </a:lnTo>
                  <a:lnTo>
                    <a:pt x="2196863" y="2232905"/>
                  </a:lnTo>
                  <a:lnTo>
                    <a:pt x="2200032" y="2215321"/>
                  </a:lnTo>
                  <a:lnTo>
                    <a:pt x="2203201" y="2063332"/>
                  </a:lnTo>
                  <a:lnTo>
                    <a:pt x="2206371" y="1898238"/>
                  </a:lnTo>
                  <a:lnTo>
                    <a:pt x="2209540" y="1668612"/>
                  </a:lnTo>
                  <a:lnTo>
                    <a:pt x="2212709" y="1542063"/>
                  </a:lnTo>
                  <a:lnTo>
                    <a:pt x="2215878" y="1563123"/>
                  </a:lnTo>
                  <a:lnTo>
                    <a:pt x="2219047" y="1629808"/>
                  </a:lnTo>
                  <a:lnTo>
                    <a:pt x="2222216" y="1781634"/>
                  </a:lnTo>
                  <a:lnTo>
                    <a:pt x="2225386" y="1870517"/>
                  </a:lnTo>
                  <a:lnTo>
                    <a:pt x="2228555" y="1894964"/>
                  </a:lnTo>
                  <a:lnTo>
                    <a:pt x="2231724" y="1850531"/>
                  </a:lnTo>
                  <a:lnTo>
                    <a:pt x="2234893" y="1850432"/>
                  </a:lnTo>
                  <a:lnTo>
                    <a:pt x="2238062" y="1869583"/>
                  </a:lnTo>
                  <a:lnTo>
                    <a:pt x="2241231" y="1847393"/>
                  </a:lnTo>
                  <a:lnTo>
                    <a:pt x="2244401" y="1838428"/>
                  </a:lnTo>
                  <a:lnTo>
                    <a:pt x="2247570" y="1882686"/>
                  </a:lnTo>
                  <a:lnTo>
                    <a:pt x="2250739" y="1933091"/>
                  </a:lnTo>
                  <a:lnTo>
                    <a:pt x="2253908" y="1818491"/>
                  </a:lnTo>
                  <a:lnTo>
                    <a:pt x="2257077" y="1675482"/>
                  </a:lnTo>
                  <a:lnTo>
                    <a:pt x="2260246" y="1567984"/>
                  </a:lnTo>
                  <a:lnTo>
                    <a:pt x="2263415" y="1541945"/>
                  </a:lnTo>
                  <a:lnTo>
                    <a:pt x="2266585" y="1582063"/>
                  </a:lnTo>
                  <a:lnTo>
                    <a:pt x="2269754" y="1576319"/>
                  </a:lnTo>
                  <a:lnTo>
                    <a:pt x="2272923" y="1515905"/>
                  </a:lnTo>
                  <a:lnTo>
                    <a:pt x="2276092" y="1393030"/>
                  </a:lnTo>
                  <a:lnTo>
                    <a:pt x="2279261" y="1356076"/>
                  </a:lnTo>
                  <a:lnTo>
                    <a:pt x="2282430" y="1356238"/>
                  </a:lnTo>
                  <a:lnTo>
                    <a:pt x="2285600" y="1415676"/>
                  </a:lnTo>
                  <a:lnTo>
                    <a:pt x="2288769" y="1512158"/>
                  </a:lnTo>
                  <a:lnTo>
                    <a:pt x="2291938" y="1625704"/>
                  </a:lnTo>
                  <a:lnTo>
                    <a:pt x="2295107" y="1713610"/>
                  </a:lnTo>
                  <a:lnTo>
                    <a:pt x="2298276" y="1764269"/>
                  </a:lnTo>
                  <a:lnTo>
                    <a:pt x="2301445" y="1815644"/>
                  </a:lnTo>
                  <a:lnTo>
                    <a:pt x="2304615" y="1751328"/>
                  </a:lnTo>
                  <a:lnTo>
                    <a:pt x="2307784" y="1683567"/>
                  </a:lnTo>
                  <a:lnTo>
                    <a:pt x="2310953" y="1704905"/>
                  </a:lnTo>
                  <a:lnTo>
                    <a:pt x="2314122" y="1722516"/>
                  </a:lnTo>
                  <a:lnTo>
                    <a:pt x="2317291" y="1649079"/>
                  </a:lnTo>
                  <a:lnTo>
                    <a:pt x="2320460" y="1553294"/>
                  </a:lnTo>
                  <a:lnTo>
                    <a:pt x="2323629" y="1590951"/>
                  </a:lnTo>
                  <a:lnTo>
                    <a:pt x="2326799" y="1614489"/>
                  </a:lnTo>
                  <a:lnTo>
                    <a:pt x="2329968" y="1412979"/>
                  </a:lnTo>
                  <a:lnTo>
                    <a:pt x="2333137" y="1305524"/>
                  </a:lnTo>
                  <a:lnTo>
                    <a:pt x="2336306" y="1287662"/>
                  </a:lnTo>
                  <a:lnTo>
                    <a:pt x="2339475" y="1317642"/>
                  </a:lnTo>
                  <a:lnTo>
                    <a:pt x="2342644" y="1285371"/>
                  </a:lnTo>
                  <a:lnTo>
                    <a:pt x="2345814" y="1303728"/>
                  </a:lnTo>
                  <a:lnTo>
                    <a:pt x="2348983" y="1510755"/>
                  </a:lnTo>
                  <a:lnTo>
                    <a:pt x="2352152" y="1569700"/>
                  </a:lnTo>
                  <a:lnTo>
                    <a:pt x="2355321" y="1634405"/>
                  </a:lnTo>
                  <a:lnTo>
                    <a:pt x="2358490" y="1649347"/>
                  </a:lnTo>
                  <a:lnTo>
                    <a:pt x="2361659" y="1650610"/>
                  </a:lnTo>
                  <a:lnTo>
                    <a:pt x="2364829" y="1576137"/>
                  </a:lnTo>
                  <a:lnTo>
                    <a:pt x="2367998" y="1494584"/>
                  </a:lnTo>
                  <a:lnTo>
                    <a:pt x="2371167" y="1637483"/>
                  </a:lnTo>
                  <a:lnTo>
                    <a:pt x="2374336" y="1754909"/>
                  </a:lnTo>
                  <a:lnTo>
                    <a:pt x="2377505" y="1836419"/>
                  </a:lnTo>
                  <a:lnTo>
                    <a:pt x="2380674" y="1947125"/>
                  </a:lnTo>
                  <a:lnTo>
                    <a:pt x="2383844" y="2052966"/>
                  </a:lnTo>
                  <a:lnTo>
                    <a:pt x="2387013" y="2142231"/>
                  </a:lnTo>
                  <a:lnTo>
                    <a:pt x="2390182" y="2079297"/>
                  </a:lnTo>
                  <a:lnTo>
                    <a:pt x="2393351" y="1984945"/>
                  </a:lnTo>
                  <a:lnTo>
                    <a:pt x="2396520" y="1950925"/>
                  </a:lnTo>
                  <a:lnTo>
                    <a:pt x="2399689" y="1876055"/>
                  </a:lnTo>
                  <a:lnTo>
                    <a:pt x="2402858" y="1752182"/>
                  </a:lnTo>
                  <a:lnTo>
                    <a:pt x="2406028" y="1594126"/>
                  </a:lnTo>
                  <a:lnTo>
                    <a:pt x="2409197" y="1509887"/>
                  </a:lnTo>
                  <a:lnTo>
                    <a:pt x="2412366" y="1470706"/>
                  </a:lnTo>
                  <a:lnTo>
                    <a:pt x="2415535" y="1407723"/>
                  </a:lnTo>
                  <a:lnTo>
                    <a:pt x="2418704" y="1358183"/>
                  </a:lnTo>
                  <a:lnTo>
                    <a:pt x="2421873" y="1488960"/>
                  </a:lnTo>
                  <a:lnTo>
                    <a:pt x="2425043" y="1688472"/>
                  </a:lnTo>
                  <a:lnTo>
                    <a:pt x="2428212" y="1822447"/>
                  </a:lnTo>
                  <a:lnTo>
                    <a:pt x="2431381" y="1895181"/>
                  </a:lnTo>
                  <a:lnTo>
                    <a:pt x="2434550" y="2048535"/>
                  </a:lnTo>
                  <a:lnTo>
                    <a:pt x="2437719" y="2222627"/>
                  </a:lnTo>
                  <a:lnTo>
                    <a:pt x="2440888" y="2306403"/>
                  </a:lnTo>
                  <a:lnTo>
                    <a:pt x="2444058" y="2365294"/>
                  </a:lnTo>
                  <a:lnTo>
                    <a:pt x="2447227" y="2445162"/>
                  </a:lnTo>
                  <a:lnTo>
                    <a:pt x="2450396" y="2549277"/>
                  </a:lnTo>
                  <a:lnTo>
                    <a:pt x="2453565" y="2570800"/>
                  </a:lnTo>
                  <a:lnTo>
                    <a:pt x="2456734" y="2559279"/>
                  </a:lnTo>
                  <a:lnTo>
                    <a:pt x="2459903" y="2563663"/>
                  </a:lnTo>
                  <a:lnTo>
                    <a:pt x="2463072" y="2537983"/>
                  </a:lnTo>
                  <a:lnTo>
                    <a:pt x="2466242" y="2504174"/>
                  </a:lnTo>
                  <a:lnTo>
                    <a:pt x="2469411" y="2492286"/>
                  </a:lnTo>
                  <a:lnTo>
                    <a:pt x="2472580" y="2482557"/>
                  </a:lnTo>
                  <a:lnTo>
                    <a:pt x="2475749" y="2426416"/>
                  </a:lnTo>
                  <a:lnTo>
                    <a:pt x="2478918" y="2361473"/>
                  </a:lnTo>
                  <a:lnTo>
                    <a:pt x="2482087" y="2350012"/>
                  </a:lnTo>
                  <a:lnTo>
                    <a:pt x="2485257" y="2319776"/>
                  </a:lnTo>
                  <a:lnTo>
                    <a:pt x="2488426" y="2263726"/>
                  </a:lnTo>
                  <a:lnTo>
                    <a:pt x="2491595" y="2208932"/>
                  </a:lnTo>
                  <a:lnTo>
                    <a:pt x="2494764" y="2219539"/>
                  </a:lnTo>
                  <a:lnTo>
                    <a:pt x="2497933" y="2275013"/>
                  </a:lnTo>
                  <a:lnTo>
                    <a:pt x="2501102" y="2312152"/>
                  </a:lnTo>
                  <a:lnTo>
                    <a:pt x="2504272" y="2376200"/>
                  </a:lnTo>
                  <a:lnTo>
                    <a:pt x="2507441" y="2444139"/>
                  </a:lnTo>
                  <a:lnTo>
                    <a:pt x="2510610" y="2508660"/>
                  </a:lnTo>
                  <a:lnTo>
                    <a:pt x="2513779" y="2574041"/>
                  </a:lnTo>
                  <a:lnTo>
                    <a:pt x="2515897" y="26111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250058" y="145504"/>
              <a:ext cx="2175887" cy="3116972"/>
            </a:xfrm>
            <a:custGeom>
              <a:avLst/>
              <a:pathLst>
                <a:path w="2175887" h="3116972">
                  <a:moveTo>
                    <a:pt x="0" y="3116972"/>
                  </a:moveTo>
                  <a:lnTo>
                    <a:pt x="2490" y="3049329"/>
                  </a:lnTo>
                  <a:lnTo>
                    <a:pt x="5659" y="2888042"/>
                  </a:lnTo>
                  <a:lnTo>
                    <a:pt x="8828" y="2699081"/>
                  </a:lnTo>
                  <a:lnTo>
                    <a:pt x="11997" y="2473447"/>
                  </a:lnTo>
                  <a:lnTo>
                    <a:pt x="15167" y="2355492"/>
                  </a:lnTo>
                  <a:lnTo>
                    <a:pt x="18336" y="2208894"/>
                  </a:lnTo>
                  <a:lnTo>
                    <a:pt x="21505" y="2214285"/>
                  </a:lnTo>
                  <a:lnTo>
                    <a:pt x="24674" y="2342556"/>
                  </a:lnTo>
                  <a:lnTo>
                    <a:pt x="27843" y="2421024"/>
                  </a:lnTo>
                  <a:lnTo>
                    <a:pt x="31012" y="2608575"/>
                  </a:lnTo>
                  <a:lnTo>
                    <a:pt x="34181" y="2661534"/>
                  </a:lnTo>
                  <a:lnTo>
                    <a:pt x="37351" y="2671552"/>
                  </a:lnTo>
                  <a:lnTo>
                    <a:pt x="40520" y="2669196"/>
                  </a:lnTo>
                  <a:lnTo>
                    <a:pt x="43689" y="2655956"/>
                  </a:lnTo>
                  <a:lnTo>
                    <a:pt x="46858" y="2719757"/>
                  </a:lnTo>
                  <a:lnTo>
                    <a:pt x="50027" y="2757283"/>
                  </a:lnTo>
                  <a:lnTo>
                    <a:pt x="53196" y="2781196"/>
                  </a:lnTo>
                  <a:lnTo>
                    <a:pt x="56366" y="2820505"/>
                  </a:lnTo>
                  <a:lnTo>
                    <a:pt x="59535" y="2864160"/>
                  </a:lnTo>
                  <a:lnTo>
                    <a:pt x="62704" y="2864309"/>
                  </a:lnTo>
                  <a:lnTo>
                    <a:pt x="65873" y="2786731"/>
                  </a:lnTo>
                  <a:lnTo>
                    <a:pt x="69042" y="2601609"/>
                  </a:lnTo>
                  <a:lnTo>
                    <a:pt x="72211" y="2435294"/>
                  </a:lnTo>
                  <a:lnTo>
                    <a:pt x="75381" y="2255317"/>
                  </a:lnTo>
                  <a:lnTo>
                    <a:pt x="78550" y="1995027"/>
                  </a:lnTo>
                  <a:lnTo>
                    <a:pt x="81719" y="1764384"/>
                  </a:lnTo>
                  <a:lnTo>
                    <a:pt x="84888" y="1723436"/>
                  </a:lnTo>
                  <a:lnTo>
                    <a:pt x="88057" y="1871550"/>
                  </a:lnTo>
                  <a:lnTo>
                    <a:pt x="91226" y="1942240"/>
                  </a:lnTo>
                  <a:lnTo>
                    <a:pt x="94395" y="1893373"/>
                  </a:lnTo>
                  <a:lnTo>
                    <a:pt x="97565" y="1903104"/>
                  </a:lnTo>
                  <a:lnTo>
                    <a:pt x="100734" y="2005713"/>
                  </a:lnTo>
                  <a:lnTo>
                    <a:pt x="103903" y="2113147"/>
                  </a:lnTo>
                  <a:lnTo>
                    <a:pt x="107072" y="2086449"/>
                  </a:lnTo>
                  <a:lnTo>
                    <a:pt x="110241" y="2144564"/>
                  </a:lnTo>
                  <a:lnTo>
                    <a:pt x="113410" y="2295004"/>
                  </a:lnTo>
                  <a:lnTo>
                    <a:pt x="116580" y="2464881"/>
                  </a:lnTo>
                  <a:lnTo>
                    <a:pt x="119749" y="2476413"/>
                  </a:lnTo>
                  <a:lnTo>
                    <a:pt x="122918" y="2453557"/>
                  </a:lnTo>
                  <a:lnTo>
                    <a:pt x="126087" y="2460979"/>
                  </a:lnTo>
                  <a:lnTo>
                    <a:pt x="129256" y="2417576"/>
                  </a:lnTo>
                  <a:lnTo>
                    <a:pt x="132425" y="2453375"/>
                  </a:lnTo>
                  <a:lnTo>
                    <a:pt x="135595" y="2490177"/>
                  </a:lnTo>
                  <a:lnTo>
                    <a:pt x="138764" y="2598485"/>
                  </a:lnTo>
                  <a:lnTo>
                    <a:pt x="141933" y="2595531"/>
                  </a:lnTo>
                  <a:lnTo>
                    <a:pt x="145102" y="2416070"/>
                  </a:lnTo>
                  <a:lnTo>
                    <a:pt x="148271" y="2269001"/>
                  </a:lnTo>
                  <a:lnTo>
                    <a:pt x="151440" y="2176113"/>
                  </a:lnTo>
                  <a:lnTo>
                    <a:pt x="154610" y="2152418"/>
                  </a:lnTo>
                  <a:lnTo>
                    <a:pt x="157779" y="1957694"/>
                  </a:lnTo>
                  <a:lnTo>
                    <a:pt x="160948" y="1748165"/>
                  </a:lnTo>
                  <a:lnTo>
                    <a:pt x="164117" y="1898209"/>
                  </a:lnTo>
                  <a:lnTo>
                    <a:pt x="167286" y="2039508"/>
                  </a:lnTo>
                  <a:lnTo>
                    <a:pt x="170455" y="2128168"/>
                  </a:lnTo>
                  <a:lnTo>
                    <a:pt x="173624" y="2148597"/>
                  </a:lnTo>
                  <a:lnTo>
                    <a:pt x="176794" y="2273744"/>
                  </a:lnTo>
                  <a:lnTo>
                    <a:pt x="179963" y="2443717"/>
                  </a:lnTo>
                  <a:lnTo>
                    <a:pt x="183132" y="2361187"/>
                  </a:lnTo>
                  <a:lnTo>
                    <a:pt x="186301" y="2302205"/>
                  </a:lnTo>
                  <a:lnTo>
                    <a:pt x="189470" y="2236546"/>
                  </a:lnTo>
                  <a:lnTo>
                    <a:pt x="192639" y="2089459"/>
                  </a:lnTo>
                  <a:lnTo>
                    <a:pt x="195809" y="1936559"/>
                  </a:lnTo>
                  <a:lnTo>
                    <a:pt x="198978" y="1832584"/>
                  </a:lnTo>
                  <a:lnTo>
                    <a:pt x="202147" y="1831006"/>
                  </a:lnTo>
                  <a:lnTo>
                    <a:pt x="205316" y="1872117"/>
                  </a:lnTo>
                  <a:lnTo>
                    <a:pt x="208485" y="1861346"/>
                  </a:lnTo>
                  <a:lnTo>
                    <a:pt x="211654" y="1842164"/>
                  </a:lnTo>
                  <a:lnTo>
                    <a:pt x="214824" y="1940477"/>
                  </a:lnTo>
                  <a:lnTo>
                    <a:pt x="217993" y="2007209"/>
                  </a:lnTo>
                  <a:lnTo>
                    <a:pt x="221162" y="1939348"/>
                  </a:lnTo>
                  <a:lnTo>
                    <a:pt x="224331" y="1828573"/>
                  </a:lnTo>
                  <a:lnTo>
                    <a:pt x="227500" y="1784782"/>
                  </a:lnTo>
                  <a:lnTo>
                    <a:pt x="230669" y="1832569"/>
                  </a:lnTo>
                  <a:lnTo>
                    <a:pt x="233839" y="1899664"/>
                  </a:lnTo>
                  <a:lnTo>
                    <a:pt x="237008" y="1760219"/>
                  </a:lnTo>
                  <a:lnTo>
                    <a:pt x="240177" y="1679446"/>
                  </a:lnTo>
                  <a:lnTo>
                    <a:pt x="243346" y="1739019"/>
                  </a:lnTo>
                  <a:lnTo>
                    <a:pt x="246515" y="1780125"/>
                  </a:lnTo>
                  <a:lnTo>
                    <a:pt x="249684" y="1880831"/>
                  </a:lnTo>
                  <a:lnTo>
                    <a:pt x="252853" y="1896202"/>
                  </a:lnTo>
                  <a:lnTo>
                    <a:pt x="256023" y="2053297"/>
                  </a:lnTo>
                  <a:lnTo>
                    <a:pt x="259192" y="2198408"/>
                  </a:lnTo>
                  <a:lnTo>
                    <a:pt x="262361" y="2137954"/>
                  </a:lnTo>
                  <a:lnTo>
                    <a:pt x="265530" y="2061091"/>
                  </a:lnTo>
                  <a:lnTo>
                    <a:pt x="268699" y="1958537"/>
                  </a:lnTo>
                  <a:lnTo>
                    <a:pt x="271868" y="1987660"/>
                  </a:lnTo>
                  <a:lnTo>
                    <a:pt x="275038" y="2117564"/>
                  </a:lnTo>
                  <a:lnTo>
                    <a:pt x="278207" y="2219376"/>
                  </a:lnTo>
                  <a:lnTo>
                    <a:pt x="281376" y="2259922"/>
                  </a:lnTo>
                  <a:lnTo>
                    <a:pt x="284545" y="2180289"/>
                  </a:lnTo>
                  <a:lnTo>
                    <a:pt x="287714" y="2005577"/>
                  </a:lnTo>
                  <a:lnTo>
                    <a:pt x="290883" y="1769935"/>
                  </a:lnTo>
                  <a:lnTo>
                    <a:pt x="294053" y="1567904"/>
                  </a:lnTo>
                  <a:lnTo>
                    <a:pt x="297222" y="1313856"/>
                  </a:lnTo>
                  <a:lnTo>
                    <a:pt x="300391" y="1142056"/>
                  </a:lnTo>
                  <a:lnTo>
                    <a:pt x="303560" y="1125018"/>
                  </a:lnTo>
                  <a:lnTo>
                    <a:pt x="306729" y="1321330"/>
                  </a:lnTo>
                  <a:lnTo>
                    <a:pt x="309898" y="1401317"/>
                  </a:lnTo>
                  <a:lnTo>
                    <a:pt x="313067" y="1318813"/>
                  </a:lnTo>
                  <a:lnTo>
                    <a:pt x="316237" y="1409843"/>
                  </a:lnTo>
                  <a:lnTo>
                    <a:pt x="319406" y="1548177"/>
                  </a:lnTo>
                  <a:lnTo>
                    <a:pt x="322575" y="1671422"/>
                  </a:lnTo>
                  <a:lnTo>
                    <a:pt x="325744" y="1613619"/>
                  </a:lnTo>
                  <a:lnTo>
                    <a:pt x="328913" y="1664268"/>
                  </a:lnTo>
                  <a:lnTo>
                    <a:pt x="332082" y="1732305"/>
                  </a:lnTo>
                  <a:lnTo>
                    <a:pt x="335252" y="1644157"/>
                  </a:lnTo>
                  <a:lnTo>
                    <a:pt x="338421" y="1630129"/>
                  </a:lnTo>
                  <a:lnTo>
                    <a:pt x="341590" y="1741633"/>
                  </a:lnTo>
                  <a:lnTo>
                    <a:pt x="344759" y="1850925"/>
                  </a:lnTo>
                  <a:lnTo>
                    <a:pt x="347928" y="1847904"/>
                  </a:lnTo>
                  <a:lnTo>
                    <a:pt x="351097" y="1901493"/>
                  </a:lnTo>
                  <a:lnTo>
                    <a:pt x="354267" y="2006154"/>
                  </a:lnTo>
                  <a:lnTo>
                    <a:pt x="357436" y="1925014"/>
                  </a:lnTo>
                  <a:lnTo>
                    <a:pt x="360605" y="1784407"/>
                  </a:lnTo>
                  <a:lnTo>
                    <a:pt x="363774" y="1786923"/>
                  </a:lnTo>
                  <a:lnTo>
                    <a:pt x="366943" y="1759251"/>
                  </a:lnTo>
                  <a:lnTo>
                    <a:pt x="370112" y="1653654"/>
                  </a:lnTo>
                  <a:lnTo>
                    <a:pt x="373282" y="1478369"/>
                  </a:lnTo>
                  <a:lnTo>
                    <a:pt x="376451" y="1418213"/>
                  </a:lnTo>
                  <a:lnTo>
                    <a:pt x="379620" y="1318919"/>
                  </a:lnTo>
                  <a:lnTo>
                    <a:pt x="382789" y="1128269"/>
                  </a:lnTo>
                  <a:lnTo>
                    <a:pt x="385958" y="937113"/>
                  </a:lnTo>
                  <a:lnTo>
                    <a:pt x="389127" y="846216"/>
                  </a:lnTo>
                  <a:lnTo>
                    <a:pt x="392296" y="926024"/>
                  </a:lnTo>
                  <a:lnTo>
                    <a:pt x="395466" y="926146"/>
                  </a:lnTo>
                  <a:lnTo>
                    <a:pt x="398635" y="986174"/>
                  </a:lnTo>
                  <a:lnTo>
                    <a:pt x="401804" y="1028633"/>
                  </a:lnTo>
                  <a:lnTo>
                    <a:pt x="404973" y="978383"/>
                  </a:lnTo>
                  <a:lnTo>
                    <a:pt x="408142" y="844882"/>
                  </a:lnTo>
                  <a:lnTo>
                    <a:pt x="411311" y="686962"/>
                  </a:lnTo>
                  <a:lnTo>
                    <a:pt x="414481" y="617336"/>
                  </a:lnTo>
                  <a:lnTo>
                    <a:pt x="417650" y="441184"/>
                  </a:lnTo>
                  <a:lnTo>
                    <a:pt x="420819" y="344796"/>
                  </a:lnTo>
                  <a:lnTo>
                    <a:pt x="423988" y="456394"/>
                  </a:lnTo>
                  <a:lnTo>
                    <a:pt x="427157" y="654307"/>
                  </a:lnTo>
                  <a:lnTo>
                    <a:pt x="430326" y="747697"/>
                  </a:lnTo>
                  <a:lnTo>
                    <a:pt x="433496" y="789754"/>
                  </a:lnTo>
                  <a:lnTo>
                    <a:pt x="436665" y="801590"/>
                  </a:lnTo>
                  <a:lnTo>
                    <a:pt x="439834" y="739715"/>
                  </a:lnTo>
                  <a:lnTo>
                    <a:pt x="443003" y="705136"/>
                  </a:lnTo>
                  <a:lnTo>
                    <a:pt x="446172" y="651596"/>
                  </a:lnTo>
                  <a:lnTo>
                    <a:pt x="449341" y="654185"/>
                  </a:lnTo>
                  <a:lnTo>
                    <a:pt x="452510" y="808651"/>
                  </a:lnTo>
                  <a:lnTo>
                    <a:pt x="455680" y="1158213"/>
                  </a:lnTo>
                  <a:lnTo>
                    <a:pt x="458849" y="1486856"/>
                  </a:lnTo>
                  <a:lnTo>
                    <a:pt x="462018" y="1643758"/>
                  </a:lnTo>
                  <a:lnTo>
                    <a:pt x="465187" y="1653123"/>
                  </a:lnTo>
                  <a:lnTo>
                    <a:pt x="468356" y="1669590"/>
                  </a:lnTo>
                  <a:lnTo>
                    <a:pt x="471525" y="1543557"/>
                  </a:lnTo>
                  <a:lnTo>
                    <a:pt x="474695" y="1227008"/>
                  </a:lnTo>
                  <a:lnTo>
                    <a:pt x="477864" y="884660"/>
                  </a:lnTo>
                  <a:lnTo>
                    <a:pt x="481033" y="705586"/>
                  </a:lnTo>
                  <a:lnTo>
                    <a:pt x="484202" y="790418"/>
                  </a:lnTo>
                  <a:lnTo>
                    <a:pt x="487371" y="784697"/>
                  </a:lnTo>
                  <a:lnTo>
                    <a:pt x="490540" y="748276"/>
                  </a:lnTo>
                  <a:lnTo>
                    <a:pt x="493710" y="771569"/>
                  </a:lnTo>
                  <a:lnTo>
                    <a:pt x="496879" y="866322"/>
                  </a:lnTo>
                  <a:lnTo>
                    <a:pt x="500048" y="911971"/>
                  </a:lnTo>
                  <a:lnTo>
                    <a:pt x="503217" y="858388"/>
                  </a:lnTo>
                  <a:lnTo>
                    <a:pt x="506386" y="818441"/>
                  </a:lnTo>
                  <a:lnTo>
                    <a:pt x="509555" y="774074"/>
                  </a:lnTo>
                  <a:lnTo>
                    <a:pt x="512725" y="739483"/>
                  </a:lnTo>
                  <a:lnTo>
                    <a:pt x="515894" y="688506"/>
                  </a:lnTo>
                  <a:lnTo>
                    <a:pt x="519063" y="737862"/>
                  </a:lnTo>
                  <a:lnTo>
                    <a:pt x="522232" y="748604"/>
                  </a:lnTo>
                  <a:lnTo>
                    <a:pt x="525401" y="683443"/>
                  </a:lnTo>
                  <a:lnTo>
                    <a:pt x="528570" y="684551"/>
                  </a:lnTo>
                  <a:lnTo>
                    <a:pt x="531739" y="809844"/>
                  </a:lnTo>
                  <a:lnTo>
                    <a:pt x="534909" y="953313"/>
                  </a:lnTo>
                  <a:lnTo>
                    <a:pt x="538078" y="868526"/>
                  </a:lnTo>
                  <a:lnTo>
                    <a:pt x="541247" y="753333"/>
                  </a:lnTo>
                  <a:lnTo>
                    <a:pt x="544416" y="856502"/>
                  </a:lnTo>
                  <a:lnTo>
                    <a:pt x="547585" y="987953"/>
                  </a:lnTo>
                  <a:lnTo>
                    <a:pt x="550754" y="1000414"/>
                  </a:lnTo>
                  <a:lnTo>
                    <a:pt x="553924" y="1053740"/>
                  </a:lnTo>
                  <a:lnTo>
                    <a:pt x="557093" y="1144938"/>
                  </a:lnTo>
                  <a:lnTo>
                    <a:pt x="560262" y="1185415"/>
                  </a:lnTo>
                  <a:lnTo>
                    <a:pt x="563431" y="1117648"/>
                  </a:lnTo>
                  <a:lnTo>
                    <a:pt x="566600" y="1020348"/>
                  </a:lnTo>
                  <a:lnTo>
                    <a:pt x="569769" y="798002"/>
                  </a:lnTo>
                  <a:lnTo>
                    <a:pt x="572939" y="481405"/>
                  </a:lnTo>
                  <a:lnTo>
                    <a:pt x="576108" y="341523"/>
                  </a:lnTo>
                  <a:lnTo>
                    <a:pt x="579277" y="346950"/>
                  </a:lnTo>
                  <a:lnTo>
                    <a:pt x="582446" y="437058"/>
                  </a:lnTo>
                  <a:lnTo>
                    <a:pt x="585615" y="571921"/>
                  </a:lnTo>
                  <a:lnTo>
                    <a:pt x="588784" y="768376"/>
                  </a:lnTo>
                  <a:lnTo>
                    <a:pt x="591954" y="828112"/>
                  </a:lnTo>
                  <a:lnTo>
                    <a:pt x="595123" y="755665"/>
                  </a:lnTo>
                  <a:lnTo>
                    <a:pt x="598292" y="698425"/>
                  </a:lnTo>
                  <a:lnTo>
                    <a:pt x="601461" y="693960"/>
                  </a:lnTo>
                  <a:lnTo>
                    <a:pt x="604630" y="688582"/>
                  </a:lnTo>
                  <a:lnTo>
                    <a:pt x="607799" y="657816"/>
                  </a:lnTo>
                  <a:lnTo>
                    <a:pt x="610968" y="746962"/>
                  </a:lnTo>
                  <a:lnTo>
                    <a:pt x="614138" y="912784"/>
                  </a:lnTo>
                  <a:lnTo>
                    <a:pt x="617307" y="925182"/>
                  </a:lnTo>
                  <a:lnTo>
                    <a:pt x="620476" y="781267"/>
                  </a:lnTo>
                  <a:lnTo>
                    <a:pt x="623645" y="589968"/>
                  </a:lnTo>
                  <a:lnTo>
                    <a:pt x="626814" y="545134"/>
                  </a:lnTo>
                  <a:lnTo>
                    <a:pt x="629983" y="582922"/>
                  </a:lnTo>
                  <a:lnTo>
                    <a:pt x="633153" y="661891"/>
                  </a:lnTo>
                  <a:lnTo>
                    <a:pt x="636322" y="914262"/>
                  </a:lnTo>
                  <a:lnTo>
                    <a:pt x="639491" y="1289427"/>
                  </a:lnTo>
                  <a:lnTo>
                    <a:pt x="642660" y="1631537"/>
                  </a:lnTo>
                  <a:lnTo>
                    <a:pt x="645829" y="1747755"/>
                  </a:lnTo>
                  <a:lnTo>
                    <a:pt x="648998" y="1694933"/>
                  </a:lnTo>
                  <a:lnTo>
                    <a:pt x="652168" y="1512965"/>
                  </a:lnTo>
                  <a:lnTo>
                    <a:pt x="655337" y="1336158"/>
                  </a:lnTo>
                  <a:lnTo>
                    <a:pt x="658506" y="1052542"/>
                  </a:lnTo>
                  <a:lnTo>
                    <a:pt x="661675" y="715408"/>
                  </a:lnTo>
                  <a:lnTo>
                    <a:pt x="664844" y="485419"/>
                  </a:lnTo>
                  <a:lnTo>
                    <a:pt x="668013" y="364065"/>
                  </a:lnTo>
                  <a:lnTo>
                    <a:pt x="671182" y="303020"/>
                  </a:lnTo>
                  <a:lnTo>
                    <a:pt x="674352" y="181760"/>
                  </a:lnTo>
                  <a:lnTo>
                    <a:pt x="677521" y="74719"/>
                  </a:lnTo>
                  <a:lnTo>
                    <a:pt x="680690" y="0"/>
                  </a:lnTo>
                  <a:lnTo>
                    <a:pt x="680690" y="0"/>
                  </a:lnTo>
                  <a:lnTo>
                    <a:pt x="683859" y="13832"/>
                  </a:lnTo>
                  <a:lnTo>
                    <a:pt x="687028" y="180563"/>
                  </a:lnTo>
                  <a:lnTo>
                    <a:pt x="690197" y="394076"/>
                  </a:lnTo>
                  <a:lnTo>
                    <a:pt x="693367" y="510913"/>
                  </a:lnTo>
                  <a:lnTo>
                    <a:pt x="696536" y="654900"/>
                  </a:lnTo>
                  <a:lnTo>
                    <a:pt x="699705" y="818136"/>
                  </a:lnTo>
                  <a:lnTo>
                    <a:pt x="702874" y="963211"/>
                  </a:lnTo>
                  <a:lnTo>
                    <a:pt x="706043" y="914725"/>
                  </a:lnTo>
                  <a:lnTo>
                    <a:pt x="709212" y="836788"/>
                  </a:lnTo>
                  <a:lnTo>
                    <a:pt x="712382" y="812282"/>
                  </a:lnTo>
                  <a:lnTo>
                    <a:pt x="715551" y="823132"/>
                  </a:lnTo>
                  <a:lnTo>
                    <a:pt x="718720" y="866269"/>
                  </a:lnTo>
                  <a:lnTo>
                    <a:pt x="721889" y="811736"/>
                  </a:lnTo>
                  <a:lnTo>
                    <a:pt x="725058" y="887200"/>
                  </a:lnTo>
                  <a:lnTo>
                    <a:pt x="728227" y="994954"/>
                  </a:lnTo>
                  <a:lnTo>
                    <a:pt x="731397" y="1097376"/>
                  </a:lnTo>
                  <a:lnTo>
                    <a:pt x="734566" y="1128916"/>
                  </a:lnTo>
                  <a:lnTo>
                    <a:pt x="737735" y="1384180"/>
                  </a:lnTo>
                  <a:lnTo>
                    <a:pt x="740904" y="1732855"/>
                  </a:lnTo>
                  <a:lnTo>
                    <a:pt x="744073" y="1916682"/>
                  </a:lnTo>
                  <a:lnTo>
                    <a:pt x="747242" y="1990578"/>
                  </a:lnTo>
                  <a:lnTo>
                    <a:pt x="750411" y="2140751"/>
                  </a:lnTo>
                  <a:lnTo>
                    <a:pt x="753581" y="2189165"/>
                  </a:lnTo>
                  <a:lnTo>
                    <a:pt x="756750" y="1970298"/>
                  </a:lnTo>
                  <a:lnTo>
                    <a:pt x="759919" y="1755331"/>
                  </a:lnTo>
                  <a:lnTo>
                    <a:pt x="763088" y="1557627"/>
                  </a:lnTo>
                  <a:lnTo>
                    <a:pt x="766257" y="1481000"/>
                  </a:lnTo>
                  <a:lnTo>
                    <a:pt x="769426" y="1394361"/>
                  </a:lnTo>
                  <a:lnTo>
                    <a:pt x="772596" y="1455638"/>
                  </a:lnTo>
                  <a:lnTo>
                    <a:pt x="775765" y="1569908"/>
                  </a:lnTo>
                  <a:lnTo>
                    <a:pt x="778934" y="1502794"/>
                  </a:lnTo>
                  <a:lnTo>
                    <a:pt x="782103" y="1436402"/>
                  </a:lnTo>
                  <a:lnTo>
                    <a:pt x="785272" y="1375831"/>
                  </a:lnTo>
                  <a:lnTo>
                    <a:pt x="788441" y="1423594"/>
                  </a:lnTo>
                  <a:lnTo>
                    <a:pt x="791611" y="1496244"/>
                  </a:lnTo>
                  <a:lnTo>
                    <a:pt x="794780" y="1632010"/>
                  </a:lnTo>
                  <a:lnTo>
                    <a:pt x="797949" y="1904328"/>
                  </a:lnTo>
                  <a:lnTo>
                    <a:pt x="801118" y="2242299"/>
                  </a:lnTo>
                  <a:lnTo>
                    <a:pt x="804287" y="2509811"/>
                  </a:lnTo>
                  <a:lnTo>
                    <a:pt x="807456" y="2636316"/>
                  </a:lnTo>
                  <a:lnTo>
                    <a:pt x="810625" y="2695557"/>
                  </a:lnTo>
                  <a:lnTo>
                    <a:pt x="813795" y="2591203"/>
                  </a:lnTo>
                  <a:lnTo>
                    <a:pt x="816964" y="2449939"/>
                  </a:lnTo>
                  <a:lnTo>
                    <a:pt x="820133" y="2288775"/>
                  </a:lnTo>
                  <a:lnTo>
                    <a:pt x="823302" y="2143782"/>
                  </a:lnTo>
                  <a:lnTo>
                    <a:pt x="826471" y="2064841"/>
                  </a:lnTo>
                  <a:lnTo>
                    <a:pt x="829640" y="2027270"/>
                  </a:lnTo>
                  <a:lnTo>
                    <a:pt x="832810" y="2090626"/>
                  </a:lnTo>
                  <a:lnTo>
                    <a:pt x="835979" y="2246467"/>
                  </a:lnTo>
                  <a:lnTo>
                    <a:pt x="839148" y="2404676"/>
                  </a:lnTo>
                  <a:lnTo>
                    <a:pt x="842317" y="2533531"/>
                  </a:lnTo>
                  <a:lnTo>
                    <a:pt x="845486" y="2586212"/>
                  </a:lnTo>
                  <a:lnTo>
                    <a:pt x="848655" y="2618966"/>
                  </a:lnTo>
                  <a:lnTo>
                    <a:pt x="851825" y="2602098"/>
                  </a:lnTo>
                  <a:lnTo>
                    <a:pt x="854994" y="2527382"/>
                  </a:lnTo>
                  <a:lnTo>
                    <a:pt x="858163" y="2528090"/>
                  </a:lnTo>
                  <a:lnTo>
                    <a:pt x="861332" y="2580769"/>
                  </a:lnTo>
                  <a:lnTo>
                    <a:pt x="864501" y="2591339"/>
                  </a:lnTo>
                  <a:lnTo>
                    <a:pt x="867670" y="2557572"/>
                  </a:lnTo>
                  <a:lnTo>
                    <a:pt x="870840" y="2533621"/>
                  </a:lnTo>
                  <a:lnTo>
                    <a:pt x="874009" y="2531531"/>
                  </a:lnTo>
                  <a:lnTo>
                    <a:pt x="877178" y="2476108"/>
                  </a:lnTo>
                  <a:lnTo>
                    <a:pt x="880347" y="2429589"/>
                  </a:lnTo>
                  <a:lnTo>
                    <a:pt x="883516" y="2464486"/>
                  </a:lnTo>
                  <a:lnTo>
                    <a:pt x="886685" y="2583844"/>
                  </a:lnTo>
                  <a:lnTo>
                    <a:pt x="889854" y="2734649"/>
                  </a:lnTo>
                  <a:lnTo>
                    <a:pt x="893024" y="2861874"/>
                  </a:lnTo>
                  <a:lnTo>
                    <a:pt x="896193" y="2911309"/>
                  </a:lnTo>
                  <a:lnTo>
                    <a:pt x="899362" y="2818912"/>
                  </a:lnTo>
                  <a:lnTo>
                    <a:pt x="902531" y="2577995"/>
                  </a:lnTo>
                  <a:lnTo>
                    <a:pt x="905700" y="2325982"/>
                  </a:lnTo>
                  <a:lnTo>
                    <a:pt x="908869" y="2161617"/>
                  </a:lnTo>
                  <a:lnTo>
                    <a:pt x="912039" y="1934921"/>
                  </a:lnTo>
                  <a:lnTo>
                    <a:pt x="915208" y="1719346"/>
                  </a:lnTo>
                  <a:lnTo>
                    <a:pt x="918377" y="1600934"/>
                  </a:lnTo>
                  <a:lnTo>
                    <a:pt x="921546" y="1731767"/>
                  </a:lnTo>
                  <a:lnTo>
                    <a:pt x="924715" y="1962139"/>
                  </a:lnTo>
                  <a:lnTo>
                    <a:pt x="927884" y="2002575"/>
                  </a:lnTo>
                  <a:lnTo>
                    <a:pt x="931054" y="2140693"/>
                  </a:lnTo>
                  <a:lnTo>
                    <a:pt x="934223" y="2316264"/>
                  </a:lnTo>
                  <a:lnTo>
                    <a:pt x="937392" y="2314973"/>
                  </a:lnTo>
                  <a:lnTo>
                    <a:pt x="940561" y="2145940"/>
                  </a:lnTo>
                  <a:lnTo>
                    <a:pt x="943730" y="1894580"/>
                  </a:lnTo>
                  <a:lnTo>
                    <a:pt x="946899" y="1767142"/>
                  </a:lnTo>
                  <a:lnTo>
                    <a:pt x="950069" y="1619790"/>
                  </a:lnTo>
                  <a:lnTo>
                    <a:pt x="953238" y="1439189"/>
                  </a:lnTo>
                  <a:lnTo>
                    <a:pt x="956407" y="1342389"/>
                  </a:lnTo>
                  <a:lnTo>
                    <a:pt x="959576" y="1232760"/>
                  </a:lnTo>
                  <a:lnTo>
                    <a:pt x="962745" y="1082855"/>
                  </a:lnTo>
                  <a:lnTo>
                    <a:pt x="965914" y="895617"/>
                  </a:lnTo>
                  <a:lnTo>
                    <a:pt x="969083" y="709237"/>
                  </a:lnTo>
                  <a:lnTo>
                    <a:pt x="972253" y="568188"/>
                  </a:lnTo>
                  <a:lnTo>
                    <a:pt x="975422" y="493772"/>
                  </a:lnTo>
                  <a:lnTo>
                    <a:pt x="978591" y="468374"/>
                  </a:lnTo>
                  <a:lnTo>
                    <a:pt x="981760" y="535079"/>
                  </a:lnTo>
                  <a:lnTo>
                    <a:pt x="984929" y="655562"/>
                  </a:lnTo>
                  <a:lnTo>
                    <a:pt x="988098" y="777185"/>
                  </a:lnTo>
                  <a:lnTo>
                    <a:pt x="991268" y="910125"/>
                  </a:lnTo>
                  <a:lnTo>
                    <a:pt x="994437" y="1159644"/>
                  </a:lnTo>
                  <a:lnTo>
                    <a:pt x="997606" y="1369105"/>
                  </a:lnTo>
                  <a:lnTo>
                    <a:pt x="1000775" y="1357406"/>
                  </a:lnTo>
                  <a:lnTo>
                    <a:pt x="1003944" y="1290998"/>
                  </a:lnTo>
                  <a:lnTo>
                    <a:pt x="1007113" y="1219738"/>
                  </a:lnTo>
                  <a:lnTo>
                    <a:pt x="1010283" y="1091137"/>
                  </a:lnTo>
                  <a:lnTo>
                    <a:pt x="1013452" y="895288"/>
                  </a:lnTo>
                  <a:lnTo>
                    <a:pt x="1016621" y="793680"/>
                  </a:lnTo>
                  <a:lnTo>
                    <a:pt x="1019790" y="896818"/>
                  </a:lnTo>
                  <a:lnTo>
                    <a:pt x="1022959" y="1025626"/>
                  </a:lnTo>
                  <a:lnTo>
                    <a:pt x="1026128" y="1145805"/>
                  </a:lnTo>
                  <a:lnTo>
                    <a:pt x="1029297" y="1275862"/>
                  </a:lnTo>
                  <a:lnTo>
                    <a:pt x="1032467" y="1331177"/>
                  </a:lnTo>
                  <a:lnTo>
                    <a:pt x="1035636" y="1328434"/>
                  </a:lnTo>
                  <a:lnTo>
                    <a:pt x="1038805" y="1236939"/>
                  </a:lnTo>
                  <a:lnTo>
                    <a:pt x="1041974" y="1077483"/>
                  </a:lnTo>
                  <a:lnTo>
                    <a:pt x="1045143" y="958155"/>
                  </a:lnTo>
                  <a:lnTo>
                    <a:pt x="1048312" y="842195"/>
                  </a:lnTo>
                  <a:lnTo>
                    <a:pt x="1051482" y="778604"/>
                  </a:lnTo>
                  <a:lnTo>
                    <a:pt x="1054651" y="811200"/>
                  </a:lnTo>
                  <a:lnTo>
                    <a:pt x="1057820" y="939571"/>
                  </a:lnTo>
                  <a:lnTo>
                    <a:pt x="1060989" y="998637"/>
                  </a:lnTo>
                  <a:lnTo>
                    <a:pt x="1064158" y="1035683"/>
                  </a:lnTo>
                  <a:lnTo>
                    <a:pt x="1067327" y="1246583"/>
                  </a:lnTo>
                  <a:lnTo>
                    <a:pt x="1070497" y="1485445"/>
                  </a:lnTo>
                  <a:lnTo>
                    <a:pt x="1073666" y="1556698"/>
                  </a:lnTo>
                  <a:lnTo>
                    <a:pt x="1076835" y="1518275"/>
                  </a:lnTo>
                  <a:lnTo>
                    <a:pt x="1080004" y="1574112"/>
                  </a:lnTo>
                  <a:lnTo>
                    <a:pt x="1083173" y="1550388"/>
                  </a:lnTo>
                  <a:lnTo>
                    <a:pt x="1086342" y="1325817"/>
                  </a:lnTo>
                  <a:lnTo>
                    <a:pt x="1089512" y="1084782"/>
                  </a:lnTo>
                  <a:lnTo>
                    <a:pt x="1092681" y="1029626"/>
                  </a:lnTo>
                  <a:lnTo>
                    <a:pt x="1095850" y="1169781"/>
                  </a:lnTo>
                  <a:lnTo>
                    <a:pt x="1099019" y="1366244"/>
                  </a:lnTo>
                  <a:lnTo>
                    <a:pt x="1102188" y="1571097"/>
                  </a:lnTo>
                  <a:lnTo>
                    <a:pt x="1105357" y="1743415"/>
                  </a:lnTo>
                  <a:lnTo>
                    <a:pt x="1108526" y="1899278"/>
                  </a:lnTo>
                  <a:lnTo>
                    <a:pt x="1111696" y="1874964"/>
                  </a:lnTo>
                  <a:lnTo>
                    <a:pt x="1114865" y="1605471"/>
                  </a:lnTo>
                  <a:lnTo>
                    <a:pt x="1118034" y="1315643"/>
                  </a:lnTo>
                  <a:lnTo>
                    <a:pt x="1121203" y="1208244"/>
                  </a:lnTo>
                  <a:lnTo>
                    <a:pt x="1124372" y="1262374"/>
                  </a:lnTo>
                  <a:lnTo>
                    <a:pt x="1127541" y="1272885"/>
                  </a:lnTo>
                  <a:lnTo>
                    <a:pt x="1130711" y="1427092"/>
                  </a:lnTo>
                  <a:lnTo>
                    <a:pt x="1133880" y="1702921"/>
                  </a:lnTo>
                  <a:lnTo>
                    <a:pt x="1137049" y="1990851"/>
                  </a:lnTo>
                  <a:lnTo>
                    <a:pt x="1140218" y="2148443"/>
                  </a:lnTo>
                  <a:lnTo>
                    <a:pt x="1143387" y="2284541"/>
                  </a:lnTo>
                  <a:lnTo>
                    <a:pt x="1146556" y="2518964"/>
                  </a:lnTo>
                  <a:lnTo>
                    <a:pt x="1149726" y="2642312"/>
                  </a:lnTo>
                  <a:lnTo>
                    <a:pt x="1152895" y="2716655"/>
                  </a:lnTo>
                  <a:lnTo>
                    <a:pt x="1156064" y="2684092"/>
                  </a:lnTo>
                  <a:lnTo>
                    <a:pt x="1159233" y="2617020"/>
                  </a:lnTo>
                  <a:lnTo>
                    <a:pt x="1162402" y="2594795"/>
                  </a:lnTo>
                  <a:lnTo>
                    <a:pt x="1165571" y="2553844"/>
                  </a:lnTo>
                  <a:lnTo>
                    <a:pt x="1168741" y="2563312"/>
                  </a:lnTo>
                  <a:lnTo>
                    <a:pt x="1171910" y="2578005"/>
                  </a:lnTo>
                  <a:lnTo>
                    <a:pt x="1175079" y="2653493"/>
                  </a:lnTo>
                  <a:lnTo>
                    <a:pt x="1178248" y="2788413"/>
                  </a:lnTo>
                  <a:lnTo>
                    <a:pt x="1181417" y="2884453"/>
                  </a:lnTo>
                  <a:lnTo>
                    <a:pt x="1184586" y="2953963"/>
                  </a:lnTo>
                  <a:lnTo>
                    <a:pt x="1187755" y="2974195"/>
                  </a:lnTo>
                  <a:lnTo>
                    <a:pt x="1190925" y="3004979"/>
                  </a:lnTo>
                  <a:lnTo>
                    <a:pt x="1194094" y="3067765"/>
                  </a:lnTo>
                  <a:lnTo>
                    <a:pt x="1197263" y="3090589"/>
                  </a:lnTo>
                  <a:lnTo>
                    <a:pt x="1200432" y="2996328"/>
                  </a:lnTo>
                  <a:lnTo>
                    <a:pt x="1203601" y="2908385"/>
                  </a:lnTo>
                  <a:lnTo>
                    <a:pt x="1206770" y="2857704"/>
                  </a:lnTo>
                  <a:lnTo>
                    <a:pt x="1209940" y="2753326"/>
                  </a:lnTo>
                  <a:lnTo>
                    <a:pt x="1213109" y="2585204"/>
                  </a:lnTo>
                  <a:lnTo>
                    <a:pt x="1216278" y="2424113"/>
                  </a:lnTo>
                  <a:lnTo>
                    <a:pt x="1219447" y="2365152"/>
                  </a:lnTo>
                  <a:lnTo>
                    <a:pt x="1222616" y="2328630"/>
                  </a:lnTo>
                  <a:lnTo>
                    <a:pt x="1225785" y="2322610"/>
                  </a:lnTo>
                  <a:lnTo>
                    <a:pt x="1228955" y="2387752"/>
                  </a:lnTo>
                  <a:lnTo>
                    <a:pt x="1232124" y="2543281"/>
                  </a:lnTo>
                  <a:lnTo>
                    <a:pt x="1235293" y="2709168"/>
                  </a:lnTo>
                  <a:lnTo>
                    <a:pt x="1238462" y="2805850"/>
                  </a:lnTo>
                  <a:lnTo>
                    <a:pt x="1241631" y="2891530"/>
                  </a:lnTo>
                  <a:lnTo>
                    <a:pt x="1244800" y="2943699"/>
                  </a:lnTo>
                  <a:lnTo>
                    <a:pt x="1247969" y="2954303"/>
                  </a:lnTo>
                  <a:lnTo>
                    <a:pt x="1251139" y="2926412"/>
                  </a:lnTo>
                  <a:lnTo>
                    <a:pt x="1254308" y="2933331"/>
                  </a:lnTo>
                  <a:lnTo>
                    <a:pt x="1257477" y="2939891"/>
                  </a:lnTo>
                  <a:lnTo>
                    <a:pt x="1260646" y="2880545"/>
                  </a:lnTo>
                  <a:lnTo>
                    <a:pt x="1263815" y="2806516"/>
                  </a:lnTo>
                  <a:lnTo>
                    <a:pt x="1266984" y="2706407"/>
                  </a:lnTo>
                  <a:lnTo>
                    <a:pt x="1270154" y="2646389"/>
                  </a:lnTo>
                  <a:lnTo>
                    <a:pt x="1273323" y="2627833"/>
                  </a:lnTo>
                  <a:lnTo>
                    <a:pt x="1276492" y="2667356"/>
                  </a:lnTo>
                  <a:lnTo>
                    <a:pt x="1279661" y="2640233"/>
                  </a:lnTo>
                  <a:lnTo>
                    <a:pt x="1282830" y="2531589"/>
                  </a:lnTo>
                  <a:lnTo>
                    <a:pt x="1285999" y="2490705"/>
                  </a:lnTo>
                  <a:lnTo>
                    <a:pt x="1289169" y="2533075"/>
                  </a:lnTo>
                  <a:lnTo>
                    <a:pt x="1292338" y="2531115"/>
                  </a:lnTo>
                  <a:lnTo>
                    <a:pt x="1295507" y="2491916"/>
                  </a:lnTo>
                  <a:lnTo>
                    <a:pt x="1298676" y="2575109"/>
                  </a:lnTo>
                  <a:lnTo>
                    <a:pt x="1301845" y="2757784"/>
                  </a:lnTo>
                  <a:lnTo>
                    <a:pt x="1305014" y="2909083"/>
                  </a:lnTo>
                  <a:lnTo>
                    <a:pt x="1308184" y="2911678"/>
                  </a:lnTo>
                  <a:lnTo>
                    <a:pt x="1311353" y="2870839"/>
                  </a:lnTo>
                  <a:lnTo>
                    <a:pt x="1314522" y="2856729"/>
                  </a:lnTo>
                  <a:lnTo>
                    <a:pt x="1317691" y="2845911"/>
                  </a:lnTo>
                  <a:lnTo>
                    <a:pt x="1320860" y="2810313"/>
                  </a:lnTo>
                  <a:lnTo>
                    <a:pt x="1324029" y="2800195"/>
                  </a:lnTo>
                  <a:lnTo>
                    <a:pt x="1327198" y="2853486"/>
                  </a:lnTo>
                  <a:lnTo>
                    <a:pt x="1330368" y="2922790"/>
                  </a:lnTo>
                  <a:lnTo>
                    <a:pt x="1333537" y="2970997"/>
                  </a:lnTo>
                  <a:lnTo>
                    <a:pt x="1336706" y="2899251"/>
                  </a:lnTo>
                  <a:lnTo>
                    <a:pt x="1339875" y="2808208"/>
                  </a:lnTo>
                  <a:lnTo>
                    <a:pt x="1343044" y="2613185"/>
                  </a:lnTo>
                  <a:lnTo>
                    <a:pt x="1346213" y="2355794"/>
                  </a:lnTo>
                  <a:lnTo>
                    <a:pt x="1349383" y="2174231"/>
                  </a:lnTo>
                  <a:lnTo>
                    <a:pt x="1352552" y="1960856"/>
                  </a:lnTo>
                  <a:lnTo>
                    <a:pt x="1355721" y="1879707"/>
                  </a:lnTo>
                  <a:lnTo>
                    <a:pt x="1358890" y="1850992"/>
                  </a:lnTo>
                  <a:lnTo>
                    <a:pt x="1362059" y="1987980"/>
                  </a:lnTo>
                  <a:lnTo>
                    <a:pt x="1365228" y="2204982"/>
                  </a:lnTo>
                  <a:lnTo>
                    <a:pt x="1368398" y="2363496"/>
                  </a:lnTo>
                  <a:lnTo>
                    <a:pt x="1371567" y="2528736"/>
                  </a:lnTo>
                  <a:lnTo>
                    <a:pt x="1374736" y="2651175"/>
                  </a:lnTo>
                  <a:lnTo>
                    <a:pt x="1377905" y="2806532"/>
                  </a:lnTo>
                  <a:lnTo>
                    <a:pt x="1381074" y="2866396"/>
                  </a:lnTo>
                  <a:lnTo>
                    <a:pt x="1384243" y="2802944"/>
                  </a:lnTo>
                  <a:lnTo>
                    <a:pt x="1387412" y="2752185"/>
                  </a:lnTo>
                  <a:lnTo>
                    <a:pt x="1390582" y="2719494"/>
                  </a:lnTo>
                  <a:lnTo>
                    <a:pt x="1393751" y="2690323"/>
                  </a:lnTo>
                  <a:lnTo>
                    <a:pt x="1396920" y="2650598"/>
                  </a:lnTo>
                  <a:lnTo>
                    <a:pt x="1400089" y="2689448"/>
                  </a:lnTo>
                  <a:lnTo>
                    <a:pt x="1403258" y="2792364"/>
                  </a:lnTo>
                  <a:lnTo>
                    <a:pt x="1406427" y="2803412"/>
                  </a:lnTo>
                  <a:lnTo>
                    <a:pt x="1409597" y="2783919"/>
                  </a:lnTo>
                  <a:lnTo>
                    <a:pt x="1412766" y="2777098"/>
                  </a:lnTo>
                  <a:lnTo>
                    <a:pt x="1415935" y="2732255"/>
                  </a:lnTo>
                  <a:lnTo>
                    <a:pt x="1419104" y="2641021"/>
                  </a:lnTo>
                  <a:lnTo>
                    <a:pt x="1422273" y="2553316"/>
                  </a:lnTo>
                  <a:lnTo>
                    <a:pt x="1425442" y="2509483"/>
                  </a:lnTo>
                  <a:lnTo>
                    <a:pt x="1428612" y="2550005"/>
                  </a:lnTo>
                  <a:lnTo>
                    <a:pt x="1431781" y="2594277"/>
                  </a:lnTo>
                  <a:lnTo>
                    <a:pt x="1434950" y="2636329"/>
                  </a:lnTo>
                  <a:lnTo>
                    <a:pt x="1438119" y="2715322"/>
                  </a:lnTo>
                  <a:lnTo>
                    <a:pt x="1441288" y="2806202"/>
                  </a:lnTo>
                  <a:lnTo>
                    <a:pt x="1444457" y="2912795"/>
                  </a:lnTo>
                  <a:lnTo>
                    <a:pt x="1447627" y="2980455"/>
                  </a:lnTo>
                  <a:lnTo>
                    <a:pt x="1450796" y="2997090"/>
                  </a:lnTo>
                  <a:lnTo>
                    <a:pt x="1453965" y="2997803"/>
                  </a:lnTo>
                  <a:lnTo>
                    <a:pt x="1457134" y="2985992"/>
                  </a:lnTo>
                  <a:lnTo>
                    <a:pt x="1460303" y="2970049"/>
                  </a:lnTo>
                  <a:lnTo>
                    <a:pt x="1463472" y="2970050"/>
                  </a:lnTo>
                  <a:lnTo>
                    <a:pt x="1466641" y="2970050"/>
                  </a:lnTo>
                  <a:lnTo>
                    <a:pt x="1469811" y="2999908"/>
                  </a:lnTo>
                  <a:lnTo>
                    <a:pt x="1472980" y="3060839"/>
                  </a:lnTo>
                  <a:lnTo>
                    <a:pt x="1476149" y="3092460"/>
                  </a:lnTo>
                  <a:lnTo>
                    <a:pt x="1479318" y="3076250"/>
                  </a:lnTo>
                  <a:lnTo>
                    <a:pt x="1482487" y="3045866"/>
                  </a:lnTo>
                  <a:lnTo>
                    <a:pt x="1485656" y="3013277"/>
                  </a:lnTo>
                  <a:lnTo>
                    <a:pt x="1488826" y="2974264"/>
                  </a:lnTo>
                  <a:lnTo>
                    <a:pt x="1491995" y="2947286"/>
                  </a:lnTo>
                  <a:lnTo>
                    <a:pt x="1495164" y="2891113"/>
                  </a:lnTo>
                  <a:lnTo>
                    <a:pt x="1498333" y="2885442"/>
                  </a:lnTo>
                  <a:lnTo>
                    <a:pt x="1501502" y="2915826"/>
                  </a:lnTo>
                  <a:lnTo>
                    <a:pt x="1504671" y="2948416"/>
                  </a:lnTo>
                  <a:lnTo>
                    <a:pt x="1507841" y="2987429"/>
                  </a:lnTo>
                  <a:lnTo>
                    <a:pt x="1511010" y="2995281"/>
                  </a:lnTo>
                  <a:lnTo>
                    <a:pt x="1514179" y="3031643"/>
                  </a:lnTo>
                  <a:lnTo>
                    <a:pt x="1517348" y="3069465"/>
                  </a:lnTo>
                  <a:lnTo>
                    <a:pt x="1520517" y="3069465"/>
                  </a:lnTo>
                  <a:lnTo>
                    <a:pt x="1523686" y="3069465"/>
                  </a:lnTo>
                  <a:lnTo>
                    <a:pt x="1526856" y="3069465"/>
                  </a:lnTo>
                  <a:lnTo>
                    <a:pt x="1530025" y="3069465"/>
                  </a:lnTo>
                  <a:lnTo>
                    <a:pt x="1533194" y="3045232"/>
                  </a:lnTo>
                  <a:lnTo>
                    <a:pt x="1536363" y="2982240"/>
                  </a:lnTo>
                  <a:lnTo>
                    <a:pt x="1539532" y="2927201"/>
                  </a:lnTo>
                  <a:lnTo>
                    <a:pt x="1542701" y="2911153"/>
                  </a:lnTo>
                  <a:lnTo>
                    <a:pt x="1545870" y="2867234"/>
                  </a:lnTo>
                  <a:lnTo>
                    <a:pt x="1549040" y="2850304"/>
                  </a:lnTo>
                  <a:lnTo>
                    <a:pt x="1552209" y="2874536"/>
                  </a:lnTo>
                  <a:lnTo>
                    <a:pt x="1555378" y="2937530"/>
                  </a:lnTo>
                  <a:lnTo>
                    <a:pt x="1558547" y="2983754"/>
                  </a:lnTo>
                  <a:lnTo>
                    <a:pt x="1561716" y="2958633"/>
                  </a:lnTo>
                  <a:lnTo>
                    <a:pt x="1564885" y="2976744"/>
                  </a:lnTo>
                  <a:lnTo>
                    <a:pt x="1568055" y="2993675"/>
                  </a:lnTo>
                  <a:lnTo>
                    <a:pt x="1571224" y="2993676"/>
                  </a:lnTo>
                  <a:lnTo>
                    <a:pt x="1574393" y="2991930"/>
                  </a:lnTo>
                  <a:lnTo>
                    <a:pt x="1577562" y="2973859"/>
                  </a:lnTo>
                  <a:lnTo>
                    <a:pt x="1580731" y="2978960"/>
                  </a:lnTo>
                  <a:lnTo>
                    <a:pt x="1583900" y="2955441"/>
                  </a:lnTo>
                  <a:lnTo>
                    <a:pt x="1587070" y="2879256"/>
                  </a:lnTo>
                  <a:lnTo>
                    <a:pt x="1590239" y="2854634"/>
                  </a:lnTo>
                  <a:lnTo>
                    <a:pt x="1593408" y="2856381"/>
                  </a:lnTo>
                  <a:lnTo>
                    <a:pt x="1596577" y="2870472"/>
                  </a:lnTo>
                  <a:lnTo>
                    <a:pt x="1599746" y="2869168"/>
                  </a:lnTo>
                  <a:lnTo>
                    <a:pt x="1602915" y="2917605"/>
                  </a:lnTo>
                  <a:lnTo>
                    <a:pt x="1606084" y="2993790"/>
                  </a:lnTo>
                  <a:lnTo>
                    <a:pt x="1609254" y="3018413"/>
                  </a:lnTo>
                  <a:lnTo>
                    <a:pt x="1612423" y="3018413"/>
                  </a:lnTo>
                  <a:lnTo>
                    <a:pt x="1615592" y="3031205"/>
                  </a:lnTo>
                  <a:lnTo>
                    <a:pt x="1618761" y="3068575"/>
                  </a:lnTo>
                  <a:lnTo>
                    <a:pt x="1621930" y="3069465"/>
                  </a:lnTo>
                  <a:lnTo>
                    <a:pt x="1625099" y="3055550"/>
                  </a:lnTo>
                  <a:lnTo>
                    <a:pt x="1628269" y="3019343"/>
                  </a:lnTo>
                  <a:lnTo>
                    <a:pt x="1631438" y="2993170"/>
                  </a:lnTo>
                  <a:lnTo>
                    <a:pt x="1634607" y="2992344"/>
                  </a:lnTo>
                  <a:lnTo>
                    <a:pt x="1637776" y="2992345"/>
                  </a:lnTo>
                  <a:lnTo>
                    <a:pt x="1640945" y="2992345"/>
                  </a:lnTo>
                  <a:lnTo>
                    <a:pt x="1644114" y="2987518"/>
                  </a:lnTo>
                  <a:lnTo>
                    <a:pt x="1647284" y="2954463"/>
                  </a:lnTo>
                  <a:lnTo>
                    <a:pt x="1650453" y="2937830"/>
                  </a:lnTo>
                  <a:lnTo>
                    <a:pt x="1653622" y="2864658"/>
                  </a:lnTo>
                  <a:lnTo>
                    <a:pt x="1656791" y="2819466"/>
                  </a:lnTo>
                  <a:lnTo>
                    <a:pt x="1659960" y="2818504"/>
                  </a:lnTo>
                  <a:lnTo>
                    <a:pt x="1663129" y="2808563"/>
                  </a:lnTo>
                  <a:lnTo>
                    <a:pt x="1666299" y="2841082"/>
                  </a:lnTo>
                  <a:lnTo>
                    <a:pt x="1669468" y="2873661"/>
                  </a:lnTo>
                  <a:lnTo>
                    <a:pt x="1672637" y="2906837"/>
                  </a:lnTo>
                  <a:lnTo>
                    <a:pt x="1675806" y="2844142"/>
                  </a:lnTo>
                  <a:lnTo>
                    <a:pt x="1678975" y="2718784"/>
                  </a:lnTo>
                  <a:lnTo>
                    <a:pt x="1682144" y="2536250"/>
                  </a:lnTo>
                  <a:lnTo>
                    <a:pt x="1685313" y="2339082"/>
                  </a:lnTo>
                  <a:lnTo>
                    <a:pt x="1688483" y="2133285"/>
                  </a:lnTo>
                  <a:lnTo>
                    <a:pt x="1691652" y="2041472"/>
                  </a:lnTo>
                  <a:lnTo>
                    <a:pt x="1694821" y="2018125"/>
                  </a:lnTo>
                  <a:lnTo>
                    <a:pt x="1697990" y="1945526"/>
                  </a:lnTo>
                  <a:lnTo>
                    <a:pt x="1701159" y="2031085"/>
                  </a:lnTo>
                  <a:lnTo>
                    <a:pt x="1704328" y="2245706"/>
                  </a:lnTo>
                  <a:lnTo>
                    <a:pt x="1707498" y="2461727"/>
                  </a:lnTo>
                  <a:lnTo>
                    <a:pt x="1710667" y="2594365"/>
                  </a:lnTo>
                  <a:lnTo>
                    <a:pt x="1713836" y="2721174"/>
                  </a:lnTo>
                  <a:lnTo>
                    <a:pt x="1717005" y="2871252"/>
                  </a:lnTo>
                  <a:lnTo>
                    <a:pt x="1720174" y="2976366"/>
                  </a:lnTo>
                  <a:lnTo>
                    <a:pt x="1723343" y="2995660"/>
                  </a:lnTo>
                  <a:lnTo>
                    <a:pt x="1726513" y="2995660"/>
                  </a:lnTo>
                  <a:lnTo>
                    <a:pt x="1729682" y="2974438"/>
                  </a:lnTo>
                  <a:lnTo>
                    <a:pt x="1732851" y="2901770"/>
                  </a:lnTo>
                  <a:lnTo>
                    <a:pt x="1736020" y="2846320"/>
                  </a:lnTo>
                  <a:lnTo>
                    <a:pt x="1739189" y="2778547"/>
                  </a:lnTo>
                  <a:lnTo>
                    <a:pt x="1742358" y="2744887"/>
                  </a:lnTo>
                  <a:lnTo>
                    <a:pt x="1745527" y="2744889"/>
                  </a:lnTo>
                  <a:lnTo>
                    <a:pt x="1748697" y="2765971"/>
                  </a:lnTo>
                  <a:lnTo>
                    <a:pt x="1751866" y="2797813"/>
                  </a:lnTo>
                  <a:lnTo>
                    <a:pt x="1755035" y="2873555"/>
                  </a:lnTo>
                  <a:lnTo>
                    <a:pt x="1758204" y="2961866"/>
                  </a:lnTo>
                  <a:lnTo>
                    <a:pt x="1761373" y="2946551"/>
                  </a:lnTo>
                  <a:lnTo>
                    <a:pt x="1764542" y="2905994"/>
                  </a:lnTo>
                  <a:lnTo>
                    <a:pt x="1767712" y="2779821"/>
                  </a:lnTo>
                  <a:lnTo>
                    <a:pt x="1770881" y="2643863"/>
                  </a:lnTo>
                  <a:lnTo>
                    <a:pt x="1774050" y="2533587"/>
                  </a:lnTo>
                  <a:lnTo>
                    <a:pt x="1777219" y="2510842"/>
                  </a:lnTo>
                  <a:lnTo>
                    <a:pt x="1780388" y="2559817"/>
                  </a:lnTo>
                  <a:lnTo>
                    <a:pt x="1783557" y="2600374"/>
                  </a:lnTo>
                  <a:lnTo>
                    <a:pt x="1786727" y="2726688"/>
                  </a:lnTo>
                  <a:lnTo>
                    <a:pt x="1789896" y="2902242"/>
                  </a:lnTo>
                  <a:lnTo>
                    <a:pt x="1793065" y="3006476"/>
                  </a:lnTo>
                  <a:lnTo>
                    <a:pt x="1796234" y="2996569"/>
                  </a:lnTo>
                  <a:lnTo>
                    <a:pt x="1799403" y="2993125"/>
                  </a:lnTo>
                  <a:lnTo>
                    <a:pt x="1802572" y="2993126"/>
                  </a:lnTo>
                  <a:lnTo>
                    <a:pt x="1805742" y="2993126"/>
                  </a:lnTo>
                  <a:lnTo>
                    <a:pt x="1808911" y="2998780"/>
                  </a:lnTo>
                  <a:lnTo>
                    <a:pt x="1812080" y="3033370"/>
                  </a:lnTo>
                  <a:lnTo>
                    <a:pt x="1815249" y="3066019"/>
                  </a:lnTo>
                  <a:lnTo>
                    <a:pt x="1818418" y="3069465"/>
                  </a:lnTo>
                  <a:lnTo>
                    <a:pt x="1821587" y="3021758"/>
                  </a:lnTo>
                  <a:lnTo>
                    <a:pt x="1824756" y="2947074"/>
                  </a:lnTo>
                  <a:lnTo>
                    <a:pt x="1827926" y="2930870"/>
                  </a:lnTo>
                  <a:lnTo>
                    <a:pt x="1831095" y="2930872"/>
                  </a:lnTo>
                  <a:lnTo>
                    <a:pt x="1834264" y="2930873"/>
                  </a:lnTo>
                  <a:lnTo>
                    <a:pt x="1837433" y="2930045"/>
                  </a:lnTo>
                  <a:lnTo>
                    <a:pt x="1840602" y="2943835"/>
                  </a:lnTo>
                  <a:lnTo>
                    <a:pt x="1843771" y="2981660"/>
                  </a:lnTo>
                  <a:lnTo>
                    <a:pt x="1846941" y="2993629"/>
                  </a:lnTo>
                  <a:lnTo>
                    <a:pt x="1850110" y="2993630"/>
                  </a:lnTo>
                  <a:lnTo>
                    <a:pt x="1853279" y="2993630"/>
                  </a:lnTo>
                  <a:lnTo>
                    <a:pt x="1856448" y="2994459"/>
                  </a:lnTo>
                  <a:lnTo>
                    <a:pt x="1859617" y="3028373"/>
                  </a:lnTo>
                  <a:lnTo>
                    <a:pt x="1862786" y="3065230"/>
                  </a:lnTo>
                  <a:lnTo>
                    <a:pt x="1865956" y="3069465"/>
                  </a:lnTo>
                  <a:lnTo>
                    <a:pt x="1869125" y="3069465"/>
                  </a:lnTo>
                  <a:lnTo>
                    <a:pt x="1872294" y="3062950"/>
                  </a:lnTo>
                  <a:lnTo>
                    <a:pt x="1875463" y="3043144"/>
                  </a:lnTo>
                  <a:lnTo>
                    <a:pt x="1878632" y="3006493"/>
                  </a:lnTo>
                  <a:lnTo>
                    <a:pt x="1881801" y="2967835"/>
                  </a:lnTo>
                  <a:lnTo>
                    <a:pt x="1884971" y="2967835"/>
                  </a:lnTo>
                  <a:lnTo>
                    <a:pt x="1888140" y="2967836"/>
                  </a:lnTo>
                  <a:lnTo>
                    <a:pt x="1891309" y="2974351"/>
                  </a:lnTo>
                  <a:lnTo>
                    <a:pt x="1894478" y="2994157"/>
                  </a:lnTo>
                  <a:lnTo>
                    <a:pt x="1897647" y="3030807"/>
                  </a:lnTo>
                  <a:lnTo>
                    <a:pt x="1900816" y="3069465"/>
                  </a:lnTo>
                  <a:lnTo>
                    <a:pt x="1903985" y="3069465"/>
                  </a:lnTo>
                  <a:lnTo>
                    <a:pt x="1907155" y="3065894"/>
                  </a:lnTo>
                  <a:lnTo>
                    <a:pt x="1910324" y="3033037"/>
                  </a:lnTo>
                  <a:lnTo>
                    <a:pt x="1913493" y="3004196"/>
                  </a:lnTo>
                  <a:lnTo>
                    <a:pt x="1916662" y="2869839"/>
                  </a:lnTo>
                  <a:lnTo>
                    <a:pt x="1919831" y="2692147"/>
                  </a:lnTo>
                  <a:lnTo>
                    <a:pt x="1923000" y="2520105"/>
                  </a:lnTo>
                  <a:lnTo>
                    <a:pt x="1926170" y="2392577"/>
                  </a:lnTo>
                  <a:lnTo>
                    <a:pt x="1929339" y="2337270"/>
                  </a:lnTo>
                  <a:lnTo>
                    <a:pt x="1932508" y="2286994"/>
                  </a:lnTo>
                  <a:lnTo>
                    <a:pt x="1935677" y="2388696"/>
                  </a:lnTo>
                  <a:lnTo>
                    <a:pt x="1938846" y="2566388"/>
                  </a:lnTo>
                  <a:lnTo>
                    <a:pt x="1942015" y="2738431"/>
                  </a:lnTo>
                  <a:lnTo>
                    <a:pt x="1945185" y="2823030"/>
                  </a:lnTo>
                  <a:lnTo>
                    <a:pt x="1948354" y="2809841"/>
                  </a:lnTo>
                  <a:lnTo>
                    <a:pt x="1951523" y="2824774"/>
                  </a:lnTo>
                  <a:lnTo>
                    <a:pt x="1954692" y="2815646"/>
                  </a:lnTo>
                  <a:lnTo>
                    <a:pt x="1957861" y="2744825"/>
                  </a:lnTo>
                  <a:lnTo>
                    <a:pt x="1961030" y="2634086"/>
                  </a:lnTo>
                  <a:lnTo>
                    <a:pt x="1964199" y="2620157"/>
                  </a:lnTo>
                  <a:lnTo>
                    <a:pt x="1967369" y="2721510"/>
                  </a:lnTo>
                  <a:lnTo>
                    <a:pt x="1970538" y="2785693"/>
                  </a:lnTo>
                  <a:lnTo>
                    <a:pt x="1973707" y="2827475"/>
                  </a:lnTo>
                  <a:lnTo>
                    <a:pt x="1976876" y="2898297"/>
                  </a:lnTo>
                  <a:lnTo>
                    <a:pt x="1980045" y="3009036"/>
                  </a:lnTo>
                  <a:lnTo>
                    <a:pt x="1983214" y="3069465"/>
                  </a:lnTo>
                  <a:lnTo>
                    <a:pt x="1986384" y="3061857"/>
                  </a:lnTo>
                  <a:lnTo>
                    <a:pt x="1989553" y="3004744"/>
                  </a:lnTo>
                  <a:lnTo>
                    <a:pt x="1992722" y="2942847"/>
                  </a:lnTo>
                  <a:lnTo>
                    <a:pt x="1995891" y="2927761"/>
                  </a:lnTo>
                  <a:lnTo>
                    <a:pt x="1999060" y="2899248"/>
                  </a:lnTo>
                  <a:lnTo>
                    <a:pt x="2002229" y="2827288"/>
                  </a:lnTo>
                  <a:lnTo>
                    <a:pt x="2005399" y="2794942"/>
                  </a:lnTo>
                  <a:lnTo>
                    <a:pt x="2008568" y="2856830"/>
                  </a:lnTo>
                  <a:lnTo>
                    <a:pt x="2011737" y="2912932"/>
                  </a:lnTo>
                  <a:lnTo>
                    <a:pt x="2014906" y="2903949"/>
                  </a:lnTo>
                  <a:lnTo>
                    <a:pt x="2018075" y="2929707"/>
                  </a:lnTo>
                  <a:lnTo>
                    <a:pt x="2021244" y="3001669"/>
                  </a:lnTo>
                  <a:lnTo>
                    <a:pt x="2024414" y="3041624"/>
                  </a:lnTo>
                  <a:lnTo>
                    <a:pt x="2027583" y="3029994"/>
                  </a:lnTo>
                  <a:lnTo>
                    <a:pt x="2030752" y="2997686"/>
                  </a:lnTo>
                  <a:lnTo>
                    <a:pt x="2033921" y="2995808"/>
                  </a:lnTo>
                  <a:lnTo>
                    <a:pt x="2037090" y="3027601"/>
                  </a:lnTo>
                  <a:lnTo>
                    <a:pt x="2040259" y="3040928"/>
                  </a:lnTo>
                  <a:lnTo>
                    <a:pt x="2043428" y="3040928"/>
                  </a:lnTo>
                  <a:lnTo>
                    <a:pt x="2046598" y="3047781"/>
                  </a:lnTo>
                  <a:lnTo>
                    <a:pt x="2049767" y="3085884"/>
                  </a:lnTo>
                  <a:lnTo>
                    <a:pt x="2052936" y="3111827"/>
                  </a:lnTo>
                  <a:lnTo>
                    <a:pt x="2056105" y="3082793"/>
                  </a:lnTo>
                  <a:lnTo>
                    <a:pt x="2059274" y="3069465"/>
                  </a:lnTo>
                  <a:lnTo>
                    <a:pt x="2062443" y="3069465"/>
                  </a:lnTo>
                  <a:lnTo>
                    <a:pt x="2065613" y="3069465"/>
                  </a:lnTo>
                  <a:lnTo>
                    <a:pt x="2068782" y="3069465"/>
                  </a:lnTo>
                  <a:lnTo>
                    <a:pt x="2071951" y="3069465"/>
                  </a:lnTo>
                  <a:lnTo>
                    <a:pt x="2075120" y="3069465"/>
                  </a:lnTo>
                  <a:lnTo>
                    <a:pt x="2078289" y="3076217"/>
                  </a:lnTo>
                  <a:lnTo>
                    <a:pt x="2081458" y="3072343"/>
                  </a:lnTo>
                  <a:lnTo>
                    <a:pt x="2084628" y="3043811"/>
                  </a:lnTo>
                  <a:lnTo>
                    <a:pt x="2087797" y="3006806"/>
                  </a:lnTo>
                  <a:lnTo>
                    <a:pt x="2090966" y="2971089"/>
                  </a:lnTo>
                  <a:lnTo>
                    <a:pt x="2094135" y="2964498"/>
                  </a:lnTo>
                  <a:lnTo>
                    <a:pt x="2097304" y="2929178"/>
                  </a:lnTo>
                  <a:lnTo>
                    <a:pt x="2100473" y="2893279"/>
                  </a:lnTo>
                  <a:lnTo>
                    <a:pt x="2103642" y="2914452"/>
                  </a:lnTo>
                  <a:lnTo>
                    <a:pt x="2106812" y="2951457"/>
                  </a:lnTo>
                  <a:lnTo>
                    <a:pt x="2109981" y="2987175"/>
                  </a:lnTo>
                  <a:lnTo>
                    <a:pt x="2113150" y="2993768"/>
                  </a:lnTo>
                  <a:lnTo>
                    <a:pt x="2116319" y="3022334"/>
                  </a:lnTo>
                  <a:lnTo>
                    <a:pt x="2119488" y="3062106"/>
                  </a:lnTo>
                  <a:lnTo>
                    <a:pt x="2122657" y="3069465"/>
                  </a:lnTo>
                  <a:lnTo>
                    <a:pt x="2125827" y="3069465"/>
                  </a:lnTo>
                  <a:lnTo>
                    <a:pt x="2128996" y="3069465"/>
                  </a:lnTo>
                  <a:lnTo>
                    <a:pt x="2132165" y="3069465"/>
                  </a:lnTo>
                  <a:lnTo>
                    <a:pt x="2135334" y="3069465"/>
                  </a:lnTo>
                  <a:lnTo>
                    <a:pt x="2138503" y="3069465"/>
                  </a:lnTo>
                  <a:lnTo>
                    <a:pt x="2141672" y="3069465"/>
                  </a:lnTo>
                  <a:lnTo>
                    <a:pt x="2144842" y="3069465"/>
                  </a:lnTo>
                  <a:lnTo>
                    <a:pt x="2148011" y="3069465"/>
                  </a:lnTo>
                  <a:lnTo>
                    <a:pt x="2151180" y="3069465"/>
                  </a:lnTo>
                  <a:lnTo>
                    <a:pt x="2154349" y="3069465"/>
                  </a:lnTo>
                  <a:lnTo>
                    <a:pt x="2157518" y="3069465"/>
                  </a:lnTo>
                  <a:lnTo>
                    <a:pt x="2160687" y="3069465"/>
                  </a:lnTo>
                  <a:lnTo>
                    <a:pt x="2163857" y="3069465"/>
                  </a:lnTo>
                  <a:lnTo>
                    <a:pt x="2167026" y="3069465"/>
                  </a:lnTo>
                  <a:lnTo>
                    <a:pt x="2170195" y="3079712"/>
                  </a:lnTo>
                  <a:lnTo>
                    <a:pt x="2173364" y="3108746"/>
                  </a:lnTo>
                  <a:lnTo>
                    <a:pt x="2175887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436752" y="3130962"/>
              <a:ext cx="161567" cy="131514"/>
            </a:xfrm>
            <a:custGeom>
              <a:avLst/>
              <a:pathLst>
                <a:path w="161567" h="131514">
                  <a:moveTo>
                    <a:pt x="0" y="131514"/>
                  </a:moveTo>
                  <a:lnTo>
                    <a:pt x="2517" y="123375"/>
                  </a:lnTo>
                  <a:lnTo>
                    <a:pt x="5686" y="94340"/>
                  </a:lnTo>
                  <a:lnTo>
                    <a:pt x="8855" y="84006"/>
                  </a:lnTo>
                  <a:lnTo>
                    <a:pt x="12024" y="84006"/>
                  </a:lnTo>
                  <a:lnTo>
                    <a:pt x="15193" y="84006"/>
                  </a:lnTo>
                  <a:lnTo>
                    <a:pt x="18362" y="84006"/>
                  </a:lnTo>
                  <a:lnTo>
                    <a:pt x="21532" y="84006"/>
                  </a:lnTo>
                  <a:lnTo>
                    <a:pt x="24701" y="84006"/>
                  </a:lnTo>
                  <a:lnTo>
                    <a:pt x="27870" y="84006"/>
                  </a:lnTo>
                  <a:lnTo>
                    <a:pt x="31039" y="84006"/>
                  </a:lnTo>
                  <a:lnTo>
                    <a:pt x="34208" y="84006"/>
                  </a:lnTo>
                  <a:lnTo>
                    <a:pt x="37377" y="84006"/>
                  </a:lnTo>
                  <a:lnTo>
                    <a:pt x="40547" y="82388"/>
                  </a:lnTo>
                  <a:lnTo>
                    <a:pt x="43716" y="52331"/>
                  </a:lnTo>
                  <a:lnTo>
                    <a:pt x="46885" y="16149"/>
                  </a:lnTo>
                  <a:lnTo>
                    <a:pt x="50054" y="7469"/>
                  </a:lnTo>
                  <a:lnTo>
                    <a:pt x="53223" y="7471"/>
                  </a:lnTo>
                  <a:lnTo>
                    <a:pt x="56392" y="7471"/>
                  </a:lnTo>
                  <a:lnTo>
                    <a:pt x="59562" y="9090"/>
                  </a:lnTo>
                  <a:lnTo>
                    <a:pt x="62731" y="35300"/>
                  </a:lnTo>
                  <a:lnTo>
                    <a:pt x="65900" y="36782"/>
                  </a:lnTo>
                  <a:lnTo>
                    <a:pt x="69069" y="11204"/>
                  </a:lnTo>
                  <a:lnTo>
                    <a:pt x="72238" y="7895"/>
                  </a:lnTo>
                  <a:lnTo>
                    <a:pt x="75407" y="7896"/>
                  </a:lnTo>
                  <a:lnTo>
                    <a:pt x="78577" y="7896"/>
                  </a:lnTo>
                  <a:lnTo>
                    <a:pt x="81746" y="11741"/>
                  </a:lnTo>
                  <a:lnTo>
                    <a:pt x="84915" y="46441"/>
                  </a:lnTo>
                  <a:lnTo>
                    <a:pt x="88084" y="80696"/>
                  </a:lnTo>
                  <a:lnTo>
                    <a:pt x="91253" y="84006"/>
                  </a:lnTo>
                  <a:lnTo>
                    <a:pt x="94422" y="84006"/>
                  </a:lnTo>
                  <a:lnTo>
                    <a:pt x="97591" y="84006"/>
                  </a:lnTo>
                  <a:lnTo>
                    <a:pt x="100761" y="84006"/>
                  </a:lnTo>
                  <a:lnTo>
                    <a:pt x="103930" y="84006"/>
                  </a:lnTo>
                  <a:lnTo>
                    <a:pt x="107099" y="84006"/>
                  </a:lnTo>
                  <a:lnTo>
                    <a:pt x="110268" y="84006"/>
                  </a:lnTo>
                  <a:lnTo>
                    <a:pt x="113437" y="84006"/>
                  </a:lnTo>
                  <a:lnTo>
                    <a:pt x="116606" y="60182"/>
                  </a:lnTo>
                  <a:lnTo>
                    <a:pt x="119776" y="18249"/>
                  </a:lnTo>
                  <a:lnTo>
                    <a:pt x="122945" y="8273"/>
                  </a:lnTo>
                  <a:lnTo>
                    <a:pt x="126114" y="20282"/>
                  </a:lnTo>
                  <a:lnTo>
                    <a:pt x="129283" y="0"/>
                  </a:lnTo>
                  <a:lnTo>
                    <a:pt x="132452" y="13606"/>
                  </a:lnTo>
                  <a:lnTo>
                    <a:pt x="135621" y="70971"/>
                  </a:lnTo>
                  <a:lnTo>
                    <a:pt x="138791" y="102194"/>
                  </a:lnTo>
                  <a:lnTo>
                    <a:pt x="141960" y="109729"/>
                  </a:lnTo>
                  <a:lnTo>
                    <a:pt x="145129" y="97722"/>
                  </a:lnTo>
                  <a:lnTo>
                    <a:pt x="148298" y="118004"/>
                  </a:lnTo>
                  <a:lnTo>
                    <a:pt x="151467" y="104398"/>
                  </a:lnTo>
                  <a:lnTo>
                    <a:pt x="154636" y="70854"/>
                  </a:lnTo>
                  <a:lnTo>
                    <a:pt x="157805" y="97795"/>
                  </a:lnTo>
                  <a:lnTo>
                    <a:pt x="160975" y="129180"/>
                  </a:lnTo>
                  <a:lnTo>
                    <a:pt x="161567" y="1315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620167" y="3137899"/>
              <a:ext cx="34247" cy="124577"/>
            </a:xfrm>
            <a:custGeom>
              <a:avLst/>
              <a:pathLst>
                <a:path w="34247" h="124577">
                  <a:moveTo>
                    <a:pt x="0" y="124577"/>
                  </a:moveTo>
                  <a:lnTo>
                    <a:pt x="2913" y="45694"/>
                  </a:lnTo>
                  <a:lnTo>
                    <a:pt x="6082" y="0"/>
                  </a:lnTo>
                  <a:lnTo>
                    <a:pt x="9251" y="1"/>
                  </a:lnTo>
                  <a:lnTo>
                    <a:pt x="12420" y="2"/>
                  </a:lnTo>
                  <a:lnTo>
                    <a:pt x="15589" y="2"/>
                  </a:lnTo>
                  <a:lnTo>
                    <a:pt x="18758" y="19150"/>
                  </a:lnTo>
                  <a:lnTo>
                    <a:pt x="21928" y="55577"/>
                  </a:lnTo>
                  <a:lnTo>
                    <a:pt x="25097" y="77070"/>
                  </a:lnTo>
                  <a:lnTo>
                    <a:pt x="28266" y="77070"/>
                  </a:lnTo>
                  <a:lnTo>
                    <a:pt x="31435" y="77070"/>
                  </a:lnTo>
                  <a:lnTo>
                    <a:pt x="34247" y="1245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671153" y="2809076"/>
              <a:ext cx="71881" cy="453400"/>
            </a:xfrm>
            <a:custGeom>
              <a:avLst/>
              <a:pathLst>
                <a:path w="71881" h="453400">
                  <a:moveTo>
                    <a:pt x="0" y="453400"/>
                  </a:moveTo>
                  <a:lnTo>
                    <a:pt x="2633" y="392346"/>
                  </a:lnTo>
                  <a:lnTo>
                    <a:pt x="5802" y="254278"/>
                  </a:lnTo>
                  <a:lnTo>
                    <a:pt x="8971" y="228722"/>
                  </a:lnTo>
                  <a:lnTo>
                    <a:pt x="12140" y="283955"/>
                  </a:lnTo>
                  <a:lnTo>
                    <a:pt x="15309" y="218686"/>
                  </a:lnTo>
                  <a:lnTo>
                    <a:pt x="18478" y="124942"/>
                  </a:lnTo>
                  <a:lnTo>
                    <a:pt x="21648" y="29652"/>
                  </a:lnTo>
                  <a:lnTo>
                    <a:pt x="24817" y="36823"/>
                  </a:lnTo>
                  <a:lnTo>
                    <a:pt x="27986" y="24336"/>
                  </a:lnTo>
                  <a:lnTo>
                    <a:pt x="31155" y="0"/>
                  </a:lnTo>
                  <a:lnTo>
                    <a:pt x="34324" y="53543"/>
                  </a:lnTo>
                  <a:lnTo>
                    <a:pt x="37493" y="115186"/>
                  </a:lnTo>
                  <a:lnTo>
                    <a:pt x="40663" y="227234"/>
                  </a:lnTo>
                  <a:lnTo>
                    <a:pt x="43832" y="287759"/>
                  </a:lnTo>
                  <a:lnTo>
                    <a:pt x="47001" y="283002"/>
                  </a:lnTo>
                  <a:lnTo>
                    <a:pt x="50170" y="268223"/>
                  </a:lnTo>
                  <a:lnTo>
                    <a:pt x="53339" y="279599"/>
                  </a:lnTo>
                  <a:lnTo>
                    <a:pt x="56508" y="328017"/>
                  </a:lnTo>
                  <a:lnTo>
                    <a:pt x="59678" y="359750"/>
                  </a:lnTo>
                  <a:lnTo>
                    <a:pt x="62847" y="365802"/>
                  </a:lnTo>
                  <a:lnTo>
                    <a:pt x="66016" y="404010"/>
                  </a:lnTo>
                  <a:lnTo>
                    <a:pt x="69185" y="429608"/>
                  </a:lnTo>
                  <a:lnTo>
                    <a:pt x="71881" y="4534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748113" y="2607468"/>
              <a:ext cx="209491" cy="655008"/>
            </a:xfrm>
            <a:custGeom>
              <a:avLst/>
              <a:pathLst>
                <a:path w="209491" h="655008">
                  <a:moveTo>
                    <a:pt x="0" y="655008"/>
                  </a:moveTo>
                  <a:lnTo>
                    <a:pt x="1733" y="633202"/>
                  </a:lnTo>
                  <a:lnTo>
                    <a:pt x="4902" y="543858"/>
                  </a:lnTo>
                  <a:lnTo>
                    <a:pt x="8071" y="515839"/>
                  </a:lnTo>
                  <a:lnTo>
                    <a:pt x="11240" y="543921"/>
                  </a:lnTo>
                  <a:lnTo>
                    <a:pt x="14409" y="541580"/>
                  </a:lnTo>
                  <a:lnTo>
                    <a:pt x="17578" y="509494"/>
                  </a:lnTo>
                  <a:lnTo>
                    <a:pt x="20748" y="473511"/>
                  </a:lnTo>
                  <a:lnTo>
                    <a:pt x="23917" y="501759"/>
                  </a:lnTo>
                  <a:lnTo>
                    <a:pt x="27086" y="519863"/>
                  </a:lnTo>
                  <a:lnTo>
                    <a:pt x="30255" y="465731"/>
                  </a:lnTo>
                  <a:lnTo>
                    <a:pt x="33424" y="450315"/>
                  </a:lnTo>
                  <a:lnTo>
                    <a:pt x="36593" y="452190"/>
                  </a:lnTo>
                  <a:lnTo>
                    <a:pt x="39763" y="499489"/>
                  </a:lnTo>
                  <a:lnTo>
                    <a:pt x="42932" y="557482"/>
                  </a:lnTo>
                  <a:lnTo>
                    <a:pt x="46101" y="493813"/>
                  </a:lnTo>
                  <a:lnTo>
                    <a:pt x="49270" y="452458"/>
                  </a:lnTo>
                  <a:lnTo>
                    <a:pt x="52439" y="422731"/>
                  </a:lnTo>
                  <a:lnTo>
                    <a:pt x="55608" y="336250"/>
                  </a:lnTo>
                  <a:lnTo>
                    <a:pt x="58778" y="272878"/>
                  </a:lnTo>
                  <a:lnTo>
                    <a:pt x="61947" y="271457"/>
                  </a:lnTo>
                  <a:lnTo>
                    <a:pt x="65116" y="345042"/>
                  </a:lnTo>
                  <a:lnTo>
                    <a:pt x="68285" y="412446"/>
                  </a:lnTo>
                  <a:lnTo>
                    <a:pt x="71454" y="433802"/>
                  </a:lnTo>
                  <a:lnTo>
                    <a:pt x="74623" y="432170"/>
                  </a:lnTo>
                  <a:lnTo>
                    <a:pt x="77792" y="438913"/>
                  </a:lnTo>
                  <a:lnTo>
                    <a:pt x="80962" y="439555"/>
                  </a:lnTo>
                  <a:lnTo>
                    <a:pt x="84131" y="447892"/>
                  </a:lnTo>
                  <a:lnTo>
                    <a:pt x="87300" y="447893"/>
                  </a:lnTo>
                  <a:lnTo>
                    <a:pt x="90469" y="469489"/>
                  </a:lnTo>
                  <a:lnTo>
                    <a:pt x="93638" y="570755"/>
                  </a:lnTo>
                  <a:lnTo>
                    <a:pt x="96807" y="646047"/>
                  </a:lnTo>
                  <a:lnTo>
                    <a:pt x="99977" y="591509"/>
                  </a:lnTo>
                  <a:lnTo>
                    <a:pt x="103146" y="481311"/>
                  </a:lnTo>
                  <a:lnTo>
                    <a:pt x="106315" y="341426"/>
                  </a:lnTo>
                  <a:lnTo>
                    <a:pt x="109484" y="309368"/>
                  </a:lnTo>
                  <a:lnTo>
                    <a:pt x="112653" y="263216"/>
                  </a:lnTo>
                  <a:lnTo>
                    <a:pt x="115822" y="171476"/>
                  </a:lnTo>
                  <a:lnTo>
                    <a:pt x="118992" y="136353"/>
                  </a:lnTo>
                  <a:lnTo>
                    <a:pt x="122161" y="89949"/>
                  </a:lnTo>
                  <a:lnTo>
                    <a:pt x="125330" y="63851"/>
                  </a:lnTo>
                  <a:lnTo>
                    <a:pt x="128499" y="21935"/>
                  </a:lnTo>
                  <a:lnTo>
                    <a:pt x="131668" y="2440"/>
                  </a:lnTo>
                  <a:lnTo>
                    <a:pt x="134837" y="0"/>
                  </a:lnTo>
                  <a:lnTo>
                    <a:pt x="138006" y="30967"/>
                  </a:lnTo>
                  <a:lnTo>
                    <a:pt x="141176" y="104901"/>
                  </a:lnTo>
                  <a:lnTo>
                    <a:pt x="144345" y="100924"/>
                  </a:lnTo>
                  <a:lnTo>
                    <a:pt x="147514" y="37225"/>
                  </a:lnTo>
                  <a:lnTo>
                    <a:pt x="150683" y="81142"/>
                  </a:lnTo>
                  <a:lnTo>
                    <a:pt x="153852" y="144934"/>
                  </a:lnTo>
                  <a:lnTo>
                    <a:pt x="157021" y="159640"/>
                  </a:lnTo>
                  <a:lnTo>
                    <a:pt x="160191" y="217038"/>
                  </a:lnTo>
                  <a:lnTo>
                    <a:pt x="163360" y="387003"/>
                  </a:lnTo>
                  <a:lnTo>
                    <a:pt x="166529" y="506696"/>
                  </a:lnTo>
                  <a:lnTo>
                    <a:pt x="169698" y="432507"/>
                  </a:lnTo>
                  <a:lnTo>
                    <a:pt x="172867" y="378330"/>
                  </a:lnTo>
                  <a:lnTo>
                    <a:pt x="176036" y="422046"/>
                  </a:lnTo>
                  <a:lnTo>
                    <a:pt x="179206" y="401696"/>
                  </a:lnTo>
                  <a:lnTo>
                    <a:pt x="182375" y="341582"/>
                  </a:lnTo>
                  <a:lnTo>
                    <a:pt x="185544" y="294387"/>
                  </a:lnTo>
                  <a:lnTo>
                    <a:pt x="188713" y="325905"/>
                  </a:lnTo>
                  <a:lnTo>
                    <a:pt x="191882" y="382858"/>
                  </a:lnTo>
                  <a:lnTo>
                    <a:pt x="195051" y="384732"/>
                  </a:lnTo>
                  <a:lnTo>
                    <a:pt x="198221" y="422013"/>
                  </a:lnTo>
                  <a:lnTo>
                    <a:pt x="201390" y="489087"/>
                  </a:lnTo>
                  <a:lnTo>
                    <a:pt x="204559" y="583208"/>
                  </a:lnTo>
                  <a:lnTo>
                    <a:pt x="207728" y="650031"/>
                  </a:lnTo>
                  <a:lnTo>
                    <a:pt x="209491" y="6550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966498" y="2863594"/>
              <a:ext cx="423998" cy="398882"/>
            </a:xfrm>
            <a:custGeom>
              <a:avLst/>
              <a:pathLst>
                <a:path w="423998" h="398882">
                  <a:moveTo>
                    <a:pt x="0" y="398882"/>
                  </a:moveTo>
                  <a:lnTo>
                    <a:pt x="2020" y="372013"/>
                  </a:lnTo>
                  <a:lnTo>
                    <a:pt x="5189" y="339758"/>
                  </a:lnTo>
                  <a:lnTo>
                    <a:pt x="8358" y="324182"/>
                  </a:lnTo>
                  <a:lnTo>
                    <a:pt x="11527" y="324182"/>
                  </a:lnTo>
                  <a:lnTo>
                    <a:pt x="14696" y="316578"/>
                  </a:lnTo>
                  <a:lnTo>
                    <a:pt x="17865" y="312870"/>
                  </a:lnTo>
                  <a:lnTo>
                    <a:pt x="21035" y="348064"/>
                  </a:lnTo>
                  <a:lnTo>
                    <a:pt x="24204" y="351375"/>
                  </a:lnTo>
                  <a:lnTo>
                    <a:pt x="27373" y="351375"/>
                  </a:lnTo>
                  <a:lnTo>
                    <a:pt x="30542" y="351375"/>
                  </a:lnTo>
                  <a:lnTo>
                    <a:pt x="33711" y="351375"/>
                  </a:lnTo>
                  <a:lnTo>
                    <a:pt x="36880" y="351375"/>
                  </a:lnTo>
                  <a:lnTo>
                    <a:pt x="40049" y="351375"/>
                  </a:lnTo>
                  <a:lnTo>
                    <a:pt x="43219" y="351375"/>
                  </a:lnTo>
                  <a:lnTo>
                    <a:pt x="46388" y="332913"/>
                  </a:lnTo>
                  <a:lnTo>
                    <a:pt x="49557" y="310553"/>
                  </a:lnTo>
                  <a:lnTo>
                    <a:pt x="52726" y="275004"/>
                  </a:lnTo>
                  <a:lnTo>
                    <a:pt x="55895" y="255534"/>
                  </a:lnTo>
                  <a:lnTo>
                    <a:pt x="59064" y="255534"/>
                  </a:lnTo>
                  <a:lnTo>
                    <a:pt x="62234" y="255535"/>
                  </a:lnTo>
                  <a:lnTo>
                    <a:pt x="65403" y="273996"/>
                  </a:lnTo>
                  <a:lnTo>
                    <a:pt x="68572" y="280665"/>
                  </a:lnTo>
                  <a:lnTo>
                    <a:pt x="71741" y="267372"/>
                  </a:lnTo>
                  <a:lnTo>
                    <a:pt x="74910" y="277013"/>
                  </a:lnTo>
                  <a:lnTo>
                    <a:pt x="78079" y="277014"/>
                  </a:lnTo>
                  <a:lnTo>
                    <a:pt x="81249" y="277014"/>
                  </a:lnTo>
                  <a:lnTo>
                    <a:pt x="84418" y="277015"/>
                  </a:lnTo>
                  <a:lnTo>
                    <a:pt x="87587" y="249848"/>
                  </a:lnTo>
                  <a:lnTo>
                    <a:pt x="90756" y="267557"/>
                  </a:lnTo>
                  <a:lnTo>
                    <a:pt x="93925" y="277385"/>
                  </a:lnTo>
                  <a:lnTo>
                    <a:pt x="97094" y="277385"/>
                  </a:lnTo>
                  <a:lnTo>
                    <a:pt x="100264" y="277386"/>
                  </a:lnTo>
                  <a:lnTo>
                    <a:pt x="103433" y="305055"/>
                  </a:lnTo>
                  <a:lnTo>
                    <a:pt x="106602" y="357684"/>
                  </a:lnTo>
                  <a:lnTo>
                    <a:pt x="109771" y="354899"/>
                  </a:lnTo>
                  <a:lnTo>
                    <a:pt x="112940" y="327785"/>
                  </a:lnTo>
                  <a:lnTo>
                    <a:pt x="116109" y="323552"/>
                  </a:lnTo>
                  <a:lnTo>
                    <a:pt x="119278" y="331074"/>
                  </a:lnTo>
                  <a:lnTo>
                    <a:pt x="122448" y="332440"/>
                  </a:lnTo>
                  <a:lnTo>
                    <a:pt x="125617" y="333172"/>
                  </a:lnTo>
                  <a:lnTo>
                    <a:pt x="128786" y="367086"/>
                  </a:lnTo>
                  <a:lnTo>
                    <a:pt x="131955" y="379242"/>
                  </a:lnTo>
                  <a:lnTo>
                    <a:pt x="135124" y="352491"/>
                  </a:lnTo>
                  <a:lnTo>
                    <a:pt x="138293" y="318798"/>
                  </a:lnTo>
                  <a:lnTo>
                    <a:pt x="141463" y="283974"/>
                  </a:lnTo>
                  <a:lnTo>
                    <a:pt x="144632" y="250948"/>
                  </a:lnTo>
                  <a:lnTo>
                    <a:pt x="147801" y="203164"/>
                  </a:lnTo>
                  <a:lnTo>
                    <a:pt x="150970" y="188167"/>
                  </a:lnTo>
                  <a:lnTo>
                    <a:pt x="154139" y="164441"/>
                  </a:lnTo>
                  <a:lnTo>
                    <a:pt x="157308" y="145819"/>
                  </a:lnTo>
                  <a:lnTo>
                    <a:pt x="160478" y="131757"/>
                  </a:lnTo>
                  <a:lnTo>
                    <a:pt x="163647" y="150688"/>
                  </a:lnTo>
                  <a:lnTo>
                    <a:pt x="166816" y="198471"/>
                  </a:lnTo>
                  <a:lnTo>
                    <a:pt x="169985" y="228427"/>
                  </a:lnTo>
                  <a:lnTo>
                    <a:pt x="173154" y="283140"/>
                  </a:lnTo>
                  <a:lnTo>
                    <a:pt x="176323" y="327933"/>
                  </a:lnTo>
                  <a:lnTo>
                    <a:pt x="179492" y="347786"/>
                  </a:lnTo>
                  <a:lnTo>
                    <a:pt x="182662" y="351375"/>
                  </a:lnTo>
                  <a:lnTo>
                    <a:pt x="185831" y="351375"/>
                  </a:lnTo>
                  <a:lnTo>
                    <a:pt x="189000" y="351375"/>
                  </a:lnTo>
                  <a:lnTo>
                    <a:pt x="192169" y="351375"/>
                  </a:lnTo>
                  <a:lnTo>
                    <a:pt x="195338" y="347398"/>
                  </a:lnTo>
                  <a:lnTo>
                    <a:pt x="198507" y="339809"/>
                  </a:lnTo>
                  <a:lnTo>
                    <a:pt x="201677" y="318365"/>
                  </a:lnTo>
                  <a:lnTo>
                    <a:pt x="204846" y="326848"/>
                  </a:lnTo>
                  <a:lnTo>
                    <a:pt x="208015" y="339144"/>
                  </a:lnTo>
                  <a:lnTo>
                    <a:pt x="211184" y="339145"/>
                  </a:lnTo>
                  <a:lnTo>
                    <a:pt x="214353" y="343122"/>
                  </a:lnTo>
                  <a:lnTo>
                    <a:pt x="217522" y="350711"/>
                  </a:lnTo>
                  <a:lnTo>
                    <a:pt x="220692" y="372155"/>
                  </a:lnTo>
                  <a:lnTo>
                    <a:pt x="223861" y="363669"/>
                  </a:lnTo>
                  <a:lnTo>
                    <a:pt x="227030" y="343523"/>
                  </a:lnTo>
                  <a:lnTo>
                    <a:pt x="230199" y="301805"/>
                  </a:lnTo>
                  <a:lnTo>
                    <a:pt x="233368" y="275914"/>
                  </a:lnTo>
                  <a:lnTo>
                    <a:pt x="236537" y="266457"/>
                  </a:lnTo>
                  <a:lnTo>
                    <a:pt x="239707" y="217617"/>
                  </a:lnTo>
                  <a:lnTo>
                    <a:pt x="242876" y="201801"/>
                  </a:lnTo>
                  <a:lnTo>
                    <a:pt x="246045" y="204277"/>
                  </a:lnTo>
                  <a:lnTo>
                    <a:pt x="249214" y="208919"/>
                  </a:lnTo>
                  <a:lnTo>
                    <a:pt x="252383" y="172371"/>
                  </a:lnTo>
                  <a:lnTo>
                    <a:pt x="255552" y="109351"/>
                  </a:lnTo>
                  <a:lnTo>
                    <a:pt x="258721" y="100116"/>
                  </a:lnTo>
                  <a:lnTo>
                    <a:pt x="261891" y="108338"/>
                  </a:lnTo>
                  <a:lnTo>
                    <a:pt x="265060" y="122986"/>
                  </a:lnTo>
                  <a:lnTo>
                    <a:pt x="268229" y="160063"/>
                  </a:lnTo>
                  <a:lnTo>
                    <a:pt x="271398" y="222501"/>
                  </a:lnTo>
                  <a:lnTo>
                    <a:pt x="274567" y="273662"/>
                  </a:lnTo>
                  <a:lnTo>
                    <a:pt x="277736" y="288639"/>
                  </a:lnTo>
                  <a:lnTo>
                    <a:pt x="280906" y="284801"/>
                  </a:lnTo>
                  <a:lnTo>
                    <a:pt x="284075" y="275530"/>
                  </a:lnTo>
                  <a:lnTo>
                    <a:pt x="287244" y="275530"/>
                  </a:lnTo>
                  <a:lnTo>
                    <a:pt x="290413" y="275531"/>
                  </a:lnTo>
                  <a:lnTo>
                    <a:pt x="293582" y="296847"/>
                  </a:lnTo>
                  <a:lnTo>
                    <a:pt x="296751" y="289499"/>
                  </a:lnTo>
                  <a:lnTo>
                    <a:pt x="299921" y="185910"/>
                  </a:lnTo>
                  <a:lnTo>
                    <a:pt x="303090" y="70269"/>
                  </a:lnTo>
                  <a:lnTo>
                    <a:pt x="306259" y="59610"/>
                  </a:lnTo>
                  <a:lnTo>
                    <a:pt x="309428" y="48840"/>
                  </a:lnTo>
                  <a:lnTo>
                    <a:pt x="312597" y="0"/>
                  </a:lnTo>
                  <a:lnTo>
                    <a:pt x="315766" y="36250"/>
                  </a:lnTo>
                  <a:lnTo>
                    <a:pt x="318936" y="151269"/>
                  </a:lnTo>
                  <a:lnTo>
                    <a:pt x="322105" y="266911"/>
                  </a:lnTo>
                  <a:lnTo>
                    <a:pt x="325274" y="277570"/>
                  </a:lnTo>
                  <a:lnTo>
                    <a:pt x="328443" y="272759"/>
                  </a:lnTo>
                  <a:lnTo>
                    <a:pt x="331612" y="290473"/>
                  </a:lnTo>
                  <a:lnTo>
                    <a:pt x="334781" y="236801"/>
                  </a:lnTo>
                  <a:lnTo>
                    <a:pt x="337950" y="207610"/>
                  </a:lnTo>
                  <a:lnTo>
                    <a:pt x="341120" y="207610"/>
                  </a:lnTo>
                  <a:lnTo>
                    <a:pt x="344289" y="199697"/>
                  </a:lnTo>
                  <a:lnTo>
                    <a:pt x="347458" y="220369"/>
                  </a:lnTo>
                  <a:lnTo>
                    <a:pt x="350627" y="235199"/>
                  </a:lnTo>
                  <a:lnTo>
                    <a:pt x="353796" y="298237"/>
                  </a:lnTo>
                  <a:lnTo>
                    <a:pt x="356965" y="327427"/>
                  </a:lnTo>
                  <a:lnTo>
                    <a:pt x="360135" y="344807"/>
                  </a:lnTo>
                  <a:lnTo>
                    <a:pt x="363304" y="361660"/>
                  </a:lnTo>
                  <a:lnTo>
                    <a:pt x="366473" y="325537"/>
                  </a:lnTo>
                  <a:lnTo>
                    <a:pt x="369642" y="274557"/>
                  </a:lnTo>
                  <a:lnTo>
                    <a:pt x="372811" y="264012"/>
                  </a:lnTo>
                  <a:lnTo>
                    <a:pt x="375980" y="264013"/>
                  </a:lnTo>
                  <a:lnTo>
                    <a:pt x="379150" y="246633"/>
                  </a:lnTo>
                  <a:lnTo>
                    <a:pt x="382319" y="211388"/>
                  </a:lnTo>
                  <a:lnTo>
                    <a:pt x="385488" y="126769"/>
                  </a:lnTo>
                  <a:lnTo>
                    <a:pt x="388657" y="85702"/>
                  </a:lnTo>
                  <a:lnTo>
                    <a:pt x="391826" y="26170"/>
                  </a:lnTo>
                  <a:lnTo>
                    <a:pt x="394995" y="7055"/>
                  </a:lnTo>
                  <a:lnTo>
                    <a:pt x="398164" y="7057"/>
                  </a:lnTo>
                  <a:lnTo>
                    <a:pt x="401334" y="33362"/>
                  </a:lnTo>
                  <a:lnTo>
                    <a:pt x="404503" y="126830"/>
                  </a:lnTo>
                  <a:lnTo>
                    <a:pt x="407672" y="217263"/>
                  </a:lnTo>
                  <a:lnTo>
                    <a:pt x="410841" y="305559"/>
                  </a:lnTo>
                  <a:lnTo>
                    <a:pt x="414010" y="324674"/>
                  </a:lnTo>
                  <a:lnTo>
                    <a:pt x="417179" y="343802"/>
                  </a:lnTo>
                  <a:lnTo>
                    <a:pt x="420349" y="371883"/>
                  </a:lnTo>
                  <a:lnTo>
                    <a:pt x="423518" y="396168"/>
                  </a:lnTo>
                  <a:lnTo>
                    <a:pt x="423998" y="3988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396629" y="3139018"/>
              <a:ext cx="173872" cy="123458"/>
            </a:xfrm>
            <a:custGeom>
              <a:avLst/>
              <a:pathLst>
                <a:path w="173872" h="123458">
                  <a:moveTo>
                    <a:pt x="0" y="123458"/>
                  </a:moveTo>
                  <a:lnTo>
                    <a:pt x="2895" y="104382"/>
                  </a:lnTo>
                  <a:lnTo>
                    <a:pt x="6064" y="42271"/>
                  </a:lnTo>
                  <a:lnTo>
                    <a:pt x="9233" y="2103"/>
                  </a:lnTo>
                  <a:lnTo>
                    <a:pt x="12402" y="0"/>
                  </a:lnTo>
                  <a:lnTo>
                    <a:pt x="15571" y="0"/>
                  </a:lnTo>
                  <a:lnTo>
                    <a:pt x="18740" y="1"/>
                  </a:lnTo>
                  <a:lnTo>
                    <a:pt x="21910" y="6567"/>
                  </a:lnTo>
                  <a:lnTo>
                    <a:pt x="25079" y="5398"/>
                  </a:lnTo>
                  <a:lnTo>
                    <a:pt x="28248" y="35"/>
                  </a:lnTo>
                  <a:lnTo>
                    <a:pt x="31417" y="36"/>
                  </a:lnTo>
                  <a:lnTo>
                    <a:pt x="34586" y="37"/>
                  </a:lnTo>
                  <a:lnTo>
                    <a:pt x="37755" y="37"/>
                  </a:lnTo>
                  <a:lnTo>
                    <a:pt x="40924" y="14350"/>
                  </a:lnTo>
                  <a:lnTo>
                    <a:pt x="44094" y="58502"/>
                  </a:lnTo>
                  <a:lnTo>
                    <a:pt x="47263" y="75950"/>
                  </a:lnTo>
                  <a:lnTo>
                    <a:pt x="50432" y="75950"/>
                  </a:lnTo>
                  <a:lnTo>
                    <a:pt x="53601" y="75950"/>
                  </a:lnTo>
                  <a:lnTo>
                    <a:pt x="56770" y="75950"/>
                  </a:lnTo>
                  <a:lnTo>
                    <a:pt x="59939" y="75950"/>
                  </a:lnTo>
                  <a:lnTo>
                    <a:pt x="63109" y="75950"/>
                  </a:lnTo>
                  <a:lnTo>
                    <a:pt x="66278" y="75950"/>
                  </a:lnTo>
                  <a:lnTo>
                    <a:pt x="69447" y="75950"/>
                  </a:lnTo>
                  <a:lnTo>
                    <a:pt x="72616" y="75950"/>
                  </a:lnTo>
                  <a:lnTo>
                    <a:pt x="75785" y="75950"/>
                  </a:lnTo>
                  <a:lnTo>
                    <a:pt x="78954" y="75950"/>
                  </a:lnTo>
                  <a:lnTo>
                    <a:pt x="82124" y="75950"/>
                  </a:lnTo>
                  <a:lnTo>
                    <a:pt x="85293" y="75950"/>
                  </a:lnTo>
                  <a:lnTo>
                    <a:pt x="88462" y="75950"/>
                  </a:lnTo>
                  <a:lnTo>
                    <a:pt x="91631" y="75950"/>
                  </a:lnTo>
                  <a:lnTo>
                    <a:pt x="94800" y="75950"/>
                  </a:lnTo>
                  <a:lnTo>
                    <a:pt x="97969" y="75950"/>
                  </a:lnTo>
                  <a:lnTo>
                    <a:pt x="101138" y="75950"/>
                  </a:lnTo>
                  <a:lnTo>
                    <a:pt x="104308" y="75950"/>
                  </a:lnTo>
                  <a:lnTo>
                    <a:pt x="107477" y="75950"/>
                  </a:lnTo>
                  <a:lnTo>
                    <a:pt x="110646" y="75950"/>
                  </a:lnTo>
                  <a:lnTo>
                    <a:pt x="113815" y="75950"/>
                  </a:lnTo>
                  <a:lnTo>
                    <a:pt x="116984" y="75950"/>
                  </a:lnTo>
                  <a:lnTo>
                    <a:pt x="120153" y="75950"/>
                  </a:lnTo>
                  <a:lnTo>
                    <a:pt x="123323" y="75950"/>
                  </a:lnTo>
                  <a:lnTo>
                    <a:pt x="126492" y="75950"/>
                  </a:lnTo>
                  <a:lnTo>
                    <a:pt x="129661" y="75950"/>
                  </a:lnTo>
                  <a:lnTo>
                    <a:pt x="132830" y="75950"/>
                  </a:lnTo>
                  <a:lnTo>
                    <a:pt x="135999" y="75950"/>
                  </a:lnTo>
                  <a:lnTo>
                    <a:pt x="139168" y="75950"/>
                  </a:lnTo>
                  <a:lnTo>
                    <a:pt x="142338" y="75950"/>
                  </a:lnTo>
                  <a:lnTo>
                    <a:pt x="145507" y="75950"/>
                  </a:lnTo>
                  <a:lnTo>
                    <a:pt x="148676" y="75950"/>
                  </a:lnTo>
                  <a:lnTo>
                    <a:pt x="151845" y="75950"/>
                  </a:lnTo>
                  <a:lnTo>
                    <a:pt x="155014" y="75950"/>
                  </a:lnTo>
                  <a:lnTo>
                    <a:pt x="158183" y="75950"/>
                  </a:lnTo>
                  <a:lnTo>
                    <a:pt x="161353" y="75950"/>
                  </a:lnTo>
                  <a:lnTo>
                    <a:pt x="164522" y="75950"/>
                  </a:lnTo>
                  <a:lnTo>
                    <a:pt x="167691" y="75950"/>
                  </a:lnTo>
                  <a:lnTo>
                    <a:pt x="170860" y="96858"/>
                  </a:lnTo>
                  <a:lnTo>
                    <a:pt x="173872" y="1234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584246" y="3236373"/>
              <a:ext cx="7037" cy="26103"/>
            </a:xfrm>
            <a:custGeom>
              <a:avLst/>
              <a:pathLst>
                <a:path w="7037" h="26103">
                  <a:moveTo>
                    <a:pt x="0" y="26103"/>
                  </a:moveTo>
                  <a:lnTo>
                    <a:pt x="2258" y="11204"/>
                  </a:lnTo>
                  <a:lnTo>
                    <a:pt x="5427" y="0"/>
                  </a:lnTo>
                  <a:lnTo>
                    <a:pt x="7037" y="261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613799" y="3096207"/>
              <a:ext cx="111718" cy="166270"/>
            </a:xfrm>
            <a:custGeom>
              <a:avLst/>
              <a:pathLst>
                <a:path w="111718" h="166270">
                  <a:moveTo>
                    <a:pt x="0" y="166270"/>
                  </a:moveTo>
                  <a:lnTo>
                    <a:pt x="1227" y="135021"/>
                  </a:lnTo>
                  <a:lnTo>
                    <a:pt x="4396" y="61650"/>
                  </a:lnTo>
                  <a:lnTo>
                    <a:pt x="7565" y="43456"/>
                  </a:lnTo>
                  <a:lnTo>
                    <a:pt x="10734" y="43456"/>
                  </a:lnTo>
                  <a:lnTo>
                    <a:pt x="13904" y="43456"/>
                  </a:lnTo>
                  <a:lnTo>
                    <a:pt x="17073" y="43457"/>
                  </a:lnTo>
                  <a:lnTo>
                    <a:pt x="20242" y="77696"/>
                  </a:lnTo>
                  <a:lnTo>
                    <a:pt x="23411" y="116145"/>
                  </a:lnTo>
                  <a:lnTo>
                    <a:pt x="26580" y="104713"/>
                  </a:lnTo>
                  <a:lnTo>
                    <a:pt x="29749" y="43688"/>
                  </a:lnTo>
                  <a:lnTo>
                    <a:pt x="32919" y="0"/>
                  </a:lnTo>
                  <a:lnTo>
                    <a:pt x="36088" y="15529"/>
                  </a:lnTo>
                  <a:lnTo>
                    <a:pt x="39257" y="23050"/>
                  </a:lnTo>
                  <a:lnTo>
                    <a:pt x="42426" y="23051"/>
                  </a:lnTo>
                  <a:lnTo>
                    <a:pt x="45595" y="37100"/>
                  </a:lnTo>
                  <a:lnTo>
                    <a:pt x="48764" y="98127"/>
                  </a:lnTo>
                  <a:lnTo>
                    <a:pt x="51934" y="122213"/>
                  </a:lnTo>
                  <a:lnTo>
                    <a:pt x="55103" y="57842"/>
                  </a:lnTo>
                  <a:lnTo>
                    <a:pt x="58272" y="44888"/>
                  </a:lnTo>
                  <a:lnTo>
                    <a:pt x="61441" y="44888"/>
                  </a:lnTo>
                  <a:lnTo>
                    <a:pt x="64610" y="44888"/>
                  </a:lnTo>
                  <a:lnTo>
                    <a:pt x="67779" y="44888"/>
                  </a:lnTo>
                  <a:lnTo>
                    <a:pt x="70949" y="64488"/>
                  </a:lnTo>
                  <a:lnTo>
                    <a:pt x="74118" y="113328"/>
                  </a:lnTo>
                  <a:lnTo>
                    <a:pt x="77287" y="118762"/>
                  </a:lnTo>
                  <a:lnTo>
                    <a:pt x="80456" y="118762"/>
                  </a:lnTo>
                  <a:lnTo>
                    <a:pt x="83625" y="118762"/>
                  </a:lnTo>
                  <a:lnTo>
                    <a:pt x="86794" y="118762"/>
                  </a:lnTo>
                  <a:lnTo>
                    <a:pt x="89963" y="118762"/>
                  </a:lnTo>
                  <a:lnTo>
                    <a:pt x="93133" y="118762"/>
                  </a:lnTo>
                  <a:lnTo>
                    <a:pt x="96302" y="118762"/>
                  </a:lnTo>
                  <a:lnTo>
                    <a:pt x="99471" y="118762"/>
                  </a:lnTo>
                  <a:lnTo>
                    <a:pt x="102640" y="118762"/>
                  </a:lnTo>
                  <a:lnTo>
                    <a:pt x="105809" y="125720"/>
                  </a:lnTo>
                  <a:lnTo>
                    <a:pt x="108978" y="154754"/>
                  </a:lnTo>
                  <a:lnTo>
                    <a:pt x="111718" y="1662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726172" y="3089268"/>
              <a:ext cx="26038" cy="173208"/>
            </a:xfrm>
            <a:custGeom>
              <a:avLst/>
              <a:pathLst>
                <a:path w="26038" h="173208">
                  <a:moveTo>
                    <a:pt x="0" y="173208"/>
                  </a:moveTo>
                  <a:lnTo>
                    <a:pt x="2945" y="149509"/>
                  </a:lnTo>
                  <a:lnTo>
                    <a:pt x="6114" y="49120"/>
                  </a:lnTo>
                  <a:lnTo>
                    <a:pt x="9283" y="0"/>
                  </a:lnTo>
                  <a:lnTo>
                    <a:pt x="12452" y="37440"/>
                  </a:lnTo>
                  <a:lnTo>
                    <a:pt x="15621" y="30312"/>
                  </a:lnTo>
                  <a:lnTo>
                    <a:pt x="18790" y="16991"/>
                  </a:lnTo>
                  <a:lnTo>
                    <a:pt x="21959" y="42495"/>
                  </a:lnTo>
                  <a:lnTo>
                    <a:pt x="25129" y="142884"/>
                  </a:lnTo>
                  <a:lnTo>
                    <a:pt x="26038" y="17320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779061" y="3065010"/>
              <a:ext cx="219434" cy="197467"/>
            </a:xfrm>
            <a:custGeom>
              <a:avLst/>
              <a:pathLst>
                <a:path w="219434" h="197467">
                  <a:moveTo>
                    <a:pt x="0" y="197467"/>
                  </a:moveTo>
                  <a:lnTo>
                    <a:pt x="762" y="186093"/>
                  </a:lnTo>
                  <a:lnTo>
                    <a:pt x="3931" y="120135"/>
                  </a:lnTo>
                  <a:lnTo>
                    <a:pt x="7100" y="85326"/>
                  </a:lnTo>
                  <a:lnTo>
                    <a:pt x="10270" y="72733"/>
                  </a:lnTo>
                  <a:lnTo>
                    <a:pt x="13439" y="100816"/>
                  </a:lnTo>
                  <a:lnTo>
                    <a:pt x="16608" y="119949"/>
                  </a:lnTo>
                  <a:lnTo>
                    <a:pt x="19777" y="123123"/>
                  </a:lnTo>
                  <a:lnTo>
                    <a:pt x="22946" y="149773"/>
                  </a:lnTo>
                  <a:lnTo>
                    <a:pt x="26115" y="184583"/>
                  </a:lnTo>
                  <a:lnTo>
                    <a:pt x="29285" y="197176"/>
                  </a:lnTo>
                  <a:lnTo>
                    <a:pt x="32454" y="169094"/>
                  </a:lnTo>
                  <a:lnTo>
                    <a:pt x="35623" y="141688"/>
                  </a:lnTo>
                  <a:lnTo>
                    <a:pt x="38792" y="103587"/>
                  </a:lnTo>
                  <a:lnTo>
                    <a:pt x="41961" y="73820"/>
                  </a:lnTo>
                  <a:lnTo>
                    <a:pt x="45130" y="62798"/>
                  </a:lnTo>
                  <a:lnTo>
                    <a:pt x="48299" y="13958"/>
                  </a:lnTo>
                  <a:lnTo>
                    <a:pt x="51469" y="0"/>
                  </a:lnTo>
                  <a:lnTo>
                    <a:pt x="54638" y="8271"/>
                  </a:lnTo>
                  <a:lnTo>
                    <a:pt x="57807" y="46372"/>
                  </a:lnTo>
                  <a:lnTo>
                    <a:pt x="60976" y="76137"/>
                  </a:lnTo>
                  <a:lnTo>
                    <a:pt x="64145" y="87160"/>
                  </a:lnTo>
                  <a:lnTo>
                    <a:pt x="67314" y="136000"/>
                  </a:lnTo>
                  <a:lnTo>
                    <a:pt x="70484" y="149959"/>
                  </a:lnTo>
                  <a:lnTo>
                    <a:pt x="73653" y="149959"/>
                  </a:lnTo>
                  <a:lnTo>
                    <a:pt x="76822" y="149959"/>
                  </a:lnTo>
                  <a:lnTo>
                    <a:pt x="79991" y="149959"/>
                  </a:lnTo>
                  <a:lnTo>
                    <a:pt x="83160" y="149959"/>
                  </a:lnTo>
                  <a:lnTo>
                    <a:pt x="86329" y="149959"/>
                  </a:lnTo>
                  <a:lnTo>
                    <a:pt x="89499" y="149959"/>
                  </a:lnTo>
                  <a:lnTo>
                    <a:pt x="92668" y="152691"/>
                  </a:lnTo>
                  <a:lnTo>
                    <a:pt x="95837" y="143447"/>
                  </a:lnTo>
                  <a:lnTo>
                    <a:pt x="99006" y="122363"/>
                  </a:lnTo>
                  <a:lnTo>
                    <a:pt x="102175" y="122365"/>
                  </a:lnTo>
                  <a:lnTo>
                    <a:pt x="105344" y="122365"/>
                  </a:lnTo>
                  <a:lnTo>
                    <a:pt x="108513" y="122366"/>
                  </a:lnTo>
                  <a:lnTo>
                    <a:pt x="111683" y="119633"/>
                  </a:lnTo>
                  <a:lnTo>
                    <a:pt x="114852" y="128877"/>
                  </a:lnTo>
                  <a:lnTo>
                    <a:pt x="118021" y="149959"/>
                  </a:lnTo>
                  <a:lnTo>
                    <a:pt x="121190" y="149959"/>
                  </a:lnTo>
                  <a:lnTo>
                    <a:pt x="124359" y="149959"/>
                  </a:lnTo>
                  <a:lnTo>
                    <a:pt x="127528" y="149959"/>
                  </a:lnTo>
                  <a:lnTo>
                    <a:pt x="130698" y="149959"/>
                  </a:lnTo>
                  <a:lnTo>
                    <a:pt x="133867" y="149959"/>
                  </a:lnTo>
                  <a:lnTo>
                    <a:pt x="137036" y="149959"/>
                  </a:lnTo>
                  <a:lnTo>
                    <a:pt x="140205" y="149959"/>
                  </a:lnTo>
                  <a:lnTo>
                    <a:pt x="143374" y="149959"/>
                  </a:lnTo>
                  <a:lnTo>
                    <a:pt x="146543" y="149959"/>
                  </a:lnTo>
                  <a:lnTo>
                    <a:pt x="149713" y="149959"/>
                  </a:lnTo>
                  <a:lnTo>
                    <a:pt x="152882" y="149959"/>
                  </a:lnTo>
                  <a:lnTo>
                    <a:pt x="156051" y="149959"/>
                  </a:lnTo>
                  <a:lnTo>
                    <a:pt x="159220" y="134500"/>
                  </a:lnTo>
                  <a:lnTo>
                    <a:pt x="162389" y="100692"/>
                  </a:lnTo>
                  <a:lnTo>
                    <a:pt x="165558" y="74520"/>
                  </a:lnTo>
                  <a:lnTo>
                    <a:pt x="168728" y="72522"/>
                  </a:lnTo>
                  <a:lnTo>
                    <a:pt x="171897" y="72523"/>
                  </a:lnTo>
                  <a:lnTo>
                    <a:pt x="175066" y="72523"/>
                  </a:lnTo>
                  <a:lnTo>
                    <a:pt x="178235" y="87982"/>
                  </a:lnTo>
                  <a:lnTo>
                    <a:pt x="181404" y="121789"/>
                  </a:lnTo>
                  <a:lnTo>
                    <a:pt x="184573" y="147960"/>
                  </a:lnTo>
                  <a:lnTo>
                    <a:pt x="187742" y="149959"/>
                  </a:lnTo>
                  <a:lnTo>
                    <a:pt x="190912" y="149959"/>
                  </a:lnTo>
                  <a:lnTo>
                    <a:pt x="194081" y="149959"/>
                  </a:lnTo>
                  <a:lnTo>
                    <a:pt x="197250" y="149959"/>
                  </a:lnTo>
                  <a:lnTo>
                    <a:pt x="200419" y="149959"/>
                  </a:lnTo>
                  <a:lnTo>
                    <a:pt x="203588" y="149959"/>
                  </a:lnTo>
                  <a:lnTo>
                    <a:pt x="206757" y="149959"/>
                  </a:lnTo>
                  <a:lnTo>
                    <a:pt x="209927" y="149959"/>
                  </a:lnTo>
                  <a:lnTo>
                    <a:pt x="213096" y="149959"/>
                  </a:lnTo>
                  <a:lnTo>
                    <a:pt x="216265" y="149959"/>
                  </a:lnTo>
                  <a:lnTo>
                    <a:pt x="219434" y="149959"/>
                  </a:lnTo>
                  <a:lnTo>
                    <a:pt x="219434" y="1499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040383"/>
                  </a:moveTo>
                  <a:lnTo>
                    <a:pt x="3169" y="3076897"/>
                  </a:lnTo>
                  <a:lnTo>
                    <a:pt x="6338" y="3097299"/>
                  </a:lnTo>
                  <a:lnTo>
                    <a:pt x="9507" y="3099468"/>
                  </a:lnTo>
                  <a:lnTo>
                    <a:pt x="12676" y="3058245"/>
                  </a:lnTo>
                  <a:lnTo>
                    <a:pt x="15845" y="3055046"/>
                  </a:lnTo>
                  <a:lnTo>
                    <a:pt x="19014" y="3029929"/>
                  </a:lnTo>
                  <a:lnTo>
                    <a:pt x="22184" y="3007313"/>
                  </a:lnTo>
                  <a:lnTo>
                    <a:pt x="25353" y="2937012"/>
                  </a:lnTo>
                  <a:lnTo>
                    <a:pt x="28522" y="2888294"/>
                  </a:lnTo>
                  <a:lnTo>
                    <a:pt x="31691" y="2934070"/>
                  </a:lnTo>
                  <a:lnTo>
                    <a:pt x="34860" y="3010019"/>
                  </a:lnTo>
                  <a:lnTo>
                    <a:pt x="38029" y="3023940"/>
                  </a:lnTo>
                  <a:lnTo>
                    <a:pt x="41199" y="3016623"/>
                  </a:lnTo>
                  <a:lnTo>
                    <a:pt x="44368" y="3035054"/>
                  </a:lnTo>
                  <a:lnTo>
                    <a:pt x="47537" y="3078771"/>
                  </a:lnTo>
                  <a:lnTo>
                    <a:pt x="50706" y="3074218"/>
                  </a:lnTo>
                  <a:lnTo>
                    <a:pt x="53875" y="2980489"/>
                  </a:lnTo>
                  <a:lnTo>
                    <a:pt x="57044" y="2940364"/>
                  </a:lnTo>
                  <a:lnTo>
                    <a:pt x="60214" y="2989712"/>
                  </a:lnTo>
                  <a:lnTo>
                    <a:pt x="63383" y="3038017"/>
                  </a:lnTo>
                  <a:lnTo>
                    <a:pt x="66552" y="3038437"/>
                  </a:lnTo>
                  <a:lnTo>
                    <a:pt x="69721" y="3038438"/>
                  </a:lnTo>
                  <a:lnTo>
                    <a:pt x="72890" y="3057314"/>
                  </a:lnTo>
                  <a:lnTo>
                    <a:pt x="76059" y="3082976"/>
                  </a:lnTo>
                  <a:lnTo>
                    <a:pt x="79228" y="3071892"/>
                  </a:lnTo>
                  <a:lnTo>
                    <a:pt x="82398" y="3069465"/>
                  </a:lnTo>
                  <a:lnTo>
                    <a:pt x="85567" y="3097133"/>
                  </a:lnTo>
                  <a:lnTo>
                    <a:pt x="88736" y="3116972"/>
                  </a:lnTo>
                  <a:lnTo>
                    <a:pt x="91905" y="3116972"/>
                  </a:lnTo>
                  <a:lnTo>
                    <a:pt x="95074" y="3116972"/>
                  </a:lnTo>
                  <a:lnTo>
                    <a:pt x="98243" y="3065758"/>
                  </a:lnTo>
                  <a:lnTo>
                    <a:pt x="101413" y="3026502"/>
                  </a:lnTo>
                  <a:lnTo>
                    <a:pt x="104582" y="2963513"/>
                  </a:lnTo>
                  <a:lnTo>
                    <a:pt x="107751" y="2865088"/>
                  </a:lnTo>
                  <a:lnTo>
                    <a:pt x="110920" y="2800873"/>
                  </a:lnTo>
                  <a:lnTo>
                    <a:pt x="114089" y="2728001"/>
                  </a:lnTo>
                  <a:lnTo>
                    <a:pt x="117258" y="2751185"/>
                  </a:lnTo>
                  <a:lnTo>
                    <a:pt x="120428" y="2782835"/>
                  </a:lnTo>
                  <a:lnTo>
                    <a:pt x="123597" y="2811365"/>
                  </a:lnTo>
                  <a:lnTo>
                    <a:pt x="126766" y="2837064"/>
                  </a:lnTo>
                  <a:lnTo>
                    <a:pt x="129935" y="2866043"/>
                  </a:lnTo>
                  <a:lnTo>
                    <a:pt x="133104" y="2893572"/>
                  </a:lnTo>
                  <a:lnTo>
                    <a:pt x="136273" y="2874139"/>
                  </a:lnTo>
                  <a:lnTo>
                    <a:pt x="139443" y="2853836"/>
                  </a:lnTo>
                  <a:lnTo>
                    <a:pt x="142612" y="2780368"/>
                  </a:lnTo>
                  <a:lnTo>
                    <a:pt x="145781" y="2724629"/>
                  </a:lnTo>
                  <a:lnTo>
                    <a:pt x="148950" y="2704500"/>
                  </a:lnTo>
                  <a:lnTo>
                    <a:pt x="152119" y="2736131"/>
                  </a:lnTo>
                  <a:lnTo>
                    <a:pt x="155288" y="2765089"/>
                  </a:lnTo>
                  <a:lnTo>
                    <a:pt x="158457" y="2770288"/>
                  </a:lnTo>
                  <a:lnTo>
                    <a:pt x="161627" y="2852977"/>
                  </a:lnTo>
                  <a:lnTo>
                    <a:pt x="164796" y="3008350"/>
                  </a:lnTo>
                  <a:lnTo>
                    <a:pt x="167965" y="3100075"/>
                  </a:lnTo>
                  <a:lnTo>
                    <a:pt x="171134" y="3086852"/>
                  </a:lnTo>
                  <a:lnTo>
                    <a:pt x="174303" y="3091952"/>
                  </a:lnTo>
                  <a:lnTo>
                    <a:pt x="177472" y="3114665"/>
                  </a:lnTo>
                  <a:lnTo>
                    <a:pt x="180642" y="3112239"/>
                  </a:lnTo>
                  <a:lnTo>
                    <a:pt x="183811" y="3061445"/>
                  </a:lnTo>
                  <a:lnTo>
                    <a:pt x="186980" y="3008358"/>
                  </a:lnTo>
                  <a:lnTo>
                    <a:pt x="190149" y="3032048"/>
                  </a:lnTo>
                  <a:lnTo>
                    <a:pt x="193318" y="3047082"/>
                  </a:lnTo>
                  <a:lnTo>
                    <a:pt x="196487" y="2997689"/>
                  </a:lnTo>
                  <a:lnTo>
                    <a:pt x="199657" y="2990694"/>
                  </a:lnTo>
                  <a:lnTo>
                    <a:pt x="202826" y="2982441"/>
                  </a:lnTo>
                  <a:lnTo>
                    <a:pt x="205995" y="2862714"/>
                  </a:lnTo>
                  <a:lnTo>
                    <a:pt x="209164" y="2788960"/>
                  </a:lnTo>
                  <a:lnTo>
                    <a:pt x="212333" y="2811343"/>
                  </a:lnTo>
                  <a:lnTo>
                    <a:pt x="215502" y="2860737"/>
                  </a:lnTo>
                  <a:lnTo>
                    <a:pt x="218671" y="2846049"/>
                  </a:lnTo>
                  <a:lnTo>
                    <a:pt x="221841" y="2790877"/>
                  </a:lnTo>
                  <a:lnTo>
                    <a:pt x="225010" y="2847564"/>
                  </a:lnTo>
                  <a:lnTo>
                    <a:pt x="228179" y="2918010"/>
                  </a:lnTo>
                  <a:lnTo>
                    <a:pt x="231348" y="2918010"/>
                  </a:lnTo>
                  <a:lnTo>
                    <a:pt x="234517" y="2918011"/>
                  </a:lnTo>
                  <a:lnTo>
                    <a:pt x="237686" y="2939692"/>
                  </a:lnTo>
                  <a:lnTo>
                    <a:pt x="240856" y="3003115"/>
                  </a:lnTo>
                  <a:lnTo>
                    <a:pt x="244025" y="3066155"/>
                  </a:lnTo>
                  <a:lnTo>
                    <a:pt x="247194" y="3069465"/>
                  </a:lnTo>
                  <a:lnTo>
                    <a:pt x="250363" y="3069465"/>
                  </a:lnTo>
                  <a:lnTo>
                    <a:pt x="253532" y="3069465"/>
                  </a:lnTo>
                  <a:lnTo>
                    <a:pt x="256701" y="3069465"/>
                  </a:lnTo>
                  <a:lnTo>
                    <a:pt x="259871" y="3069465"/>
                  </a:lnTo>
                  <a:lnTo>
                    <a:pt x="263040" y="3069465"/>
                  </a:lnTo>
                  <a:lnTo>
                    <a:pt x="266209" y="3078824"/>
                  </a:lnTo>
                  <a:lnTo>
                    <a:pt x="269378" y="3116972"/>
                  </a:lnTo>
                  <a:lnTo>
                    <a:pt x="272547" y="3116972"/>
                  </a:lnTo>
                  <a:lnTo>
                    <a:pt x="275716" y="3116972"/>
                  </a:lnTo>
                  <a:lnTo>
                    <a:pt x="278886" y="3116972"/>
                  </a:lnTo>
                  <a:lnTo>
                    <a:pt x="282055" y="3116972"/>
                  </a:lnTo>
                  <a:lnTo>
                    <a:pt x="285224" y="3078104"/>
                  </a:lnTo>
                  <a:lnTo>
                    <a:pt x="288393" y="2971190"/>
                  </a:lnTo>
                  <a:lnTo>
                    <a:pt x="291562" y="2955924"/>
                  </a:lnTo>
                  <a:lnTo>
                    <a:pt x="294731" y="2992955"/>
                  </a:lnTo>
                  <a:lnTo>
                    <a:pt x="297900" y="2992956"/>
                  </a:lnTo>
                  <a:lnTo>
                    <a:pt x="301070" y="2998190"/>
                  </a:lnTo>
                  <a:lnTo>
                    <a:pt x="304239" y="3030840"/>
                  </a:lnTo>
                  <a:lnTo>
                    <a:pt x="307408" y="3066085"/>
                  </a:lnTo>
                  <a:lnTo>
                    <a:pt x="310577" y="3099820"/>
                  </a:lnTo>
                  <a:lnTo>
                    <a:pt x="313746" y="3116972"/>
                  </a:lnTo>
                  <a:lnTo>
                    <a:pt x="316915" y="3116972"/>
                  </a:lnTo>
                  <a:lnTo>
                    <a:pt x="320085" y="3116972"/>
                  </a:lnTo>
                  <a:lnTo>
                    <a:pt x="323254" y="3116972"/>
                  </a:lnTo>
                  <a:lnTo>
                    <a:pt x="326423" y="3116289"/>
                  </a:lnTo>
                  <a:lnTo>
                    <a:pt x="329592" y="3088207"/>
                  </a:lnTo>
                  <a:lnTo>
                    <a:pt x="332761" y="3069465"/>
                  </a:lnTo>
                  <a:lnTo>
                    <a:pt x="335930" y="3069465"/>
                  </a:lnTo>
                  <a:lnTo>
                    <a:pt x="339100" y="3069465"/>
                  </a:lnTo>
                  <a:lnTo>
                    <a:pt x="342269" y="3069465"/>
                  </a:lnTo>
                  <a:lnTo>
                    <a:pt x="345438" y="3069184"/>
                  </a:lnTo>
                  <a:lnTo>
                    <a:pt x="348607" y="3019754"/>
                  </a:lnTo>
                  <a:lnTo>
                    <a:pt x="351776" y="2953035"/>
                  </a:lnTo>
                  <a:lnTo>
                    <a:pt x="354945" y="2927699"/>
                  </a:lnTo>
                  <a:lnTo>
                    <a:pt x="358115" y="2922045"/>
                  </a:lnTo>
                  <a:lnTo>
                    <a:pt x="361284" y="2903638"/>
                  </a:lnTo>
                  <a:lnTo>
                    <a:pt x="364453" y="2899471"/>
                  </a:lnTo>
                  <a:lnTo>
                    <a:pt x="367622" y="2944285"/>
                  </a:lnTo>
                  <a:lnTo>
                    <a:pt x="370791" y="2964310"/>
                  </a:lnTo>
                  <a:lnTo>
                    <a:pt x="373960" y="2966668"/>
                  </a:lnTo>
                  <a:lnTo>
                    <a:pt x="377129" y="2972322"/>
                  </a:lnTo>
                  <a:lnTo>
                    <a:pt x="380299" y="2990730"/>
                  </a:lnTo>
                  <a:lnTo>
                    <a:pt x="383468" y="2995177"/>
                  </a:lnTo>
                  <a:lnTo>
                    <a:pt x="386637" y="2999793"/>
                  </a:lnTo>
                  <a:lnTo>
                    <a:pt x="389806" y="3046488"/>
                  </a:lnTo>
                  <a:lnTo>
                    <a:pt x="392975" y="3059739"/>
                  </a:lnTo>
                  <a:lnTo>
                    <a:pt x="396144" y="3028895"/>
                  </a:lnTo>
                  <a:lnTo>
                    <a:pt x="399314" y="3018422"/>
                  </a:lnTo>
                  <a:lnTo>
                    <a:pt x="402483" y="3002252"/>
                  </a:lnTo>
                  <a:lnTo>
                    <a:pt x="405652" y="3011810"/>
                  </a:lnTo>
                  <a:lnTo>
                    <a:pt x="408821" y="3011811"/>
                  </a:lnTo>
                  <a:lnTo>
                    <a:pt x="411990" y="3021536"/>
                  </a:lnTo>
                  <a:lnTo>
                    <a:pt x="415159" y="3037295"/>
                  </a:lnTo>
                  <a:lnTo>
                    <a:pt x="418329" y="3004420"/>
                  </a:lnTo>
                  <a:lnTo>
                    <a:pt x="421498" y="3003014"/>
                  </a:lnTo>
                  <a:lnTo>
                    <a:pt x="424667" y="2993456"/>
                  </a:lnTo>
                  <a:lnTo>
                    <a:pt x="427836" y="2991583"/>
                  </a:lnTo>
                  <a:lnTo>
                    <a:pt x="431005" y="2959955"/>
                  </a:lnTo>
                  <a:lnTo>
                    <a:pt x="434174" y="2910154"/>
                  </a:lnTo>
                  <a:lnTo>
                    <a:pt x="437343" y="2911211"/>
                  </a:lnTo>
                  <a:lnTo>
                    <a:pt x="440513" y="2925343"/>
                  </a:lnTo>
                  <a:lnTo>
                    <a:pt x="443682" y="2925344"/>
                  </a:lnTo>
                  <a:lnTo>
                    <a:pt x="446851" y="2927218"/>
                  </a:lnTo>
                  <a:lnTo>
                    <a:pt x="450020" y="2958846"/>
                  </a:lnTo>
                  <a:lnTo>
                    <a:pt x="453189" y="3023733"/>
                  </a:lnTo>
                  <a:lnTo>
                    <a:pt x="456358" y="3066019"/>
                  </a:lnTo>
                  <a:lnTo>
                    <a:pt x="459528" y="3069465"/>
                  </a:lnTo>
                  <a:lnTo>
                    <a:pt x="462697" y="3069465"/>
                  </a:lnTo>
                  <a:lnTo>
                    <a:pt x="465866" y="3069465"/>
                  </a:lnTo>
                  <a:lnTo>
                    <a:pt x="469035" y="3069465"/>
                  </a:lnTo>
                  <a:lnTo>
                    <a:pt x="472204" y="3035917"/>
                  </a:lnTo>
                  <a:lnTo>
                    <a:pt x="475373" y="2998051"/>
                  </a:lnTo>
                  <a:lnTo>
                    <a:pt x="478543" y="2955692"/>
                  </a:lnTo>
                  <a:lnTo>
                    <a:pt x="481712" y="2919677"/>
                  </a:lnTo>
                  <a:lnTo>
                    <a:pt x="484881" y="2905333"/>
                  </a:lnTo>
                  <a:lnTo>
                    <a:pt x="488050" y="2789282"/>
                  </a:lnTo>
                  <a:lnTo>
                    <a:pt x="491219" y="2724655"/>
                  </a:lnTo>
                  <a:lnTo>
                    <a:pt x="494388" y="2713306"/>
                  </a:lnTo>
                  <a:lnTo>
                    <a:pt x="497558" y="2659027"/>
                  </a:lnTo>
                  <a:lnTo>
                    <a:pt x="500727" y="2627892"/>
                  </a:lnTo>
                  <a:lnTo>
                    <a:pt x="503896" y="2600913"/>
                  </a:lnTo>
                  <a:lnTo>
                    <a:pt x="507065" y="2716964"/>
                  </a:lnTo>
                  <a:lnTo>
                    <a:pt x="510234" y="2815139"/>
                  </a:lnTo>
                  <a:lnTo>
                    <a:pt x="513403" y="2864354"/>
                  </a:lnTo>
                  <a:lnTo>
                    <a:pt x="516572" y="2960993"/>
                  </a:lnTo>
                  <a:lnTo>
                    <a:pt x="519742" y="3028143"/>
                  </a:lnTo>
                  <a:lnTo>
                    <a:pt x="522911" y="3044581"/>
                  </a:lnTo>
                  <a:lnTo>
                    <a:pt x="526080" y="2991701"/>
                  </a:lnTo>
                  <a:lnTo>
                    <a:pt x="529249" y="2991570"/>
                  </a:lnTo>
                  <a:lnTo>
                    <a:pt x="532418" y="3032587"/>
                  </a:lnTo>
                  <a:lnTo>
                    <a:pt x="535587" y="3071482"/>
                  </a:lnTo>
                  <a:lnTo>
                    <a:pt x="538757" y="3044411"/>
                  </a:lnTo>
                  <a:lnTo>
                    <a:pt x="541926" y="3022152"/>
                  </a:lnTo>
                  <a:lnTo>
                    <a:pt x="545095" y="3026621"/>
                  </a:lnTo>
                  <a:lnTo>
                    <a:pt x="548264" y="3006522"/>
                  </a:lnTo>
                  <a:lnTo>
                    <a:pt x="551433" y="2965505"/>
                  </a:lnTo>
                  <a:lnTo>
                    <a:pt x="554602" y="2926611"/>
                  </a:lnTo>
                  <a:lnTo>
                    <a:pt x="557772" y="2969435"/>
                  </a:lnTo>
                  <a:lnTo>
                    <a:pt x="560941" y="3054815"/>
                  </a:lnTo>
                  <a:lnTo>
                    <a:pt x="564110" y="3116972"/>
                  </a:lnTo>
                  <a:lnTo>
                    <a:pt x="567279" y="3116972"/>
                  </a:lnTo>
                  <a:lnTo>
                    <a:pt x="570448" y="3116972"/>
                  </a:lnTo>
                  <a:lnTo>
                    <a:pt x="573617" y="3116972"/>
                  </a:lnTo>
                  <a:lnTo>
                    <a:pt x="576786" y="3116972"/>
                  </a:lnTo>
                  <a:lnTo>
                    <a:pt x="579956" y="3102469"/>
                  </a:lnTo>
                  <a:lnTo>
                    <a:pt x="583125" y="3061949"/>
                  </a:lnTo>
                  <a:lnTo>
                    <a:pt x="586294" y="3017663"/>
                  </a:lnTo>
                  <a:lnTo>
                    <a:pt x="589463" y="3022240"/>
                  </a:lnTo>
                  <a:lnTo>
                    <a:pt x="592632" y="3061473"/>
                  </a:lnTo>
                  <a:lnTo>
                    <a:pt x="595801" y="3101780"/>
                  </a:lnTo>
                  <a:lnTo>
                    <a:pt x="598971" y="3116972"/>
                  </a:lnTo>
                  <a:lnTo>
                    <a:pt x="602140" y="3116972"/>
                  </a:lnTo>
                  <a:lnTo>
                    <a:pt x="605309" y="3116972"/>
                  </a:lnTo>
                  <a:lnTo>
                    <a:pt x="608478" y="3116972"/>
                  </a:lnTo>
                  <a:lnTo>
                    <a:pt x="611647" y="3116972"/>
                  </a:lnTo>
                  <a:lnTo>
                    <a:pt x="614816" y="3116972"/>
                  </a:lnTo>
                  <a:lnTo>
                    <a:pt x="617986" y="3116972"/>
                  </a:lnTo>
                  <a:lnTo>
                    <a:pt x="621155" y="3116972"/>
                  </a:lnTo>
                  <a:lnTo>
                    <a:pt x="624324" y="3094594"/>
                  </a:lnTo>
                  <a:lnTo>
                    <a:pt x="627493" y="3049236"/>
                  </a:lnTo>
                  <a:lnTo>
                    <a:pt x="630662" y="3053753"/>
                  </a:lnTo>
                  <a:lnTo>
                    <a:pt x="633831" y="3079766"/>
                  </a:lnTo>
                  <a:lnTo>
                    <a:pt x="637001" y="3076735"/>
                  </a:lnTo>
                  <a:lnTo>
                    <a:pt x="640170" y="3076735"/>
                  </a:lnTo>
                  <a:lnTo>
                    <a:pt x="643339" y="3076735"/>
                  </a:lnTo>
                  <a:lnTo>
                    <a:pt x="646508" y="3076736"/>
                  </a:lnTo>
                  <a:lnTo>
                    <a:pt x="649677" y="3075673"/>
                  </a:lnTo>
                  <a:lnTo>
                    <a:pt x="652846" y="3074468"/>
                  </a:lnTo>
                  <a:lnTo>
                    <a:pt x="656015" y="3103502"/>
                  </a:lnTo>
                  <a:lnTo>
                    <a:pt x="659185" y="3116972"/>
                  </a:lnTo>
                  <a:lnTo>
                    <a:pt x="662354" y="3111979"/>
                  </a:lnTo>
                  <a:lnTo>
                    <a:pt x="665523" y="3071243"/>
                  </a:lnTo>
                  <a:lnTo>
                    <a:pt x="668692" y="3079430"/>
                  </a:lnTo>
                  <a:lnTo>
                    <a:pt x="671861" y="3087663"/>
                  </a:lnTo>
                  <a:lnTo>
                    <a:pt x="675030" y="3058628"/>
                  </a:lnTo>
                  <a:lnTo>
                    <a:pt x="678200" y="3044915"/>
                  </a:lnTo>
                  <a:lnTo>
                    <a:pt x="681369" y="3050151"/>
                  </a:lnTo>
                  <a:lnTo>
                    <a:pt x="684538" y="3090888"/>
                  </a:lnTo>
                  <a:lnTo>
                    <a:pt x="687707" y="3082702"/>
                  </a:lnTo>
                  <a:lnTo>
                    <a:pt x="690876" y="3069465"/>
                  </a:lnTo>
                  <a:lnTo>
                    <a:pt x="694045" y="3048771"/>
                  </a:lnTo>
                  <a:lnTo>
                    <a:pt x="697215" y="3011792"/>
                  </a:lnTo>
                  <a:lnTo>
                    <a:pt x="700384" y="3037995"/>
                  </a:lnTo>
                  <a:lnTo>
                    <a:pt x="703553" y="3069412"/>
                  </a:lnTo>
                  <a:lnTo>
                    <a:pt x="706722" y="3075168"/>
                  </a:lnTo>
                  <a:lnTo>
                    <a:pt x="709891" y="3075168"/>
                  </a:lnTo>
                  <a:lnTo>
                    <a:pt x="713060" y="3095862"/>
                  </a:lnTo>
                  <a:lnTo>
                    <a:pt x="716230" y="3116972"/>
                  </a:lnTo>
                  <a:lnTo>
                    <a:pt x="719399" y="3053322"/>
                  </a:lnTo>
                  <a:lnTo>
                    <a:pt x="722568" y="3031015"/>
                  </a:lnTo>
                  <a:lnTo>
                    <a:pt x="725737" y="3039299"/>
                  </a:lnTo>
                  <a:lnTo>
                    <a:pt x="728906" y="3039299"/>
                  </a:lnTo>
                  <a:lnTo>
                    <a:pt x="732075" y="3039299"/>
                  </a:lnTo>
                  <a:lnTo>
                    <a:pt x="735244" y="3050462"/>
                  </a:lnTo>
                  <a:lnTo>
                    <a:pt x="738414" y="3092615"/>
                  </a:lnTo>
                  <a:lnTo>
                    <a:pt x="741583" y="3083506"/>
                  </a:lnTo>
                  <a:lnTo>
                    <a:pt x="744752" y="3069465"/>
                  </a:lnTo>
                  <a:lnTo>
                    <a:pt x="747921" y="3069465"/>
                  </a:lnTo>
                  <a:lnTo>
                    <a:pt x="751090" y="3069465"/>
                  </a:lnTo>
                  <a:lnTo>
                    <a:pt x="754259" y="3091417"/>
                  </a:lnTo>
                  <a:lnTo>
                    <a:pt x="757429" y="3116972"/>
                  </a:lnTo>
                  <a:lnTo>
                    <a:pt x="760598" y="3116972"/>
                  </a:lnTo>
                  <a:lnTo>
                    <a:pt x="763767" y="3116972"/>
                  </a:lnTo>
                  <a:lnTo>
                    <a:pt x="766936" y="3116972"/>
                  </a:lnTo>
                  <a:lnTo>
                    <a:pt x="770105" y="3116972"/>
                  </a:lnTo>
                  <a:lnTo>
                    <a:pt x="773274" y="3095029"/>
                  </a:lnTo>
                  <a:lnTo>
                    <a:pt x="776444" y="3069465"/>
                  </a:lnTo>
                  <a:lnTo>
                    <a:pt x="779613" y="3069465"/>
                  </a:lnTo>
                  <a:lnTo>
                    <a:pt x="782782" y="3069465"/>
                  </a:lnTo>
                  <a:lnTo>
                    <a:pt x="785951" y="3069465"/>
                  </a:lnTo>
                  <a:lnTo>
                    <a:pt x="789120" y="3069465"/>
                  </a:lnTo>
                  <a:lnTo>
                    <a:pt x="792289" y="3069465"/>
                  </a:lnTo>
                  <a:lnTo>
                    <a:pt x="795458" y="3069465"/>
                  </a:lnTo>
                  <a:lnTo>
                    <a:pt x="798628" y="3069465"/>
                  </a:lnTo>
                  <a:lnTo>
                    <a:pt x="801797" y="3069465"/>
                  </a:lnTo>
                  <a:lnTo>
                    <a:pt x="804966" y="3069465"/>
                  </a:lnTo>
                  <a:lnTo>
                    <a:pt x="808135" y="3069465"/>
                  </a:lnTo>
                  <a:lnTo>
                    <a:pt x="811304" y="3069465"/>
                  </a:lnTo>
                  <a:lnTo>
                    <a:pt x="814473" y="3088899"/>
                  </a:lnTo>
                  <a:lnTo>
                    <a:pt x="817643" y="3116972"/>
                  </a:lnTo>
                  <a:lnTo>
                    <a:pt x="820812" y="3113681"/>
                  </a:lnTo>
                  <a:lnTo>
                    <a:pt x="823981" y="3071047"/>
                  </a:lnTo>
                  <a:lnTo>
                    <a:pt x="827150" y="3042310"/>
                  </a:lnTo>
                  <a:lnTo>
                    <a:pt x="830319" y="3042310"/>
                  </a:lnTo>
                  <a:lnTo>
                    <a:pt x="833488" y="3009032"/>
                  </a:lnTo>
                  <a:lnTo>
                    <a:pt x="836658" y="2931961"/>
                  </a:lnTo>
                  <a:lnTo>
                    <a:pt x="839827" y="2923755"/>
                  </a:lnTo>
                  <a:lnTo>
                    <a:pt x="842996" y="2966391"/>
                  </a:lnTo>
                  <a:lnTo>
                    <a:pt x="846165" y="2995130"/>
                  </a:lnTo>
                  <a:lnTo>
                    <a:pt x="849334" y="2995130"/>
                  </a:lnTo>
                  <a:lnTo>
                    <a:pt x="852503" y="3008974"/>
                  </a:lnTo>
                  <a:lnTo>
                    <a:pt x="855673" y="3055565"/>
                  </a:lnTo>
                  <a:lnTo>
                    <a:pt x="858842" y="3023109"/>
                  </a:lnTo>
                  <a:lnTo>
                    <a:pt x="862011" y="2927432"/>
                  </a:lnTo>
                  <a:lnTo>
                    <a:pt x="865180" y="2856524"/>
                  </a:lnTo>
                  <a:lnTo>
                    <a:pt x="868349" y="2814637"/>
                  </a:lnTo>
                  <a:lnTo>
                    <a:pt x="871518" y="2796685"/>
                  </a:lnTo>
                  <a:lnTo>
                    <a:pt x="874687" y="2798936"/>
                  </a:lnTo>
                  <a:lnTo>
                    <a:pt x="877857" y="2843042"/>
                  </a:lnTo>
                  <a:lnTo>
                    <a:pt x="881026" y="2873988"/>
                  </a:lnTo>
                  <a:lnTo>
                    <a:pt x="884195" y="2861944"/>
                  </a:lnTo>
                  <a:lnTo>
                    <a:pt x="887364" y="2852259"/>
                  </a:lnTo>
                  <a:lnTo>
                    <a:pt x="890533" y="2796701"/>
                  </a:lnTo>
                  <a:lnTo>
                    <a:pt x="893702" y="2768122"/>
                  </a:lnTo>
                  <a:lnTo>
                    <a:pt x="896872" y="2776089"/>
                  </a:lnTo>
                  <a:lnTo>
                    <a:pt x="900041" y="2840821"/>
                  </a:lnTo>
                  <a:lnTo>
                    <a:pt x="903210" y="2923774"/>
                  </a:lnTo>
                  <a:lnTo>
                    <a:pt x="906379" y="2975345"/>
                  </a:lnTo>
                  <a:lnTo>
                    <a:pt x="909548" y="3048854"/>
                  </a:lnTo>
                  <a:lnTo>
                    <a:pt x="912717" y="3092056"/>
                  </a:lnTo>
                  <a:lnTo>
                    <a:pt x="915887" y="3113033"/>
                  </a:lnTo>
                  <a:lnTo>
                    <a:pt x="919056" y="3116972"/>
                  </a:lnTo>
                  <a:lnTo>
                    <a:pt x="922225" y="3116972"/>
                  </a:lnTo>
                  <a:lnTo>
                    <a:pt x="925394" y="3091022"/>
                  </a:lnTo>
                  <a:lnTo>
                    <a:pt x="928563" y="2980797"/>
                  </a:lnTo>
                  <a:lnTo>
                    <a:pt x="931732" y="2884868"/>
                  </a:lnTo>
                  <a:lnTo>
                    <a:pt x="934901" y="2822830"/>
                  </a:lnTo>
                  <a:lnTo>
                    <a:pt x="938071" y="2810652"/>
                  </a:lnTo>
                  <a:lnTo>
                    <a:pt x="941240" y="2810653"/>
                  </a:lnTo>
                  <a:lnTo>
                    <a:pt x="944409" y="2844563"/>
                  </a:lnTo>
                  <a:lnTo>
                    <a:pt x="947578" y="2938757"/>
                  </a:lnTo>
                  <a:lnTo>
                    <a:pt x="950747" y="2923949"/>
                  </a:lnTo>
                  <a:lnTo>
                    <a:pt x="953916" y="2877600"/>
                  </a:lnTo>
                  <a:lnTo>
                    <a:pt x="957086" y="2842751"/>
                  </a:lnTo>
                  <a:lnTo>
                    <a:pt x="960255" y="2838009"/>
                  </a:lnTo>
                  <a:lnTo>
                    <a:pt x="963424" y="2836782"/>
                  </a:lnTo>
                  <a:lnTo>
                    <a:pt x="966593" y="2823205"/>
                  </a:lnTo>
                  <a:lnTo>
                    <a:pt x="969762" y="2868108"/>
                  </a:lnTo>
                  <a:lnTo>
                    <a:pt x="972931" y="2879282"/>
                  </a:lnTo>
                  <a:lnTo>
                    <a:pt x="976101" y="2853369"/>
                  </a:lnTo>
                  <a:lnTo>
                    <a:pt x="979270" y="2798545"/>
                  </a:lnTo>
                  <a:lnTo>
                    <a:pt x="982439" y="2779655"/>
                  </a:lnTo>
                  <a:lnTo>
                    <a:pt x="985608" y="2761408"/>
                  </a:lnTo>
                  <a:lnTo>
                    <a:pt x="988777" y="2757009"/>
                  </a:lnTo>
                  <a:lnTo>
                    <a:pt x="991946" y="2686405"/>
                  </a:lnTo>
                  <a:lnTo>
                    <a:pt x="995116" y="2615065"/>
                  </a:lnTo>
                  <a:lnTo>
                    <a:pt x="998285" y="2526954"/>
                  </a:lnTo>
                  <a:lnTo>
                    <a:pt x="1001454" y="2424895"/>
                  </a:lnTo>
                  <a:lnTo>
                    <a:pt x="1004623" y="2419098"/>
                  </a:lnTo>
                  <a:lnTo>
                    <a:pt x="1007792" y="2393860"/>
                  </a:lnTo>
                  <a:lnTo>
                    <a:pt x="1010961" y="2456903"/>
                  </a:lnTo>
                  <a:lnTo>
                    <a:pt x="1014130" y="2572014"/>
                  </a:lnTo>
                  <a:lnTo>
                    <a:pt x="1017300" y="2648852"/>
                  </a:lnTo>
                  <a:lnTo>
                    <a:pt x="1020469" y="2641744"/>
                  </a:lnTo>
                  <a:lnTo>
                    <a:pt x="1023638" y="2657621"/>
                  </a:lnTo>
                  <a:lnTo>
                    <a:pt x="1026807" y="2738470"/>
                  </a:lnTo>
                  <a:lnTo>
                    <a:pt x="1029976" y="2814297"/>
                  </a:lnTo>
                  <a:lnTo>
                    <a:pt x="1033145" y="2831567"/>
                  </a:lnTo>
                  <a:lnTo>
                    <a:pt x="1036315" y="2892937"/>
                  </a:lnTo>
                  <a:lnTo>
                    <a:pt x="1039484" y="2978381"/>
                  </a:lnTo>
                  <a:lnTo>
                    <a:pt x="1042653" y="2939998"/>
                  </a:lnTo>
                  <a:lnTo>
                    <a:pt x="1045822" y="2855661"/>
                  </a:lnTo>
                  <a:lnTo>
                    <a:pt x="1048991" y="2765040"/>
                  </a:lnTo>
                  <a:lnTo>
                    <a:pt x="1052160" y="2667210"/>
                  </a:lnTo>
                  <a:lnTo>
                    <a:pt x="1055330" y="2597118"/>
                  </a:lnTo>
                  <a:lnTo>
                    <a:pt x="1058499" y="2580379"/>
                  </a:lnTo>
                  <a:lnTo>
                    <a:pt x="1061668" y="2634461"/>
                  </a:lnTo>
                  <a:lnTo>
                    <a:pt x="1064837" y="2718800"/>
                  </a:lnTo>
                  <a:lnTo>
                    <a:pt x="1068006" y="2783637"/>
                  </a:lnTo>
                  <a:lnTo>
                    <a:pt x="1071175" y="2832734"/>
                  </a:lnTo>
                  <a:lnTo>
                    <a:pt x="1074345" y="2861729"/>
                  </a:lnTo>
                  <a:lnTo>
                    <a:pt x="1077514" y="2880107"/>
                  </a:lnTo>
                  <a:lnTo>
                    <a:pt x="1080683" y="2845433"/>
                  </a:lnTo>
                  <a:lnTo>
                    <a:pt x="1083852" y="2776376"/>
                  </a:lnTo>
                  <a:lnTo>
                    <a:pt x="1087021" y="2678023"/>
                  </a:lnTo>
                  <a:lnTo>
                    <a:pt x="1090190" y="2678190"/>
                  </a:lnTo>
                  <a:lnTo>
                    <a:pt x="1093359" y="2728755"/>
                  </a:lnTo>
                  <a:lnTo>
                    <a:pt x="1096529" y="2770953"/>
                  </a:lnTo>
                  <a:lnTo>
                    <a:pt x="1099698" y="2827706"/>
                  </a:lnTo>
                  <a:lnTo>
                    <a:pt x="1102867" y="2896761"/>
                  </a:lnTo>
                  <a:lnTo>
                    <a:pt x="1106036" y="3020898"/>
                  </a:lnTo>
                  <a:lnTo>
                    <a:pt x="1109205" y="3069465"/>
                  </a:lnTo>
                  <a:lnTo>
                    <a:pt x="1112374" y="3069465"/>
                  </a:lnTo>
                  <a:lnTo>
                    <a:pt x="1115544" y="3069465"/>
                  </a:lnTo>
                  <a:lnTo>
                    <a:pt x="1118713" y="3069465"/>
                  </a:lnTo>
                  <a:lnTo>
                    <a:pt x="1121882" y="3069465"/>
                  </a:lnTo>
                  <a:lnTo>
                    <a:pt x="1125051" y="3058996"/>
                  </a:lnTo>
                  <a:lnTo>
                    <a:pt x="1128220" y="2994065"/>
                  </a:lnTo>
                  <a:lnTo>
                    <a:pt x="1131389" y="2931867"/>
                  </a:lnTo>
                  <a:lnTo>
                    <a:pt x="1134559" y="2909648"/>
                  </a:lnTo>
                  <a:lnTo>
                    <a:pt x="1137728" y="2830596"/>
                  </a:lnTo>
                  <a:lnTo>
                    <a:pt x="1140897" y="2739736"/>
                  </a:lnTo>
                  <a:lnTo>
                    <a:pt x="1144066" y="2617128"/>
                  </a:lnTo>
                  <a:lnTo>
                    <a:pt x="1147235" y="2636802"/>
                  </a:lnTo>
                  <a:lnTo>
                    <a:pt x="1150404" y="2699000"/>
                  </a:lnTo>
                  <a:lnTo>
                    <a:pt x="1153573" y="2701802"/>
                  </a:lnTo>
                  <a:lnTo>
                    <a:pt x="1156743" y="2737633"/>
                  </a:lnTo>
                  <a:lnTo>
                    <a:pt x="1159912" y="2815126"/>
                  </a:lnTo>
                  <a:lnTo>
                    <a:pt x="1163081" y="2948201"/>
                  </a:lnTo>
                  <a:lnTo>
                    <a:pt x="1166250" y="2993462"/>
                  </a:lnTo>
                  <a:lnTo>
                    <a:pt x="1169419" y="2993462"/>
                  </a:lnTo>
                  <a:lnTo>
                    <a:pt x="1172588" y="3012877"/>
                  </a:lnTo>
                  <a:lnTo>
                    <a:pt x="1175758" y="3083943"/>
                  </a:lnTo>
                  <a:lnTo>
                    <a:pt x="1178927" y="3104850"/>
                  </a:lnTo>
                  <a:lnTo>
                    <a:pt x="1182096" y="3062239"/>
                  </a:lnTo>
                  <a:lnTo>
                    <a:pt x="1185265" y="2989262"/>
                  </a:lnTo>
                  <a:lnTo>
                    <a:pt x="1188434" y="2969369"/>
                  </a:lnTo>
                  <a:lnTo>
                    <a:pt x="1191603" y="2969370"/>
                  </a:lnTo>
                  <a:lnTo>
                    <a:pt x="1194773" y="2941525"/>
                  </a:lnTo>
                  <a:lnTo>
                    <a:pt x="1197942" y="2933983"/>
                  </a:lnTo>
                  <a:lnTo>
                    <a:pt x="1201111" y="2976594"/>
                  </a:lnTo>
                  <a:lnTo>
                    <a:pt x="1204280" y="3049571"/>
                  </a:lnTo>
                  <a:lnTo>
                    <a:pt x="1207449" y="3071739"/>
                  </a:lnTo>
                  <a:lnTo>
                    <a:pt x="1210618" y="3100683"/>
                  </a:lnTo>
                  <a:lnTo>
                    <a:pt x="1213788" y="3099990"/>
                  </a:lnTo>
                  <a:lnTo>
                    <a:pt x="1216957" y="3026480"/>
                  </a:lnTo>
                  <a:lnTo>
                    <a:pt x="1220126" y="2981464"/>
                  </a:lnTo>
                  <a:lnTo>
                    <a:pt x="1223295" y="2932310"/>
                  </a:lnTo>
                  <a:lnTo>
                    <a:pt x="1226464" y="2901128"/>
                  </a:lnTo>
                  <a:lnTo>
                    <a:pt x="1229633" y="2872185"/>
                  </a:lnTo>
                  <a:lnTo>
                    <a:pt x="1232802" y="2880219"/>
                  </a:lnTo>
                  <a:lnTo>
                    <a:pt x="1235972" y="3001321"/>
                  </a:lnTo>
                  <a:lnTo>
                    <a:pt x="1239141" y="3064131"/>
                  </a:lnTo>
                  <a:lnTo>
                    <a:pt x="1242310" y="3079446"/>
                  </a:lnTo>
                  <a:lnTo>
                    <a:pt x="1245479" y="3094851"/>
                  </a:lnTo>
                  <a:lnTo>
                    <a:pt x="1248648" y="3094852"/>
                  </a:lnTo>
                  <a:lnTo>
                    <a:pt x="1251817" y="3087509"/>
                  </a:lnTo>
                  <a:lnTo>
                    <a:pt x="1254987" y="3039918"/>
                  </a:lnTo>
                  <a:lnTo>
                    <a:pt x="1258156" y="3022120"/>
                  </a:lnTo>
                  <a:lnTo>
                    <a:pt x="1261325" y="3055961"/>
                  </a:lnTo>
                  <a:lnTo>
                    <a:pt x="1264494" y="3069465"/>
                  </a:lnTo>
                  <a:lnTo>
                    <a:pt x="1267663" y="3069465"/>
                  </a:lnTo>
                  <a:lnTo>
                    <a:pt x="1270832" y="3069465"/>
                  </a:lnTo>
                  <a:lnTo>
                    <a:pt x="1274002" y="3069465"/>
                  </a:lnTo>
                  <a:lnTo>
                    <a:pt x="1277171" y="3069465"/>
                  </a:lnTo>
                  <a:lnTo>
                    <a:pt x="1280340" y="3069465"/>
                  </a:lnTo>
                  <a:lnTo>
                    <a:pt x="1283509" y="3069465"/>
                  </a:lnTo>
                  <a:lnTo>
                    <a:pt x="1286678" y="3069465"/>
                  </a:lnTo>
                  <a:lnTo>
                    <a:pt x="1289847" y="3069465"/>
                  </a:lnTo>
                  <a:lnTo>
                    <a:pt x="1293016" y="3069465"/>
                  </a:lnTo>
                  <a:lnTo>
                    <a:pt x="1296186" y="3058167"/>
                  </a:lnTo>
                  <a:lnTo>
                    <a:pt x="1299355" y="3016718"/>
                  </a:lnTo>
                  <a:lnTo>
                    <a:pt x="1302524" y="3030874"/>
                  </a:lnTo>
                  <a:lnTo>
                    <a:pt x="1305693" y="3026571"/>
                  </a:lnTo>
                  <a:lnTo>
                    <a:pt x="1308862" y="3003656"/>
                  </a:lnTo>
                  <a:lnTo>
                    <a:pt x="1312031" y="3003657"/>
                  </a:lnTo>
                  <a:lnTo>
                    <a:pt x="1315201" y="3014955"/>
                  </a:lnTo>
                  <a:lnTo>
                    <a:pt x="1318370" y="3039085"/>
                  </a:lnTo>
                  <a:lnTo>
                    <a:pt x="1321539" y="2975059"/>
                  </a:lnTo>
                  <a:lnTo>
                    <a:pt x="1324708" y="2925269"/>
                  </a:lnTo>
                  <a:lnTo>
                    <a:pt x="1327877" y="2836879"/>
                  </a:lnTo>
                  <a:lnTo>
                    <a:pt x="1331046" y="2773999"/>
                  </a:lnTo>
                  <a:lnTo>
                    <a:pt x="1334216" y="2720676"/>
                  </a:lnTo>
                  <a:lnTo>
                    <a:pt x="1337385" y="2685670"/>
                  </a:lnTo>
                  <a:lnTo>
                    <a:pt x="1340554" y="2731434"/>
                  </a:lnTo>
                  <a:lnTo>
                    <a:pt x="1343723" y="2785526"/>
                  </a:lnTo>
                  <a:lnTo>
                    <a:pt x="1346892" y="2896831"/>
                  </a:lnTo>
                  <a:lnTo>
                    <a:pt x="1350061" y="2959712"/>
                  </a:lnTo>
                  <a:lnTo>
                    <a:pt x="1353231" y="3013034"/>
                  </a:lnTo>
                  <a:lnTo>
                    <a:pt x="1356400" y="3065359"/>
                  </a:lnTo>
                  <a:lnTo>
                    <a:pt x="1359569" y="3069465"/>
                  </a:lnTo>
                  <a:lnTo>
                    <a:pt x="1362738" y="3025493"/>
                  </a:lnTo>
                  <a:lnTo>
                    <a:pt x="1365907" y="2995437"/>
                  </a:lnTo>
                  <a:lnTo>
                    <a:pt x="1369076" y="2995437"/>
                  </a:lnTo>
                  <a:lnTo>
                    <a:pt x="1372245" y="2995438"/>
                  </a:lnTo>
                  <a:lnTo>
                    <a:pt x="1375415" y="2995438"/>
                  </a:lnTo>
                  <a:lnTo>
                    <a:pt x="1378584" y="2995438"/>
                  </a:lnTo>
                  <a:lnTo>
                    <a:pt x="1381753" y="3041513"/>
                  </a:lnTo>
                  <a:lnTo>
                    <a:pt x="1384922" y="3096701"/>
                  </a:lnTo>
                  <a:lnTo>
                    <a:pt x="1388091" y="3116972"/>
                  </a:lnTo>
                  <a:lnTo>
                    <a:pt x="1391260" y="3086903"/>
                  </a:lnTo>
                  <a:lnTo>
                    <a:pt x="1394430" y="3023010"/>
                  </a:lnTo>
                  <a:lnTo>
                    <a:pt x="1397599" y="2933251"/>
                  </a:lnTo>
                  <a:lnTo>
                    <a:pt x="1400768" y="2858291"/>
                  </a:lnTo>
                  <a:lnTo>
                    <a:pt x="1403937" y="2799308"/>
                  </a:lnTo>
                  <a:lnTo>
                    <a:pt x="1407106" y="2704389"/>
                  </a:lnTo>
                  <a:lnTo>
                    <a:pt x="1410275" y="2637149"/>
                  </a:lnTo>
                  <a:lnTo>
                    <a:pt x="1413445" y="2634981"/>
                  </a:lnTo>
                  <a:lnTo>
                    <a:pt x="1416614" y="2691669"/>
                  </a:lnTo>
                  <a:lnTo>
                    <a:pt x="1419783" y="2749951"/>
                  </a:lnTo>
                  <a:lnTo>
                    <a:pt x="1422952" y="2739086"/>
                  </a:lnTo>
                  <a:lnTo>
                    <a:pt x="1426121" y="2791740"/>
                  </a:lnTo>
                  <a:lnTo>
                    <a:pt x="1429290" y="2894511"/>
                  </a:lnTo>
                  <a:lnTo>
                    <a:pt x="1432460" y="2960572"/>
                  </a:lnTo>
                  <a:lnTo>
                    <a:pt x="1435629" y="3001204"/>
                  </a:lnTo>
                  <a:lnTo>
                    <a:pt x="1438798" y="3008178"/>
                  </a:lnTo>
                  <a:lnTo>
                    <a:pt x="1441967" y="3027155"/>
                  </a:lnTo>
                  <a:lnTo>
                    <a:pt x="1445136" y="3042592"/>
                  </a:lnTo>
                  <a:lnTo>
                    <a:pt x="1448305" y="3042593"/>
                  </a:lnTo>
                  <a:lnTo>
                    <a:pt x="1451474" y="3042593"/>
                  </a:lnTo>
                  <a:lnTo>
                    <a:pt x="1454644" y="3035033"/>
                  </a:lnTo>
                  <a:lnTo>
                    <a:pt x="1457813" y="3042632"/>
                  </a:lnTo>
                  <a:lnTo>
                    <a:pt x="1460982" y="3068369"/>
                  </a:lnTo>
                  <a:lnTo>
                    <a:pt x="1464151" y="3069465"/>
                  </a:lnTo>
                  <a:lnTo>
                    <a:pt x="1467320" y="3069465"/>
                  </a:lnTo>
                  <a:lnTo>
                    <a:pt x="1470489" y="3069465"/>
                  </a:lnTo>
                  <a:lnTo>
                    <a:pt x="1473659" y="3069465"/>
                  </a:lnTo>
                  <a:lnTo>
                    <a:pt x="1476828" y="3069465"/>
                  </a:lnTo>
                  <a:lnTo>
                    <a:pt x="1479997" y="3046759"/>
                  </a:lnTo>
                  <a:lnTo>
                    <a:pt x="1483166" y="2991640"/>
                  </a:lnTo>
                  <a:lnTo>
                    <a:pt x="1486335" y="2984871"/>
                  </a:lnTo>
                  <a:lnTo>
                    <a:pt x="1489504" y="2950238"/>
                  </a:lnTo>
                  <a:lnTo>
                    <a:pt x="1492674" y="2887090"/>
                  </a:lnTo>
                  <a:lnTo>
                    <a:pt x="1495843" y="2874762"/>
                  </a:lnTo>
                  <a:lnTo>
                    <a:pt x="1499012" y="2903700"/>
                  </a:lnTo>
                  <a:lnTo>
                    <a:pt x="1502181" y="2906293"/>
                  </a:lnTo>
                  <a:lnTo>
                    <a:pt x="1505350" y="2862546"/>
                  </a:lnTo>
                  <a:lnTo>
                    <a:pt x="1508519" y="2863064"/>
                  </a:lnTo>
                  <a:lnTo>
                    <a:pt x="1511688" y="2921439"/>
                  </a:lnTo>
                  <a:lnTo>
                    <a:pt x="1514858" y="2935179"/>
                  </a:lnTo>
                  <a:lnTo>
                    <a:pt x="1518027" y="2928948"/>
                  </a:lnTo>
                  <a:lnTo>
                    <a:pt x="1521196" y="2981474"/>
                  </a:lnTo>
                  <a:lnTo>
                    <a:pt x="1524365" y="3005231"/>
                  </a:lnTo>
                  <a:lnTo>
                    <a:pt x="1527534" y="3012151"/>
                  </a:lnTo>
                  <a:lnTo>
                    <a:pt x="1530703" y="2962655"/>
                  </a:lnTo>
                  <a:lnTo>
                    <a:pt x="1533873" y="2865562"/>
                  </a:lnTo>
                  <a:lnTo>
                    <a:pt x="1537042" y="2784809"/>
                  </a:lnTo>
                  <a:lnTo>
                    <a:pt x="1540211" y="2750989"/>
                  </a:lnTo>
                  <a:lnTo>
                    <a:pt x="1543380" y="2777746"/>
                  </a:lnTo>
                  <a:lnTo>
                    <a:pt x="1546549" y="2809472"/>
                  </a:lnTo>
                  <a:lnTo>
                    <a:pt x="1549718" y="2892209"/>
                  </a:lnTo>
                  <a:lnTo>
                    <a:pt x="1552888" y="2975496"/>
                  </a:lnTo>
                  <a:lnTo>
                    <a:pt x="1556057" y="3004152"/>
                  </a:lnTo>
                  <a:lnTo>
                    <a:pt x="1559226" y="2988650"/>
                  </a:lnTo>
                  <a:lnTo>
                    <a:pt x="1562395" y="2923333"/>
                  </a:lnTo>
                  <a:lnTo>
                    <a:pt x="1565564" y="2822291"/>
                  </a:lnTo>
                  <a:lnTo>
                    <a:pt x="1568733" y="2633592"/>
                  </a:lnTo>
                  <a:lnTo>
                    <a:pt x="1571903" y="2423055"/>
                  </a:lnTo>
                  <a:lnTo>
                    <a:pt x="1575072" y="2300993"/>
                  </a:lnTo>
                  <a:lnTo>
                    <a:pt x="1578241" y="2275121"/>
                  </a:lnTo>
                  <a:lnTo>
                    <a:pt x="1581410" y="2334648"/>
                  </a:lnTo>
                  <a:lnTo>
                    <a:pt x="1584579" y="2376027"/>
                  </a:lnTo>
                  <a:lnTo>
                    <a:pt x="1587748" y="2383451"/>
                  </a:lnTo>
                  <a:lnTo>
                    <a:pt x="1590917" y="2480975"/>
                  </a:lnTo>
                  <a:lnTo>
                    <a:pt x="1594087" y="2625247"/>
                  </a:lnTo>
                  <a:lnTo>
                    <a:pt x="1597256" y="2700440"/>
                  </a:lnTo>
                  <a:lnTo>
                    <a:pt x="1600425" y="2706232"/>
                  </a:lnTo>
                  <a:lnTo>
                    <a:pt x="1603594" y="2761363"/>
                  </a:lnTo>
                  <a:lnTo>
                    <a:pt x="1606763" y="2914173"/>
                  </a:lnTo>
                  <a:lnTo>
                    <a:pt x="1609932" y="3039577"/>
                  </a:lnTo>
                  <a:lnTo>
                    <a:pt x="1613102" y="3069465"/>
                  </a:lnTo>
                  <a:lnTo>
                    <a:pt x="1616271" y="3067215"/>
                  </a:lnTo>
                  <a:lnTo>
                    <a:pt x="1619440" y="3019134"/>
                  </a:lnTo>
                  <a:lnTo>
                    <a:pt x="1622609" y="2995658"/>
                  </a:lnTo>
                  <a:lnTo>
                    <a:pt x="1625778" y="2964257"/>
                  </a:lnTo>
                  <a:lnTo>
                    <a:pt x="1628947" y="2838615"/>
                  </a:lnTo>
                  <a:lnTo>
                    <a:pt x="1632117" y="2634362"/>
                  </a:lnTo>
                  <a:lnTo>
                    <a:pt x="1635286" y="2442466"/>
                  </a:lnTo>
                  <a:lnTo>
                    <a:pt x="1638455" y="2392675"/>
                  </a:lnTo>
                  <a:lnTo>
                    <a:pt x="1641624" y="2375978"/>
                  </a:lnTo>
                  <a:lnTo>
                    <a:pt x="1644793" y="2393736"/>
                  </a:lnTo>
                  <a:lnTo>
                    <a:pt x="1647962" y="2519381"/>
                  </a:lnTo>
                  <a:lnTo>
                    <a:pt x="1651131" y="2714108"/>
                  </a:lnTo>
                  <a:lnTo>
                    <a:pt x="1654301" y="2846604"/>
                  </a:lnTo>
                  <a:lnTo>
                    <a:pt x="1657470" y="2819917"/>
                  </a:lnTo>
                  <a:lnTo>
                    <a:pt x="1660639" y="2705830"/>
                  </a:lnTo>
                  <a:lnTo>
                    <a:pt x="1663808" y="2581894"/>
                  </a:lnTo>
                  <a:lnTo>
                    <a:pt x="1666977" y="2467161"/>
                  </a:lnTo>
                  <a:lnTo>
                    <a:pt x="1670146" y="2383803"/>
                  </a:lnTo>
                  <a:lnTo>
                    <a:pt x="1673316" y="2424002"/>
                  </a:lnTo>
                  <a:lnTo>
                    <a:pt x="1676485" y="2548561"/>
                  </a:lnTo>
                  <a:lnTo>
                    <a:pt x="1679654" y="2701200"/>
                  </a:lnTo>
                  <a:lnTo>
                    <a:pt x="1682823" y="2774789"/>
                  </a:lnTo>
                  <a:lnTo>
                    <a:pt x="1685992" y="2806464"/>
                  </a:lnTo>
                  <a:lnTo>
                    <a:pt x="1689161" y="2856070"/>
                  </a:lnTo>
                  <a:lnTo>
                    <a:pt x="1692331" y="2833320"/>
                  </a:lnTo>
                  <a:lnTo>
                    <a:pt x="1695500" y="2789896"/>
                  </a:lnTo>
                  <a:lnTo>
                    <a:pt x="1698669" y="2777481"/>
                  </a:lnTo>
                  <a:lnTo>
                    <a:pt x="1701838" y="2754159"/>
                  </a:lnTo>
                  <a:lnTo>
                    <a:pt x="1705007" y="2758639"/>
                  </a:lnTo>
                  <a:lnTo>
                    <a:pt x="1708176" y="2816788"/>
                  </a:lnTo>
                  <a:lnTo>
                    <a:pt x="1711346" y="2887796"/>
                  </a:lnTo>
                  <a:lnTo>
                    <a:pt x="1714515" y="2938995"/>
                  </a:lnTo>
                  <a:lnTo>
                    <a:pt x="1717684" y="2871319"/>
                  </a:lnTo>
                  <a:lnTo>
                    <a:pt x="1720853" y="2875507"/>
                  </a:lnTo>
                  <a:lnTo>
                    <a:pt x="1724022" y="2935727"/>
                  </a:lnTo>
                  <a:lnTo>
                    <a:pt x="1727191" y="2891357"/>
                  </a:lnTo>
                  <a:lnTo>
                    <a:pt x="1730360" y="2827259"/>
                  </a:lnTo>
                  <a:lnTo>
                    <a:pt x="1733530" y="2810145"/>
                  </a:lnTo>
                  <a:lnTo>
                    <a:pt x="1736699" y="2891857"/>
                  </a:lnTo>
                  <a:lnTo>
                    <a:pt x="1739868" y="2953215"/>
                  </a:lnTo>
                  <a:lnTo>
                    <a:pt x="1743037" y="2971288"/>
                  </a:lnTo>
                  <a:lnTo>
                    <a:pt x="1746206" y="2957910"/>
                  </a:lnTo>
                  <a:lnTo>
                    <a:pt x="1749375" y="2981060"/>
                  </a:lnTo>
                  <a:lnTo>
                    <a:pt x="1752545" y="2989974"/>
                  </a:lnTo>
                  <a:lnTo>
                    <a:pt x="1755714" y="2989975"/>
                  </a:lnTo>
                  <a:lnTo>
                    <a:pt x="1758883" y="3011742"/>
                  </a:lnTo>
                  <a:lnTo>
                    <a:pt x="1762052" y="3012025"/>
                  </a:lnTo>
                  <a:lnTo>
                    <a:pt x="1765221" y="3022632"/>
                  </a:lnTo>
                  <a:lnTo>
                    <a:pt x="1768390" y="2995232"/>
                  </a:lnTo>
                  <a:lnTo>
                    <a:pt x="1771560" y="2955597"/>
                  </a:lnTo>
                  <a:lnTo>
                    <a:pt x="1774729" y="2775154"/>
                  </a:lnTo>
                  <a:lnTo>
                    <a:pt x="1777898" y="2586308"/>
                  </a:lnTo>
                  <a:lnTo>
                    <a:pt x="1781067" y="2523382"/>
                  </a:lnTo>
                  <a:lnTo>
                    <a:pt x="1784236" y="2341998"/>
                  </a:lnTo>
                  <a:lnTo>
                    <a:pt x="1787405" y="2196032"/>
                  </a:lnTo>
                  <a:lnTo>
                    <a:pt x="1790575" y="2215864"/>
                  </a:lnTo>
                  <a:lnTo>
                    <a:pt x="1793744" y="2395889"/>
                  </a:lnTo>
                  <a:lnTo>
                    <a:pt x="1796913" y="2584734"/>
                  </a:lnTo>
                  <a:lnTo>
                    <a:pt x="1800082" y="2647660"/>
                  </a:lnTo>
                  <a:lnTo>
                    <a:pt x="1803251" y="2861310"/>
                  </a:lnTo>
                  <a:lnTo>
                    <a:pt x="1806420" y="3001308"/>
                  </a:lnTo>
                  <a:lnTo>
                    <a:pt x="1809589" y="2915883"/>
                  </a:lnTo>
                  <a:lnTo>
                    <a:pt x="1812759" y="2876023"/>
                  </a:lnTo>
                  <a:lnTo>
                    <a:pt x="1815928" y="2875883"/>
                  </a:lnTo>
                  <a:lnTo>
                    <a:pt x="1819097" y="2839472"/>
                  </a:lnTo>
                  <a:lnTo>
                    <a:pt x="1822266" y="2802074"/>
                  </a:lnTo>
                  <a:lnTo>
                    <a:pt x="1825435" y="2843191"/>
                  </a:lnTo>
                  <a:lnTo>
                    <a:pt x="1828604" y="2877700"/>
                  </a:lnTo>
                  <a:lnTo>
                    <a:pt x="1831774" y="2800032"/>
                  </a:lnTo>
                  <a:lnTo>
                    <a:pt x="1834943" y="2671000"/>
                  </a:lnTo>
                  <a:lnTo>
                    <a:pt x="1838112" y="2564861"/>
                  </a:lnTo>
                  <a:lnTo>
                    <a:pt x="1841281" y="2432081"/>
                  </a:lnTo>
                  <a:lnTo>
                    <a:pt x="1844450" y="2267570"/>
                  </a:lnTo>
                  <a:lnTo>
                    <a:pt x="1847619" y="2164239"/>
                  </a:lnTo>
                  <a:lnTo>
                    <a:pt x="1850789" y="2117998"/>
                  </a:lnTo>
                  <a:lnTo>
                    <a:pt x="1853958" y="2000007"/>
                  </a:lnTo>
                  <a:lnTo>
                    <a:pt x="1857127" y="1845712"/>
                  </a:lnTo>
                  <a:lnTo>
                    <a:pt x="1860296" y="1762408"/>
                  </a:lnTo>
                  <a:lnTo>
                    <a:pt x="1863465" y="1760934"/>
                  </a:lnTo>
                  <a:lnTo>
                    <a:pt x="1866634" y="1843642"/>
                  </a:lnTo>
                  <a:lnTo>
                    <a:pt x="1869803" y="1923031"/>
                  </a:lnTo>
                  <a:lnTo>
                    <a:pt x="1872973" y="2057577"/>
                  </a:lnTo>
                  <a:lnTo>
                    <a:pt x="1876142" y="2298107"/>
                  </a:lnTo>
                  <a:lnTo>
                    <a:pt x="1879311" y="2520711"/>
                  </a:lnTo>
                  <a:lnTo>
                    <a:pt x="1882480" y="2647190"/>
                  </a:lnTo>
                  <a:lnTo>
                    <a:pt x="1885649" y="2617827"/>
                  </a:lnTo>
                  <a:lnTo>
                    <a:pt x="1888818" y="2587590"/>
                  </a:lnTo>
                  <a:lnTo>
                    <a:pt x="1891988" y="2598036"/>
                  </a:lnTo>
                  <a:lnTo>
                    <a:pt x="1895157" y="2618118"/>
                  </a:lnTo>
                  <a:lnTo>
                    <a:pt x="1898326" y="2648997"/>
                  </a:lnTo>
                  <a:lnTo>
                    <a:pt x="1901495" y="2694896"/>
                  </a:lnTo>
                  <a:lnTo>
                    <a:pt x="1904664" y="2816027"/>
                  </a:lnTo>
                  <a:lnTo>
                    <a:pt x="1907833" y="2931063"/>
                  </a:lnTo>
                  <a:lnTo>
                    <a:pt x="1911003" y="2991699"/>
                  </a:lnTo>
                  <a:lnTo>
                    <a:pt x="1914172" y="2898755"/>
                  </a:lnTo>
                  <a:lnTo>
                    <a:pt x="1917341" y="2709611"/>
                  </a:lnTo>
                  <a:lnTo>
                    <a:pt x="1920510" y="2534281"/>
                  </a:lnTo>
                  <a:lnTo>
                    <a:pt x="1923679" y="2444541"/>
                  </a:lnTo>
                  <a:lnTo>
                    <a:pt x="1926848" y="2428558"/>
                  </a:lnTo>
                  <a:lnTo>
                    <a:pt x="1930018" y="2486148"/>
                  </a:lnTo>
                  <a:lnTo>
                    <a:pt x="1933187" y="2592775"/>
                  </a:lnTo>
                  <a:lnTo>
                    <a:pt x="1936356" y="2650527"/>
                  </a:lnTo>
                  <a:lnTo>
                    <a:pt x="1939525" y="2696777"/>
                  </a:lnTo>
                  <a:lnTo>
                    <a:pt x="1942694" y="2713020"/>
                  </a:lnTo>
                  <a:lnTo>
                    <a:pt x="1945863" y="2601736"/>
                  </a:lnTo>
                  <a:lnTo>
                    <a:pt x="1949032" y="2404044"/>
                  </a:lnTo>
                  <a:lnTo>
                    <a:pt x="1952202" y="2298834"/>
                  </a:lnTo>
                  <a:lnTo>
                    <a:pt x="1955371" y="2401632"/>
                  </a:lnTo>
                  <a:lnTo>
                    <a:pt x="1958540" y="2512218"/>
                  </a:lnTo>
                  <a:lnTo>
                    <a:pt x="1961709" y="2536874"/>
                  </a:lnTo>
                  <a:lnTo>
                    <a:pt x="1964878" y="2642407"/>
                  </a:lnTo>
                  <a:lnTo>
                    <a:pt x="1968047" y="2770906"/>
                  </a:lnTo>
                  <a:lnTo>
                    <a:pt x="1971217" y="2812780"/>
                  </a:lnTo>
                  <a:lnTo>
                    <a:pt x="1974386" y="2789902"/>
                  </a:lnTo>
                  <a:lnTo>
                    <a:pt x="1977555" y="2724103"/>
                  </a:lnTo>
                  <a:lnTo>
                    <a:pt x="1980724" y="2653698"/>
                  </a:lnTo>
                  <a:lnTo>
                    <a:pt x="1983893" y="2642188"/>
                  </a:lnTo>
                  <a:lnTo>
                    <a:pt x="1987062" y="2693709"/>
                  </a:lnTo>
                  <a:lnTo>
                    <a:pt x="1990232" y="2749668"/>
                  </a:lnTo>
                  <a:lnTo>
                    <a:pt x="1993401" y="2685497"/>
                  </a:lnTo>
                  <a:lnTo>
                    <a:pt x="1996570" y="2598616"/>
                  </a:lnTo>
                  <a:lnTo>
                    <a:pt x="1999739" y="2576217"/>
                  </a:lnTo>
                  <a:lnTo>
                    <a:pt x="2002908" y="2497787"/>
                  </a:lnTo>
                  <a:lnTo>
                    <a:pt x="2006077" y="2441639"/>
                  </a:lnTo>
                  <a:lnTo>
                    <a:pt x="2009247" y="2423706"/>
                  </a:lnTo>
                  <a:lnTo>
                    <a:pt x="2012416" y="2531266"/>
                  </a:lnTo>
                  <a:lnTo>
                    <a:pt x="2015585" y="2660227"/>
                  </a:lnTo>
                  <a:lnTo>
                    <a:pt x="2018754" y="2701472"/>
                  </a:lnTo>
                  <a:lnTo>
                    <a:pt x="2021923" y="2764264"/>
                  </a:lnTo>
                  <a:lnTo>
                    <a:pt x="2025092" y="2788832"/>
                  </a:lnTo>
                  <a:lnTo>
                    <a:pt x="2028261" y="2793466"/>
                  </a:lnTo>
                  <a:lnTo>
                    <a:pt x="2031431" y="2766631"/>
                  </a:lnTo>
                  <a:lnTo>
                    <a:pt x="2034600" y="2773362"/>
                  </a:lnTo>
                  <a:lnTo>
                    <a:pt x="2037769" y="2841747"/>
                  </a:lnTo>
                  <a:lnTo>
                    <a:pt x="2040938" y="2837236"/>
                  </a:lnTo>
                  <a:lnTo>
                    <a:pt x="2044107" y="2821174"/>
                  </a:lnTo>
                  <a:lnTo>
                    <a:pt x="2047276" y="2849813"/>
                  </a:lnTo>
                  <a:lnTo>
                    <a:pt x="2050446" y="2884729"/>
                  </a:lnTo>
                  <a:lnTo>
                    <a:pt x="2053615" y="2920209"/>
                  </a:lnTo>
                  <a:lnTo>
                    <a:pt x="2056784" y="2947484"/>
                  </a:lnTo>
                  <a:lnTo>
                    <a:pt x="2059953" y="2962313"/>
                  </a:lnTo>
                  <a:lnTo>
                    <a:pt x="2063122" y="2979250"/>
                  </a:lnTo>
                  <a:lnTo>
                    <a:pt x="2066291" y="2993837"/>
                  </a:lnTo>
                  <a:lnTo>
                    <a:pt x="2069461" y="2993838"/>
                  </a:lnTo>
                  <a:lnTo>
                    <a:pt x="2072630" y="2999736"/>
                  </a:lnTo>
                  <a:lnTo>
                    <a:pt x="2075799" y="2926255"/>
                  </a:lnTo>
                  <a:lnTo>
                    <a:pt x="2078968" y="2861372"/>
                  </a:lnTo>
                  <a:lnTo>
                    <a:pt x="2082137" y="2866956"/>
                  </a:lnTo>
                  <a:lnTo>
                    <a:pt x="2085306" y="2841249"/>
                  </a:lnTo>
                  <a:lnTo>
                    <a:pt x="2088475" y="2767846"/>
                  </a:lnTo>
                  <a:lnTo>
                    <a:pt x="2091645" y="2721004"/>
                  </a:lnTo>
                  <a:lnTo>
                    <a:pt x="2094814" y="2799227"/>
                  </a:lnTo>
                  <a:lnTo>
                    <a:pt x="2097983" y="2879177"/>
                  </a:lnTo>
                  <a:lnTo>
                    <a:pt x="2101152" y="2817086"/>
                  </a:lnTo>
                  <a:lnTo>
                    <a:pt x="2104321" y="2771884"/>
                  </a:lnTo>
                  <a:lnTo>
                    <a:pt x="2107490" y="2828358"/>
                  </a:lnTo>
                  <a:lnTo>
                    <a:pt x="2110660" y="2869302"/>
                  </a:lnTo>
                  <a:lnTo>
                    <a:pt x="2113829" y="2869303"/>
                  </a:lnTo>
                  <a:lnTo>
                    <a:pt x="2116998" y="2892798"/>
                  </a:lnTo>
                  <a:lnTo>
                    <a:pt x="2120167" y="2981627"/>
                  </a:lnTo>
                  <a:lnTo>
                    <a:pt x="2123336" y="3049526"/>
                  </a:lnTo>
                  <a:lnTo>
                    <a:pt x="2126505" y="3054775"/>
                  </a:lnTo>
                  <a:lnTo>
                    <a:pt x="2129675" y="3029641"/>
                  </a:lnTo>
                  <a:lnTo>
                    <a:pt x="2132844" y="2982589"/>
                  </a:lnTo>
                  <a:lnTo>
                    <a:pt x="2136013" y="2985924"/>
                  </a:lnTo>
                  <a:lnTo>
                    <a:pt x="2139182" y="2974148"/>
                  </a:lnTo>
                  <a:lnTo>
                    <a:pt x="2142351" y="2978949"/>
                  </a:lnTo>
                  <a:lnTo>
                    <a:pt x="2145520" y="2985024"/>
                  </a:lnTo>
                  <a:lnTo>
                    <a:pt x="2148690" y="2932145"/>
                  </a:lnTo>
                  <a:lnTo>
                    <a:pt x="2151859" y="2927128"/>
                  </a:lnTo>
                  <a:lnTo>
                    <a:pt x="2155028" y="2942508"/>
                  </a:lnTo>
                  <a:lnTo>
                    <a:pt x="2158197" y="2954284"/>
                  </a:lnTo>
                  <a:lnTo>
                    <a:pt x="2161366" y="2914433"/>
                  </a:lnTo>
                  <a:lnTo>
                    <a:pt x="2164535" y="2835541"/>
                  </a:lnTo>
                  <a:lnTo>
                    <a:pt x="2167704" y="2884141"/>
                  </a:lnTo>
                  <a:lnTo>
                    <a:pt x="2170874" y="2906674"/>
                  </a:lnTo>
                  <a:lnTo>
                    <a:pt x="2174043" y="2840626"/>
                  </a:lnTo>
                  <a:lnTo>
                    <a:pt x="2177212" y="2782583"/>
                  </a:lnTo>
                  <a:lnTo>
                    <a:pt x="2180381" y="2765214"/>
                  </a:lnTo>
                  <a:lnTo>
                    <a:pt x="2183550" y="2702038"/>
                  </a:lnTo>
                  <a:lnTo>
                    <a:pt x="2186719" y="2596791"/>
                  </a:lnTo>
                  <a:lnTo>
                    <a:pt x="2189889" y="2589495"/>
                  </a:lnTo>
                  <a:lnTo>
                    <a:pt x="2193058" y="2625672"/>
                  </a:lnTo>
                  <a:lnTo>
                    <a:pt x="2196227" y="2602833"/>
                  </a:lnTo>
                  <a:lnTo>
                    <a:pt x="2199396" y="2541037"/>
                  </a:lnTo>
                  <a:lnTo>
                    <a:pt x="2202565" y="2676847"/>
                  </a:lnTo>
                  <a:lnTo>
                    <a:pt x="2205734" y="2811508"/>
                  </a:lnTo>
                  <a:lnTo>
                    <a:pt x="2208904" y="2848340"/>
                  </a:lnTo>
                  <a:lnTo>
                    <a:pt x="2212073" y="2859494"/>
                  </a:lnTo>
                  <a:lnTo>
                    <a:pt x="2215242" y="2940236"/>
                  </a:lnTo>
                  <a:lnTo>
                    <a:pt x="2218411" y="3018437"/>
                  </a:lnTo>
                  <a:lnTo>
                    <a:pt x="2221580" y="2952207"/>
                  </a:lnTo>
                  <a:lnTo>
                    <a:pt x="2224749" y="2868895"/>
                  </a:lnTo>
                  <a:lnTo>
                    <a:pt x="2227918" y="2783548"/>
                  </a:lnTo>
                  <a:lnTo>
                    <a:pt x="2231088" y="2692446"/>
                  </a:lnTo>
                  <a:lnTo>
                    <a:pt x="2234257" y="2657731"/>
                  </a:lnTo>
                  <a:lnTo>
                    <a:pt x="2237426" y="2658289"/>
                  </a:lnTo>
                  <a:lnTo>
                    <a:pt x="2240595" y="2712549"/>
                  </a:lnTo>
                  <a:lnTo>
                    <a:pt x="2243764" y="2795863"/>
                  </a:lnTo>
                  <a:lnTo>
                    <a:pt x="2246933" y="2881210"/>
                  </a:lnTo>
                  <a:lnTo>
                    <a:pt x="2250103" y="2972312"/>
                  </a:lnTo>
                  <a:lnTo>
                    <a:pt x="2253272" y="2991037"/>
                  </a:lnTo>
                  <a:lnTo>
                    <a:pt x="2256441" y="2970850"/>
                  </a:lnTo>
                  <a:lnTo>
                    <a:pt x="2259610" y="2960968"/>
                  </a:lnTo>
                  <a:lnTo>
                    <a:pt x="2262779" y="2965244"/>
                  </a:lnTo>
                  <a:lnTo>
                    <a:pt x="2265948" y="2969947"/>
                  </a:lnTo>
                  <a:lnTo>
                    <a:pt x="2269118" y="2984816"/>
                  </a:lnTo>
                  <a:lnTo>
                    <a:pt x="2272287" y="3074888"/>
                  </a:lnTo>
                  <a:lnTo>
                    <a:pt x="2275456" y="3116972"/>
                  </a:lnTo>
                  <a:lnTo>
                    <a:pt x="2278625" y="3116972"/>
                  </a:lnTo>
                  <a:lnTo>
                    <a:pt x="2281794" y="3116972"/>
                  </a:lnTo>
                  <a:lnTo>
                    <a:pt x="2284963" y="3116972"/>
                  </a:lnTo>
                  <a:lnTo>
                    <a:pt x="2288133" y="3111410"/>
                  </a:lnTo>
                  <a:lnTo>
                    <a:pt x="2291302" y="3037470"/>
                  </a:lnTo>
                  <a:lnTo>
                    <a:pt x="2294471" y="2992154"/>
                  </a:lnTo>
                  <a:lnTo>
                    <a:pt x="2297640" y="2995734"/>
                  </a:lnTo>
                  <a:lnTo>
                    <a:pt x="2300809" y="2994462"/>
                  </a:lnTo>
                  <a:lnTo>
                    <a:pt x="2303978" y="2985958"/>
                  </a:lnTo>
                  <a:lnTo>
                    <a:pt x="2307147" y="2994564"/>
                  </a:lnTo>
                  <a:lnTo>
                    <a:pt x="2310317" y="2994565"/>
                  </a:lnTo>
                  <a:lnTo>
                    <a:pt x="2313486" y="2975963"/>
                  </a:lnTo>
                  <a:lnTo>
                    <a:pt x="2316655" y="2887063"/>
                  </a:lnTo>
                  <a:lnTo>
                    <a:pt x="2319824" y="2827142"/>
                  </a:lnTo>
                  <a:lnTo>
                    <a:pt x="2322993" y="2838604"/>
                  </a:lnTo>
                  <a:lnTo>
                    <a:pt x="2326162" y="2821150"/>
                  </a:lnTo>
                  <a:lnTo>
                    <a:pt x="2329332" y="2775939"/>
                  </a:lnTo>
                  <a:lnTo>
                    <a:pt x="2332501" y="2671940"/>
                  </a:lnTo>
                  <a:lnTo>
                    <a:pt x="2335670" y="2744468"/>
                  </a:lnTo>
                  <a:lnTo>
                    <a:pt x="2338839" y="2797627"/>
                  </a:lnTo>
                  <a:lnTo>
                    <a:pt x="2342008" y="2782975"/>
                  </a:lnTo>
                  <a:lnTo>
                    <a:pt x="2345177" y="2760862"/>
                  </a:lnTo>
                  <a:lnTo>
                    <a:pt x="2348347" y="2780813"/>
                  </a:lnTo>
                  <a:lnTo>
                    <a:pt x="2351516" y="2903414"/>
                  </a:lnTo>
                  <a:lnTo>
                    <a:pt x="2354685" y="2919788"/>
                  </a:lnTo>
                  <a:lnTo>
                    <a:pt x="2357854" y="2954229"/>
                  </a:lnTo>
                  <a:lnTo>
                    <a:pt x="2361023" y="2979325"/>
                  </a:lnTo>
                  <a:lnTo>
                    <a:pt x="2364192" y="2982064"/>
                  </a:lnTo>
                  <a:lnTo>
                    <a:pt x="2367362" y="2993143"/>
                  </a:lnTo>
                  <a:lnTo>
                    <a:pt x="2370531" y="3009611"/>
                  </a:lnTo>
                  <a:lnTo>
                    <a:pt x="2373700" y="3038170"/>
                  </a:lnTo>
                  <a:lnTo>
                    <a:pt x="2376869" y="3022994"/>
                  </a:lnTo>
                  <a:lnTo>
                    <a:pt x="2380038" y="2995231"/>
                  </a:lnTo>
                  <a:lnTo>
                    <a:pt x="2383207" y="3017819"/>
                  </a:lnTo>
                  <a:lnTo>
                    <a:pt x="2386376" y="2935152"/>
                  </a:lnTo>
                  <a:lnTo>
                    <a:pt x="2389546" y="2840715"/>
                  </a:lnTo>
                  <a:lnTo>
                    <a:pt x="2392715" y="2805194"/>
                  </a:lnTo>
                  <a:lnTo>
                    <a:pt x="2395884" y="2820370"/>
                  </a:lnTo>
                  <a:lnTo>
                    <a:pt x="2399053" y="2869211"/>
                  </a:lnTo>
                  <a:lnTo>
                    <a:pt x="2402222" y="2887687"/>
                  </a:lnTo>
                  <a:lnTo>
                    <a:pt x="2405391" y="2984534"/>
                  </a:lnTo>
                  <a:lnTo>
                    <a:pt x="2408561" y="3062503"/>
                  </a:lnTo>
                  <a:lnTo>
                    <a:pt x="2411730" y="3069465"/>
                  </a:lnTo>
                  <a:lnTo>
                    <a:pt x="2414899" y="3034648"/>
                  </a:lnTo>
                  <a:lnTo>
                    <a:pt x="2418068" y="2992284"/>
                  </a:lnTo>
                  <a:lnTo>
                    <a:pt x="2421237" y="2977128"/>
                  </a:lnTo>
                  <a:lnTo>
                    <a:pt x="2424406" y="2977129"/>
                  </a:lnTo>
                  <a:lnTo>
                    <a:pt x="2427576" y="2977129"/>
                  </a:lnTo>
                  <a:lnTo>
                    <a:pt x="2430745" y="2977130"/>
                  </a:lnTo>
                  <a:lnTo>
                    <a:pt x="2433914" y="3011946"/>
                  </a:lnTo>
                  <a:lnTo>
                    <a:pt x="2437083" y="3054310"/>
                  </a:lnTo>
                  <a:lnTo>
                    <a:pt x="2440252" y="3071157"/>
                  </a:lnTo>
                  <a:lnTo>
                    <a:pt x="2443421" y="3054950"/>
                  </a:lnTo>
                  <a:lnTo>
                    <a:pt x="2446590" y="3015131"/>
                  </a:lnTo>
                  <a:lnTo>
                    <a:pt x="2449760" y="2992161"/>
                  </a:lnTo>
                  <a:lnTo>
                    <a:pt x="2452929" y="2992163"/>
                  </a:lnTo>
                  <a:lnTo>
                    <a:pt x="2456098" y="2992163"/>
                  </a:lnTo>
                  <a:lnTo>
                    <a:pt x="2459267" y="2990472"/>
                  </a:lnTo>
                  <a:lnTo>
                    <a:pt x="2462436" y="3006678"/>
                  </a:lnTo>
                  <a:lnTo>
                    <a:pt x="2465605" y="3046497"/>
                  </a:lnTo>
                  <a:lnTo>
                    <a:pt x="2468775" y="3041613"/>
                  </a:lnTo>
                  <a:lnTo>
                    <a:pt x="2471944" y="2995701"/>
                  </a:lnTo>
                  <a:lnTo>
                    <a:pt x="2475113" y="2995701"/>
                  </a:lnTo>
                  <a:lnTo>
                    <a:pt x="2478282" y="2995701"/>
                  </a:lnTo>
                  <a:lnTo>
                    <a:pt x="2481451" y="2995701"/>
                  </a:lnTo>
                  <a:lnTo>
                    <a:pt x="2484620" y="2995701"/>
                  </a:lnTo>
                  <a:lnTo>
                    <a:pt x="2487790" y="2989117"/>
                  </a:lnTo>
                  <a:lnTo>
                    <a:pt x="2490959" y="2986205"/>
                  </a:lnTo>
                  <a:lnTo>
                    <a:pt x="2494128" y="2891187"/>
                  </a:lnTo>
                  <a:lnTo>
                    <a:pt x="2497297" y="2840291"/>
                  </a:lnTo>
                  <a:lnTo>
                    <a:pt x="2500466" y="2836846"/>
                  </a:lnTo>
                  <a:lnTo>
                    <a:pt x="2503635" y="2836848"/>
                  </a:lnTo>
                  <a:lnTo>
                    <a:pt x="2506805" y="2834440"/>
                  </a:lnTo>
                  <a:lnTo>
                    <a:pt x="2509974" y="2795658"/>
                  </a:lnTo>
                  <a:lnTo>
                    <a:pt x="2513143" y="2831381"/>
                  </a:lnTo>
                  <a:lnTo>
                    <a:pt x="2516312" y="2824735"/>
                  </a:lnTo>
                  <a:lnTo>
                    <a:pt x="2519481" y="2794727"/>
                  </a:lnTo>
                  <a:lnTo>
                    <a:pt x="2522650" y="2794728"/>
                  </a:lnTo>
                  <a:lnTo>
                    <a:pt x="2525819" y="2831573"/>
                  </a:lnTo>
                  <a:lnTo>
                    <a:pt x="2528989" y="2919179"/>
                  </a:lnTo>
                  <a:lnTo>
                    <a:pt x="2532158" y="2978472"/>
                  </a:lnTo>
                  <a:lnTo>
                    <a:pt x="2535327" y="3036011"/>
                  </a:lnTo>
                  <a:lnTo>
                    <a:pt x="2538496" y="3077069"/>
                  </a:lnTo>
                  <a:lnTo>
                    <a:pt x="2541665" y="3106104"/>
                  </a:lnTo>
                  <a:lnTo>
                    <a:pt x="2544834" y="3116610"/>
                  </a:lnTo>
                  <a:lnTo>
                    <a:pt x="2548004" y="3116610"/>
                  </a:lnTo>
                  <a:lnTo>
                    <a:pt x="2551173" y="3109685"/>
                  </a:lnTo>
                  <a:lnTo>
                    <a:pt x="2554342" y="3026742"/>
                  </a:lnTo>
                  <a:lnTo>
                    <a:pt x="2557511" y="2982027"/>
                  </a:lnTo>
                  <a:lnTo>
                    <a:pt x="2560680" y="2930331"/>
                  </a:lnTo>
                  <a:lnTo>
                    <a:pt x="2563849" y="2831429"/>
                  </a:lnTo>
                  <a:lnTo>
                    <a:pt x="2567019" y="2722765"/>
                  </a:lnTo>
                  <a:lnTo>
                    <a:pt x="2570188" y="2668414"/>
                  </a:lnTo>
                  <a:lnTo>
                    <a:pt x="2573357" y="2710509"/>
                  </a:lnTo>
                  <a:lnTo>
                    <a:pt x="2576526" y="2665099"/>
                  </a:lnTo>
                  <a:lnTo>
                    <a:pt x="2579695" y="2598938"/>
                  </a:lnTo>
                  <a:lnTo>
                    <a:pt x="2582864" y="2582026"/>
                  </a:lnTo>
                  <a:lnTo>
                    <a:pt x="2586033" y="2554965"/>
                  </a:lnTo>
                  <a:lnTo>
                    <a:pt x="2589203" y="2517723"/>
                  </a:lnTo>
                  <a:lnTo>
                    <a:pt x="2592372" y="2478202"/>
                  </a:lnTo>
                  <a:lnTo>
                    <a:pt x="2595541" y="2394437"/>
                  </a:lnTo>
                  <a:lnTo>
                    <a:pt x="2598710" y="2304717"/>
                  </a:lnTo>
                  <a:lnTo>
                    <a:pt x="2601879" y="2322264"/>
                  </a:lnTo>
                  <a:lnTo>
                    <a:pt x="2605048" y="2397807"/>
                  </a:lnTo>
                  <a:lnTo>
                    <a:pt x="2608218" y="2396572"/>
                  </a:lnTo>
                  <a:lnTo>
                    <a:pt x="2611387" y="2421856"/>
                  </a:lnTo>
                  <a:lnTo>
                    <a:pt x="2614556" y="2595024"/>
                  </a:lnTo>
                  <a:lnTo>
                    <a:pt x="2617725" y="2699485"/>
                  </a:lnTo>
                  <a:lnTo>
                    <a:pt x="2620894" y="2720467"/>
                  </a:lnTo>
                  <a:lnTo>
                    <a:pt x="2624063" y="2728190"/>
                  </a:lnTo>
                  <a:lnTo>
                    <a:pt x="2627233" y="2759014"/>
                  </a:lnTo>
                  <a:lnTo>
                    <a:pt x="2630402" y="2714430"/>
                  </a:lnTo>
                  <a:lnTo>
                    <a:pt x="2633571" y="2600446"/>
                  </a:lnTo>
                  <a:lnTo>
                    <a:pt x="2636740" y="2572545"/>
                  </a:lnTo>
                  <a:lnTo>
                    <a:pt x="2639909" y="2567570"/>
                  </a:lnTo>
                  <a:lnTo>
                    <a:pt x="2643078" y="2569974"/>
                  </a:lnTo>
                  <a:lnTo>
                    <a:pt x="2646248" y="2630341"/>
                  </a:lnTo>
                  <a:lnTo>
                    <a:pt x="2649417" y="2718010"/>
                  </a:lnTo>
                  <a:lnTo>
                    <a:pt x="2652586" y="2785768"/>
                  </a:lnTo>
                  <a:lnTo>
                    <a:pt x="2655755" y="2857184"/>
                  </a:lnTo>
                  <a:lnTo>
                    <a:pt x="2658924" y="2894908"/>
                  </a:lnTo>
                  <a:lnTo>
                    <a:pt x="2662093" y="2912419"/>
                  </a:lnTo>
                  <a:lnTo>
                    <a:pt x="2665262" y="2916875"/>
                  </a:lnTo>
                  <a:lnTo>
                    <a:pt x="2668432" y="2928880"/>
                  </a:lnTo>
                  <a:lnTo>
                    <a:pt x="2671601" y="2968222"/>
                  </a:lnTo>
                  <a:lnTo>
                    <a:pt x="2674770" y="2998788"/>
                  </a:lnTo>
                  <a:lnTo>
                    <a:pt x="2677939" y="3032817"/>
                  </a:lnTo>
                  <a:lnTo>
                    <a:pt x="2681108" y="3065359"/>
                  </a:lnTo>
                  <a:lnTo>
                    <a:pt x="2684277" y="3069465"/>
                  </a:lnTo>
                  <a:lnTo>
                    <a:pt x="2687447" y="3039851"/>
                  </a:lnTo>
                  <a:lnTo>
                    <a:pt x="2690616" y="2995757"/>
                  </a:lnTo>
                  <a:lnTo>
                    <a:pt x="2693785" y="2995339"/>
                  </a:lnTo>
                  <a:lnTo>
                    <a:pt x="2696954" y="2942498"/>
                  </a:lnTo>
                  <a:lnTo>
                    <a:pt x="2700123" y="2824082"/>
                  </a:lnTo>
                  <a:lnTo>
                    <a:pt x="2703292" y="2721664"/>
                  </a:lnTo>
                  <a:lnTo>
                    <a:pt x="2706462" y="2638375"/>
                  </a:lnTo>
                  <a:lnTo>
                    <a:pt x="2709631" y="2655543"/>
                  </a:lnTo>
                  <a:lnTo>
                    <a:pt x="2712800" y="2660800"/>
                  </a:lnTo>
                  <a:lnTo>
                    <a:pt x="2715969" y="2671793"/>
                  </a:lnTo>
                  <a:lnTo>
                    <a:pt x="2719138" y="2731914"/>
                  </a:lnTo>
                  <a:lnTo>
                    <a:pt x="2722307" y="2837140"/>
                  </a:lnTo>
                  <a:lnTo>
                    <a:pt x="2725477" y="2959814"/>
                  </a:lnTo>
                  <a:lnTo>
                    <a:pt x="2728646" y="2986739"/>
                  </a:lnTo>
                  <a:lnTo>
                    <a:pt x="2731815" y="2959606"/>
                  </a:lnTo>
                  <a:lnTo>
                    <a:pt x="2734984" y="2963317"/>
                  </a:lnTo>
                  <a:lnTo>
                    <a:pt x="2738153" y="2986758"/>
                  </a:lnTo>
                  <a:lnTo>
                    <a:pt x="2741322" y="2945493"/>
                  </a:lnTo>
                  <a:lnTo>
                    <a:pt x="2744491" y="2919688"/>
                  </a:lnTo>
                  <a:lnTo>
                    <a:pt x="2747661" y="2889252"/>
                  </a:lnTo>
                  <a:lnTo>
                    <a:pt x="2750830" y="2855547"/>
                  </a:lnTo>
                  <a:lnTo>
                    <a:pt x="2753999" y="2856670"/>
                  </a:lnTo>
                  <a:lnTo>
                    <a:pt x="2757168" y="2858692"/>
                  </a:lnTo>
                  <a:lnTo>
                    <a:pt x="2760337" y="2850099"/>
                  </a:lnTo>
                  <a:lnTo>
                    <a:pt x="2763506" y="2848868"/>
                  </a:lnTo>
                  <a:lnTo>
                    <a:pt x="2766676" y="2879306"/>
                  </a:lnTo>
                  <a:lnTo>
                    <a:pt x="2769845" y="2935306"/>
                  </a:lnTo>
                  <a:lnTo>
                    <a:pt x="2773014" y="2972321"/>
                  </a:lnTo>
                  <a:lnTo>
                    <a:pt x="2776183" y="3005150"/>
                  </a:lnTo>
                  <a:lnTo>
                    <a:pt x="2779352" y="3052202"/>
                  </a:lnTo>
                  <a:lnTo>
                    <a:pt x="2782521" y="3059614"/>
                  </a:lnTo>
                  <a:lnTo>
                    <a:pt x="2785691" y="3022251"/>
                  </a:lnTo>
                  <a:lnTo>
                    <a:pt x="2788860" y="2999761"/>
                  </a:lnTo>
                  <a:lnTo>
                    <a:pt x="2792029" y="2935660"/>
                  </a:lnTo>
                  <a:lnTo>
                    <a:pt x="2795198" y="2900250"/>
                  </a:lnTo>
                  <a:lnTo>
                    <a:pt x="2798367" y="2896510"/>
                  </a:lnTo>
                  <a:lnTo>
                    <a:pt x="2801536" y="2868260"/>
                  </a:lnTo>
                  <a:lnTo>
                    <a:pt x="2804705" y="2875856"/>
                  </a:lnTo>
                  <a:lnTo>
                    <a:pt x="2807875" y="2898347"/>
                  </a:lnTo>
                  <a:lnTo>
                    <a:pt x="2811044" y="2962447"/>
                  </a:lnTo>
                  <a:lnTo>
                    <a:pt x="2814213" y="2997858"/>
                  </a:lnTo>
                  <a:lnTo>
                    <a:pt x="2817382" y="3001598"/>
                  </a:lnTo>
                  <a:lnTo>
                    <a:pt x="2820551" y="3039699"/>
                  </a:lnTo>
                  <a:lnTo>
                    <a:pt x="2823720" y="3069465"/>
                  </a:lnTo>
                  <a:lnTo>
                    <a:pt x="2826890" y="3069465"/>
                  </a:lnTo>
                  <a:lnTo>
                    <a:pt x="2830059" y="3069465"/>
                  </a:lnTo>
                  <a:lnTo>
                    <a:pt x="2833228" y="3069465"/>
                  </a:lnTo>
                  <a:lnTo>
                    <a:pt x="2836397" y="3069465"/>
                  </a:lnTo>
                  <a:lnTo>
                    <a:pt x="2839566" y="3069465"/>
                  </a:lnTo>
                  <a:lnTo>
                    <a:pt x="2842735" y="3069465"/>
                  </a:lnTo>
                  <a:lnTo>
                    <a:pt x="2845905" y="3060518"/>
                  </a:lnTo>
                  <a:lnTo>
                    <a:pt x="2849074" y="3025279"/>
                  </a:lnTo>
                  <a:lnTo>
                    <a:pt x="2852243" y="2995443"/>
                  </a:lnTo>
                  <a:lnTo>
                    <a:pt x="2855412" y="3003075"/>
                  </a:lnTo>
                  <a:lnTo>
                    <a:pt x="2858581" y="3032110"/>
                  </a:lnTo>
                  <a:lnTo>
                    <a:pt x="2861750" y="3042356"/>
                  </a:lnTo>
                  <a:lnTo>
                    <a:pt x="2864920" y="3041326"/>
                  </a:lnTo>
                  <a:lnTo>
                    <a:pt x="2868089" y="3036595"/>
                  </a:lnTo>
                  <a:lnTo>
                    <a:pt x="2871258" y="3013150"/>
                  </a:lnTo>
                  <a:lnTo>
                    <a:pt x="2874427" y="2942391"/>
                  </a:lnTo>
                  <a:lnTo>
                    <a:pt x="2877596" y="2839588"/>
                  </a:lnTo>
                  <a:lnTo>
                    <a:pt x="2880765" y="2789551"/>
                  </a:lnTo>
                  <a:lnTo>
                    <a:pt x="2883934" y="2788878"/>
                  </a:lnTo>
                  <a:lnTo>
                    <a:pt x="2887104" y="2810381"/>
                  </a:lnTo>
                  <a:lnTo>
                    <a:pt x="2890273" y="2853340"/>
                  </a:lnTo>
                  <a:lnTo>
                    <a:pt x="2893442" y="2903747"/>
                  </a:lnTo>
                  <a:lnTo>
                    <a:pt x="2896611" y="2948785"/>
                  </a:lnTo>
                  <a:lnTo>
                    <a:pt x="2899780" y="2948206"/>
                  </a:lnTo>
                  <a:lnTo>
                    <a:pt x="2902949" y="2946769"/>
                  </a:lnTo>
                  <a:lnTo>
                    <a:pt x="2906119" y="2965237"/>
                  </a:lnTo>
                  <a:lnTo>
                    <a:pt x="2909288" y="2975560"/>
                  </a:lnTo>
                  <a:lnTo>
                    <a:pt x="2912457" y="2988282"/>
                  </a:lnTo>
                  <a:lnTo>
                    <a:pt x="2915626" y="3017010"/>
                  </a:lnTo>
                  <a:lnTo>
                    <a:pt x="2918795" y="3057379"/>
                  </a:lnTo>
                  <a:lnTo>
                    <a:pt x="2921964" y="3062231"/>
                  </a:lnTo>
                  <a:lnTo>
                    <a:pt x="2925134" y="3022098"/>
                  </a:lnTo>
                  <a:lnTo>
                    <a:pt x="2928303" y="2990796"/>
                  </a:lnTo>
                  <a:lnTo>
                    <a:pt x="2931472" y="2945433"/>
                  </a:lnTo>
                  <a:lnTo>
                    <a:pt x="2934641" y="2919496"/>
                  </a:lnTo>
                  <a:lnTo>
                    <a:pt x="2937810" y="2877960"/>
                  </a:lnTo>
                  <a:lnTo>
                    <a:pt x="2940979" y="2852694"/>
                  </a:lnTo>
                  <a:lnTo>
                    <a:pt x="2944148" y="2892827"/>
                  </a:lnTo>
                  <a:lnTo>
                    <a:pt x="2947318" y="2916893"/>
                  </a:lnTo>
                  <a:lnTo>
                    <a:pt x="2950487" y="2941606"/>
                  </a:lnTo>
                  <a:lnTo>
                    <a:pt x="2953656" y="2968558"/>
                  </a:lnTo>
                  <a:lnTo>
                    <a:pt x="2956825" y="3010094"/>
                  </a:lnTo>
                  <a:lnTo>
                    <a:pt x="2959994" y="3042595"/>
                  </a:lnTo>
                  <a:lnTo>
                    <a:pt x="2963163" y="3042595"/>
                  </a:lnTo>
                  <a:lnTo>
                    <a:pt x="2966333" y="3021796"/>
                  </a:lnTo>
                  <a:lnTo>
                    <a:pt x="2969502" y="2954960"/>
                  </a:lnTo>
                  <a:lnTo>
                    <a:pt x="2972671" y="2877090"/>
                  </a:lnTo>
                  <a:lnTo>
                    <a:pt x="2975840" y="2873438"/>
                  </a:lnTo>
                  <a:lnTo>
                    <a:pt x="2979009" y="2873439"/>
                  </a:lnTo>
                  <a:lnTo>
                    <a:pt x="2982178" y="2846393"/>
                  </a:lnTo>
                  <a:lnTo>
                    <a:pt x="2985348" y="2793665"/>
                  </a:lnTo>
                  <a:lnTo>
                    <a:pt x="2988517" y="2805917"/>
                  </a:lnTo>
                  <a:lnTo>
                    <a:pt x="2991686" y="2833761"/>
                  </a:lnTo>
                  <a:lnTo>
                    <a:pt x="2994855" y="2799079"/>
                  </a:lnTo>
                  <a:lnTo>
                    <a:pt x="2998024" y="2790534"/>
                  </a:lnTo>
                  <a:lnTo>
                    <a:pt x="3001193" y="2817581"/>
                  </a:lnTo>
                  <a:lnTo>
                    <a:pt x="3004363" y="2898342"/>
                  </a:lnTo>
                  <a:lnTo>
                    <a:pt x="3007532" y="2973577"/>
                  </a:lnTo>
                  <a:lnTo>
                    <a:pt x="3010701" y="2997977"/>
                  </a:lnTo>
                  <a:lnTo>
                    <a:pt x="3013870" y="2991341"/>
                  </a:lnTo>
                  <a:lnTo>
                    <a:pt x="3017039" y="2968080"/>
                  </a:lnTo>
                  <a:lnTo>
                    <a:pt x="3020208" y="2859093"/>
                  </a:lnTo>
                  <a:lnTo>
                    <a:pt x="3023377" y="2714330"/>
                  </a:lnTo>
                  <a:lnTo>
                    <a:pt x="3026547" y="2680830"/>
                  </a:lnTo>
                  <a:lnTo>
                    <a:pt x="3029716" y="2652967"/>
                  </a:lnTo>
                  <a:lnTo>
                    <a:pt x="3032885" y="2636177"/>
                  </a:lnTo>
                  <a:lnTo>
                    <a:pt x="3036054" y="2644735"/>
                  </a:lnTo>
                  <a:lnTo>
                    <a:pt x="3039223" y="2798429"/>
                  </a:lnTo>
                  <a:lnTo>
                    <a:pt x="3042392" y="2990169"/>
                  </a:lnTo>
                  <a:lnTo>
                    <a:pt x="3045562" y="3001203"/>
                  </a:lnTo>
                  <a:lnTo>
                    <a:pt x="3048731" y="3011279"/>
                  </a:lnTo>
                  <a:lnTo>
                    <a:pt x="3051900" y="3035567"/>
                  </a:lnTo>
                  <a:lnTo>
                    <a:pt x="3055069" y="3006214"/>
                  </a:lnTo>
                  <a:lnTo>
                    <a:pt x="3058238" y="2899803"/>
                  </a:lnTo>
                  <a:lnTo>
                    <a:pt x="3061407" y="2790894"/>
                  </a:lnTo>
                  <a:lnTo>
                    <a:pt x="3064577" y="2802320"/>
                  </a:lnTo>
                  <a:lnTo>
                    <a:pt x="3067746" y="2844720"/>
                  </a:lnTo>
                  <a:lnTo>
                    <a:pt x="3070915" y="2876819"/>
                  </a:lnTo>
                  <a:lnTo>
                    <a:pt x="3074084" y="2917613"/>
                  </a:lnTo>
                  <a:lnTo>
                    <a:pt x="3077253" y="2968572"/>
                  </a:lnTo>
                  <a:lnTo>
                    <a:pt x="3080422" y="2999669"/>
                  </a:lnTo>
                  <a:lnTo>
                    <a:pt x="3083592" y="2858333"/>
                  </a:lnTo>
                  <a:lnTo>
                    <a:pt x="3086761" y="2641141"/>
                  </a:lnTo>
                  <a:lnTo>
                    <a:pt x="3089930" y="2508565"/>
                  </a:lnTo>
                  <a:lnTo>
                    <a:pt x="3093099" y="2483316"/>
                  </a:lnTo>
                  <a:lnTo>
                    <a:pt x="3096268" y="2434782"/>
                  </a:lnTo>
                  <a:lnTo>
                    <a:pt x="3099437" y="2411597"/>
                  </a:lnTo>
                  <a:lnTo>
                    <a:pt x="3102606" y="2544564"/>
                  </a:lnTo>
                  <a:lnTo>
                    <a:pt x="3105776" y="2680743"/>
                  </a:lnTo>
                  <a:lnTo>
                    <a:pt x="3108945" y="2716631"/>
                  </a:lnTo>
                  <a:lnTo>
                    <a:pt x="3112114" y="2652325"/>
                  </a:lnTo>
                  <a:lnTo>
                    <a:pt x="3115283" y="2678818"/>
                  </a:lnTo>
                  <a:lnTo>
                    <a:pt x="3118452" y="2688832"/>
                  </a:lnTo>
                  <a:lnTo>
                    <a:pt x="3121621" y="2685047"/>
                  </a:lnTo>
                  <a:lnTo>
                    <a:pt x="3124791" y="2714893"/>
                  </a:lnTo>
                  <a:lnTo>
                    <a:pt x="3127960" y="2767366"/>
                  </a:lnTo>
                  <a:lnTo>
                    <a:pt x="3131129" y="2883972"/>
                  </a:lnTo>
                  <a:lnTo>
                    <a:pt x="3134298" y="2917372"/>
                  </a:lnTo>
                  <a:lnTo>
                    <a:pt x="3137467" y="2907284"/>
                  </a:lnTo>
                  <a:lnTo>
                    <a:pt x="3140636" y="2842446"/>
                  </a:lnTo>
                  <a:lnTo>
                    <a:pt x="3143806" y="2829600"/>
                  </a:lnTo>
                  <a:lnTo>
                    <a:pt x="3146975" y="2773615"/>
                  </a:lnTo>
                  <a:lnTo>
                    <a:pt x="3150144" y="2684901"/>
                  </a:lnTo>
                  <a:lnTo>
                    <a:pt x="3153313" y="2653590"/>
                  </a:lnTo>
                  <a:lnTo>
                    <a:pt x="3156482" y="2650397"/>
                  </a:lnTo>
                  <a:lnTo>
                    <a:pt x="3159651" y="2674831"/>
                  </a:lnTo>
                  <a:lnTo>
                    <a:pt x="3162820" y="2647613"/>
                  </a:lnTo>
                  <a:lnTo>
                    <a:pt x="3165990" y="2627319"/>
                  </a:lnTo>
                  <a:lnTo>
                    <a:pt x="3169159" y="2610944"/>
                  </a:lnTo>
                  <a:lnTo>
                    <a:pt x="3172328" y="2600885"/>
                  </a:lnTo>
                  <a:lnTo>
                    <a:pt x="3175497" y="2583431"/>
                  </a:lnTo>
                  <a:lnTo>
                    <a:pt x="3178666" y="2598284"/>
                  </a:lnTo>
                  <a:lnTo>
                    <a:pt x="3181835" y="2668754"/>
                  </a:lnTo>
                  <a:lnTo>
                    <a:pt x="3185005" y="2693581"/>
                  </a:lnTo>
                  <a:lnTo>
                    <a:pt x="3188174" y="2702069"/>
                  </a:lnTo>
                  <a:lnTo>
                    <a:pt x="3191343" y="2649460"/>
                  </a:lnTo>
                  <a:lnTo>
                    <a:pt x="3194512" y="2600123"/>
                  </a:lnTo>
                  <a:lnTo>
                    <a:pt x="3197681" y="2526238"/>
                  </a:lnTo>
                  <a:lnTo>
                    <a:pt x="3200850" y="2417926"/>
                  </a:lnTo>
                  <a:lnTo>
                    <a:pt x="3204020" y="2430948"/>
                  </a:lnTo>
                  <a:lnTo>
                    <a:pt x="3207189" y="2442776"/>
                  </a:lnTo>
                  <a:lnTo>
                    <a:pt x="3210358" y="2517706"/>
                  </a:lnTo>
                  <a:lnTo>
                    <a:pt x="3213527" y="2579623"/>
                  </a:lnTo>
                  <a:lnTo>
                    <a:pt x="3216696" y="2633620"/>
                  </a:lnTo>
                  <a:lnTo>
                    <a:pt x="3219865" y="2750750"/>
                  </a:lnTo>
                  <a:lnTo>
                    <a:pt x="3223035" y="2815101"/>
                  </a:lnTo>
                  <a:lnTo>
                    <a:pt x="3226204" y="2818369"/>
                  </a:lnTo>
                  <a:lnTo>
                    <a:pt x="3229373" y="2770247"/>
                  </a:lnTo>
                  <a:lnTo>
                    <a:pt x="3232542" y="2754717"/>
                  </a:lnTo>
                  <a:lnTo>
                    <a:pt x="3235711" y="2725163"/>
                  </a:lnTo>
                  <a:lnTo>
                    <a:pt x="3238880" y="2666227"/>
                  </a:lnTo>
                  <a:lnTo>
                    <a:pt x="3242049" y="2640390"/>
                  </a:lnTo>
                  <a:lnTo>
                    <a:pt x="3245219" y="2684882"/>
                  </a:lnTo>
                  <a:lnTo>
                    <a:pt x="3248388" y="2729658"/>
                  </a:lnTo>
                  <a:lnTo>
                    <a:pt x="3251557" y="2780895"/>
                  </a:lnTo>
                  <a:lnTo>
                    <a:pt x="3254726" y="2880248"/>
                  </a:lnTo>
                  <a:lnTo>
                    <a:pt x="3257895" y="2951128"/>
                  </a:lnTo>
                  <a:lnTo>
                    <a:pt x="3261064" y="3000638"/>
                  </a:lnTo>
                  <a:lnTo>
                    <a:pt x="3264234" y="2991341"/>
                  </a:lnTo>
                  <a:lnTo>
                    <a:pt x="3267403" y="2975492"/>
                  </a:lnTo>
                  <a:lnTo>
                    <a:pt x="3270572" y="2994590"/>
                  </a:lnTo>
                  <a:lnTo>
                    <a:pt x="3273741" y="2956914"/>
                  </a:lnTo>
                  <a:lnTo>
                    <a:pt x="3276910" y="2918700"/>
                  </a:lnTo>
                  <a:lnTo>
                    <a:pt x="3280079" y="2913096"/>
                  </a:lnTo>
                  <a:lnTo>
                    <a:pt x="3283249" y="2865787"/>
                  </a:lnTo>
                  <a:lnTo>
                    <a:pt x="3286418" y="2817951"/>
                  </a:lnTo>
                  <a:lnTo>
                    <a:pt x="3289587" y="2771167"/>
                  </a:lnTo>
                  <a:lnTo>
                    <a:pt x="3292756" y="2755308"/>
                  </a:lnTo>
                  <a:lnTo>
                    <a:pt x="3295925" y="2793521"/>
                  </a:lnTo>
                  <a:lnTo>
                    <a:pt x="3299094" y="2788101"/>
                  </a:lnTo>
                  <a:lnTo>
                    <a:pt x="3302263" y="2821570"/>
                  </a:lnTo>
                  <a:lnTo>
                    <a:pt x="3305433" y="2887493"/>
                  </a:lnTo>
                  <a:lnTo>
                    <a:pt x="3308602" y="2941636"/>
                  </a:lnTo>
                  <a:lnTo>
                    <a:pt x="3311771" y="2990824"/>
                  </a:lnTo>
                  <a:lnTo>
                    <a:pt x="3314940" y="2960989"/>
                  </a:lnTo>
                  <a:lnTo>
                    <a:pt x="3318109" y="2937206"/>
                  </a:lnTo>
                  <a:lnTo>
                    <a:pt x="3321278" y="2973161"/>
                  </a:lnTo>
                  <a:lnTo>
                    <a:pt x="3324448" y="2956272"/>
                  </a:lnTo>
                  <a:lnTo>
                    <a:pt x="3327617" y="2886566"/>
                  </a:lnTo>
                  <a:lnTo>
                    <a:pt x="3330786" y="2814002"/>
                  </a:lnTo>
                  <a:lnTo>
                    <a:pt x="3333955" y="2816764"/>
                  </a:lnTo>
                  <a:lnTo>
                    <a:pt x="3337124" y="2851573"/>
                  </a:lnTo>
                  <a:lnTo>
                    <a:pt x="3340293" y="2824275"/>
                  </a:lnTo>
                  <a:lnTo>
                    <a:pt x="3343463" y="2785316"/>
                  </a:lnTo>
                  <a:lnTo>
                    <a:pt x="3346632" y="2822071"/>
                  </a:lnTo>
                  <a:lnTo>
                    <a:pt x="3349801" y="2852346"/>
                  </a:lnTo>
                  <a:lnTo>
                    <a:pt x="3352970" y="2811632"/>
                  </a:lnTo>
                  <a:lnTo>
                    <a:pt x="3356139" y="2765487"/>
                  </a:lnTo>
                  <a:lnTo>
                    <a:pt x="3359308" y="2759572"/>
                  </a:lnTo>
                  <a:lnTo>
                    <a:pt x="3362478" y="2769697"/>
                  </a:lnTo>
                  <a:lnTo>
                    <a:pt x="3365647" y="2698161"/>
                  </a:lnTo>
                  <a:lnTo>
                    <a:pt x="3368816" y="2682677"/>
                  </a:lnTo>
                  <a:lnTo>
                    <a:pt x="3371985" y="2688884"/>
                  </a:lnTo>
                  <a:lnTo>
                    <a:pt x="3375154" y="2669090"/>
                  </a:lnTo>
                  <a:lnTo>
                    <a:pt x="3378323" y="2643150"/>
                  </a:lnTo>
                  <a:lnTo>
                    <a:pt x="3381492" y="2675986"/>
                  </a:lnTo>
                  <a:lnTo>
                    <a:pt x="3384662" y="2751368"/>
                  </a:lnTo>
                  <a:lnTo>
                    <a:pt x="3387831" y="2773193"/>
                  </a:lnTo>
                  <a:lnTo>
                    <a:pt x="3391000" y="2826640"/>
                  </a:lnTo>
                  <a:lnTo>
                    <a:pt x="3394169" y="2892578"/>
                  </a:lnTo>
                  <a:lnTo>
                    <a:pt x="3397338" y="2960679"/>
                  </a:lnTo>
                  <a:lnTo>
                    <a:pt x="3400507" y="2993108"/>
                  </a:lnTo>
                  <a:lnTo>
                    <a:pt x="3403677" y="3022210"/>
                  </a:lnTo>
                  <a:lnTo>
                    <a:pt x="3406846" y="3061333"/>
                  </a:lnTo>
                  <a:lnTo>
                    <a:pt x="3410015" y="3069465"/>
                  </a:lnTo>
                  <a:lnTo>
                    <a:pt x="3413184" y="3029602"/>
                  </a:lnTo>
                  <a:lnTo>
                    <a:pt x="3416353" y="2959352"/>
                  </a:lnTo>
                  <a:lnTo>
                    <a:pt x="3419522" y="2928280"/>
                  </a:lnTo>
                  <a:lnTo>
                    <a:pt x="3422692" y="2921299"/>
                  </a:lnTo>
                  <a:lnTo>
                    <a:pt x="3425861" y="2885582"/>
                  </a:lnTo>
                  <a:lnTo>
                    <a:pt x="3429030" y="2854049"/>
                  </a:lnTo>
                  <a:lnTo>
                    <a:pt x="3432199" y="2891788"/>
                  </a:lnTo>
                  <a:lnTo>
                    <a:pt x="3435368" y="2962039"/>
                  </a:lnTo>
                  <a:lnTo>
                    <a:pt x="3438537" y="2993110"/>
                  </a:lnTo>
                  <a:lnTo>
                    <a:pt x="3441707" y="3000091"/>
                  </a:lnTo>
                  <a:lnTo>
                    <a:pt x="3444876" y="3035807"/>
                  </a:lnTo>
                  <a:lnTo>
                    <a:pt x="3448045" y="3067340"/>
                  </a:lnTo>
                  <a:lnTo>
                    <a:pt x="3451214" y="3067847"/>
                  </a:lnTo>
                  <a:lnTo>
                    <a:pt x="3454383" y="3037680"/>
                  </a:lnTo>
                  <a:lnTo>
                    <a:pt x="3457552" y="3001497"/>
                  </a:lnTo>
                  <a:lnTo>
                    <a:pt x="3460721" y="2992954"/>
                  </a:lnTo>
                  <a:lnTo>
                    <a:pt x="3463891" y="2992955"/>
                  </a:lnTo>
                  <a:lnTo>
                    <a:pt x="3467060" y="2992955"/>
                  </a:lnTo>
                  <a:lnTo>
                    <a:pt x="3470229" y="2994574"/>
                  </a:lnTo>
                  <a:lnTo>
                    <a:pt x="3473398" y="3024739"/>
                  </a:lnTo>
                  <a:lnTo>
                    <a:pt x="3476567" y="3060921"/>
                  </a:lnTo>
                  <a:lnTo>
                    <a:pt x="3479736" y="3069465"/>
                  </a:lnTo>
                  <a:lnTo>
                    <a:pt x="3482906" y="3069465"/>
                  </a:lnTo>
                  <a:lnTo>
                    <a:pt x="3486075" y="3066969"/>
                  </a:lnTo>
                  <a:lnTo>
                    <a:pt x="3489244" y="3025197"/>
                  </a:lnTo>
                  <a:lnTo>
                    <a:pt x="3492413" y="2901156"/>
                  </a:lnTo>
                  <a:lnTo>
                    <a:pt x="3495582" y="2715095"/>
                  </a:lnTo>
                  <a:lnTo>
                    <a:pt x="3498751" y="2624607"/>
                  </a:lnTo>
                  <a:lnTo>
                    <a:pt x="3501921" y="2601820"/>
                  </a:lnTo>
                  <a:lnTo>
                    <a:pt x="3505090" y="2555475"/>
                  </a:lnTo>
                  <a:lnTo>
                    <a:pt x="3508259" y="2586930"/>
                  </a:lnTo>
                  <a:lnTo>
                    <a:pt x="3511428" y="2710971"/>
                  </a:lnTo>
                  <a:lnTo>
                    <a:pt x="3514597" y="2897031"/>
                  </a:lnTo>
                  <a:lnTo>
                    <a:pt x="3517766" y="2987519"/>
                  </a:lnTo>
                  <a:lnTo>
                    <a:pt x="3520935" y="3010307"/>
                  </a:lnTo>
                  <a:lnTo>
                    <a:pt x="3524105" y="3059147"/>
                  </a:lnTo>
                  <a:lnTo>
                    <a:pt x="3527274" y="3069465"/>
                  </a:lnTo>
                  <a:lnTo>
                    <a:pt x="3530443" y="3041584"/>
                  </a:lnTo>
                  <a:lnTo>
                    <a:pt x="3533612" y="2940483"/>
                  </a:lnTo>
                  <a:lnTo>
                    <a:pt x="3536781" y="2850885"/>
                  </a:lnTo>
                  <a:lnTo>
                    <a:pt x="3539950" y="2765455"/>
                  </a:lnTo>
                  <a:lnTo>
                    <a:pt x="3543120" y="2686881"/>
                  </a:lnTo>
                  <a:lnTo>
                    <a:pt x="3546289" y="2601612"/>
                  </a:lnTo>
                  <a:lnTo>
                    <a:pt x="3549458" y="2513063"/>
                  </a:lnTo>
                  <a:lnTo>
                    <a:pt x="3552627" y="2476264"/>
                  </a:lnTo>
                  <a:lnTo>
                    <a:pt x="3555796" y="2396165"/>
                  </a:lnTo>
                  <a:lnTo>
                    <a:pt x="3558965" y="2321247"/>
                  </a:lnTo>
                  <a:lnTo>
                    <a:pt x="3562135" y="2280806"/>
                  </a:lnTo>
                  <a:lnTo>
                    <a:pt x="3565304" y="2190871"/>
                  </a:lnTo>
                  <a:lnTo>
                    <a:pt x="3568473" y="2154546"/>
                  </a:lnTo>
                  <a:lnTo>
                    <a:pt x="3571642" y="2227101"/>
                  </a:lnTo>
                  <a:lnTo>
                    <a:pt x="3574811" y="2389696"/>
                  </a:lnTo>
                  <a:lnTo>
                    <a:pt x="3577980" y="2496358"/>
                  </a:lnTo>
                  <a:lnTo>
                    <a:pt x="3581150" y="2519750"/>
                  </a:lnTo>
                  <a:lnTo>
                    <a:pt x="3584319" y="2632233"/>
                  </a:lnTo>
                  <a:lnTo>
                    <a:pt x="3587488" y="2690638"/>
                  </a:lnTo>
                  <a:lnTo>
                    <a:pt x="3590657" y="2670532"/>
                  </a:lnTo>
                  <a:lnTo>
                    <a:pt x="3593826" y="2620585"/>
                  </a:lnTo>
                  <a:lnTo>
                    <a:pt x="3596995" y="2576541"/>
                  </a:lnTo>
                  <a:lnTo>
                    <a:pt x="3600164" y="2556390"/>
                  </a:lnTo>
                  <a:lnTo>
                    <a:pt x="3603334" y="2512763"/>
                  </a:lnTo>
                  <a:lnTo>
                    <a:pt x="3606503" y="2422329"/>
                  </a:lnTo>
                  <a:lnTo>
                    <a:pt x="3609672" y="2227683"/>
                  </a:lnTo>
                  <a:lnTo>
                    <a:pt x="3612841" y="2020674"/>
                  </a:lnTo>
                  <a:lnTo>
                    <a:pt x="3616010" y="1890916"/>
                  </a:lnTo>
                  <a:lnTo>
                    <a:pt x="3619179" y="1746742"/>
                  </a:lnTo>
                  <a:lnTo>
                    <a:pt x="3622349" y="1676629"/>
                  </a:lnTo>
                  <a:lnTo>
                    <a:pt x="3625518" y="1812052"/>
                  </a:lnTo>
                  <a:lnTo>
                    <a:pt x="3628687" y="1966285"/>
                  </a:lnTo>
                  <a:lnTo>
                    <a:pt x="3631856" y="2003352"/>
                  </a:lnTo>
                  <a:lnTo>
                    <a:pt x="3635025" y="2030630"/>
                  </a:lnTo>
                  <a:lnTo>
                    <a:pt x="3638194" y="2179332"/>
                  </a:lnTo>
                  <a:lnTo>
                    <a:pt x="3641364" y="2128491"/>
                  </a:lnTo>
                  <a:lnTo>
                    <a:pt x="3644533" y="1940561"/>
                  </a:lnTo>
                  <a:lnTo>
                    <a:pt x="3647702" y="1874216"/>
                  </a:lnTo>
                  <a:lnTo>
                    <a:pt x="3650871" y="1848100"/>
                  </a:lnTo>
                  <a:lnTo>
                    <a:pt x="3654040" y="1833109"/>
                  </a:lnTo>
                  <a:lnTo>
                    <a:pt x="3657209" y="1653919"/>
                  </a:lnTo>
                  <a:lnTo>
                    <a:pt x="3660379" y="1554693"/>
                  </a:lnTo>
                  <a:lnTo>
                    <a:pt x="3663548" y="1449140"/>
                  </a:lnTo>
                  <a:lnTo>
                    <a:pt x="3666717" y="1353066"/>
                  </a:lnTo>
                  <a:lnTo>
                    <a:pt x="3669886" y="1458444"/>
                  </a:lnTo>
                  <a:lnTo>
                    <a:pt x="3673055" y="1544453"/>
                  </a:lnTo>
                  <a:lnTo>
                    <a:pt x="3676224" y="1686632"/>
                  </a:lnTo>
                  <a:lnTo>
                    <a:pt x="3679393" y="1908709"/>
                  </a:lnTo>
                  <a:lnTo>
                    <a:pt x="3682563" y="2208194"/>
                  </a:lnTo>
                  <a:lnTo>
                    <a:pt x="3685732" y="2432807"/>
                  </a:lnTo>
                  <a:lnTo>
                    <a:pt x="3688901" y="2426389"/>
                  </a:lnTo>
                  <a:lnTo>
                    <a:pt x="3692070" y="2360123"/>
                  </a:lnTo>
                  <a:lnTo>
                    <a:pt x="3695239" y="2280832"/>
                  </a:lnTo>
                  <a:lnTo>
                    <a:pt x="3698408" y="2130014"/>
                  </a:lnTo>
                  <a:lnTo>
                    <a:pt x="3701578" y="1916367"/>
                  </a:lnTo>
                  <a:lnTo>
                    <a:pt x="3704747" y="1724690"/>
                  </a:lnTo>
                  <a:lnTo>
                    <a:pt x="3707916" y="1587049"/>
                  </a:lnTo>
                  <a:lnTo>
                    <a:pt x="3711085" y="1454255"/>
                  </a:lnTo>
                  <a:lnTo>
                    <a:pt x="3714254" y="1360536"/>
                  </a:lnTo>
                  <a:lnTo>
                    <a:pt x="3717423" y="1368657"/>
                  </a:lnTo>
                  <a:lnTo>
                    <a:pt x="3720593" y="1416835"/>
                  </a:lnTo>
                  <a:lnTo>
                    <a:pt x="3723762" y="1493509"/>
                  </a:lnTo>
                  <a:lnTo>
                    <a:pt x="3726931" y="1631217"/>
                  </a:lnTo>
                  <a:lnTo>
                    <a:pt x="3730100" y="1734197"/>
                  </a:lnTo>
                  <a:lnTo>
                    <a:pt x="3733269" y="1815196"/>
                  </a:lnTo>
                  <a:lnTo>
                    <a:pt x="3736438" y="1820897"/>
                  </a:lnTo>
                  <a:lnTo>
                    <a:pt x="3739607" y="1726740"/>
                  </a:lnTo>
                  <a:lnTo>
                    <a:pt x="3742777" y="1664060"/>
                  </a:lnTo>
                  <a:lnTo>
                    <a:pt x="3745946" y="1608200"/>
                  </a:lnTo>
                  <a:lnTo>
                    <a:pt x="3749115" y="1735843"/>
                  </a:lnTo>
                  <a:lnTo>
                    <a:pt x="3752284" y="1952320"/>
                  </a:lnTo>
                  <a:lnTo>
                    <a:pt x="3755453" y="2084207"/>
                  </a:lnTo>
                  <a:lnTo>
                    <a:pt x="3758622" y="2229941"/>
                  </a:lnTo>
                  <a:lnTo>
                    <a:pt x="3761792" y="2303563"/>
                  </a:lnTo>
                  <a:lnTo>
                    <a:pt x="3764961" y="2431801"/>
                  </a:lnTo>
                  <a:lnTo>
                    <a:pt x="3768130" y="2504024"/>
                  </a:lnTo>
                  <a:lnTo>
                    <a:pt x="3771299" y="2486986"/>
                  </a:lnTo>
                  <a:lnTo>
                    <a:pt x="3774468" y="2541062"/>
                  </a:lnTo>
                  <a:lnTo>
                    <a:pt x="3777637" y="2587119"/>
                  </a:lnTo>
                  <a:lnTo>
                    <a:pt x="3780807" y="2673765"/>
                  </a:lnTo>
                  <a:lnTo>
                    <a:pt x="3783976" y="2734074"/>
                  </a:lnTo>
                  <a:lnTo>
                    <a:pt x="3787145" y="2621609"/>
                  </a:lnTo>
                  <a:lnTo>
                    <a:pt x="3790314" y="2454010"/>
                  </a:lnTo>
                  <a:lnTo>
                    <a:pt x="3793483" y="2436567"/>
                  </a:lnTo>
                  <a:lnTo>
                    <a:pt x="3796652" y="2490727"/>
                  </a:lnTo>
                  <a:lnTo>
                    <a:pt x="3799822" y="2510036"/>
                  </a:lnTo>
                  <a:lnTo>
                    <a:pt x="3802991" y="2371653"/>
                  </a:lnTo>
                  <a:lnTo>
                    <a:pt x="3806160" y="2323445"/>
                  </a:lnTo>
                  <a:lnTo>
                    <a:pt x="3809329" y="2377887"/>
                  </a:lnTo>
                  <a:lnTo>
                    <a:pt x="3812498" y="2266178"/>
                  </a:lnTo>
                  <a:lnTo>
                    <a:pt x="3815667" y="2190390"/>
                  </a:lnTo>
                  <a:lnTo>
                    <a:pt x="3818836" y="2232630"/>
                  </a:lnTo>
                  <a:lnTo>
                    <a:pt x="3822006" y="2392403"/>
                  </a:lnTo>
                  <a:lnTo>
                    <a:pt x="3825175" y="2558710"/>
                  </a:lnTo>
                  <a:lnTo>
                    <a:pt x="3828344" y="2622021"/>
                  </a:lnTo>
                  <a:lnTo>
                    <a:pt x="3831513" y="2698249"/>
                  </a:lnTo>
                  <a:lnTo>
                    <a:pt x="3834682" y="2781421"/>
                  </a:lnTo>
                  <a:lnTo>
                    <a:pt x="3837851" y="2723771"/>
                  </a:lnTo>
                  <a:lnTo>
                    <a:pt x="3841021" y="2645251"/>
                  </a:lnTo>
                  <a:lnTo>
                    <a:pt x="3844190" y="2507802"/>
                  </a:lnTo>
                  <a:lnTo>
                    <a:pt x="3847359" y="2502302"/>
                  </a:lnTo>
                  <a:lnTo>
                    <a:pt x="3850528" y="2596039"/>
                  </a:lnTo>
                  <a:lnTo>
                    <a:pt x="3853697" y="2589215"/>
                  </a:lnTo>
                  <a:lnTo>
                    <a:pt x="3856866" y="2541608"/>
                  </a:lnTo>
                  <a:lnTo>
                    <a:pt x="3860036" y="2518087"/>
                  </a:lnTo>
                  <a:lnTo>
                    <a:pt x="3863205" y="2531222"/>
                  </a:lnTo>
                  <a:lnTo>
                    <a:pt x="3866374" y="2476137"/>
                  </a:lnTo>
                  <a:lnTo>
                    <a:pt x="3869543" y="2470621"/>
                  </a:lnTo>
                  <a:lnTo>
                    <a:pt x="3872712" y="2551948"/>
                  </a:lnTo>
                  <a:lnTo>
                    <a:pt x="3875881" y="2666404"/>
                  </a:lnTo>
                  <a:lnTo>
                    <a:pt x="3879050" y="2719605"/>
                  </a:lnTo>
                  <a:lnTo>
                    <a:pt x="3882220" y="2848230"/>
                  </a:lnTo>
                  <a:lnTo>
                    <a:pt x="3885389" y="2999491"/>
                  </a:lnTo>
                  <a:lnTo>
                    <a:pt x="3888558" y="3019681"/>
                  </a:lnTo>
                  <a:lnTo>
                    <a:pt x="3891727" y="2992952"/>
                  </a:lnTo>
                  <a:lnTo>
                    <a:pt x="3894896" y="2962803"/>
                  </a:lnTo>
                  <a:lnTo>
                    <a:pt x="3898065" y="2949179"/>
                  </a:lnTo>
                  <a:lnTo>
                    <a:pt x="3901235" y="2821977"/>
                  </a:lnTo>
                  <a:lnTo>
                    <a:pt x="3904404" y="2653581"/>
                  </a:lnTo>
                  <a:lnTo>
                    <a:pt x="3907573" y="2509501"/>
                  </a:lnTo>
                  <a:lnTo>
                    <a:pt x="3910742" y="2462163"/>
                  </a:lnTo>
                  <a:lnTo>
                    <a:pt x="3913911" y="2502648"/>
                  </a:lnTo>
                  <a:lnTo>
                    <a:pt x="3917080" y="2565112"/>
                  </a:lnTo>
                  <a:lnTo>
                    <a:pt x="3920250" y="2650972"/>
                  </a:lnTo>
                  <a:lnTo>
                    <a:pt x="3923419" y="2745569"/>
                  </a:lnTo>
                  <a:lnTo>
                    <a:pt x="3926588" y="2876593"/>
                  </a:lnTo>
                  <a:lnTo>
                    <a:pt x="3929757" y="2840660"/>
                  </a:lnTo>
                  <a:lnTo>
                    <a:pt x="3932926" y="2679050"/>
                  </a:lnTo>
                  <a:lnTo>
                    <a:pt x="3936095" y="2556397"/>
                  </a:lnTo>
                  <a:lnTo>
                    <a:pt x="3939265" y="2506187"/>
                  </a:lnTo>
                  <a:lnTo>
                    <a:pt x="3942434" y="2450299"/>
                  </a:lnTo>
                  <a:lnTo>
                    <a:pt x="3945603" y="2378296"/>
                  </a:lnTo>
                  <a:lnTo>
                    <a:pt x="3948772" y="2392506"/>
                  </a:lnTo>
                  <a:lnTo>
                    <a:pt x="3951941" y="2448287"/>
                  </a:lnTo>
                  <a:lnTo>
                    <a:pt x="3955110" y="2513998"/>
                  </a:lnTo>
                  <a:lnTo>
                    <a:pt x="3958279" y="2541763"/>
                  </a:lnTo>
                  <a:lnTo>
                    <a:pt x="3961449" y="2496801"/>
                  </a:lnTo>
                  <a:lnTo>
                    <a:pt x="3964618" y="2401144"/>
                  </a:lnTo>
                  <a:lnTo>
                    <a:pt x="3967787" y="2349188"/>
                  </a:lnTo>
                  <a:lnTo>
                    <a:pt x="3970956" y="2430421"/>
                  </a:lnTo>
                  <a:lnTo>
                    <a:pt x="3974125" y="2487363"/>
                  </a:lnTo>
                  <a:lnTo>
                    <a:pt x="3977294" y="2565784"/>
                  </a:lnTo>
                  <a:lnTo>
                    <a:pt x="3980464" y="2712208"/>
                  </a:lnTo>
                  <a:lnTo>
                    <a:pt x="3983633" y="2827942"/>
                  </a:lnTo>
                  <a:lnTo>
                    <a:pt x="3986802" y="2778459"/>
                  </a:lnTo>
                  <a:lnTo>
                    <a:pt x="3989971" y="2621957"/>
                  </a:lnTo>
                  <a:lnTo>
                    <a:pt x="3993140" y="2502577"/>
                  </a:lnTo>
                  <a:lnTo>
                    <a:pt x="3996309" y="2445678"/>
                  </a:lnTo>
                  <a:lnTo>
                    <a:pt x="3999479" y="2309098"/>
                  </a:lnTo>
                  <a:lnTo>
                    <a:pt x="4002648" y="2173126"/>
                  </a:lnTo>
                  <a:lnTo>
                    <a:pt x="4005817" y="2180040"/>
                  </a:lnTo>
                  <a:lnTo>
                    <a:pt x="4008986" y="2274063"/>
                  </a:lnTo>
                  <a:lnTo>
                    <a:pt x="4012155" y="2343421"/>
                  </a:lnTo>
                  <a:lnTo>
                    <a:pt x="4015324" y="2329431"/>
                  </a:lnTo>
                  <a:lnTo>
                    <a:pt x="4018494" y="2427933"/>
                  </a:lnTo>
                  <a:lnTo>
                    <a:pt x="4021663" y="2455237"/>
                  </a:lnTo>
                  <a:lnTo>
                    <a:pt x="4024832" y="2416572"/>
                  </a:lnTo>
                  <a:lnTo>
                    <a:pt x="4028001" y="2320133"/>
                  </a:lnTo>
                  <a:lnTo>
                    <a:pt x="4031170" y="2200067"/>
                  </a:lnTo>
                  <a:lnTo>
                    <a:pt x="4034339" y="2139894"/>
                  </a:lnTo>
                  <a:lnTo>
                    <a:pt x="4037508" y="2145740"/>
                  </a:lnTo>
                  <a:lnTo>
                    <a:pt x="4040678" y="2316425"/>
                  </a:lnTo>
                  <a:lnTo>
                    <a:pt x="4043847" y="2520545"/>
                  </a:lnTo>
                  <a:lnTo>
                    <a:pt x="4047016" y="2681567"/>
                  </a:lnTo>
                  <a:lnTo>
                    <a:pt x="4050185" y="2787565"/>
                  </a:lnTo>
                  <a:lnTo>
                    <a:pt x="4053354" y="2835285"/>
                  </a:lnTo>
                  <a:lnTo>
                    <a:pt x="4056523" y="2767348"/>
                  </a:lnTo>
                  <a:lnTo>
                    <a:pt x="4059693" y="2676529"/>
                  </a:lnTo>
                  <a:lnTo>
                    <a:pt x="4062862" y="2661649"/>
                  </a:lnTo>
                  <a:lnTo>
                    <a:pt x="4066031" y="2649676"/>
                  </a:lnTo>
                  <a:lnTo>
                    <a:pt x="4069200" y="2612578"/>
                  </a:lnTo>
                  <a:lnTo>
                    <a:pt x="4072369" y="2526366"/>
                  </a:lnTo>
                  <a:lnTo>
                    <a:pt x="4075538" y="2544073"/>
                  </a:lnTo>
                  <a:lnTo>
                    <a:pt x="4078708" y="2605103"/>
                  </a:lnTo>
                  <a:lnTo>
                    <a:pt x="4081877" y="2571984"/>
                  </a:lnTo>
                  <a:lnTo>
                    <a:pt x="4085046" y="2511932"/>
                  </a:lnTo>
                  <a:lnTo>
                    <a:pt x="4088215" y="2554741"/>
                  </a:lnTo>
                  <a:lnTo>
                    <a:pt x="4091384" y="2725120"/>
                  </a:lnTo>
                  <a:lnTo>
                    <a:pt x="4094553" y="2835807"/>
                  </a:lnTo>
                  <a:lnTo>
                    <a:pt x="4097722" y="2868564"/>
                  </a:lnTo>
                  <a:lnTo>
                    <a:pt x="4100892" y="2889383"/>
                  </a:lnTo>
                  <a:lnTo>
                    <a:pt x="4104061" y="2882622"/>
                  </a:lnTo>
                  <a:lnTo>
                    <a:pt x="4107230" y="2823120"/>
                  </a:lnTo>
                  <a:lnTo>
                    <a:pt x="4110399" y="2763527"/>
                  </a:lnTo>
                  <a:lnTo>
                    <a:pt x="4113568" y="2595801"/>
                  </a:lnTo>
                  <a:lnTo>
                    <a:pt x="4116737" y="2377752"/>
                  </a:lnTo>
                  <a:lnTo>
                    <a:pt x="4119907" y="2210263"/>
                  </a:lnTo>
                  <a:lnTo>
                    <a:pt x="4123076" y="2133623"/>
                  </a:lnTo>
                  <a:lnTo>
                    <a:pt x="4126245" y="2113670"/>
                  </a:lnTo>
                  <a:lnTo>
                    <a:pt x="4129414" y="2008536"/>
                  </a:lnTo>
                  <a:lnTo>
                    <a:pt x="4132583" y="2029685"/>
                  </a:lnTo>
                  <a:lnTo>
                    <a:pt x="4135752" y="2168527"/>
                  </a:lnTo>
                  <a:lnTo>
                    <a:pt x="4138922" y="2148451"/>
                  </a:lnTo>
                  <a:lnTo>
                    <a:pt x="4142091" y="2058093"/>
                  </a:lnTo>
                  <a:lnTo>
                    <a:pt x="4145260" y="1939875"/>
                  </a:lnTo>
                  <a:lnTo>
                    <a:pt x="4148429" y="1898035"/>
                  </a:lnTo>
                  <a:lnTo>
                    <a:pt x="4151598" y="1810124"/>
                  </a:lnTo>
                  <a:lnTo>
                    <a:pt x="4154767" y="1609024"/>
                  </a:lnTo>
                  <a:lnTo>
                    <a:pt x="4157937" y="1481353"/>
                  </a:lnTo>
                  <a:lnTo>
                    <a:pt x="4161106" y="1302235"/>
                  </a:lnTo>
                  <a:lnTo>
                    <a:pt x="4164275" y="1122276"/>
                  </a:lnTo>
                  <a:lnTo>
                    <a:pt x="4167444" y="886922"/>
                  </a:lnTo>
                  <a:lnTo>
                    <a:pt x="4170613" y="673041"/>
                  </a:lnTo>
                  <a:lnTo>
                    <a:pt x="4173782" y="538903"/>
                  </a:lnTo>
                  <a:lnTo>
                    <a:pt x="4176951" y="505801"/>
                  </a:lnTo>
                  <a:lnTo>
                    <a:pt x="4180121" y="621790"/>
                  </a:lnTo>
                  <a:lnTo>
                    <a:pt x="4183290" y="794600"/>
                  </a:lnTo>
                  <a:lnTo>
                    <a:pt x="4186459" y="984506"/>
                  </a:lnTo>
                  <a:lnTo>
                    <a:pt x="4189628" y="1156402"/>
                  </a:lnTo>
                  <a:lnTo>
                    <a:pt x="4192797" y="1296932"/>
                  </a:lnTo>
                  <a:lnTo>
                    <a:pt x="4195966" y="1456319"/>
                  </a:lnTo>
                  <a:lnTo>
                    <a:pt x="4199136" y="1564437"/>
                  </a:lnTo>
                  <a:lnTo>
                    <a:pt x="4202305" y="1571508"/>
                  </a:lnTo>
                  <a:lnTo>
                    <a:pt x="4205474" y="1569359"/>
                  </a:lnTo>
                  <a:lnTo>
                    <a:pt x="4208643" y="1675295"/>
                  </a:lnTo>
                  <a:lnTo>
                    <a:pt x="4211812" y="1810684"/>
                  </a:lnTo>
                  <a:lnTo>
                    <a:pt x="4214981" y="1934447"/>
                  </a:lnTo>
                  <a:lnTo>
                    <a:pt x="4218151" y="2087994"/>
                  </a:lnTo>
                  <a:lnTo>
                    <a:pt x="4221320" y="2251512"/>
                  </a:lnTo>
                  <a:lnTo>
                    <a:pt x="4224489" y="2360845"/>
                  </a:lnTo>
                  <a:lnTo>
                    <a:pt x="4227658" y="2372725"/>
                  </a:lnTo>
                  <a:lnTo>
                    <a:pt x="4230827" y="2338573"/>
                  </a:lnTo>
                  <a:lnTo>
                    <a:pt x="4233996" y="2274444"/>
                  </a:lnTo>
                  <a:lnTo>
                    <a:pt x="4237165" y="2185308"/>
                  </a:lnTo>
                  <a:lnTo>
                    <a:pt x="4240335" y="2114410"/>
                  </a:lnTo>
                  <a:lnTo>
                    <a:pt x="4243504" y="2192884"/>
                  </a:lnTo>
                  <a:lnTo>
                    <a:pt x="4246673" y="2314036"/>
                  </a:lnTo>
                  <a:lnTo>
                    <a:pt x="4249842" y="2454595"/>
                  </a:lnTo>
                  <a:lnTo>
                    <a:pt x="4253011" y="2577761"/>
                  </a:lnTo>
                  <a:lnTo>
                    <a:pt x="4256180" y="2699452"/>
                  </a:lnTo>
                  <a:lnTo>
                    <a:pt x="4259350" y="2857815"/>
                  </a:lnTo>
                  <a:lnTo>
                    <a:pt x="4262519" y="2861956"/>
                  </a:lnTo>
                  <a:lnTo>
                    <a:pt x="4265688" y="2824802"/>
                  </a:lnTo>
                  <a:lnTo>
                    <a:pt x="4268857" y="2810779"/>
                  </a:lnTo>
                  <a:lnTo>
                    <a:pt x="4272026" y="2756411"/>
                  </a:lnTo>
                  <a:lnTo>
                    <a:pt x="4275195" y="2623624"/>
                  </a:lnTo>
                  <a:lnTo>
                    <a:pt x="4278365" y="2349196"/>
                  </a:lnTo>
                  <a:lnTo>
                    <a:pt x="4281534" y="2127441"/>
                  </a:lnTo>
                  <a:lnTo>
                    <a:pt x="4284703" y="2007762"/>
                  </a:lnTo>
                  <a:lnTo>
                    <a:pt x="4287872" y="2013785"/>
                  </a:lnTo>
                  <a:lnTo>
                    <a:pt x="4291041" y="2048540"/>
                  </a:lnTo>
                  <a:lnTo>
                    <a:pt x="4294210" y="2139515"/>
                  </a:lnTo>
                  <a:lnTo>
                    <a:pt x="4297380" y="2232265"/>
                  </a:lnTo>
                  <a:lnTo>
                    <a:pt x="4300549" y="2288234"/>
                  </a:lnTo>
                  <a:lnTo>
                    <a:pt x="4303718" y="2310325"/>
                  </a:lnTo>
                  <a:lnTo>
                    <a:pt x="4306887" y="2290693"/>
                  </a:lnTo>
                  <a:lnTo>
                    <a:pt x="4310056" y="2261561"/>
                  </a:lnTo>
                  <a:lnTo>
                    <a:pt x="4313225" y="2221952"/>
                  </a:lnTo>
                  <a:lnTo>
                    <a:pt x="4316394" y="2232270"/>
                  </a:lnTo>
                  <a:lnTo>
                    <a:pt x="4319564" y="2305830"/>
                  </a:lnTo>
                  <a:lnTo>
                    <a:pt x="4322733" y="2414004"/>
                  </a:lnTo>
                  <a:lnTo>
                    <a:pt x="4325902" y="2472931"/>
                  </a:lnTo>
                  <a:lnTo>
                    <a:pt x="4329071" y="2370892"/>
                  </a:lnTo>
                  <a:lnTo>
                    <a:pt x="4332240" y="2334591"/>
                  </a:lnTo>
                  <a:lnTo>
                    <a:pt x="4335409" y="2465901"/>
                  </a:lnTo>
                  <a:lnTo>
                    <a:pt x="4338579" y="2507788"/>
                  </a:lnTo>
                  <a:lnTo>
                    <a:pt x="4341748" y="2440058"/>
                  </a:lnTo>
                  <a:lnTo>
                    <a:pt x="4344917" y="2371824"/>
                  </a:lnTo>
                  <a:lnTo>
                    <a:pt x="4348086" y="2551097"/>
                  </a:lnTo>
                  <a:lnTo>
                    <a:pt x="4351255" y="2708277"/>
                  </a:lnTo>
                  <a:lnTo>
                    <a:pt x="4354424" y="2752796"/>
                  </a:lnTo>
                  <a:lnTo>
                    <a:pt x="4357594" y="2818960"/>
                  </a:lnTo>
                  <a:lnTo>
                    <a:pt x="4360763" y="2909974"/>
                  </a:lnTo>
                  <a:lnTo>
                    <a:pt x="4363932" y="2908600"/>
                  </a:lnTo>
                  <a:lnTo>
                    <a:pt x="4367101" y="2840626"/>
                  </a:lnTo>
                  <a:lnTo>
                    <a:pt x="4370270" y="2822893"/>
                  </a:lnTo>
                  <a:lnTo>
                    <a:pt x="4373439" y="2794813"/>
                  </a:lnTo>
                  <a:lnTo>
                    <a:pt x="4376609" y="2751881"/>
                  </a:lnTo>
                  <a:lnTo>
                    <a:pt x="4379778" y="2671304"/>
                  </a:lnTo>
                  <a:lnTo>
                    <a:pt x="4382947" y="2610618"/>
                  </a:lnTo>
                  <a:lnTo>
                    <a:pt x="4386116" y="2588789"/>
                  </a:lnTo>
                  <a:lnTo>
                    <a:pt x="4389285" y="2484934"/>
                  </a:lnTo>
                  <a:lnTo>
                    <a:pt x="4392454" y="2301694"/>
                  </a:lnTo>
                  <a:lnTo>
                    <a:pt x="4395623" y="2195163"/>
                  </a:lnTo>
                  <a:lnTo>
                    <a:pt x="4398793" y="2120576"/>
                  </a:lnTo>
                  <a:lnTo>
                    <a:pt x="4401962" y="1995750"/>
                  </a:lnTo>
                  <a:lnTo>
                    <a:pt x="4405131" y="1878611"/>
                  </a:lnTo>
                  <a:lnTo>
                    <a:pt x="4408300" y="1908960"/>
                  </a:lnTo>
                  <a:lnTo>
                    <a:pt x="4411469" y="1994681"/>
                  </a:lnTo>
                  <a:lnTo>
                    <a:pt x="4414638" y="2020530"/>
                  </a:lnTo>
                  <a:lnTo>
                    <a:pt x="4417808" y="2114566"/>
                  </a:lnTo>
                  <a:lnTo>
                    <a:pt x="4420977" y="2363886"/>
                  </a:lnTo>
                  <a:lnTo>
                    <a:pt x="4424146" y="2572695"/>
                  </a:lnTo>
                  <a:lnTo>
                    <a:pt x="4427315" y="2587314"/>
                  </a:lnTo>
                  <a:lnTo>
                    <a:pt x="4430484" y="2581415"/>
                  </a:lnTo>
                  <a:lnTo>
                    <a:pt x="4433653" y="2571239"/>
                  </a:lnTo>
                  <a:lnTo>
                    <a:pt x="4436823" y="2469671"/>
                  </a:lnTo>
                  <a:lnTo>
                    <a:pt x="4439992" y="2343509"/>
                  </a:lnTo>
                  <a:lnTo>
                    <a:pt x="4443161" y="2152694"/>
                  </a:lnTo>
                  <a:lnTo>
                    <a:pt x="4446330" y="2010661"/>
                  </a:lnTo>
                  <a:lnTo>
                    <a:pt x="4449499" y="1928159"/>
                  </a:lnTo>
                  <a:lnTo>
                    <a:pt x="4452668" y="1917438"/>
                  </a:lnTo>
                  <a:lnTo>
                    <a:pt x="4455837" y="1925045"/>
                  </a:lnTo>
                  <a:lnTo>
                    <a:pt x="4459007" y="1838954"/>
                  </a:lnTo>
                  <a:lnTo>
                    <a:pt x="4462176" y="1872683"/>
                  </a:lnTo>
                  <a:lnTo>
                    <a:pt x="4465345" y="1926178"/>
                  </a:lnTo>
                  <a:lnTo>
                    <a:pt x="4468514" y="2071914"/>
                  </a:lnTo>
                  <a:lnTo>
                    <a:pt x="4471683" y="2244814"/>
                  </a:lnTo>
                  <a:lnTo>
                    <a:pt x="4474852" y="2391852"/>
                  </a:lnTo>
                  <a:lnTo>
                    <a:pt x="4478022" y="2580902"/>
                  </a:lnTo>
                  <a:lnTo>
                    <a:pt x="4481191" y="2670233"/>
                  </a:lnTo>
                  <a:lnTo>
                    <a:pt x="4484360" y="2738707"/>
                  </a:lnTo>
                  <a:lnTo>
                    <a:pt x="4487529" y="2721122"/>
                  </a:lnTo>
                  <a:lnTo>
                    <a:pt x="4490698" y="2569134"/>
                  </a:lnTo>
                  <a:lnTo>
                    <a:pt x="4493867" y="2404039"/>
                  </a:lnTo>
                  <a:lnTo>
                    <a:pt x="4497037" y="2174414"/>
                  </a:lnTo>
                  <a:lnTo>
                    <a:pt x="4500206" y="2047865"/>
                  </a:lnTo>
                  <a:lnTo>
                    <a:pt x="4503375" y="2068925"/>
                  </a:lnTo>
                  <a:lnTo>
                    <a:pt x="4506544" y="2135610"/>
                  </a:lnTo>
                  <a:lnTo>
                    <a:pt x="4509713" y="2287436"/>
                  </a:lnTo>
                  <a:lnTo>
                    <a:pt x="4512882" y="2376319"/>
                  </a:lnTo>
                  <a:lnTo>
                    <a:pt x="4516052" y="2400766"/>
                  </a:lnTo>
                  <a:lnTo>
                    <a:pt x="4519221" y="2356332"/>
                  </a:lnTo>
                  <a:lnTo>
                    <a:pt x="4522390" y="2356234"/>
                  </a:lnTo>
                  <a:lnTo>
                    <a:pt x="4525559" y="2375385"/>
                  </a:lnTo>
                  <a:lnTo>
                    <a:pt x="4528728" y="2353195"/>
                  </a:lnTo>
                  <a:lnTo>
                    <a:pt x="4531897" y="2344230"/>
                  </a:lnTo>
                  <a:lnTo>
                    <a:pt x="4535066" y="2388488"/>
                  </a:lnTo>
                  <a:lnTo>
                    <a:pt x="4538236" y="2438892"/>
                  </a:lnTo>
                  <a:lnTo>
                    <a:pt x="4541405" y="2324293"/>
                  </a:lnTo>
                  <a:lnTo>
                    <a:pt x="4544574" y="2181283"/>
                  </a:lnTo>
                  <a:lnTo>
                    <a:pt x="4547743" y="2073785"/>
                  </a:lnTo>
                  <a:lnTo>
                    <a:pt x="4550912" y="2047746"/>
                  </a:lnTo>
                  <a:lnTo>
                    <a:pt x="4554081" y="2087864"/>
                  </a:lnTo>
                  <a:lnTo>
                    <a:pt x="4557251" y="2082121"/>
                  </a:lnTo>
                  <a:lnTo>
                    <a:pt x="4560420" y="2021706"/>
                  </a:lnTo>
                  <a:lnTo>
                    <a:pt x="4563589" y="1898831"/>
                  </a:lnTo>
                  <a:lnTo>
                    <a:pt x="4566758" y="1861877"/>
                  </a:lnTo>
                  <a:lnTo>
                    <a:pt x="4569927" y="1862040"/>
                  </a:lnTo>
                  <a:lnTo>
                    <a:pt x="4573096" y="1921477"/>
                  </a:lnTo>
                  <a:lnTo>
                    <a:pt x="4576266" y="2017960"/>
                  </a:lnTo>
                  <a:lnTo>
                    <a:pt x="4579435" y="2131505"/>
                  </a:lnTo>
                  <a:lnTo>
                    <a:pt x="4582604" y="2219412"/>
                  </a:lnTo>
                  <a:lnTo>
                    <a:pt x="4585773" y="2270071"/>
                  </a:lnTo>
                  <a:lnTo>
                    <a:pt x="4588942" y="2321446"/>
                  </a:lnTo>
                  <a:lnTo>
                    <a:pt x="4592111" y="2257130"/>
                  </a:lnTo>
                  <a:lnTo>
                    <a:pt x="4595280" y="2189369"/>
                  </a:lnTo>
                  <a:lnTo>
                    <a:pt x="4598450" y="2210706"/>
                  </a:lnTo>
                  <a:lnTo>
                    <a:pt x="4601619" y="2228317"/>
                  </a:lnTo>
                  <a:lnTo>
                    <a:pt x="4604788" y="2154881"/>
                  </a:lnTo>
                  <a:lnTo>
                    <a:pt x="4607957" y="2059096"/>
                  </a:lnTo>
                  <a:lnTo>
                    <a:pt x="4611126" y="2096752"/>
                  </a:lnTo>
                  <a:lnTo>
                    <a:pt x="4614295" y="2120291"/>
                  </a:lnTo>
                  <a:lnTo>
                    <a:pt x="4617465" y="1918781"/>
                  </a:lnTo>
                  <a:lnTo>
                    <a:pt x="4620634" y="1811326"/>
                  </a:lnTo>
                  <a:lnTo>
                    <a:pt x="4623803" y="1793463"/>
                  </a:lnTo>
                  <a:lnTo>
                    <a:pt x="4626972" y="1823444"/>
                  </a:lnTo>
                  <a:lnTo>
                    <a:pt x="4630141" y="1791173"/>
                  </a:lnTo>
                  <a:lnTo>
                    <a:pt x="4633310" y="1809530"/>
                  </a:lnTo>
                  <a:lnTo>
                    <a:pt x="4636480" y="2016557"/>
                  </a:lnTo>
                  <a:lnTo>
                    <a:pt x="4639649" y="2075501"/>
                  </a:lnTo>
                  <a:lnTo>
                    <a:pt x="4642818" y="2140207"/>
                  </a:lnTo>
                  <a:lnTo>
                    <a:pt x="4645987" y="2155149"/>
                  </a:lnTo>
                  <a:lnTo>
                    <a:pt x="4649156" y="2156411"/>
                  </a:lnTo>
                  <a:lnTo>
                    <a:pt x="4652325" y="2081939"/>
                  </a:lnTo>
                  <a:lnTo>
                    <a:pt x="4655495" y="2000386"/>
                  </a:lnTo>
                  <a:lnTo>
                    <a:pt x="4658664" y="2143284"/>
                  </a:lnTo>
                  <a:lnTo>
                    <a:pt x="4661833" y="2260710"/>
                  </a:lnTo>
                  <a:lnTo>
                    <a:pt x="4665002" y="2342220"/>
                  </a:lnTo>
                  <a:lnTo>
                    <a:pt x="4668171" y="2452927"/>
                  </a:lnTo>
                  <a:lnTo>
                    <a:pt x="4671340" y="2558767"/>
                  </a:lnTo>
                  <a:lnTo>
                    <a:pt x="4674509" y="2648033"/>
                  </a:lnTo>
                  <a:lnTo>
                    <a:pt x="4677679" y="2585099"/>
                  </a:lnTo>
                  <a:lnTo>
                    <a:pt x="4680848" y="2490747"/>
                  </a:lnTo>
                  <a:lnTo>
                    <a:pt x="4684017" y="2456727"/>
                  </a:lnTo>
                  <a:lnTo>
                    <a:pt x="4687186" y="2381857"/>
                  </a:lnTo>
                  <a:lnTo>
                    <a:pt x="4690355" y="2257983"/>
                  </a:lnTo>
                  <a:lnTo>
                    <a:pt x="4693524" y="2099928"/>
                  </a:lnTo>
                  <a:lnTo>
                    <a:pt x="4696694" y="2015689"/>
                  </a:lnTo>
                  <a:lnTo>
                    <a:pt x="4699863" y="1976508"/>
                  </a:lnTo>
                  <a:lnTo>
                    <a:pt x="4703032" y="1913525"/>
                  </a:lnTo>
                  <a:lnTo>
                    <a:pt x="4706201" y="1863985"/>
                  </a:lnTo>
                  <a:lnTo>
                    <a:pt x="4709370" y="1994762"/>
                  </a:lnTo>
                  <a:lnTo>
                    <a:pt x="4712539" y="2194273"/>
                  </a:lnTo>
                  <a:lnTo>
                    <a:pt x="4715709" y="2328248"/>
                  </a:lnTo>
                  <a:lnTo>
                    <a:pt x="4718878" y="2400982"/>
                  </a:lnTo>
                  <a:lnTo>
                    <a:pt x="4722047" y="2554336"/>
                  </a:lnTo>
                  <a:lnTo>
                    <a:pt x="4725216" y="2728428"/>
                  </a:lnTo>
                  <a:lnTo>
                    <a:pt x="4728385" y="2812205"/>
                  </a:lnTo>
                  <a:lnTo>
                    <a:pt x="4731554" y="2871095"/>
                  </a:lnTo>
                  <a:lnTo>
                    <a:pt x="4734724" y="2950963"/>
                  </a:lnTo>
                  <a:lnTo>
                    <a:pt x="4737893" y="3055078"/>
                  </a:lnTo>
                  <a:lnTo>
                    <a:pt x="4741062" y="3076602"/>
                  </a:lnTo>
                  <a:lnTo>
                    <a:pt x="4744231" y="3065080"/>
                  </a:lnTo>
                  <a:lnTo>
                    <a:pt x="4747400" y="3069465"/>
                  </a:lnTo>
                  <a:lnTo>
                    <a:pt x="4750569" y="3043785"/>
                  </a:lnTo>
                  <a:lnTo>
                    <a:pt x="4753738" y="3009975"/>
                  </a:lnTo>
                  <a:lnTo>
                    <a:pt x="4756908" y="2998087"/>
                  </a:lnTo>
                  <a:lnTo>
                    <a:pt x="4760077" y="2988358"/>
                  </a:lnTo>
                  <a:lnTo>
                    <a:pt x="4763246" y="2932217"/>
                  </a:lnTo>
                  <a:lnTo>
                    <a:pt x="4766415" y="2867275"/>
                  </a:lnTo>
                  <a:lnTo>
                    <a:pt x="4769584" y="2855813"/>
                  </a:lnTo>
                  <a:lnTo>
                    <a:pt x="4772753" y="2825578"/>
                  </a:lnTo>
                  <a:lnTo>
                    <a:pt x="4775923" y="2769527"/>
                  </a:lnTo>
                  <a:lnTo>
                    <a:pt x="4779092" y="2714734"/>
                  </a:lnTo>
                  <a:lnTo>
                    <a:pt x="4782261" y="2725341"/>
                  </a:lnTo>
                  <a:lnTo>
                    <a:pt x="4785430" y="2780815"/>
                  </a:lnTo>
                  <a:lnTo>
                    <a:pt x="4788599" y="2817954"/>
                  </a:lnTo>
                  <a:lnTo>
                    <a:pt x="4791768" y="2882002"/>
                  </a:lnTo>
                  <a:lnTo>
                    <a:pt x="4794938" y="2949941"/>
                  </a:lnTo>
                  <a:lnTo>
                    <a:pt x="4798107" y="3014462"/>
                  </a:lnTo>
                  <a:lnTo>
                    <a:pt x="4801276" y="3079843"/>
                  </a:lnTo>
                  <a:lnTo>
                    <a:pt x="4804445" y="3116972"/>
                  </a:lnTo>
                  <a:lnTo>
                    <a:pt x="4807614" y="3049329"/>
                  </a:lnTo>
                  <a:lnTo>
                    <a:pt x="4810783" y="2888042"/>
                  </a:lnTo>
                  <a:lnTo>
                    <a:pt x="4813952" y="2699081"/>
                  </a:lnTo>
                  <a:lnTo>
                    <a:pt x="4817122" y="2473447"/>
                  </a:lnTo>
                  <a:lnTo>
                    <a:pt x="4820291" y="2355492"/>
                  </a:lnTo>
                  <a:lnTo>
                    <a:pt x="4823460" y="2208894"/>
                  </a:lnTo>
                  <a:lnTo>
                    <a:pt x="4826629" y="2214285"/>
                  </a:lnTo>
                  <a:lnTo>
                    <a:pt x="4829798" y="2342556"/>
                  </a:lnTo>
                  <a:lnTo>
                    <a:pt x="4832967" y="2421024"/>
                  </a:lnTo>
                  <a:lnTo>
                    <a:pt x="4836137" y="2608575"/>
                  </a:lnTo>
                  <a:lnTo>
                    <a:pt x="4839306" y="2661534"/>
                  </a:lnTo>
                  <a:lnTo>
                    <a:pt x="4842475" y="2671552"/>
                  </a:lnTo>
                  <a:lnTo>
                    <a:pt x="4845644" y="2669196"/>
                  </a:lnTo>
                  <a:lnTo>
                    <a:pt x="4848813" y="2655956"/>
                  </a:lnTo>
                  <a:lnTo>
                    <a:pt x="4851982" y="2719757"/>
                  </a:lnTo>
                  <a:lnTo>
                    <a:pt x="4855152" y="2757283"/>
                  </a:lnTo>
                  <a:lnTo>
                    <a:pt x="4858321" y="2781196"/>
                  </a:lnTo>
                  <a:lnTo>
                    <a:pt x="4861490" y="2820505"/>
                  </a:lnTo>
                  <a:lnTo>
                    <a:pt x="4864659" y="2864160"/>
                  </a:lnTo>
                  <a:lnTo>
                    <a:pt x="4867828" y="2864309"/>
                  </a:lnTo>
                  <a:lnTo>
                    <a:pt x="4870997" y="2786731"/>
                  </a:lnTo>
                  <a:lnTo>
                    <a:pt x="4874167" y="2601609"/>
                  </a:lnTo>
                  <a:lnTo>
                    <a:pt x="4877336" y="2435294"/>
                  </a:lnTo>
                  <a:lnTo>
                    <a:pt x="4880505" y="2255317"/>
                  </a:lnTo>
                  <a:lnTo>
                    <a:pt x="4883674" y="1995027"/>
                  </a:lnTo>
                  <a:lnTo>
                    <a:pt x="4886843" y="1764384"/>
                  </a:lnTo>
                  <a:lnTo>
                    <a:pt x="4890012" y="1723436"/>
                  </a:lnTo>
                  <a:lnTo>
                    <a:pt x="4893181" y="1871550"/>
                  </a:lnTo>
                  <a:lnTo>
                    <a:pt x="4896351" y="1942240"/>
                  </a:lnTo>
                  <a:lnTo>
                    <a:pt x="4899520" y="1893373"/>
                  </a:lnTo>
                  <a:lnTo>
                    <a:pt x="4902689" y="1903104"/>
                  </a:lnTo>
                  <a:lnTo>
                    <a:pt x="4905858" y="2005713"/>
                  </a:lnTo>
                  <a:lnTo>
                    <a:pt x="4909027" y="2113147"/>
                  </a:lnTo>
                  <a:lnTo>
                    <a:pt x="4912196" y="2086449"/>
                  </a:lnTo>
                  <a:lnTo>
                    <a:pt x="4915366" y="2144564"/>
                  </a:lnTo>
                  <a:lnTo>
                    <a:pt x="4918535" y="2295004"/>
                  </a:lnTo>
                  <a:lnTo>
                    <a:pt x="4921704" y="2464881"/>
                  </a:lnTo>
                  <a:lnTo>
                    <a:pt x="4924873" y="2476413"/>
                  </a:lnTo>
                  <a:lnTo>
                    <a:pt x="4928042" y="2453557"/>
                  </a:lnTo>
                  <a:lnTo>
                    <a:pt x="4931211" y="2460979"/>
                  </a:lnTo>
                  <a:lnTo>
                    <a:pt x="4934381" y="2417576"/>
                  </a:lnTo>
                  <a:lnTo>
                    <a:pt x="4937550" y="2453375"/>
                  </a:lnTo>
                  <a:lnTo>
                    <a:pt x="4940719" y="2490177"/>
                  </a:lnTo>
                  <a:lnTo>
                    <a:pt x="4943888" y="2598485"/>
                  </a:lnTo>
                  <a:lnTo>
                    <a:pt x="4947057" y="2595531"/>
                  </a:lnTo>
                  <a:lnTo>
                    <a:pt x="4950226" y="2416070"/>
                  </a:lnTo>
                  <a:lnTo>
                    <a:pt x="4953395" y="2269001"/>
                  </a:lnTo>
                  <a:lnTo>
                    <a:pt x="4956565" y="2176113"/>
                  </a:lnTo>
                  <a:lnTo>
                    <a:pt x="4959734" y="2152418"/>
                  </a:lnTo>
                  <a:lnTo>
                    <a:pt x="4962903" y="1957694"/>
                  </a:lnTo>
                  <a:lnTo>
                    <a:pt x="4966072" y="1748165"/>
                  </a:lnTo>
                  <a:lnTo>
                    <a:pt x="4969241" y="1898209"/>
                  </a:lnTo>
                  <a:lnTo>
                    <a:pt x="4972410" y="2039508"/>
                  </a:lnTo>
                  <a:lnTo>
                    <a:pt x="4975580" y="2128168"/>
                  </a:lnTo>
                  <a:lnTo>
                    <a:pt x="4978749" y="2148597"/>
                  </a:lnTo>
                  <a:lnTo>
                    <a:pt x="4981918" y="2273744"/>
                  </a:lnTo>
                  <a:lnTo>
                    <a:pt x="4985087" y="2443717"/>
                  </a:lnTo>
                  <a:lnTo>
                    <a:pt x="4988256" y="2361187"/>
                  </a:lnTo>
                  <a:lnTo>
                    <a:pt x="4991425" y="2302205"/>
                  </a:lnTo>
                  <a:lnTo>
                    <a:pt x="4994595" y="2236546"/>
                  </a:lnTo>
                  <a:lnTo>
                    <a:pt x="4997764" y="2089459"/>
                  </a:lnTo>
                  <a:lnTo>
                    <a:pt x="5000933" y="1936559"/>
                  </a:lnTo>
                  <a:lnTo>
                    <a:pt x="5004102" y="1832584"/>
                  </a:lnTo>
                  <a:lnTo>
                    <a:pt x="5007271" y="1831006"/>
                  </a:lnTo>
                  <a:lnTo>
                    <a:pt x="5010440" y="1872117"/>
                  </a:lnTo>
                  <a:lnTo>
                    <a:pt x="5013610" y="1861346"/>
                  </a:lnTo>
                  <a:lnTo>
                    <a:pt x="5016779" y="1842164"/>
                  </a:lnTo>
                  <a:lnTo>
                    <a:pt x="5019948" y="1940477"/>
                  </a:lnTo>
                  <a:lnTo>
                    <a:pt x="5023117" y="2007209"/>
                  </a:lnTo>
                  <a:lnTo>
                    <a:pt x="5026286" y="1939348"/>
                  </a:lnTo>
                  <a:lnTo>
                    <a:pt x="5029455" y="1828573"/>
                  </a:lnTo>
                  <a:lnTo>
                    <a:pt x="5032624" y="1784782"/>
                  </a:lnTo>
                  <a:lnTo>
                    <a:pt x="5035794" y="1832569"/>
                  </a:lnTo>
                  <a:lnTo>
                    <a:pt x="5038963" y="1899664"/>
                  </a:lnTo>
                  <a:lnTo>
                    <a:pt x="5042132" y="1760219"/>
                  </a:lnTo>
                  <a:lnTo>
                    <a:pt x="5045301" y="1679446"/>
                  </a:lnTo>
                  <a:lnTo>
                    <a:pt x="5048470" y="1739019"/>
                  </a:lnTo>
                  <a:lnTo>
                    <a:pt x="5051639" y="1780125"/>
                  </a:lnTo>
                  <a:lnTo>
                    <a:pt x="5054809" y="1880831"/>
                  </a:lnTo>
                  <a:lnTo>
                    <a:pt x="5057978" y="1896202"/>
                  </a:lnTo>
                  <a:lnTo>
                    <a:pt x="5061147" y="2053297"/>
                  </a:lnTo>
                  <a:lnTo>
                    <a:pt x="5064316" y="2198408"/>
                  </a:lnTo>
                  <a:lnTo>
                    <a:pt x="5067485" y="2137954"/>
                  </a:lnTo>
                  <a:lnTo>
                    <a:pt x="5070654" y="2061091"/>
                  </a:lnTo>
                  <a:lnTo>
                    <a:pt x="5073824" y="1958537"/>
                  </a:lnTo>
                  <a:lnTo>
                    <a:pt x="5076993" y="1987660"/>
                  </a:lnTo>
                  <a:lnTo>
                    <a:pt x="5080162" y="2117564"/>
                  </a:lnTo>
                  <a:lnTo>
                    <a:pt x="5083331" y="2219376"/>
                  </a:lnTo>
                  <a:lnTo>
                    <a:pt x="5086500" y="2259922"/>
                  </a:lnTo>
                  <a:lnTo>
                    <a:pt x="5089669" y="2180289"/>
                  </a:lnTo>
                  <a:lnTo>
                    <a:pt x="5092839" y="2005577"/>
                  </a:lnTo>
                  <a:lnTo>
                    <a:pt x="5096008" y="1769935"/>
                  </a:lnTo>
                  <a:lnTo>
                    <a:pt x="5099177" y="1567904"/>
                  </a:lnTo>
                  <a:lnTo>
                    <a:pt x="5102346" y="1313856"/>
                  </a:lnTo>
                  <a:lnTo>
                    <a:pt x="5105515" y="1142056"/>
                  </a:lnTo>
                  <a:lnTo>
                    <a:pt x="5108684" y="1125018"/>
                  </a:lnTo>
                  <a:lnTo>
                    <a:pt x="5111853" y="1321330"/>
                  </a:lnTo>
                  <a:lnTo>
                    <a:pt x="5115023" y="1401317"/>
                  </a:lnTo>
                  <a:lnTo>
                    <a:pt x="5118192" y="1318813"/>
                  </a:lnTo>
                  <a:lnTo>
                    <a:pt x="5121361" y="1409843"/>
                  </a:lnTo>
                  <a:lnTo>
                    <a:pt x="5124530" y="1548177"/>
                  </a:lnTo>
                  <a:lnTo>
                    <a:pt x="5127699" y="1671422"/>
                  </a:lnTo>
                  <a:lnTo>
                    <a:pt x="5130868" y="1613619"/>
                  </a:lnTo>
                  <a:lnTo>
                    <a:pt x="5134038" y="1664268"/>
                  </a:lnTo>
                  <a:lnTo>
                    <a:pt x="5137207" y="1732305"/>
                  </a:lnTo>
                  <a:lnTo>
                    <a:pt x="5140376" y="1644157"/>
                  </a:lnTo>
                  <a:lnTo>
                    <a:pt x="5143545" y="1630129"/>
                  </a:lnTo>
                  <a:lnTo>
                    <a:pt x="5146714" y="1741633"/>
                  </a:lnTo>
                  <a:lnTo>
                    <a:pt x="5149883" y="1850925"/>
                  </a:lnTo>
                  <a:lnTo>
                    <a:pt x="5153053" y="1847904"/>
                  </a:lnTo>
                  <a:lnTo>
                    <a:pt x="5156222" y="1901493"/>
                  </a:lnTo>
                  <a:lnTo>
                    <a:pt x="5159391" y="2006154"/>
                  </a:lnTo>
                  <a:lnTo>
                    <a:pt x="5162560" y="1925014"/>
                  </a:lnTo>
                  <a:lnTo>
                    <a:pt x="5165729" y="1784407"/>
                  </a:lnTo>
                  <a:lnTo>
                    <a:pt x="5168898" y="1786923"/>
                  </a:lnTo>
                  <a:lnTo>
                    <a:pt x="5172067" y="1759251"/>
                  </a:lnTo>
                  <a:lnTo>
                    <a:pt x="5175237" y="1653654"/>
                  </a:lnTo>
                  <a:lnTo>
                    <a:pt x="5178406" y="1478369"/>
                  </a:lnTo>
                  <a:lnTo>
                    <a:pt x="5181575" y="1418213"/>
                  </a:lnTo>
                  <a:lnTo>
                    <a:pt x="5184744" y="1318919"/>
                  </a:lnTo>
                  <a:lnTo>
                    <a:pt x="5187913" y="1128269"/>
                  </a:lnTo>
                  <a:lnTo>
                    <a:pt x="5191082" y="937113"/>
                  </a:lnTo>
                  <a:lnTo>
                    <a:pt x="5194252" y="846216"/>
                  </a:lnTo>
                  <a:lnTo>
                    <a:pt x="5197421" y="926024"/>
                  </a:lnTo>
                  <a:lnTo>
                    <a:pt x="5200590" y="926146"/>
                  </a:lnTo>
                  <a:lnTo>
                    <a:pt x="5203759" y="986174"/>
                  </a:lnTo>
                  <a:lnTo>
                    <a:pt x="5206928" y="1028633"/>
                  </a:lnTo>
                  <a:lnTo>
                    <a:pt x="5210097" y="978383"/>
                  </a:lnTo>
                  <a:lnTo>
                    <a:pt x="5213267" y="844882"/>
                  </a:lnTo>
                  <a:lnTo>
                    <a:pt x="5216436" y="686962"/>
                  </a:lnTo>
                  <a:lnTo>
                    <a:pt x="5219605" y="617336"/>
                  </a:lnTo>
                  <a:lnTo>
                    <a:pt x="5222774" y="441184"/>
                  </a:lnTo>
                  <a:lnTo>
                    <a:pt x="5225943" y="344796"/>
                  </a:lnTo>
                  <a:lnTo>
                    <a:pt x="5229112" y="456394"/>
                  </a:lnTo>
                  <a:lnTo>
                    <a:pt x="5232282" y="654307"/>
                  </a:lnTo>
                  <a:lnTo>
                    <a:pt x="5235451" y="747697"/>
                  </a:lnTo>
                  <a:lnTo>
                    <a:pt x="5238620" y="789754"/>
                  </a:lnTo>
                  <a:lnTo>
                    <a:pt x="5241789" y="801590"/>
                  </a:lnTo>
                  <a:lnTo>
                    <a:pt x="5244958" y="739715"/>
                  </a:lnTo>
                  <a:lnTo>
                    <a:pt x="5248127" y="705136"/>
                  </a:lnTo>
                  <a:lnTo>
                    <a:pt x="5251296" y="651596"/>
                  </a:lnTo>
                  <a:lnTo>
                    <a:pt x="5254466" y="654185"/>
                  </a:lnTo>
                  <a:lnTo>
                    <a:pt x="5257635" y="808651"/>
                  </a:lnTo>
                  <a:lnTo>
                    <a:pt x="5260804" y="1158213"/>
                  </a:lnTo>
                  <a:lnTo>
                    <a:pt x="5263973" y="1486856"/>
                  </a:lnTo>
                  <a:lnTo>
                    <a:pt x="5267142" y="1643758"/>
                  </a:lnTo>
                  <a:lnTo>
                    <a:pt x="5270311" y="1653123"/>
                  </a:lnTo>
                  <a:lnTo>
                    <a:pt x="5273481" y="1669590"/>
                  </a:lnTo>
                  <a:lnTo>
                    <a:pt x="5276650" y="1543557"/>
                  </a:lnTo>
                  <a:lnTo>
                    <a:pt x="5279819" y="1227008"/>
                  </a:lnTo>
                  <a:lnTo>
                    <a:pt x="5282988" y="884660"/>
                  </a:lnTo>
                  <a:lnTo>
                    <a:pt x="5286157" y="705586"/>
                  </a:lnTo>
                  <a:lnTo>
                    <a:pt x="5289326" y="790418"/>
                  </a:lnTo>
                  <a:lnTo>
                    <a:pt x="5292496" y="784697"/>
                  </a:lnTo>
                  <a:lnTo>
                    <a:pt x="5295665" y="748276"/>
                  </a:lnTo>
                  <a:lnTo>
                    <a:pt x="5298834" y="771569"/>
                  </a:lnTo>
                  <a:lnTo>
                    <a:pt x="5302003" y="866322"/>
                  </a:lnTo>
                  <a:lnTo>
                    <a:pt x="5305172" y="911971"/>
                  </a:lnTo>
                  <a:lnTo>
                    <a:pt x="5308341" y="858388"/>
                  </a:lnTo>
                  <a:lnTo>
                    <a:pt x="5311510" y="818441"/>
                  </a:lnTo>
                  <a:lnTo>
                    <a:pt x="5314680" y="774074"/>
                  </a:lnTo>
                  <a:lnTo>
                    <a:pt x="5317849" y="739483"/>
                  </a:lnTo>
                  <a:lnTo>
                    <a:pt x="5321018" y="688506"/>
                  </a:lnTo>
                  <a:lnTo>
                    <a:pt x="5324187" y="737862"/>
                  </a:lnTo>
                  <a:lnTo>
                    <a:pt x="5327356" y="748604"/>
                  </a:lnTo>
                  <a:lnTo>
                    <a:pt x="5330525" y="683443"/>
                  </a:lnTo>
                  <a:lnTo>
                    <a:pt x="5333695" y="684551"/>
                  </a:lnTo>
                  <a:lnTo>
                    <a:pt x="5336864" y="809844"/>
                  </a:lnTo>
                  <a:lnTo>
                    <a:pt x="5340033" y="953313"/>
                  </a:lnTo>
                  <a:lnTo>
                    <a:pt x="5343202" y="868526"/>
                  </a:lnTo>
                  <a:lnTo>
                    <a:pt x="5346371" y="753333"/>
                  </a:lnTo>
                  <a:lnTo>
                    <a:pt x="5349540" y="856502"/>
                  </a:lnTo>
                  <a:lnTo>
                    <a:pt x="5352710" y="987953"/>
                  </a:lnTo>
                  <a:lnTo>
                    <a:pt x="5355879" y="1000414"/>
                  </a:lnTo>
                  <a:lnTo>
                    <a:pt x="5359048" y="1053740"/>
                  </a:lnTo>
                  <a:lnTo>
                    <a:pt x="5362217" y="1144938"/>
                  </a:lnTo>
                  <a:lnTo>
                    <a:pt x="5365386" y="1185415"/>
                  </a:lnTo>
                  <a:lnTo>
                    <a:pt x="5368555" y="1117648"/>
                  </a:lnTo>
                  <a:lnTo>
                    <a:pt x="5371725" y="1020348"/>
                  </a:lnTo>
                  <a:lnTo>
                    <a:pt x="5374894" y="798002"/>
                  </a:lnTo>
                  <a:lnTo>
                    <a:pt x="5378063" y="481405"/>
                  </a:lnTo>
                  <a:lnTo>
                    <a:pt x="5381232" y="341523"/>
                  </a:lnTo>
                  <a:lnTo>
                    <a:pt x="5384401" y="346950"/>
                  </a:lnTo>
                  <a:lnTo>
                    <a:pt x="5387570" y="437058"/>
                  </a:lnTo>
                  <a:lnTo>
                    <a:pt x="5390739" y="571921"/>
                  </a:lnTo>
                  <a:lnTo>
                    <a:pt x="5393909" y="768376"/>
                  </a:lnTo>
                  <a:lnTo>
                    <a:pt x="5397078" y="828112"/>
                  </a:lnTo>
                  <a:lnTo>
                    <a:pt x="5400247" y="755665"/>
                  </a:lnTo>
                  <a:lnTo>
                    <a:pt x="5403416" y="698425"/>
                  </a:lnTo>
                  <a:lnTo>
                    <a:pt x="5406585" y="693960"/>
                  </a:lnTo>
                  <a:lnTo>
                    <a:pt x="5409754" y="688582"/>
                  </a:lnTo>
                  <a:lnTo>
                    <a:pt x="5412924" y="657816"/>
                  </a:lnTo>
                  <a:lnTo>
                    <a:pt x="5416093" y="746962"/>
                  </a:lnTo>
                  <a:lnTo>
                    <a:pt x="5419262" y="912784"/>
                  </a:lnTo>
                  <a:lnTo>
                    <a:pt x="5422431" y="925182"/>
                  </a:lnTo>
                  <a:lnTo>
                    <a:pt x="5425600" y="781267"/>
                  </a:lnTo>
                  <a:lnTo>
                    <a:pt x="5428769" y="589968"/>
                  </a:lnTo>
                  <a:lnTo>
                    <a:pt x="5431939" y="545134"/>
                  </a:lnTo>
                  <a:lnTo>
                    <a:pt x="5435108" y="582922"/>
                  </a:lnTo>
                  <a:lnTo>
                    <a:pt x="5438277" y="661891"/>
                  </a:lnTo>
                  <a:lnTo>
                    <a:pt x="5441446" y="914262"/>
                  </a:lnTo>
                  <a:lnTo>
                    <a:pt x="5444615" y="1289427"/>
                  </a:lnTo>
                  <a:lnTo>
                    <a:pt x="5447784" y="1631537"/>
                  </a:lnTo>
                  <a:lnTo>
                    <a:pt x="5450954" y="1747755"/>
                  </a:lnTo>
                  <a:lnTo>
                    <a:pt x="5454123" y="1694933"/>
                  </a:lnTo>
                  <a:lnTo>
                    <a:pt x="5457292" y="1512965"/>
                  </a:lnTo>
                  <a:lnTo>
                    <a:pt x="5460461" y="1336158"/>
                  </a:lnTo>
                  <a:lnTo>
                    <a:pt x="5463630" y="1052542"/>
                  </a:lnTo>
                  <a:lnTo>
                    <a:pt x="5466799" y="715408"/>
                  </a:lnTo>
                  <a:lnTo>
                    <a:pt x="5469968" y="485419"/>
                  </a:lnTo>
                  <a:lnTo>
                    <a:pt x="5473138" y="364065"/>
                  </a:lnTo>
                  <a:lnTo>
                    <a:pt x="5476307" y="303020"/>
                  </a:lnTo>
                  <a:lnTo>
                    <a:pt x="5479476" y="181760"/>
                  </a:lnTo>
                  <a:lnTo>
                    <a:pt x="5482645" y="74719"/>
                  </a:lnTo>
                  <a:lnTo>
                    <a:pt x="5485814" y="0"/>
                  </a:lnTo>
                  <a:lnTo>
                    <a:pt x="5488983" y="13832"/>
                  </a:lnTo>
                  <a:lnTo>
                    <a:pt x="5492153" y="180563"/>
                  </a:lnTo>
                  <a:lnTo>
                    <a:pt x="5495322" y="394076"/>
                  </a:lnTo>
                  <a:lnTo>
                    <a:pt x="5498491" y="510913"/>
                  </a:lnTo>
                  <a:lnTo>
                    <a:pt x="5501660" y="654900"/>
                  </a:lnTo>
                  <a:lnTo>
                    <a:pt x="5504829" y="818136"/>
                  </a:lnTo>
                  <a:lnTo>
                    <a:pt x="5507998" y="963211"/>
                  </a:lnTo>
                  <a:lnTo>
                    <a:pt x="5511168" y="914725"/>
                  </a:lnTo>
                  <a:lnTo>
                    <a:pt x="5514337" y="836788"/>
                  </a:lnTo>
                  <a:lnTo>
                    <a:pt x="5517506" y="812282"/>
                  </a:lnTo>
                  <a:lnTo>
                    <a:pt x="5520675" y="823132"/>
                  </a:lnTo>
                  <a:lnTo>
                    <a:pt x="5523844" y="866269"/>
                  </a:lnTo>
                  <a:lnTo>
                    <a:pt x="5527013" y="811736"/>
                  </a:lnTo>
                  <a:lnTo>
                    <a:pt x="5530182" y="887200"/>
                  </a:lnTo>
                  <a:lnTo>
                    <a:pt x="5533352" y="994954"/>
                  </a:lnTo>
                  <a:lnTo>
                    <a:pt x="5536521" y="1097376"/>
                  </a:lnTo>
                  <a:lnTo>
                    <a:pt x="5539690" y="1128916"/>
                  </a:lnTo>
                  <a:lnTo>
                    <a:pt x="5542859" y="1384180"/>
                  </a:lnTo>
                  <a:lnTo>
                    <a:pt x="5546028" y="1732855"/>
                  </a:lnTo>
                  <a:lnTo>
                    <a:pt x="5549197" y="1916682"/>
                  </a:lnTo>
                  <a:lnTo>
                    <a:pt x="5552367" y="1990578"/>
                  </a:lnTo>
                  <a:lnTo>
                    <a:pt x="5555536" y="2140751"/>
                  </a:lnTo>
                  <a:lnTo>
                    <a:pt x="5558705" y="2189165"/>
                  </a:lnTo>
                  <a:lnTo>
                    <a:pt x="5561874" y="1970298"/>
                  </a:lnTo>
                  <a:lnTo>
                    <a:pt x="5565043" y="1755331"/>
                  </a:lnTo>
                  <a:lnTo>
                    <a:pt x="5568212" y="1557627"/>
                  </a:lnTo>
                  <a:lnTo>
                    <a:pt x="5571382" y="1481000"/>
                  </a:lnTo>
                  <a:lnTo>
                    <a:pt x="5574551" y="1394361"/>
                  </a:lnTo>
                  <a:lnTo>
                    <a:pt x="5577720" y="1455638"/>
                  </a:lnTo>
                  <a:lnTo>
                    <a:pt x="5580889" y="1569908"/>
                  </a:lnTo>
                  <a:lnTo>
                    <a:pt x="5584058" y="1502794"/>
                  </a:lnTo>
                  <a:lnTo>
                    <a:pt x="5587227" y="1436402"/>
                  </a:lnTo>
                  <a:lnTo>
                    <a:pt x="5590397" y="1375831"/>
                  </a:lnTo>
                  <a:lnTo>
                    <a:pt x="5593566" y="1423594"/>
                  </a:lnTo>
                  <a:lnTo>
                    <a:pt x="5596735" y="1496244"/>
                  </a:lnTo>
                  <a:lnTo>
                    <a:pt x="5599904" y="1632010"/>
                  </a:lnTo>
                  <a:lnTo>
                    <a:pt x="5603073" y="1904328"/>
                  </a:lnTo>
                  <a:lnTo>
                    <a:pt x="5606242" y="2242299"/>
                  </a:lnTo>
                  <a:lnTo>
                    <a:pt x="5609411" y="2509811"/>
                  </a:lnTo>
                  <a:lnTo>
                    <a:pt x="5612581" y="2636316"/>
                  </a:lnTo>
                  <a:lnTo>
                    <a:pt x="5615750" y="2695557"/>
                  </a:lnTo>
                  <a:lnTo>
                    <a:pt x="5618919" y="2591203"/>
                  </a:lnTo>
                  <a:lnTo>
                    <a:pt x="5622088" y="2449939"/>
                  </a:lnTo>
                  <a:lnTo>
                    <a:pt x="5625257" y="2288775"/>
                  </a:lnTo>
                  <a:lnTo>
                    <a:pt x="5628426" y="2143782"/>
                  </a:lnTo>
                  <a:lnTo>
                    <a:pt x="5631596" y="2064841"/>
                  </a:lnTo>
                  <a:lnTo>
                    <a:pt x="5634765" y="2027270"/>
                  </a:lnTo>
                  <a:lnTo>
                    <a:pt x="5637934" y="2090626"/>
                  </a:lnTo>
                  <a:lnTo>
                    <a:pt x="5641103" y="2246467"/>
                  </a:lnTo>
                  <a:lnTo>
                    <a:pt x="5644272" y="2404676"/>
                  </a:lnTo>
                  <a:lnTo>
                    <a:pt x="5647441" y="2533531"/>
                  </a:lnTo>
                  <a:lnTo>
                    <a:pt x="5650611" y="2586212"/>
                  </a:lnTo>
                  <a:lnTo>
                    <a:pt x="5653780" y="2618966"/>
                  </a:lnTo>
                  <a:lnTo>
                    <a:pt x="5656949" y="2602098"/>
                  </a:lnTo>
                  <a:lnTo>
                    <a:pt x="5660118" y="2527382"/>
                  </a:lnTo>
                  <a:lnTo>
                    <a:pt x="5663287" y="2528090"/>
                  </a:lnTo>
                  <a:lnTo>
                    <a:pt x="5666456" y="2580769"/>
                  </a:lnTo>
                  <a:lnTo>
                    <a:pt x="5669626" y="2591339"/>
                  </a:lnTo>
                  <a:lnTo>
                    <a:pt x="5672795" y="2557572"/>
                  </a:lnTo>
                  <a:lnTo>
                    <a:pt x="5675964" y="2533621"/>
                  </a:lnTo>
                  <a:lnTo>
                    <a:pt x="5679133" y="2531531"/>
                  </a:lnTo>
                  <a:lnTo>
                    <a:pt x="5682302" y="2476108"/>
                  </a:lnTo>
                  <a:lnTo>
                    <a:pt x="5685471" y="2429589"/>
                  </a:lnTo>
                  <a:lnTo>
                    <a:pt x="5688640" y="2464486"/>
                  </a:lnTo>
                  <a:lnTo>
                    <a:pt x="5691810" y="2583844"/>
                  </a:lnTo>
                  <a:lnTo>
                    <a:pt x="5694979" y="2734649"/>
                  </a:lnTo>
                  <a:lnTo>
                    <a:pt x="5698148" y="2861874"/>
                  </a:lnTo>
                  <a:lnTo>
                    <a:pt x="5701317" y="2911309"/>
                  </a:lnTo>
                  <a:lnTo>
                    <a:pt x="5704486" y="2818912"/>
                  </a:lnTo>
                  <a:lnTo>
                    <a:pt x="5707655" y="2577995"/>
                  </a:lnTo>
                  <a:lnTo>
                    <a:pt x="5710825" y="2325982"/>
                  </a:lnTo>
                  <a:lnTo>
                    <a:pt x="5713994" y="2161617"/>
                  </a:lnTo>
                  <a:lnTo>
                    <a:pt x="5717163" y="1934921"/>
                  </a:lnTo>
                  <a:lnTo>
                    <a:pt x="5720332" y="1719346"/>
                  </a:lnTo>
                  <a:lnTo>
                    <a:pt x="5723501" y="1600934"/>
                  </a:lnTo>
                  <a:lnTo>
                    <a:pt x="5726670" y="1731767"/>
                  </a:lnTo>
                  <a:lnTo>
                    <a:pt x="5729840" y="1962139"/>
                  </a:lnTo>
                  <a:lnTo>
                    <a:pt x="5733009" y="2002575"/>
                  </a:lnTo>
                  <a:lnTo>
                    <a:pt x="5736178" y="2140693"/>
                  </a:lnTo>
                  <a:lnTo>
                    <a:pt x="5739347" y="2316264"/>
                  </a:lnTo>
                  <a:lnTo>
                    <a:pt x="5742516" y="2314973"/>
                  </a:lnTo>
                  <a:lnTo>
                    <a:pt x="5745685" y="2145940"/>
                  </a:lnTo>
                  <a:lnTo>
                    <a:pt x="5748854" y="1894580"/>
                  </a:lnTo>
                  <a:lnTo>
                    <a:pt x="5752024" y="1767142"/>
                  </a:lnTo>
                  <a:lnTo>
                    <a:pt x="5755193" y="1619790"/>
                  </a:lnTo>
                  <a:lnTo>
                    <a:pt x="5758362" y="1439189"/>
                  </a:lnTo>
                  <a:lnTo>
                    <a:pt x="5761531" y="1342389"/>
                  </a:lnTo>
                  <a:lnTo>
                    <a:pt x="5764700" y="1232760"/>
                  </a:lnTo>
                  <a:lnTo>
                    <a:pt x="5767869" y="1082855"/>
                  </a:lnTo>
                  <a:lnTo>
                    <a:pt x="5771039" y="895617"/>
                  </a:lnTo>
                  <a:lnTo>
                    <a:pt x="5774208" y="709237"/>
                  </a:lnTo>
                  <a:lnTo>
                    <a:pt x="5777377" y="568188"/>
                  </a:lnTo>
                  <a:lnTo>
                    <a:pt x="5780546" y="493772"/>
                  </a:lnTo>
                  <a:lnTo>
                    <a:pt x="5783715" y="468374"/>
                  </a:lnTo>
                  <a:lnTo>
                    <a:pt x="5786884" y="535079"/>
                  </a:lnTo>
                  <a:lnTo>
                    <a:pt x="5790054" y="655562"/>
                  </a:lnTo>
                  <a:lnTo>
                    <a:pt x="5793223" y="777185"/>
                  </a:lnTo>
                  <a:lnTo>
                    <a:pt x="5796392" y="910125"/>
                  </a:lnTo>
                  <a:lnTo>
                    <a:pt x="5799561" y="1159644"/>
                  </a:lnTo>
                  <a:lnTo>
                    <a:pt x="5802730" y="1369105"/>
                  </a:lnTo>
                  <a:lnTo>
                    <a:pt x="5805899" y="1357406"/>
                  </a:lnTo>
                  <a:lnTo>
                    <a:pt x="5809069" y="1290998"/>
                  </a:lnTo>
                  <a:lnTo>
                    <a:pt x="5812238" y="1219738"/>
                  </a:lnTo>
                  <a:lnTo>
                    <a:pt x="5815407" y="1091137"/>
                  </a:lnTo>
                  <a:lnTo>
                    <a:pt x="5818576" y="895288"/>
                  </a:lnTo>
                  <a:lnTo>
                    <a:pt x="5821745" y="793680"/>
                  </a:lnTo>
                  <a:lnTo>
                    <a:pt x="5824914" y="896818"/>
                  </a:lnTo>
                  <a:lnTo>
                    <a:pt x="5828083" y="1025626"/>
                  </a:lnTo>
                  <a:lnTo>
                    <a:pt x="5831253" y="1145805"/>
                  </a:lnTo>
                  <a:lnTo>
                    <a:pt x="5834422" y="1275862"/>
                  </a:lnTo>
                  <a:lnTo>
                    <a:pt x="5837591" y="1331177"/>
                  </a:lnTo>
                  <a:lnTo>
                    <a:pt x="5840760" y="1328434"/>
                  </a:lnTo>
                  <a:lnTo>
                    <a:pt x="5843929" y="1236939"/>
                  </a:lnTo>
                  <a:lnTo>
                    <a:pt x="5847098" y="1077483"/>
                  </a:lnTo>
                  <a:lnTo>
                    <a:pt x="5850268" y="958155"/>
                  </a:lnTo>
                  <a:lnTo>
                    <a:pt x="5853437" y="842195"/>
                  </a:lnTo>
                  <a:lnTo>
                    <a:pt x="5856606" y="778604"/>
                  </a:lnTo>
                  <a:lnTo>
                    <a:pt x="5859775" y="811200"/>
                  </a:lnTo>
                  <a:lnTo>
                    <a:pt x="5862944" y="939571"/>
                  </a:lnTo>
                  <a:lnTo>
                    <a:pt x="5866113" y="998637"/>
                  </a:lnTo>
                  <a:lnTo>
                    <a:pt x="5869283" y="1035683"/>
                  </a:lnTo>
                  <a:lnTo>
                    <a:pt x="5872452" y="1246583"/>
                  </a:lnTo>
                  <a:lnTo>
                    <a:pt x="5875621" y="1485445"/>
                  </a:lnTo>
                  <a:lnTo>
                    <a:pt x="5878790" y="1556698"/>
                  </a:lnTo>
                  <a:lnTo>
                    <a:pt x="5881959" y="1518275"/>
                  </a:lnTo>
                  <a:lnTo>
                    <a:pt x="5885128" y="1574112"/>
                  </a:lnTo>
                  <a:lnTo>
                    <a:pt x="5888297" y="1550388"/>
                  </a:lnTo>
                  <a:lnTo>
                    <a:pt x="5891467" y="1325817"/>
                  </a:lnTo>
                  <a:lnTo>
                    <a:pt x="5894636" y="1084782"/>
                  </a:lnTo>
                  <a:lnTo>
                    <a:pt x="5897805" y="1029626"/>
                  </a:lnTo>
                  <a:lnTo>
                    <a:pt x="5900974" y="1169781"/>
                  </a:lnTo>
                  <a:lnTo>
                    <a:pt x="5904143" y="1366244"/>
                  </a:lnTo>
                  <a:lnTo>
                    <a:pt x="5907312" y="1571097"/>
                  </a:lnTo>
                  <a:lnTo>
                    <a:pt x="5910482" y="1743415"/>
                  </a:lnTo>
                  <a:lnTo>
                    <a:pt x="5913651" y="1899278"/>
                  </a:lnTo>
                  <a:lnTo>
                    <a:pt x="5916820" y="1874964"/>
                  </a:lnTo>
                  <a:lnTo>
                    <a:pt x="5919989" y="1605471"/>
                  </a:lnTo>
                  <a:lnTo>
                    <a:pt x="5923158" y="1315643"/>
                  </a:lnTo>
                  <a:lnTo>
                    <a:pt x="5926327" y="1208244"/>
                  </a:lnTo>
                  <a:lnTo>
                    <a:pt x="5929497" y="1262374"/>
                  </a:lnTo>
                  <a:lnTo>
                    <a:pt x="5932666" y="1272885"/>
                  </a:lnTo>
                  <a:lnTo>
                    <a:pt x="5935835" y="1427092"/>
                  </a:lnTo>
                  <a:lnTo>
                    <a:pt x="5939004" y="1702921"/>
                  </a:lnTo>
                  <a:lnTo>
                    <a:pt x="5942173" y="1990851"/>
                  </a:lnTo>
                  <a:lnTo>
                    <a:pt x="5945342" y="2148443"/>
                  </a:lnTo>
                  <a:lnTo>
                    <a:pt x="5948512" y="2284541"/>
                  </a:lnTo>
                  <a:lnTo>
                    <a:pt x="5951681" y="2518964"/>
                  </a:lnTo>
                  <a:lnTo>
                    <a:pt x="5954850" y="2642312"/>
                  </a:lnTo>
                  <a:lnTo>
                    <a:pt x="5958019" y="2716655"/>
                  </a:lnTo>
                  <a:lnTo>
                    <a:pt x="5961188" y="2684092"/>
                  </a:lnTo>
                  <a:lnTo>
                    <a:pt x="5964357" y="2617020"/>
                  </a:lnTo>
                  <a:lnTo>
                    <a:pt x="5967526" y="2594795"/>
                  </a:lnTo>
                  <a:lnTo>
                    <a:pt x="5970696" y="2553844"/>
                  </a:lnTo>
                  <a:lnTo>
                    <a:pt x="5973865" y="2563312"/>
                  </a:lnTo>
                  <a:lnTo>
                    <a:pt x="5977034" y="2578005"/>
                  </a:lnTo>
                  <a:lnTo>
                    <a:pt x="5980203" y="2653493"/>
                  </a:lnTo>
                  <a:lnTo>
                    <a:pt x="5983372" y="2788413"/>
                  </a:lnTo>
                  <a:lnTo>
                    <a:pt x="5986541" y="2884453"/>
                  </a:lnTo>
                  <a:lnTo>
                    <a:pt x="5989711" y="2953963"/>
                  </a:lnTo>
                  <a:lnTo>
                    <a:pt x="5992880" y="2974195"/>
                  </a:lnTo>
                  <a:lnTo>
                    <a:pt x="5996049" y="3004979"/>
                  </a:lnTo>
                  <a:lnTo>
                    <a:pt x="5999218" y="3067765"/>
                  </a:lnTo>
                  <a:lnTo>
                    <a:pt x="6002387" y="3090589"/>
                  </a:lnTo>
                  <a:lnTo>
                    <a:pt x="6005556" y="2996328"/>
                  </a:lnTo>
                  <a:lnTo>
                    <a:pt x="6008726" y="2908385"/>
                  </a:lnTo>
                  <a:lnTo>
                    <a:pt x="6011895" y="2857704"/>
                  </a:lnTo>
                  <a:lnTo>
                    <a:pt x="6015064" y="2753326"/>
                  </a:lnTo>
                  <a:lnTo>
                    <a:pt x="6018233" y="2585204"/>
                  </a:lnTo>
                  <a:lnTo>
                    <a:pt x="6021402" y="2424113"/>
                  </a:lnTo>
                  <a:lnTo>
                    <a:pt x="6024571" y="2365152"/>
                  </a:lnTo>
                  <a:lnTo>
                    <a:pt x="6027741" y="2328630"/>
                  </a:lnTo>
                  <a:lnTo>
                    <a:pt x="6030910" y="2322610"/>
                  </a:lnTo>
                  <a:lnTo>
                    <a:pt x="6034079" y="2387752"/>
                  </a:lnTo>
                  <a:lnTo>
                    <a:pt x="6037248" y="2543281"/>
                  </a:lnTo>
                  <a:lnTo>
                    <a:pt x="6040417" y="2709168"/>
                  </a:lnTo>
                  <a:lnTo>
                    <a:pt x="6043586" y="2805850"/>
                  </a:lnTo>
                  <a:lnTo>
                    <a:pt x="6046755" y="2891530"/>
                  </a:lnTo>
                  <a:lnTo>
                    <a:pt x="6049925" y="2943699"/>
                  </a:lnTo>
                  <a:lnTo>
                    <a:pt x="6053094" y="2954303"/>
                  </a:lnTo>
                  <a:lnTo>
                    <a:pt x="6056263" y="2926412"/>
                  </a:lnTo>
                  <a:lnTo>
                    <a:pt x="6059432" y="2933331"/>
                  </a:lnTo>
                  <a:lnTo>
                    <a:pt x="6062601" y="2939891"/>
                  </a:lnTo>
                  <a:lnTo>
                    <a:pt x="6065770" y="2880545"/>
                  </a:lnTo>
                  <a:lnTo>
                    <a:pt x="6068940" y="2806516"/>
                  </a:lnTo>
                  <a:lnTo>
                    <a:pt x="6072109" y="2706407"/>
                  </a:lnTo>
                  <a:lnTo>
                    <a:pt x="6075278" y="2646389"/>
                  </a:lnTo>
                  <a:lnTo>
                    <a:pt x="6078447" y="2627833"/>
                  </a:lnTo>
                  <a:lnTo>
                    <a:pt x="6081616" y="2667356"/>
                  </a:lnTo>
                  <a:lnTo>
                    <a:pt x="6084785" y="2640233"/>
                  </a:lnTo>
                  <a:lnTo>
                    <a:pt x="6087955" y="2531589"/>
                  </a:lnTo>
                  <a:lnTo>
                    <a:pt x="6091124" y="2490705"/>
                  </a:lnTo>
                  <a:lnTo>
                    <a:pt x="6094293" y="2533075"/>
                  </a:lnTo>
                  <a:lnTo>
                    <a:pt x="6097462" y="2531115"/>
                  </a:lnTo>
                  <a:lnTo>
                    <a:pt x="6100631" y="2491916"/>
                  </a:lnTo>
                  <a:lnTo>
                    <a:pt x="6103800" y="2575109"/>
                  </a:lnTo>
                  <a:lnTo>
                    <a:pt x="6106969" y="2757784"/>
                  </a:lnTo>
                  <a:lnTo>
                    <a:pt x="6110139" y="2909083"/>
                  </a:lnTo>
                  <a:lnTo>
                    <a:pt x="6113308" y="2911678"/>
                  </a:lnTo>
                  <a:lnTo>
                    <a:pt x="6116477" y="2870839"/>
                  </a:lnTo>
                  <a:lnTo>
                    <a:pt x="6119646" y="2856729"/>
                  </a:lnTo>
                  <a:lnTo>
                    <a:pt x="6122815" y="2845911"/>
                  </a:lnTo>
                  <a:lnTo>
                    <a:pt x="6125984" y="2810313"/>
                  </a:lnTo>
                  <a:lnTo>
                    <a:pt x="6129154" y="2800195"/>
                  </a:lnTo>
                  <a:lnTo>
                    <a:pt x="6132323" y="2853486"/>
                  </a:lnTo>
                  <a:lnTo>
                    <a:pt x="6135492" y="2922790"/>
                  </a:lnTo>
                  <a:lnTo>
                    <a:pt x="6138661" y="2970997"/>
                  </a:lnTo>
                  <a:lnTo>
                    <a:pt x="6141830" y="2899251"/>
                  </a:lnTo>
                  <a:lnTo>
                    <a:pt x="6144999" y="2808208"/>
                  </a:lnTo>
                  <a:lnTo>
                    <a:pt x="6148169" y="2613185"/>
                  </a:lnTo>
                  <a:lnTo>
                    <a:pt x="6151338" y="2355794"/>
                  </a:lnTo>
                  <a:lnTo>
                    <a:pt x="6154507" y="2174231"/>
                  </a:lnTo>
                  <a:lnTo>
                    <a:pt x="6157676" y="1960856"/>
                  </a:lnTo>
                  <a:lnTo>
                    <a:pt x="6160845" y="1879707"/>
                  </a:lnTo>
                  <a:lnTo>
                    <a:pt x="6164014" y="1850992"/>
                  </a:lnTo>
                  <a:lnTo>
                    <a:pt x="6167184" y="1987980"/>
                  </a:lnTo>
                  <a:lnTo>
                    <a:pt x="6170353" y="2204982"/>
                  </a:lnTo>
                  <a:lnTo>
                    <a:pt x="6173522" y="2363496"/>
                  </a:lnTo>
                  <a:lnTo>
                    <a:pt x="6176691" y="2528736"/>
                  </a:lnTo>
                  <a:lnTo>
                    <a:pt x="6179860" y="2651175"/>
                  </a:lnTo>
                  <a:lnTo>
                    <a:pt x="6183029" y="2806532"/>
                  </a:lnTo>
                  <a:lnTo>
                    <a:pt x="6186198" y="2866396"/>
                  </a:lnTo>
                  <a:lnTo>
                    <a:pt x="6189368" y="2802944"/>
                  </a:lnTo>
                  <a:lnTo>
                    <a:pt x="6192537" y="2752185"/>
                  </a:lnTo>
                  <a:lnTo>
                    <a:pt x="6195706" y="2719494"/>
                  </a:lnTo>
                  <a:lnTo>
                    <a:pt x="6198875" y="2690323"/>
                  </a:lnTo>
                  <a:lnTo>
                    <a:pt x="6202044" y="2650598"/>
                  </a:lnTo>
                  <a:lnTo>
                    <a:pt x="6205213" y="2689448"/>
                  </a:lnTo>
                  <a:lnTo>
                    <a:pt x="6208383" y="2792364"/>
                  </a:lnTo>
                  <a:lnTo>
                    <a:pt x="6211552" y="2803412"/>
                  </a:lnTo>
                  <a:lnTo>
                    <a:pt x="6214721" y="2783919"/>
                  </a:lnTo>
                  <a:lnTo>
                    <a:pt x="6217890" y="2777098"/>
                  </a:lnTo>
                  <a:lnTo>
                    <a:pt x="6221059" y="2732255"/>
                  </a:lnTo>
                  <a:lnTo>
                    <a:pt x="6224228" y="2641021"/>
                  </a:lnTo>
                  <a:lnTo>
                    <a:pt x="6227398" y="2553316"/>
                  </a:lnTo>
                  <a:lnTo>
                    <a:pt x="6230567" y="2509483"/>
                  </a:lnTo>
                  <a:lnTo>
                    <a:pt x="6233736" y="2550005"/>
                  </a:lnTo>
                  <a:lnTo>
                    <a:pt x="6236905" y="2594277"/>
                  </a:lnTo>
                  <a:lnTo>
                    <a:pt x="6240074" y="2636329"/>
                  </a:lnTo>
                  <a:lnTo>
                    <a:pt x="6243243" y="2715322"/>
                  </a:lnTo>
                  <a:lnTo>
                    <a:pt x="6246412" y="2806202"/>
                  </a:lnTo>
                  <a:lnTo>
                    <a:pt x="6249582" y="2912795"/>
                  </a:lnTo>
                  <a:lnTo>
                    <a:pt x="6252751" y="2980455"/>
                  </a:lnTo>
                  <a:lnTo>
                    <a:pt x="6255920" y="2997090"/>
                  </a:lnTo>
                  <a:lnTo>
                    <a:pt x="6259089" y="2997803"/>
                  </a:lnTo>
                  <a:lnTo>
                    <a:pt x="6262258" y="2985992"/>
                  </a:lnTo>
                  <a:lnTo>
                    <a:pt x="6265427" y="2970049"/>
                  </a:lnTo>
                  <a:lnTo>
                    <a:pt x="6268597" y="2970050"/>
                  </a:lnTo>
                  <a:lnTo>
                    <a:pt x="6271766" y="2970050"/>
                  </a:lnTo>
                  <a:lnTo>
                    <a:pt x="6274935" y="2999908"/>
                  </a:lnTo>
                  <a:lnTo>
                    <a:pt x="6278104" y="3060839"/>
                  </a:lnTo>
                  <a:lnTo>
                    <a:pt x="6281273" y="3092460"/>
                  </a:lnTo>
                  <a:lnTo>
                    <a:pt x="6284442" y="3076250"/>
                  </a:lnTo>
                  <a:lnTo>
                    <a:pt x="6287612" y="3045866"/>
                  </a:lnTo>
                  <a:lnTo>
                    <a:pt x="6290781" y="3013277"/>
                  </a:lnTo>
                  <a:lnTo>
                    <a:pt x="6293950" y="2974264"/>
                  </a:lnTo>
                  <a:lnTo>
                    <a:pt x="6297119" y="2947286"/>
                  </a:lnTo>
                  <a:lnTo>
                    <a:pt x="6300288" y="2891113"/>
                  </a:lnTo>
                  <a:lnTo>
                    <a:pt x="6303457" y="2885442"/>
                  </a:lnTo>
                  <a:lnTo>
                    <a:pt x="6306627" y="2915826"/>
                  </a:lnTo>
                  <a:lnTo>
                    <a:pt x="6309796" y="2948416"/>
                  </a:lnTo>
                  <a:lnTo>
                    <a:pt x="6312965" y="2987429"/>
                  </a:lnTo>
                  <a:lnTo>
                    <a:pt x="6316134" y="2995281"/>
                  </a:lnTo>
                  <a:lnTo>
                    <a:pt x="6319303" y="3031643"/>
                  </a:lnTo>
                  <a:lnTo>
                    <a:pt x="6322472" y="3069465"/>
                  </a:lnTo>
                  <a:lnTo>
                    <a:pt x="6325641" y="3069465"/>
                  </a:lnTo>
                  <a:lnTo>
                    <a:pt x="6328811" y="3069465"/>
                  </a:lnTo>
                  <a:lnTo>
                    <a:pt x="6331980" y="3069465"/>
                  </a:lnTo>
                  <a:lnTo>
                    <a:pt x="6335149" y="3069465"/>
                  </a:lnTo>
                  <a:lnTo>
                    <a:pt x="6338318" y="3045232"/>
                  </a:lnTo>
                  <a:lnTo>
                    <a:pt x="6341487" y="2982240"/>
                  </a:lnTo>
                  <a:lnTo>
                    <a:pt x="6344656" y="2927201"/>
                  </a:lnTo>
                  <a:lnTo>
                    <a:pt x="6347826" y="2911153"/>
                  </a:lnTo>
                  <a:lnTo>
                    <a:pt x="6350995" y="2867234"/>
                  </a:lnTo>
                  <a:lnTo>
                    <a:pt x="6354164" y="2850304"/>
                  </a:lnTo>
                  <a:lnTo>
                    <a:pt x="6357333" y="2874536"/>
                  </a:lnTo>
                  <a:lnTo>
                    <a:pt x="6360502" y="2937530"/>
                  </a:lnTo>
                  <a:lnTo>
                    <a:pt x="6363671" y="2983754"/>
                  </a:lnTo>
                  <a:lnTo>
                    <a:pt x="6366841" y="2958633"/>
                  </a:lnTo>
                  <a:lnTo>
                    <a:pt x="6370010" y="2976744"/>
                  </a:lnTo>
                  <a:lnTo>
                    <a:pt x="6373179" y="2993675"/>
                  </a:lnTo>
                  <a:lnTo>
                    <a:pt x="6376348" y="2993676"/>
                  </a:lnTo>
                  <a:lnTo>
                    <a:pt x="6379517" y="2991930"/>
                  </a:lnTo>
                  <a:lnTo>
                    <a:pt x="6382686" y="2973859"/>
                  </a:lnTo>
                  <a:lnTo>
                    <a:pt x="6385856" y="2978960"/>
                  </a:lnTo>
                  <a:lnTo>
                    <a:pt x="6389025" y="2955441"/>
                  </a:lnTo>
                  <a:lnTo>
                    <a:pt x="6392194" y="2879256"/>
                  </a:lnTo>
                  <a:lnTo>
                    <a:pt x="6395363" y="2854634"/>
                  </a:lnTo>
                  <a:lnTo>
                    <a:pt x="6398532" y="2856381"/>
                  </a:lnTo>
                  <a:lnTo>
                    <a:pt x="6401701" y="2870472"/>
                  </a:lnTo>
                  <a:lnTo>
                    <a:pt x="6404870" y="2869168"/>
                  </a:lnTo>
                  <a:lnTo>
                    <a:pt x="6408040" y="2917605"/>
                  </a:lnTo>
                  <a:lnTo>
                    <a:pt x="6411209" y="2993790"/>
                  </a:lnTo>
                  <a:lnTo>
                    <a:pt x="6414378" y="3018413"/>
                  </a:lnTo>
                  <a:lnTo>
                    <a:pt x="6417547" y="3018413"/>
                  </a:lnTo>
                  <a:lnTo>
                    <a:pt x="6420716" y="3031205"/>
                  </a:lnTo>
                  <a:lnTo>
                    <a:pt x="6423885" y="3068575"/>
                  </a:lnTo>
                  <a:lnTo>
                    <a:pt x="6427055" y="3069465"/>
                  </a:lnTo>
                  <a:lnTo>
                    <a:pt x="6430224" y="3055550"/>
                  </a:lnTo>
                  <a:lnTo>
                    <a:pt x="6433393" y="3019343"/>
                  </a:lnTo>
                  <a:lnTo>
                    <a:pt x="6436562" y="2993170"/>
                  </a:lnTo>
                  <a:lnTo>
                    <a:pt x="6439731" y="2992344"/>
                  </a:lnTo>
                  <a:lnTo>
                    <a:pt x="6442900" y="2992345"/>
                  </a:lnTo>
                  <a:lnTo>
                    <a:pt x="6446070" y="2992345"/>
                  </a:lnTo>
                  <a:lnTo>
                    <a:pt x="6449239" y="2987518"/>
                  </a:lnTo>
                  <a:lnTo>
                    <a:pt x="6452408" y="2954463"/>
                  </a:lnTo>
                  <a:lnTo>
                    <a:pt x="6455577" y="2937830"/>
                  </a:lnTo>
                  <a:lnTo>
                    <a:pt x="6458746" y="2864658"/>
                  </a:lnTo>
                  <a:lnTo>
                    <a:pt x="6461915" y="2819466"/>
                  </a:lnTo>
                  <a:lnTo>
                    <a:pt x="6465084" y="2818504"/>
                  </a:lnTo>
                  <a:lnTo>
                    <a:pt x="6468254" y="2808563"/>
                  </a:lnTo>
                  <a:lnTo>
                    <a:pt x="6471423" y="2841082"/>
                  </a:lnTo>
                  <a:lnTo>
                    <a:pt x="6474592" y="2873661"/>
                  </a:lnTo>
                  <a:lnTo>
                    <a:pt x="6477761" y="2906837"/>
                  </a:lnTo>
                  <a:lnTo>
                    <a:pt x="6480930" y="2844142"/>
                  </a:lnTo>
                  <a:lnTo>
                    <a:pt x="6484099" y="2718784"/>
                  </a:lnTo>
                  <a:lnTo>
                    <a:pt x="6487269" y="2536250"/>
                  </a:lnTo>
                  <a:lnTo>
                    <a:pt x="6490438" y="2339082"/>
                  </a:lnTo>
                  <a:lnTo>
                    <a:pt x="6493607" y="2133285"/>
                  </a:lnTo>
                  <a:lnTo>
                    <a:pt x="6496776" y="2041472"/>
                  </a:lnTo>
                  <a:lnTo>
                    <a:pt x="6499945" y="2018125"/>
                  </a:lnTo>
                  <a:lnTo>
                    <a:pt x="6503114" y="1945526"/>
                  </a:lnTo>
                  <a:lnTo>
                    <a:pt x="6506284" y="2031085"/>
                  </a:lnTo>
                  <a:lnTo>
                    <a:pt x="6509453" y="2245706"/>
                  </a:lnTo>
                  <a:lnTo>
                    <a:pt x="6512622" y="2461727"/>
                  </a:lnTo>
                  <a:lnTo>
                    <a:pt x="6515791" y="2594365"/>
                  </a:lnTo>
                  <a:lnTo>
                    <a:pt x="6518960" y="2721174"/>
                  </a:lnTo>
                  <a:lnTo>
                    <a:pt x="6522129" y="2871252"/>
                  </a:lnTo>
                  <a:lnTo>
                    <a:pt x="6525299" y="2976366"/>
                  </a:lnTo>
                  <a:lnTo>
                    <a:pt x="6528468" y="2995660"/>
                  </a:lnTo>
                  <a:lnTo>
                    <a:pt x="6531637" y="2995660"/>
                  </a:lnTo>
                  <a:lnTo>
                    <a:pt x="6534806" y="2974438"/>
                  </a:lnTo>
                  <a:lnTo>
                    <a:pt x="6537975" y="2901770"/>
                  </a:lnTo>
                  <a:lnTo>
                    <a:pt x="6541144" y="2846320"/>
                  </a:lnTo>
                  <a:lnTo>
                    <a:pt x="6544313" y="2778547"/>
                  </a:lnTo>
                  <a:lnTo>
                    <a:pt x="6547483" y="2744887"/>
                  </a:lnTo>
                  <a:lnTo>
                    <a:pt x="6550652" y="2744889"/>
                  </a:lnTo>
                  <a:lnTo>
                    <a:pt x="6553821" y="2765971"/>
                  </a:lnTo>
                  <a:lnTo>
                    <a:pt x="6556990" y="2797813"/>
                  </a:lnTo>
                  <a:lnTo>
                    <a:pt x="6560159" y="2873555"/>
                  </a:lnTo>
                  <a:lnTo>
                    <a:pt x="6563328" y="2961866"/>
                  </a:lnTo>
                  <a:lnTo>
                    <a:pt x="6566498" y="2946551"/>
                  </a:lnTo>
                  <a:lnTo>
                    <a:pt x="6569667" y="2905994"/>
                  </a:lnTo>
                  <a:lnTo>
                    <a:pt x="6572836" y="2779821"/>
                  </a:lnTo>
                  <a:lnTo>
                    <a:pt x="6576005" y="2643863"/>
                  </a:lnTo>
                  <a:lnTo>
                    <a:pt x="6579174" y="2533587"/>
                  </a:lnTo>
                  <a:lnTo>
                    <a:pt x="6582343" y="2510842"/>
                  </a:lnTo>
                  <a:lnTo>
                    <a:pt x="6585513" y="2559817"/>
                  </a:lnTo>
                  <a:lnTo>
                    <a:pt x="6588682" y="2600374"/>
                  </a:lnTo>
                  <a:lnTo>
                    <a:pt x="6591851" y="2726688"/>
                  </a:lnTo>
                  <a:lnTo>
                    <a:pt x="6595020" y="2902242"/>
                  </a:lnTo>
                  <a:lnTo>
                    <a:pt x="6598189" y="3006476"/>
                  </a:lnTo>
                  <a:lnTo>
                    <a:pt x="6601358" y="2996569"/>
                  </a:lnTo>
                  <a:lnTo>
                    <a:pt x="6604527" y="2993125"/>
                  </a:lnTo>
                  <a:lnTo>
                    <a:pt x="6607697" y="2993126"/>
                  </a:lnTo>
                  <a:lnTo>
                    <a:pt x="6610866" y="2993126"/>
                  </a:lnTo>
                  <a:lnTo>
                    <a:pt x="6614035" y="2998780"/>
                  </a:lnTo>
                  <a:lnTo>
                    <a:pt x="6617204" y="3033370"/>
                  </a:lnTo>
                  <a:lnTo>
                    <a:pt x="6620373" y="3066019"/>
                  </a:lnTo>
                  <a:lnTo>
                    <a:pt x="6623542" y="3069465"/>
                  </a:lnTo>
                  <a:lnTo>
                    <a:pt x="6626712" y="3021758"/>
                  </a:lnTo>
                  <a:lnTo>
                    <a:pt x="6629881" y="2947074"/>
                  </a:lnTo>
                  <a:lnTo>
                    <a:pt x="6633050" y="2930870"/>
                  </a:lnTo>
                  <a:lnTo>
                    <a:pt x="6636219" y="2930872"/>
                  </a:lnTo>
                  <a:lnTo>
                    <a:pt x="6639388" y="2930873"/>
                  </a:lnTo>
                  <a:lnTo>
                    <a:pt x="6642557" y="2930045"/>
                  </a:lnTo>
                  <a:lnTo>
                    <a:pt x="6645727" y="2943835"/>
                  </a:lnTo>
                  <a:lnTo>
                    <a:pt x="6648896" y="2981660"/>
                  </a:lnTo>
                  <a:lnTo>
                    <a:pt x="6652065" y="2993629"/>
                  </a:lnTo>
                  <a:lnTo>
                    <a:pt x="6655234" y="2993630"/>
                  </a:lnTo>
                  <a:lnTo>
                    <a:pt x="6658403" y="2993630"/>
                  </a:lnTo>
                  <a:lnTo>
                    <a:pt x="6661572" y="2994459"/>
                  </a:lnTo>
                  <a:lnTo>
                    <a:pt x="6664742" y="3028373"/>
                  </a:lnTo>
                  <a:lnTo>
                    <a:pt x="6667911" y="3065230"/>
                  </a:lnTo>
                  <a:lnTo>
                    <a:pt x="6671080" y="3069465"/>
                  </a:lnTo>
                  <a:lnTo>
                    <a:pt x="6674249" y="3069465"/>
                  </a:lnTo>
                  <a:lnTo>
                    <a:pt x="6677418" y="3062950"/>
                  </a:lnTo>
                  <a:lnTo>
                    <a:pt x="6680587" y="3043144"/>
                  </a:lnTo>
                  <a:lnTo>
                    <a:pt x="6683756" y="3006493"/>
                  </a:lnTo>
                  <a:lnTo>
                    <a:pt x="6686926" y="2967835"/>
                  </a:lnTo>
                  <a:lnTo>
                    <a:pt x="6690095" y="2967835"/>
                  </a:lnTo>
                  <a:lnTo>
                    <a:pt x="6693264" y="2967836"/>
                  </a:lnTo>
                  <a:lnTo>
                    <a:pt x="6696433" y="2974351"/>
                  </a:lnTo>
                  <a:lnTo>
                    <a:pt x="6699602" y="2994157"/>
                  </a:lnTo>
                  <a:lnTo>
                    <a:pt x="6702771" y="3030807"/>
                  </a:lnTo>
                  <a:lnTo>
                    <a:pt x="6705941" y="3069465"/>
                  </a:lnTo>
                  <a:lnTo>
                    <a:pt x="6709110" y="3069465"/>
                  </a:lnTo>
                  <a:lnTo>
                    <a:pt x="6712279" y="3065894"/>
                  </a:lnTo>
                  <a:lnTo>
                    <a:pt x="6715448" y="3033037"/>
                  </a:lnTo>
                  <a:lnTo>
                    <a:pt x="6718617" y="3004196"/>
                  </a:lnTo>
                  <a:lnTo>
                    <a:pt x="6721786" y="2869839"/>
                  </a:lnTo>
                  <a:lnTo>
                    <a:pt x="6724956" y="2692147"/>
                  </a:lnTo>
                  <a:lnTo>
                    <a:pt x="6728125" y="2520105"/>
                  </a:lnTo>
                  <a:lnTo>
                    <a:pt x="6731294" y="2392577"/>
                  </a:lnTo>
                  <a:lnTo>
                    <a:pt x="6734463" y="2337270"/>
                  </a:lnTo>
                  <a:lnTo>
                    <a:pt x="6737632" y="2286994"/>
                  </a:lnTo>
                  <a:lnTo>
                    <a:pt x="6740801" y="2388696"/>
                  </a:lnTo>
                  <a:lnTo>
                    <a:pt x="6743971" y="2566388"/>
                  </a:lnTo>
                  <a:lnTo>
                    <a:pt x="6747140" y="2738431"/>
                  </a:lnTo>
                  <a:lnTo>
                    <a:pt x="6750309" y="2823030"/>
                  </a:lnTo>
                  <a:lnTo>
                    <a:pt x="6753478" y="2809841"/>
                  </a:lnTo>
                  <a:lnTo>
                    <a:pt x="6756647" y="2824774"/>
                  </a:lnTo>
                  <a:lnTo>
                    <a:pt x="6759816" y="2815646"/>
                  </a:lnTo>
                  <a:lnTo>
                    <a:pt x="6762985" y="2744825"/>
                  </a:lnTo>
                  <a:lnTo>
                    <a:pt x="6766155" y="2634086"/>
                  </a:lnTo>
                  <a:lnTo>
                    <a:pt x="6769324" y="2620157"/>
                  </a:lnTo>
                  <a:lnTo>
                    <a:pt x="6772493" y="2721510"/>
                  </a:lnTo>
                  <a:lnTo>
                    <a:pt x="6775662" y="2785693"/>
                  </a:lnTo>
                  <a:lnTo>
                    <a:pt x="6778831" y="2827475"/>
                  </a:lnTo>
                  <a:lnTo>
                    <a:pt x="6782000" y="2898297"/>
                  </a:lnTo>
                  <a:lnTo>
                    <a:pt x="6785170" y="3009036"/>
                  </a:lnTo>
                  <a:lnTo>
                    <a:pt x="6788339" y="3069465"/>
                  </a:lnTo>
                  <a:lnTo>
                    <a:pt x="6791508" y="3061857"/>
                  </a:lnTo>
                  <a:lnTo>
                    <a:pt x="6794677" y="3004744"/>
                  </a:lnTo>
                  <a:lnTo>
                    <a:pt x="6797846" y="2942847"/>
                  </a:lnTo>
                  <a:lnTo>
                    <a:pt x="6801015" y="2927761"/>
                  </a:lnTo>
                  <a:lnTo>
                    <a:pt x="6804185" y="2899248"/>
                  </a:lnTo>
                  <a:lnTo>
                    <a:pt x="6807354" y="2827288"/>
                  </a:lnTo>
                  <a:lnTo>
                    <a:pt x="6810523" y="2794942"/>
                  </a:lnTo>
                  <a:lnTo>
                    <a:pt x="6813692" y="2856830"/>
                  </a:lnTo>
                  <a:lnTo>
                    <a:pt x="6816861" y="2912932"/>
                  </a:lnTo>
                  <a:lnTo>
                    <a:pt x="6820030" y="2903949"/>
                  </a:lnTo>
                  <a:lnTo>
                    <a:pt x="6823199" y="2929707"/>
                  </a:lnTo>
                  <a:lnTo>
                    <a:pt x="6826369" y="3001669"/>
                  </a:lnTo>
                  <a:lnTo>
                    <a:pt x="6829538" y="3041624"/>
                  </a:lnTo>
                  <a:lnTo>
                    <a:pt x="6832707" y="3029994"/>
                  </a:lnTo>
                  <a:lnTo>
                    <a:pt x="6835876" y="2997686"/>
                  </a:lnTo>
                  <a:lnTo>
                    <a:pt x="6839045" y="2995808"/>
                  </a:lnTo>
                  <a:lnTo>
                    <a:pt x="6842214" y="3027601"/>
                  </a:lnTo>
                  <a:lnTo>
                    <a:pt x="6845384" y="3040928"/>
                  </a:lnTo>
                  <a:lnTo>
                    <a:pt x="6848553" y="3040928"/>
                  </a:lnTo>
                  <a:lnTo>
                    <a:pt x="6851722" y="3047781"/>
                  </a:lnTo>
                  <a:lnTo>
                    <a:pt x="6854891" y="3085884"/>
                  </a:lnTo>
                  <a:lnTo>
                    <a:pt x="6858060" y="3111827"/>
                  </a:lnTo>
                  <a:lnTo>
                    <a:pt x="6861229" y="3082793"/>
                  </a:lnTo>
                  <a:lnTo>
                    <a:pt x="6864399" y="3069465"/>
                  </a:lnTo>
                  <a:lnTo>
                    <a:pt x="6867568" y="3069465"/>
                  </a:lnTo>
                  <a:lnTo>
                    <a:pt x="6870737" y="3069465"/>
                  </a:lnTo>
                  <a:lnTo>
                    <a:pt x="6873906" y="3069465"/>
                  </a:lnTo>
                  <a:lnTo>
                    <a:pt x="6877075" y="3069465"/>
                  </a:lnTo>
                  <a:lnTo>
                    <a:pt x="6880244" y="3069465"/>
                  </a:lnTo>
                  <a:lnTo>
                    <a:pt x="6883414" y="3076217"/>
                  </a:lnTo>
                  <a:lnTo>
                    <a:pt x="6886583" y="3072343"/>
                  </a:lnTo>
                  <a:lnTo>
                    <a:pt x="6889752" y="3043811"/>
                  </a:lnTo>
                  <a:lnTo>
                    <a:pt x="6892921" y="3006806"/>
                  </a:lnTo>
                  <a:lnTo>
                    <a:pt x="6896090" y="2971089"/>
                  </a:lnTo>
                  <a:lnTo>
                    <a:pt x="6899259" y="2964498"/>
                  </a:lnTo>
                  <a:lnTo>
                    <a:pt x="6902428" y="2929178"/>
                  </a:lnTo>
                  <a:lnTo>
                    <a:pt x="6905598" y="2893279"/>
                  </a:lnTo>
                  <a:lnTo>
                    <a:pt x="6908767" y="2914452"/>
                  </a:lnTo>
                  <a:lnTo>
                    <a:pt x="6911936" y="2951457"/>
                  </a:lnTo>
                  <a:lnTo>
                    <a:pt x="6915105" y="2987175"/>
                  </a:lnTo>
                  <a:lnTo>
                    <a:pt x="6918274" y="2993768"/>
                  </a:lnTo>
                  <a:lnTo>
                    <a:pt x="6921443" y="3022334"/>
                  </a:lnTo>
                  <a:lnTo>
                    <a:pt x="6924613" y="3062106"/>
                  </a:lnTo>
                  <a:lnTo>
                    <a:pt x="6927782" y="3069465"/>
                  </a:lnTo>
                  <a:lnTo>
                    <a:pt x="6930951" y="3069465"/>
                  </a:lnTo>
                  <a:lnTo>
                    <a:pt x="6934120" y="3069465"/>
                  </a:lnTo>
                  <a:lnTo>
                    <a:pt x="6937289" y="3069465"/>
                  </a:lnTo>
                  <a:lnTo>
                    <a:pt x="6940458" y="3069465"/>
                  </a:lnTo>
                  <a:lnTo>
                    <a:pt x="6943628" y="3069465"/>
                  </a:lnTo>
                  <a:lnTo>
                    <a:pt x="6946797" y="3069465"/>
                  </a:lnTo>
                  <a:lnTo>
                    <a:pt x="6949966" y="3069465"/>
                  </a:lnTo>
                  <a:lnTo>
                    <a:pt x="6953135" y="3069465"/>
                  </a:lnTo>
                  <a:lnTo>
                    <a:pt x="6956304" y="3069465"/>
                  </a:lnTo>
                  <a:lnTo>
                    <a:pt x="6959473" y="3069465"/>
                  </a:lnTo>
                  <a:lnTo>
                    <a:pt x="6962642" y="3069465"/>
                  </a:lnTo>
                  <a:lnTo>
                    <a:pt x="6965812" y="3069465"/>
                  </a:lnTo>
                  <a:lnTo>
                    <a:pt x="6968981" y="3069465"/>
                  </a:lnTo>
                  <a:lnTo>
                    <a:pt x="6972150" y="3069465"/>
                  </a:lnTo>
                  <a:lnTo>
                    <a:pt x="6975319" y="3079712"/>
                  </a:lnTo>
                  <a:lnTo>
                    <a:pt x="6978488" y="3108746"/>
                  </a:lnTo>
                  <a:lnTo>
                    <a:pt x="6981657" y="3116972"/>
                  </a:lnTo>
                  <a:lnTo>
                    <a:pt x="6984827" y="3116972"/>
                  </a:lnTo>
                  <a:lnTo>
                    <a:pt x="6987996" y="3116972"/>
                  </a:lnTo>
                  <a:lnTo>
                    <a:pt x="6991165" y="3116972"/>
                  </a:lnTo>
                  <a:lnTo>
                    <a:pt x="6994334" y="3108833"/>
                  </a:lnTo>
                  <a:lnTo>
                    <a:pt x="6997503" y="3079799"/>
                  </a:lnTo>
                  <a:lnTo>
                    <a:pt x="7000672" y="3069465"/>
                  </a:lnTo>
                  <a:lnTo>
                    <a:pt x="7003842" y="3069465"/>
                  </a:lnTo>
                  <a:lnTo>
                    <a:pt x="7007011" y="3069465"/>
                  </a:lnTo>
                  <a:lnTo>
                    <a:pt x="7010180" y="3069465"/>
                  </a:lnTo>
                  <a:lnTo>
                    <a:pt x="7013349" y="3069465"/>
                  </a:lnTo>
                  <a:lnTo>
                    <a:pt x="7016518" y="3069465"/>
                  </a:lnTo>
                  <a:lnTo>
                    <a:pt x="7019687" y="3069465"/>
                  </a:lnTo>
                  <a:lnTo>
                    <a:pt x="7022857" y="3069465"/>
                  </a:lnTo>
                  <a:lnTo>
                    <a:pt x="7026026" y="3069465"/>
                  </a:lnTo>
                  <a:lnTo>
                    <a:pt x="7029195" y="3069465"/>
                  </a:lnTo>
                  <a:lnTo>
                    <a:pt x="7032364" y="3067847"/>
                  </a:lnTo>
                  <a:lnTo>
                    <a:pt x="7035533" y="3037790"/>
                  </a:lnTo>
                  <a:lnTo>
                    <a:pt x="7038702" y="3001607"/>
                  </a:lnTo>
                  <a:lnTo>
                    <a:pt x="7041871" y="2992928"/>
                  </a:lnTo>
                  <a:lnTo>
                    <a:pt x="7045041" y="2992929"/>
                  </a:lnTo>
                  <a:lnTo>
                    <a:pt x="7048210" y="2992930"/>
                  </a:lnTo>
                  <a:lnTo>
                    <a:pt x="7051379" y="2994548"/>
                  </a:lnTo>
                  <a:lnTo>
                    <a:pt x="7054548" y="3020759"/>
                  </a:lnTo>
                  <a:lnTo>
                    <a:pt x="7057717" y="3022240"/>
                  </a:lnTo>
                  <a:lnTo>
                    <a:pt x="7060886" y="2996663"/>
                  </a:lnTo>
                  <a:lnTo>
                    <a:pt x="7064056" y="2993354"/>
                  </a:lnTo>
                  <a:lnTo>
                    <a:pt x="7067225" y="2993355"/>
                  </a:lnTo>
                  <a:lnTo>
                    <a:pt x="7070394" y="2993355"/>
                  </a:lnTo>
                  <a:lnTo>
                    <a:pt x="7073563" y="2997200"/>
                  </a:lnTo>
                  <a:lnTo>
                    <a:pt x="7076732" y="3031899"/>
                  </a:lnTo>
                  <a:lnTo>
                    <a:pt x="7079901" y="3066155"/>
                  </a:lnTo>
                  <a:lnTo>
                    <a:pt x="7083071" y="3069465"/>
                  </a:lnTo>
                  <a:lnTo>
                    <a:pt x="7086240" y="3069465"/>
                  </a:lnTo>
                  <a:lnTo>
                    <a:pt x="7089409" y="3069465"/>
                  </a:lnTo>
                  <a:lnTo>
                    <a:pt x="7092578" y="3069465"/>
                  </a:lnTo>
                  <a:lnTo>
                    <a:pt x="7095747" y="3069465"/>
                  </a:lnTo>
                  <a:lnTo>
                    <a:pt x="7098916" y="3069465"/>
                  </a:lnTo>
                  <a:lnTo>
                    <a:pt x="7102086" y="3069465"/>
                  </a:lnTo>
                  <a:lnTo>
                    <a:pt x="7105255" y="3069465"/>
                  </a:lnTo>
                  <a:lnTo>
                    <a:pt x="7108424" y="3045641"/>
                  </a:lnTo>
                  <a:lnTo>
                    <a:pt x="7111593" y="3003708"/>
                  </a:lnTo>
                  <a:lnTo>
                    <a:pt x="7114762" y="2993732"/>
                  </a:lnTo>
                  <a:lnTo>
                    <a:pt x="7117931" y="3005740"/>
                  </a:lnTo>
                  <a:lnTo>
                    <a:pt x="7121100" y="2985458"/>
                  </a:lnTo>
                  <a:lnTo>
                    <a:pt x="7124270" y="2999065"/>
                  </a:lnTo>
                  <a:lnTo>
                    <a:pt x="7127439" y="3056430"/>
                  </a:lnTo>
                  <a:lnTo>
                    <a:pt x="7130608" y="3087652"/>
                  </a:lnTo>
                  <a:lnTo>
                    <a:pt x="7133777" y="3095187"/>
                  </a:lnTo>
                  <a:lnTo>
                    <a:pt x="7136946" y="3083180"/>
                  </a:lnTo>
                  <a:lnTo>
                    <a:pt x="7140115" y="3103462"/>
                  </a:lnTo>
                  <a:lnTo>
                    <a:pt x="7143285" y="3089857"/>
                  </a:lnTo>
                  <a:lnTo>
                    <a:pt x="7146454" y="3056312"/>
                  </a:lnTo>
                  <a:lnTo>
                    <a:pt x="7149623" y="3083254"/>
                  </a:lnTo>
                  <a:lnTo>
                    <a:pt x="7152792" y="3114639"/>
                  </a:lnTo>
                  <a:lnTo>
                    <a:pt x="7155961" y="3116972"/>
                  </a:lnTo>
                  <a:lnTo>
                    <a:pt x="7159130" y="3116972"/>
                  </a:lnTo>
                  <a:lnTo>
                    <a:pt x="7162300" y="3116972"/>
                  </a:lnTo>
                  <a:lnTo>
                    <a:pt x="7165469" y="3116972"/>
                  </a:lnTo>
                  <a:lnTo>
                    <a:pt x="7168638" y="3116972"/>
                  </a:lnTo>
                  <a:lnTo>
                    <a:pt x="7171807" y="3116972"/>
                  </a:lnTo>
                  <a:lnTo>
                    <a:pt x="7174976" y="3116972"/>
                  </a:lnTo>
                  <a:lnTo>
                    <a:pt x="7178145" y="3038089"/>
                  </a:lnTo>
                  <a:lnTo>
                    <a:pt x="7181314" y="2992395"/>
                  </a:lnTo>
                  <a:lnTo>
                    <a:pt x="7184484" y="2992396"/>
                  </a:lnTo>
                  <a:lnTo>
                    <a:pt x="7187653" y="2992397"/>
                  </a:lnTo>
                  <a:lnTo>
                    <a:pt x="7190822" y="2992397"/>
                  </a:lnTo>
                  <a:lnTo>
                    <a:pt x="7193991" y="3011545"/>
                  </a:lnTo>
                  <a:lnTo>
                    <a:pt x="7197160" y="3047972"/>
                  </a:lnTo>
                  <a:lnTo>
                    <a:pt x="7200329" y="3069465"/>
                  </a:lnTo>
                  <a:lnTo>
                    <a:pt x="7203499" y="3069465"/>
                  </a:lnTo>
                  <a:lnTo>
                    <a:pt x="7206668" y="3069465"/>
                  </a:lnTo>
                  <a:lnTo>
                    <a:pt x="7209837" y="3116972"/>
                  </a:lnTo>
                  <a:lnTo>
                    <a:pt x="7213006" y="3116972"/>
                  </a:lnTo>
                  <a:lnTo>
                    <a:pt x="7216175" y="3116972"/>
                  </a:lnTo>
                  <a:lnTo>
                    <a:pt x="7219344" y="3116972"/>
                  </a:lnTo>
                  <a:lnTo>
                    <a:pt x="7222514" y="3116972"/>
                  </a:lnTo>
                  <a:lnTo>
                    <a:pt x="7225683" y="3116972"/>
                  </a:lnTo>
                  <a:lnTo>
                    <a:pt x="7228852" y="3055918"/>
                  </a:lnTo>
                  <a:lnTo>
                    <a:pt x="7232021" y="2917850"/>
                  </a:lnTo>
                  <a:lnTo>
                    <a:pt x="7235190" y="2892294"/>
                  </a:lnTo>
                  <a:lnTo>
                    <a:pt x="7238359" y="2947527"/>
                  </a:lnTo>
                  <a:lnTo>
                    <a:pt x="7241529" y="2882258"/>
                  </a:lnTo>
                  <a:lnTo>
                    <a:pt x="7244698" y="2788514"/>
                  </a:lnTo>
                  <a:lnTo>
                    <a:pt x="7247867" y="2693224"/>
                  </a:lnTo>
                  <a:lnTo>
                    <a:pt x="7251036" y="2700395"/>
                  </a:lnTo>
                  <a:lnTo>
                    <a:pt x="7254205" y="2687908"/>
                  </a:lnTo>
                  <a:lnTo>
                    <a:pt x="7257374" y="2663572"/>
                  </a:lnTo>
                  <a:lnTo>
                    <a:pt x="7260543" y="2717115"/>
                  </a:lnTo>
                  <a:lnTo>
                    <a:pt x="7263713" y="2778758"/>
                  </a:lnTo>
                  <a:lnTo>
                    <a:pt x="7266882" y="2890807"/>
                  </a:lnTo>
                  <a:lnTo>
                    <a:pt x="7270051" y="2951331"/>
                  </a:lnTo>
                  <a:lnTo>
                    <a:pt x="7273220" y="2946574"/>
                  </a:lnTo>
                  <a:lnTo>
                    <a:pt x="7276389" y="2931796"/>
                  </a:lnTo>
                  <a:lnTo>
                    <a:pt x="7279558" y="2943171"/>
                  </a:lnTo>
                  <a:lnTo>
                    <a:pt x="7282728" y="2991589"/>
                  </a:lnTo>
                  <a:lnTo>
                    <a:pt x="7285897" y="3023322"/>
                  </a:lnTo>
                  <a:lnTo>
                    <a:pt x="7289066" y="3029374"/>
                  </a:lnTo>
                  <a:lnTo>
                    <a:pt x="7292235" y="3067582"/>
                  </a:lnTo>
                  <a:lnTo>
                    <a:pt x="7295404" y="3093180"/>
                  </a:lnTo>
                  <a:lnTo>
                    <a:pt x="7298573" y="3116972"/>
                  </a:lnTo>
                  <a:lnTo>
                    <a:pt x="7301743" y="3116972"/>
                  </a:lnTo>
                  <a:lnTo>
                    <a:pt x="7304912" y="3095166"/>
                  </a:lnTo>
                  <a:lnTo>
                    <a:pt x="7308081" y="3005823"/>
                  </a:lnTo>
                  <a:lnTo>
                    <a:pt x="7311250" y="2977803"/>
                  </a:lnTo>
                  <a:lnTo>
                    <a:pt x="7314419" y="3005885"/>
                  </a:lnTo>
                  <a:lnTo>
                    <a:pt x="7317588" y="3003544"/>
                  </a:lnTo>
                  <a:lnTo>
                    <a:pt x="7320758" y="2971458"/>
                  </a:lnTo>
                  <a:lnTo>
                    <a:pt x="7323927" y="2935476"/>
                  </a:lnTo>
                  <a:lnTo>
                    <a:pt x="7327096" y="2963724"/>
                  </a:lnTo>
                  <a:lnTo>
                    <a:pt x="7330265" y="2981827"/>
                  </a:lnTo>
                  <a:lnTo>
                    <a:pt x="7333434" y="2927695"/>
                  </a:lnTo>
                  <a:lnTo>
                    <a:pt x="7336603" y="2912279"/>
                  </a:lnTo>
                  <a:lnTo>
                    <a:pt x="7339772" y="2914155"/>
                  </a:lnTo>
                  <a:lnTo>
                    <a:pt x="7342942" y="2961453"/>
                  </a:lnTo>
                  <a:lnTo>
                    <a:pt x="7346111" y="3019446"/>
                  </a:lnTo>
                  <a:lnTo>
                    <a:pt x="7349280" y="2955778"/>
                  </a:lnTo>
                  <a:lnTo>
                    <a:pt x="7352449" y="2914423"/>
                  </a:lnTo>
                  <a:lnTo>
                    <a:pt x="7355618" y="2884695"/>
                  </a:lnTo>
                  <a:lnTo>
                    <a:pt x="7358787" y="2798214"/>
                  </a:lnTo>
                  <a:lnTo>
                    <a:pt x="7361957" y="2734842"/>
                  </a:lnTo>
                  <a:lnTo>
                    <a:pt x="7365126" y="2733421"/>
                  </a:lnTo>
                  <a:lnTo>
                    <a:pt x="7368295" y="2807006"/>
                  </a:lnTo>
                  <a:lnTo>
                    <a:pt x="7371464" y="2874411"/>
                  </a:lnTo>
                  <a:lnTo>
                    <a:pt x="7374633" y="2895767"/>
                  </a:lnTo>
                  <a:lnTo>
                    <a:pt x="7377802" y="2894135"/>
                  </a:lnTo>
                  <a:lnTo>
                    <a:pt x="7380972" y="2900878"/>
                  </a:lnTo>
                  <a:lnTo>
                    <a:pt x="7384141" y="2901519"/>
                  </a:lnTo>
                  <a:lnTo>
                    <a:pt x="7387310" y="2909856"/>
                  </a:lnTo>
                  <a:lnTo>
                    <a:pt x="7390479" y="2909857"/>
                  </a:lnTo>
                  <a:lnTo>
                    <a:pt x="7393648" y="2931453"/>
                  </a:lnTo>
                  <a:lnTo>
                    <a:pt x="7396817" y="3032719"/>
                  </a:lnTo>
                  <a:lnTo>
                    <a:pt x="7399986" y="3108011"/>
                  </a:lnTo>
                  <a:lnTo>
                    <a:pt x="7403156" y="3053474"/>
                  </a:lnTo>
                  <a:lnTo>
                    <a:pt x="7406325" y="2943275"/>
                  </a:lnTo>
                  <a:lnTo>
                    <a:pt x="7409494" y="2803390"/>
                  </a:lnTo>
                  <a:lnTo>
                    <a:pt x="7412663" y="2771332"/>
                  </a:lnTo>
                  <a:lnTo>
                    <a:pt x="7415832" y="2725180"/>
                  </a:lnTo>
                  <a:lnTo>
                    <a:pt x="7419001" y="2633440"/>
                  </a:lnTo>
                  <a:lnTo>
                    <a:pt x="7422171" y="2598317"/>
                  </a:lnTo>
                  <a:lnTo>
                    <a:pt x="7425340" y="2551914"/>
                  </a:lnTo>
                  <a:lnTo>
                    <a:pt x="7428509" y="2525815"/>
                  </a:lnTo>
                  <a:lnTo>
                    <a:pt x="7431678" y="2483899"/>
                  </a:lnTo>
                  <a:lnTo>
                    <a:pt x="7434847" y="2464404"/>
                  </a:lnTo>
                  <a:lnTo>
                    <a:pt x="7438016" y="2461964"/>
                  </a:lnTo>
                  <a:lnTo>
                    <a:pt x="7441186" y="2492932"/>
                  </a:lnTo>
                  <a:lnTo>
                    <a:pt x="7444355" y="2566866"/>
                  </a:lnTo>
                  <a:lnTo>
                    <a:pt x="7447524" y="2562888"/>
                  </a:lnTo>
                  <a:lnTo>
                    <a:pt x="7450693" y="2499189"/>
                  </a:lnTo>
                  <a:lnTo>
                    <a:pt x="7453862" y="2543107"/>
                  </a:lnTo>
                  <a:lnTo>
                    <a:pt x="7457031" y="2606898"/>
                  </a:lnTo>
                  <a:lnTo>
                    <a:pt x="7460201" y="2621604"/>
                  </a:lnTo>
                  <a:lnTo>
                    <a:pt x="7463370" y="2679002"/>
                  </a:lnTo>
                  <a:lnTo>
                    <a:pt x="7466539" y="2848967"/>
                  </a:lnTo>
                  <a:lnTo>
                    <a:pt x="7469708" y="2968660"/>
                  </a:lnTo>
                  <a:lnTo>
                    <a:pt x="7472877" y="2894471"/>
                  </a:lnTo>
                  <a:lnTo>
                    <a:pt x="7476046" y="2840295"/>
                  </a:lnTo>
                  <a:lnTo>
                    <a:pt x="7479215" y="2884010"/>
                  </a:lnTo>
                  <a:lnTo>
                    <a:pt x="7482385" y="2863660"/>
                  </a:lnTo>
                  <a:lnTo>
                    <a:pt x="7485554" y="2803546"/>
                  </a:lnTo>
                  <a:lnTo>
                    <a:pt x="7488723" y="2756352"/>
                  </a:lnTo>
                  <a:lnTo>
                    <a:pt x="7491892" y="2787870"/>
                  </a:lnTo>
                  <a:lnTo>
                    <a:pt x="7495061" y="2844822"/>
                  </a:lnTo>
                  <a:lnTo>
                    <a:pt x="7498230" y="2846697"/>
                  </a:lnTo>
                  <a:lnTo>
                    <a:pt x="7501400" y="2883978"/>
                  </a:lnTo>
                  <a:lnTo>
                    <a:pt x="7504569" y="2951051"/>
                  </a:lnTo>
                  <a:lnTo>
                    <a:pt x="7507738" y="3045172"/>
                  </a:lnTo>
                  <a:lnTo>
                    <a:pt x="7510907" y="3111996"/>
                  </a:lnTo>
                  <a:lnTo>
                    <a:pt x="7514076" y="3116972"/>
                  </a:lnTo>
                  <a:lnTo>
                    <a:pt x="7517245" y="3116972"/>
                  </a:lnTo>
                  <a:lnTo>
                    <a:pt x="7520415" y="3116972"/>
                  </a:lnTo>
                  <a:lnTo>
                    <a:pt x="7523584" y="3090103"/>
                  </a:lnTo>
                  <a:lnTo>
                    <a:pt x="7526753" y="3057849"/>
                  </a:lnTo>
                  <a:lnTo>
                    <a:pt x="7529922" y="3042272"/>
                  </a:lnTo>
                  <a:lnTo>
                    <a:pt x="7533091" y="3042273"/>
                  </a:lnTo>
                  <a:lnTo>
                    <a:pt x="7536260" y="3034668"/>
                  </a:lnTo>
                  <a:lnTo>
                    <a:pt x="7539429" y="3030961"/>
                  </a:lnTo>
                  <a:lnTo>
                    <a:pt x="7542599" y="3066155"/>
                  </a:lnTo>
                  <a:lnTo>
                    <a:pt x="7545768" y="3069465"/>
                  </a:lnTo>
                  <a:lnTo>
                    <a:pt x="7548937" y="3069465"/>
                  </a:lnTo>
                  <a:lnTo>
                    <a:pt x="7552106" y="3069465"/>
                  </a:lnTo>
                  <a:lnTo>
                    <a:pt x="7555275" y="3069465"/>
                  </a:lnTo>
                  <a:lnTo>
                    <a:pt x="7558444" y="3069465"/>
                  </a:lnTo>
                  <a:lnTo>
                    <a:pt x="7561614" y="3069465"/>
                  </a:lnTo>
                  <a:lnTo>
                    <a:pt x="7564783" y="3069465"/>
                  </a:lnTo>
                  <a:lnTo>
                    <a:pt x="7567952" y="3051003"/>
                  </a:lnTo>
                  <a:lnTo>
                    <a:pt x="7571121" y="3028644"/>
                  </a:lnTo>
                  <a:lnTo>
                    <a:pt x="7574290" y="2993095"/>
                  </a:lnTo>
                  <a:lnTo>
                    <a:pt x="7577459" y="2973624"/>
                  </a:lnTo>
                  <a:lnTo>
                    <a:pt x="7580629" y="2973625"/>
                  </a:lnTo>
                  <a:lnTo>
                    <a:pt x="7583798" y="2973626"/>
                  </a:lnTo>
                  <a:lnTo>
                    <a:pt x="7586967" y="2992087"/>
                  </a:lnTo>
                  <a:lnTo>
                    <a:pt x="7590136" y="2998756"/>
                  </a:lnTo>
                  <a:lnTo>
                    <a:pt x="7593305" y="2985462"/>
                  </a:lnTo>
                  <a:lnTo>
                    <a:pt x="7596474" y="2995104"/>
                  </a:lnTo>
                  <a:lnTo>
                    <a:pt x="7599644" y="2995104"/>
                  </a:lnTo>
                  <a:lnTo>
                    <a:pt x="7602813" y="2995105"/>
                  </a:lnTo>
                  <a:lnTo>
                    <a:pt x="7605982" y="2995106"/>
                  </a:lnTo>
                  <a:lnTo>
                    <a:pt x="7609151" y="2967939"/>
                  </a:lnTo>
                  <a:lnTo>
                    <a:pt x="7612320" y="2985647"/>
                  </a:lnTo>
                  <a:lnTo>
                    <a:pt x="7615489" y="2995476"/>
                  </a:lnTo>
                  <a:lnTo>
                    <a:pt x="7618658" y="2995476"/>
                  </a:lnTo>
                  <a:lnTo>
                    <a:pt x="7621828" y="2995476"/>
                  </a:lnTo>
                  <a:lnTo>
                    <a:pt x="7624997" y="3023145"/>
                  </a:lnTo>
                  <a:lnTo>
                    <a:pt x="7628166" y="3075774"/>
                  </a:lnTo>
                  <a:lnTo>
                    <a:pt x="7631335" y="3072990"/>
                  </a:lnTo>
                  <a:lnTo>
                    <a:pt x="7634504" y="3045875"/>
                  </a:lnTo>
                  <a:lnTo>
                    <a:pt x="7637673" y="3041643"/>
                  </a:lnTo>
                  <a:lnTo>
                    <a:pt x="7640843" y="3049164"/>
                  </a:lnTo>
                  <a:lnTo>
                    <a:pt x="7644012" y="3050531"/>
                  </a:lnTo>
                  <a:lnTo>
                    <a:pt x="7647181" y="3051262"/>
                  </a:lnTo>
                  <a:lnTo>
                    <a:pt x="7650350" y="3085177"/>
                  </a:lnTo>
                  <a:lnTo>
                    <a:pt x="7653519" y="3097332"/>
                  </a:lnTo>
                  <a:lnTo>
                    <a:pt x="7656688" y="3070581"/>
                  </a:lnTo>
                  <a:lnTo>
                    <a:pt x="7659858" y="3036889"/>
                  </a:lnTo>
                  <a:lnTo>
                    <a:pt x="7663027" y="3002064"/>
                  </a:lnTo>
                  <a:lnTo>
                    <a:pt x="7666196" y="2969038"/>
                  </a:lnTo>
                  <a:lnTo>
                    <a:pt x="7669365" y="2921255"/>
                  </a:lnTo>
                  <a:lnTo>
                    <a:pt x="7672534" y="2906257"/>
                  </a:lnTo>
                  <a:lnTo>
                    <a:pt x="7675703" y="2882532"/>
                  </a:lnTo>
                  <a:lnTo>
                    <a:pt x="7678873" y="2863909"/>
                  </a:lnTo>
                  <a:lnTo>
                    <a:pt x="7682042" y="2849848"/>
                  </a:lnTo>
                  <a:lnTo>
                    <a:pt x="7685211" y="2868779"/>
                  </a:lnTo>
                  <a:lnTo>
                    <a:pt x="7688380" y="2916562"/>
                  </a:lnTo>
                  <a:lnTo>
                    <a:pt x="7691549" y="2946517"/>
                  </a:lnTo>
                  <a:lnTo>
                    <a:pt x="7694718" y="3001231"/>
                  </a:lnTo>
                  <a:lnTo>
                    <a:pt x="7697887" y="3046024"/>
                  </a:lnTo>
                  <a:lnTo>
                    <a:pt x="7701057" y="3065876"/>
                  </a:lnTo>
                  <a:lnTo>
                    <a:pt x="7704226" y="3069465"/>
                  </a:lnTo>
                  <a:lnTo>
                    <a:pt x="7707395" y="3069465"/>
                  </a:lnTo>
                  <a:lnTo>
                    <a:pt x="7710564" y="3069465"/>
                  </a:lnTo>
                  <a:lnTo>
                    <a:pt x="7713733" y="3069465"/>
                  </a:lnTo>
                  <a:lnTo>
                    <a:pt x="7716902" y="3065489"/>
                  </a:lnTo>
                  <a:lnTo>
                    <a:pt x="7720072" y="3057900"/>
                  </a:lnTo>
                  <a:lnTo>
                    <a:pt x="7723241" y="3036456"/>
                  </a:lnTo>
                  <a:lnTo>
                    <a:pt x="7726410" y="3044939"/>
                  </a:lnTo>
                  <a:lnTo>
                    <a:pt x="7729579" y="3057235"/>
                  </a:lnTo>
                  <a:lnTo>
                    <a:pt x="7732748" y="3057236"/>
                  </a:lnTo>
                  <a:lnTo>
                    <a:pt x="7735917" y="3061213"/>
                  </a:lnTo>
                  <a:lnTo>
                    <a:pt x="7739087" y="3068801"/>
                  </a:lnTo>
                  <a:lnTo>
                    <a:pt x="7742256" y="3090245"/>
                  </a:lnTo>
                  <a:lnTo>
                    <a:pt x="7745425" y="3081760"/>
                  </a:lnTo>
                  <a:lnTo>
                    <a:pt x="7748594" y="3061613"/>
                  </a:lnTo>
                  <a:lnTo>
                    <a:pt x="7751763" y="3019895"/>
                  </a:lnTo>
                  <a:lnTo>
                    <a:pt x="7754932" y="2994004"/>
                  </a:lnTo>
                  <a:lnTo>
                    <a:pt x="7758101" y="2984547"/>
                  </a:lnTo>
                  <a:lnTo>
                    <a:pt x="7761271" y="2935707"/>
                  </a:lnTo>
                  <a:lnTo>
                    <a:pt x="7764440" y="2919891"/>
                  </a:lnTo>
                  <a:lnTo>
                    <a:pt x="7767609" y="2922368"/>
                  </a:lnTo>
                  <a:lnTo>
                    <a:pt x="7770778" y="2927009"/>
                  </a:lnTo>
                  <a:lnTo>
                    <a:pt x="7773947" y="2890461"/>
                  </a:lnTo>
                  <a:lnTo>
                    <a:pt x="7777116" y="2827441"/>
                  </a:lnTo>
                  <a:lnTo>
                    <a:pt x="7780286" y="2818206"/>
                  </a:lnTo>
                  <a:lnTo>
                    <a:pt x="7783455" y="2826428"/>
                  </a:lnTo>
                  <a:lnTo>
                    <a:pt x="7786624" y="2841077"/>
                  </a:lnTo>
                  <a:lnTo>
                    <a:pt x="7789793" y="2878154"/>
                  </a:lnTo>
                  <a:lnTo>
                    <a:pt x="7792962" y="2940592"/>
                  </a:lnTo>
                  <a:lnTo>
                    <a:pt x="7796131" y="2991753"/>
                  </a:lnTo>
                  <a:lnTo>
                    <a:pt x="7799301" y="3006729"/>
                  </a:lnTo>
                  <a:lnTo>
                    <a:pt x="7802470" y="3002892"/>
                  </a:lnTo>
                  <a:lnTo>
                    <a:pt x="7805639" y="2993621"/>
                  </a:lnTo>
                  <a:lnTo>
                    <a:pt x="7808808" y="2993621"/>
                  </a:lnTo>
                  <a:lnTo>
                    <a:pt x="7811977" y="2993621"/>
                  </a:lnTo>
                  <a:lnTo>
                    <a:pt x="7815146" y="3014937"/>
                  </a:lnTo>
                  <a:lnTo>
                    <a:pt x="7818316" y="3007590"/>
                  </a:lnTo>
                  <a:lnTo>
                    <a:pt x="7821485" y="2904000"/>
                  </a:lnTo>
                  <a:lnTo>
                    <a:pt x="7824654" y="2788359"/>
                  </a:lnTo>
                  <a:lnTo>
                    <a:pt x="7827823" y="2777700"/>
                  </a:lnTo>
                  <a:lnTo>
                    <a:pt x="7830992" y="2766930"/>
                  </a:lnTo>
                  <a:lnTo>
                    <a:pt x="7834161" y="2718090"/>
                  </a:lnTo>
                  <a:lnTo>
                    <a:pt x="7837330" y="2754341"/>
                  </a:lnTo>
                  <a:lnTo>
                    <a:pt x="7840500" y="2869360"/>
                  </a:lnTo>
                  <a:lnTo>
                    <a:pt x="7843669" y="2985002"/>
                  </a:lnTo>
                  <a:lnTo>
                    <a:pt x="7846838" y="2995660"/>
                  </a:lnTo>
                  <a:lnTo>
                    <a:pt x="7850007" y="2990850"/>
                  </a:lnTo>
                  <a:lnTo>
                    <a:pt x="7853176" y="3008564"/>
                  </a:lnTo>
                  <a:lnTo>
                    <a:pt x="7856345" y="2954891"/>
                  </a:lnTo>
                  <a:lnTo>
                    <a:pt x="7859515" y="2925700"/>
                  </a:lnTo>
                  <a:lnTo>
                    <a:pt x="7862684" y="2925701"/>
                  </a:lnTo>
                  <a:lnTo>
                    <a:pt x="7865853" y="2917787"/>
                  </a:lnTo>
                  <a:lnTo>
                    <a:pt x="7869022" y="2938459"/>
                  </a:lnTo>
                  <a:lnTo>
                    <a:pt x="7872191" y="2953290"/>
                  </a:lnTo>
                  <a:lnTo>
                    <a:pt x="7875360" y="3016327"/>
                  </a:lnTo>
                  <a:lnTo>
                    <a:pt x="7878530" y="3045517"/>
                  </a:lnTo>
                  <a:lnTo>
                    <a:pt x="7881699" y="3062897"/>
                  </a:lnTo>
                  <a:lnTo>
                    <a:pt x="7884868" y="3079750"/>
                  </a:lnTo>
                  <a:lnTo>
                    <a:pt x="7888037" y="3043627"/>
                  </a:lnTo>
                  <a:lnTo>
                    <a:pt x="7891206" y="2992647"/>
                  </a:lnTo>
                  <a:lnTo>
                    <a:pt x="7894375" y="2982102"/>
                  </a:lnTo>
                  <a:lnTo>
                    <a:pt x="7897544" y="2982103"/>
                  </a:lnTo>
                  <a:lnTo>
                    <a:pt x="7900714" y="2964724"/>
                  </a:lnTo>
                  <a:lnTo>
                    <a:pt x="7903883" y="2929479"/>
                  </a:lnTo>
                  <a:lnTo>
                    <a:pt x="7907052" y="2844860"/>
                  </a:lnTo>
                  <a:lnTo>
                    <a:pt x="7910221" y="2803793"/>
                  </a:lnTo>
                  <a:lnTo>
                    <a:pt x="7913390" y="2744261"/>
                  </a:lnTo>
                  <a:lnTo>
                    <a:pt x="7916559" y="2725146"/>
                  </a:lnTo>
                  <a:lnTo>
                    <a:pt x="7919729" y="2725147"/>
                  </a:lnTo>
                  <a:lnTo>
                    <a:pt x="7922898" y="2751452"/>
                  </a:lnTo>
                  <a:lnTo>
                    <a:pt x="7926067" y="2844921"/>
                  </a:lnTo>
                  <a:lnTo>
                    <a:pt x="7929236" y="2935353"/>
                  </a:lnTo>
                  <a:lnTo>
                    <a:pt x="7932405" y="3023649"/>
                  </a:lnTo>
                  <a:lnTo>
                    <a:pt x="7935574" y="3042764"/>
                  </a:lnTo>
                  <a:lnTo>
                    <a:pt x="7938744" y="3061893"/>
                  </a:lnTo>
                  <a:lnTo>
                    <a:pt x="7941913" y="3089974"/>
                  </a:lnTo>
                  <a:lnTo>
                    <a:pt x="7945082" y="3114258"/>
                  </a:lnTo>
                  <a:lnTo>
                    <a:pt x="7948251" y="3116972"/>
                  </a:lnTo>
                  <a:lnTo>
                    <a:pt x="7951420" y="3116972"/>
                  </a:lnTo>
                  <a:lnTo>
                    <a:pt x="7954589" y="3097897"/>
                  </a:lnTo>
                  <a:lnTo>
                    <a:pt x="7957759" y="3035786"/>
                  </a:lnTo>
                  <a:lnTo>
                    <a:pt x="7960928" y="2995617"/>
                  </a:lnTo>
                  <a:lnTo>
                    <a:pt x="7964097" y="2993514"/>
                  </a:lnTo>
                  <a:lnTo>
                    <a:pt x="7967266" y="2993514"/>
                  </a:lnTo>
                  <a:lnTo>
                    <a:pt x="7970435" y="2993515"/>
                  </a:lnTo>
                  <a:lnTo>
                    <a:pt x="7973604" y="3000082"/>
                  </a:lnTo>
                  <a:lnTo>
                    <a:pt x="7976773" y="2998913"/>
                  </a:lnTo>
                  <a:lnTo>
                    <a:pt x="7979943" y="2993550"/>
                  </a:lnTo>
                  <a:lnTo>
                    <a:pt x="7983112" y="2993550"/>
                  </a:lnTo>
                  <a:lnTo>
                    <a:pt x="7986281" y="2993551"/>
                  </a:lnTo>
                  <a:lnTo>
                    <a:pt x="7989450" y="2993552"/>
                  </a:lnTo>
                  <a:lnTo>
                    <a:pt x="7992619" y="3007865"/>
                  </a:lnTo>
                  <a:lnTo>
                    <a:pt x="7995788" y="3052016"/>
                  </a:lnTo>
                  <a:lnTo>
                    <a:pt x="7998958" y="3069465"/>
                  </a:lnTo>
                  <a:lnTo>
                    <a:pt x="8002127" y="3069465"/>
                  </a:lnTo>
                  <a:lnTo>
                    <a:pt x="8005296" y="3069465"/>
                  </a:lnTo>
                  <a:lnTo>
                    <a:pt x="8008465" y="3069465"/>
                  </a:lnTo>
                  <a:lnTo>
                    <a:pt x="8011634" y="3069465"/>
                  </a:lnTo>
                  <a:lnTo>
                    <a:pt x="8014803" y="3069465"/>
                  </a:lnTo>
                  <a:lnTo>
                    <a:pt x="8017973" y="3069465"/>
                  </a:lnTo>
                  <a:lnTo>
                    <a:pt x="8021142" y="3069465"/>
                  </a:lnTo>
                  <a:lnTo>
                    <a:pt x="8024311" y="3069465"/>
                  </a:lnTo>
                  <a:lnTo>
                    <a:pt x="8027480" y="3069465"/>
                  </a:lnTo>
                  <a:lnTo>
                    <a:pt x="8030649" y="3069465"/>
                  </a:lnTo>
                  <a:lnTo>
                    <a:pt x="8033818" y="3069465"/>
                  </a:lnTo>
                  <a:lnTo>
                    <a:pt x="8036988" y="3069465"/>
                  </a:lnTo>
                  <a:lnTo>
                    <a:pt x="8040157" y="3069465"/>
                  </a:lnTo>
                  <a:lnTo>
                    <a:pt x="8043326" y="3069465"/>
                  </a:lnTo>
                  <a:lnTo>
                    <a:pt x="8046495" y="3069465"/>
                  </a:lnTo>
                  <a:lnTo>
                    <a:pt x="8049664" y="3069465"/>
                  </a:lnTo>
                  <a:lnTo>
                    <a:pt x="8052833" y="3069465"/>
                  </a:lnTo>
                  <a:lnTo>
                    <a:pt x="8056002" y="3069465"/>
                  </a:lnTo>
                  <a:lnTo>
                    <a:pt x="8059172" y="3069465"/>
                  </a:lnTo>
                  <a:lnTo>
                    <a:pt x="8062341" y="3069465"/>
                  </a:lnTo>
                  <a:lnTo>
                    <a:pt x="8065510" y="3069465"/>
                  </a:lnTo>
                  <a:lnTo>
                    <a:pt x="8068679" y="3069465"/>
                  </a:lnTo>
                  <a:lnTo>
                    <a:pt x="8071848" y="3069465"/>
                  </a:lnTo>
                  <a:lnTo>
                    <a:pt x="8075017" y="3069465"/>
                  </a:lnTo>
                  <a:lnTo>
                    <a:pt x="8078187" y="3069465"/>
                  </a:lnTo>
                  <a:lnTo>
                    <a:pt x="8081356" y="3069465"/>
                  </a:lnTo>
                  <a:lnTo>
                    <a:pt x="8084525" y="3069465"/>
                  </a:lnTo>
                  <a:lnTo>
                    <a:pt x="8087694" y="3069465"/>
                  </a:lnTo>
                  <a:lnTo>
                    <a:pt x="8090863" y="3069465"/>
                  </a:lnTo>
                  <a:lnTo>
                    <a:pt x="8094032" y="3069465"/>
                  </a:lnTo>
                  <a:lnTo>
                    <a:pt x="8097202" y="3069465"/>
                  </a:lnTo>
                  <a:lnTo>
                    <a:pt x="8100371" y="3069465"/>
                  </a:lnTo>
                  <a:lnTo>
                    <a:pt x="8103540" y="3069465"/>
                  </a:lnTo>
                  <a:lnTo>
                    <a:pt x="8106709" y="3069465"/>
                  </a:lnTo>
                  <a:lnTo>
                    <a:pt x="8109878" y="3069465"/>
                  </a:lnTo>
                  <a:lnTo>
                    <a:pt x="8113047" y="3069465"/>
                  </a:lnTo>
                  <a:lnTo>
                    <a:pt x="8116216" y="3069465"/>
                  </a:lnTo>
                  <a:lnTo>
                    <a:pt x="8119386" y="3069465"/>
                  </a:lnTo>
                  <a:lnTo>
                    <a:pt x="8122555" y="3090373"/>
                  </a:lnTo>
                  <a:lnTo>
                    <a:pt x="8125724" y="3116972"/>
                  </a:lnTo>
                  <a:lnTo>
                    <a:pt x="8128893" y="3116972"/>
                  </a:lnTo>
                  <a:lnTo>
                    <a:pt x="8132062" y="3116972"/>
                  </a:lnTo>
                  <a:lnTo>
                    <a:pt x="8135231" y="3116972"/>
                  </a:lnTo>
                  <a:lnTo>
                    <a:pt x="8138401" y="3116972"/>
                  </a:lnTo>
                  <a:lnTo>
                    <a:pt x="8141570" y="3102074"/>
                  </a:lnTo>
                  <a:lnTo>
                    <a:pt x="8144739" y="3090869"/>
                  </a:lnTo>
                  <a:lnTo>
                    <a:pt x="8147908" y="3116972"/>
                  </a:lnTo>
                  <a:lnTo>
                    <a:pt x="8151077" y="3116972"/>
                  </a:lnTo>
                  <a:lnTo>
                    <a:pt x="8154246" y="3116972"/>
                  </a:lnTo>
                  <a:lnTo>
                    <a:pt x="8157416" y="3116972"/>
                  </a:lnTo>
                  <a:lnTo>
                    <a:pt x="8160585" y="3116972"/>
                  </a:lnTo>
                  <a:lnTo>
                    <a:pt x="8163754" y="3116972"/>
                  </a:lnTo>
                  <a:lnTo>
                    <a:pt x="8166923" y="3116972"/>
                  </a:lnTo>
                  <a:lnTo>
                    <a:pt x="8170092" y="3085724"/>
                  </a:lnTo>
                  <a:lnTo>
                    <a:pt x="8173261" y="3012353"/>
                  </a:lnTo>
                  <a:lnTo>
                    <a:pt x="8176431" y="2994159"/>
                  </a:lnTo>
                  <a:lnTo>
                    <a:pt x="8179600" y="2994159"/>
                  </a:lnTo>
                  <a:lnTo>
                    <a:pt x="8182769" y="2994159"/>
                  </a:lnTo>
                  <a:lnTo>
                    <a:pt x="8185938" y="2994160"/>
                  </a:lnTo>
                  <a:lnTo>
                    <a:pt x="8189107" y="3028399"/>
                  </a:lnTo>
                  <a:lnTo>
                    <a:pt x="8192276" y="3066848"/>
                  </a:lnTo>
                  <a:lnTo>
                    <a:pt x="8195445" y="3055416"/>
                  </a:lnTo>
                  <a:lnTo>
                    <a:pt x="8198615" y="2994391"/>
                  </a:lnTo>
                  <a:lnTo>
                    <a:pt x="8201784" y="2950702"/>
                  </a:lnTo>
                  <a:lnTo>
                    <a:pt x="8204953" y="2966232"/>
                  </a:lnTo>
                  <a:lnTo>
                    <a:pt x="8208122" y="2973753"/>
                  </a:lnTo>
                  <a:lnTo>
                    <a:pt x="8211291" y="2973754"/>
                  </a:lnTo>
                  <a:lnTo>
                    <a:pt x="8214460" y="2987803"/>
                  </a:lnTo>
                  <a:lnTo>
                    <a:pt x="8217630" y="3048830"/>
                  </a:lnTo>
                  <a:lnTo>
                    <a:pt x="8220799" y="3072916"/>
                  </a:lnTo>
                  <a:lnTo>
                    <a:pt x="8223968" y="3008545"/>
                  </a:lnTo>
                  <a:lnTo>
                    <a:pt x="8227137" y="2995590"/>
                  </a:lnTo>
                  <a:lnTo>
                    <a:pt x="8230306" y="2995591"/>
                  </a:lnTo>
                  <a:lnTo>
                    <a:pt x="8233475" y="2995591"/>
                  </a:lnTo>
                  <a:lnTo>
                    <a:pt x="8236645" y="2995591"/>
                  </a:lnTo>
                  <a:lnTo>
                    <a:pt x="8239814" y="3015191"/>
                  </a:lnTo>
                  <a:lnTo>
                    <a:pt x="8242983" y="3064031"/>
                  </a:lnTo>
                  <a:lnTo>
                    <a:pt x="8246152" y="3069465"/>
                  </a:lnTo>
                  <a:lnTo>
                    <a:pt x="8249321" y="3069465"/>
                  </a:lnTo>
                  <a:lnTo>
                    <a:pt x="8252490" y="3069465"/>
                  </a:lnTo>
                  <a:lnTo>
                    <a:pt x="8255659" y="3069465"/>
                  </a:lnTo>
                  <a:lnTo>
                    <a:pt x="8258829" y="3069465"/>
                  </a:lnTo>
                  <a:lnTo>
                    <a:pt x="8261998" y="3069465"/>
                  </a:lnTo>
                  <a:lnTo>
                    <a:pt x="8265167" y="3069465"/>
                  </a:lnTo>
                  <a:lnTo>
                    <a:pt x="8268336" y="3069465"/>
                  </a:lnTo>
                  <a:lnTo>
                    <a:pt x="8271505" y="3069465"/>
                  </a:lnTo>
                  <a:lnTo>
                    <a:pt x="8274674" y="3076422"/>
                  </a:lnTo>
                  <a:lnTo>
                    <a:pt x="8277844" y="3105457"/>
                  </a:lnTo>
                  <a:lnTo>
                    <a:pt x="8281013" y="3116972"/>
                  </a:lnTo>
                  <a:lnTo>
                    <a:pt x="8284182" y="3093272"/>
                  </a:lnTo>
                  <a:lnTo>
                    <a:pt x="8287351" y="2992884"/>
                  </a:lnTo>
                  <a:lnTo>
                    <a:pt x="8290520" y="2943763"/>
                  </a:lnTo>
                  <a:lnTo>
                    <a:pt x="8293689" y="2981204"/>
                  </a:lnTo>
                  <a:lnTo>
                    <a:pt x="8296859" y="2974076"/>
                  </a:lnTo>
                  <a:lnTo>
                    <a:pt x="8300028" y="2960755"/>
                  </a:lnTo>
                  <a:lnTo>
                    <a:pt x="8303197" y="2986259"/>
                  </a:lnTo>
                  <a:lnTo>
                    <a:pt x="8306366" y="3086648"/>
                  </a:lnTo>
                  <a:lnTo>
                    <a:pt x="8309535" y="3116972"/>
                  </a:lnTo>
                  <a:lnTo>
                    <a:pt x="8312704" y="3116972"/>
                  </a:lnTo>
                  <a:lnTo>
                    <a:pt x="8315874" y="3116972"/>
                  </a:lnTo>
                  <a:lnTo>
                    <a:pt x="8319043" y="3116972"/>
                  </a:lnTo>
                  <a:lnTo>
                    <a:pt x="8322212" y="3116972"/>
                  </a:lnTo>
                  <a:lnTo>
                    <a:pt x="8325381" y="3116972"/>
                  </a:lnTo>
                  <a:lnTo>
                    <a:pt x="8328550" y="3116972"/>
                  </a:lnTo>
                  <a:lnTo>
                    <a:pt x="8331719" y="3116972"/>
                  </a:lnTo>
                  <a:lnTo>
                    <a:pt x="8334888" y="3105599"/>
                  </a:lnTo>
                  <a:lnTo>
                    <a:pt x="8338058" y="3039641"/>
                  </a:lnTo>
                  <a:lnTo>
                    <a:pt x="8341227" y="3004832"/>
                  </a:lnTo>
                  <a:lnTo>
                    <a:pt x="8344396" y="2992239"/>
                  </a:lnTo>
                  <a:lnTo>
                    <a:pt x="8347565" y="3020322"/>
                  </a:lnTo>
                  <a:lnTo>
                    <a:pt x="8350734" y="3039455"/>
                  </a:lnTo>
                  <a:lnTo>
                    <a:pt x="8353903" y="3042629"/>
                  </a:lnTo>
                  <a:lnTo>
                    <a:pt x="8357073" y="3069278"/>
                  </a:lnTo>
                  <a:lnTo>
                    <a:pt x="8360242" y="3104089"/>
                  </a:lnTo>
                  <a:lnTo>
                    <a:pt x="8363411" y="3116682"/>
                  </a:lnTo>
                  <a:lnTo>
                    <a:pt x="8366580" y="3088600"/>
                  </a:lnTo>
                  <a:lnTo>
                    <a:pt x="8369749" y="3061194"/>
                  </a:lnTo>
                  <a:lnTo>
                    <a:pt x="8372918" y="3023092"/>
                  </a:lnTo>
                  <a:lnTo>
                    <a:pt x="8376088" y="2993325"/>
                  </a:lnTo>
                  <a:lnTo>
                    <a:pt x="8379257" y="2982304"/>
                  </a:lnTo>
                  <a:lnTo>
                    <a:pt x="8382426" y="2933464"/>
                  </a:lnTo>
                  <a:lnTo>
                    <a:pt x="8385595" y="2919505"/>
                  </a:lnTo>
                  <a:lnTo>
                    <a:pt x="8388764" y="2927776"/>
                  </a:lnTo>
                  <a:lnTo>
                    <a:pt x="8391933" y="2965877"/>
                  </a:lnTo>
                  <a:lnTo>
                    <a:pt x="8395103" y="2995643"/>
                  </a:lnTo>
                  <a:lnTo>
                    <a:pt x="8398272" y="3006666"/>
                  </a:lnTo>
                  <a:lnTo>
                    <a:pt x="8401441" y="3055506"/>
                  </a:lnTo>
                  <a:lnTo>
                    <a:pt x="8404610" y="3069465"/>
                  </a:lnTo>
                  <a:lnTo>
                    <a:pt x="8407779" y="3069465"/>
                  </a:lnTo>
                  <a:lnTo>
                    <a:pt x="8410948" y="3069465"/>
                  </a:lnTo>
                  <a:lnTo>
                    <a:pt x="8414117" y="3069465"/>
                  </a:lnTo>
                  <a:lnTo>
                    <a:pt x="8417287" y="3069465"/>
                  </a:lnTo>
                  <a:lnTo>
                    <a:pt x="8420456" y="3069465"/>
                  </a:lnTo>
                  <a:lnTo>
                    <a:pt x="8423625" y="3069465"/>
                  </a:lnTo>
                  <a:lnTo>
                    <a:pt x="8426794" y="3072197"/>
                  </a:lnTo>
                  <a:lnTo>
                    <a:pt x="8429963" y="3062953"/>
                  </a:lnTo>
                  <a:lnTo>
                    <a:pt x="8433132" y="3041869"/>
                  </a:lnTo>
                  <a:lnTo>
                    <a:pt x="8436302" y="3041870"/>
                  </a:lnTo>
                  <a:lnTo>
                    <a:pt x="8439471" y="3041871"/>
                  </a:lnTo>
                  <a:lnTo>
                    <a:pt x="8442640" y="3041871"/>
                  </a:lnTo>
                  <a:lnTo>
                    <a:pt x="8445809" y="3039139"/>
                  </a:lnTo>
                  <a:lnTo>
                    <a:pt x="8448978" y="3048383"/>
                  </a:lnTo>
                  <a:lnTo>
                    <a:pt x="8452147" y="3069465"/>
                  </a:lnTo>
                  <a:lnTo>
                    <a:pt x="8455317" y="3069465"/>
                  </a:lnTo>
                  <a:lnTo>
                    <a:pt x="8458486" y="3069465"/>
                  </a:lnTo>
                  <a:lnTo>
                    <a:pt x="8461655" y="3069465"/>
                  </a:lnTo>
                  <a:lnTo>
                    <a:pt x="8464824" y="3069465"/>
                  </a:lnTo>
                  <a:lnTo>
                    <a:pt x="8467993" y="3069465"/>
                  </a:lnTo>
                  <a:lnTo>
                    <a:pt x="8471162" y="3069465"/>
                  </a:lnTo>
                  <a:lnTo>
                    <a:pt x="8474331" y="3069465"/>
                  </a:lnTo>
                  <a:lnTo>
                    <a:pt x="8477501" y="3069465"/>
                  </a:lnTo>
                  <a:lnTo>
                    <a:pt x="8480670" y="3069465"/>
                  </a:lnTo>
                  <a:lnTo>
                    <a:pt x="8483839" y="3069465"/>
                  </a:lnTo>
                  <a:lnTo>
                    <a:pt x="8487008" y="3069465"/>
                  </a:lnTo>
                  <a:lnTo>
                    <a:pt x="8490177" y="3069465"/>
                  </a:lnTo>
                  <a:lnTo>
                    <a:pt x="8493346" y="3054006"/>
                  </a:lnTo>
                  <a:lnTo>
                    <a:pt x="8496516" y="3020197"/>
                  </a:lnTo>
                  <a:lnTo>
                    <a:pt x="8499685" y="2994026"/>
                  </a:lnTo>
                  <a:lnTo>
                    <a:pt x="8502854" y="2992027"/>
                  </a:lnTo>
                  <a:lnTo>
                    <a:pt x="8506023" y="2992028"/>
                  </a:lnTo>
                  <a:lnTo>
                    <a:pt x="8509192" y="2992028"/>
                  </a:lnTo>
                  <a:lnTo>
                    <a:pt x="8512361" y="3007487"/>
                  </a:lnTo>
                  <a:lnTo>
                    <a:pt x="8515531" y="3041295"/>
                  </a:lnTo>
                  <a:lnTo>
                    <a:pt x="8518700" y="3067465"/>
                  </a:lnTo>
                  <a:lnTo>
                    <a:pt x="8521869" y="3069465"/>
                  </a:lnTo>
                  <a:lnTo>
                    <a:pt x="8525038" y="3069465"/>
                  </a:lnTo>
                  <a:lnTo>
                    <a:pt x="8528207" y="3069465"/>
                  </a:lnTo>
                  <a:lnTo>
                    <a:pt x="8531376" y="3069465"/>
                  </a:lnTo>
                  <a:lnTo>
                    <a:pt x="8534546" y="3069465"/>
                  </a:lnTo>
                  <a:lnTo>
                    <a:pt x="8537715" y="3069465"/>
                  </a:lnTo>
                  <a:lnTo>
                    <a:pt x="8540884" y="3069465"/>
                  </a:lnTo>
                  <a:lnTo>
                    <a:pt x="8544053" y="3069465"/>
                  </a:lnTo>
                  <a:lnTo>
                    <a:pt x="8547222" y="3069465"/>
                  </a:lnTo>
                  <a:lnTo>
                    <a:pt x="8550391" y="3069465"/>
                  </a:lnTo>
                  <a:lnTo>
                    <a:pt x="8553560" y="3069465"/>
                  </a:lnTo>
                  <a:lnTo>
                    <a:pt x="8553560" y="3116972"/>
                  </a:lnTo>
                  <a:lnTo>
                    <a:pt x="8550391" y="3116972"/>
                  </a:lnTo>
                  <a:lnTo>
                    <a:pt x="8547222" y="3116972"/>
                  </a:lnTo>
                  <a:lnTo>
                    <a:pt x="8544053" y="3116972"/>
                  </a:lnTo>
                  <a:lnTo>
                    <a:pt x="8540884" y="3116972"/>
                  </a:lnTo>
                  <a:lnTo>
                    <a:pt x="8537715" y="3116972"/>
                  </a:lnTo>
                  <a:lnTo>
                    <a:pt x="8534546" y="3116972"/>
                  </a:lnTo>
                  <a:lnTo>
                    <a:pt x="8531376" y="3116972"/>
                  </a:lnTo>
                  <a:lnTo>
                    <a:pt x="8528207" y="3116972"/>
                  </a:lnTo>
                  <a:lnTo>
                    <a:pt x="8525038" y="3116972"/>
                  </a:lnTo>
                  <a:lnTo>
                    <a:pt x="8521869" y="3116972"/>
                  </a:lnTo>
                  <a:lnTo>
                    <a:pt x="8518700" y="3116972"/>
                  </a:lnTo>
                  <a:lnTo>
                    <a:pt x="8515531" y="3116972"/>
                  </a:lnTo>
                  <a:lnTo>
                    <a:pt x="8512361" y="3116972"/>
                  </a:lnTo>
                  <a:lnTo>
                    <a:pt x="8509192" y="3116972"/>
                  </a:lnTo>
                  <a:lnTo>
                    <a:pt x="8506023" y="3116972"/>
                  </a:lnTo>
                  <a:lnTo>
                    <a:pt x="8502854" y="3116972"/>
                  </a:lnTo>
                  <a:lnTo>
                    <a:pt x="8499685" y="3116972"/>
                  </a:lnTo>
                  <a:lnTo>
                    <a:pt x="8496516" y="3116972"/>
                  </a:lnTo>
                  <a:lnTo>
                    <a:pt x="8493346" y="3116972"/>
                  </a:lnTo>
                  <a:lnTo>
                    <a:pt x="8490177" y="3116972"/>
                  </a:lnTo>
                  <a:lnTo>
                    <a:pt x="8487008" y="3116972"/>
                  </a:lnTo>
                  <a:lnTo>
                    <a:pt x="8483839" y="3116972"/>
                  </a:lnTo>
                  <a:lnTo>
                    <a:pt x="8480670" y="3116972"/>
                  </a:lnTo>
                  <a:lnTo>
                    <a:pt x="8477501" y="3116972"/>
                  </a:lnTo>
                  <a:lnTo>
                    <a:pt x="8474331" y="3116972"/>
                  </a:lnTo>
                  <a:lnTo>
                    <a:pt x="8471162" y="3116972"/>
                  </a:lnTo>
                  <a:lnTo>
                    <a:pt x="8467993" y="3116972"/>
                  </a:lnTo>
                  <a:lnTo>
                    <a:pt x="8464824" y="3116972"/>
                  </a:lnTo>
                  <a:lnTo>
                    <a:pt x="8461655" y="3116972"/>
                  </a:lnTo>
                  <a:lnTo>
                    <a:pt x="8458486" y="3116972"/>
                  </a:lnTo>
                  <a:lnTo>
                    <a:pt x="8455317" y="3116972"/>
                  </a:lnTo>
                  <a:lnTo>
                    <a:pt x="8452147" y="3116972"/>
                  </a:lnTo>
                  <a:lnTo>
                    <a:pt x="8448978" y="3116972"/>
                  </a:lnTo>
                  <a:lnTo>
                    <a:pt x="8445809" y="3116972"/>
                  </a:lnTo>
                  <a:lnTo>
                    <a:pt x="8442640" y="3116972"/>
                  </a:lnTo>
                  <a:lnTo>
                    <a:pt x="8439471" y="3116972"/>
                  </a:lnTo>
                  <a:lnTo>
                    <a:pt x="8436302" y="3116972"/>
                  </a:lnTo>
                  <a:lnTo>
                    <a:pt x="8433132" y="3116972"/>
                  </a:lnTo>
                  <a:lnTo>
                    <a:pt x="8429963" y="3116972"/>
                  </a:lnTo>
                  <a:lnTo>
                    <a:pt x="8426794" y="3116972"/>
                  </a:lnTo>
                  <a:lnTo>
                    <a:pt x="8423625" y="3116972"/>
                  </a:lnTo>
                  <a:lnTo>
                    <a:pt x="8420456" y="3116972"/>
                  </a:lnTo>
                  <a:lnTo>
                    <a:pt x="8417287" y="3116972"/>
                  </a:lnTo>
                  <a:lnTo>
                    <a:pt x="8414117" y="3116972"/>
                  </a:lnTo>
                  <a:lnTo>
                    <a:pt x="8410948" y="3116972"/>
                  </a:lnTo>
                  <a:lnTo>
                    <a:pt x="8407779" y="3116972"/>
                  </a:lnTo>
                  <a:lnTo>
                    <a:pt x="8404610" y="3116972"/>
                  </a:lnTo>
                  <a:lnTo>
                    <a:pt x="8401441" y="3116972"/>
                  </a:lnTo>
                  <a:lnTo>
                    <a:pt x="8398272" y="3116972"/>
                  </a:lnTo>
                  <a:lnTo>
                    <a:pt x="8395103" y="3116972"/>
                  </a:lnTo>
                  <a:lnTo>
                    <a:pt x="8391933" y="3116972"/>
                  </a:lnTo>
                  <a:lnTo>
                    <a:pt x="8388764" y="3116972"/>
                  </a:lnTo>
                  <a:lnTo>
                    <a:pt x="8385595" y="3116972"/>
                  </a:lnTo>
                  <a:lnTo>
                    <a:pt x="8382426" y="3116972"/>
                  </a:lnTo>
                  <a:lnTo>
                    <a:pt x="8379257" y="3116972"/>
                  </a:lnTo>
                  <a:lnTo>
                    <a:pt x="8376088" y="3116972"/>
                  </a:lnTo>
                  <a:lnTo>
                    <a:pt x="8372918" y="3116972"/>
                  </a:lnTo>
                  <a:lnTo>
                    <a:pt x="8369749" y="3116972"/>
                  </a:lnTo>
                  <a:lnTo>
                    <a:pt x="8366580" y="3116972"/>
                  </a:lnTo>
                  <a:lnTo>
                    <a:pt x="8363411" y="3116972"/>
                  </a:lnTo>
                  <a:lnTo>
                    <a:pt x="8360242" y="3116972"/>
                  </a:lnTo>
                  <a:lnTo>
                    <a:pt x="8357073" y="3116972"/>
                  </a:lnTo>
                  <a:lnTo>
                    <a:pt x="8353903" y="3116972"/>
                  </a:lnTo>
                  <a:lnTo>
                    <a:pt x="8350734" y="3116972"/>
                  </a:lnTo>
                  <a:lnTo>
                    <a:pt x="8347565" y="3116972"/>
                  </a:lnTo>
                  <a:lnTo>
                    <a:pt x="8344396" y="3116972"/>
                  </a:lnTo>
                  <a:lnTo>
                    <a:pt x="8341227" y="3116972"/>
                  </a:lnTo>
                  <a:lnTo>
                    <a:pt x="8338058" y="3116972"/>
                  </a:lnTo>
                  <a:lnTo>
                    <a:pt x="8334888" y="3116972"/>
                  </a:lnTo>
                  <a:lnTo>
                    <a:pt x="8331719" y="3116972"/>
                  </a:lnTo>
                  <a:lnTo>
                    <a:pt x="8328550" y="3116972"/>
                  </a:lnTo>
                  <a:lnTo>
                    <a:pt x="8325381" y="3116972"/>
                  </a:lnTo>
                  <a:lnTo>
                    <a:pt x="8322212" y="3116972"/>
                  </a:lnTo>
                  <a:lnTo>
                    <a:pt x="8319043" y="3116972"/>
                  </a:lnTo>
                  <a:lnTo>
                    <a:pt x="8315874" y="3116972"/>
                  </a:lnTo>
                  <a:lnTo>
                    <a:pt x="8312704" y="3116972"/>
                  </a:lnTo>
                  <a:lnTo>
                    <a:pt x="8309535" y="3116972"/>
                  </a:lnTo>
                  <a:lnTo>
                    <a:pt x="8306366" y="3116972"/>
                  </a:lnTo>
                  <a:lnTo>
                    <a:pt x="8303197" y="3116972"/>
                  </a:lnTo>
                  <a:lnTo>
                    <a:pt x="8300028" y="3116972"/>
                  </a:lnTo>
                  <a:lnTo>
                    <a:pt x="8296859" y="3116972"/>
                  </a:lnTo>
                  <a:lnTo>
                    <a:pt x="8293689" y="3116972"/>
                  </a:lnTo>
                  <a:lnTo>
                    <a:pt x="8290520" y="3116972"/>
                  </a:lnTo>
                  <a:lnTo>
                    <a:pt x="8287351" y="3116972"/>
                  </a:lnTo>
                  <a:lnTo>
                    <a:pt x="8284182" y="3116972"/>
                  </a:lnTo>
                  <a:lnTo>
                    <a:pt x="8281013" y="3116972"/>
                  </a:lnTo>
                  <a:lnTo>
                    <a:pt x="8277844" y="3116972"/>
                  </a:lnTo>
                  <a:lnTo>
                    <a:pt x="8274674" y="3116972"/>
                  </a:lnTo>
                  <a:lnTo>
                    <a:pt x="8271505" y="3116972"/>
                  </a:lnTo>
                  <a:lnTo>
                    <a:pt x="8268336" y="3116972"/>
                  </a:lnTo>
                  <a:lnTo>
                    <a:pt x="8265167" y="3116972"/>
                  </a:lnTo>
                  <a:lnTo>
                    <a:pt x="8261998" y="3116972"/>
                  </a:lnTo>
                  <a:lnTo>
                    <a:pt x="8258829" y="3116972"/>
                  </a:lnTo>
                  <a:lnTo>
                    <a:pt x="8255659" y="3116972"/>
                  </a:lnTo>
                  <a:lnTo>
                    <a:pt x="8252490" y="3116972"/>
                  </a:lnTo>
                  <a:lnTo>
                    <a:pt x="8249321" y="3116972"/>
                  </a:lnTo>
                  <a:lnTo>
                    <a:pt x="8246152" y="3116972"/>
                  </a:lnTo>
                  <a:lnTo>
                    <a:pt x="8242983" y="3116972"/>
                  </a:lnTo>
                  <a:lnTo>
                    <a:pt x="8239814" y="3116972"/>
                  </a:lnTo>
                  <a:lnTo>
                    <a:pt x="8236645" y="3116972"/>
                  </a:lnTo>
                  <a:lnTo>
                    <a:pt x="8233475" y="3116972"/>
                  </a:lnTo>
                  <a:lnTo>
                    <a:pt x="8230306" y="3116972"/>
                  </a:lnTo>
                  <a:lnTo>
                    <a:pt x="8227137" y="3116972"/>
                  </a:lnTo>
                  <a:lnTo>
                    <a:pt x="8223968" y="3116972"/>
                  </a:lnTo>
                  <a:lnTo>
                    <a:pt x="8220799" y="3116972"/>
                  </a:lnTo>
                  <a:lnTo>
                    <a:pt x="8217630" y="3116972"/>
                  </a:lnTo>
                  <a:lnTo>
                    <a:pt x="8214460" y="3116972"/>
                  </a:lnTo>
                  <a:lnTo>
                    <a:pt x="8211291" y="3116972"/>
                  </a:lnTo>
                  <a:lnTo>
                    <a:pt x="8208122" y="3116972"/>
                  </a:lnTo>
                  <a:lnTo>
                    <a:pt x="8204953" y="3116972"/>
                  </a:lnTo>
                  <a:lnTo>
                    <a:pt x="8201784" y="3116972"/>
                  </a:lnTo>
                  <a:lnTo>
                    <a:pt x="8198615" y="3116972"/>
                  </a:lnTo>
                  <a:lnTo>
                    <a:pt x="8195445" y="3116972"/>
                  </a:lnTo>
                  <a:lnTo>
                    <a:pt x="8192276" y="3116972"/>
                  </a:lnTo>
                  <a:lnTo>
                    <a:pt x="8189107" y="3116972"/>
                  </a:lnTo>
                  <a:lnTo>
                    <a:pt x="8185938" y="3116972"/>
                  </a:lnTo>
                  <a:lnTo>
                    <a:pt x="8182769" y="3116972"/>
                  </a:lnTo>
                  <a:lnTo>
                    <a:pt x="8179600" y="3116972"/>
                  </a:lnTo>
                  <a:lnTo>
                    <a:pt x="8176431" y="3116972"/>
                  </a:lnTo>
                  <a:lnTo>
                    <a:pt x="8173261" y="3116972"/>
                  </a:lnTo>
                  <a:lnTo>
                    <a:pt x="8170092" y="3116972"/>
                  </a:lnTo>
                  <a:lnTo>
                    <a:pt x="8166923" y="3116972"/>
                  </a:lnTo>
                  <a:lnTo>
                    <a:pt x="8163754" y="3116972"/>
                  </a:lnTo>
                  <a:lnTo>
                    <a:pt x="8160585" y="3116972"/>
                  </a:lnTo>
                  <a:lnTo>
                    <a:pt x="8157416" y="3116972"/>
                  </a:lnTo>
                  <a:lnTo>
                    <a:pt x="8154246" y="3116972"/>
                  </a:lnTo>
                  <a:lnTo>
                    <a:pt x="8151077" y="3116972"/>
                  </a:lnTo>
                  <a:lnTo>
                    <a:pt x="8147908" y="3116972"/>
                  </a:lnTo>
                  <a:lnTo>
                    <a:pt x="8144739" y="3116972"/>
                  </a:lnTo>
                  <a:lnTo>
                    <a:pt x="8141570" y="3116972"/>
                  </a:lnTo>
                  <a:lnTo>
                    <a:pt x="8138401" y="3116972"/>
                  </a:lnTo>
                  <a:lnTo>
                    <a:pt x="8135231" y="3116972"/>
                  </a:lnTo>
                  <a:lnTo>
                    <a:pt x="8132062" y="3116972"/>
                  </a:lnTo>
                  <a:lnTo>
                    <a:pt x="8128893" y="3116972"/>
                  </a:lnTo>
                  <a:lnTo>
                    <a:pt x="8125724" y="3116972"/>
                  </a:lnTo>
                  <a:lnTo>
                    <a:pt x="8122555" y="3116972"/>
                  </a:lnTo>
                  <a:lnTo>
                    <a:pt x="8119386" y="3116972"/>
                  </a:lnTo>
                  <a:lnTo>
                    <a:pt x="8116216" y="3116972"/>
                  </a:lnTo>
                  <a:lnTo>
                    <a:pt x="8113047" y="3116972"/>
                  </a:lnTo>
                  <a:lnTo>
                    <a:pt x="8109878" y="3116972"/>
                  </a:lnTo>
                  <a:lnTo>
                    <a:pt x="8106709" y="3116972"/>
                  </a:lnTo>
                  <a:lnTo>
                    <a:pt x="8103540" y="3116972"/>
                  </a:lnTo>
                  <a:lnTo>
                    <a:pt x="8100371" y="3116972"/>
                  </a:lnTo>
                  <a:lnTo>
                    <a:pt x="8097202" y="3116972"/>
                  </a:lnTo>
                  <a:lnTo>
                    <a:pt x="8094032" y="3116972"/>
                  </a:lnTo>
                  <a:lnTo>
                    <a:pt x="8090863" y="3116972"/>
                  </a:lnTo>
                  <a:lnTo>
                    <a:pt x="8087694" y="3116972"/>
                  </a:lnTo>
                  <a:lnTo>
                    <a:pt x="8084525" y="3116972"/>
                  </a:lnTo>
                  <a:lnTo>
                    <a:pt x="8081356" y="3116972"/>
                  </a:lnTo>
                  <a:lnTo>
                    <a:pt x="8078187" y="3116972"/>
                  </a:lnTo>
                  <a:lnTo>
                    <a:pt x="8075017" y="3116972"/>
                  </a:lnTo>
                  <a:lnTo>
                    <a:pt x="8071848" y="3116972"/>
                  </a:lnTo>
                  <a:lnTo>
                    <a:pt x="8068679" y="3116972"/>
                  </a:lnTo>
                  <a:lnTo>
                    <a:pt x="8065510" y="3116972"/>
                  </a:lnTo>
                  <a:lnTo>
                    <a:pt x="8062341" y="3116972"/>
                  </a:lnTo>
                  <a:lnTo>
                    <a:pt x="8059172" y="3116972"/>
                  </a:lnTo>
                  <a:lnTo>
                    <a:pt x="8056002" y="3116972"/>
                  </a:lnTo>
                  <a:lnTo>
                    <a:pt x="8052833" y="3116972"/>
                  </a:lnTo>
                  <a:lnTo>
                    <a:pt x="8049664" y="3116972"/>
                  </a:lnTo>
                  <a:lnTo>
                    <a:pt x="8046495" y="3116972"/>
                  </a:lnTo>
                  <a:lnTo>
                    <a:pt x="8043326" y="3116972"/>
                  </a:lnTo>
                  <a:lnTo>
                    <a:pt x="8040157" y="3116972"/>
                  </a:lnTo>
                  <a:lnTo>
                    <a:pt x="8036988" y="3116972"/>
                  </a:lnTo>
                  <a:lnTo>
                    <a:pt x="8033818" y="3116972"/>
                  </a:lnTo>
                  <a:lnTo>
                    <a:pt x="8030649" y="3116972"/>
                  </a:lnTo>
                  <a:lnTo>
                    <a:pt x="8027480" y="3116972"/>
                  </a:lnTo>
                  <a:lnTo>
                    <a:pt x="8024311" y="3116972"/>
                  </a:lnTo>
                  <a:lnTo>
                    <a:pt x="8021142" y="3116972"/>
                  </a:lnTo>
                  <a:lnTo>
                    <a:pt x="8017973" y="3116972"/>
                  </a:lnTo>
                  <a:lnTo>
                    <a:pt x="8014803" y="3116972"/>
                  </a:lnTo>
                  <a:lnTo>
                    <a:pt x="8011634" y="3116972"/>
                  </a:lnTo>
                  <a:lnTo>
                    <a:pt x="8008465" y="3116972"/>
                  </a:lnTo>
                  <a:lnTo>
                    <a:pt x="8005296" y="3116972"/>
                  </a:lnTo>
                  <a:lnTo>
                    <a:pt x="8002127" y="3116972"/>
                  </a:lnTo>
                  <a:lnTo>
                    <a:pt x="7998958" y="3116972"/>
                  </a:lnTo>
                  <a:lnTo>
                    <a:pt x="7995788" y="3116972"/>
                  </a:lnTo>
                  <a:lnTo>
                    <a:pt x="7992619" y="3116972"/>
                  </a:lnTo>
                  <a:lnTo>
                    <a:pt x="7989450" y="3116972"/>
                  </a:lnTo>
                  <a:lnTo>
                    <a:pt x="7986281" y="3116972"/>
                  </a:lnTo>
                  <a:lnTo>
                    <a:pt x="7983112" y="3116972"/>
                  </a:lnTo>
                  <a:lnTo>
                    <a:pt x="7979943" y="3116972"/>
                  </a:lnTo>
                  <a:lnTo>
                    <a:pt x="7976773" y="3116972"/>
                  </a:lnTo>
                  <a:lnTo>
                    <a:pt x="7973604" y="3116972"/>
                  </a:lnTo>
                  <a:lnTo>
                    <a:pt x="7970435" y="3116972"/>
                  </a:lnTo>
                  <a:lnTo>
                    <a:pt x="7967266" y="3116972"/>
                  </a:lnTo>
                  <a:lnTo>
                    <a:pt x="7964097" y="3116972"/>
                  </a:lnTo>
                  <a:lnTo>
                    <a:pt x="7960928" y="3116972"/>
                  </a:lnTo>
                  <a:lnTo>
                    <a:pt x="7957759" y="3116972"/>
                  </a:lnTo>
                  <a:lnTo>
                    <a:pt x="7954589" y="3116972"/>
                  </a:lnTo>
                  <a:lnTo>
                    <a:pt x="7951420" y="3116972"/>
                  </a:lnTo>
                  <a:lnTo>
                    <a:pt x="7948251" y="3116972"/>
                  </a:lnTo>
                  <a:lnTo>
                    <a:pt x="7945082" y="3116972"/>
                  </a:lnTo>
                  <a:lnTo>
                    <a:pt x="7941913" y="3116972"/>
                  </a:lnTo>
                  <a:lnTo>
                    <a:pt x="7938744" y="3116972"/>
                  </a:lnTo>
                  <a:lnTo>
                    <a:pt x="7935574" y="3116972"/>
                  </a:lnTo>
                  <a:lnTo>
                    <a:pt x="7932405" y="3116972"/>
                  </a:lnTo>
                  <a:lnTo>
                    <a:pt x="7929236" y="3116972"/>
                  </a:lnTo>
                  <a:lnTo>
                    <a:pt x="7926067" y="3116972"/>
                  </a:lnTo>
                  <a:lnTo>
                    <a:pt x="7922898" y="3116972"/>
                  </a:lnTo>
                  <a:lnTo>
                    <a:pt x="7919729" y="3116972"/>
                  </a:lnTo>
                  <a:lnTo>
                    <a:pt x="7916559" y="3116972"/>
                  </a:lnTo>
                  <a:lnTo>
                    <a:pt x="7913390" y="3116972"/>
                  </a:lnTo>
                  <a:lnTo>
                    <a:pt x="7910221" y="3116972"/>
                  </a:lnTo>
                  <a:lnTo>
                    <a:pt x="7907052" y="3116972"/>
                  </a:lnTo>
                  <a:lnTo>
                    <a:pt x="7903883" y="3116972"/>
                  </a:lnTo>
                  <a:lnTo>
                    <a:pt x="7900714" y="3116972"/>
                  </a:lnTo>
                  <a:lnTo>
                    <a:pt x="7897544" y="3116972"/>
                  </a:lnTo>
                  <a:lnTo>
                    <a:pt x="7894375" y="3116972"/>
                  </a:lnTo>
                  <a:lnTo>
                    <a:pt x="7891206" y="3116972"/>
                  </a:lnTo>
                  <a:lnTo>
                    <a:pt x="7888037" y="3116972"/>
                  </a:lnTo>
                  <a:lnTo>
                    <a:pt x="7884868" y="3116972"/>
                  </a:lnTo>
                  <a:lnTo>
                    <a:pt x="7881699" y="3116972"/>
                  </a:lnTo>
                  <a:lnTo>
                    <a:pt x="7878530" y="3116972"/>
                  </a:lnTo>
                  <a:lnTo>
                    <a:pt x="7875360" y="3116972"/>
                  </a:lnTo>
                  <a:lnTo>
                    <a:pt x="7872191" y="3116972"/>
                  </a:lnTo>
                  <a:lnTo>
                    <a:pt x="7869022" y="3116972"/>
                  </a:lnTo>
                  <a:lnTo>
                    <a:pt x="7865853" y="3116972"/>
                  </a:lnTo>
                  <a:lnTo>
                    <a:pt x="7862684" y="3116972"/>
                  </a:lnTo>
                  <a:lnTo>
                    <a:pt x="7859515" y="3116972"/>
                  </a:lnTo>
                  <a:lnTo>
                    <a:pt x="7856345" y="3116972"/>
                  </a:lnTo>
                  <a:lnTo>
                    <a:pt x="7853176" y="3116972"/>
                  </a:lnTo>
                  <a:lnTo>
                    <a:pt x="7850007" y="3116972"/>
                  </a:lnTo>
                  <a:lnTo>
                    <a:pt x="7846838" y="3116972"/>
                  </a:lnTo>
                  <a:lnTo>
                    <a:pt x="7843669" y="3116972"/>
                  </a:lnTo>
                  <a:lnTo>
                    <a:pt x="7840500" y="3116972"/>
                  </a:lnTo>
                  <a:lnTo>
                    <a:pt x="7837330" y="3116972"/>
                  </a:lnTo>
                  <a:lnTo>
                    <a:pt x="7834161" y="3116972"/>
                  </a:lnTo>
                  <a:lnTo>
                    <a:pt x="7830992" y="3116972"/>
                  </a:lnTo>
                  <a:lnTo>
                    <a:pt x="7827823" y="3116972"/>
                  </a:lnTo>
                  <a:lnTo>
                    <a:pt x="7824654" y="3116972"/>
                  </a:lnTo>
                  <a:lnTo>
                    <a:pt x="7821485" y="3116972"/>
                  </a:lnTo>
                  <a:lnTo>
                    <a:pt x="7818316" y="3116972"/>
                  </a:lnTo>
                  <a:lnTo>
                    <a:pt x="7815146" y="3116972"/>
                  </a:lnTo>
                  <a:lnTo>
                    <a:pt x="7811977" y="3116972"/>
                  </a:lnTo>
                  <a:lnTo>
                    <a:pt x="7808808" y="3116972"/>
                  </a:lnTo>
                  <a:lnTo>
                    <a:pt x="7805639" y="3116972"/>
                  </a:lnTo>
                  <a:lnTo>
                    <a:pt x="7802470" y="3116972"/>
                  </a:lnTo>
                  <a:lnTo>
                    <a:pt x="7799301" y="3116972"/>
                  </a:lnTo>
                  <a:lnTo>
                    <a:pt x="7796131" y="3116972"/>
                  </a:lnTo>
                  <a:lnTo>
                    <a:pt x="7792962" y="3116972"/>
                  </a:lnTo>
                  <a:lnTo>
                    <a:pt x="7789793" y="3116972"/>
                  </a:lnTo>
                  <a:lnTo>
                    <a:pt x="7786624" y="3116972"/>
                  </a:lnTo>
                  <a:lnTo>
                    <a:pt x="7783455" y="3116972"/>
                  </a:lnTo>
                  <a:lnTo>
                    <a:pt x="7780286" y="3116972"/>
                  </a:lnTo>
                  <a:lnTo>
                    <a:pt x="7777116" y="3116972"/>
                  </a:lnTo>
                  <a:lnTo>
                    <a:pt x="7773947" y="3116972"/>
                  </a:lnTo>
                  <a:lnTo>
                    <a:pt x="7770778" y="3116972"/>
                  </a:lnTo>
                  <a:lnTo>
                    <a:pt x="7767609" y="3116972"/>
                  </a:lnTo>
                  <a:lnTo>
                    <a:pt x="7764440" y="3116972"/>
                  </a:lnTo>
                  <a:lnTo>
                    <a:pt x="7761271" y="3116972"/>
                  </a:lnTo>
                  <a:lnTo>
                    <a:pt x="7758101" y="3116972"/>
                  </a:lnTo>
                  <a:lnTo>
                    <a:pt x="7754932" y="3116972"/>
                  </a:lnTo>
                  <a:lnTo>
                    <a:pt x="7751763" y="3116972"/>
                  </a:lnTo>
                  <a:lnTo>
                    <a:pt x="7748594" y="3116972"/>
                  </a:lnTo>
                  <a:lnTo>
                    <a:pt x="7745425" y="3116972"/>
                  </a:lnTo>
                  <a:lnTo>
                    <a:pt x="7742256" y="3116972"/>
                  </a:lnTo>
                  <a:lnTo>
                    <a:pt x="7739087" y="3116972"/>
                  </a:lnTo>
                  <a:lnTo>
                    <a:pt x="7735917" y="3116972"/>
                  </a:lnTo>
                  <a:lnTo>
                    <a:pt x="7732748" y="3116972"/>
                  </a:lnTo>
                  <a:lnTo>
                    <a:pt x="7729579" y="3116972"/>
                  </a:lnTo>
                  <a:lnTo>
                    <a:pt x="7726410" y="3116972"/>
                  </a:lnTo>
                  <a:lnTo>
                    <a:pt x="7723241" y="3116972"/>
                  </a:lnTo>
                  <a:lnTo>
                    <a:pt x="7720072" y="3116972"/>
                  </a:lnTo>
                  <a:lnTo>
                    <a:pt x="7716902" y="3116972"/>
                  </a:lnTo>
                  <a:lnTo>
                    <a:pt x="7713733" y="3116972"/>
                  </a:lnTo>
                  <a:lnTo>
                    <a:pt x="7710564" y="3116972"/>
                  </a:lnTo>
                  <a:lnTo>
                    <a:pt x="7707395" y="3116972"/>
                  </a:lnTo>
                  <a:lnTo>
                    <a:pt x="7704226" y="3116972"/>
                  </a:lnTo>
                  <a:lnTo>
                    <a:pt x="7701057" y="3116972"/>
                  </a:lnTo>
                  <a:lnTo>
                    <a:pt x="7697887" y="3116972"/>
                  </a:lnTo>
                  <a:lnTo>
                    <a:pt x="7694718" y="3116972"/>
                  </a:lnTo>
                  <a:lnTo>
                    <a:pt x="7691549" y="3116972"/>
                  </a:lnTo>
                  <a:lnTo>
                    <a:pt x="7688380" y="3116972"/>
                  </a:lnTo>
                  <a:lnTo>
                    <a:pt x="7685211" y="3116972"/>
                  </a:lnTo>
                  <a:lnTo>
                    <a:pt x="7682042" y="3116972"/>
                  </a:lnTo>
                  <a:lnTo>
                    <a:pt x="7678873" y="3116972"/>
                  </a:lnTo>
                  <a:lnTo>
                    <a:pt x="7675703" y="3116972"/>
                  </a:lnTo>
                  <a:lnTo>
                    <a:pt x="7672534" y="3116972"/>
                  </a:lnTo>
                  <a:lnTo>
                    <a:pt x="7669365" y="3116972"/>
                  </a:lnTo>
                  <a:lnTo>
                    <a:pt x="7666196" y="3116972"/>
                  </a:lnTo>
                  <a:lnTo>
                    <a:pt x="7663027" y="3116972"/>
                  </a:lnTo>
                  <a:lnTo>
                    <a:pt x="7659858" y="3116972"/>
                  </a:lnTo>
                  <a:lnTo>
                    <a:pt x="7656688" y="3116972"/>
                  </a:lnTo>
                  <a:lnTo>
                    <a:pt x="7653519" y="3116972"/>
                  </a:lnTo>
                  <a:lnTo>
                    <a:pt x="7650350" y="3116972"/>
                  </a:lnTo>
                  <a:lnTo>
                    <a:pt x="7647181" y="3116972"/>
                  </a:lnTo>
                  <a:lnTo>
                    <a:pt x="7644012" y="3116972"/>
                  </a:lnTo>
                  <a:lnTo>
                    <a:pt x="7640843" y="3116972"/>
                  </a:lnTo>
                  <a:lnTo>
                    <a:pt x="7637673" y="3116972"/>
                  </a:lnTo>
                  <a:lnTo>
                    <a:pt x="7634504" y="3116972"/>
                  </a:lnTo>
                  <a:lnTo>
                    <a:pt x="7631335" y="3116972"/>
                  </a:lnTo>
                  <a:lnTo>
                    <a:pt x="7628166" y="3116972"/>
                  </a:lnTo>
                  <a:lnTo>
                    <a:pt x="7624997" y="3116972"/>
                  </a:lnTo>
                  <a:lnTo>
                    <a:pt x="7621828" y="3116972"/>
                  </a:lnTo>
                  <a:lnTo>
                    <a:pt x="7618658" y="3116972"/>
                  </a:lnTo>
                  <a:lnTo>
                    <a:pt x="7615489" y="3116972"/>
                  </a:lnTo>
                  <a:lnTo>
                    <a:pt x="7612320" y="3116972"/>
                  </a:lnTo>
                  <a:lnTo>
                    <a:pt x="7609151" y="3116972"/>
                  </a:lnTo>
                  <a:lnTo>
                    <a:pt x="7605982" y="3116972"/>
                  </a:lnTo>
                  <a:lnTo>
                    <a:pt x="7602813" y="3116972"/>
                  </a:lnTo>
                  <a:lnTo>
                    <a:pt x="7599644" y="3116972"/>
                  </a:lnTo>
                  <a:lnTo>
                    <a:pt x="7596474" y="3116972"/>
                  </a:lnTo>
                  <a:lnTo>
                    <a:pt x="7593305" y="3116972"/>
                  </a:lnTo>
                  <a:lnTo>
                    <a:pt x="7590136" y="3116972"/>
                  </a:lnTo>
                  <a:lnTo>
                    <a:pt x="7586967" y="3116972"/>
                  </a:lnTo>
                  <a:lnTo>
                    <a:pt x="7583798" y="3116972"/>
                  </a:lnTo>
                  <a:lnTo>
                    <a:pt x="7580629" y="3116972"/>
                  </a:lnTo>
                  <a:lnTo>
                    <a:pt x="7577459" y="3116972"/>
                  </a:lnTo>
                  <a:lnTo>
                    <a:pt x="7574290" y="3116972"/>
                  </a:lnTo>
                  <a:lnTo>
                    <a:pt x="7571121" y="3116972"/>
                  </a:lnTo>
                  <a:lnTo>
                    <a:pt x="7567952" y="3116972"/>
                  </a:lnTo>
                  <a:lnTo>
                    <a:pt x="7564783" y="3116972"/>
                  </a:lnTo>
                  <a:lnTo>
                    <a:pt x="7561614" y="3116972"/>
                  </a:lnTo>
                  <a:lnTo>
                    <a:pt x="7558444" y="3116972"/>
                  </a:lnTo>
                  <a:lnTo>
                    <a:pt x="7555275" y="3116972"/>
                  </a:lnTo>
                  <a:lnTo>
                    <a:pt x="7552106" y="3116972"/>
                  </a:lnTo>
                  <a:lnTo>
                    <a:pt x="7548937" y="3116972"/>
                  </a:lnTo>
                  <a:lnTo>
                    <a:pt x="7545768" y="3116972"/>
                  </a:lnTo>
                  <a:lnTo>
                    <a:pt x="7542599" y="3116972"/>
                  </a:lnTo>
                  <a:lnTo>
                    <a:pt x="7539429" y="3116972"/>
                  </a:lnTo>
                  <a:lnTo>
                    <a:pt x="7536260" y="3116972"/>
                  </a:lnTo>
                  <a:lnTo>
                    <a:pt x="7533091" y="3116972"/>
                  </a:lnTo>
                  <a:lnTo>
                    <a:pt x="7529922" y="3116972"/>
                  </a:lnTo>
                  <a:lnTo>
                    <a:pt x="7526753" y="3116972"/>
                  </a:lnTo>
                  <a:lnTo>
                    <a:pt x="7523584" y="3116972"/>
                  </a:lnTo>
                  <a:lnTo>
                    <a:pt x="7520415" y="3116972"/>
                  </a:lnTo>
                  <a:lnTo>
                    <a:pt x="7517245" y="3116972"/>
                  </a:lnTo>
                  <a:lnTo>
                    <a:pt x="7514076" y="3116972"/>
                  </a:lnTo>
                  <a:lnTo>
                    <a:pt x="7510907" y="3116972"/>
                  </a:lnTo>
                  <a:lnTo>
                    <a:pt x="7507738" y="3116972"/>
                  </a:lnTo>
                  <a:lnTo>
                    <a:pt x="7504569" y="3116972"/>
                  </a:lnTo>
                  <a:lnTo>
                    <a:pt x="7501400" y="3116972"/>
                  </a:lnTo>
                  <a:lnTo>
                    <a:pt x="7498230" y="3116972"/>
                  </a:lnTo>
                  <a:lnTo>
                    <a:pt x="7495061" y="3116972"/>
                  </a:lnTo>
                  <a:lnTo>
                    <a:pt x="7491892" y="3116972"/>
                  </a:lnTo>
                  <a:lnTo>
                    <a:pt x="7488723" y="3116972"/>
                  </a:lnTo>
                  <a:lnTo>
                    <a:pt x="7485554" y="3116972"/>
                  </a:lnTo>
                  <a:lnTo>
                    <a:pt x="7482385" y="3116972"/>
                  </a:lnTo>
                  <a:lnTo>
                    <a:pt x="7479215" y="3116972"/>
                  </a:lnTo>
                  <a:lnTo>
                    <a:pt x="7476046" y="3116972"/>
                  </a:lnTo>
                  <a:lnTo>
                    <a:pt x="7472877" y="3116972"/>
                  </a:lnTo>
                  <a:lnTo>
                    <a:pt x="7469708" y="3116972"/>
                  </a:lnTo>
                  <a:lnTo>
                    <a:pt x="7466539" y="3116972"/>
                  </a:lnTo>
                  <a:lnTo>
                    <a:pt x="7463370" y="3116972"/>
                  </a:lnTo>
                  <a:lnTo>
                    <a:pt x="7460201" y="3116972"/>
                  </a:lnTo>
                  <a:lnTo>
                    <a:pt x="7457031" y="3116972"/>
                  </a:lnTo>
                  <a:lnTo>
                    <a:pt x="7453862" y="3116972"/>
                  </a:lnTo>
                  <a:lnTo>
                    <a:pt x="7450693" y="3116972"/>
                  </a:lnTo>
                  <a:lnTo>
                    <a:pt x="7447524" y="3116972"/>
                  </a:lnTo>
                  <a:lnTo>
                    <a:pt x="7444355" y="3116972"/>
                  </a:lnTo>
                  <a:lnTo>
                    <a:pt x="7441186" y="3116972"/>
                  </a:lnTo>
                  <a:lnTo>
                    <a:pt x="7438016" y="3116972"/>
                  </a:lnTo>
                  <a:lnTo>
                    <a:pt x="7434847" y="3116972"/>
                  </a:lnTo>
                  <a:lnTo>
                    <a:pt x="7431678" y="3116972"/>
                  </a:lnTo>
                  <a:lnTo>
                    <a:pt x="7428509" y="3116972"/>
                  </a:lnTo>
                  <a:lnTo>
                    <a:pt x="7425340" y="3116972"/>
                  </a:lnTo>
                  <a:lnTo>
                    <a:pt x="7422171" y="3116972"/>
                  </a:lnTo>
                  <a:lnTo>
                    <a:pt x="7419001" y="3116972"/>
                  </a:lnTo>
                  <a:lnTo>
                    <a:pt x="7415832" y="3116972"/>
                  </a:lnTo>
                  <a:lnTo>
                    <a:pt x="7412663" y="3116972"/>
                  </a:lnTo>
                  <a:lnTo>
                    <a:pt x="7409494" y="3116972"/>
                  </a:lnTo>
                  <a:lnTo>
                    <a:pt x="7406325" y="3116972"/>
                  </a:lnTo>
                  <a:lnTo>
                    <a:pt x="7403156" y="3116972"/>
                  </a:lnTo>
                  <a:lnTo>
                    <a:pt x="7399986" y="3116972"/>
                  </a:lnTo>
                  <a:lnTo>
                    <a:pt x="7396817" y="3116972"/>
                  </a:lnTo>
                  <a:lnTo>
                    <a:pt x="7393648" y="3116972"/>
                  </a:lnTo>
                  <a:lnTo>
                    <a:pt x="7390479" y="3116972"/>
                  </a:lnTo>
                  <a:lnTo>
                    <a:pt x="7387310" y="3116972"/>
                  </a:lnTo>
                  <a:lnTo>
                    <a:pt x="7384141" y="3116972"/>
                  </a:lnTo>
                  <a:lnTo>
                    <a:pt x="7380972" y="3116972"/>
                  </a:lnTo>
                  <a:lnTo>
                    <a:pt x="7377802" y="3116972"/>
                  </a:lnTo>
                  <a:lnTo>
                    <a:pt x="7374633" y="3116972"/>
                  </a:lnTo>
                  <a:lnTo>
                    <a:pt x="7371464" y="3116972"/>
                  </a:lnTo>
                  <a:lnTo>
                    <a:pt x="7368295" y="3116972"/>
                  </a:lnTo>
                  <a:lnTo>
                    <a:pt x="7365126" y="3116972"/>
                  </a:lnTo>
                  <a:lnTo>
                    <a:pt x="7361957" y="3116972"/>
                  </a:lnTo>
                  <a:lnTo>
                    <a:pt x="7358787" y="3116972"/>
                  </a:lnTo>
                  <a:lnTo>
                    <a:pt x="7355618" y="3116972"/>
                  </a:lnTo>
                  <a:lnTo>
                    <a:pt x="7352449" y="3116972"/>
                  </a:lnTo>
                  <a:lnTo>
                    <a:pt x="7349280" y="3116972"/>
                  </a:lnTo>
                  <a:lnTo>
                    <a:pt x="7346111" y="3116972"/>
                  </a:lnTo>
                  <a:lnTo>
                    <a:pt x="7342942" y="3116972"/>
                  </a:lnTo>
                  <a:lnTo>
                    <a:pt x="7339772" y="3116972"/>
                  </a:lnTo>
                  <a:lnTo>
                    <a:pt x="7336603" y="3116972"/>
                  </a:lnTo>
                  <a:lnTo>
                    <a:pt x="7333434" y="3116972"/>
                  </a:lnTo>
                  <a:lnTo>
                    <a:pt x="7330265" y="3116972"/>
                  </a:lnTo>
                  <a:lnTo>
                    <a:pt x="7327096" y="3116972"/>
                  </a:lnTo>
                  <a:lnTo>
                    <a:pt x="7323927" y="3116972"/>
                  </a:lnTo>
                  <a:lnTo>
                    <a:pt x="7320758" y="3116972"/>
                  </a:lnTo>
                  <a:lnTo>
                    <a:pt x="7317588" y="3116972"/>
                  </a:lnTo>
                  <a:lnTo>
                    <a:pt x="7314419" y="3116972"/>
                  </a:lnTo>
                  <a:lnTo>
                    <a:pt x="7311250" y="3116972"/>
                  </a:lnTo>
                  <a:lnTo>
                    <a:pt x="7308081" y="3116972"/>
                  </a:lnTo>
                  <a:lnTo>
                    <a:pt x="7304912" y="3116972"/>
                  </a:lnTo>
                  <a:lnTo>
                    <a:pt x="7301743" y="3116972"/>
                  </a:lnTo>
                  <a:lnTo>
                    <a:pt x="7298573" y="3116972"/>
                  </a:lnTo>
                  <a:lnTo>
                    <a:pt x="7295404" y="3116972"/>
                  </a:lnTo>
                  <a:lnTo>
                    <a:pt x="7292235" y="3116972"/>
                  </a:lnTo>
                  <a:lnTo>
                    <a:pt x="7289066" y="3116972"/>
                  </a:lnTo>
                  <a:lnTo>
                    <a:pt x="7285897" y="3116972"/>
                  </a:lnTo>
                  <a:lnTo>
                    <a:pt x="7282728" y="3116972"/>
                  </a:lnTo>
                  <a:lnTo>
                    <a:pt x="7279558" y="3116972"/>
                  </a:lnTo>
                  <a:lnTo>
                    <a:pt x="7276389" y="3116972"/>
                  </a:lnTo>
                  <a:lnTo>
                    <a:pt x="7273220" y="3116972"/>
                  </a:lnTo>
                  <a:lnTo>
                    <a:pt x="7270051" y="3116972"/>
                  </a:lnTo>
                  <a:lnTo>
                    <a:pt x="7266882" y="3116972"/>
                  </a:lnTo>
                  <a:lnTo>
                    <a:pt x="7263713" y="3116972"/>
                  </a:lnTo>
                  <a:lnTo>
                    <a:pt x="7260543" y="3116972"/>
                  </a:lnTo>
                  <a:lnTo>
                    <a:pt x="7257374" y="3116972"/>
                  </a:lnTo>
                  <a:lnTo>
                    <a:pt x="7254205" y="3116972"/>
                  </a:lnTo>
                  <a:lnTo>
                    <a:pt x="7251036" y="3116972"/>
                  </a:lnTo>
                  <a:lnTo>
                    <a:pt x="7247867" y="3116972"/>
                  </a:lnTo>
                  <a:lnTo>
                    <a:pt x="7244698" y="3116972"/>
                  </a:lnTo>
                  <a:lnTo>
                    <a:pt x="7241529" y="3116972"/>
                  </a:lnTo>
                  <a:lnTo>
                    <a:pt x="7238359" y="3116972"/>
                  </a:lnTo>
                  <a:lnTo>
                    <a:pt x="7235190" y="3116972"/>
                  </a:lnTo>
                  <a:lnTo>
                    <a:pt x="7232021" y="3116972"/>
                  </a:lnTo>
                  <a:lnTo>
                    <a:pt x="7228852" y="3116972"/>
                  </a:lnTo>
                  <a:lnTo>
                    <a:pt x="7225683" y="3116972"/>
                  </a:lnTo>
                  <a:lnTo>
                    <a:pt x="7222514" y="3116972"/>
                  </a:lnTo>
                  <a:lnTo>
                    <a:pt x="7219344" y="3116972"/>
                  </a:lnTo>
                  <a:lnTo>
                    <a:pt x="7216175" y="3116972"/>
                  </a:lnTo>
                  <a:lnTo>
                    <a:pt x="7213006" y="3116972"/>
                  </a:lnTo>
                  <a:lnTo>
                    <a:pt x="7209837" y="3116972"/>
                  </a:lnTo>
                  <a:lnTo>
                    <a:pt x="7206668" y="3116972"/>
                  </a:lnTo>
                  <a:lnTo>
                    <a:pt x="7203499" y="3116972"/>
                  </a:lnTo>
                  <a:lnTo>
                    <a:pt x="7200329" y="3116972"/>
                  </a:lnTo>
                  <a:lnTo>
                    <a:pt x="7197160" y="3116972"/>
                  </a:lnTo>
                  <a:lnTo>
                    <a:pt x="7193991" y="3116972"/>
                  </a:lnTo>
                  <a:lnTo>
                    <a:pt x="7190822" y="3116972"/>
                  </a:lnTo>
                  <a:lnTo>
                    <a:pt x="7187653" y="3116972"/>
                  </a:lnTo>
                  <a:lnTo>
                    <a:pt x="7184484" y="3116972"/>
                  </a:lnTo>
                  <a:lnTo>
                    <a:pt x="7181314" y="3116972"/>
                  </a:lnTo>
                  <a:lnTo>
                    <a:pt x="7178145" y="3116972"/>
                  </a:lnTo>
                  <a:lnTo>
                    <a:pt x="7174976" y="3116972"/>
                  </a:lnTo>
                  <a:lnTo>
                    <a:pt x="7171807" y="3116972"/>
                  </a:lnTo>
                  <a:lnTo>
                    <a:pt x="7168638" y="3116972"/>
                  </a:lnTo>
                  <a:lnTo>
                    <a:pt x="7165469" y="3116972"/>
                  </a:lnTo>
                  <a:lnTo>
                    <a:pt x="7162300" y="3116972"/>
                  </a:lnTo>
                  <a:lnTo>
                    <a:pt x="7159130" y="3116972"/>
                  </a:lnTo>
                  <a:lnTo>
                    <a:pt x="7155961" y="3116972"/>
                  </a:lnTo>
                  <a:lnTo>
                    <a:pt x="7152792" y="3116972"/>
                  </a:lnTo>
                  <a:lnTo>
                    <a:pt x="7149623" y="3116972"/>
                  </a:lnTo>
                  <a:lnTo>
                    <a:pt x="7146454" y="3116972"/>
                  </a:lnTo>
                  <a:lnTo>
                    <a:pt x="7143285" y="3116972"/>
                  </a:lnTo>
                  <a:lnTo>
                    <a:pt x="7140115" y="3116972"/>
                  </a:lnTo>
                  <a:lnTo>
                    <a:pt x="7136946" y="3116972"/>
                  </a:lnTo>
                  <a:lnTo>
                    <a:pt x="7133777" y="3116972"/>
                  </a:lnTo>
                  <a:lnTo>
                    <a:pt x="7130608" y="3116972"/>
                  </a:lnTo>
                  <a:lnTo>
                    <a:pt x="7127439" y="3116972"/>
                  </a:lnTo>
                  <a:lnTo>
                    <a:pt x="7124270" y="3116972"/>
                  </a:lnTo>
                  <a:lnTo>
                    <a:pt x="7121100" y="3116972"/>
                  </a:lnTo>
                  <a:lnTo>
                    <a:pt x="7117931" y="3116972"/>
                  </a:lnTo>
                  <a:lnTo>
                    <a:pt x="7114762" y="3116972"/>
                  </a:lnTo>
                  <a:lnTo>
                    <a:pt x="7111593" y="3116972"/>
                  </a:lnTo>
                  <a:lnTo>
                    <a:pt x="7108424" y="3116972"/>
                  </a:lnTo>
                  <a:lnTo>
                    <a:pt x="7105255" y="3116972"/>
                  </a:lnTo>
                  <a:lnTo>
                    <a:pt x="7102086" y="3116972"/>
                  </a:lnTo>
                  <a:lnTo>
                    <a:pt x="7098916" y="3116972"/>
                  </a:lnTo>
                  <a:lnTo>
                    <a:pt x="7095747" y="3116972"/>
                  </a:lnTo>
                  <a:lnTo>
                    <a:pt x="7092578" y="3116972"/>
                  </a:lnTo>
                  <a:lnTo>
                    <a:pt x="7089409" y="3116972"/>
                  </a:lnTo>
                  <a:lnTo>
                    <a:pt x="7086240" y="3116972"/>
                  </a:lnTo>
                  <a:lnTo>
                    <a:pt x="7083071" y="3116972"/>
                  </a:lnTo>
                  <a:lnTo>
                    <a:pt x="7079901" y="3116972"/>
                  </a:lnTo>
                  <a:lnTo>
                    <a:pt x="7076732" y="3116972"/>
                  </a:lnTo>
                  <a:lnTo>
                    <a:pt x="7073563" y="3116972"/>
                  </a:lnTo>
                  <a:lnTo>
                    <a:pt x="7070394" y="3116972"/>
                  </a:lnTo>
                  <a:lnTo>
                    <a:pt x="7067225" y="3116972"/>
                  </a:lnTo>
                  <a:lnTo>
                    <a:pt x="7064056" y="3116972"/>
                  </a:lnTo>
                  <a:lnTo>
                    <a:pt x="7060886" y="3116972"/>
                  </a:lnTo>
                  <a:lnTo>
                    <a:pt x="7057717" y="3116972"/>
                  </a:lnTo>
                  <a:lnTo>
                    <a:pt x="7054548" y="3116972"/>
                  </a:lnTo>
                  <a:lnTo>
                    <a:pt x="7051379" y="3116972"/>
                  </a:lnTo>
                  <a:lnTo>
                    <a:pt x="7048210" y="3116972"/>
                  </a:lnTo>
                  <a:lnTo>
                    <a:pt x="7045041" y="3116972"/>
                  </a:lnTo>
                  <a:lnTo>
                    <a:pt x="7041871" y="3116972"/>
                  </a:lnTo>
                  <a:lnTo>
                    <a:pt x="7038702" y="3116972"/>
                  </a:lnTo>
                  <a:lnTo>
                    <a:pt x="7035533" y="3116972"/>
                  </a:lnTo>
                  <a:lnTo>
                    <a:pt x="7032364" y="3116972"/>
                  </a:lnTo>
                  <a:lnTo>
                    <a:pt x="7029195" y="3116972"/>
                  </a:lnTo>
                  <a:lnTo>
                    <a:pt x="7026026" y="3116972"/>
                  </a:lnTo>
                  <a:lnTo>
                    <a:pt x="7022857" y="3116972"/>
                  </a:lnTo>
                  <a:lnTo>
                    <a:pt x="7019687" y="3116972"/>
                  </a:lnTo>
                  <a:lnTo>
                    <a:pt x="7016518" y="3116972"/>
                  </a:lnTo>
                  <a:lnTo>
                    <a:pt x="7013349" y="3116972"/>
                  </a:lnTo>
                  <a:lnTo>
                    <a:pt x="7010180" y="3116972"/>
                  </a:lnTo>
                  <a:lnTo>
                    <a:pt x="7007011" y="3116972"/>
                  </a:lnTo>
                  <a:lnTo>
                    <a:pt x="7003842" y="3116972"/>
                  </a:lnTo>
                  <a:lnTo>
                    <a:pt x="7000672" y="3116972"/>
                  </a:lnTo>
                  <a:lnTo>
                    <a:pt x="6997503" y="3116972"/>
                  </a:lnTo>
                  <a:lnTo>
                    <a:pt x="6994334" y="3116972"/>
                  </a:lnTo>
                  <a:lnTo>
                    <a:pt x="6991165" y="3116972"/>
                  </a:lnTo>
                  <a:lnTo>
                    <a:pt x="6987996" y="3116972"/>
                  </a:lnTo>
                  <a:lnTo>
                    <a:pt x="6984827" y="3116972"/>
                  </a:lnTo>
                  <a:lnTo>
                    <a:pt x="6981657" y="3116972"/>
                  </a:lnTo>
                  <a:lnTo>
                    <a:pt x="6978488" y="3116972"/>
                  </a:lnTo>
                  <a:lnTo>
                    <a:pt x="6975319" y="3116972"/>
                  </a:lnTo>
                  <a:lnTo>
                    <a:pt x="6972150" y="3116972"/>
                  </a:lnTo>
                  <a:lnTo>
                    <a:pt x="6968981" y="3116972"/>
                  </a:lnTo>
                  <a:lnTo>
                    <a:pt x="6965812" y="3116972"/>
                  </a:lnTo>
                  <a:lnTo>
                    <a:pt x="6962642" y="3116972"/>
                  </a:lnTo>
                  <a:lnTo>
                    <a:pt x="6959473" y="3116972"/>
                  </a:lnTo>
                  <a:lnTo>
                    <a:pt x="6956304" y="3116972"/>
                  </a:lnTo>
                  <a:lnTo>
                    <a:pt x="6953135" y="3116972"/>
                  </a:lnTo>
                  <a:lnTo>
                    <a:pt x="6949966" y="3116972"/>
                  </a:lnTo>
                  <a:lnTo>
                    <a:pt x="6946797" y="3116972"/>
                  </a:lnTo>
                  <a:lnTo>
                    <a:pt x="6943628" y="3116972"/>
                  </a:lnTo>
                  <a:lnTo>
                    <a:pt x="6940458" y="3116972"/>
                  </a:lnTo>
                  <a:lnTo>
                    <a:pt x="6937289" y="3116972"/>
                  </a:lnTo>
                  <a:lnTo>
                    <a:pt x="6934120" y="3116972"/>
                  </a:lnTo>
                  <a:lnTo>
                    <a:pt x="6930951" y="3116972"/>
                  </a:lnTo>
                  <a:lnTo>
                    <a:pt x="6927782" y="3116972"/>
                  </a:lnTo>
                  <a:lnTo>
                    <a:pt x="6924613" y="3116972"/>
                  </a:lnTo>
                  <a:lnTo>
                    <a:pt x="6921443" y="3116972"/>
                  </a:lnTo>
                  <a:lnTo>
                    <a:pt x="6918274" y="3116972"/>
                  </a:lnTo>
                  <a:lnTo>
                    <a:pt x="6915105" y="3116972"/>
                  </a:lnTo>
                  <a:lnTo>
                    <a:pt x="6911936" y="3116972"/>
                  </a:lnTo>
                  <a:lnTo>
                    <a:pt x="6908767" y="3116972"/>
                  </a:lnTo>
                  <a:lnTo>
                    <a:pt x="6905598" y="3116972"/>
                  </a:lnTo>
                  <a:lnTo>
                    <a:pt x="6902428" y="3116972"/>
                  </a:lnTo>
                  <a:lnTo>
                    <a:pt x="6899259" y="3116972"/>
                  </a:lnTo>
                  <a:lnTo>
                    <a:pt x="6896090" y="3116972"/>
                  </a:lnTo>
                  <a:lnTo>
                    <a:pt x="6892921" y="3116972"/>
                  </a:lnTo>
                  <a:lnTo>
                    <a:pt x="6889752" y="3116972"/>
                  </a:lnTo>
                  <a:lnTo>
                    <a:pt x="6886583" y="3116972"/>
                  </a:lnTo>
                  <a:lnTo>
                    <a:pt x="6883414" y="3116972"/>
                  </a:lnTo>
                  <a:lnTo>
                    <a:pt x="6880244" y="3116972"/>
                  </a:lnTo>
                  <a:lnTo>
                    <a:pt x="6877075" y="3116972"/>
                  </a:lnTo>
                  <a:lnTo>
                    <a:pt x="6873906" y="3116972"/>
                  </a:lnTo>
                  <a:lnTo>
                    <a:pt x="6870737" y="3116972"/>
                  </a:lnTo>
                  <a:lnTo>
                    <a:pt x="6867568" y="3116972"/>
                  </a:lnTo>
                  <a:lnTo>
                    <a:pt x="6864399" y="3116972"/>
                  </a:lnTo>
                  <a:lnTo>
                    <a:pt x="6861229" y="3116972"/>
                  </a:lnTo>
                  <a:lnTo>
                    <a:pt x="6858060" y="3116972"/>
                  </a:lnTo>
                  <a:lnTo>
                    <a:pt x="6854891" y="3116972"/>
                  </a:lnTo>
                  <a:lnTo>
                    <a:pt x="6851722" y="3116972"/>
                  </a:lnTo>
                  <a:lnTo>
                    <a:pt x="6848553" y="3116972"/>
                  </a:lnTo>
                  <a:lnTo>
                    <a:pt x="6845384" y="3116972"/>
                  </a:lnTo>
                  <a:lnTo>
                    <a:pt x="6842214" y="3116972"/>
                  </a:lnTo>
                  <a:lnTo>
                    <a:pt x="6839045" y="3116972"/>
                  </a:lnTo>
                  <a:lnTo>
                    <a:pt x="6835876" y="3116972"/>
                  </a:lnTo>
                  <a:lnTo>
                    <a:pt x="6832707" y="3116972"/>
                  </a:lnTo>
                  <a:lnTo>
                    <a:pt x="6829538" y="3116972"/>
                  </a:lnTo>
                  <a:lnTo>
                    <a:pt x="6826369" y="3116972"/>
                  </a:lnTo>
                  <a:lnTo>
                    <a:pt x="6823199" y="3116972"/>
                  </a:lnTo>
                  <a:lnTo>
                    <a:pt x="6820030" y="3116972"/>
                  </a:lnTo>
                  <a:lnTo>
                    <a:pt x="6816861" y="3116972"/>
                  </a:lnTo>
                  <a:lnTo>
                    <a:pt x="6813692" y="3116972"/>
                  </a:lnTo>
                  <a:lnTo>
                    <a:pt x="6810523" y="3116972"/>
                  </a:lnTo>
                  <a:lnTo>
                    <a:pt x="6807354" y="3116972"/>
                  </a:lnTo>
                  <a:lnTo>
                    <a:pt x="6804185" y="3116972"/>
                  </a:lnTo>
                  <a:lnTo>
                    <a:pt x="6801015" y="3116972"/>
                  </a:lnTo>
                  <a:lnTo>
                    <a:pt x="6797846" y="3116972"/>
                  </a:lnTo>
                  <a:lnTo>
                    <a:pt x="6794677" y="3116972"/>
                  </a:lnTo>
                  <a:lnTo>
                    <a:pt x="6791508" y="3116972"/>
                  </a:lnTo>
                  <a:lnTo>
                    <a:pt x="6788339" y="3116972"/>
                  </a:lnTo>
                  <a:lnTo>
                    <a:pt x="6785170" y="3116972"/>
                  </a:lnTo>
                  <a:lnTo>
                    <a:pt x="6782000" y="3116972"/>
                  </a:lnTo>
                  <a:lnTo>
                    <a:pt x="6778831" y="3116972"/>
                  </a:lnTo>
                  <a:lnTo>
                    <a:pt x="6775662" y="3116972"/>
                  </a:lnTo>
                  <a:lnTo>
                    <a:pt x="6772493" y="3116972"/>
                  </a:lnTo>
                  <a:lnTo>
                    <a:pt x="6769324" y="3116972"/>
                  </a:lnTo>
                  <a:lnTo>
                    <a:pt x="6766155" y="3116972"/>
                  </a:lnTo>
                  <a:lnTo>
                    <a:pt x="6762985" y="3116972"/>
                  </a:lnTo>
                  <a:lnTo>
                    <a:pt x="6759816" y="3116972"/>
                  </a:lnTo>
                  <a:lnTo>
                    <a:pt x="6756647" y="3116972"/>
                  </a:lnTo>
                  <a:lnTo>
                    <a:pt x="6753478" y="3116972"/>
                  </a:lnTo>
                  <a:lnTo>
                    <a:pt x="6750309" y="3116972"/>
                  </a:lnTo>
                  <a:lnTo>
                    <a:pt x="6747140" y="3116972"/>
                  </a:lnTo>
                  <a:lnTo>
                    <a:pt x="6743971" y="3116972"/>
                  </a:lnTo>
                  <a:lnTo>
                    <a:pt x="6740801" y="3116972"/>
                  </a:lnTo>
                  <a:lnTo>
                    <a:pt x="6737632" y="3116972"/>
                  </a:lnTo>
                  <a:lnTo>
                    <a:pt x="6734463" y="3116972"/>
                  </a:lnTo>
                  <a:lnTo>
                    <a:pt x="6731294" y="3116972"/>
                  </a:lnTo>
                  <a:lnTo>
                    <a:pt x="6728125" y="3116972"/>
                  </a:lnTo>
                  <a:lnTo>
                    <a:pt x="6724956" y="3116972"/>
                  </a:lnTo>
                  <a:lnTo>
                    <a:pt x="6721786" y="3116972"/>
                  </a:lnTo>
                  <a:lnTo>
                    <a:pt x="6718617" y="3116972"/>
                  </a:lnTo>
                  <a:lnTo>
                    <a:pt x="6715448" y="3116972"/>
                  </a:lnTo>
                  <a:lnTo>
                    <a:pt x="6712279" y="3116972"/>
                  </a:lnTo>
                  <a:lnTo>
                    <a:pt x="6709110" y="3116972"/>
                  </a:lnTo>
                  <a:lnTo>
                    <a:pt x="6705941" y="3116972"/>
                  </a:lnTo>
                  <a:lnTo>
                    <a:pt x="6702771" y="3116972"/>
                  </a:lnTo>
                  <a:lnTo>
                    <a:pt x="6699602" y="3116972"/>
                  </a:lnTo>
                  <a:lnTo>
                    <a:pt x="6696433" y="3116972"/>
                  </a:lnTo>
                  <a:lnTo>
                    <a:pt x="6693264" y="3116972"/>
                  </a:lnTo>
                  <a:lnTo>
                    <a:pt x="6690095" y="3116972"/>
                  </a:lnTo>
                  <a:lnTo>
                    <a:pt x="6686926" y="3116972"/>
                  </a:lnTo>
                  <a:lnTo>
                    <a:pt x="6683756" y="3116972"/>
                  </a:lnTo>
                  <a:lnTo>
                    <a:pt x="6680587" y="3116972"/>
                  </a:lnTo>
                  <a:lnTo>
                    <a:pt x="6677418" y="3116972"/>
                  </a:lnTo>
                  <a:lnTo>
                    <a:pt x="6674249" y="3116972"/>
                  </a:lnTo>
                  <a:lnTo>
                    <a:pt x="6671080" y="3116972"/>
                  </a:lnTo>
                  <a:lnTo>
                    <a:pt x="6667911" y="3116972"/>
                  </a:lnTo>
                  <a:lnTo>
                    <a:pt x="6664742" y="3116972"/>
                  </a:lnTo>
                  <a:lnTo>
                    <a:pt x="6661572" y="3116972"/>
                  </a:lnTo>
                  <a:lnTo>
                    <a:pt x="6658403" y="3116972"/>
                  </a:lnTo>
                  <a:lnTo>
                    <a:pt x="6655234" y="3116972"/>
                  </a:lnTo>
                  <a:lnTo>
                    <a:pt x="6652065" y="3116972"/>
                  </a:lnTo>
                  <a:lnTo>
                    <a:pt x="6648896" y="3116972"/>
                  </a:lnTo>
                  <a:lnTo>
                    <a:pt x="6645727" y="3116972"/>
                  </a:lnTo>
                  <a:lnTo>
                    <a:pt x="6642557" y="3116972"/>
                  </a:lnTo>
                  <a:lnTo>
                    <a:pt x="6639388" y="3116972"/>
                  </a:lnTo>
                  <a:lnTo>
                    <a:pt x="6636219" y="3116972"/>
                  </a:lnTo>
                  <a:lnTo>
                    <a:pt x="6633050" y="3116972"/>
                  </a:lnTo>
                  <a:lnTo>
                    <a:pt x="6629881" y="3116972"/>
                  </a:lnTo>
                  <a:lnTo>
                    <a:pt x="6626712" y="3116972"/>
                  </a:lnTo>
                  <a:lnTo>
                    <a:pt x="6623542" y="3116972"/>
                  </a:lnTo>
                  <a:lnTo>
                    <a:pt x="6620373" y="3116972"/>
                  </a:lnTo>
                  <a:lnTo>
                    <a:pt x="6617204" y="3116972"/>
                  </a:lnTo>
                  <a:lnTo>
                    <a:pt x="6614035" y="3116972"/>
                  </a:lnTo>
                  <a:lnTo>
                    <a:pt x="6610866" y="3116972"/>
                  </a:lnTo>
                  <a:lnTo>
                    <a:pt x="6607697" y="3116972"/>
                  </a:lnTo>
                  <a:lnTo>
                    <a:pt x="6604527" y="3116972"/>
                  </a:lnTo>
                  <a:lnTo>
                    <a:pt x="6601358" y="3116972"/>
                  </a:lnTo>
                  <a:lnTo>
                    <a:pt x="6598189" y="3116972"/>
                  </a:lnTo>
                  <a:lnTo>
                    <a:pt x="6595020" y="3116972"/>
                  </a:lnTo>
                  <a:lnTo>
                    <a:pt x="6591851" y="3116972"/>
                  </a:lnTo>
                  <a:lnTo>
                    <a:pt x="6588682" y="3116972"/>
                  </a:lnTo>
                  <a:lnTo>
                    <a:pt x="6585513" y="3116972"/>
                  </a:lnTo>
                  <a:lnTo>
                    <a:pt x="6582343" y="3116972"/>
                  </a:lnTo>
                  <a:lnTo>
                    <a:pt x="6579174" y="3116972"/>
                  </a:lnTo>
                  <a:lnTo>
                    <a:pt x="6576005" y="3116972"/>
                  </a:lnTo>
                  <a:lnTo>
                    <a:pt x="6572836" y="3116972"/>
                  </a:lnTo>
                  <a:lnTo>
                    <a:pt x="6569667" y="3116972"/>
                  </a:lnTo>
                  <a:lnTo>
                    <a:pt x="6566498" y="3116972"/>
                  </a:lnTo>
                  <a:lnTo>
                    <a:pt x="6563328" y="3116972"/>
                  </a:lnTo>
                  <a:lnTo>
                    <a:pt x="6560159" y="3116972"/>
                  </a:lnTo>
                  <a:lnTo>
                    <a:pt x="6556990" y="3116972"/>
                  </a:lnTo>
                  <a:lnTo>
                    <a:pt x="6553821" y="3116972"/>
                  </a:lnTo>
                  <a:lnTo>
                    <a:pt x="6550652" y="3116972"/>
                  </a:lnTo>
                  <a:lnTo>
                    <a:pt x="6547483" y="3116972"/>
                  </a:lnTo>
                  <a:lnTo>
                    <a:pt x="6544313" y="3116972"/>
                  </a:lnTo>
                  <a:lnTo>
                    <a:pt x="6541144" y="3116972"/>
                  </a:lnTo>
                  <a:lnTo>
                    <a:pt x="6537975" y="3116972"/>
                  </a:lnTo>
                  <a:lnTo>
                    <a:pt x="6534806" y="3116972"/>
                  </a:lnTo>
                  <a:lnTo>
                    <a:pt x="6531637" y="3116972"/>
                  </a:lnTo>
                  <a:lnTo>
                    <a:pt x="6528468" y="3116972"/>
                  </a:lnTo>
                  <a:lnTo>
                    <a:pt x="6525299" y="3116972"/>
                  </a:lnTo>
                  <a:lnTo>
                    <a:pt x="6522129" y="3116972"/>
                  </a:lnTo>
                  <a:lnTo>
                    <a:pt x="6518960" y="3116972"/>
                  </a:lnTo>
                  <a:lnTo>
                    <a:pt x="6515791" y="3116972"/>
                  </a:lnTo>
                  <a:lnTo>
                    <a:pt x="6512622" y="3116972"/>
                  </a:lnTo>
                  <a:lnTo>
                    <a:pt x="6509453" y="3116972"/>
                  </a:lnTo>
                  <a:lnTo>
                    <a:pt x="6506284" y="3116972"/>
                  </a:lnTo>
                  <a:lnTo>
                    <a:pt x="6503114" y="3116972"/>
                  </a:lnTo>
                  <a:lnTo>
                    <a:pt x="6499945" y="3116972"/>
                  </a:lnTo>
                  <a:lnTo>
                    <a:pt x="6496776" y="3116972"/>
                  </a:lnTo>
                  <a:lnTo>
                    <a:pt x="6493607" y="3116972"/>
                  </a:lnTo>
                  <a:lnTo>
                    <a:pt x="6490438" y="3116972"/>
                  </a:lnTo>
                  <a:lnTo>
                    <a:pt x="6487269" y="3116972"/>
                  </a:lnTo>
                  <a:lnTo>
                    <a:pt x="6484099" y="3116972"/>
                  </a:lnTo>
                  <a:lnTo>
                    <a:pt x="6480930" y="3116972"/>
                  </a:lnTo>
                  <a:lnTo>
                    <a:pt x="6477761" y="3116972"/>
                  </a:lnTo>
                  <a:lnTo>
                    <a:pt x="6474592" y="3116972"/>
                  </a:lnTo>
                  <a:lnTo>
                    <a:pt x="6471423" y="3116972"/>
                  </a:lnTo>
                  <a:lnTo>
                    <a:pt x="6468254" y="3116972"/>
                  </a:lnTo>
                  <a:lnTo>
                    <a:pt x="6465084" y="3116972"/>
                  </a:lnTo>
                  <a:lnTo>
                    <a:pt x="6461915" y="3116972"/>
                  </a:lnTo>
                  <a:lnTo>
                    <a:pt x="6458746" y="3116972"/>
                  </a:lnTo>
                  <a:lnTo>
                    <a:pt x="6455577" y="3116972"/>
                  </a:lnTo>
                  <a:lnTo>
                    <a:pt x="6452408" y="3116972"/>
                  </a:lnTo>
                  <a:lnTo>
                    <a:pt x="6449239" y="3116972"/>
                  </a:lnTo>
                  <a:lnTo>
                    <a:pt x="6446070" y="3116972"/>
                  </a:lnTo>
                  <a:lnTo>
                    <a:pt x="6442900" y="3116972"/>
                  </a:lnTo>
                  <a:lnTo>
                    <a:pt x="6439731" y="3116972"/>
                  </a:lnTo>
                  <a:lnTo>
                    <a:pt x="6436562" y="3116972"/>
                  </a:lnTo>
                  <a:lnTo>
                    <a:pt x="6433393" y="3116972"/>
                  </a:lnTo>
                  <a:lnTo>
                    <a:pt x="6430224" y="3116972"/>
                  </a:lnTo>
                  <a:lnTo>
                    <a:pt x="6427055" y="3116972"/>
                  </a:lnTo>
                  <a:lnTo>
                    <a:pt x="6423885" y="3116972"/>
                  </a:lnTo>
                  <a:lnTo>
                    <a:pt x="6420716" y="3116972"/>
                  </a:lnTo>
                  <a:lnTo>
                    <a:pt x="6417547" y="3116972"/>
                  </a:lnTo>
                  <a:lnTo>
                    <a:pt x="6414378" y="3116972"/>
                  </a:lnTo>
                  <a:lnTo>
                    <a:pt x="6411209" y="3116972"/>
                  </a:lnTo>
                  <a:lnTo>
                    <a:pt x="6408040" y="3116972"/>
                  </a:lnTo>
                  <a:lnTo>
                    <a:pt x="6404870" y="3116972"/>
                  </a:lnTo>
                  <a:lnTo>
                    <a:pt x="6401701" y="3116972"/>
                  </a:lnTo>
                  <a:lnTo>
                    <a:pt x="6398532" y="3116972"/>
                  </a:lnTo>
                  <a:lnTo>
                    <a:pt x="6395363" y="3116972"/>
                  </a:lnTo>
                  <a:lnTo>
                    <a:pt x="6392194" y="3116972"/>
                  </a:lnTo>
                  <a:lnTo>
                    <a:pt x="6389025" y="3116972"/>
                  </a:lnTo>
                  <a:lnTo>
                    <a:pt x="6385856" y="3116972"/>
                  </a:lnTo>
                  <a:lnTo>
                    <a:pt x="6382686" y="3116972"/>
                  </a:lnTo>
                  <a:lnTo>
                    <a:pt x="6379517" y="3116972"/>
                  </a:lnTo>
                  <a:lnTo>
                    <a:pt x="6376348" y="3116972"/>
                  </a:lnTo>
                  <a:lnTo>
                    <a:pt x="6373179" y="3116972"/>
                  </a:lnTo>
                  <a:lnTo>
                    <a:pt x="6370010" y="3116972"/>
                  </a:lnTo>
                  <a:lnTo>
                    <a:pt x="6366841" y="3116972"/>
                  </a:lnTo>
                  <a:lnTo>
                    <a:pt x="6363671" y="3116972"/>
                  </a:lnTo>
                  <a:lnTo>
                    <a:pt x="6360502" y="3116972"/>
                  </a:lnTo>
                  <a:lnTo>
                    <a:pt x="6357333" y="3116972"/>
                  </a:lnTo>
                  <a:lnTo>
                    <a:pt x="6354164" y="3116972"/>
                  </a:lnTo>
                  <a:lnTo>
                    <a:pt x="6350995" y="3116972"/>
                  </a:lnTo>
                  <a:lnTo>
                    <a:pt x="6347826" y="3116972"/>
                  </a:lnTo>
                  <a:lnTo>
                    <a:pt x="6344656" y="3116972"/>
                  </a:lnTo>
                  <a:lnTo>
                    <a:pt x="6341487" y="3116972"/>
                  </a:lnTo>
                  <a:lnTo>
                    <a:pt x="6338318" y="3116972"/>
                  </a:lnTo>
                  <a:lnTo>
                    <a:pt x="6335149" y="3116972"/>
                  </a:lnTo>
                  <a:lnTo>
                    <a:pt x="6331980" y="3116972"/>
                  </a:lnTo>
                  <a:lnTo>
                    <a:pt x="6328811" y="3116972"/>
                  </a:lnTo>
                  <a:lnTo>
                    <a:pt x="6325641" y="3116972"/>
                  </a:lnTo>
                  <a:lnTo>
                    <a:pt x="6322472" y="3116972"/>
                  </a:lnTo>
                  <a:lnTo>
                    <a:pt x="6319303" y="3116972"/>
                  </a:lnTo>
                  <a:lnTo>
                    <a:pt x="6316134" y="3116972"/>
                  </a:lnTo>
                  <a:lnTo>
                    <a:pt x="6312965" y="3116972"/>
                  </a:lnTo>
                  <a:lnTo>
                    <a:pt x="6309796" y="3116972"/>
                  </a:lnTo>
                  <a:lnTo>
                    <a:pt x="6306627" y="3116972"/>
                  </a:lnTo>
                  <a:lnTo>
                    <a:pt x="6303457" y="3116972"/>
                  </a:lnTo>
                  <a:lnTo>
                    <a:pt x="6300288" y="3116972"/>
                  </a:lnTo>
                  <a:lnTo>
                    <a:pt x="6297119" y="3116972"/>
                  </a:lnTo>
                  <a:lnTo>
                    <a:pt x="6293950" y="3116972"/>
                  </a:lnTo>
                  <a:lnTo>
                    <a:pt x="6290781" y="3116972"/>
                  </a:lnTo>
                  <a:lnTo>
                    <a:pt x="6287612" y="3116972"/>
                  </a:lnTo>
                  <a:lnTo>
                    <a:pt x="6284442" y="3116972"/>
                  </a:lnTo>
                  <a:lnTo>
                    <a:pt x="6281273" y="3116972"/>
                  </a:lnTo>
                  <a:lnTo>
                    <a:pt x="6278104" y="3116972"/>
                  </a:lnTo>
                  <a:lnTo>
                    <a:pt x="6274935" y="3116972"/>
                  </a:lnTo>
                  <a:lnTo>
                    <a:pt x="6271766" y="3116972"/>
                  </a:lnTo>
                  <a:lnTo>
                    <a:pt x="6268597" y="3116972"/>
                  </a:lnTo>
                  <a:lnTo>
                    <a:pt x="6265427" y="3116972"/>
                  </a:lnTo>
                  <a:lnTo>
                    <a:pt x="6262258" y="3116972"/>
                  </a:lnTo>
                  <a:lnTo>
                    <a:pt x="6259089" y="3116972"/>
                  </a:lnTo>
                  <a:lnTo>
                    <a:pt x="6255920" y="3116972"/>
                  </a:lnTo>
                  <a:lnTo>
                    <a:pt x="6252751" y="3116972"/>
                  </a:lnTo>
                  <a:lnTo>
                    <a:pt x="6249582" y="3116972"/>
                  </a:lnTo>
                  <a:lnTo>
                    <a:pt x="6246412" y="3116972"/>
                  </a:lnTo>
                  <a:lnTo>
                    <a:pt x="6243243" y="3116972"/>
                  </a:lnTo>
                  <a:lnTo>
                    <a:pt x="6240074" y="3116972"/>
                  </a:lnTo>
                  <a:lnTo>
                    <a:pt x="6236905" y="3116972"/>
                  </a:lnTo>
                  <a:lnTo>
                    <a:pt x="6233736" y="3116972"/>
                  </a:lnTo>
                  <a:lnTo>
                    <a:pt x="6230567" y="3116972"/>
                  </a:lnTo>
                  <a:lnTo>
                    <a:pt x="6227398" y="3116972"/>
                  </a:lnTo>
                  <a:lnTo>
                    <a:pt x="6224228" y="3116972"/>
                  </a:lnTo>
                  <a:lnTo>
                    <a:pt x="6221059" y="3116972"/>
                  </a:lnTo>
                  <a:lnTo>
                    <a:pt x="6217890" y="3116972"/>
                  </a:lnTo>
                  <a:lnTo>
                    <a:pt x="6214721" y="3116972"/>
                  </a:lnTo>
                  <a:lnTo>
                    <a:pt x="6211552" y="3116972"/>
                  </a:lnTo>
                  <a:lnTo>
                    <a:pt x="6208383" y="3116972"/>
                  </a:lnTo>
                  <a:lnTo>
                    <a:pt x="6205213" y="3116972"/>
                  </a:lnTo>
                  <a:lnTo>
                    <a:pt x="6202044" y="3116972"/>
                  </a:lnTo>
                  <a:lnTo>
                    <a:pt x="6198875" y="3116972"/>
                  </a:lnTo>
                  <a:lnTo>
                    <a:pt x="6195706" y="3116972"/>
                  </a:lnTo>
                  <a:lnTo>
                    <a:pt x="6192537" y="3116972"/>
                  </a:lnTo>
                  <a:lnTo>
                    <a:pt x="6189368" y="3116972"/>
                  </a:lnTo>
                  <a:lnTo>
                    <a:pt x="6186198" y="3116972"/>
                  </a:lnTo>
                  <a:lnTo>
                    <a:pt x="6183029" y="3116972"/>
                  </a:lnTo>
                  <a:lnTo>
                    <a:pt x="6179860" y="3116972"/>
                  </a:lnTo>
                  <a:lnTo>
                    <a:pt x="6176691" y="3116972"/>
                  </a:lnTo>
                  <a:lnTo>
                    <a:pt x="6173522" y="3116972"/>
                  </a:lnTo>
                  <a:lnTo>
                    <a:pt x="6170353" y="3116972"/>
                  </a:lnTo>
                  <a:lnTo>
                    <a:pt x="6167184" y="3116972"/>
                  </a:lnTo>
                  <a:lnTo>
                    <a:pt x="6164014" y="3116972"/>
                  </a:lnTo>
                  <a:lnTo>
                    <a:pt x="6160845" y="3116972"/>
                  </a:lnTo>
                  <a:lnTo>
                    <a:pt x="6157676" y="3116972"/>
                  </a:lnTo>
                  <a:lnTo>
                    <a:pt x="6154507" y="3116972"/>
                  </a:lnTo>
                  <a:lnTo>
                    <a:pt x="6151338" y="3116972"/>
                  </a:lnTo>
                  <a:lnTo>
                    <a:pt x="6148169" y="3116972"/>
                  </a:lnTo>
                  <a:lnTo>
                    <a:pt x="6144999" y="3116972"/>
                  </a:lnTo>
                  <a:lnTo>
                    <a:pt x="6141830" y="3116972"/>
                  </a:lnTo>
                  <a:lnTo>
                    <a:pt x="6138661" y="3116972"/>
                  </a:lnTo>
                  <a:lnTo>
                    <a:pt x="6135492" y="3116972"/>
                  </a:lnTo>
                  <a:lnTo>
                    <a:pt x="6132323" y="3116972"/>
                  </a:lnTo>
                  <a:lnTo>
                    <a:pt x="6129154" y="3116972"/>
                  </a:lnTo>
                  <a:lnTo>
                    <a:pt x="6125984" y="3116972"/>
                  </a:lnTo>
                  <a:lnTo>
                    <a:pt x="6122815" y="3116972"/>
                  </a:lnTo>
                  <a:lnTo>
                    <a:pt x="6119646" y="3116972"/>
                  </a:lnTo>
                  <a:lnTo>
                    <a:pt x="6116477" y="3116972"/>
                  </a:lnTo>
                  <a:lnTo>
                    <a:pt x="6113308" y="3116972"/>
                  </a:lnTo>
                  <a:lnTo>
                    <a:pt x="6110139" y="3116972"/>
                  </a:lnTo>
                  <a:lnTo>
                    <a:pt x="6106969" y="3116972"/>
                  </a:lnTo>
                  <a:lnTo>
                    <a:pt x="6103800" y="3116972"/>
                  </a:lnTo>
                  <a:lnTo>
                    <a:pt x="6100631" y="3116972"/>
                  </a:lnTo>
                  <a:lnTo>
                    <a:pt x="6097462" y="3116972"/>
                  </a:lnTo>
                  <a:lnTo>
                    <a:pt x="6094293" y="3116972"/>
                  </a:lnTo>
                  <a:lnTo>
                    <a:pt x="6091124" y="3116972"/>
                  </a:lnTo>
                  <a:lnTo>
                    <a:pt x="6087955" y="3116972"/>
                  </a:lnTo>
                  <a:lnTo>
                    <a:pt x="6084785" y="3116972"/>
                  </a:lnTo>
                  <a:lnTo>
                    <a:pt x="6081616" y="3116972"/>
                  </a:lnTo>
                  <a:lnTo>
                    <a:pt x="6078447" y="3116972"/>
                  </a:lnTo>
                  <a:lnTo>
                    <a:pt x="6075278" y="3116972"/>
                  </a:lnTo>
                  <a:lnTo>
                    <a:pt x="6072109" y="3116972"/>
                  </a:lnTo>
                  <a:lnTo>
                    <a:pt x="6068940" y="3116972"/>
                  </a:lnTo>
                  <a:lnTo>
                    <a:pt x="6065770" y="3116972"/>
                  </a:lnTo>
                  <a:lnTo>
                    <a:pt x="6062601" y="3116972"/>
                  </a:lnTo>
                  <a:lnTo>
                    <a:pt x="6059432" y="3116972"/>
                  </a:lnTo>
                  <a:lnTo>
                    <a:pt x="6056263" y="3116972"/>
                  </a:lnTo>
                  <a:lnTo>
                    <a:pt x="6053094" y="3116972"/>
                  </a:lnTo>
                  <a:lnTo>
                    <a:pt x="6049925" y="3116972"/>
                  </a:lnTo>
                  <a:lnTo>
                    <a:pt x="6046755" y="3116972"/>
                  </a:lnTo>
                  <a:lnTo>
                    <a:pt x="6043586" y="3116972"/>
                  </a:lnTo>
                  <a:lnTo>
                    <a:pt x="6040417" y="3116972"/>
                  </a:lnTo>
                  <a:lnTo>
                    <a:pt x="6037248" y="3116972"/>
                  </a:lnTo>
                  <a:lnTo>
                    <a:pt x="6034079" y="3116972"/>
                  </a:lnTo>
                  <a:lnTo>
                    <a:pt x="6030910" y="3116972"/>
                  </a:lnTo>
                  <a:lnTo>
                    <a:pt x="6027741" y="3116972"/>
                  </a:lnTo>
                  <a:lnTo>
                    <a:pt x="6024571" y="3116972"/>
                  </a:lnTo>
                  <a:lnTo>
                    <a:pt x="6021402" y="3116972"/>
                  </a:lnTo>
                  <a:lnTo>
                    <a:pt x="6018233" y="3116972"/>
                  </a:lnTo>
                  <a:lnTo>
                    <a:pt x="6015064" y="3116972"/>
                  </a:lnTo>
                  <a:lnTo>
                    <a:pt x="6011895" y="3116972"/>
                  </a:lnTo>
                  <a:lnTo>
                    <a:pt x="6008726" y="3116972"/>
                  </a:lnTo>
                  <a:lnTo>
                    <a:pt x="6005556" y="3116972"/>
                  </a:lnTo>
                  <a:lnTo>
                    <a:pt x="6002387" y="3116972"/>
                  </a:lnTo>
                  <a:lnTo>
                    <a:pt x="5999218" y="3116972"/>
                  </a:lnTo>
                  <a:lnTo>
                    <a:pt x="5996049" y="3116972"/>
                  </a:lnTo>
                  <a:lnTo>
                    <a:pt x="5992880" y="3116972"/>
                  </a:lnTo>
                  <a:lnTo>
                    <a:pt x="5989711" y="3116972"/>
                  </a:lnTo>
                  <a:lnTo>
                    <a:pt x="5986541" y="3116972"/>
                  </a:lnTo>
                  <a:lnTo>
                    <a:pt x="5983372" y="3116972"/>
                  </a:lnTo>
                  <a:lnTo>
                    <a:pt x="5980203" y="3116972"/>
                  </a:lnTo>
                  <a:lnTo>
                    <a:pt x="5977034" y="3116972"/>
                  </a:lnTo>
                  <a:lnTo>
                    <a:pt x="5973865" y="3116972"/>
                  </a:lnTo>
                  <a:lnTo>
                    <a:pt x="5970696" y="3116972"/>
                  </a:lnTo>
                  <a:lnTo>
                    <a:pt x="5967526" y="3116972"/>
                  </a:lnTo>
                  <a:lnTo>
                    <a:pt x="5964357" y="3116972"/>
                  </a:lnTo>
                  <a:lnTo>
                    <a:pt x="5961188" y="3116972"/>
                  </a:lnTo>
                  <a:lnTo>
                    <a:pt x="5958019" y="3116972"/>
                  </a:lnTo>
                  <a:lnTo>
                    <a:pt x="5954850" y="3116972"/>
                  </a:lnTo>
                  <a:lnTo>
                    <a:pt x="5951681" y="3116972"/>
                  </a:lnTo>
                  <a:lnTo>
                    <a:pt x="5948512" y="3116972"/>
                  </a:lnTo>
                  <a:lnTo>
                    <a:pt x="5945342" y="3116972"/>
                  </a:lnTo>
                  <a:lnTo>
                    <a:pt x="5942173" y="3116972"/>
                  </a:lnTo>
                  <a:lnTo>
                    <a:pt x="5939004" y="3116972"/>
                  </a:lnTo>
                  <a:lnTo>
                    <a:pt x="5935835" y="3116972"/>
                  </a:lnTo>
                  <a:lnTo>
                    <a:pt x="5932666" y="3116972"/>
                  </a:lnTo>
                  <a:lnTo>
                    <a:pt x="5929497" y="3116972"/>
                  </a:lnTo>
                  <a:lnTo>
                    <a:pt x="5926327" y="3116972"/>
                  </a:lnTo>
                  <a:lnTo>
                    <a:pt x="5923158" y="3116972"/>
                  </a:lnTo>
                  <a:lnTo>
                    <a:pt x="5919989" y="3116972"/>
                  </a:lnTo>
                  <a:lnTo>
                    <a:pt x="5916820" y="3116972"/>
                  </a:lnTo>
                  <a:lnTo>
                    <a:pt x="5913651" y="3116972"/>
                  </a:lnTo>
                  <a:lnTo>
                    <a:pt x="5910482" y="3116972"/>
                  </a:lnTo>
                  <a:lnTo>
                    <a:pt x="5907312" y="3116972"/>
                  </a:lnTo>
                  <a:lnTo>
                    <a:pt x="5904143" y="3116972"/>
                  </a:lnTo>
                  <a:lnTo>
                    <a:pt x="5900974" y="3116972"/>
                  </a:lnTo>
                  <a:lnTo>
                    <a:pt x="5897805" y="3116972"/>
                  </a:lnTo>
                  <a:lnTo>
                    <a:pt x="5894636" y="3116972"/>
                  </a:lnTo>
                  <a:lnTo>
                    <a:pt x="5891467" y="3116972"/>
                  </a:lnTo>
                  <a:lnTo>
                    <a:pt x="5888297" y="3116972"/>
                  </a:lnTo>
                  <a:lnTo>
                    <a:pt x="5885128" y="3116972"/>
                  </a:lnTo>
                  <a:lnTo>
                    <a:pt x="5881959" y="3116972"/>
                  </a:lnTo>
                  <a:lnTo>
                    <a:pt x="5878790" y="3116972"/>
                  </a:lnTo>
                  <a:lnTo>
                    <a:pt x="5875621" y="3116972"/>
                  </a:lnTo>
                  <a:lnTo>
                    <a:pt x="5872452" y="3116972"/>
                  </a:lnTo>
                  <a:lnTo>
                    <a:pt x="5869283" y="3116972"/>
                  </a:lnTo>
                  <a:lnTo>
                    <a:pt x="5866113" y="3116972"/>
                  </a:lnTo>
                  <a:lnTo>
                    <a:pt x="5862944" y="3116972"/>
                  </a:lnTo>
                  <a:lnTo>
                    <a:pt x="5859775" y="3116972"/>
                  </a:lnTo>
                  <a:lnTo>
                    <a:pt x="5856606" y="3116972"/>
                  </a:lnTo>
                  <a:lnTo>
                    <a:pt x="5853437" y="3116972"/>
                  </a:lnTo>
                  <a:lnTo>
                    <a:pt x="5850268" y="3116972"/>
                  </a:lnTo>
                  <a:lnTo>
                    <a:pt x="5847098" y="3116972"/>
                  </a:lnTo>
                  <a:lnTo>
                    <a:pt x="5843929" y="3116972"/>
                  </a:lnTo>
                  <a:lnTo>
                    <a:pt x="5840760" y="3116972"/>
                  </a:lnTo>
                  <a:lnTo>
                    <a:pt x="5837591" y="3116972"/>
                  </a:lnTo>
                  <a:lnTo>
                    <a:pt x="5834422" y="3116972"/>
                  </a:lnTo>
                  <a:lnTo>
                    <a:pt x="5831253" y="3116972"/>
                  </a:lnTo>
                  <a:lnTo>
                    <a:pt x="5828083" y="3116972"/>
                  </a:lnTo>
                  <a:lnTo>
                    <a:pt x="5824914" y="3116972"/>
                  </a:lnTo>
                  <a:lnTo>
                    <a:pt x="5821745" y="3116972"/>
                  </a:lnTo>
                  <a:lnTo>
                    <a:pt x="5818576" y="3116972"/>
                  </a:lnTo>
                  <a:lnTo>
                    <a:pt x="5815407" y="3116972"/>
                  </a:lnTo>
                  <a:lnTo>
                    <a:pt x="5812238" y="3116972"/>
                  </a:lnTo>
                  <a:lnTo>
                    <a:pt x="5809069" y="3116972"/>
                  </a:lnTo>
                  <a:lnTo>
                    <a:pt x="5805899" y="3116972"/>
                  </a:lnTo>
                  <a:lnTo>
                    <a:pt x="5802730" y="3116972"/>
                  </a:lnTo>
                  <a:lnTo>
                    <a:pt x="5799561" y="3116972"/>
                  </a:lnTo>
                  <a:lnTo>
                    <a:pt x="5796392" y="3116972"/>
                  </a:lnTo>
                  <a:lnTo>
                    <a:pt x="5793223" y="3116972"/>
                  </a:lnTo>
                  <a:lnTo>
                    <a:pt x="5790054" y="3116972"/>
                  </a:lnTo>
                  <a:lnTo>
                    <a:pt x="5786884" y="3116972"/>
                  </a:lnTo>
                  <a:lnTo>
                    <a:pt x="5783715" y="3116972"/>
                  </a:lnTo>
                  <a:lnTo>
                    <a:pt x="5780546" y="3116972"/>
                  </a:lnTo>
                  <a:lnTo>
                    <a:pt x="5777377" y="3116972"/>
                  </a:lnTo>
                  <a:lnTo>
                    <a:pt x="5774208" y="3116972"/>
                  </a:lnTo>
                  <a:lnTo>
                    <a:pt x="5771039" y="3116972"/>
                  </a:lnTo>
                  <a:lnTo>
                    <a:pt x="5767869" y="3116972"/>
                  </a:lnTo>
                  <a:lnTo>
                    <a:pt x="5764700" y="3116972"/>
                  </a:lnTo>
                  <a:lnTo>
                    <a:pt x="5761531" y="3116972"/>
                  </a:lnTo>
                  <a:lnTo>
                    <a:pt x="5758362" y="3116972"/>
                  </a:lnTo>
                  <a:lnTo>
                    <a:pt x="5755193" y="3116972"/>
                  </a:lnTo>
                  <a:lnTo>
                    <a:pt x="5752024" y="3116972"/>
                  </a:lnTo>
                  <a:lnTo>
                    <a:pt x="5748854" y="3116972"/>
                  </a:lnTo>
                  <a:lnTo>
                    <a:pt x="5745685" y="3116972"/>
                  </a:lnTo>
                  <a:lnTo>
                    <a:pt x="5742516" y="3116972"/>
                  </a:lnTo>
                  <a:lnTo>
                    <a:pt x="5739347" y="3116972"/>
                  </a:lnTo>
                  <a:lnTo>
                    <a:pt x="5736178" y="3116972"/>
                  </a:lnTo>
                  <a:lnTo>
                    <a:pt x="5733009" y="3116972"/>
                  </a:lnTo>
                  <a:lnTo>
                    <a:pt x="5729840" y="3116972"/>
                  </a:lnTo>
                  <a:lnTo>
                    <a:pt x="5726670" y="3116972"/>
                  </a:lnTo>
                  <a:lnTo>
                    <a:pt x="5723501" y="3116972"/>
                  </a:lnTo>
                  <a:lnTo>
                    <a:pt x="5720332" y="3116972"/>
                  </a:lnTo>
                  <a:lnTo>
                    <a:pt x="5717163" y="3116972"/>
                  </a:lnTo>
                  <a:lnTo>
                    <a:pt x="5713994" y="3116972"/>
                  </a:lnTo>
                  <a:lnTo>
                    <a:pt x="5710825" y="3116972"/>
                  </a:lnTo>
                  <a:lnTo>
                    <a:pt x="5707655" y="3116972"/>
                  </a:lnTo>
                  <a:lnTo>
                    <a:pt x="5704486" y="3116972"/>
                  </a:lnTo>
                  <a:lnTo>
                    <a:pt x="5701317" y="3116972"/>
                  </a:lnTo>
                  <a:lnTo>
                    <a:pt x="5698148" y="3116972"/>
                  </a:lnTo>
                  <a:lnTo>
                    <a:pt x="5694979" y="3116972"/>
                  </a:lnTo>
                  <a:lnTo>
                    <a:pt x="5691810" y="3116972"/>
                  </a:lnTo>
                  <a:lnTo>
                    <a:pt x="5688640" y="3116972"/>
                  </a:lnTo>
                  <a:lnTo>
                    <a:pt x="5685471" y="3116972"/>
                  </a:lnTo>
                  <a:lnTo>
                    <a:pt x="5682302" y="3116972"/>
                  </a:lnTo>
                  <a:lnTo>
                    <a:pt x="5679133" y="3116972"/>
                  </a:lnTo>
                  <a:lnTo>
                    <a:pt x="5675964" y="3116972"/>
                  </a:lnTo>
                  <a:lnTo>
                    <a:pt x="5672795" y="3116972"/>
                  </a:lnTo>
                  <a:lnTo>
                    <a:pt x="5669626" y="3116972"/>
                  </a:lnTo>
                  <a:lnTo>
                    <a:pt x="5666456" y="3116972"/>
                  </a:lnTo>
                  <a:lnTo>
                    <a:pt x="5663287" y="3116972"/>
                  </a:lnTo>
                  <a:lnTo>
                    <a:pt x="5660118" y="3116972"/>
                  </a:lnTo>
                  <a:lnTo>
                    <a:pt x="5656949" y="3116972"/>
                  </a:lnTo>
                  <a:lnTo>
                    <a:pt x="5653780" y="3116972"/>
                  </a:lnTo>
                  <a:lnTo>
                    <a:pt x="5650611" y="3116972"/>
                  </a:lnTo>
                  <a:lnTo>
                    <a:pt x="5647441" y="3116972"/>
                  </a:lnTo>
                  <a:lnTo>
                    <a:pt x="5644272" y="3116972"/>
                  </a:lnTo>
                  <a:lnTo>
                    <a:pt x="5641103" y="3116972"/>
                  </a:lnTo>
                  <a:lnTo>
                    <a:pt x="5637934" y="3116972"/>
                  </a:lnTo>
                  <a:lnTo>
                    <a:pt x="5634765" y="3116972"/>
                  </a:lnTo>
                  <a:lnTo>
                    <a:pt x="5631596" y="3116972"/>
                  </a:lnTo>
                  <a:lnTo>
                    <a:pt x="5628426" y="3116972"/>
                  </a:lnTo>
                  <a:lnTo>
                    <a:pt x="5625257" y="3116972"/>
                  </a:lnTo>
                  <a:lnTo>
                    <a:pt x="5622088" y="3116972"/>
                  </a:lnTo>
                  <a:lnTo>
                    <a:pt x="5618919" y="3116972"/>
                  </a:lnTo>
                  <a:lnTo>
                    <a:pt x="5615750" y="3116972"/>
                  </a:lnTo>
                  <a:lnTo>
                    <a:pt x="5612581" y="3116972"/>
                  </a:lnTo>
                  <a:lnTo>
                    <a:pt x="5609411" y="3116972"/>
                  </a:lnTo>
                  <a:lnTo>
                    <a:pt x="5606242" y="3116972"/>
                  </a:lnTo>
                  <a:lnTo>
                    <a:pt x="5603073" y="3116972"/>
                  </a:lnTo>
                  <a:lnTo>
                    <a:pt x="5599904" y="3116972"/>
                  </a:lnTo>
                  <a:lnTo>
                    <a:pt x="5596735" y="3116972"/>
                  </a:lnTo>
                  <a:lnTo>
                    <a:pt x="5593566" y="3116972"/>
                  </a:lnTo>
                  <a:lnTo>
                    <a:pt x="5590397" y="3116972"/>
                  </a:lnTo>
                  <a:lnTo>
                    <a:pt x="5587227" y="3116972"/>
                  </a:lnTo>
                  <a:lnTo>
                    <a:pt x="5584058" y="3116972"/>
                  </a:lnTo>
                  <a:lnTo>
                    <a:pt x="5580889" y="3116972"/>
                  </a:lnTo>
                  <a:lnTo>
                    <a:pt x="5577720" y="3116972"/>
                  </a:lnTo>
                  <a:lnTo>
                    <a:pt x="5574551" y="3116972"/>
                  </a:lnTo>
                  <a:lnTo>
                    <a:pt x="5571382" y="3116972"/>
                  </a:lnTo>
                  <a:lnTo>
                    <a:pt x="5568212" y="3116972"/>
                  </a:lnTo>
                  <a:lnTo>
                    <a:pt x="5565043" y="3116972"/>
                  </a:lnTo>
                  <a:lnTo>
                    <a:pt x="5561874" y="3116972"/>
                  </a:lnTo>
                  <a:lnTo>
                    <a:pt x="5558705" y="3116972"/>
                  </a:lnTo>
                  <a:lnTo>
                    <a:pt x="5555536" y="3116972"/>
                  </a:lnTo>
                  <a:lnTo>
                    <a:pt x="5552367" y="3116972"/>
                  </a:lnTo>
                  <a:lnTo>
                    <a:pt x="5549197" y="3116972"/>
                  </a:lnTo>
                  <a:lnTo>
                    <a:pt x="5546028" y="3116972"/>
                  </a:lnTo>
                  <a:lnTo>
                    <a:pt x="5542859" y="3116972"/>
                  </a:lnTo>
                  <a:lnTo>
                    <a:pt x="5539690" y="3116972"/>
                  </a:lnTo>
                  <a:lnTo>
                    <a:pt x="5536521" y="3116972"/>
                  </a:lnTo>
                  <a:lnTo>
                    <a:pt x="5533352" y="3116972"/>
                  </a:lnTo>
                  <a:lnTo>
                    <a:pt x="5530182" y="3116972"/>
                  </a:lnTo>
                  <a:lnTo>
                    <a:pt x="5527013" y="3116972"/>
                  </a:lnTo>
                  <a:lnTo>
                    <a:pt x="5523844" y="3116972"/>
                  </a:lnTo>
                  <a:lnTo>
                    <a:pt x="5520675" y="3116972"/>
                  </a:lnTo>
                  <a:lnTo>
                    <a:pt x="5517506" y="3116972"/>
                  </a:lnTo>
                  <a:lnTo>
                    <a:pt x="5514337" y="3116972"/>
                  </a:lnTo>
                  <a:lnTo>
                    <a:pt x="5511168" y="3116972"/>
                  </a:lnTo>
                  <a:lnTo>
                    <a:pt x="5507998" y="3116972"/>
                  </a:lnTo>
                  <a:lnTo>
                    <a:pt x="5504829" y="3116972"/>
                  </a:lnTo>
                  <a:lnTo>
                    <a:pt x="5501660" y="3116972"/>
                  </a:lnTo>
                  <a:lnTo>
                    <a:pt x="5498491" y="3116972"/>
                  </a:lnTo>
                  <a:lnTo>
                    <a:pt x="5495322" y="3116972"/>
                  </a:lnTo>
                  <a:lnTo>
                    <a:pt x="5492153" y="3116972"/>
                  </a:lnTo>
                  <a:lnTo>
                    <a:pt x="5488983" y="3116972"/>
                  </a:lnTo>
                  <a:lnTo>
                    <a:pt x="5485814" y="3116972"/>
                  </a:lnTo>
                  <a:lnTo>
                    <a:pt x="5482645" y="3116972"/>
                  </a:lnTo>
                  <a:lnTo>
                    <a:pt x="5479476" y="3116972"/>
                  </a:lnTo>
                  <a:lnTo>
                    <a:pt x="5476307" y="3116972"/>
                  </a:lnTo>
                  <a:lnTo>
                    <a:pt x="5473138" y="3116972"/>
                  </a:lnTo>
                  <a:lnTo>
                    <a:pt x="5469968" y="3116972"/>
                  </a:lnTo>
                  <a:lnTo>
                    <a:pt x="5466799" y="3116972"/>
                  </a:lnTo>
                  <a:lnTo>
                    <a:pt x="5463630" y="3116972"/>
                  </a:lnTo>
                  <a:lnTo>
                    <a:pt x="5460461" y="3116972"/>
                  </a:lnTo>
                  <a:lnTo>
                    <a:pt x="5457292" y="3116972"/>
                  </a:lnTo>
                  <a:lnTo>
                    <a:pt x="5454123" y="3116972"/>
                  </a:lnTo>
                  <a:lnTo>
                    <a:pt x="5450954" y="3116972"/>
                  </a:lnTo>
                  <a:lnTo>
                    <a:pt x="5447784" y="3116972"/>
                  </a:lnTo>
                  <a:lnTo>
                    <a:pt x="5444615" y="3116972"/>
                  </a:lnTo>
                  <a:lnTo>
                    <a:pt x="5441446" y="3116972"/>
                  </a:lnTo>
                  <a:lnTo>
                    <a:pt x="5438277" y="3116972"/>
                  </a:lnTo>
                  <a:lnTo>
                    <a:pt x="5435108" y="3116972"/>
                  </a:lnTo>
                  <a:lnTo>
                    <a:pt x="5431939" y="3116972"/>
                  </a:lnTo>
                  <a:lnTo>
                    <a:pt x="5428769" y="3116972"/>
                  </a:lnTo>
                  <a:lnTo>
                    <a:pt x="5425600" y="3116972"/>
                  </a:lnTo>
                  <a:lnTo>
                    <a:pt x="5422431" y="3116972"/>
                  </a:lnTo>
                  <a:lnTo>
                    <a:pt x="5419262" y="3116972"/>
                  </a:lnTo>
                  <a:lnTo>
                    <a:pt x="5416093" y="3116972"/>
                  </a:lnTo>
                  <a:lnTo>
                    <a:pt x="5412924" y="3116972"/>
                  </a:lnTo>
                  <a:lnTo>
                    <a:pt x="5409754" y="3116972"/>
                  </a:lnTo>
                  <a:lnTo>
                    <a:pt x="5406585" y="3116972"/>
                  </a:lnTo>
                  <a:lnTo>
                    <a:pt x="5403416" y="3116972"/>
                  </a:lnTo>
                  <a:lnTo>
                    <a:pt x="5400247" y="3116972"/>
                  </a:lnTo>
                  <a:lnTo>
                    <a:pt x="5397078" y="3116972"/>
                  </a:lnTo>
                  <a:lnTo>
                    <a:pt x="5393909" y="3116972"/>
                  </a:lnTo>
                  <a:lnTo>
                    <a:pt x="5390739" y="3116972"/>
                  </a:lnTo>
                  <a:lnTo>
                    <a:pt x="5387570" y="3116972"/>
                  </a:lnTo>
                  <a:lnTo>
                    <a:pt x="5384401" y="3116972"/>
                  </a:lnTo>
                  <a:lnTo>
                    <a:pt x="5381232" y="3116972"/>
                  </a:lnTo>
                  <a:lnTo>
                    <a:pt x="5378063" y="3116972"/>
                  </a:lnTo>
                  <a:lnTo>
                    <a:pt x="5374894" y="3116972"/>
                  </a:lnTo>
                  <a:lnTo>
                    <a:pt x="5371725" y="3116972"/>
                  </a:lnTo>
                  <a:lnTo>
                    <a:pt x="5368555" y="3116972"/>
                  </a:lnTo>
                  <a:lnTo>
                    <a:pt x="5365386" y="3116972"/>
                  </a:lnTo>
                  <a:lnTo>
                    <a:pt x="5362217" y="3116972"/>
                  </a:lnTo>
                  <a:lnTo>
                    <a:pt x="5359048" y="3116972"/>
                  </a:lnTo>
                  <a:lnTo>
                    <a:pt x="5355879" y="3116972"/>
                  </a:lnTo>
                  <a:lnTo>
                    <a:pt x="5352710" y="3116972"/>
                  </a:lnTo>
                  <a:lnTo>
                    <a:pt x="5349540" y="3116972"/>
                  </a:lnTo>
                  <a:lnTo>
                    <a:pt x="5346371" y="3116972"/>
                  </a:lnTo>
                  <a:lnTo>
                    <a:pt x="5343202" y="3116972"/>
                  </a:lnTo>
                  <a:lnTo>
                    <a:pt x="5340033" y="3116972"/>
                  </a:lnTo>
                  <a:lnTo>
                    <a:pt x="5336864" y="3116972"/>
                  </a:lnTo>
                  <a:lnTo>
                    <a:pt x="5333695" y="3116972"/>
                  </a:lnTo>
                  <a:lnTo>
                    <a:pt x="5330525" y="3116972"/>
                  </a:lnTo>
                  <a:lnTo>
                    <a:pt x="5327356" y="3116972"/>
                  </a:lnTo>
                  <a:lnTo>
                    <a:pt x="5324187" y="3116972"/>
                  </a:lnTo>
                  <a:lnTo>
                    <a:pt x="5321018" y="3116972"/>
                  </a:lnTo>
                  <a:lnTo>
                    <a:pt x="5317849" y="3116972"/>
                  </a:lnTo>
                  <a:lnTo>
                    <a:pt x="5314680" y="3116972"/>
                  </a:lnTo>
                  <a:lnTo>
                    <a:pt x="5311510" y="3116972"/>
                  </a:lnTo>
                  <a:lnTo>
                    <a:pt x="5308341" y="3116972"/>
                  </a:lnTo>
                  <a:lnTo>
                    <a:pt x="5305172" y="3116972"/>
                  </a:lnTo>
                  <a:lnTo>
                    <a:pt x="5302003" y="3116972"/>
                  </a:lnTo>
                  <a:lnTo>
                    <a:pt x="5298834" y="3116972"/>
                  </a:lnTo>
                  <a:lnTo>
                    <a:pt x="5295665" y="3116972"/>
                  </a:lnTo>
                  <a:lnTo>
                    <a:pt x="5292496" y="3116972"/>
                  </a:lnTo>
                  <a:lnTo>
                    <a:pt x="5289326" y="3116972"/>
                  </a:lnTo>
                  <a:lnTo>
                    <a:pt x="5286157" y="3116972"/>
                  </a:lnTo>
                  <a:lnTo>
                    <a:pt x="5282988" y="3116972"/>
                  </a:lnTo>
                  <a:lnTo>
                    <a:pt x="5279819" y="3116972"/>
                  </a:lnTo>
                  <a:lnTo>
                    <a:pt x="5276650" y="3116972"/>
                  </a:lnTo>
                  <a:lnTo>
                    <a:pt x="5273481" y="3116972"/>
                  </a:lnTo>
                  <a:lnTo>
                    <a:pt x="5270311" y="3116972"/>
                  </a:lnTo>
                  <a:lnTo>
                    <a:pt x="5267142" y="3116972"/>
                  </a:lnTo>
                  <a:lnTo>
                    <a:pt x="5263973" y="3116972"/>
                  </a:lnTo>
                  <a:lnTo>
                    <a:pt x="5260804" y="3116972"/>
                  </a:lnTo>
                  <a:lnTo>
                    <a:pt x="5257635" y="3116972"/>
                  </a:lnTo>
                  <a:lnTo>
                    <a:pt x="5254466" y="3116972"/>
                  </a:lnTo>
                  <a:lnTo>
                    <a:pt x="5251296" y="3116972"/>
                  </a:lnTo>
                  <a:lnTo>
                    <a:pt x="5248127" y="3116972"/>
                  </a:lnTo>
                  <a:lnTo>
                    <a:pt x="5244958" y="3116972"/>
                  </a:lnTo>
                  <a:lnTo>
                    <a:pt x="5241789" y="3116972"/>
                  </a:lnTo>
                  <a:lnTo>
                    <a:pt x="5238620" y="3116972"/>
                  </a:lnTo>
                  <a:lnTo>
                    <a:pt x="5235451" y="3116972"/>
                  </a:lnTo>
                  <a:lnTo>
                    <a:pt x="5232282" y="3116972"/>
                  </a:lnTo>
                  <a:lnTo>
                    <a:pt x="5229112" y="3116972"/>
                  </a:lnTo>
                  <a:lnTo>
                    <a:pt x="5225943" y="3116972"/>
                  </a:lnTo>
                  <a:lnTo>
                    <a:pt x="5222774" y="3116972"/>
                  </a:lnTo>
                  <a:lnTo>
                    <a:pt x="5219605" y="3116972"/>
                  </a:lnTo>
                  <a:lnTo>
                    <a:pt x="5216436" y="3116972"/>
                  </a:lnTo>
                  <a:lnTo>
                    <a:pt x="5213267" y="3116972"/>
                  </a:lnTo>
                  <a:lnTo>
                    <a:pt x="5210097" y="3116972"/>
                  </a:lnTo>
                  <a:lnTo>
                    <a:pt x="5206928" y="3116972"/>
                  </a:lnTo>
                  <a:lnTo>
                    <a:pt x="5203759" y="3116972"/>
                  </a:lnTo>
                  <a:lnTo>
                    <a:pt x="5200590" y="3116972"/>
                  </a:lnTo>
                  <a:lnTo>
                    <a:pt x="5197421" y="3116972"/>
                  </a:lnTo>
                  <a:lnTo>
                    <a:pt x="5194252" y="3116972"/>
                  </a:lnTo>
                  <a:lnTo>
                    <a:pt x="5191082" y="3116972"/>
                  </a:lnTo>
                  <a:lnTo>
                    <a:pt x="5187913" y="3116972"/>
                  </a:lnTo>
                  <a:lnTo>
                    <a:pt x="5184744" y="3116972"/>
                  </a:lnTo>
                  <a:lnTo>
                    <a:pt x="5181575" y="3116972"/>
                  </a:lnTo>
                  <a:lnTo>
                    <a:pt x="5178406" y="3116972"/>
                  </a:lnTo>
                  <a:lnTo>
                    <a:pt x="5175237" y="3116972"/>
                  </a:lnTo>
                  <a:lnTo>
                    <a:pt x="5172067" y="3116972"/>
                  </a:lnTo>
                  <a:lnTo>
                    <a:pt x="5168898" y="3116972"/>
                  </a:lnTo>
                  <a:lnTo>
                    <a:pt x="5165729" y="3116972"/>
                  </a:lnTo>
                  <a:lnTo>
                    <a:pt x="5162560" y="3116972"/>
                  </a:lnTo>
                  <a:lnTo>
                    <a:pt x="5159391" y="3116972"/>
                  </a:lnTo>
                  <a:lnTo>
                    <a:pt x="5156222" y="3116972"/>
                  </a:lnTo>
                  <a:lnTo>
                    <a:pt x="5153053" y="3116972"/>
                  </a:lnTo>
                  <a:lnTo>
                    <a:pt x="5149883" y="3116972"/>
                  </a:lnTo>
                  <a:lnTo>
                    <a:pt x="5146714" y="3116972"/>
                  </a:lnTo>
                  <a:lnTo>
                    <a:pt x="5143545" y="3116972"/>
                  </a:lnTo>
                  <a:lnTo>
                    <a:pt x="5140376" y="3116972"/>
                  </a:lnTo>
                  <a:lnTo>
                    <a:pt x="5137207" y="3116972"/>
                  </a:lnTo>
                  <a:lnTo>
                    <a:pt x="5134038" y="3116972"/>
                  </a:lnTo>
                  <a:lnTo>
                    <a:pt x="5130868" y="3116972"/>
                  </a:lnTo>
                  <a:lnTo>
                    <a:pt x="5127699" y="3116972"/>
                  </a:lnTo>
                  <a:lnTo>
                    <a:pt x="5124530" y="3116972"/>
                  </a:lnTo>
                  <a:lnTo>
                    <a:pt x="5121361" y="3116972"/>
                  </a:lnTo>
                  <a:lnTo>
                    <a:pt x="5118192" y="3116972"/>
                  </a:lnTo>
                  <a:lnTo>
                    <a:pt x="5115023" y="3116972"/>
                  </a:lnTo>
                  <a:lnTo>
                    <a:pt x="5111853" y="3116972"/>
                  </a:lnTo>
                  <a:lnTo>
                    <a:pt x="5108684" y="3116972"/>
                  </a:lnTo>
                  <a:lnTo>
                    <a:pt x="5105515" y="3116972"/>
                  </a:lnTo>
                  <a:lnTo>
                    <a:pt x="5102346" y="3116972"/>
                  </a:lnTo>
                  <a:lnTo>
                    <a:pt x="5099177" y="3116972"/>
                  </a:lnTo>
                  <a:lnTo>
                    <a:pt x="5096008" y="3116972"/>
                  </a:lnTo>
                  <a:lnTo>
                    <a:pt x="5092839" y="3116972"/>
                  </a:lnTo>
                  <a:lnTo>
                    <a:pt x="5089669" y="3116972"/>
                  </a:lnTo>
                  <a:lnTo>
                    <a:pt x="5086500" y="3116972"/>
                  </a:lnTo>
                  <a:lnTo>
                    <a:pt x="5083331" y="3116972"/>
                  </a:lnTo>
                  <a:lnTo>
                    <a:pt x="5080162" y="3116972"/>
                  </a:lnTo>
                  <a:lnTo>
                    <a:pt x="5076993" y="3116972"/>
                  </a:lnTo>
                  <a:lnTo>
                    <a:pt x="5073824" y="3116972"/>
                  </a:lnTo>
                  <a:lnTo>
                    <a:pt x="5070654" y="3116972"/>
                  </a:lnTo>
                  <a:lnTo>
                    <a:pt x="5067485" y="3116972"/>
                  </a:lnTo>
                  <a:lnTo>
                    <a:pt x="5064316" y="3116972"/>
                  </a:lnTo>
                  <a:lnTo>
                    <a:pt x="5061147" y="3116972"/>
                  </a:lnTo>
                  <a:lnTo>
                    <a:pt x="5057978" y="3116972"/>
                  </a:lnTo>
                  <a:lnTo>
                    <a:pt x="5054809" y="3116972"/>
                  </a:lnTo>
                  <a:lnTo>
                    <a:pt x="5051639" y="3116972"/>
                  </a:lnTo>
                  <a:lnTo>
                    <a:pt x="5048470" y="3116972"/>
                  </a:lnTo>
                  <a:lnTo>
                    <a:pt x="5045301" y="3116972"/>
                  </a:lnTo>
                  <a:lnTo>
                    <a:pt x="5042132" y="3116972"/>
                  </a:lnTo>
                  <a:lnTo>
                    <a:pt x="5038963" y="3116972"/>
                  </a:lnTo>
                  <a:lnTo>
                    <a:pt x="5035794" y="3116972"/>
                  </a:lnTo>
                  <a:lnTo>
                    <a:pt x="5032624" y="3116972"/>
                  </a:lnTo>
                  <a:lnTo>
                    <a:pt x="5029455" y="3116972"/>
                  </a:lnTo>
                  <a:lnTo>
                    <a:pt x="5026286" y="3116972"/>
                  </a:lnTo>
                  <a:lnTo>
                    <a:pt x="5023117" y="3116972"/>
                  </a:lnTo>
                  <a:lnTo>
                    <a:pt x="5019948" y="3116972"/>
                  </a:lnTo>
                  <a:lnTo>
                    <a:pt x="5016779" y="3116972"/>
                  </a:lnTo>
                  <a:lnTo>
                    <a:pt x="5013610" y="3116972"/>
                  </a:lnTo>
                  <a:lnTo>
                    <a:pt x="5010440" y="3116972"/>
                  </a:lnTo>
                  <a:lnTo>
                    <a:pt x="5007271" y="3116972"/>
                  </a:lnTo>
                  <a:lnTo>
                    <a:pt x="5004102" y="3116972"/>
                  </a:lnTo>
                  <a:lnTo>
                    <a:pt x="5000933" y="3116972"/>
                  </a:lnTo>
                  <a:lnTo>
                    <a:pt x="4997764" y="3116972"/>
                  </a:lnTo>
                  <a:lnTo>
                    <a:pt x="4994595" y="3116972"/>
                  </a:lnTo>
                  <a:lnTo>
                    <a:pt x="4991425" y="3116972"/>
                  </a:lnTo>
                  <a:lnTo>
                    <a:pt x="4988256" y="3116972"/>
                  </a:lnTo>
                  <a:lnTo>
                    <a:pt x="4985087" y="3116972"/>
                  </a:lnTo>
                  <a:lnTo>
                    <a:pt x="4981918" y="3116972"/>
                  </a:lnTo>
                  <a:lnTo>
                    <a:pt x="4978749" y="3116972"/>
                  </a:lnTo>
                  <a:lnTo>
                    <a:pt x="4975580" y="3116972"/>
                  </a:lnTo>
                  <a:lnTo>
                    <a:pt x="4972410" y="3116972"/>
                  </a:lnTo>
                  <a:lnTo>
                    <a:pt x="4969241" y="3116972"/>
                  </a:lnTo>
                  <a:lnTo>
                    <a:pt x="4966072" y="3116972"/>
                  </a:lnTo>
                  <a:lnTo>
                    <a:pt x="4962903" y="3116972"/>
                  </a:lnTo>
                  <a:lnTo>
                    <a:pt x="4959734" y="3116972"/>
                  </a:lnTo>
                  <a:lnTo>
                    <a:pt x="4956565" y="3116972"/>
                  </a:lnTo>
                  <a:lnTo>
                    <a:pt x="4953395" y="3116972"/>
                  </a:lnTo>
                  <a:lnTo>
                    <a:pt x="4950226" y="3116972"/>
                  </a:lnTo>
                  <a:lnTo>
                    <a:pt x="4947057" y="3116972"/>
                  </a:lnTo>
                  <a:lnTo>
                    <a:pt x="4943888" y="3116972"/>
                  </a:lnTo>
                  <a:lnTo>
                    <a:pt x="4940719" y="3116972"/>
                  </a:lnTo>
                  <a:lnTo>
                    <a:pt x="4937550" y="3116972"/>
                  </a:lnTo>
                  <a:lnTo>
                    <a:pt x="4934381" y="3116972"/>
                  </a:lnTo>
                  <a:lnTo>
                    <a:pt x="4931211" y="3116972"/>
                  </a:lnTo>
                  <a:lnTo>
                    <a:pt x="4928042" y="3116972"/>
                  </a:lnTo>
                  <a:lnTo>
                    <a:pt x="4924873" y="3116972"/>
                  </a:lnTo>
                  <a:lnTo>
                    <a:pt x="4921704" y="3116972"/>
                  </a:lnTo>
                  <a:lnTo>
                    <a:pt x="4918535" y="3116972"/>
                  </a:lnTo>
                  <a:lnTo>
                    <a:pt x="4915366" y="3116972"/>
                  </a:lnTo>
                  <a:lnTo>
                    <a:pt x="4912196" y="3116972"/>
                  </a:lnTo>
                  <a:lnTo>
                    <a:pt x="4909027" y="3116972"/>
                  </a:lnTo>
                  <a:lnTo>
                    <a:pt x="4905858" y="3116972"/>
                  </a:lnTo>
                  <a:lnTo>
                    <a:pt x="4902689" y="3116972"/>
                  </a:lnTo>
                  <a:lnTo>
                    <a:pt x="4899520" y="3116972"/>
                  </a:lnTo>
                  <a:lnTo>
                    <a:pt x="4896351" y="3116972"/>
                  </a:lnTo>
                  <a:lnTo>
                    <a:pt x="4893181" y="3116972"/>
                  </a:lnTo>
                  <a:lnTo>
                    <a:pt x="4890012" y="3116972"/>
                  </a:lnTo>
                  <a:lnTo>
                    <a:pt x="4886843" y="3116972"/>
                  </a:lnTo>
                  <a:lnTo>
                    <a:pt x="4883674" y="3116972"/>
                  </a:lnTo>
                  <a:lnTo>
                    <a:pt x="4880505" y="3116972"/>
                  </a:lnTo>
                  <a:lnTo>
                    <a:pt x="4877336" y="3116972"/>
                  </a:lnTo>
                  <a:lnTo>
                    <a:pt x="4874167" y="3116972"/>
                  </a:lnTo>
                  <a:lnTo>
                    <a:pt x="4870997" y="3116972"/>
                  </a:lnTo>
                  <a:lnTo>
                    <a:pt x="4867828" y="3116972"/>
                  </a:lnTo>
                  <a:lnTo>
                    <a:pt x="4864659" y="3116972"/>
                  </a:lnTo>
                  <a:lnTo>
                    <a:pt x="4861490" y="3116972"/>
                  </a:lnTo>
                  <a:lnTo>
                    <a:pt x="4858321" y="3116972"/>
                  </a:lnTo>
                  <a:lnTo>
                    <a:pt x="4855152" y="3116972"/>
                  </a:lnTo>
                  <a:lnTo>
                    <a:pt x="4851982" y="3116972"/>
                  </a:lnTo>
                  <a:lnTo>
                    <a:pt x="4848813" y="3116972"/>
                  </a:lnTo>
                  <a:lnTo>
                    <a:pt x="4845644" y="3116972"/>
                  </a:lnTo>
                  <a:lnTo>
                    <a:pt x="4842475" y="3116972"/>
                  </a:lnTo>
                  <a:lnTo>
                    <a:pt x="4839306" y="3116972"/>
                  </a:lnTo>
                  <a:lnTo>
                    <a:pt x="4836137" y="3116972"/>
                  </a:lnTo>
                  <a:lnTo>
                    <a:pt x="4832967" y="3116972"/>
                  </a:lnTo>
                  <a:lnTo>
                    <a:pt x="4829798" y="3116972"/>
                  </a:lnTo>
                  <a:lnTo>
                    <a:pt x="4826629" y="3116972"/>
                  </a:lnTo>
                  <a:lnTo>
                    <a:pt x="4823460" y="3116972"/>
                  </a:lnTo>
                  <a:lnTo>
                    <a:pt x="4820291" y="3116972"/>
                  </a:lnTo>
                  <a:lnTo>
                    <a:pt x="4817122" y="3116972"/>
                  </a:lnTo>
                  <a:lnTo>
                    <a:pt x="4813952" y="3116972"/>
                  </a:lnTo>
                  <a:lnTo>
                    <a:pt x="4810783" y="3116972"/>
                  </a:lnTo>
                  <a:lnTo>
                    <a:pt x="4807614" y="3116972"/>
                  </a:lnTo>
                  <a:lnTo>
                    <a:pt x="4804445" y="3116972"/>
                  </a:lnTo>
                  <a:lnTo>
                    <a:pt x="4801276" y="3116972"/>
                  </a:lnTo>
                  <a:lnTo>
                    <a:pt x="4798107" y="3116972"/>
                  </a:lnTo>
                  <a:lnTo>
                    <a:pt x="4794938" y="3116972"/>
                  </a:lnTo>
                  <a:lnTo>
                    <a:pt x="4791768" y="3116972"/>
                  </a:lnTo>
                  <a:lnTo>
                    <a:pt x="4788599" y="3116972"/>
                  </a:lnTo>
                  <a:lnTo>
                    <a:pt x="4785430" y="3116972"/>
                  </a:lnTo>
                  <a:lnTo>
                    <a:pt x="4782261" y="3116972"/>
                  </a:lnTo>
                  <a:lnTo>
                    <a:pt x="4779092" y="3116972"/>
                  </a:lnTo>
                  <a:lnTo>
                    <a:pt x="4775923" y="3116972"/>
                  </a:lnTo>
                  <a:lnTo>
                    <a:pt x="4772753" y="3116972"/>
                  </a:lnTo>
                  <a:lnTo>
                    <a:pt x="4769584" y="3116972"/>
                  </a:lnTo>
                  <a:lnTo>
                    <a:pt x="4766415" y="3116972"/>
                  </a:lnTo>
                  <a:lnTo>
                    <a:pt x="4763246" y="3116972"/>
                  </a:lnTo>
                  <a:lnTo>
                    <a:pt x="4760077" y="3116972"/>
                  </a:lnTo>
                  <a:lnTo>
                    <a:pt x="4756908" y="3116972"/>
                  </a:lnTo>
                  <a:lnTo>
                    <a:pt x="4753738" y="3116972"/>
                  </a:lnTo>
                  <a:lnTo>
                    <a:pt x="4750569" y="3116972"/>
                  </a:lnTo>
                  <a:lnTo>
                    <a:pt x="4747400" y="3116972"/>
                  </a:lnTo>
                  <a:lnTo>
                    <a:pt x="4744231" y="3116972"/>
                  </a:lnTo>
                  <a:lnTo>
                    <a:pt x="4741062" y="3116972"/>
                  </a:lnTo>
                  <a:lnTo>
                    <a:pt x="4737893" y="3116972"/>
                  </a:lnTo>
                  <a:lnTo>
                    <a:pt x="4734724" y="3116972"/>
                  </a:lnTo>
                  <a:lnTo>
                    <a:pt x="4731554" y="3116972"/>
                  </a:lnTo>
                  <a:lnTo>
                    <a:pt x="4728385" y="3116972"/>
                  </a:lnTo>
                  <a:lnTo>
                    <a:pt x="4725216" y="3116972"/>
                  </a:lnTo>
                  <a:lnTo>
                    <a:pt x="4722047" y="3116972"/>
                  </a:lnTo>
                  <a:lnTo>
                    <a:pt x="4718878" y="3116972"/>
                  </a:lnTo>
                  <a:lnTo>
                    <a:pt x="4715709" y="3116972"/>
                  </a:lnTo>
                  <a:lnTo>
                    <a:pt x="4712539" y="3116972"/>
                  </a:lnTo>
                  <a:lnTo>
                    <a:pt x="4709370" y="3116972"/>
                  </a:lnTo>
                  <a:lnTo>
                    <a:pt x="4706201" y="3116972"/>
                  </a:lnTo>
                  <a:lnTo>
                    <a:pt x="4703032" y="3116972"/>
                  </a:lnTo>
                  <a:lnTo>
                    <a:pt x="4699863" y="3116972"/>
                  </a:lnTo>
                  <a:lnTo>
                    <a:pt x="4696694" y="3116972"/>
                  </a:lnTo>
                  <a:lnTo>
                    <a:pt x="4693524" y="3116972"/>
                  </a:lnTo>
                  <a:lnTo>
                    <a:pt x="4690355" y="3116972"/>
                  </a:lnTo>
                  <a:lnTo>
                    <a:pt x="4687186" y="3116972"/>
                  </a:lnTo>
                  <a:lnTo>
                    <a:pt x="4684017" y="3116972"/>
                  </a:lnTo>
                  <a:lnTo>
                    <a:pt x="4680848" y="3116972"/>
                  </a:lnTo>
                  <a:lnTo>
                    <a:pt x="4677679" y="3116972"/>
                  </a:lnTo>
                  <a:lnTo>
                    <a:pt x="4674509" y="3116972"/>
                  </a:lnTo>
                  <a:lnTo>
                    <a:pt x="4671340" y="3116972"/>
                  </a:lnTo>
                  <a:lnTo>
                    <a:pt x="4668171" y="3116972"/>
                  </a:lnTo>
                  <a:lnTo>
                    <a:pt x="4665002" y="3116972"/>
                  </a:lnTo>
                  <a:lnTo>
                    <a:pt x="4661833" y="3116972"/>
                  </a:lnTo>
                  <a:lnTo>
                    <a:pt x="4658664" y="3116972"/>
                  </a:lnTo>
                  <a:lnTo>
                    <a:pt x="4655495" y="3116972"/>
                  </a:lnTo>
                  <a:lnTo>
                    <a:pt x="4652325" y="3116972"/>
                  </a:lnTo>
                  <a:lnTo>
                    <a:pt x="4649156" y="3116972"/>
                  </a:lnTo>
                  <a:lnTo>
                    <a:pt x="4645987" y="3116972"/>
                  </a:lnTo>
                  <a:lnTo>
                    <a:pt x="4642818" y="3116972"/>
                  </a:lnTo>
                  <a:lnTo>
                    <a:pt x="4639649" y="3116972"/>
                  </a:lnTo>
                  <a:lnTo>
                    <a:pt x="4636480" y="3116972"/>
                  </a:lnTo>
                  <a:lnTo>
                    <a:pt x="4633310" y="3116972"/>
                  </a:lnTo>
                  <a:lnTo>
                    <a:pt x="4630141" y="3116972"/>
                  </a:lnTo>
                  <a:lnTo>
                    <a:pt x="4626972" y="3116972"/>
                  </a:lnTo>
                  <a:lnTo>
                    <a:pt x="4623803" y="3116972"/>
                  </a:lnTo>
                  <a:lnTo>
                    <a:pt x="4620634" y="3116972"/>
                  </a:lnTo>
                  <a:lnTo>
                    <a:pt x="4617465" y="3116972"/>
                  </a:lnTo>
                  <a:lnTo>
                    <a:pt x="4614295" y="3116972"/>
                  </a:lnTo>
                  <a:lnTo>
                    <a:pt x="4611126" y="3116972"/>
                  </a:lnTo>
                  <a:lnTo>
                    <a:pt x="4607957" y="3116972"/>
                  </a:lnTo>
                  <a:lnTo>
                    <a:pt x="4604788" y="3116972"/>
                  </a:lnTo>
                  <a:lnTo>
                    <a:pt x="4601619" y="3116972"/>
                  </a:lnTo>
                  <a:lnTo>
                    <a:pt x="4598450" y="3116972"/>
                  </a:lnTo>
                  <a:lnTo>
                    <a:pt x="4595280" y="3116972"/>
                  </a:lnTo>
                  <a:lnTo>
                    <a:pt x="4592111" y="3116972"/>
                  </a:lnTo>
                  <a:lnTo>
                    <a:pt x="4588942" y="3116972"/>
                  </a:lnTo>
                  <a:lnTo>
                    <a:pt x="4585773" y="3116972"/>
                  </a:lnTo>
                  <a:lnTo>
                    <a:pt x="4582604" y="3116972"/>
                  </a:lnTo>
                  <a:lnTo>
                    <a:pt x="4579435" y="3116972"/>
                  </a:lnTo>
                  <a:lnTo>
                    <a:pt x="4576266" y="3116972"/>
                  </a:lnTo>
                  <a:lnTo>
                    <a:pt x="4573096" y="3116972"/>
                  </a:lnTo>
                  <a:lnTo>
                    <a:pt x="4569927" y="3116972"/>
                  </a:lnTo>
                  <a:lnTo>
                    <a:pt x="4566758" y="3116972"/>
                  </a:lnTo>
                  <a:lnTo>
                    <a:pt x="4563589" y="3116972"/>
                  </a:lnTo>
                  <a:lnTo>
                    <a:pt x="4560420" y="3116972"/>
                  </a:lnTo>
                  <a:lnTo>
                    <a:pt x="4557251" y="3116972"/>
                  </a:lnTo>
                  <a:lnTo>
                    <a:pt x="4554081" y="3116972"/>
                  </a:lnTo>
                  <a:lnTo>
                    <a:pt x="4550912" y="3116972"/>
                  </a:lnTo>
                  <a:lnTo>
                    <a:pt x="4547743" y="3116972"/>
                  </a:lnTo>
                  <a:lnTo>
                    <a:pt x="4544574" y="3116972"/>
                  </a:lnTo>
                  <a:lnTo>
                    <a:pt x="4541405" y="3116972"/>
                  </a:lnTo>
                  <a:lnTo>
                    <a:pt x="4538236" y="3116972"/>
                  </a:lnTo>
                  <a:lnTo>
                    <a:pt x="4535066" y="3116972"/>
                  </a:lnTo>
                  <a:lnTo>
                    <a:pt x="4531897" y="3116972"/>
                  </a:lnTo>
                  <a:lnTo>
                    <a:pt x="4528728" y="3116972"/>
                  </a:lnTo>
                  <a:lnTo>
                    <a:pt x="4525559" y="3116972"/>
                  </a:lnTo>
                  <a:lnTo>
                    <a:pt x="4522390" y="3116972"/>
                  </a:lnTo>
                  <a:lnTo>
                    <a:pt x="4519221" y="3116972"/>
                  </a:lnTo>
                  <a:lnTo>
                    <a:pt x="4516052" y="3116972"/>
                  </a:lnTo>
                  <a:lnTo>
                    <a:pt x="4512882" y="3116972"/>
                  </a:lnTo>
                  <a:lnTo>
                    <a:pt x="4509713" y="3116972"/>
                  </a:lnTo>
                  <a:lnTo>
                    <a:pt x="4506544" y="3116972"/>
                  </a:lnTo>
                  <a:lnTo>
                    <a:pt x="4503375" y="3116972"/>
                  </a:lnTo>
                  <a:lnTo>
                    <a:pt x="4500206" y="3116972"/>
                  </a:lnTo>
                  <a:lnTo>
                    <a:pt x="4497037" y="3116972"/>
                  </a:lnTo>
                  <a:lnTo>
                    <a:pt x="4493867" y="3116972"/>
                  </a:lnTo>
                  <a:lnTo>
                    <a:pt x="4490698" y="3116972"/>
                  </a:lnTo>
                  <a:lnTo>
                    <a:pt x="4487529" y="3116972"/>
                  </a:lnTo>
                  <a:lnTo>
                    <a:pt x="4484360" y="3116972"/>
                  </a:lnTo>
                  <a:lnTo>
                    <a:pt x="4481191" y="3116972"/>
                  </a:lnTo>
                  <a:lnTo>
                    <a:pt x="4478022" y="3116972"/>
                  </a:lnTo>
                  <a:lnTo>
                    <a:pt x="4474852" y="3116972"/>
                  </a:lnTo>
                  <a:lnTo>
                    <a:pt x="4471683" y="3116972"/>
                  </a:lnTo>
                  <a:lnTo>
                    <a:pt x="4468514" y="3116972"/>
                  </a:lnTo>
                  <a:lnTo>
                    <a:pt x="4465345" y="3116972"/>
                  </a:lnTo>
                  <a:lnTo>
                    <a:pt x="4462176" y="3116972"/>
                  </a:lnTo>
                  <a:lnTo>
                    <a:pt x="4459007" y="3116972"/>
                  </a:lnTo>
                  <a:lnTo>
                    <a:pt x="4455837" y="3116972"/>
                  </a:lnTo>
                  <a:lnTo>
                    <a:pt x="4452668" y="3116972"/>
                  </a:lnTo>
                  <a:lnTo>
                    <a:pt x="4449499" y="3116972"/>
                  </a:lnTo>
                  <a:lnTo>
                    <a:pt x="4446330" y="3116972"/>
                  </a:lnTo>
                  <a:lnTo>
                    <a:pt x="4443161" y="3116972"/>
                  </a:lnTo>
                  <a:lnTo>
                    <a:pt x="4439992" y="3116972"/>
                  </a:lnTo>
                  <a:lnTo>
                    <a:pt x="4436823" y="3116972"/>
                  </a:lnTo>
                  <a:lnTo>
                    <a:pt x="4433653" y="3116972"/>
                  </a:lnTo>
                  <a:lnTo>
                    <a:pt x="4430484" y="3116972"/>
                  </a:lnTo>
                  <a:lnTo>
                    <a:pt x="4427315" y="3116972"/>
                  </a:lnTo>
                  <a:lnTo>
                    <a:pt x="4424146" y="3116972"/>
                  </a:lnTo>
                  <a:lnTo>
                    <a:pt x="4420977" y="3116972"/>
                  </a:lnTo>
                  <a:lnTo>
                    <a:pt x="4417808" y="3116972"/>
                  </a:lnTo>
                  <a:lnTo>
                    <a:pt x="4414638" y="3116972"/>
                  </a:lnTo>
                  <a:lnTo>
                    <a:pt x="4411469" y="3116972"/>
                  </a:lnTo>
                  <a:lnTo>
                    <a:pt x="4408300" y="3116972"/>
                  </a:lnTo>
                  <a:lnTo>
                    <a:pt x="4405131" y="3116972"/>
                  </a:lnTo>
                  <a:lnTo>
                    <a:pt x="4401962" y="3116972"/>
                  </a:lnTo>
                  <a:lnTo>
                    <a:pt x="4398793" y="3116972"/>
                  </a:lnTo>
                  <a:lnTo>
                    <a:pt x="4395623" y="3116972"/>
                  </a:lnTo>
                  <a:lnTo>
                    <a:pt x="4392454" y="3116972"/>
                  </a:lnTo>
                  <a:lnTo>
                    <a:pt x="4389285" y="3116972"/>
                  </a:lnTo>
                  <a:lnTo>
                    <a:pt x="4386116" y="3116972"/>
                  </a:lnTo>
                  <a:lnTo>
                    <a:pt x="4382947" y="3116972"/>
                  </a:lnTo>
                  <a:lnTo>
                    <a:pt x="4379778" y="3116972"/>
                  </a:lnTo>
                  <a:lnTo>
                    <a:pt x="4376609" y="3116972"/>
                  </a:lnTo>
                  <a:lnTo>
                    <a:pt x="4373439" y="3116972"/>
                  </a:lnTo>
                  <a:lnTo>
                    <a:pt x="4370270" y="3116972"/>
                  </a:lnTo>
                  <a:lnTo>
                    <a:pt x="4367101" y="3116972"/>
                  </a:lnTo>
                  <a:lnTo>
                    <a:pt x="4363932" y="3116972"/>
                  </a:lnTo>
                  <a:lnTo>
                    <a:pt x="4360763" y="3116972"/>
                  </a:lnTo>
                  <a:lnTo>
                    <a:pt x="4357594" y="3116972"/>
                  </a:lnTo>
                  <a:lnTo>
                    <a:pt x="4354424" y="3116972"/>
                  </a:lnTo>
                  <a:lnTo>
                    <a:pt x="4351255" y="3116972"/>
                  </a:lnTo>
                  <a:lnTo>
                    <a:pt x="4348086" y="3116972"/>
                  </a:lnTo>
                  <a:lnTo>
                    <a:pt x="4344917" y="3116972"/>
                  </a:lnTo>
                  <a:lnTo>
                    <a:pt x="4341748" y="3116972"/>
                  </a:lnTo>
                  <a:lnTo>
                    <a:pt x="4338579" y="3116972"/>
                  </a:lnTo>
                  <a:lnTo>
                    <a:pt x="4335409" y="3116972"/>
                  </a:lnTo>
                  <a:lnTo>
                    <a:pt x="4332240" y="3116972"/>
                  </a:lnTo>
                  <a:lnTo>
                    <a:pt x="4329071" y="3116972"/>
                  </a:lnTo>
                  <a:lnTo>
                    <a:pt x="4325902" y="3116972"/>
                  </a:lnTo>
                  <a:lnTo>
                    <a:pt x="4322733" y="3116972"/>
                  </a:lnTo>
                  <a:lnTo>
                    <a:pt x="4319564" y="3116972"/>
                  </a:lnTo>
                  <a:lnTo>
                    <a:pt x="4316394" y="3116972"/>
                  </a:lnTo>
                  <a:lnTo>
                    <a:pt x="4313225" y="3116972"/>
                  </a:lnTo>
                  <a:lnTo>
                    <a:pt x="4310056" y="3116972"/>
                  </a:lnTo>
                  <a:lnTo>
                    <a:pt x="4306887" y="3116972"/>
                  </a:lnTo>
                  <a:lnTo>
                    <a:pt x="4303718" y="3116972"/>
                  </a:lnTo>
                  <a:lnTo>
                    <a:pt x="4300549" y="3116972"/>
                  </a:lnTo>
                  <a:lnTo>
                    <a:pt x="4297380" y="3116972"/>
                  </a:lnTo>
                  <a:lnTo>
                    <a:pt x="4294210" y="3116972"/>
                  </a:lnTo>
                  <a:lnTo>
                    <a:pt x="4291041" y="3116972"/>
                  </a:lnTo>
                  <a:lnTo>
                    <a:pt x="4287872" y="3116972"/>
                  </a:lnTo>
                  <a:lnTo>
                    <a:pt x="4284703" y="3116972"/>
                  </a:lnTo>
                  <a:lnTo>
                    <a:pt x="4281534" y="3116972"/>
                  </a:lnTo>
                  <a:lnTo>
                    <a:pt x="4278365" y="3116972"/>
                  </a:lnTo>
                  <a:lnTo>
                    <a:pt x="4275195" y="3116972"/>
                  </a:lnTo>
                  <a:lnTo>
                    <a:pt x="4272026" y="3116972"/>
                  </a:lnTo>
                  <a:lnTo>
                    <a:pt x="4268857" y="3116972"/>
                  </a:lnTo>
                  <a:lnTo>
                    <a:pt x="4265688" y="3116972"/>
                  </a:lnTo>
                  <a:lnTo>
                    <a:pt x="4262519" y="3116972"/>
                  </a:lnTo>
                  <a:lnTo>
                    <a:pt x="4259350" y="3116972"/>
                  </a:lnTo>
                  <a:lnTo>
                    <a:pt x="4256180" y="3116972"/>
                  </a:lnTo>
                  <a:lnTo>
                    <a:pt x="4253011" y="3116972"/>
                  </a:lnTo>
                  <a:lnTo>
                    <a:pt x="4249842" y="3116972"/>
                  </a:lnTo>
                  <a:lnTo>
                    <a:pt x="4246673" y="3116972"/>
                  </a:lnTo>
                  <a:lnTo>
                    <a:pt x="4243504" y="3116972"/>
                  </a:lnTo>
                  <a:lnTo>
                    <a:pt x="4240335" y="3116972"/>
                  </a:lnTo>
                  <a:lnTo>
                    <a:pt x="4237165" y="3116972"/>
                  </a:lnTo>
                  <a:lnTo>
                    <a:pt x="4233996" y="3116972"/>
                  </a:lnTo>
                  <a:lnTo>
                    <a:pt x="4230827" y="3116972"/>
                  </a:lnTo>
                  <a:lnTo>
                    <a:pt x="4227658" y="3116972"/>
                  </a:lnTo>
                  <a:lnTo>
                    <a:pt x="4224489" y="3116972"/>
                  </a:lnTo>
                  <a:lnTo>
                    <a:pt x="4221320" y="3116972"/>
                  </a:lnTo>
                  <a:lnTo>
                    <a:pt x="4218151" y="3116972"/>
                  </a:lnTo>
                  <a:lnTo>
                    <a:pt x="4214981" y="3116972"/>
                  </a:lnTo>
                  <a:lnTo>
                    <a:pt x="4211812" y="3116972"/>
                  </a:lnTo>
                  <a:lnTo>
                    <a:pt x="4208643" y="3116972"/>
                  </a:lnTo>
                  <a:lnTo>
                    <a:pt x="4205474" y="3116972"/>
                  </a:lnTo>
                  <a:lnTo>
                    <a:pt x="4202305" y="3116972"/>
                  </a:lnTo>
                  <a:lnTo>
                    <a:pt x="4199136" y="3116972"/>
                  </a:lnTo>
                  <a:lnTo>
                    <a:pt x="4195966" y="3116972"/>
                  </a:lnTo>
                  <a:lnTo>
                    <a:pt x="4192797" y="3116972"/>
                  </a:lnTo>
                  <a:lnTo>
                    <a:pt x="4189628" y="3116972"/>
                  </a:lnTo>
                  <a:lnTo>
                    <a:pt x="4186459" y="3116972"/>
                  </a:lnTo>
                  <a:lnTo>
                    <a:pt x="4183290" y="3116972"/>
                  </a:lnTo>
                  <a:lnTo>
                    <a:pt x="4180121" y="3116972"/>
                  </a:lnTo>
                  <a:lnTo>
                    <a:pt x="4176951" y="3116972"/>
                  </a:lnTo>
                  <a:lnTo>
                    <a:pt x="4173782" y="3116972"/>
                  </a:lnTo>
                  <a:lnTo>
                    <a:pt x="4170613" y="3116972"/>
                  </a:lnTo>
                  <a:lnTo>
                    <a:pt x="4167444" y="3116972"/>
                  </a:lnTo>
                  <a:lnTo>
                    <a:pt x="4164275" y="3116972"/>
                  </a:lnTo>
                  <a:lnTo>
                    <a:pt x="4161106" y="3116972"/>
                  </a:lnTo>
                  <a:lnTo>
                    <a:pt x="4157937" y="3116972"/>
                  </a:lnTo>
                  <a:lnTo>
                    <a:pt x="4154767" y="3116972"/>
                  </a:lnTo>
                  <a:lnTo>
                    <a:pt x="4151598" y="3116972"/>
                  </a:lnTo>
                  <a:lnTo>
                    <a:pt x="4148429" y="3116972"/>
                  </a:lnTo>
                  <a:lnTo>
                    <a:pt x="4145260" y="3116972"/>
                  </a:lnTo>
                  <a:lnTo>
                    <a:pt x="4142091" y="3116972"/>
                  </a:lnTo>
                  <a:lnTo>
                    <a:pt x="4138922" y="3116972"/>
                  </a:lnTo>
                  <a:lnTo>
                    <a:pt x="4135752" y="3116972"/>
                  </a:lnTo>
                  <a:lnTo>
                    <a:pt x="4132583" y="3116972"/>
                  </a:lnTo>
                  <a:lnTo>
                    <a:pt x="4129414" y="3116972"/>
                  </a:lnTo>
                  <a:lnTo>
                    <a:pt x="4126245" y="3116972"/>
                  </a:lnTo>
                  <a:lnTo>
                    <a:pt x="4123076" y="3116972"/>
                  </a:lnTo>
                  <a:lnTo>
                    <a:pt x="4119907" y="3116972"/>
                  </a:lnTo>
                  <a:lnTo>
                    <a:pt x="4116737" y="3116972"/>
                  </a:lnTo>
                  <a:lnTo>
                    <a:pt x="4113568" y="3116972"/>
                  </a:lnTo>
                  <a:lnTo>
                    <a:pt x="4110399" y="3116972"/>
                  </a:lnTo>
                  <a:lnTo>
                    <a:pt x="4107230" y="3116972"/>
                  </a:lnTo>
                  <a:lnTo>
                    <a:pt x="4104061" y="3116972"/>
                  </a:lnTo>
                  <a:lnTo>
                    <a:pt x="4100892" y="3116972"/>
                  </a:lnTo>
                  <a:lnTo>
                    <a:pt x="4097722" y="3116972"/>
                  </a:lnTo>
                  <a:lnTo>
                    <a:pt x="4094553" y="3116972"/>
                  </a:lnTo>
                  <a:lnTo>
                    <a:pt x="4091384" y="3116972"/>
                  </a:lnTo>
                  <a:lnTo>
                    <a:pt x="4088215" y="3116972"/>
                  </a:lnTo>
                  <a:lnTo>
                    <a:pt x="4085046" y="3116972"/>
                  </a:lnTo>
                  <a:lnTo>
                    <a:pt x="4081877" y="3116972"/>
                  </a:lnTo>
                  <a:lnTo>
                    <a:pt x="4078708" y="3116972"/>
                  </a:lnTo>
                  <a:lnTo>
                    <a:pt x="4075538" y="3116972"/>
                  </a:lnTo>
                  <a:lnTo>
                    <a:pt x="4072369" y="3116972"/>
                  </a:lnTo>
                  <a:lnTo>
                    <a:pt x="4069200" y="3116972"/>
                  </a:lnTo>
                  <a:lnTo>
                    <a:pt x="4066031" y="3116972"/>
                  </a:lnTo>
                  <a:lnTo>
                    <a:pt x="4062862" y="3116972"/>
                  </a:lnTo>
                  <a:lnTo>
                    <a:pt x="4059693" y="3116972"/>
                  </a:lnTo>
                  <a:lnTo>
                    <a:pt x="4056523" y="3116972"/>
                  </a:lnTo>
                  <a:lnTo>
                    <a:pt x="4053354" y="3116972"/>
                  </a:lnTo>
                  <a:lnTo>
                    <a:pt x="4050185" y="3116972"/>
                  </a:lnTo>
                  <a:lnTo>
                    <a:pt x="4047016" y="3116972"/>
                  </a:lnTo>
                  <a:lnTo>
                    <a:pt x="4043847" y="3116972"/>
                  </a:lnTo>
                  <a:lnTo>
                    <a:pt x="4040678" y="3116972"/>
                  </a:lnTo>
                  <a:lnTo>
                    <a:pt x="4037508" y="3116972"/>
                  </a:lnTo>
                  <a:lnTo>
                    <a:pt x="4034339" y="3116972"/>
                  </a:lnTo>
                  <a:lnTo>
                    <a:pt x="4031170" y="3116972"/>
                  </a:lnTo>
                  <a:lnTo>
                    <a:pt x="4028001" y="3116972"/>
                  </a:lnTo>
                  <a:lnTo>
                    <a:pt x="4024832" y="3116972"/>
                  </a:lnTo>
                  <a:lnTo>
                    <a:pt x="4021663" y="3116972"/>
                  </a:lnTo>
                  <a:lnTo>
                    <a:pt x="4018494" y="3116972"/>
                  </a:lnTo>
                  <a:lnTo>
                    <a:pt x="4015324" y="3116972"/>
                  </a:lnTo>
                  <a:lnTo>
                    <a:pt x="4012155" y="3116972"/>
                  </a:lnTo>
                  <a:lnTo>
                    <a:pt x="4008986" y="3116972"/>
                  </a:lnTo>
                  <a:lnTo>
                    <a:pt x="4005817" y="3116972"/>
                  </a:lnTo>
                  <a:lnTo>
                    <a:pt x="4002648" y="3116972"/>
                  </a:lnTo>
                  <a:lnTo>
                    <a:pt x="3999479" y="3116972"/>
                  </a:lnTo>
                  <a:lnTo>
                    <a:pt x="3996309" y="3116972"/>
                  </a:lnTo>
                  <a:lnTo>
                    <a:pt x="3993140" y="3116972"/>
                  </a:lnTo>
                  <a:lnTo>
                    <a:pt x="3989971" y="3116972"/>
                  </a:lnTo>
                  <a:lnTo>
                    <a:pt x="3986802" y="3116972"/>
                  </a:lnTo>
                  <a:lnTo>
                    <a:pt x="3983633" y="3116972"/>
                  </a:lnTo>
                  <a:lnTo>
                    <a:pt x="3980464" y="3116972"/>
                  </a:lnTo>
                  <a:lnTo>
                    <a:pt x="3977294" y="3116972"/>
                  </a:lnTo>
                  <a:lnTo>
                    <a:pt x="3974125" y="3116972"/>
                  </a:lnTo>
                  <a:lnTo>
                    <a:pt x="3970956" y="3116972"/>
                  </a:lnTo>
                  <a:lnTo>
                    <a:pt x="3967787" y="3116972"/>
                  </a:lnTo>
                  <a:lnTo>
                    <a:pt x="3964618" y="3116972"/>
                  </a:lnTo>
                  <a:lnTo>
                    <a:pt x="3961449" y="3116972"/>
                  </a:lnTo>
                  <a:lnTo>
                    <a:pt x="3958279" y="3116972"/>
                  </a:lnTo>
                  <a:lnTo>
                    <a:pt x="3955110" y="3116972"/>
                  </a:lnTo>
                  <a:lnTo>
                    <a:pt x="3951941" y="3116972"/>
                  </a:lnTo>
                  <a:lnTo>
                    <a:pt x="3948772" y="3116972"/>
                  </a:lnTo>
                  <a:lnTo>
                    <a:pt x="3945603" y="3116972"/>
                  </a:lnTo>
                  <a:lnTo>
                    <a:pt x="3942434" y="3116972"/>
                  </a:lnTo>
                  <a:lnTo>
                    <a:pt x="3939265" y="3116972"/>
                  </a:lnTo>
                  <a:lnTo>
                    <a:pt x="3936095" y="3116972"/>
                  </a:lnTo>
                  <a:lnTo>
                    <a:pt x="3932926" y="3116972"/>
                  </a:lnTo>
                  <a:lnTo>
                    <a:pt x="3929757" y="3116972"/>
                  </a:lnTo>
                  <a:lnTo>
                    <a:pt x="3926588" y="3116972"/>
                  </a:lnTo>
                  <a:lnTo>
                    <a:pt x="3923419" y="3116972"/>
                  </a:lnTo>
                  <a:lnTo>
                    <a:pt x="3920250" y="3116972"/>
                  </a:lnTo>
                  <a:lnTo>
                    <a:pt x="3917080" y="3116972"/>
                  </a:lnTo>
                  <a:lnTo>
                    <a:pt x="3913911" y="3116972"/>
                  </a:lnTo>
                  <a:lnTo>
                    <a:pt x="3910742" y="3116972"/>
                  </a:lnTo>
                  <a:lnTo>
                    <a:pt x="3907573" y="3116972"/>
                  </a:lnTo>
                  <a:lnTo>
                    <a:pt x="3904404" y="3116972"/>
                  </a:lnTo>
                  <a:lnTo>
                    <a:pt x="3901235" y="3116972"/>
                  </a:lnTo>
                  <a:lnTo>
                    <a:pt x="3898065" y="3116972"/>
                  </a:lnTo>
                  <a:lnTo>
                    <a:pt x="3894896" y="3116972"/>
                  </a:lnTo>
                  <a:lnTo>
                    <a:pt x="3891727" y="3116972"/>
                  </a:lnTo>
                  <a:lnTo>
                    <a:pt x="3888558" y="3116972"/>
                  </a:lnTo>
                  <a:lnTo>
                    <a:pt x="3885389" y="3116972"/>
                  </a:lnTo>
                  <a:lnTo>
                    <a:pt x="3882220" y="3116972"/>
                  </a:lnTo>
                  <a:lnTo>
                    <a:pt x="3879050" y="3116972"/>
                  </a:lnTo>
                  <a:lnTo>
                    <a:pt x="3875881" y="3116972"/>
                  </a:lnTo>
                  <a:lnTo>
                    <a:pt x="3872712" y="3116972"/>
                  </a:lnTo>
                  <a:lnTo>
                    <a:pt x="3869543" y="3116972"/>
                  </a:lnTo>
                  <a:lnTo>
                    <a:pt x="3866374" y="3116972"/>
                  </a:lnTo>
                  <a:lnTo>
                    <a:pt x="3863205" y="3116972"/>
                  </a:lnTo>
                  <a:lnTo>
                    <a:pt x="3860036" y="3116972"/>
                  </a:lnTo>
                  <a:lnTo>
                    <a:pt x="3856866" y="3116972"/>
                  </a:lnTo>
                  <a:lnTo>
                    <a:pt x="3853697" y="3116972"/>
                  </a:lnTo>
                  <a:lnTo>
                    <a:pt x="3850528" y="3116972"/>
                  </a:lnTo>
                  <a:lnTo>
                    <a:pt x="3847359" y="3116972"/>
                  </a:lnTo>
                  <a:lnTo>
                    <a:pt x="3844190" y="3116972"/>
                  </a:lnTo>
                  <a:lnTo>
                    <a:pt x="3841021" y="3116972"/>
                  </a:lnTo>
                  <a:lnTo>
                    <a:pt x="3837851" y="3116972"/>
                  </a:lnTo>
                  <a:lnTo>
                    <a:pt x="3834682" y="3116972"/>
                  </a:lnTo>
                  <a:lnTo>
                    <a:pt x="3831513" y="3116972"/>
                  </a:lnTo>
                  <a:lnTo>
                    <a:pt x="3828344" y="3116972"/>
                  </a:lnTo>
                  <a:lnTo>
                    <a:pt x="3825175" y="3116972"/>
                  </a:lnTo>
                  <a:lnTo>
                    <a:pt x="3822006" y="3116972"/>
                  </a:lnTo>
                  <a:lnTo>
                    <a:pt x="3818836" y="3116972"/>
                  </a:lnTo>
                  <a:lnTo>
                    <a:pt x="3815667" y="3116972"/>
                  </a:lnTo>
                  <a:lnTo>
                    <a:pt x="3812498" y="3116972"/>
                  </a:lnTo>
                  <a:lnTo>
                    <a:pt x="3809329" y="3116972"/>
                  </a:lnTo>
                  <a:lnTo>
                    <a:pt x="3806160" y="3116972"/>
                  </a:lnTo>
                  <a:lnTo>
                    <a:pt x="3802991" y="3116972"/>
                  </a:lnTo>
                  <a:lnTo>
                    <a:pt x="3799822" y="3116972"/>
                  </a:lnTo>
                  <a:lnTo>
                    <a:pt x="3796652" y="3116972"/>
                  </a:lnTo>
                  <a:lnTo>
                    <a:pt x="3793483" y="3116972"/>
                  </a:lnTo>
                  <a:lnTo>
                    <a:pt x="3790314" y="3116972"/>
                  </a:lnTo>
                  <a:lnTo>
                    <a:pt x="3787145" y="3116972"/>
                  </a:lnTo>
                  <a:lnTo>
                    <a:pt x="3783976" y="3116972"/>
                  </a:lnTo>
                  <a:lnTo>
                    <a:pt x="3780807" y="3116972"/>
                  </a:lnTo>
                  <a:lnTo>
                    <a:pt x="3777637" y="3116972"/>
                  </a:lnTo>
                  <a:lnTo>
                    <a:pt x="3774468" y="3116972"/>
                  </a:lnTo>
                  <a:lnTo>
                    <a:pt x="3771299" y="3116972"/>
                  </a:lnTo>
                  <a:lnTo>
                    <a:pt x="3768130" y="3116972"/>
                  </a:lnTo>
                  <a:lnTo>
                    <a:pt x="3764961" y="3116972"/>
                  </a:lnTo>
                  <a:lnTo>
                    <a:pt x="3761792" y="3116972"/>
                  </a:lnTo>
                  <a:lnTo>
                    <a:pt x="3758622" y="3116972"/>
                  </a:lnTo>
                  <a:lnTo>
                    <a:pt x="3755453" y="3116972"/>
                  </a:lnTo>
                  <a:lnTo>
                    <a:pt x="3752284" y="3116972"/>
                  </a:lnTo>
                  <a:lnTo>
                    <a:pt x="3749115" y="3116972"/>
                  </a:lnTo>
                  <a:lnTo>
                    <a:pt x="3745946" y="3116972"/>
                  </a:lnTo>
                  <a:lnTo>
                    <a:pt x="3742777" y="3116972"/>
                  </a:lnTo>
                  <a:lnTo>
                    <a:pt x="3739607" y="3116972"/>
                  </a:lnTo>
                  <a:lnTo>
                    <a:pt x="3736438" y="3116972"/>
                  </a:lnTo>
                  <a:lnTo>
                    <a:pt x="3733269" y="3116972"/>
                  </a:lnTo>
                  <a:lnTo>
                    <a:pt x="3730100" y="3116972"/>
                  </a:lnTo>
                  <a:lnTo>
                    <a:pt x="3726931" y="3116972"/>
                  </a:lnTo>
                  <a:lnTo>
                    <a:pt x="3723762" y="3116972"/>
                  </a:lnTo>
                  <a:lnTo>
                    <a:pt x="3720593" y="3116972"/>
                  </a:lnTo>
                  <a:lnTo>
                    <a:pt x="3717423" y="3116972"/>
                  </a:lnTo>
                  <a:lnTo>
                    <a:pt x="3714254" y="3116972"/>
                  </a:lnTo>
                  <a:lnTo>
                    <a:pt x="3711085" y="3116972"/>
                  </a:lnTo>
                  <a:lnTo>
                    <a:pt x="3707916" y="3116972"/>
                  </a:lnTo>
                  <a:lnTo>
                    <a:pt x="3704747" y="3116972"/>
                  </a:lnTo>
                  <a:lnTo>
                    <a:pt x="3701578" y="3116972"/>
                  </a:lnTo>
                  <a:lnTo>
                    <a:pt x="3698408" y="3116972"/>
                  </a:lnTo>
                  <a:lnTo>
                    <a:pt x="3695239" y="3116972"/>
                  </a:lnTo>
                  <a:lnTo>
                    <a:pt x="3692070" y="3116972"/>
                  </a:lnTo>
                  <a:lnTo>
                    <a:pt x="3688901" y="3116972"/>
                  </a:lnTo>
                  <a:lnTo>
                    <a:pt x="3685732" y="3116972"/>
                  </a:lnTo>
                  <a:lnTo>
                    <a:pt x="3682563" y="3116972"/>
                  </a:lnTo>
                  <a:lnTo>
                    <a:pt x="3679393" y="3116972"/>
                  </a:lnTo>
                  <a:lnTo>
                    <a:pt x="3676224" y="3116972"/>
                  </a:lnTo>
                  <a:lnTo>
                    <a:pt x="3673055" y="3116972"/>
                  </a:lnTo>
                  <a:lnTo>
                    <a:pt x="3669886" y="3116972"/>
                  </a:lnTo>
                  <a:lnTo>
                    <a:pt x="3666717" y="3116972"/>
                  </a:lnTo>
                  <a:lnTo>
                    <a:pt x="3663548" y="3116972"/>
                  </a:lnTo>
                  <a:lnTo>
                    <a:pt x="3660379" y="3116972"/>
                  </a:lnTo>
                  <a:lnTo>
                    <a:pt x="3657209" y="3116972"/>
                  </a:lnTo>
                  <a:lnTo>
                    <a:pt x="3654040" y="3116972"/>
                  </a:lnTo>
                  <a:lnTo>
                    <a:pt x="3650871" y="3116972"/>
                  </a:lnTo>
                  <a:lnTo>
                    <a:pt x="3647702" y="3116972"/>
                  </a:lnTo>
                  <a:lnTo>
                    <a:pt x="3644533" y="3116972"/>
                  </a:lnTo>
                  <a:lnTo>
                    <a:pt x="3641364" y="3116972"/>
                  </a:lnTo>
                  <a:lnTo>
                    <a:pt x="3638194" y="3116972"/>
                  </a:lnTo>
                  <a:lnTo>
                    <a:pt x="3635025" y="3116972"/>
                  </a:lnTo>
                  <a:lnTo>
                    <a:pt x="3631856" y="3116972"/>
                  </a:lnTo>
                  <a:lnTo>
                    <a:pt x="3628687" y="3116972"/>
                  </a:lnTo>
                  <a:lnTo>
                    <a:pt x="3625518" y="3116972"/>
                  </a:lnTo>
                  <a:lnTo>
                    <a:pt x="3622349" y="3116972"/>
                  </a:lnTo>
                  <a:lnTo>
                    <a:pt x="3619179" y="3116972"/>
                  </a:lnTo>
                  <a:lnTo>
                    <a:pt x="3616010" y="3116972"/>
                  </a:lnTo>
                  <a:lnTo>
                    <a:pt x="3612841" y="3116972"/>
                  </a:lnTo>
                  <a:lnTo>
                    <a:pt x="3609672" y="3116972"/>
                  </a:lnTo>
                  <a:lnTo>
                    <a:pt x="3606503" y="3116972"/>
                  </a:lnTo>
                  <a:lnTo>
                    <a:pt x="3603334" y="3116972"/>
                  </a:lnTo>
                  <a:lnTo>
                    <a:pt x="3600164" y="3116972"/>
                  </a:lnTo>
                  <a:lnTo>
                    <a:pt x="3596995" y="3116972"/>
                  </a:lnTo>
                  <a:lnTo>
                    <a:pt x="3593826" y="3116972"/>
                  </a:lnTo>
                  <a:lnTo>
                    <a:pt x="3590657" y="3116972"/>
                  </a:lnTo>
                  <a:lnTo>
                    <a:pt x="3587488" y="3116972"/>
                  </a:lnTo>
                  <a:lnTo>
                    <a:pt x="3584319" y="3116972"/>
                  </a:lnTo>
                  <a:lnTo>
                    <a:pt x="3581150" y="3116972"/>
                  </a:lnTo>
                  <a:lnTo>
                    <a:pt x="3577980" y="3116972"/>
                  </a:lnTo>
                  <a:lnTo>
                    <a:pt x="3574811" y="3116972"/>
                  </a:lnTo>
                  <a:lnTo>
                    <a:pt x="3571642" y="3116972"/>
                  </a:lnTo>
                  <a:lnTo>
                    <a:pt x="3568473" y="3116972"/>
                  </a:lnTo>
                  <a:lnTo>
                    <a:pt x="3565304" y="3116972"/>
                  </a:lnTo>
                  <a:lnTo>
                    <a:pt x="3562135" y="3116972"/>
                  </a:lnTo>
                  <a:lnTo>
                    <a:pt x="3558965" y="3116972"/>
                  </a:lnTo>
                  <a:lnTo>
                    <a:pt x="3555796" y="3116972"/>
                  </a:lnTo>
                  <a:lnTo>
                    <a:pt x="3552627" y="3116972"/>
                  </a:lnTo>
                  <a:lnTo>
                    <a:pt x="3549458" y="3116972"/>
                  </a:lnTo>
                  <a:lnTo>
                    <a:pt x="3546289" y="3116972"/>
                  </a:lnTo>
                  <a:lnTo>
                    <a:pt x="3543120" y="3116972"/>
                  </a:lnTo>
                  <a:lnTo>
                    <a:pt x="3539950" y="3116972"/>
                  </a:lnTo>
                  <a:lnTo>
                    <a:pt x="3536781" y="3116972"/>
                  </a:lnTo>
                  <a:lnTo>
                    <a:pt x="3533612" y="3116972"/>
                  </a:lnTo>
                  <a:lnTo>
                    <a:pt x="3530443" y="3116972"/>
                  </a:lnTo>
                  <a:lnTo>
                    <a:pt x="3527274" y="3116972"/>
                  </a:lnTo>
                  <a:lnTo>
                    <a:pt x="3524105" y="3116972"/>
                  </a:lnTo>
                  <a:lnTo>
                    <a:pt x="3520935" y="3116972"/>
                  </a:lnTo>
                  <a:lnTo>
                    <a:pt x="3517766" y="3116972"/>
                  </a:lnTo>
                  <a:lnTo>
                    <a:pt x="3514597" y="3116972"/>
                  </a:lnTo>
                  <a:lnTo>
                    <a:pt x="3511428" y="3116972"/>
                  </a:lnTo>
                  <a:lnTo>
                    <a:pt x="3508259" y="3116972"/>
                  </a:lnTo>
                  <a:lnTo>
                    <a:pt x="3505090" y="3116972"/>
                  </a:lnTo>
                  <a:lnTo>
                    <a:pt x="3501921" y="3116972"/>
                  </a:lnTo>
                  <a:lnTo>
                    <a:pt x="3498751" y="3116972"/>
                  </a:lnTo>
                  <a:lnTo>
                    <a:pt x="3495582" y="3116972"/>
                  </a:lnTo>
                  <a:lnTo>
                    <a:pt x="3492413" y="3116972"/>
                  </a:lnTo>
                  <a:lnTo>
                    <a:pt x="3489244" y="3116972"/>
                  </a:lnTo>
                  <a:lnTo>
                    <a:pt x="3486075" y="3116972"/>
                  </a:lnTo>
                  <a:lnTo>
                    <a:pt x="3482906" y="3116972"/>
                  </a:lnTo>
                  <a:lnTo>
                    <a:pt x="3479736" y="3116972"/>
                  </a:lnTo>
                  <a:lnTo>
                    <a:pt x="3476567" y="3116972"/>
                  </a:lnTo>
                  <a:lnTo>
                    <a:pt x="3473398" y="3116972"/>
                  </a:lnTo>
                  <a:lnTo>
                    <a:pt x="3470229" y="3116972"/>
                  </a:lnTo>
                  <a:lnTo>
                    <a:pt x="3467060" y="3116972"/>
                  </a:lnTo>
                  <a:lnTo>
                    <a:pt x="3463891" y="3116972"/>
                  </a:lnTo>
                  <a:lnTo>
                    <a:pt x="3460721" y="3116972"/>
                  </a:lnTo>
                  <a:lnTo>
                    <a:pt x="3457552" y="3116972"/>
                  </a:lnTo>
                  <a:lnTo>
                    <a:pt x="3454383" y="3116972"/>
                  </a:lnTo>
                  <a:lnTo>
                    <a:pt x="3451214" y="3116972"/>
                  </a:lnTo>
                  <a:lnTo>
                    <a:pt x="3448045" y="3116972"/>
                  </a:lnTo>
                  <a:lnTo>
                    <a:pt x="3444876" y="3116972"/>
                  </a:lnTo>
                  <a:lnTo>
                    <a:pt x="3441707" y="3116972"/>
                  </a:lnTo>
                  <a:lnTo>
                    <a:pt x="3438537" y="3116972"/>
                  </a:lnTo>
                  <a:lnTo>
                    <a:pt x="3435368" y="3116972"/>
                  </a:lnTo>
                  <a:lnTo>
                    <a:pt x="3432199" y="3116972"/>
                  </a:lnTo>
                  <a:lnTo>
                    <a:pt x="3429030" y="3116972"/>
                  </a:lnTo>
                  <a:lnTo>
                    <a:pt x="3425861" y="3116972"/>
                  </a:lnTo>
                  <a:lnTo>
                    <a:pt x="3422692" y="3116972"/>
                  </a:lnTo>
                  <a:lnTo>
                    <a:pt x="3419522" y="3116972"/>
                  </a:lnTo>
                  <a:lnTo>
                    <a:pt x="3416353" y="3116972"/>
                  </a:lnTo>
                  <a:lnTo>
                    <a:pt x="3413184" y="3116972"/>
                  </a:lnTo>
                  <a:lnTo>
                    <a:pt x="3410015" y="3116972"/>
                  </a:lnTo>
                  <a:lnTo>
                    <a:pt x="3406846" y="3116972"/>
                  </a:lnTo>
                  <a:lnTo>
                    <a:pt x="3403677" y="3116972"/>
                  </a:lnTo>
                  <a:lnTo>
                    <a:pt x="3400507" y="3116972"/>
                  </a:lnTo>
                  <a:lnTo>
                    <a:pt x="3397338" y="3116972"/>
                  </a:lnTo>
                  <a:lnTo>
                    <a:pt x="3394169" y="3116972"/>
                  </a:lnTo>
                  <a:lnTo>
                    <a:pt x="3391000" y="3116972"/>
                  </a:lnTo>
                  <a:lnTo>
                    <a:pt x="3387831" y="3116972"/>
                  </a:lnTo>
                  <a:lnTo>
                    <a:pt x="3384662" y="3116972"/>
                  </a:lnTo>
                  <a:lnTo>
                    <a:pt x="3381492" y="3116972"/>
                  </a:lnTo>
                  <a:lnTo>
                    <a:pt x="3378323" y="3116972"/>
                  </a:lnTo>
                  <a:lnTo>
                    <a:pt x="3375154" y="3116972"/>
                  </a:lnTo>
                  <a:lnTo>
                    <a:pt x="3371985" y="3116972"/>
                  </a:lnTo>
                  <a:lnTo>
                    <a:pt x="3368816" y="3116972"/>
                  </a:lnTo>
                  <a:lnTo>
                    <a:pt x="3365647" y="3116972"/>
                  </a:lnTo>
                  <a:lnTo>
                    <a:pt x="3362478" y="3116972"/>
                  </a:lnTo>
                  <a:lnTo>
                    <a:pt x="3359308" y="3116972"/>
                  </a:lnTo>
                  <a:lnTo>
                    <a:pt x="3356139" y="3116972"/>
                  </a:lnTo>
                  <a:lnTo>
                    <a:pt x="3352970" y="3116972"/>
                  </a:lnTo>
                  <a:lnTo>
                    <a:pt x="3349801" y="3116972"/>
                  </a:lnTo>
                  <a:lnTo>
                    <a:pt x="3346632" y="3116972"/>
                  </a:lnTo>
                  <a:lnTo>
                    <a:pt x="3343463" y="3116972"/>
                  </a:lnTo>
                  <a:lnTo>
                    <a:pt x="3340293" y="3116972"/>
                  </a:lnTo>
                  <a:lnTo>
                    <a:pt x="3337124" y="3116972"/>
                  </a:lnTo>
                  <a:lnTo>
                    <a:pt x="3333955" y="3116972"/>
                  </a:lnTo>
                  <a:lnTo>
                    <a:pt x="3330786" y="3116972"/>
                  </a:lnTo>
                  <a:lnTo>
                    <a:pt x="3327617" y="3116972"/>
                  </a:lnTo>
                  <a:lnTo>
                    <a:pt x="3324448" y="3116972"/>
                  </a:lnTo>
                  <a:lnTo>
                    <a:pt x="3321278" y="3116972"/>
                  </a:lnTo>
                  <a:lnTo>
                    <a:pt x="3318109" y="3116972"/>
                  </a:lnTo>
                  <a:lnTo>
                    <a:pt x="3314940" y="3116972"/>
                  </a:lnTo>
                  <a:lnTo>
                    <a:pt x="3311771" y="3116972"/>
                  </a:lnTo>
                  <a:lnTo>
                    <a:pt x="3308602" y="3116972"/>
                  </a:lnTo>
                  <a:lnTo>
                    <a:pt x="3305433" y="3116972"/>
                  </a:lnTo>
                  <a:lnTo>
                    <a:pt x="3302263" y="3116972"/>
                  </a:lnTo>
                  <a:lnTo>
                    <a:pt x="3299094" y="3116972"/>
                  </a:lnTo>
                  <a:lnTo>
                    <a:pt x="3295925" y="3116972"/>
                  </a:lnTo>
                  <a:lnTo>
                    <a:pt x="3292756" y="3116972"/>
                  </a:lnTo>
                  <a:lnTo>
                    <a:pt x="3289587" y="3116972"/>
                  </a:lnTo>
                  <a:lnTo>
                    <a:pt x="3286418" y="3116972"/>
                  </a:lnTo>
                  <a:lnTo>
                    <a:pt x="3283249" y="3116972"/>
                  </a:lnTo>
                  <a:lnTo>
                    <a:pt x="3280079" y="3116972"/>
                  </a:lnTo>
                  <a:lnTo>
                    <a:pt x="3276910" y="3116972"/>
                  </a:lnTo>
                  <a:lnTo>
                    <a:pt x="3273741" y="3116972"/>
                  </a:lnTo>
                  <a:lnTo>
                    <a:pt x="3270572" y="3116972"/>
                  </a:lnTo>
                  <a:lnTo>
                    <a:pt x="3267403" y="3116972"/>
                  </a:lnTo>
                  <a:lnTo>
                    <a:pt x="3264234" y="3116972"/>
                  </a:lnTo>
                  <a:lnTo>
                    <a:pt x="3261064" y="3116972"/>
                  </a:lnTo>
                  <a:lnTo>
                    <a:pt x="3257895" y="3116972"/>
                  </a:lnTo>
                  <a:lnTo>
                    <a:pt x="3254726" y="3116972"/>
                  </a:lnTo>
                  <a:lnTo>
                    <a:pt x="3251557" y="3116972"/>
                  </a:lnTo>
                  <a:lnTo>
                    <a:pt x="3248388" y="3116972"/>
                  </a:lnTo>
                  <a:lnTo>
                    <a:pt x="3245219" y="3116972"/>
                  </a:lnTo>
                  <a:lnTo>
                    <a:pt x="3242049" y="3116972"/>
                  </a:lnTo>
                  <a:lnTo>
                    <a:pt x="3238880" y="3116972"/>
                  </a:lnTo>
                  <a:lnTo>
                    <a:pt x="3235711" y="3116972"/>
                  </a:lnTo>
                  <a:lnTo>
                    <a:pt x="3232542" y="3116972"/>
                  </a:lnTo>
                  <a:lnTo>
                    <a:pt x="3229373" y="3116972"/>
                  </a:lnTo>
                  <a:lnTo>
                    <a:pt x="3226204" y="3116972"/>
                  </a:lnTo>
                  <a:lnTo>
                    <a:pt x="3223035" y="3116972"/>
                  </a:lnTo>
                  <a:lnTo>
                    <a:pt x="3219865" y="3116972"/>
                  </a:lnTo>
                  <a:lnTo>
                    <a:pt x="3216696" y="3116972"/>
                  </a:lnTo>
                  <a:lnTo>
                    <a:pt x="3213527" y="3116972"/>
                  </a:lnTo>
                  <a:lnTo>
                    <a:pt x="3210358" y="3116972"/>
                  </a:lnTo>
                  <a:lnTo>
                    <a:pt x="3207189" y="3116972"/>
                  </a:lnTo>
                  <a:lnTo>
                    <a:pt x="3204020" y="3116972"/>
                  </a:lnTo>
                  <a:lnTo>
                    <a:pt x="3200850" y="3116972"/>
                  </a:lnTo>
                  <a:lnTo>
                    <a:pt x="3197681" y="3116972"/>
                  </a:lnTo>
                  <a:lnTo>
                    <a:pt x="3194512" y="3116972"/>
                  </a:lnTo>
                  <a:lnTo>
                    <a:pt x="3191343" y="3116972"/>
                  </a:lnTo>
                  <a:lnTo>
                    <a:pt x="3188174" y="3116972"/>
                  </a:lnTo>
                  <a:lnTo>
                    <a:pt x="3185005" y="3116972"/>
                  </a:lnTo>
                  <a:lnTo>
                    <a:pt x="3181835" y="3116972"/>
                  </a:lnTo>
                  <a:lnTo>
                    <a:pt x="3178666" y="3116972"/>
                  </a:lnTo>
                  <a:lnTo>
                    <a:pt x="3175497" y="3116972"/>
                  </a:lnTo>
                  <a:lnTo>
                    <a:pt x="3172328" y="3116972"/>
                  </a:lnTo>
                  <a:lnTo>
                    <a:pt x="3169159" y="3116972"/>
                  </a:lnTo>
                  <a:lnTo>
                    <a:pt x="3165990" y="3116972"/>
                  </a:lnTo>
                  <a:lnTo>
                    <a:pt x="3162820" y="3116972"/>
                  </a:lnTo>
                  <a:lnTo>
                    <a:pt x="3159651" y="3116972"/>
                  </a:lnTo>
                  <a:lnTo>
                    <a:pt x="3156482" y="3116972"/>
                  </a:lnTo>
                  <a:lnTo>
                    <a:pt x="3153313" y="3116972"/>
                  </a:lnTo>
                  <a:lnTo>
                    <a:pt x="3150144" y="3116972"/>
                  </a:lnTo>
                  <a:lnTo>
                    <a:pt x="3146975" y="3116972"/>
                  </a:lnTo>
                  <a:lnTo>
                    <a:pt x="3143806" y="3116972"/>
                  </a:lnTo>
                  <a:lnTo>
                    <a:pt x="3140636" y="3116972"/>
                  </a:lnTo>
                  <a:lnTo>
                    <a:pt x="3137467" y="3116972"/>
                  </a:lnTo>
                  <a:lnTo>
                    <a:pt x="3134298" y="3116972"/>
                  </a:lnTo>
                  <a:lnTo>
                    <a:pt x="3131129" y="3116972"/>
                  </a:lnTo>
                  <a:lnTo>
                    <a:pt x="3127960" y="3116972"/>
                  </a:lnTo>
                  <a:lnTo>
                    <a:pt x="3124791" y="3116972"/>
                  </a:lnTo>
                  <a:lnTo>
                    <a:pt x="3121621" y="3116972"/>
                  </a:lnTo>
                  <a:lnTo>
                    <a:pt x="3118452" y="3116972"/>
                  </a:lnTo>
                  <a:lnTo>
                    <a:pt x="3115283" y="3116972"/>
                  </a:lnTo>
                  <a:lnTo>
                    <a:pt x="3112114" y="3116972"/>
                  </a:lnTo>
                  <a:lnTo>
                    <a:pt x="3108945" y="3116972"/>
                  </a:lnTo>
                  <a:lnTo>
                    <a:pt x="3105776" y="3116972"/>
                  </a:lnTo>
                  <a:lnTo>
                    <a:pt x="3102606" y="3116972"/>
                  </a:lnTo>
                  <a:lnTo>
                    <a:pt x="3099437" y="3116972"/>
                  </a:lnTo>
                  <a:lnTo>
                    <a:pt x="3096268" y="3116972"/>
                  </a:lnTo>
                  <a:lnTo>
                    <a:pt x="3093099" y="3116972"/>
                  </a:lnTo>
                  <a:lnTo>
                    <a:pt x="3089930" y="3116972"/>
                  </a:lnTo>
                  <a:lnTo>
                    <a:pt x="3086761" y="3116972"/>
                  </a:lnTo>
                  <a:lnTo>
                    <a:pt x="3083592" y="3116972"/>
                  </a:lnTo>
                  <a:lnTo>
                    <a:pt x="3080422" y="3116972"/>
                  </a:lnTo>
                  <a:lnTo>
                    <a:pt x="3077253" y="3116972"/>
                  </a:lnTo>
                  <a:lnTo>
                    <a:pt x="3074084" y="3116972"/>
                  </a:lnTo>
                  <a:lnTo>
                    <a:pt x="3070915" y="3116972"/>
                  </a:lnTo>
                  <a:lnTo>
                    <a:pt x="3067746" y="3116972"/>
                  </a:lnTo>
                  <a:lnTo>
                    <a:pt x="3064577" y="3116972"/>
                  </a:lnTo>
                  <a:lnTo>
                    <a:pt x="3061407" y="3116972"/>
                  </a:lnTo>
                  <a:lnTo>
                    <a:pt x="3058238" y="3116972"/>
                  </a:lnTo>
                  <a:lnTo>
                    <a:pt x="3055069" y="3116972"/>
                  </a:lnTo>
                  <a:lnTo>
                    <a:pt x="3051900" y="3116972"/>
                  </a:lnTo>
                  <a:lnTo>
                    <a:pt x="3048731" y="3116972"/>
                  </a:lnTo>
                  <a:lnTo>
                    <a:pt x="3045562" y="3116972"/>
                  </a:lnTo>
                  <a:lnTo>
                    <a:pt x="3042392" y="3116972"/>
                  </a:lnTo>
                  <a:lnTo>
                    <a:pt x="3039223" y="3116972"/>
                  </a:lnTo>
                  <a:lnTo>
                    <a:pt x="3036054" y="3116972"/>
                  </a:lnTo>
                  <a:lnTo>
                    <a:pt x="3032885" y="3116972"/>
                  </a:lnTo>
                  <a:lnTo>
                    <a:pt x="3029716" y="3116972"/>
                  </a:lnTo>
                  <a:lnTo>
                    <a:pt x="3026547" y="3116972"/>
                  </a:lnTo>
                  <a:lnTo>
                    <a:pt x="3023377" y="3116972"/>
                  </a:lnTo>
                  <a:lnTo>
                    <a:pt x="3020208" y="3116972"/>
                  </a:lnTo>
                  <a:lnTo>
                    <a:pt x="3017039" y="3116972"/>
                  </a:lnTo>
                  <a:lnTo>
                    <a:pt x="3013870" y="3116972"/>
                  </a:lnTo>
                  <a:lnTo>
                    <a:pt x="3010701" y="3116972"/>
                  </a:lnTo>
                  <a:lnTo>
                    <a:pt x="3007532" y="3116972"/>
                  </a:lnTo>
                  <a:lnTo>
                    <a:pt x="3004363" y="3116972"/>
                  </a:lnTo>
                  <a:lnTo>
                    <a:pt x="3001193" y="3116972"/>
                  </a:lnTo>
                  <a:lnTo>
                    <a:pt x="2998024" y="3116972"/>
                  </a:lnTo>
                  <a:lnTo>
                    <a:pt x="2994855" y="3116972"/>
                  </a:lnTo>
                  <a:lnTo>
                    <a:pt x="2991686" y="3116972"/>
                  </a:lnTo>
                  <a:lnTo>
                    <a:pt x="2988517" y="3116972"/>
                  </a:lnTo>
                  <a:lnTo>
                    <a:pt x="2985348" y="3116972"/>
                  </a:lnTo>
                  <a:lnTo>
                    <a:pt x="2982178" y="3116972"/>
                  </a:lnTo>
                  <a:lnTo>
                    <a:pt x="2979009" y="3116972"/>
                  </a:lnTo>
                  <a:lnTo>
                    <a:pt x="2975840" y="3116972"/>
                  </a:lnTo>
                  <a:lnTo>
                    <a:pt x="2972671" y="3116972"/>
                  </a:lnTo>
                  <a:lnTo>
                    <a:pt x="2969502" y="3116972"/>
                  </a:lnTo>
                  <a:lnTo>
                    <a:pt x="2966333" y="3116972"/>
                  </a:lnTo>
                  <a:lnTo>
                    <a:pt x="2963163" y="3116972"/>
                  </a:lnTo>
                  <a:lnTo>
                    <a:pt x="2959994" y="3116972"/>
                  </a:lnTo>
                  <a:lnTo>
                    <a:pt x="2956825" y="3116972"/>
                  </a:lnTo>
                  <a:lnTo>
                    <a:pt x="2953656" y="3116972"/>
                  </a:lnTo>
                  <a:lnTo>
                    <a:pt x="2950487" y="3116972"/>
                  </a:lnTo>
                  <a:lnTo>
                    <a:pt x="2947318" y="3116972"/>
                  </a:lnTo>
                  <a:lnTo>
                    <a:pt x="2944148" y="3116972"/>
                  </a:lnTo>
                  <a:lnTo>
                    <a:pt x="2940979" y="3116972"/>
                  </a:lnTo>
                  <a:lnTo>
                    <a:pt x="2937810" y="3116972"/>
                  </a:lnTo>
                  <a:lnTo>
                    <a:pt x="2934641" y="3116972"/>
                  </a:lnTo>
                  <a:lnTo>
                    <a:pt x="2931472" y="3116972"/>
                  </a:lnTo>
                  <a:lnTo>
                    <a:pt x="2928303" y="3116972"/>
                  </a:lnTo>
                  <a:lnTo>
                    <a:pt x="2925134" y="3116972"/>
                  </a:lnTo>
                  <a:lnTo>
                    <a:pt x="2921964" y="3116972"/>
                  </a:lnTo>
                  <a:lnTo>
                    <a:pt x="2918795" y="3116972"/>
                  </a:lnTo>
                  <a:lnTo>
                    <a:pt x="2915626" y="3116972"/>
                  </a:lnTo>
                  <a:lnTo>
                    <a:pt x="2912457" y="3116972"/>
                  </a:lnTo>
                  <a:lnTo>
                    <a:pt x="2909288" y="3116972"/>
                  </a:lnTo>
                  <a:lnTo>
                    <a:pt x="2906119" y="3116972"/>
                  </a:lnTo>
                  <a:lnTo>
                    <a:pt x="2902949" y="3116972"/>
                  </a:lnTo>
                  <a:lnTo>
                    <a:pt x="2899780" y="3116972"/>
                  </a:lnTo>
                  <a:lnTo>
                    <a:pt x="2896611" y="3116972"/>
                  </a:lnTo>
                  <a:lnTo>
                    <a:pt x="2893442" y="3116972"/>
                  </a:lnTo>
                  <a:lnTo>
                    <a:pt x="2890273" y="3116972"/>
                  </a:lnTo>
                  <a:lnTo>
                    <a:pt x="2887104" y="3116972"/>
                  </a:lnTo>
                  <a:lnTo>
                    <a:pt x="2883934" y="3116972"/>
                  </a:lnTo>
                  <a:lnTo>
                    <a:pt x="2880765" y="3116972"/>
                  </a:lnTo>
                  <a:lnTo>
                    <a:pt x="2877596" y="3116972"/>
                  </a:lnTo>
                  <a:lnTo>
                    <a:pt x="2874427" y="3116972"/>
                  </a:lnTo>
                  <a:lnTo>
                    <a:pt x="2871258" y="3116972"/>
                  </a:lnTo>
                  <a:lnTo>
                    <a:pt x="2868089" y="3116972"/>
                  </a:lnTo>
                  <a:lnTo>
                    <a:pt x="2864920" y="3116972"/>
                  </a:lnTo>
                  <a:lnTo>
                    <a:pt x="2861750" y="3116972"/>
                  </a:lnTo>
                  <a:lnTo>
                    <a:pt x="2858581" y="3116972"/>
                  </a:lnTo>
                  <a:lnTo>
                    <a:pt x="2855412" y="3116972"/>
                  </a:lnTo>
                  <a:lnTo>
                    <a:pt x="2852243" y="3116972"/>
                  </a:lnTo>
                  <a:lnTo>
                    <a:pt x="2849074" y="3116972"/>
                  </a:lnTo>
                  <a:lnTo>
                    <a:pt x="2845905" y="3116972"/>
                  </a:lnTo>
                  <a:lnTo>
                    <a:pt x="2842735" y="3116972"/>
                  </a:lnTo>
                  <a:lnTo>
                    <a:pt x="2839566" y="3116972"/>
                  </a:lnTo>
                  <a:lnTo>
                    <a:pt x="2836397" y="3116972"/>
                  </a:lnTo>
                  <a:lnTo>
                    <a:pt x="2833228" y="3116972"/>
                  </a:lnTo>
                  <a:lnTo>
                    <a:pt x="2830059" y="3116972"/>
                  </a:lnTo>
                  <a:lnTo>
                    <a:pt x="2826890" y="3116972"/>
                  </a:lnTo>
                  <a:lnTo>
                    <a:pt x="2823720" y="3116972"/>
                  </a:lnTo>
                  <a:lnTo>
                    <a:pt x="2820551" y="3116972"/>
                  </a:lnTo>
                  <a:lnTo>
                    <a:pt x="2817382" y="3116972"/>
                  </a:lnTo>
                  <a:lnTo>
                    <a:pt x="2814213" y="3116972"/>
                  </a:lnTo>
                  <a:lnTo>
                    <a:pt x="2811044" y="3116972"/>
                  </a:lnTo>
                  <a:lnTo>
                    <a:pt x="2807875" y="3116972"/>
                  </a:lnTo>
                  <a:lnTo>
                    <a:pt x="2804705" y="3116972"/>
                  </a:lnTo>
                  <a:lnTo>
                    <a:pt x="2801536" y="3116972"/>
                  </a:lnTo>
                  <a:lnTo>
                    <a:pt x="2798367" y="3116972"/>
                  </a:lnTo>
                  <a:lnTo>
                    <a:pt x="2795198" y="3116972"/>
                  </a:lnTo>
                  <a:lnTo>
                    <a:pt x="2792029" y="3116972"/>
                  </a:lnTo>
                  <a:lnTo>
                    <a:pt x="2788860" y="3116972"/>
                  </a:lnTo>
                  <a:lnTo>
                    <a:pt x="2785691" y="3116972"/>
                  </a:lnTo>
                  <a:lnTo>
                    <a:pt x="2782521" y="3116972"/>
                  </a:lnTo>
                  <a:lnTo>
                    <a:pt x="2779352" y="3116972"/>
                  </a:lnTo>
                  <a:lnTo>
                    <a:pt x="2776183" y="3116972"/>
                  </a:lnTo>
                  <a:lnTo>
                    <a:pt x="2773014" y="3116972"/>
                  </a:lnTo>
                  <a:lnTo>
                    <a:pt x="2769845" y="3116972"/>
                  </a:lnTo>
                  <a:lnTo>
                    <a:pt x="2766676" y="3116972"/>
                  </a:lnTo>
                  <a:lnTo>
                    <a:pt x="2763506" y="3116972"/>
                  </a:lnTo>
                  <a:lnTo>
                    <a:pt x="2760337" y="3116972"/>
                  </a:lnTo>
                  <a:lnTo>
                    <a:pt x="2757168" y="3116972"/>
                  </a:lnTo>
                  <a:lnTo>
                    <a:pt x="2753999" y="3116972"/>
                  </a:lnTo>
                  <a:lnTo>
                    <a:pt x="2750830" y="3116972"/>
                  </a:lnTo>
                  <a:lnTo>
                    <a:pt x="2747661" y="3116972"/>
                  </a:lnTo>
                  <a:lnTo>
                    <a:pt x="2744491" y="3116972"/>
                  </a:lnTo>
                  <a:lnTo>
                    <a:pt x="2741322" y="3116972"/>
                  </a:lnTo>
                  <a:lnTo>
                    <a:pt x="2738153" y="3116972"/>
                  </a:lnTo>
                  <a:lnTo>
                    <a:pt x="2734984" y="3116972"/>
                  </a:lnTo>
                  <a:lnTo>
                    <a:pt x="2731815" y="3116972"/>
                  </a:lnTo>
                  <a:lnTo>
                    <a:pt x="2728646" y="3116972"/>
                  </a:lnTo>
                  <a:lnTo>
                    <a:pt x="2725477" y="3116972"/>
                  </a:lnTo>
                  <a:lnTo>
                    <a:pt x="2722307" y="3116972"/>
                  </a:lnTo>
                  <a:lnTo>
                    <a:pt x="2719138" y="3116972"/>
                  </a:lnTo>
                  <a:lnTo>
                    <a:pt x="2715969" y="3116972"/>
                  </a:lnTo>
                  <a:lnTo>
                    <a:pt x="2712800" y="3116972"/>
                  </a:lnTo>
                  <a:lnTo>
                    <a:pt x="2709631" y="3116972"/>
                  </a:lnTo>
                  <a:lnTo>
                    <a:pt x="2706462" y="3116972"/>
                  </a:lnTo>
                  <a:lnTo>
                    <a:pt x="2703292" y="3116972"/>
                  </a:lnTo>
                  <a:lnTo>
                    <a:pt x="2700123" y="3116972"/>
                  </a:lnTo>
                  <a:lnTo>
                    <a:pt x="2696954" y="3116972"/>
                  </a:lnTo>
                  <a:lnTo>
                    <a:pt x="2693785" y="3116972"/>
                  </a:lnTo>
                  <a:lnTo>
                    <a:pt x="2690616" y="3116972"/>
                  </a:lnTo>
                  <a:lnTo>
                    <a:pt x="2687447" y="3116972"/>
                  </a:lnTo>
                  <a:lnTo>
                    <a:pt x="2684277" y="3116972"/>
                  </a:lnTo>
                  <a:lnTo>
                    <a:pt x="2681108" y="3116972"/>
                  </a:lnTo>
                  <a:lnTo>
                    <a:pt x="2677939" y="3116972"/>
                  </a:lnTo>
                  <a:lnTo>
                    <a:pt x="2674770" y="3116972"/>
                  </a:lnTo>
                  <a:lnTo>
                    <a:pt x="2671601" y="3116972"/>
                  </a:lnTo>
                  <a:lnTo>
                    <a:pt x="2668432" y="3116972"/>
                  </a:lnTo>
                  <a:lnTo>
                    <a:pt x="2665262" y="3116972"/>
                  </a:lnTo>
                  <a:lnTo>
                    <a:pt x="2662093" y="3116972"/>
                  </a:lnTo>
                  <a:lnTo>
                    <a:pt x="2658924" y="3116972"/>
                  </a:lnTo>
                  <a:lnTo>
                    <a:pt x="2655755" y="3116972"/>
                  </a:lnTo>
                  <a:lnTo>
                    <a:pt x="2652586" y="3116972"/>
                  </a:lnTo>
                  <a:lnTo>
                    <a:pt x="2649417" y="3116972"/>
                  </a:lnTo>
                  <a:lnTo>
                    <a:pt x="2646248" y="3116972"/>
                  </a:lnTo>
                  <a:lnTo>
                    <a:pt x="2643078" y="3116972"/>
                  </a:lnTo>
                  <a:lnTo>
                    <a:pt x="2639909" y="3116972"/>
                  </a:lnTo>
                  <a:lnTo>
                    <a:pt x="2636740" y="3116972"/>
                  </a:lnTo>
                  <a:lnTo>
                    <a:pt x="2633571" y="3116972"/>
                  </a:lnTo>
                  <a:lnTo>
                    <a:pt x="2630402" y="3116972"/>
                  </a:lnTo>
                  <a:lnTo>
                    <a:pt x="2627233" y="3116972"/>
                  </a:lnTo>
                  <a:lnTo>
                    <a:pt x="2624063" y="3116972"/>
                  </a:lnTo>
                  <a:lnTo>
                    <a:pt x="2620894" y="3116972"/>
                  </a:lnTo>
                  <a:lnTo>
                    <a:pt x="2617725" y="3116972"/>
                  </a:lnTo>
                  <a:lnTo>
                    <a:pt x="2614556" y="3116972"/>
                  </a:lnTo>
                  <a:lnTo>
                    <a:pt x="2611387" y="3116972"/>
                  </a:lnTo>
                  <a:lnTo>
                    <a:pt x="2608218" y="3116972"/>
                  </a:lnTo>
                  <a:lnTo>
                    <a:pt x="2605048" y="3116972"/>
                  </a:lnTo>
                  <a:lnTo>
                    <a:pt x="2601879" y="3116972"/>
                  </a:lnTo>
                  <a:lnTo>
                    <a:pt x="2598710" y="3116972"/>
                  </a:lnTo>
                  <a:lnTo>
                    <a:pt x="2595541" y="3116972"/>
                  </a:lnTo>
                  <a:lnTo>
                    <a:pt x="2592372" y="3116972"/>
                  </a:lnTo>
                  <a:lnTo>
                    <a:pt x="2589203" y="3116972"/>
                  </a:lnTo>
                  <a:lnTo>
                    <a:pt x="2586033" y="3116972"/>
                  </a:lnTo>
                  <a:lnTo>
                    <a:pt x="2582864" y="3116972"/>
                  </a:lnTo>
                  <a:lnTo>
                    <a:pt x="2579695" y="3116972"/>
                  </a:lnTo>
                  <a:lnTo>
                    <a:pt x="2576526" y="3116972"/>
                  </a:lnTo>
                  <a:lnTo>
                    <a:pt x="2573357" y="3116972"/>
                  </a:lnTo>
                  <a:lnTo>
                    <a:pt x="2570188" y="3116972"/>
                  </a:lnTo>
                  <a:lnTo>
                    <a:pt x="2567019" y="3116972"/>
                  </a:lnTo>
                  <a:lnTo>
                    <a:pt x="2563849" y="3116972"/>
                  </a:lnTo>
                  <a:lnTo>
                    <a:pt x="2560680" y="3116972"/>
                  </a:lnTo>
                  <a:lnTo>
                    <a:pt x="2557511" y="3116972"/>
                  </a:lnTo>
                  <a:lnTo>
                    <a:pt x="2554342" y="3116972"/>
                  </a:lnTo>
                  <a:lnTo>
                    <a:pt x="2551173" y="3116972"/>
                  </a:lnTo>
                  <a:lnTo>
                    <a:pt x="2548004" y="3116972"/>
                  </a:lnTo>
                  <a:lnTo>
                    <a:pt x="2544834" y="3116972"/>
                  </a:lnTo>
                  <a:lnTo>
                    <a:pt x="2541665" y="3116972"/>
                  </a:lnTo>
                  <a:lnTo>
                    <a:pt x="2538496" y="3116972"/>
                  </a:lnTo>
                  <a:lnTo>
                    <a:pt x="2535327" y="3116972"/>
                  </a:lnTo>
                  <a:lnTo>
                    <a:pt x="2532158" y="3116972"/>
                  </a:lnTo>
                  <a:lnTo>
                    <a:pt x="2528989" y="3116972"/>
                  </a:lnTo>
                  <a:lnTo>
                    <a:pt x="2525819" y="3116972"/>
                  </a:lnTo>
                  <a:lnTo>
                    <a:pt x="2522650" y="3116972"/>
                  </a:lnTo>
                  <a:lnTo>
                    <a:pt x="2519481" y="3116972"/>
                  </a:lnTo>
                  <a:lnTo>
                    <a:pt x="2516312" y="3116972"/>
                  </a:lnTo>
                  <a:lnTo>
                    <a:pt x="2513143" y="3116972"/>
                  </a:lnTo>
                  <a:lnTo>
                    <a:pt x="2509974" y="3116972"/>
                  </a:lnTo>
                  <a:lnTo>
                    <a:pt x="2506805" y="3116972"/>
                  </a:lnTo>
                  <a:lnTo>
                    <a:pt x="2503635" y="3116972"/>
                  </a:lnTo>
                  <a:lnTo>
                    <a:pt x="2500466" y="3116972"/>
                  </a:lnTo>
                  <a:lnTo>
                    <a:pt x="2497297" y="3116972"/>
                  </a:lnTo>
                  <a:lnTo>
                    <a:pt x="2494128" y="3116972"/>
                  </a:lnTo>
                  <a:lnTo>
                    <a:pt x="2490959" y="3116972"/>
                  </a:lnTo>
                  <a:lnTo>
                    <a:pt x="2487790" y="3116972"/>
                  </a:lnTo>
                  <a:lnTo>
                    <a:pt x="2484620" y="3116972"/>
                  </a:lnTo>
                  <a:lnTo>
                    <a:pt x="2481451" y="3116972"/>
                  </a:lnTo>
                  <a:lnTo>
                    <a:pt x="2478282" y="3116972"/>
                  </a:lnTo>
                  <a:lnTo>
                    <a:pt x="2475113" y="3116972"/>
                  </a:lnTo>
                  <a:lnTo>
                    <a:pt x="2471944" y="3116972"/>
                  </a:lnTo>
                  <a:lnTo>
                    <a:pt x="2468775" y="3116972"/>
                  </a:lnTo>
                  <a:lnTo>
                    <a:pt x="2465605" y="3116972"/>
                  </a:lnTo>
                  <a:lnTo>
                    <a:pt x="2462436" y="3116972"/>
                  </a:lnTo>
                  <a:lnTo>
                    <a:pt x="2459267" y="3116972"/>
                  </a:lnTo>
                  <a:lnTo>
                    <a:pt x="2456098" y="3116972"/>
                  </a:lnTo>
                  <a:lnTo>
                    <a:pt x="2452929" y="3116972"/>
                  </a:lnTo>
                  <a:lnTo>
                    <a:pt x="2449760" y="3116972"/>
                  </a:lnTo>
                  <a:lnTo>
                    <a:pt x="2446590" y="3116972"/>
                  </a:lnTo>
                  <a:lnTo>
                    <a:pt x="2443421" y="3116972"/>
                  </a:lnTo>
                  <a:lnTo>
                    <a:pt x="2440252" y="3116972"/>
                  </a:lnTo>
                  <a:lnTo>
                    <a:pt x="2437083" y="3116972"/>
                  </a:lnTo>
                  <a:lnTo>
                    <a:pt x="2433914" y="3116972"/>
                  </a:lnTo>
                  <a:lnTo>
                    <a:pt x="2430745" y="3116972"/>
                  </a:lnTo>
                  <a:lnTo>
                    <a:pt x="2427576" y="3116972"/>
                  </a:lnTo>
                  <a:lnTo>
                    <a:pt x="2424406" y="3116972"/>
                  </a:lnTo>
                  <a:lnTo>
                    <a:pt x="2421237" y="3116972"/>
                  </a:lnTo>
                  <a:lnTo>
                    <a:pt x="2418068" y="3116972"/>
                  </a:lnTo>
                  <a:lnTo>
                    <a:pt x="2414899" y="3116972"/>
                  </a:lnTo>
                  <a:lnTo>
                    <a:pt x="2411730" y="3116972"/>
                  </a:lnTo>
                  <a:lnTo>
                    <a:pt x="2408561" y="3116972"/>
                  </a:lnTo>
                  <a:lnTo>
                    <a:pt x="2405391" y="3116972"/>
                  </a:lnTo>
                  <a:lnTo>
                    <a:pt x="2402222" y="3116972"/>
                  </a:lnTo>
                  <a:lnTo>
                    <a:pt x="2399053" y="3116972"/>
                  </a:lnTo>
                  <a:lnTo>
                    <a:pt x="2395884" y="3116972"/>
                  </a:lnTo>
                  <a:lnTo>
                    <a:pt x="2392715" y="3116972"/>
                  </a:lnTo>
                  <a:lnTo>
                    <a:pt x="2389546" y="3116972"/>
                  </a:lnTo>
                  <a:lnTo>
                    <a:pt x="2386376" y="3116972"/>
                  </a:lnTo>
                  <a:lnTo>
                    <a:pt x="2383207" y="3116972"/>
                  </a:lnTo>
                  <a:lnTo>
                    <a:pt x="2380038" y="3116972"/>
                  </a:lnTo>
                  <a:lnTo>
                    <a:pt x="2376869" y="3116972"/>
                  </a:lnTo>
                  <a:lnTo>
                    <a:pt x="2373700" y="3116972"/>
                  </a:lnTo>
                  <a:lnTo>
                    <a:pt x="2370531" y="3116972"/>
                  </a:lnTo>
                  <a:lnTo>
                    <a:pt x="2367362" y="3116972"/>
                  </a:lnTo>
                  <a:lnTo>
                    <a:pt x="2364192" y="3116972"/>
                  </a:lnTo>
                  <a:lnTo>
                    <a:pt x="2361023" y="3116972"/>
                  </a:lnTo>
                  <a:lnTo>
                    <a:pt x="2357854" y="3116972"/>
                  </a:lnTo>
                  <a:lnTo>
                    <a:pt x="2354685" y="3116972"/>
                  </a:lnTo>
                  <a:lnTo>
                    <a:pt x="2351516" y="3116972"/>
                  </a:lnTo>
                  <a:lnTo>
                    <a:pt x="2348347" y="3116972"/>
                  </a:lnTo>
                  <a:lnTo>
                    <a:pt x="2345177" y="3116972"/>
                  </a:lnTo>
                  <a:lnTo>
                    <a:pt x="2342008" y="3116972"/>
                  </a:lnTo>
                  <a:lnTo>
                    <a:pt x="2338839" y="3116972"/>
                  </a:lnTo>
                  <a:lnTo>
                    <a:pt x="2335670" y="3116972"/>
                  </a:lnTo>
                  <a:lnTo>
                    <a:pt x="2332501" y="3116972"/>
                  </a:lnTo>
                  <a:lnTo>
                    <a:pt x="2329332" y="3116972"/>
                  </a:lnTo>
                  <a:lnTo>
                    <a:pt x="2326162" y="3116972"/>
                  </a:lnTo>
                  <a:lnTo>
                    <a:pt x="2322993" y="3116972"/>
                  </a:lnTo>
                  <a:lnTo>
                    <a:pt x="2319824" y="3116972"/>
                  </a:lnTo>
                  <a:lnTo>
                    <a:pt x="2316655" y="3116972"/>
                  </a:lnTo>
                  <a:lnTo>
                    <a:pt x="2313486" y="3116972"/>
                  </a:lnTo>
                  <a:lnTo>
                    <a:pt x="2310317" y="3116972"/>
                  </a:lnTo>
                  <a:lnTo>
                    <a:pt x="2307147" y="3116972"/>
                  </a:lnTo>
                  <a:lnTo>
                    <a:pt x="2303978" y="3116972"/>
                  </a:lnTo>
                  <a:lnTo>
                    <a:pt x="2300809" y="3116972"/>
                  </a:lnTo>
                  <a:lnTo>
                    <a:pt x="2297640" y="3116972"/>
                  </a:lnTo>
                  <a:lnTo>
                    <a:pt x="2294471" y="3116972"/>
                  </a:lnTo>
                  <a:lnTo>
                    <a:pt x="2291302" y="3116972"/>
                  </a:lnTo>
                  <a:lnTo>
                    <a:pt x="2288133" y="3116972"/>
                  </a:lnTo>
                  <a:lnTo>
                    <a:pt x="2284963" y="3116972"/>
                  </a:lnTo>
                  <a:lnTo>
                    <a:pt x="2281794" y="3116972"/>
                  </a:lnTo>
                  <a:lnTo>
                    <a:pt x="2278625" y="3116972"/>
                  </a:lnTo>
                  <a:lnTo>
                    <a:pt x="2275456" y="3116972"/>
                  </a:lnTo>
                  <a:lnTo>
                    <a:pt x="2272287" y="3116972"/>
                  </a:lnTo>
                  <a:lnTo>
                    <a:pt x="2269118" y="3116972"/>
                  </a:lnTo>
                  <a:lnTo>
                    <a:pt x="2265948" y="3116972"/>
                  </a:lnTo>
                  <a:lnTo>
                    <a:pt x="2262779" y="3116972"/>
                  </a:lnTo>
                  <a:lnTo>
                    <a:pt x="2259610" y="3116972"/>
                  </a:lnTo>
                  <a:lnTo>
                    <a:pt x="2256441" y="3116972"/>
                  </a:lnTo>
                  <a:lnTo>
                    <a:pt x="2253272" y="3116972"/>
                  </a:lnTo>
                  <a:lnTo>
                    <a:pt x="2250103" y="3116972"/>
                  </a:lnTo>
                  <a:lnTo>
                    <a:pt x="2246933" y="3116972"/>
                  </a:lnTo>
                  <a:lnTo>
                    <a:pt x="2243764" y="3116972"/>
                  </a:lnTo>
                  <a:lnTo>
                    <a:pt x="2240595" y="3116972"/>
                  </a:lnTo>
                  <a:lnTo>
                    <a:pt x="2237426" y="3116972"/>
                  </a:lnTo>
                  <a:lnTo>
                    <a:pt x="2234257" y="3116972"/>
                  </a:lnTo>
                  <a:lnTo>
                    <a:pt x="2231088" y="3116972"/>
                  </a:lnTo>
                  <a:lnTo>
                    <a:pt x="2227918" y="3116972"/>
                  </a:lnTo>
                  <a:lnTo>
                    <a:pt x="2224749" y="3116972"/>
                  </a:lnTo>
                  <a:lnTo>
                    <a:pt x="2221580" y="3116972"/>
                  </a:lnTo>
                  <a:lnTo>
                    <a:pt x="2218411" y="3116972"/>
                  </a:lnTo>
                  <a:lnTo>
                    <a:pt x="2215242" y="3116972"/>
                  </a:lnTo>
                  <a:lnTo>
                    <a:pt x="2212073" y="3116972"/>
                  </a:lnTo>
                  <a:lnTo>
                    <a:pt x="2208904" y="3116972"/>
                  </a:lnTo>
                  <a:lnTo>
                    <a:pt x="2205734" y="3116972"/>
                  </a:lnTo>
                  <a:lnTo>
                    <a:pt x="2202565" y="3116972"/>
                  </a:lnTo>
                  <a:lnTo>
                    <a:pt x="2199396" y="3116972"/>
                  </a:lnTo>
                  <a:lnTo>
                    <a:pt x="2196227" y="3116972"/>
                  </a:lnTo>
                  <a:lnTo>
                    <a:pt x="2193058" y="3116972"/>
                  </a:lnTo>
                  <a:lnTo>
                    <a:pt x="2189889" y="3116972"/>
                  </a:lnTo>
                  <a:lnTo>
                    <a:pt x="2186719" y="3116972"/>
                  </a:lnTo>
                  <a:lnTo>
                    <a:pt x="2183550" y="3116972"/>
                  </a:lnTo>
                  <a:lnTo>
                    <a:pt x="2180381" y="3116972"/>
                  </a:lnTo>
                  <a:lnTo>
                    <a:pt x="2177212" y="3116972"/>
                  </a:lnTo>
                  <a:lnTo>
                    <a:pt x="2174043" y="3116972"/>
                  </a:lnTo>
                  <a:lnTo>
                    <a:pt x="2170874" y="3116972"/>
                  </a:lnTo>
                  <a:lnTo>
                    <a:pt x="2167704" y="3116972"/>
                  </a:lnTo>
                  <a:lnTo>
                    <a:pt x="2164535" y="3116972"/>
                  </a:lnTo>
                  <a:lnTo>
                    <a:pt x="2161366" y="3116972"/>
                  </a:lnTo>
                  <a:lnTo>
                    <a:pt x="2158197" y="3116972"/>
                  </a:lnTo>
                  <a:lnTo>
                    <a:pt x="2155028" y="3116972"/>
                  </a:lnTo>
                  <a:lnTo>
                    <a:pt x="2151859" y="3116972"/>
                  </a:lnTo>
                  <a:lnTo>
                    <a:pt x="2148690" y="3116972"/>
                  </a:lnTo>
                  <a:lnTo>
                    <a:pt x="2145520" y="3116972"/>
                  </a:lnTo>
                  <a:lnTo>
                    <a:pt x="2142351" y="3116972"/>
                  </a:lnTo>
                  <a:lnTo>
                    <a:pt x="2139182" y="3116972"/>
                  </a:lnTo>
                  <a:lnTo>
                    <a:pt x="2136013" y="3116972"/>
                  </a:lnTo>
                  <a:lnTo>
                    <a:pt x="2132844" y="3116972"/>
                  </a:lnTo>
                  <a:lnTo>
                    <a:pt x="2129675" y="3116972"/>
                  </a:lnTo>
                  <a:lnTo>
                    <a:pt x="2126505" y="3116972"/>
                  </a:lnTo>
                  <a:lnTo>
                    <a:pt x="2123336" y="3116972"/>
                  </a:lnTo>
                  <a:lnTo>
                    <a:pt x="2120167" y="3116972"/>
                  </a:lnTo>
                  <a:lnTo>
                    <a:pt x="2116998" y="3116972"/>
                  </a:lnTo>
                  <a:lnTo>
                    <a:pt x="2113829" y="3116972"/>
                  </a:lnTo>
                  <a:lnTo>
                    <a:pt x="2110660" y="3116972"/>
                  </a:lnTo>
                  <a:lnTo>
                    <a:pt x="2107490" y="3116972"/>
                  </a:lnTo>
                  <a:lnTo>
                    <a:pt x="2104321" y="3116972"/>
                  </a:lnTo>
                  <a:lnTo>
                    <a:pt x="2101152" y="3116972"/>
                  </a:lnTo>
                  <a:lnTo>
                    <a:pt x="2097983" y="3116972"/>
                  </a:lnTo>
                  <a:lnTo>
                    <a:pt x="2094814" y="3116972"/>
                  </a:lnTo>
                  <a:lnTo>
                    <a:pt x="2091645" y="3116972"/>
                  </a:lnTo>
                  <a:lnTo>
                    <a:pt x="2088475" y="3116972"/>
                  </a:lnTo>
                  <a:lnTo>
                    <a:pt x="2085306" y="3116972"/>
                  </a:lnTo>
                  <a:lnTo>
                    <a:pt x="2082137" y="3116972"/>
                  </a:lnTo>
                  <a:lnTo>
                    <a:pt x="2078968" y="3116972"/>
                  </a:lnTo>
                  <a:lnTo>
                    <a:pt x="2075799" y="3116972"/>
                  </a:lnTo>
                  <a:lnTo>
                    <a:pt x="2072630" y="3116972"/>
                  </a:lnTo>
                  <a:lnTo>
                    <a:pt x="2069461" y="3116972"/>
                  </a:lnTo>
                  <a:lnTo>
                    <a:pt x="2066291" y="3116972"/>
                  </a:lnTo>
                  <a:lnTo>
                    <a:pt x="2063122" y="3116972"/>
                  </a:lnTo>
                  <a:lnTo>
                    <a:pt x="2059953" y="3116972"/>
                  </a:lnTo>
                  <a:lnTo>
                    <a:pt x="2056784" y="3116972"/>
                  </a:lnTo>
                  <a:lnTo>
                    <a:pt x="2053615" y="3116972"/>
                  </a:lnTo>
                  <a:lnTo>
                    <a:pt x="2050446" y="3116972"/>
                  </a:lnTo>
                  <a:lnTo>
                    <a:pt x="2047276" y="3116972"/>
                  </a:lnTo>
                  <a:lnTo>
                    <a:pt x="2044107" y="3116972"/>
                  </a:lnTo>
                  <a:lnTo>
                    <a:pt x="2040938" y="3116972"/>
                  </a:lnTo>
                  <a:lnTo>
                    <a:pt x="2037769" y="3116972"/>
                  </a:lnTo>
                  <a:lnTo>
                    <a:pt x="2034600" y="3116972"/>
                  </a:lnTo>
                  <a:lnTo>
                    <a:pt x="2031431" y="3116972"/>
                  </a:lnTo>
                  <a:lnTo>
                    <a:pt x="2028261" y="3116972"/>
                  </a:lnTo>
                  <a:lnTo>
                    <a:pt x="2025092" y="3116972"/>
                  </a:lnTo>
                  <a:lnTo>
                    <a:pt x="2021923" y="3116972"/>
                  </a:lnTo>
                  <a:lnTo>
                    <a:pt x="2018754" y="3116972"/>
                  </a:lnTo>
                  <a:lnTo>
                    <a:pt x="2015585" y="3116972"/>
                  </a:lnTo>
                  <a:lnTo>
                    <a:pt x="2012416" y="3116972"/>
                  </a:lnTo>
                  <a:lnTo>
                    <a:pt x="2009247" y="3116972"/>
                  </a:lnTo>
                  <a:lnTo>
                    <a:pt x="2006077" y="3116972"/>
                  </a:lnTo>
                  <a:lnTo>
                    <a:pt x="2002908" y="3116972"/>
                  </a:lnTo>
                  <a:lnTo>
                    <a:pt x="1999739" y="3116972"/>
                  </a:lnTo>
                  <a:lnTo>
                    <a:pt x="1996570" y="3116972"/>
                  </a:lnTo>
                  <a:lnTo>
                    <a:pt x="1993401" y="3116972"/>
                  </a:lnTo>
                  <a:lnTo>
                    <a:pt x="1990232" y="3116972"/>
                  </a:lnTo>
                  <a:lnTo>
                    <a:pt x="1987062" y="3116972"/>
                  </a:lnTo>
                  <a:lnTo>
                    <a:pt x="1983893" y="3116972"/>
                  </a:lnTo>
                  <a:lnTo>
                    <a:pt x="1980724" y="3116972"/>
                  </a:lnTo>
                  <a:lnTo>
                    <a:pt x="1977555" y="3116972"/>
                  </a:lnTo>
                  <a:lnTo>
                    <a:pt x="1974386" y="3116972"/>
                  </a:lnTo>
                  <a:lnTo>
                    <a:pt x="1971217" y="3116972"/>
                  </a:lnTo>
                  <a:lnTo>
                    <a:pt x="1968047" y="3116972"/>
                  </a:lnTo>
                  <a:lnTo>
                    <a:pt x="1964878" y="3116972"/>
                  </a:lnTo>
                  <a:lnTo>
                    <a:pt x="1961709" y="3116972"/>
                  </a:lnTo>
                  <a:lnTo>
                    <a:pt x="1958540" y="3116972"/>
                  </a:lnTo>
                  <a:lnTo>
                    <a:pt x="1955371" y="3116972"/>
                  </a:lnTo>
                  <a:lnTo>
                    <a:pt x="1952202" y="3116972"/>
                  </a:lnTo>
                  <a:lnTo>
                    <a:pt x="1949032" y="3116972"/>
                  </a:lnTo>
                  <a:lnTo>
                    <a:pt x="1945863" y="3116972"/>
                  </a:lnTo>
                  <a:lnTo>
                    <a:pt x="1942694" y="3116972"/>
                  </a:lnTo>
                  <a:lnTo>
                    <a:pt x="1939525" y="3116972"/>
                  </a:lnTo>
                  <a:lnTo>
                    <a:pt x="1936356" y="3116972"/>
                  </a:lnTo>
                  <a:lnTo>
                    <a:pt x="1933187" y="3116972"/>
                  </a:lnTo>
                  <a:lnTo>
                    <a:pt x="1930018" y="3116972"/>
                  </a:lnTo>
                  <a:lnTo>
                    <a:pt x="1926848" y="3116972"/>
                  </a:lnTo>
                  <a:lnTo>
                    <a:pt x="1923679" y="3116972"/>
                  </a:lnTo>
                  <a:lnTo>
                    <a:pt x="1920510" y="3116972"/>
                  </a:lnTo>
                  <a:lnTo>
                    <a:pt x="1917341" y="3116972"/>
                  </a:lnTo>
                  <a:lnTo>
                    <a:pt x="1914172" y="3116972"/>
                  </a:lnTo>
                  <a:lnTo>
                    <a:pt x="1911003" y="3116972"/>
                  </a:lnTo>
                  <a:lnTo>
                    <a:pt x="1907833" y="3116972"/>
                  </a:lnTo>
                  <a:lnTo>
                    <a:pt x="1904664" y="3116972"/>
                  </a:lnTo>
                  <a:lnTo>
                    <a:pt x="1901495" y="3116972"/>
                  </a:lnTo>
                  <a:lnTo>
                    <a:pt x="1898326" y="3116972"/>
                  </a:lnTo>
                  <a:lnTo>
                    <a:pt x="1895157" y="3116972"/>
                  </a:lnTo>
                  <a:lnTo>
                    <a:pt x="1891988" y="3116972"/>
                  </a:lnTo>
                  <a:lnTo>
                    <a:pt x="1888818" y="3116972"/>
                  </a:lnTo>
                  <a:lnTo>
                    <a:pt x="1885649" y="3116972"/>
                  </a:lnTo>
                  <a:lnTo>
                    <a:pt x="1882480" y="3116972"/>
                  </a:lnTo>
                  <a:lnTo>
                    <a:pt x="1879311" y="3116972"/>
                  </a:lnTo>
                  <a:lnTo>
                    <a:pt x="1876142" y="3116972"/>
                  </a:lnTo>
                  <a:lnTo>
                    <a:pt x="1872973" y="3116972"/>
                  </a:lnTo>
                  <a:lnTo>
                    <a:pt x="1869803" y="3116972"/>
                  </a:lnTo>
                  <a:lnTo>
                    <a:pt x="1866634" y="3116972"/>
                  </a:lnTo>
                  <a:lnTo>
                    <a:pt x="1863465" y="3116972"/>
                  </a:lnTo>
                  <a:lnTo>
                    <a:pt x="1860296" y="3116972"/>
                  </a:lnTo>
                  <a:lnTo>
                    <a:pt x="1857127" y="3116972"/>
                  </a:lnTo>
                  <a:lnTo>
                    <a:pt x="1853958" y="3116972"/>
                  </a:lnTo>
                  <a:lnTo>
                    <a:pt x="1850789" y="3116972"/>
                  </a:lnTo>
                  <a:lnTo>
                    <a:pt x="1847619" y="3116972"/>
                  </a:lnTo>
                  <a:lnTo>
                    <a:pt x="1844450" y="3116972"/>
                  </a:lnTo>
                  <a:lnTo>
                    <a:pt x="1841281" y="3116972"/>
                  </a:lnTo>
                  <a:lnTo>
                    <a:pt x="1838112" y="3116972"/>
                  </a:lnTo>
                  <a:lnTo>
                    <a:pt x="1834943" y="3116972"/>
                  </a:lnTo>
                  <a:lnTo>
                    <a:pt x="1831774" y="3116972"/>
                  </a:lnTo>
                  <a:lnTo>
                    <a:pt x="1828604" y="3116972"/>
                  </a:lnTo>
                  <a:lnTo>
                    <a:pt x="1825435" y="3116972"/>
                  </a:lnTo>
                  <a:lnTo>
                    <a:pt x="1822266" y="3116972"/>
                  </a:lnTo>
                  <a:lnTo>
                    <a:pt x="1819097" y="3116972"/>
                  </a:lnTo>
                  <a:lnTo>
                    <a:pt x="1815928" y="3116972"/>
                  </a:lnTo>
                  <a:lnTo>
                    <a:pt x="1812759" y="3116972"/>
                  </a:lnTo>
                  <a:lnTo>
                    <a:pt x="1809589" y="3116972"/>
                  </a:lnTo>
                  <a:lnTo>
                    <a:pt x="1806420" y="3116972"/>
                  </a:lnTo>
                  <a:lnTo>
                    <a:pt x="1803251" y="3116972"/>
                  </a:lnTo>
                  <a:lnTo>
                    <a:pt x="1800082" y="3116972"/>
                  </a:lnTo>
                  <a:lnTo>
                    <a:pt x="1796913" y="3116972"/>
                  </a:lnTo>
                  <a:lnTo>
                    <a:pt x="1793744" y="3116972"/>
                  </a:lnTo>
                  <a:lnTo>
                    <a:pt x="1790575" y="3116972"/>
                  </a:lnTo>
                  <a:lnTo>
                    <a:pt x="1787405" y="3116972"/>
                  </a:lnTo>
                  <a:lnTo>
                    <a:pt x="1784236" y="3116972"/>
                  </a:lnTo>
                  <a:lnTo>
                    <a:pt x="1781067" y="3116972"/>
                  </a:lnTo>
                  <a:lnTo>
                    <a:pt x="1777898" y="3116972"/>
                  </a:lnTo>
                  <a:lnTo>
                    <a:pt x="1774729" y="3116972"/>
                  </a:lnTo>
                  <a:lnTo>
                    <a:pt x="1771560" y="3116972"/>
                  </a:lnTo>
                  <a:lnTo>
                    <a:pt x="1768390" y="3116972"/>
                  </a:lnTo>
                  <a:lnTo>
                    <a:pt x="1765221" y="3116972"/>
                  </a:lnTo>
                  <a:lnTo>
                    <a:pt x="1762052" y="3116972"/>
                  </a:lnTo>
                  <a:lnTo>
                    <a:pt x="1758883" y="3116972"/>
                  </a:lnTo>
                  <a:lnTo>
                    <a:pt x="1755714" y="3116972"/>
                  </a:lnTo>
                  <a:lnTo>
                    <a:pt x="1752545" y="3116972"/>
                  </a:lnTo>
                  <a:lnTo>
                    <a:pt x="1749375" y="3116972"/>
                  </a:lnTo>
                  <a:lnTo>
                    <a:pt x="1746206" y="3116972"/>
                  </a:lnTo>
                  <a:lnTo>
                    <a:pt x="1743037" y="3116972"/>
                  </a:lnTo>
                  <a:lnTo>
                    <a:pt x="1739868" y="3116972"/>
                  </a:lnTo>
                  <a:lnTo>
                    <a:pt x="1736699" y="3116972"/>
                  </a:lnTo>
                  <a:lnTo>
                    <a:pt x="1733530" y="3116972"/>
                  </a:lnTo>
                  <a:lnTo>
                    <a:pt x="1730360" y="3116972"/>
                  </a:lnTo>
                  <a:lnTo>
                    <a:pt x="1727191" y="3116972"/>
                  </a:lnTo>
                  <a:lnTo>
                    <a:pt x="1724022" y="3116972"/>
                  </a:lnTo>
                  <a:lnTo>
                    <a:pt x="1720853" y="3116972"/>
                  </a:lnTo>
                  <a:lnTo>
                    <a:pt x="1717684" y="3116972"/>
                  </a:lnTo>
                  <a:lnTo>
                    <a:pt x="1714515" y="3116972"/>
                  </a:lnTo>
                  <a:lnTo>
                    <a:pt x="1711346" y="3116972"/>
                  </a:lnTo>
                  <a:lnTo>
                    <a:pt x="1708176" y="3116972"/>
                  </a:lnTo>
                  <a:lnTo>
                    <a:pt x="1705007" y="3116972"/>
                  </a:lnTo>
                  <a:lnTo>
                    <a:pt x="1701838" y="3116972"/>
                  </a:lnTo>
                  <a:lnTo>
                    <a:pt x="1698669" y="3116972"/>
                  </a:lnTo>
                  <a:lnTo>
                    <a:pt x="1695500" y="3116972"/>
                  </a:lnTo>
                  <a:lnTo>
                    <a:pt x="1692331" y="3116972"/>
                  </a:lnTo>
                  <a:lnTo>
                    <a:pt x="1689161" y="3116972"/>
                  </a:lnTo>
                  <a:lnTo>
                    <a:pt x="1685992" y="3116972"/>
                  </a:lnTo>
                  <a:lnTo>
                    <a:pt x="1682823" y="3116972"/>
                  </a:lnTo>
                  <a:lnTo>
                    <a:pt x="1679654" y="3116972"/>
                  </a:lnTo>
                  <a:lnTo>
                    <a:pt x="1676485" y="3116972"/>
                  </a:lnTo>
                  <a:lnTo>
                    <a:pt x="1673316" y="3116972"/>
                  </a:lnTo>
                  <a:lnTo>
                    <a:pt x="1670146" y="3116972"/>
                  </a:lnTo>
                  <a:lnTo>
                    <a:pt x="1666977" y="3116972"/>
                  </a:lnTo>
                  <a:lnTo>
                    <a:pt x="1663808" y="3116972"/>
                  </a:lnTo>
                  <a:lnTo>
                    <a:pt x="1660639" y="3116972"/>
                  </a:lnTo>
                  <a:lnTo>
                    <a:pt x="1657470" y="3116972"/>
                  </a:lnTo>
                  <a:lnTo>
                    <a:pt x="1654301" y="3116972"/>
                  </a:lnTo>
                  <a:lnTo>
                    <a:pt x="1651131" y="3116972"/>
                  </a:lnTo>
                  <a:lnTo>
                    <a:pt x="1647962" y="3116972"/>
                  </a:lnTo>
                  <a:lnTo>
                    <a:pt x="1644793" y="3116972"/>
                  </a:lnTo>
                  <a:lnTo>
                    <a:pt x="1641624" y="3116972"/>
                  </a:lnTo>
                  <a:lnTo>
                    <a:pt x="1638455" y="3116972"/>
                  </a:lnTo>
                  <a:lnTo>
                    <a:pt x="1635286" y="3116972"/>
                  </a:lnTo>
                  <a:lnTo>
                    <a:pt x="1632117" y="3116972"/>
                  </a:lnTo>
                  <a:lnTo>
                    <a:pt x="1628947" y="3116972"/>
                  </a:lnTo>
                  <a:lnTo>
                    <a:pt x="1625778" y="3116972"/>
                  </a:lnTo>
                  <a:lnTo>
                    <a:pt x="1622609" y="3116972"/>
                  </a:lnTo>
                  <a:lnTo>
                    <a:pt x="1619440" y="3116972"/>
                  </a:lnTo>
                  <a:lnTo>
                    <a:pt x="1616271" y="3116972"/>
                  </a:lnTo>
                  <a:lnTo>
                    <a:pt x="1613102" y="3116972"/>
                  </a:lnTo>
                  <a:lnTo>
                    <a:pt x="1609932" y="3116972"/>
                  </a:lnTo>
                  <a:lnTo>
                    <a:pt x="1606763" y="3116972"/>
                  </a:lnTo>
                  <a:lnTo>
                    <a:pt x="1603594" y="3116972"/>
                  </a:lnTo>
                  <a:lnTo>
                    <a:pt x="1600425" y="3116972"/>
                  </a:lnTo>
                  <a:lnTo>
                    <a:pt x="1597256" y="3116972"/>
                  </a:lnTo>
                  <a:lnTo>
                    <a:pt x="1594087" y="3116972"/>
                  </a:lnTo>
                  <a:lnTo>
                    <a:pt x="1590917" y="3116972"/>
                  </a:lnTo>
                  <a:lnTo>
                    <a:pt x="1587748" y="3116972"/>
                  </a:lnTo>
                  <a:lnTo>
                    <a:pt x="1584579" y="3116972"/>
                  </a:lnTo>
                  <a:lnTo>
                    <a:pt x="1581410" y="3116972"/>
                  </a:lnTo>
                  <a:lnTo>
                    <a:pt x="1578241" y="3116972"/>
                  </a:lnTo>
                  <a:lnTo>
                    <a:pt x="1575072" y="3116972"/>
                  </a:lnTo>
                  <a:lnTo>
                    <a:pt x="1571903" y="3116972"/>
                  </a:lnTo>
                  <a:lnTo>
                    <a:pt x="1568733" y="3116972"/>
                  </a:lnTo>
                  <a:lnTo>
                    <a:pt x="1565564" y="3116972"/>
                  </a:lnTo>
                  <a:lnTo>
                    <a:pt x="1562395" y="3116972"/>
                  </a:lnTo>
                  <a:lnTo>
                    <a:pt x="1559226" y="3116972"/>
                  </a:lnTo>
                  <a:lnTo>
                    <a:pt x="1556057" y="3116972"/>
                  </a:lnTo>
                  <a:lnTo>
                    <a:pt x="1552888" y="3116972"/>
                  </a:lnTo>
                  <a:lnTo>
                    <a:pt x="1549718" y="3116972"/>
                  </a:lnTo>
                  <a:lnTo>
                    <a:pt x="1546549" y="3116972"/>
                  </a:lnTo>
                  <a:lnTo>
                    <a:pt x="1543380" y="3116972"/>
                  </a:lnTo>
                  <a:lnTo>
                    <a:pt x="1540211" y="3116972"/>
                  </a:lnTo>
                  <a:lnTo>
                    <a:pt x="1537042" y="3116972"/>
                  </a:lnTo>
                  <a:lnTo>
                    <a:pt x="1533873" y="3116972"/>
                  </a:lnTo>
                  <a:lnTo>
                    <a:pt x="1530703" y="3116972"/>
                  </a:lnTo>
                  <a:lnTo>
                    <a:pt x="1527534" y="3116972"/>
                  </a:lnTo>
                  <a:lnTo>
                    <a:pt x="1524365" y="3116972"/>
                  </a:lnTo>
                  <a:lnTo>
                    <a:pt x="1521196" y="3116972"/>
                  </a:lnTo>
                  <a:lnTo>
                    <a:pt x="1518027" y="3116972"/>
                  </a:lnTo>
                  <a:lnTo>
                    <a:pt x="1514858" y="3116972"/>
                  </a:lnTo>
                  <a:lnTo>
                    <a:pt x="1511688" y="3116972"/>
                  </a:lnTo>
                  <a:lnTo>
                    <a:pt x="1508519" y="3116972"/>
                  </a:lnTo>
                  <a:lnTo>
                    <a:pt x="1505350" y="3116972"/>
                  </a:lnTo>
                  <a:lnTo>
                    <a:pt x="1502181" y="3116972"/>
                  </a:lnTo>
                  <a:lnTo>
                    <a:pt x="1499012" y="3116972"/>
                  </a:lnTo>
                  <a:lnTo>
                    <a:pt x="1495843" y="3116972"/>
                  </a:lnTo>
                  <a:lnTo>
                    <a:pt x="1492674" y="3116972"/>
                  </a:lnTo>
                  <a:lnTo>
                    <a:pt x="1489504" y="3116972"/>
                  </a:lnTo>
                  <a:lnTo>
                    <a:pt x="1486335" y="3116972"/>
                  </a:lnTo>
                  <a:lnTo>
                    <a:pt x="1483166" y="3116972"/>
                  </a:lnTo>
                  <a:lnTo>
                    <a:pt x="1479997" y="3116972"/>
                  </a:lnTo>
                  <a:lnTo>
                    <a:pt x="1476828" y="3116972"/>
                  </a:lnTo>
                  <a:lnTo>
                    <a:pt x="1473659" y="3116972"/>
                  </a:lnTo>
                  <a:lnTo>
                    <a:pt x="1470489" y="3116972"/>
                  </a:lnTo>
                  <a:lnTo>
                    <a:pt x="1467320" y="3116972"/>
                  </a:lnTo>
                  <a:lnTo>
                    <a:pt x="1464151" y="3116972"/>
                  </a:lnTo>
                  <a:lnTo>
                    <a:pt x="1460982" y="3116972"/>
                  </a:lnTo>
                  <a:lnTo>
                    <a:pt x="1457813" y="3116972"/>
                  </a:lnTo>
                  <a:lnTo>
                    <a:pt x="1454644" y="3116972"/>
                  </a:lnTo>
                  <a:lnTo>
                    <a:pt x="1451474" y="3116972"/>
                  </a:lnTo>
                  <a:lnTo>
                    <a:pt x="1448305" y="3116972"/>
                  </a:lnTo>
                  <a:lnTo>
                    <a:pt x="1445136" y="3116972"/>
                  </a:lnTo>
                  <a:lnTo>
                    <a:pt x="1441967" y="3116972"/>
                  </a:lnTo>
                  <a:lnTo>
                    <a:pt x="1438798" y="3116972"/>
                  </a:lnTo>
                  <a:lnTo>
                    <a:pt x="1435629" y="3116972"/>
                  </a:lnTo>
                  <a:lnTo>
                    <a:pt x="1432460" y="3116972"/>
                  </a:lnTo>
                  <a:lnTo>
                    <a:pt x="1429290" y="3116972"/>
                  </a:lnTo>
                  <a:lnTo>
                    <a:pt x="1426121" y="3116972"/>
                  </a:lnTo>
                  <a:lnTo>
                    <a:pt x="1422952" y="3116972"/>
                  </a:lnTo>
                  <a:lnTo>
                    <a:pt x="1419783" y="3116972"/>
                  </a:lnTo>
                  <a:lnTo>
                    <a:pt x="1416614" y="3116972"/>
                  </a:lnTo>
                  <a:lnTo>
                    <a:pt x="1413445" y="3116972"/>
                  </a:lnTo>
                  <a:lnTo>
                    <a:pt x="1410275" y="3116972"/>
                  </a:lnTo>
                  <a:lnTo>
                    <a:pt x="1407106" y="3116972"/>
                  </a:lnTo>
                  <a:lnTo>
                    <a:pt x="1403937" y="3116972"/>
                  </a:lnTo>
                  <a:lnTo>
                    <a:pt x="1400768" y="3116972"/>
                  </a:lnTo>
                  <a:lnTo>
                    <a:pt x="1397599" y="3116972"/>
                  </a:lnTo>
                  <a:lnTo>
                    <a:pt x="1394430" y="3116972"/>
                  </a:lnTo>
                  <a:lnTo>
                    <a:pt x="1391260" y="3116972"/>
                  </a:lnTo>
                  <a:lnTo>
                    <a:pt x="1388091" y="3116972"/>
                  </a:lnTo>
                  <a:lnTo>
                    <a:pt x="1384922" y="3116972"/>
                  </a:lnTo>
                  <a:lnTo>
                    <a:pt x="1381753" y="3116972"/>
                  </a:lnTo>
                  <a:lnTo>
                    <a:pt x="1378584" y="3116972"/>
                  </a:lnTo>
                  <a:lnTo>
                    <a:pt x="1375415" y="3116972"/>
                  </a:lnTo>
                  <a:lnTo>
                    <a:pt x="1372245" y="3116972"/>
                  </a:lnTo>
                  <a:lnTo>
                    <a:pt x="1369076" y="3116972"/>
                  </a:lnTo>
                  <a:lnTo>
                    <a:pt x="1365907" y="3116972"/>
                  </a:lnTo>
                  <a:lnTo>
                    <a:pt x="1362738" y="3116972"/>
                  </a:lnTo>
                  <a:lnTo>
                    <a:pt x="1359569" y="3116972"/>
                  </a:lnTo>
                  <a:lnTo>
                    <a:pt x="1356400" y="3116972"/>
                  </a:lnTo>
                  <a:lnTo>
                    <a:pt x="1353231" y="3116972"/>
                  </a:lnTo>
                  <a:lnTo>
                    <a:pt x="1350061" y="3116972"/>
                  </a:lnTo>
                  <a:lnTo>
                    <a:pt x="1346892" y="3116972"/>
                  </a:lnTo>
                  <a:lnTo>
                    <a:pt x="1343723" y="3116972"/>
                  </a:lnTo>
                  <a:lnTo>
                    <a:pt x="1340554" y="3116972"/>
                  </a:lnTo>
                  <a:lnTo>
                    <a:pt x="1337385" y="3116972"/>
                  </a:lnTo>
                  <a:lnTo>
                    <a:pt x="1334216" y="3116972"/>
                  </a:lnTo>
                  <a:lnTo>
                    <a:pt x="1331046" y="3116972"/>
                  </a:lnTo>
                  <a:lnTo>
                    <a:pt x="1327877" y="3116972"/>
                  </a:lnTo>
                  <a:lnTo>
                    <a:pt x="1324708" y="3116972"/>
                  </a:lnTo>
                  <a:lnTo>
                    <a:pt x="1321539" y="3116972"/>
                  </a:lnTo>
                  <a:lnTo>
                    <a:pt x="1318370" y="3116972"/>
                  </a:lnTo>
                  <a:lnTo>
                    <a:pt x="1315201" y="3116972"/>
                  </a:lnTo>
                  <a:lnTo>
                    <a:pt x="1312031" y="3116972"/>
                  </a:lnTo>
                  <a:lnTo>
                    <a:pt x="1308862" y="3116972"/>
                  </a:lnTo>
                  <a:lnTo>
                    <a:pt x="1305693" y="3116972"/>
                  </a:lnTo>
                  <a:lnTo>
                    <a:pt x="1302524" y="3116972"/>
                  </a:lnTo>
                  <a:lnTo>
                    <a:pt x="1299355" y="3116972"/>
                  </a:lnTo>
                  <a:lnTo>
                    <a:pt x="1296186" y="3116972"/>
                  </a:lnTo>
                  <a:lnTo>
                    <a:pt x="1293016" y="3116972"/>
                  </a:lnTo>
                  <a:lnTo>
                    <a:pt x="1289847" y="3116972"/>
                  </a:lnTo>
                  <a:lnTo>
                    <a:pt x="1286678" y="3116972"/>
                  </a:lnTo>
                  <a:lnTo>
                    <a:pt x="1283509" y="3116972"/>
                  </a:lnTo>
                  <a:lnTo>
                    <a:pt x="1280340" y="3116972"/>
                  </a:lnTo>
                  <a:lnTo>
                    <a:pt x="1277171" y="3116972"/>
                  </a:lnTo>
                  <a:lnTo>
                    <a:pt x="1274002" y="3116972"/>
                  </a:lnTo>
                  <a:lnTo>
                    <a:pt x="1270832" y="3116972"/>
                  </a:lnTo>
                  <a:lnTo>
                    <a:pt x="1267663" y="3116972"/>
                  </a:lnTo>
                  <a:lnTo>
                    <a:pt x="1264494" y="3116972"/>
                  </a:lnTo>
                  <a:lnTo>
                    <a:pt x="1261325" y="3116972"/>
                  </a:lnTo>
                  <a:lnTo>
                    <a:pt x="1258156" y="3116972"/>
                  </a:lnTo>
                  <a:lnTo>
                    <a:pt x="1254987" y="3116972"/>
                  </a:lnTo>
                  <a:lnTo>
                    <a:pt x="1251817" y="3116972"/>
                  </a:lnTo>
                  <a:lnTo>
                    <a:pt x="1248648" y="3116972"/>
                  </a:lnTo>
                  <a:lnTo>
                    <a:pt x="1245479" y="3116972"/>
                  </a:lnTo>
                  <a:lnTo>
                    <a:pt x="1242310" y="3116972"/>
                  </a:lnTo>
                  <a:lnTo>
                    <a:pt x="1239141" y="3116972"/>
                  </a:lnTo>
                  <a:lnTo>
                    <a:pt x="1235972" y="3116972"/>
                  </a:lnTo>
                  <a:lnTo>
                    <a:pt x="1232802" y="3116972"/>
                  </a:lnTo>
                  <a:lnTo>
                    <a:pt x="1229633" y="3116972"/>
                  </a:lnTo>
                  <a:lnTo>
                    <a:pt x="1226464" y="3116972"/>
                  </a:lnTo>
                  <a:lnTo>
                    <a:pt x="1223295" y="3116972"/>
                  </a:lnTo>
                  <a:lnTo>
                    <a:pt x="1220126" y="3116972"/>
                  </a:lnTo>
                  <a:lnTo>
                    <a:pt x="1216957" y="3116972"/>
                  </a:lnTo>
                  <a:lnTo>
                    <a:pt x="1213788" y="3116972"/>
                  </a:lnTo>
                  <a:lnTo>
                    <a:pt x="1210618" y="3116972"/>
                  </a:lnTo>
                  <a:lnTo>
                    <a:pt x="1207449" y="3116972"/>
                  </a:lnTo>
                  <a:lnTo>
                    <a:pt x="1204280" y="3116972"/>
                  </a:lnTo>
                  <a:lnTo>
                    <a:pt x="1201111" y="3116972"/>
                  </a:lnTo>
                  <a:lnTo>
                    <a:pt x="1197942" y="3116972"/>
                  </a:lnTo>
                  <a:lnTo>
                    <a:pt x="1194773" y="3116972"/>
                  </a:lnTo>
                  <a:lnTo>
                    <a:pt x="1191603" y="3116972"/>
                  </a:lnTo>
                  <a:lnTo>
                    <a:pt x="1188434" y="3116972"/>
                  </a:lnTo>
                  <a:lnTo>
                    <a:pt x="1185265" y="3116972"/>
                  </a:lnTo>
                  <a:lnTo>
                    <a:pt x="1182096" y="3116972"/>
                  </a:lnTo>
                  <a:lnTo>
                    <a:pt x="1178927" y="3116972"/>
                  </a:lnTo>
                  <a:lnTo>
                    <a:pt x="1175758" y="3116972"/>
                  </a:lnTo>
                  <a:lnTo>
                    <a:pt x="1172588" y="3116972"/>
                  </a:lnTo>
                  <a:lnTo>
                    <a:pt x="1169419" y="3116972"/>
                  </a:lnTo>
                  <a:lnTo>
                    <a:pt x="1166250" y="3116972"/>
                  </a:lnTo>
                  <a:lnTo>
                    <a:pt x="1163081" y="3116972"/>
                  </a:lnTo>
                  <a:lnTo>
                    <a:pt x="1159912" y="3116972"/>
                  </a:lnTo>
                  <a:lnTo>
                    <a:pt x="1156743" y="3116972"/>
                  </a:lnTo>
                  <a:lnTo>
                    <a:pt x="1153573" y="3116972"/>
                  </a:lnTo>
                  <a:lnTo>
                    <a:pt x="1150404" y="3116972"/>
                  </a:lnTo>
                  <a:lnTo>
                    <a:pt x="1147235" y="3116972"/>
                  </a:lnTo>
                  <a:lnTo>
                    <a:pt x="1144066" y="3116972"/>
                  </a:lnTo>
                  <a:lnTo>
                    <a:pt x="1140897" y="3116972"/>
                  </a:lnTo>
                  <a:lnTo>
                    <a:pt x="1137728" y="3116972"/>
                  </a:lnTo>
                  <a:lnTo>
                    <a:pt x="1134559" y="3116972"/>
                  </a:lnTo>
                  <a:lnTo>
                    <a:pt x="1131389" y="3116972"/>
                  </a:lnTo>
                  <a:lnTo>
                    <a:pt x="1128220" y="3116972"/>
                  </a:lnTo>
                  <a:lnTo>
                    <a:pt x="1125051" y="3116972"/>
                  </a:lnTo>
                  <a:lnTo>
                    <a:pt x="1121882" y="3116972"/>
                  </a:lnTo>
                  <a:lnTo>
                    <a:pt x="1118713" y="3116972"/>
                  </a:lnTo>
                  <a:lnTo>
                    <a:pt x="1115544" y="3116972"/>
                  </a:lnTo>
                  <a:lnTo>
                    <a:pt x="1112374" y="3116972"/>
                  </a:lnTo>
                  <a:lnTo>
                    <a:pt x="1109205" y="3116972"/>
                  </a:lnTo>
                  <a:lnTo>
                    <a:pt x="1106036" y="3116972"/>
                  </a:lnTo>
                  <a:lnTo>
                    <a:pt x="1102867" y="3116972"/>
                  </a:lnTo>
                  <a:lnTo>
                    <a:pt x="1099698" y="3116972"/>
                  </a:lnTo>
                  <a:lnTo>
                    <a:pt x="1096529" y="3116972"/>
                  </a:lnTo>
                  <a:lnTo>
                    <a:pt x="1093359" y="3116972"/>
                  </a:lnTo>
                  <a:lnTo>
                    <a:pt x="1090190" y="3116972"/>
                  </a:lnTo>
                  <a:lnTo>
                    <a:pt x="1087021" y="3116972"/>
                  </a:lnTo>
                  <a:lnTo>
                    <a:pt x="1083852" y="3116972"/>
                  </a:lnTo>
                  <a:lnTo>
                    <a:pt x="1080683" y="3116972"/>
                  </a:lnTo>
                  <a:lnTo>
                    <a:pt x="1077514" y="3116972"/>
                  </a:lnTo>
                  <a:lnTo>
                    <a:pt x="1074345" y="3116972"/>
                  </a:lnTo>
                  <a:lnTo>
                    <a:pt x="1071175" y="3116972"/>
                  </a:lnTo>
                  <a:lnTo>
                    <a:pt x="1068006" y="3116972"/>
                  </a:lnTo>
                  <a:lnTo>
                    <a:pt x="1064837" y="3116972"/>
                  </a:lnTo>
                  <a:lnTo>
                    <a:pt x="1061668" y="3116972"/>
                  </a:lnTo>
                  <a:lnTo>
                    <a:pt x="1058499" y="3116972"/>
                  </a:lnTo>
                  <a:lnTo>
                    <a:pt x="1055330" y="3116972"/>
                  </a:lnTo>
                  <a:lnTo>
                    <a:pt x="1052160" y="3116972"/>
                  </a:lnTo>
                  <a:lnTo>
                    <a:pt x="1048991" y="3116972"/>
                  </a:lnTo>
                  <a:lnTo>
                    <a:pt x="1045822" y="3116972"/>
                  </a:lnTo>
                  <a:lnTo>
                    <a:pt x="1042653" y="3116972"/>
                  </a:lnTo>
                  <a:lnTo>
                    <a:pt x="1039484" y="3116972"/>
                  </a:lnTo>
                  <a:lnTo>
                    <a:pt x="1036315" y="3116972"/>
                  </a:lnTo>
                  <a:lnTo>
                    <a:pt x="1033145" y="3116972"/>
                  </a:lnTo>
                  <a:lnTo>
                    <a:pt x="1029976" y="3116972"/>
                  </a:lnTo>
                  <a:lnTo>
                    <a:pt x="1026807" y="3116972"/>
                  </a:lnTo>
                  <a:lnTo>
                    <a:pt x="1023638" y="3116972"/>
                  </a:lnTo>
                  <a:lnTo>
                    <a:pt x="1020469" y="3116972"/>
                  </a:lnTo>
                  <a:lnTo>
                    <a:pt x="1017300" y="3116972"/>
                  </a:lnTo>
                  <a:lnTo>
                    <a:pt x="1014130" y="3116972"/>
                  </a:lnTo>
                  <a:lnTo>
                    <a:pt x="1010961" y="3116972"/>
                  </a:lnTo>
                  <a:lnTo>
                    <a:pt x="1007792" y="3116972"/>
                  </a:lnTo>
                  <a:lnTo>
                    <a:pt x="1004623" y="3116972"/>
                  </a:lnTo>
                  <a:lnTo>
                    <a:pt x="1001454" y="3116972"/>
                  </a:lnTo>
                  <a:lnTo>
                    <a:pt x="998285" y="3116972"/>
                  </a:lnTo>
                  <a:lnTo>
                    <a:pt x="995116" y="3116972"/>
                  </a:lnTo>
                  <a:lnTo>
                    <a:pt x="991946" y="3116972"/>
                  </a:lnTo>
                  <a:lnTo>
                    <a:pt x="988777" y="3116972"/>
                  </a:lnTo>
                  <a:lnTo>
                    <a:pt x="985608" y="3116972"/>
                  </a:lnTo>
                  <a:lnTo>
                    <a:pt x="982439" y="3116972"/>
                  </a:lnTo>
                  <a:lnTo>
                    <a:pt x="979270" y="3116972"/>
                  </a:lnTo>
                  <a:lnTo>
                    <a:pt x="976101" y="3116972"/>
                  </a:lnTo>
                  <a:lnTo>
                    <a:pt x="972931" y="3116972"/>
                  </a:lnTo>
                  <a:lnTo>
                    <a:pt x="969762" y="3116972"/>
                  </a:lnTo>
                  <a:lnTo>
                    <a:pt x="966593" y="3116972"/>
                  </a:lnTo>
                  <a:lnTo>
                    <a:pt x="963424" y="3116972"/>
                  </a:lnTo>
                  <a:lnTo>
                    <a:pt x="960255" y="3116972"/>
                  </a:lnTo>
                  <a:lnTo>
                    <a:pt x="957086" y="3116972"/>
                  </a:lnTo>
                  <a:lnTo>
                    <a:pt x="953916" y="3116972"/>
                  </a:lnTo>
                  <a:lnTo>
                    <a:pt x="950747" y="3116972"/>
                  </a:lnTo>
                  <a:lnTo>
                    <a:pt x="947578" y="3116972"/>
                  </a:lnTo>
                  <a:lnTo>
                    <a:pt x="944409" y="3116972"/>
                  </a:lnTo>
                  <a:lnTo>
                    <a:pt x="941240" y="3116972"/>
                  </a:lnTo>
                  <a:lnTo>
                    <a:pt x="938071" y="3116972"/>
                  </a:lnTo>
                  <a:lnTo>
                    <a:pt x="934901" y="3116972"/>
                  </a:lnTo>
                  <a:lnTo>
                    <a:pt x="931732" y="3116972"/>
                  </a:lnTo>
                  <a:lnTo>
                    <a:pt x="928563" y="3116972"/>
                  </a:lnTo>
                  <a:lnTo>
                    <a:pt x="925394" y="3116972"/>
                  </a:lnTo>
                  <a:lnTo>
                    <a:pt x="922225" y="3116972"/>
                  </a:lnTo>
                  <a:lnTo>
                    <a:pt x="919056" y="3116972"/>
                  </a:lnTo>
                  <a:lnTo>
                    <a:pt x="915887" y="3116972"/>
                  </a:lnTo>
                  <a:lnTo>
                    <a:pt x="912717" y="3116972"/>
                  </a:lnTo>
                  <a:lnTo>
                    <a:pt x="909548" y="3116972"/>
                  </a:lnTo>
                  <a:lnTo>
                    <a:pt x="906379" y="3116972"/>
                  </a:lnTo>
                  <a:lnTo>
                    <a:pt x="903210" y="3116972"/>
                  </a:lnTo>
                  <a:lnTo>
                    <a:pt x="900041" y="3116972"/>
                  </a:lnTo>
                  <a:lnTo>
                    <a:pt x="896872" y="3116972"/>
                  </a:lnTo>
                  <a:lnTo>
                    <a:pt x="893702" y="3116972"/>
                  </a:lnTo>
                  <a:lnTo>
                    <a:pt x="890533" y="3116972"/>
                  </a:lnTo>
                  <a:lnTo>
                    <a:pt x="887364" y="3116972"/>
                  </a:lnTo>
                  <a:lnTo>
                    <a:pt x="884195" y="3116972"/>
                  </a:lnTo>
                  <a:lnTo>
                    <a:pt x="881026" y="3116972"/>
                  </a:lnTo>
                  <a:lnTo>
                    <a:pt x="877857" y="3116972"/>
                  </a:lnTo>
                  <a:lnTo>
                    <a:pt x="874687" y="3116972"/>
                  </a:lnTo>
                  <a:lnTo>
                    <a:pt x="871518" y="3116972"/>
                  </a:lnTo>
                  <a:lnTo>
                    <a:pt x="868349" y="3116972"/>
                  </a:lnTo>
                  <a:lnTo>
                    <a:pt x="865180" y="3116972"/>
                  </a:lnTo>
                  <a:lnTo>
                    <a:pt x="862011" y="3116972"/>
                  </a:lnTo>
                  <a:lnTo>
                    <a:pt x="858842" y="3116972"/>
                  </a:lnTo>
                  <a:lnTo>
                    <a:pt x="855673" y="3116972"/>
                  </a:lnTo>
                  <a:lnTo>
                    <a:pt x="852503" y="3116972"/>
                  </a:lnTo>
                  <a:lnTo>
                    <a:pt x="849334" y="3116972"/>
                  </a:lnTo>
                  <a:lnTo>
                    <a:pt x="846165" y="3116972"/>
                  </a:lnTo>
                  <a:lnTo>
                    <a:pt x="842996" y="3116972"/>
                  </a:lnTo>
                  <a:lnTo>
                    <a:pt x="839827" y="3116972"/>
                  </a:lnTo>
                  <a:lnTo>
                    <a:pt x="836658" y="3116972"/>
                  </a:lnTo>
                  <a:lnTo>
                    <a:pt x="833488" y="3116972"/>
                  </a:lnTo>
                  <a:lnTo>
                    <a:pt x="830319" y="3116972"/>
                  </a:lnTo>
                  <a:lnTo>
                    <a:pt x="827150" y="3116972"/>
                  </a:lnTo>
                  <a:lnTo>
                    <a:pt x="823981" y="3116972"/>
                  </a:lnTo>
                  <a:lnTo>
                    <a:pt x="820812" y="3116972"/>
                  </a:lnTo>
                  <a:lnTo>
                    <a:pt x="817643" y="3116972"/>
                  </a:lnTo>
                  <a:lnTo>
                    <a:pt x="814473" y="3116972"/>
                  </a:lnTo>
                  <a:lnTo>
                    <a:pt x="811304" y="3116972"/>
                  </a:lnTo>
                  <a:lnTo>
                    <a:pt x="808135" y="3116972"/>
                  </a:lnTo>
                  <a:lnTo>
                    <a:pt x="804966" y="3116972"/>
                  </a:lnTo>
                  <a:lnTo>
                    <a:pt x="801797" y="3116972"/>
                  </a:lnTo>
                  <a:lnTo>
                    <a:pt x="798628" y="3116972"/>
                  </a:lnTo>
                  <a:lnTo>
                    <a:pt x="795458" y="3116972"/>
                  </a:lnTo>
                  <a:lnTo>
                    <a:pt x="792289" y="3116972"/>
                  </a:lnTo>
                  <a:lnTo>
                    <a:pt x="789120" y="3116972"/>
                  </a:lnTo>
                  <a:lnTo>
                    <a:pt x="785951" y="3116972"/>
                  </a:lnTo>
                  <a:lnTo>
                    <a:pt x="782782" y="3116972"/>
                  </a:lnTo>
                  <a:lnTo>
                    <a:pt x="779613" y="3116972"/>
                  </a:lnTo>
                  <a:lnTo>
                    <a:pt x="776444" y="3116972"/>
                  </a:lnTo>
                  <a:lnTo>
                    <a:pt x="773274" y="3116972"/>
                  </a:lnTo>
                  <a:lnTo>
                    <a:pt x="770105" y="3116972"/>
                  </a:lnTo>
                  <a:lnTo>
                    <a:pt x="766936" y="3116972"/>
                  </a:lnTo>
                  <a:lnTo>
                    <a:pt x="763767" y="3116972"/>
                  </a:lnTo>
                  <a:lnTo>
                    <a:pt x="760598" y="3116972"/>
                  </a:lnTo>
                  <a:lnTo>
                    <a:pt x="757429" y="3116972"/>
                  </a:lnTo>
                  <a:lnTo>
                    <a:pt x="754259" y="3116972"/>
                  </a:lnTo>
                  <a:lnTo>
                    <a:pt x="751090" y="3116972"/>
                  </a:lnTo>
                  <a:lnTo>
                    <a:pt x="747921" y="3116972"/>
                  </a:lnTo>
                  <a:lnTo>
                    <a:pt x="744752" y="3116972"/>
                  </a:lnTo>
                  <a:lnTo>
                    <a:pt x="741583" y="3116972"/>
                  </a:lnTo>
                  <a:lnTo>
                    <a:pt x="738414" y="3116972"/>
                  </a:lnTo>
                  <a:lnTo>
                    <a:pt x="735244" y="3116972"/>
                  </a:lnTo>
                  <a:lnTo>
                    <a:pt x="732075" y="3116972"/>
                  </a:lnTo>
                  <a:lnTo>
                    <a:pt x="728906" y="3116972"/>
                  </a:lnTo>
                  <a:lnTo>
                    <a:pt x="725737" y="3116972"/>
                  </a:lnTo>
                  <a:lnTo>
                    <a:pt x="722568" y="3116972"/>
                  </a:lnTo>
                  <a:lnTo>
                    <a:pt x="719399" y="3116972"/>
                  </a:lnTo>
                  <a:lnTo>
                    <a:pt x="716230" y="3116972"/>
                  </a:lnTo>
                  <a:lnTo>
                    <a:pt x="713060" y="3116972"/>
                  </a:lnTo>
                  <a:lnTo>
                    <a:pt x="709891" y="3116972"/>
                  </a:lnTo>
                  <a:lnTo>
                    <a:pt x="706722" y="3116972"/>
                  </a:lnTo>
                  <a:lnTo>
                    <a:pt x="703553" y="3116972"/>
                  </a:lnTo>
                  <a:lnTo>
                    <a:pt x="700384" y="3116972"/>
                  </a:lnTo>
                  <a:lnTo>
                    <a:pt x="697215" y="3116972"/>
                  </a:lnTo>
                  <a:lnTo>
                    <a:pt x="694045" y="3116972"/>
                  </a:lnTo>
                  <a:lnTo>
                    <a:pt x="690876" y="3116972"/>
                  </a:lnTo>
                  <a:lnTo>
                    <a:pt x="687707" y="3116972"/>
                  </a:lnTo>
                  <a:lnTo>
                    <a:pt x="684538" y="3116972"/>
                  </a:lnTo>
                  <a:lnTo>
                    <a:pt x="681369" y="3116972"/>
                  </a:lnTo>
                  <a:lnTo>
                    <a:pt x="678200" y="3116972"/>
                  </a:lnTo>
                  <a:lnTo>
                    <a:pt x="675030" y="3116972"/>
                  </a:lnTo>
                  <a:lnTo>
                    <a:pt x="671861" y="3116972"/>
                  </a:lnTo>
                  <a:lnTo>
                    <a:pt x="668692" y="3116972"/>
                  </a:lnTo>
                  <a:lnTo>
                    <a:pt x="665523" y="3116972"/>
                  </a:lnTo>
                  <a:lnTo>
                    <a:pt x="662354" y="3116972"/>
                  </a:lnTo>
                  <a:lnTo>
                    <a:pt x="659185" y="3116972"/>
                  </a:lnTo>
                  <a:lnTo>
                    <a:pt x="656015" y="3116972"/>
                  </a:lnTo>
                  <a:lnTo>
                    <a:pt x="652846" y="3116972"/>
                  </a:lnTo>
                  <a:lnTo>
                    <a:pt x="649677" y="3116972"/>
                  </a:lnTo>
                  <a:lnTo>
                    <a:pt x="646508" y="3116972"/>
                  </a:lnTo>
                  <a:lnTo>
                    <a:pt x="643339" y="3116972"/>
                  </a:lnTo>
                  <a:lnTo>
                    <a:pt x="640170" y="3116972"/>
                  </a:lnTo>
                  <a:lnTo>
                    <a:pt x="637001" y="3116972"/>
                  </a:lnTo>
                  <a:lnTo>
                    <a:pt x="633831" y="3116972"/>
                  </a:lnTo>
                  <a:lnTo>
                    <a:pt x="630662" y="3116972"/>
                  </a:lnTo>
                  <a:lnTo>
                    <a:pt x="627493" y="3116972"/>
                  </a:lnTo>
                  <a:lnTo>
                    <a:pt x="624324" y="3116972"/>
                  </a:lnTo>
                  <a:lnTo>
                    <a:pt x="621155" y="3116972"/>
                  </a:lnTo>
                  <a:lnTo>
                    <a:pt x="617986" y="3116972"/>
                  </a:lnTo>
                  <a:lnTo>
                    <a:pt x="614816" y="3116972"/>
                  </a:lnTo>
                  <a:lnTo>
                    <a:pt x="611647" y="3116972"/>
                  </a:lnTo>
                  <a:lnTo>
                    <a:pt x="608478" y="3116972"/>
                  </a:lnTo>
                  <a:lnTo>
                    <a:pt x="605309" y="3116972"/>
                  </a:lnTo>
                  <a:lnTo>
                    <a:pt x="602140" y="3116972"/>
                  </a:lnTo>
                  <a:lnTo>
                    <a:pt x="598971" y="3116972"/>
                  </a:lnTo>
                  <a:lnTo>
                    <a:pt x="595801" y="3116972"/>
                  </a:lnTo>
                  <a:lnTo>
                    <a:pt x="592632" y="3116972"/>
                  </a:lnTo>
                  <a:lnTo>
                    <a:pt x="589463" y="3116972"/>
                  </a:lnTo>
                  <a:lnTo>
                    <a:pt x="586294" y="3116972"/>
                  </a:lnTo>
                  <a:lnTo>
                    <a:pt x="583125" y="3116972"/>
                  </a:lnTo>
                  <a:lnTo>
                    <a:pt x="579956" y="3116972"/>
                  </a:lnTo>
                  <a:lnTo>
                    <a:pt x="576786" y="3116972"/>
                  </a:lnTo>
                  <a:lnTo>
                    <a:pt x="573617" y="3116972"/>
                  </a:lnTo>
                  <a:lnTo>
                    <a:pt x="570448" y="3116972"/>
                  </a:lnTo>
                  <a:lnTo>
                    <a:pt x="567279" y="3116972"/>
                  </a:lnTo>
                  <a:lnTo>
                    <a:pt x="564110" y="3116972"/>
                  </a:lnTo>
                  <a:lnTo>
                    <a:pt x="560941" y="3116972"/>
                  </a:lnTo>
                  <a:lnTo>
                    <a:pt x="557772" y="3116972"/>
                  </a:lnTo>
                  <a:lnTo>
                    <a:pt x="554602" y="3116972"/>
                  </a:lnTo>
                  <a:lnTo>
                    <a:pt x="551433" y="3116972"/>
                  </a:lnTo>
                  <a:lnTo>
                    <a:pt x="548264" y="3116972"/>
                  </a:lnTo>
                  <a:lnTo>
                    <a:pt x="545095" y="3116972"/>
                  </a:lnTo>
                  <a:lnTo>
                    <a:pt x="541926" y="3116972"/>
                  </a:lnTo>
                  <a:lnTo>
                    <a:pt x="538757" y="3116972"/>
                  </a:lnTo>
                  <a:lnTo>
                    <a:pt x="535587" y="3116972"/>
                  </a:lnTo>
                  <a:lnTo>
                    <a:pt x="532418" y="3116972"/>
                  </a:lnTo>
                  <a:lnTo>
                    <a:pt x="529249" y="3116972"/>
                  </a:lnTo>
                  <a:lnTo>
                    <a:pt x="526080" y="3116972"/>
                  </a:lnTo>
                  <a:lnTo>
                    <a:pt x="522911" y="3116972"/>
                  </a:lnTo>
                  <a:lnTo>
                    <a:pt x="519742" y="3116972"/>
                  </a:lnTo>
                  <a:lnTo>
                    <a:pt x="516572" y="3116972"/>
                  </a:lnTo>
                  <a:lnTo>
                    <a:pt x="513403" y="3116972"/>
                  </a:lnTo>
                  <a:lnTo>
                    <a:pt x="510234" y="3116972"/>
                  </a:lnTo>
                  <a:lnTo>
                    <a:pt x="507065" y="3116972"/>
                  </a:lnTo>
                  <a:lnTo>
                    <a:pt x="503896" y="3116972"/>
                  </a:lnTo>
                  <a:lnTo>
                    <a:pt x="500727" y="3116972"/>
                  </a:lnTo>
                  <a:lnTo>
                    <a:pt x="497558" y="3116972"/>
                  </a:lnTo>
                  <a:lnTo>
                    <a:pt x="494388" y="3116972"/>
                  </a:lnTo>
                  <a:lnTo>
                    <a:pt x="491219" y="3116972"/>
                  </a:lnTo>
                  <a:lnTo>
                    <a:pt x="488050" y="3116972"/>
                  </a:lnTo>
                  <a:lnTo>
                    <a:pt x="484881" y="3116972"/>
                  </a:lnTo>
                  <a:lnTo>
                    <a:pt x="481712" y="3116972"/>
                  </a:lnTo>
                  <a:lnTo>
                    <a:pt x="478543" y="3116972"/>
                  </a:lnTo>
                  <a:lnTo>
                    <a:pt x="475373" y="3116972"/>
                  </a:lnTo>
                  <a:lnTo>
                    <a:pt x="472204" y="3116972"/>
                  </a:lnTo>
                  <a:lnTo>
                    <a:pt x="469035" y="3116972"/>
                  </a:lnTo>
                  <a:lnTo>
                    <a:pt x="465866" y="3116972"/>
                  </a:lnTo>
                  <a:lnTo>
                    <a:pt x="462697" y="3116972"/>
                  </a:lnTo>
                  <a:lnTo>
                    <a:pt x="459528" y="3116972"/>
                  </a:lnTo>
                  <a:lnTo>
                    <a:pt x="456358" y="3116972"/>
                  </a:lnTo>
                  <a:lnTo>
                    <a:pt x="453189" y="3116972"/>
                  </a:lnTo>
                  <a:lnTo>
                    <a:pt x="450020" y="3116972"/>
                  </a:lnTo>
                  <a:lnTo>
                    <a:pt x="446851" y="3116972"/>
                  </a:lnTo>
                  <a:lnTo>
                    <a:pt x="443682" y="3116972"/>
                  </a:lnTo>
                  <a:lnTo>
                    <a:pt x="440513" y="3116972"/>
                  </a:lnTo>
                  <a:lnTo>
                    <a:pt x="437343" y="3116972"/>
                  </a:lnTo>
                  <a:lnTo>
                    <a:pt x="434174" y="3116972"/>
                  </a:lnTo>
                  <a:lnTo>
                    <a:pt x="431005" y="3116972"/>
                  </a:lnTo>
                  <a:lnTo>
                    <a:pt x="427836" y="3116972"/>
                  </a:lnTo>
                  <a:lnTo>
                    <a:pt x="424667" y="3116972"/>
                  </a:lnTo>
                  <a:lnTo>
                    <a:pt x="421498" y="3116972"/>
                  </a:lnTo>
                  <a:lnTo>
                    <a:pt x="418329" y="3116972"/>
                  </a:lnTo>
                  <a:lnTo>
                    <a:pt x="415159" y="3116972"/>
                  </a:lnTo>
                  <a:lnTo>
                    <a:pt x="411990" y="3116972"/>
                  </a:lnTo>
                  <a:lnTo>
                    <a:pt x="408821" y="3116972"/>
                  </a:lnTo>
                  <a:lnTo>
                    <a:pt x="405652" y="3116972"/>
                  </a:lnTo>
                  <a:lnTo>
                    <a:pt x="402483" y="3116972"/>
                  </a:lnTo>
                  <a:lnTo>
                    <a:pt x="399314" y="3116972"/>
                  </a:lnTo>
                  <a:lnTo>
                    <a:pt x="396144" y="3116972"/>
                  </a:lnTo>
                  <a:lnTo>
                    <a:pt x="392975" y="3116972"/>
                  </a:lnTo>
                  <a:lnTo>
                    <a:pt x="389806" y="3116972"/>
                  </a:lnTo>
                  <a:lnTo>
                    <a:pt x="386637" y="3116972"/>
                  </a:lnTo>
                  <a:lnTo>
                    <a:pt x="383468" y="3116972"/>
                  </a:lnTo>
                  <a:lnTo>
                    <a:pt x="380299" y="3116972"/>
                  </a:lnTo>
                  <a:lnTo>
                    <a:pt x="377129" y="3116972"/>
                  </a:lnTo>
                  <a:lnTo>
                    <a:pt x="373960" y="3116972"/>
                  </a:lnTo>
                  <a:lnTo>
                    <a:pt x="370791" y="3116972"/>
                  </a:lnTo>
                  <a:lnTo>
                    <a:pt x="367622" y="3116972"/>
                  </a:lnTo>
                  <a:lnTo>
                    <a:pt x="364453" y="3116972"/>
                  </a:lnTo>
                  <a:lnTo>
                    <a:pt x="361284" y="3116972"/>
                  </a:lnTo>
                  <a:lnTo>
                    <a:pt x="358115" y="3116972"/>
                  </a:lnTo>
                  <a:lnTo>
                    <a:pt x="354945" y="3116972"/>
                  </a:lnTo>
                  <a:lnTo>
                    <a:pt x="351776" y="3116972"/>
                  </a:lnTo>
                  <a:lnTo>
                    <a:pt x="348607" y="3116972"/>
                  </a:lnTo>
                  <a:lnTo>
                    <a:pt x="345438" y="3116972"/>
                  </a:lnTo>
                  <a:lnTo>
                    <a:pt x="342269" y="3116972"/>
                  </a:lnTo>
                  <a:lnTo>
                    <a:pt x="339100" y="3116972"/>
                  </a:lnTo>
                  <a:lnTo>
                    <a:pt x="335930" y="3116972"/>
                  </a:lnTo>
                  <a:lnTo>
                    <a:pt x="332761" y="3116972"/>
                  </a:lnTo>
                  <a:lnTo>
                    <a:pt x="329592" y="3116972"/>
                  </a:lnTo>
                  <a:lnTo>
                    <a:pt x="326423" y="3116972"/>
                  </a:lnTo>
                  <a:lnTo>
                    <a:pt x="323254" y="3116972"/>
                  </a:lnTo>
                  <a:lnTo>
                    <a:pt x="320085" y="3116972"/>
                  </a:lnTo>
                  <a:lnTo>
                    <a:pt x="316915" y="3116972"/>
                  </a:lnTo>
                  <a:lnTo>
                    <a:pt x="313746" y="3116972"/>
                  </a:lnTo>
                  <a:lnTo>
                    <a:pt x="310577" y="3116972"/>
                  </a:lnTo>
                  <a:lnTo>
                    <a:pt x="307408" y="3116972"/>
                  </a:lnTo>
                  <a:lnTo>
                    <a:pt x="304239" y="3116972"/>
                  </a:lnTo>
                  <a:lnTo>
                    <a:pt x="301070" y="3116972"/>
                  </a:lnTo>
                  <a:lnTo>
                    <a:pt x="297900" y="3116972"/>
                  </a:lnTo>
                  <a:lnTo>
                    <a:pt x="294731" y="3116972"/>
                  </a:lnTo>
                  <a:lnTo>
                    <a:pt x="291562" y="3116972"/>
                  </a:lnTo>
                  <a:lnTo>
                    <a:pt x="288393" y="3116972"/>
                  </a:lnTo>
                  <a:lnTo>
                    <a:pt x="285224" y="3116972"/>
                  </a:lnTo>
                  <a:lnTo>
                    <a:pt x="282055" y="3116972"/>
                  </a:lnTo>
                  <a:lnTo>
                    <a:pt x="278886" y="3116972"/>
                  </a:lnTo>
                  <a:lnTo>
                    <a:pt x="275716" y="3116972"/>
                  </a:lnTo>
                  <a:lnTo>
                    <a:pt x="272547" y="3116972"/>
                  </a:lnTo>
                  <a:lnTo>
                    <a:pt x="269378" y="3116972"/>
                  </a:lnTo>
                  <a:lnTo>
                    <a:pt x="266209" y="3116972"/>
                  </a:lnTo>
                  <a:lnTo>
                    <a:pt x="263040" y="3116972"/>
                  </a:lnTo>
                  <a:lnTo>
                    <a:pt x="259871" y="3116972"/>
                  </a:lnTo>
                  <a:lnTo>
                    <a:pt x="256701" y="3116972"/>
                  </a:lnTo>
                  <a:lnTo>
                    <a:pt x="253532" y="3116972"/>
                  </a:lnTo>
                  <a:lnTo>
                    <a:pt x="250363" y="3116972"/>
                  </a:lnTo>
                  <a:lnTo>
                    <a:pt x="247194" y="3116972"/>
                  </a:lnTo>
                  <a:lnTo>
                    <a:pt x="244025" y="3116972"/>
                  </a:lnTo>
                  <a:lnTo>
                    <a:pt x="240856" y="3116972"/>
                  </a:lnTo>
                  <a:lnTo>
                    <a:pt x="237686" y="3116972"/>
                  </a:lnTo>
                  <a:lnTo>
                    <a:pt x="234517" y="3116972"/>
                  </a:lnTo>
                  <a:lnTo>
                    <a:pt x="231348" y="3116972"/>
                  </a:lnTo>
                  <a:lnTo>
                    <a:pt x="228179" y="3116972"/>
                  </a:lnTo>
                  <a:lnTo>
                    <a:pt x="225010" y="3116972"/>
                  </a:lnTo>
                  <a:lnTo>
                    <a:pt x="221841" y="3116972"/>
                  </a:lnTo>
                  <a:lnTo>
                    <a:pt x="218671" y="3116972"/>
                  </a:lnTo>
                  <a:lnTo>
                    <a:pt x="215502" y="3116972"/>
                  </a:lnTo>
                  <a:lnTo>
                    <a:pt x="212333" y="3116972"/>
                  </a:lnTo>
                  <a:lnTo>
                    <a:pt x="209164" y="3116972"/>
                  </a:lnTo>
                  <a:lnTo>
                    <a:pt x="205995" y="3116972"/>
                  </a:lnTo>
                  <a:lnTo>
                    <a:pt x="202826" y="3116972"/>
                  </a:lnTo>
                  <a:lnTo>
                    <a:pt x="199657" y="3116972"/>
                  </a:lnTo>
                  <a:lnTo>
                    <a:pt x="196487" y="3116972"/>
                  </a:lnTo>
                  <a:lnTo>
                    <a:pt x="193318" y="3116972"/>
                  </a:lnTo>
                  <a:lnTo>
                    <a:pt x="190149" y="3116972"/>
                  </a:lnTo>
                  <a:lnTo>
                    <a:pt x="186980" y="3116972"/>
                  </a:lnTo>
                  <a:lnTo>
                    <a:pt x="183811" y="3116972"/>
                  </a:lnTo>
                  <a:lnTo>
                    <a:pt x="180642" y="3116972"/>
                  </a:lnTo>
                  <a:lnTo>
                    <a:pt x="177472" y="3116972"/>
                  </a:lnTo>
                  <a:lnTo>
                    <a:pt x="174303" y="3116972"/>
                  </a:lnTo>
                  <a:lnTo>
                    <a:pt x="171134" y="3116972"/>
                  </a:lnTo>
                  <a:lnTo>
                    <a:pt x="167965" y="3116972"/>
                  </a:lnTo>
                  <a:lnTo>
                    <a:pt x="164796" y="3116972"/>
                  </a:lnTo>
                  <a:lnTo>
                    <a:pt x="161627" y="3116972"/>
                  </a:lnTo>
                  <a:lnTo>
                    <a:pt x="158457" y="3116972"/>
                  </a:lnTo>
                  <a:lnTo>
                    <a:pt x="155288" y="3116972"/>
                  </a:lnTo>
                  <a:lnTo>
                    <a:pt x="152119" y="3116972"/>
                  </a:lnTo>
                  <a:lnTo>
                    <a:pt x="148950" y="3116972"/>
                  </a:lnTo>
                  <a:lnTo>
                    <a:pt x="145781" y="3116972"/>
                  </a:lnTo>
                  <a:lnTo>
                    <a:pt x="142612" y="3116972"/>
                  </a:lnTo>
                  <a:lnTo>
                    <a:pt x="139443" y="3116972"/>
                  </a:lnTo>
                  <a:lnTo>
                    <a:pt x="136273" y="3116972"/>
                  </a:lnTo>
                  <a:lnTo>
                    <a:pt x="133104" y="3116972"/>
                  </a:lnTo>
                  <a:lnTo>
                    <a:pt x="129935" y="3116972"/>
                  </a:lnTo>
                  <a:lnTo>
                    <a:pt x="126766" y="3116972"/>
                  </a:lnTo>
                  <a:lnTo>
                    <a:pt x="123597" y="3116972"/>
                  </a:lnTo>
                  <a:lnTo>
                    <a:pt x="120428" y="3116972"/>
                  </a:lnTo>
                  <a:lnTo>
                    <a:pt x="117258" y="3116972"/>
                  </a:lnTo>
                  <a:lnTo>
                    <a:pt x="114089" y="3116972"/>
                  </a:lnTo>
                  <a:lnTo>
                    <a:pt x="110920" y="3116972"/>
                  </a:lnTo>
                  <a:lnTo>
                    <a:pt x="107751" y="3116972"/>
                  </a:lnTo>
                  <a:lnTo>
                    <a:pt x="104582" y="3116972"/>
                  </a:lnTo>
                  <a:lnTo>
                    <a:pt x="101413" y="3116972"/>
                  </a:lnTo>
                  <a:lnTo>
                    <a:pt x="98243" y="3116972"/>
                  </a:lnTo>
                  <a:lnTo>
                    <a:pt x="95074" y="3116972"/>
                  </a:lnTo>
                  <a:lnTo>
                    <a:pt x="91905" y="3116972"/>
                  </a:lnTo>
                  <a:lnTo>
                    <a:pt x="88736" y="3116972"/>
                  </a:lnTo>
                  <a:lnTo>
                    <a:pt x="85567" y="3116972"/>
                  </a:lnTo>
                  <a:lnTo>
                    <a:pt x="82398" y="3116972"/>
                  </a:lnTo>
                  <a:lnTo>
                    <a:pt x="79228" y="3116972"/>
                  </a:lnTo>
                  <a:lnTo>
                    <a:pt x="76059" y="3116972"/>
                  </a:lnTo>
                  <a:lnTo>
                    <a:pt x="72890" y="3116972"/>
                  </a:lnTo>
                  <a:lnTo>
                    <a:pt x="69721" y="3116972"/>
                  </a:lnTo>
                  <a:lnTo>
                    <a:pt x="66552" y="3116972"/>
                  </a:lnTo>
                  <a:lnTo>
                    <a:pt x="63383" y="3116972"/>
                  </a:lnTo>
                  <a:lnTo>
                    <a:pt x="60214" y="3116972"/>
                  </a:lnTo>
                  <a:lnTo>
                    <a:pt x="57044" y="3116972"/>
                  </a:lnTo>
                  <a:lnTo>
                    <a:pt x="53875" y="3116972"/>
                  </a:lnTo>
                  <a:lnTo>
                    <a:pt x="50706" y="3116972"/>
                  </a:lnTo>
                  <a:lnTo>
                    <a:pt x="47537" y="3116972"/>
                  </a:lnTo>
                  <a:lnTo>
                    <a:pt x="44368" y="3116972"/>
                  </a:lnTo>
                  <a:lnTo>
                    <a:pt x="41199" y="3116972"/>
                  </a:lnTo>
                  <a:lnTo>
                    <a:pt x="38029" y="3116972"/>
                  </a:lnTo>
                  <a:lnTo>
                    <a:pt x="34860" y="3116972"/>
                  </a:lnTo>
                  <a:lnTo>
                    <a:pt x="31691" y="3116972"/>
                  </a:lnTo>
                  <a:lnTo>
                    <a:pt x="28522" y="3116972"/>
                  </a:lnTo>
                  <a:lnTo>
                    <a:pt x="25353" y="3116972"/>
                  </a:lnTo>
                  <a:lnTo>
                    <a:pt x="22184" y="3116972"/>
                  </a:lnTo>
                  <a:lnTo>
                    <a:pt x="19014" y="3116972"/>
                  </a:lnTo>
                  <a:lnTo>
                    <a:pt x="15845" y="3116972"/>
                  </a:lnTo>
                  <a:lnTo>
                    <a:pt x="12676" y="3116972"/>
                  </a:lnTo>
                  <a:lnTo>
                    <a:pt x="9507" y="3116972"/>
                  </a:lnTo>
                  <a:lnTo>
                    <a:pt x="6338" y="3116972"/>
                  </a:lnTo>
                  <a:lnTo>
                    <a:pt x="3169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040383"/>
                  </a:moveTo>
                  <a:lnTo>
                    <a:pt x="3169" y="3076897"/>
                  </a:lnTo>
                  <a:lnTo>
                    <a:pt x="6338" y="3097299"/>
                  </a:lnTo>
                  <a:lnTo>
                    <a:pt x="9507" y="3099468"/>
                  </a:lnTo>
                  <a:lnTo>
                    <a:pt x="12676" y="3058245"/>
                  </a:lnTo>
                  <a:lnTo>
                    <a:pt x="15845" y="3055046"/>
                  </a:lnTo>
                  <a:lnTo>
                    <a:pt x="19014" y="3029929"/>
                  </a:lnTo>
                  <a:lnTo>
                    <a:pt x="22184" y="3007313"/>
                  </a:lnTo>
                  <a:lnTo>
                    <a:pt x="25353" y="2937012"/>
                  </a:lnTo>
                  <a:lnTo>
                    <a:pt x="28522" y="2888294"/>
                  </a:lnTo>
                  <a:lnTo>
                    <a:pt x="31691" y="2934070"/>
                  </a:lnTo>
                  <a:lnTo>
                    <a:pt x="34860" y="3010019"/>
                  </a:lnTo>
                  <a:lnTo>
                    <a:pt x="38029" y="3023940"/>
                  </a:lnTo>
                  <a:lnTo>
                    <a:pt x="41199" y="3016623"/>
                  </a:lnTo>
                  <a:lnTo>
                    <a:pt x="44368" y="3035054"/>
                  </a:lnTo>
                  <a:lnTo>
                    <a:pt x="47537" y="3078771"/>
                  </a:lnTo>
                  <a:lnTo>
                    <a:pt x="50706" y="3074218"/>
                  </a:lnTo>
                  <a:lnTo>
                    <a:pt x="53875" y="2980489"/>
                  </a:lnTo>
                  <a:lnTo>
                    <a:pt x="57044" y="2940364"/>
                  </a:lnTo>
                  <a:lnTo>
                    <a:pt x="60214" y="2989712"/>
                  </a:lnTo>
                  <a:lnTo>
                    <a:pt x="63383" y="3038017"/>
                  </a:lnTo>
                  <a:lnTo>
                    <a:pt x="66552" y="3038437"/>
                  </a:lnTo>
                  <a:lnTo>
                    <a:pt x="69721" y="3038438"/>
                  </a:lnTo>
                  <a:lnTo>
                    <a:pt x="72890" y="3057314"/>
                  </a:lnTo>
                  <a:lnTo>
                    <a:pt x="76059" y="3082976"/>
                  </a:lnTo>
                  <a:lnTo>
                    <a:pt x="79228" y="3071892"/>
                  </a:lnTo>
                  <a:lnTo>
                    <a:pt x="82398" y="3069465"/>
                  </a:lnTo>
                  <a:lnTo>
                    <a:pt x="85567" y="3097133"/>
                  </a:lnTo>
                  <a:lnTo>
                    <a:pt x="88736" y="3116972"/>
                  </a:lnTo>
                  <a:lnTo>
                    <a:pt x="88736" y="3116972"/>
                  </a:lnTo>
                  <a:lnTo>
                    <a:pt x="91905" y="3116972"/>
                  </a:lnTo>
                  <a:lnTo>
                    <a:pt x="95074" y="3116972"/>
                  </a:lnTo>
                  <a:lnTo>
                    <a:pt x="98243" y="3065758"/>
                  </a:lnTo>
                  <a:lnTo>
                    <a:pt x="101413" y="3026502"/>
                  </a:lnTo>
                  <a:lnTo>
                    <a:pt x="104582" y="2963513"/>
                  </a:lnTo>
                  <a:lnTo>
                    <a:pt x="107751" y="2865088"/>
                  </a:lnTo>
                  <a:lnTo>
                    <a:pt x="110920" y="2800873"/>
                  </a:lnTo>
                  <a:lnTo>
                    <a:pt x="114089" y="2728001"/>
                  </a:lnTo>
                  <a:lnTo>
                    <a:pt x="117258" y="2751185"/>
                  </a:lnTo>
                  <a:lnTo>
                    <a:pt x="120428" y="2782835"/>
                  </a:lnTo>
                  <a:lnTo>
                    <a:pt x="123597" y="2811365"/>
                  </a:lnTo>
                  <a:lnTo>
                    <a:pt x="126766" y="2837064"/>
                  </a:lnTo>
                  <a:lnTo>
                    <a:pt x="129935" y="2866043"/>
                  </a:lnTo>
                  <a:lnTo>
                    <a:pt x="133104" y="2893572"/>
                  </a:lnTo>
                  <a:lnTo>
                    <a:pt x="136273" y="2874139"/>
                  </a:lnTo>
                  <a:lnTo>
                    <a:pt x="139443" y="2853836"/>
                  </a:lnTo>
                  <a:lnTo>
                    <a:pt x="142612" y="2780368"/>
                  </a:lnTo>
                  <a:lnTo>
                    <a:pt x="145781" y="2724629"/>
                  </a:lnTo>
                  <a:lnTo>
                    <a:pt x="148950" y="2704500"/>
                  </a:lnTo>
                  <a:lnTo>
                    <a:pt x="152119" y="2736131"/>
                  </a:lnTo>
                  <a:lnTo>
                    <a:pt x="155288" y="2765089"/>
                  </a:lnTo>
                  <a:lnTo>
                    <a:pt x="158457" y="2770288"/>
                  </a:lnTo>
                  <a:lnTo>
                    <a:pt x="161627" y="2852977"/>
                  </a:lnTo>
                  <a:lnTo>
                    <a:pt x="164796" y="3008350"/>
                  </a:lnTo>
                  <a:lnTo>
                    <a:pt x="167965" y="3100075"/>
                  </a:lnTo>
                  <a:lnTo>
                    <a:pt x="171134" y="3086852"/>
                  </a:lnTo>
                  <a:lnTo>
                    <a:pt x="174303" y="3091952"/>
                  </a:lnTo>
                  <a:lnTo>
                    <a:pt x="177472" y="3114665"/>
                  </a:lnTo>
                  <a:lnTo>
                    <a:pt x="180642" y="3112239"/>
                  </a:lnTo>
                  <a:lnTo>
                    <a:pt x="183811" y="3061445"/>
                  </a:lnTo>
                  <a:lnTo>
                    <a:pt x="186980" y="3008358"/>
                  </a:lnTo>
                  <a:lnTo>
                    <a:pt x="190149" y="3032048"/>
                  </a:lnTo>
                  <a:lnTo>
                    <a:pt x="193318" y="3047082"/>
                  </a:lnTo>
                  <a:lnTo>
                    <a:pt x="196487" y="2997689"/>
                  </a:lnTo>
                  <a:lnTo>
                    <a:pt x="199657" y="2990694"/>
                  </a:lnTo>
                  <a:lnTo>
                    <a:pt x="202826" y="2982441"/>
                  </a:lnTo>
                  <a:lnTo>
                    <a:pt x="205995" y="2862714"/>
                  </a:lnTo>
                  <a:lnTo>
                    <a:pt x="209164" y="2788960"/>
                  </a:lnTo>
                  <a:lnTo>
                    <a:pt x="212333" y="2811343"/>
                  </a:lnTo>
                  <a:lnTo>
                    <a:pt x="215502" y="2860737"/>
                  </a:lnTo>
                  <a:lnTo>
                    <a:pt x="218671" y="2846049"/>
                  </a:lnTo>
                  <a:lnTo>
                    <a:pt x="221841" y="2790877"/>
                  </a:lnTo>
                  <a:lnTo>
                    <a:pt x="225010" y="2847564"/>
                  </a:lnTo>
                  <a:lnTo>
                    <a:pt x="228179" y="2918010"/>
                  </a:lnTo>
                  <a:lnTo>
                    <a:pt x="231348" y="2918010"/>
                  </a:lnTo>
                  <a:lnTo>
                    <a:pt x="234517" y="2918011"/>
                  </a:lnTo>
                  <a:lnTo>
                    <a:pt x="237686" y="2939692"/>
                  </a:lnTo>
                  <a:lnTo>
                    <a:pt x="240856" y="3003115"/>
                  </a:lnTo>
                  <a:lnTo>
                    <a:pt x="244025" y="3066155"/>
                  </a:lnTo>
                  <a:lnTo>
                    <a:pt x="247194" y="3069465"/>
                  </a:lnTo>
                  <a:lnTo>
                    <a:pt x="250363" y="3069465"/>
                  </a:lnTo>
                  <a:lnTo>
                    <a:pt x="253532" y="3069465"/>
                  </a:lnTo>
                  <a:lnTo>
                    <a:pt x="256701" y="3069465"/>
                  </a:lnTo>
                  <a:lnTo>
                    <a:pt x="259871" y="3069465"/>
                  </a:lnTo>
                  <a:lnTo>
                    <a:pt x="263040" y="3069465"/>
                  </a:lnTo>
                  <a:lnTo>
                    <a:pt x="266209" y="3078824"/>
                  </a:lnTo>
                  <a:lnTo>
                    <a:pt x="269378" y="3116972"/>
                  </a:lnTo>
                  <a:lnTo>
                    <a:pt x="269378" y="3116972"/>
                  </a:lnTo>
                  <a:lnTo>
                    <a:pt x="272547" y="3116972"/>
                  </a:lnTo>
                  <a:lnTo>
                    <a:pt x="275716" y="3116972"/>
                  </a:lnTo>
                  <a:lnTo>
                    <a:pt x="278886" y="3116972"/>
                  </a:lnTo>
                  <a:lnTo>
                    <a:pt x="282055" y="3116972"/>
                  </a:lnTo>
                  <a:lnTo>
                    <a:pt x="285224" y="3078104"/>
                  </a:lnTo>
                  <a:lnTo>
                    <a:pt x="288393" y="2971190"/>
                  </a:lnTo>
                  <a:lnTo>
                    <a:pt x="291562" y="2955924"/>
                  </a:lnTo>
                  <a:lnTo>
                    <a:pt x="294731" y="2992955"/>
                  </a:lnTo>
                  <a:lnTo>
                    <a:pt x="297900" y="2992956"/>
                  </a:lnTo>
                  <a:lnTo>
                    <a:pt x="301070" y="2998190"/>
                  </a:lnTo>
                  <a:lnTo>
                    <a:pt x="304239" y="3030840"/>
                  </a:lnTo>
                  <a:lnTo>
                    <a:pt x="307408" y="3066085"/>
                  </a:lnTo>
                  <a:lnTo>
                    <a:pt x="310577" y="3099820"/>
                  </a:lnTo>
                  <a:lnTo>
                    <a:pt x="313746" y="3116972"/>
                  </a:lnTo>
                  <a:lnTo>
                    <a:pt x="313746" y="3116972"/>
                  </a:lnTo>
                  <a:lnTo>
                    <a:pt x="316915" y="3116972"/>
                  </a:lnTo>
                  <a:lnTo>
                    <a:pt x="320085" y="3116972"/>
                  </a:lnTo>
                  <a:lnTo>
                    <a:pt x="323254" y="3116972"/>
                  </a:lnTo>
                  <a:lnTo>
                    <a:pt x="326423" y="3116289"/>
                  </a:lnTo>
                  <a:lnTo>
                    <a:pt x="329592" y="3088207"/>
                  </a:lnTo>
                  <a:lnTo>
                    <a:pt x="332761" y="3069465"/>
                  </a:lnTo>
                  <a:lnTo>
                    <a:pt x="335930" y="3069465"/>
                  </a:lnTo>
                  <a:lnTo>
                    <a:pt x="339100" y="3069465"/>
                  </a:lnTo>
                  <a:lnTo>
                    <a:pt x="342269" y="3069465"/>
                  </a:lnTo>
                  <a:lnTo>
                    <a:pt x="345438" y="3069184"/>
                  </a:lnTo>
                  <a:lnTo>
                    <a:pt x="348607" y="3019754"/>
                  </a:lnTo>
                  <a:lnTo>
                    <a:pt x="351776" y="2953035"/>
                  </a:lnTo>
                  <a:lnTo>
                    <a:pt x="354945" y="2927699"/>
                  </a:lnTo>
                  <a:lnTo>
                    <a:pt x="358115" y="2922045"/>
                  </a:lnTo>
                  <a:lnTo>
                    <a:pt x="361284" y="2903638"/>
                  </a:lnTo>
                  <a:lnTo>
                    <a:pt x="364453" y="2899471"/>
                  </a:lnTo>
                  <a:lnTo>
                    <a:pt x="367622" y="2944285"/>
                  </a:lnTo>
                  <a:lnTo>
                    <a:pt x="370791" y="2964310"/>
                  </a:lnTo>
                  <a:lnTo>
                    <a:pt x="373960" y="2966668"/>
                  </a:lnTo>
                  <a:lnTo>
                    <a:pt x="377129" y="2972322"/>
                  </a:lnTo>
                  <a:lnTo>
                    <a:pt x="380299" y="2990730"/>
                  </a:lnTo>
                  <a:lnTo>
                    <a:pt x="383468" y="2995177"/>
                  </a:lnTo>
                  <a:lnTo>
                    <a:pt x="386637" y="2999793"/>
                  </a:lnTo>
                  <a:lnTo>
                    <a:pt x="389806" y="3046488"/>
                  </a:lnTo>
                  <a:lnTo>
                    <a:pt x="392975" y="3059739"/>
                  </a:lnTo>
                  <a:lnTo>
                    <a:pt x="396144" y="3028895"/>
                  </a:lnTo>
                  <a:lnTo>
                    <a:pt x="399314" y="3018422"/>
                  </a:lnTo>
                  <a:lnTo>
                    <a:pt x="402483" y="3002252"/>
                  </a:lnTo>
                  <a:lnTo>
                    <a:pt x="405652" y="3011810"/>
                  </a:lnTo>
                  <a:lnTo>
                    <a:pt x="408821" y="3011811"/>
                  </a:lnTo>
                  <a:lnTo>
                    <a:pt x="411990" y="3021536"/>
                  </a:lnTo>
                  <a:lnTo>
                    <a:pt x="415159" y="3037295"/>
                  </a:lnTo>
                  <a:lnTo>
                    <a:pt x="418329" y="3004420"/>
                  </a:lnTo>
                  <a:lnTo>
                    <a:pt x="421498" y="3003014"/>
                  </a:lnTo>
                  <a:lnTo>
                    <a:pt x="424667" y="2993456"/>
                  </a:lnTo>
                  <a:lnTo>
                    <a:pt x="427836" y="2991583"/>
                  </a:lnTo>
                  <a:lnTo>
                    <a:pt x="431005" y="2959955"/>
                  </a:lnTo>
                  <a:lnTo>
                    <a:pt x="434174" y="2910154"/>
                  </a:lnTo>
                  <a:lnTo>
                    <a:pt x="437343" y="2911211"/>
                  </a:lnTo>
                  <a:lnTo>
                    <a:pt x="440513" y="2925343"/>
                  </a:lnTo>
                  <a:lnTo>
                    <a:pt x="443682" y="2925344"/>
                  </a:lnTo>
                  <a:lnTo>
                    <a:pt x="446851" y="2927218"/>
                  </a:lnTo>
                  <a:lnTo>
                    <a:pt x="450020" y="2958846"/>
                  </a:lnTo>
                  <a:lnTo>
                    <a:pt x="453189" y="3023733"/>
                  </a:lnTo>
                  <a:lnTo>
                    <a:pt x="456358" y="3066019"/>
                  </a:lnTo>
                  <a:lnTo>
                    <a:pt x="459528" y="3069465"/>
                  </a:lnTo>
                  <a:lnTo>
                    <a:pt x="462697" y="3069465"/>
                  </a:lnTo>
                  <a:lnTo>
                    <a:pt x="465866" y="3069465"/>
                  </a:lnTo>
                  <a:lnTo>
                    <a:pt x="469035" y="3069465"/>
                  </a:lnTo>
                  <a:lnTo>
                    <a:pt x="472204" y="3035917"/>
                  </a:lnTo>
                  <a:lnTo>
                    <a:pt x="475373" y="2998051"/>
                  </a:lnTo>
                  <a:lnTo>
                    <a:pt x="478543" y="2955692"/>
                  </a:lnTo>
                  <a:lnTo>
                    <a:pt x="481712" y="2919677"/>
                  </a:lnTo>
                  <a:lnTo>
                    <a:pt x="484881" y="2905333"/>
                  </a:lnTo>
                  <a:lnTo>
                    <a:pt x="488050" y="2789282"/>
                  </a:lnTo>
                  <a:lnTo>
                    <a:pt x="491219" y="2724655"/>
                  </a:lnTo>
                  <a:lnTo>
                    <a:pt x="494388" y="2713306"/>
                  </a:lnTo>
                  <a:lnTo>
                    <a:pt x="497558" y="2659027"/>
                  </a:lnTo>
                  <a:lnTo>
                    <a:pt x="500727" y="2627892"/>
                  </a:lnTo>
                  <a:lnTo>
                    <a:pt x="503896" y="2600913"/>
                  </a:lnTo>
                  <a:lnTo>
                    <a:pt x="507065" y="2716964"/>
                  </a:lnTo>
                  <a:lnTo>
                    <a:pt x="510234" y="2815139"/>
                  </a:lnTo>
                  <a:lnTo>
                    <a:pt x="513403" y="2864354"/>
                  </a:lnTo>
                  <a:lnTo>
                    <a:pt x="516572" y="2960993"/>
                  </a:lnTo>
                  <a:lnTo>
                    <a:pt x="519742" y="3028143"/>
                  </a:lnTo>
                  <a:lnTo>
                    <a:pt x="522911" y="3044581"/>
                  </a:lnTo>
                  <a:lnTo>
                    <a:pt x="526080" y="2991701"/>
                  </a:lnTo>
                  <a:lnTo>
                    <a:pt x="529249" y="2991570"/>
                  </a:lnTo>
                  <a:lnTo>
                    <a:pt x="532418" y="3032587"/>
                  </a:lnTo>
                  <a:lnTo>
                    <a:pt x="535587" y="3071482"/>
                  </a:lnTo>
                  <a:lnTo>
                    <a:pt x="538757" y="3044411"/>
                  </a:lnTo>
                  <a:lnTo>
                    <a:pt x="541926" y="3022152"/>
                  </a:lnTo>
                  <a:lnTo>
                    <a:pt x="545095" y="3026621"/>
                  </a:lnTo>
                  <a:lnTo>
                    <a:pt x="548264" y="3006522"/>
                  </a:lnTo>
                  <a:lnTo>
                    <a:pt x="551433" y="2965505"/>
                  </a:lnTo>
                  <a:lnTo>
                    <a:pt x="554602" y="2926611"/>
                  </a:lnTo>
                  <a:lnTo>
                    <a:pt x="557772" y="2969435"/>
                  </a:lnTo>
                  <a:lnTo>
                    <a:pt x="560941" y="3054815"/>
                  </a:lnTo>
                  <a:lnTo>
                    <a:pt x="564110" y="3116972"/>
                  </a:lnTo>
                  <a:lnTo>
                    <a:pt x="564110" y="3116972"/>
                  </a:lnTo>
                  <a:lnTo>
                    <a:pt x="567279" y="3116972"/>
                  </a:lnTo>
                  <a:lnTo>
                    <a:pt x="570448" y="3116972"/>
                  </a:lnTo>
                  <a:lnTo>
                    <a:pt x="573617" y="3116972"/>
                  </a:lnTo>
                  <a:lnTo>
                    <a:pt x="576786" y="3116972"/>
                  </a:lnTo>
                  <a:lnTo>
                    <a:pt x="579956" y="3102469"/>
                  </a:lnTo>
                  <a:lnTo>
                    <a:pt x="583125" y="3061949"/>
                  </a:lnTo>
                  <a:lnTo>
                    <a:pt x="586294" y="3017663"/>
                  </a:lnTo>
                  <a:lnTo>
                    <a:pt x="589463" y="3022240"/>
                  </a:lnTo>
                  <a:lnTo>
                    <a:pt x="592632" y="3061473"/>
                  </a:lnTo>
                  <a:lnTo>
                    <a:pt x="595801" y="3101780"/>
                  </a:lnTo>
                  <a:lnTo>
                    <a:pt x="598971" y="3116972"/>
                  </a:lnTo>
                  <a:lnTo>
                    <a:pt x="598971" y="3116972"/>
                  </a:lnTo>
                  <a:lnTo>
                    <a:pt x="602140" y="3116972"/>
                  </a:lnTo>
                  <a:lnTo>
                    <a:pt x="605309" y="3116972"/>
                  </a:lnTo>
                  <a:lnTo>
                    <a:pt x="608478" y="3116972"/>
                  </a:lnTo>
                  <a:lnTo>
                    <a:pt x="611647" y="3116972"/>
                  </a:lnTo>
                  <a:lnTo>
                    <a:pt x="614816" y="3116972"/>
                  </a:lnTo>
                  <a:lnTo>
                    <a:pt x="617986" y="3116972"/>
                  </a:lnTo>
                  <a:lnTo>
                    <a:pt x="621155" y="3116972"/>
                  </a:lnTo>
                  <a:lnTo>
                    <a:pt x="624324" y="3094594"/>
                  </a:lnTo>
                  <a:lnTo>
                    <a:pt x="627493" y="3049236"/>
                  </a:lnTo>
                  <a:lnTo>
                    <a:pt x="630662" y="3053753"/>
                  </a:lnTo>
                  <a:lnTo>
                    <a:pt x="633831" y="3079766"/>
                  </a:lnTo>
                  <a:lnTo>
                    <a:pt x="637001" y="3076735"/>
                  </a:lnTo>
                  <a:lnTo>
                    <a:pt x="640170" y="3076735"/>
                  </a:lnTo>
                  <a:lnTo>
                    <a:pt x="643339" y="3076735"/>
                  </a:lnTo>
                  <a:lnTo>
                    <a:pt x="646508" y="3076736"/>
                  </a:lnTo>
                  <a:lnTo>
                    <a:pt x="649677" y="3075673"/>
                  </a:lnTo>
                  <a:lnTo>
                    <a:pt x="652846" y="3074468"/>
                  </a:lnTo>
                  <a:lnTo>
                    <a:pt x="656015" y="3103502"/>
                  </a:lnTo>
                  <a:lnTo>
                    <a:pt x="659185" y="3116972"/>
                  </a:lnTo>
                  <a:lnTo>
                    <a:pt x="659185" y="3116972"/>
                  </a:lnTo>
                  <a:lnTo>
                    <a:pt x="662354" y="3111979"/>
                  </a:lnTo>
                  <a:lnTo>
                    <a:pt x="665523" y="3071243"/>
                  </a:lnTo>
                  <a:lnTo>
                    <a:pt x="668692" y="3079430"/>
                  </a:lnTo>
                  <a:lnTo>
                    <a:pt x="671861" y="3087663"/>
                  </a:lnTo>
                  <a:lnTo>
                    <a:pt x="675030" y="3058628"/>
                  </a:lnTo>
                  <a:lnTo>
                    <a:pt x="678200" y="3044915"/>
                  </a:lnTo>
                  <a:lnTo>
                    <a:pt x="681369" y="3050151"/>
                  </a:lnTo>
                  <a:lnTo>
                    <a:pt x="684538" y="3090888"/>
                  </a:lnTo>
                  <a:lnTo>
                    <a:pt x="687707" y="3082702"/>
                  </a:lnTo>
                  <a:lnTo>
                    <a:pt x="690876" y="3069465"/>
                  </a:lnTo>
                  <a:lnTo>
                    <a:pt x="694045" y="3048771"/>
                  </a:lnTo>
                  <a:lnTo>
                    <a:pt x="697215" y="3011792"/>
                  </a:lnTo>
                  <a:lnTo>
                    <a:pt x="700384" y="3037995"/>
                  </a:lnTo>
                  <a:lnTo>
                    <a:pt x="703553" y="3069412"/>
                  </a:lnTo>
                  <a:lnTo>
                    <a:pt x="706722" y="3075168"/>
                  </a:lnTo>
                  <a:lnTo>
                    <a:pt x="709891" y="3075168"/>
                  </a:lnTo>
                  <a:lnTo>
                    <a:pt x="713060" y="3095862"/>
                  </a:lnTo>
                  <a:lnTo>
                    <a:pt x="716230" y="3116972"/>
                  </a:lnTo>
                  <a:lnTo>
                    <a:pt x="716230" y="3116972"/>
                  </a:lnTo>
                  <a:lnTo>
                    <a:pt x="719399" y="3053322"/>
                  </a:lnTo>
                  <a:lnTo>
                    <a:pt x="722568" y="3031015"/>
                  </a:lnTo>
                  <a:lnTo>
                    <a:pt x="725737" y="3039299"/>
                  </a:lnTo>
                  <a:lnTo>
                    <a:pt x="728906" y="3039299"/>
                  </a:lnTo>
                  <a:lnTo>
                    <a:pt x="732075" y="3039299"/>
                  </a:lnTo>
                  <a:lnTo>
                    <a:pt x="735244" y="3050462"/>
                  </a:lnTo>
                  <a:lnTo>
                    <a:pt x="738414" y="3092615"/>
                  </a:lnTo>
                  <a:lnTo>
                    <a:pt x="741583" y="3083506"/>
                  </a:lnTo>
                  <a:lnTo>
                    <a:pt x="744752" y="3069465"/>
                  </a:lnTo>
                  <a:lnTo>
                    <a:pt x="747921" y="3069465"/>
                  </a:lnTo>
                  <a:lnTo>
                    <a:pt x="751090" y="3069465"/>
                  </a:lnTo>
                  <a:lnTo>
                    <a:pt x="754259" y="3091417"/>
                  </a:lnTo>
                  <a:lnTo>
                    <a:pt x="757429" y="3116972"/>
                  </a:lnTo>
                  <a:lnTo>
                    <a:pt x="757429" y="3116972"/>
                  </a:lnTo>
                  <a:lnTo>
                    <a:pt x="760598" y="3116972"/>
                  </a:lnTo>
                  <a:lnTo>
                    <a:pt x="763767" y="3116972"/>
                  </a:lnTo>
                  <a:lnTo>
                    <a:pt x="766936" y="3116972"/>
                  </a:lnTo>
                  <a:lnTo>
                    <a:pt x="770105" y="3116972"/>
                  </a:lnTo>
                  <a:lnTo>
                    <a:pt x="773274" y="3095029"/>
                  </a:lnTo>
                  <a:lnTo>
                    <a:pt x="776444" y="3069465"/>
                  </a:lnTo>
                  <a:lnTo>
                    <a:pt x="779613" y="3069465"/>
                  </a:lnTo>
                  <a:lnTo>
                    <a:pt x="782782" y="3069465"/>
                  </a:lnTo>
                  <a:lnTo>
                    <a:pt x="785951" y="3069465"/>
                  </a:lnTo>
                  <a:lnTo>
                    <a:pt x="789120" y="3069465"/>
                  </a:lnTo>
                  <a:lnTo>
                    <a:pt x="792289" y="3069465"/>
                  </a:lnTo>
                  <a:lnTo>
                    <a:pt x="795458" y="3069465"/>
                  </a:lnTo>
                  <a:lnTo>
                    <a:pt x="798628" y="3069465"/>
                  </a:lnTo>
                  <a:lnTo>
                    <a:pt x="801797" y="3069465"/>
                  </a:lnTo>
                  <a:lnTo>
                    <a:pt x="804966" y="3069465"/>
                  </a:lnTo>
                  <a:lnTo>
                    <a:pt x="808135" y="3069465"/>
                  </a:lnTo>
                  <a:lnTo>
                    <a:pt x="811304" y="3069465"/>
                  </a:lnTo>
                  <a:lnTo>
                    <a:pt x="814473" y="3088899"/>
                  </a:lnTo>
                  <a:lnTo>
                    <a:pt x="817643" y="3116972"/>
                  </a:lnTo>
                  <a:lnTo>
                    <a:pt x="817643" y="3116972"/>
                  </a:lnTo>
                  <a:lnTo>
                    <a:pt x="820812" y="3113681"/>
                  </a:lnTo>
                  <a:lnTo>
                    <a:pt x="823981" y="3071047"/>
                  </a:lnTo>
                  <a:lnTo>
                    <a:pt x="827150" y="3042310"/>
                  </a:lnTo>
                  <a:lnTo>
                    <a:pt x="830319" y="3042310"/>
                  </a:lnTo>
                  <a:lnTo>
                    <a:pt x="833488" y="3009032"/>
                  </a:lnTo>
                  <a:lnTo>
                    <a:pt x="836658" y="2931961"/>
                  </a:lnTo>
                  <a:lnTo>
                    <a:pt x="839827" y="2923755"/>
                  </a:lnTo>
                  <a:lnTo>
                    <a:pt x="842996" y="2966391"/>
                  </a:lnTo>
                  <a:lnTo>
                    <a:pt x="846165" y="2995130"/>
                  </a:lnTo>
                  <a:lnTo>
                    <a:pt x="849334" y="2995130"/>
                  </a:lnTo>
                  <a:lnTo>
                    <a:pt x="852503" y="3008974"/>
                  </a:lnTo>
                  <a:lnTo>
                    <a:pt x="855673" y="3055565"/>
                  </a:lnTo>
                  <a:lnTo>
                    <a:pt x="858842" y="3023109"/>
                  </a:lnTo>
                  <a:lnTo>
                    <a:pt x="862011" y="2927432"/>
                  </a:lnTo>
                  <a:lnTo>
                    <a:pt x="865180" y="2856524"/>
                  </a:lnTo>
                  <a:lnTo>
                    <a:pt x="868349" y="2814637"/>
                  </a:lnTo>
                  <a:lnTo>
                    <a:pt x="871518" y="2796685"/>
                  </a:lnTo>
                  <a:lnTo>
                    <a:pt x="874687" y="2798936"/>
                  </a:lnTo>
                  <a:lnTo>
                    <a:pt x="877857" y="2843042"/>
                  </a:lnTo>
                  <a:lnTo>
                    <a:pt x="881026" y="2873988"/>
                  </a:lnTo>
                  <a:lnTo>
                    <a:pt x="884195" y="2861944"/>
                  </a:lnTo>
                  <a:lnTo>
                    <a:pt x="887364" y="2852259"/>
                  </a:lnTo>
                  <a:lnTo>
                    <a:pt x="890533" y="2796701"/>
                  </a:lnTo>
                  <a:lnTo>
                    <a:pt x="893702" y="2768122"/>
                  </a:lnTo>
                  <a:lnTo>
                    <a:pt x="896872" y="2776089"/>
                  </a:lnTo>
                  <a:lnTo>
                    <a:pt x="900041" y="2840821"/>
                  </a:lnTo>
                  <a:lnTo>
                    <a:pt x="903210" y="2923774"/>
                  </a:lnTo>
                  <a:lnTo>
                    <a:pt x="906379" y="2975345"/>
                  </a:lnTo>
                  <a:lnTo>
                    <a:pt x="909548" y="3048854"/>
                  </a:lnTo>
                  <a:lnTo>
                    <a:pt x="912717" y="3092056"/>
                  </a:lnTo>
                  <a:lnTo>
                    <a:pt x="915887" y="3113033"/>
                  </a:lnTo>
                  <a:lnTo>
                    <a:pt x="919056" y="3116972"/>
                  </a:lnTo>
                  <a:lnTo>
                    <a:pt x="919056" y="3116972"/>
                  </a:lnTo>
                  <a:lnTo>
                    <a:pt x="922225" y="3116972"/>
                  </a:lnTo>
                  <a:lnTo>
                    <a:pt x="925394" y="3091022"/>
                  </a:lnTo>
                  <a:lnTo>
                    <a:pt x="928563" y="2980797"/>
                  </a:lnTo>
                  <a:lnTo>
                    <a:pt x="931732" y="2884868"/>
                  </a:lnTo>
                  <a:lnTo>
                    <a:pt x="934901" y="2822830"/>
                  </a:lnTo>
                  <a:lnTo>
                    <a:pt x="938071" y="2810652"/>
                  </a:lnTo>
                  <a:lnTo>
                    <a:pt x="941240" y="2810653"/>
                  </a:lnTo>
                  <a:lnTo>
                    <a:pt x="944409" y="2844563"/>
                  </a:lnTo>
                  <a:lnTo>
                    <a:pt x="947578" y="2938757"/>
                  </a:lnTo>
                  <a:lnTo>
                    <a:pt x="950747" y="2923949"/>
                  </a:lnTo>
                  <a:lnTo>
                    <a:pt x="953916" y="2877600"/>
                  </a:lnTo>
                  <a:lnTo>
                    <a:pt x="957086" y="2842751"/>
                  </a:lnTo>
                  <a:lnTo>
                    <a:pt x="960255" y="2838009"/>
                  </a:lnTo>
                  <a:lnTo>
                    <a:pt x="963424" y="2836782"/>
                  </a:lnTo>
                  <a:lnTo>
                    <a:pt x="966593" y="2823205"/>
                  </a:lnTo>
                  <a:lnTo>
                    <a:pt x="969762" y="2868108"/>
                  </a:lnTo>
                  <a:lnTo>
                    <a:pt x="972931" y="2879282"/>
                  </a:lnTo>
                  <a:lnTo>
                    <a:pt x="976101" y="2853369"/>
                  </a:lnTo>
                  <a:lnTo>
                    <a:pt x="979270" y="2798545"/>
                  </a:lnTo>
                  <a:lnTo>
                    <a:pt x="982439" y="2779655"/>
                  </a:lnTo>
                  <a:lnTo>
                    <a:pt x="985608" y="2761408"/>
                  </a:lnTo>
                  <a:lnTo>
                    <a:pt x="988777" y="2757009"/>
                  </a:lnTo>
                  <a:lnTo>
                    <a:pt x="991946" y="2686405"/>
                  </a:lnTo>
                  <a:lnTo>
                    <a:pt x="995116" y="2615065"/>
                  </a:lnTo>
                  <a:lnTo>
                    <a:pt x="998285" y="2526954"/>
                  </a:lnTo>
                  <a:lnTo>
                    <a:pt x="1001454" y="2424895"/>
                  </a:lnTo>
                  <a:lnTo>
                    <a:pt x="1004623" y="2419098"/>
                  </a:lnTo>
                  <a:lnTo>
                    <a:pt x="1007792" y="2393860"/>
                  </a:lnTo>
                  <a:lnTo>
                    <a:pt x="1010961" y="2456903"/>
                  </a:lnTo>
                  <a:lnTo>
                    <a:pt x="1014130" y="2572014"/>
                  </a:lnTo>
                  <a:lnTo>
                    <a:pt x="1017300" y="2648852"/>
                  </a:lnTo>
                  <a:lnTo>
                    <a:pt x="1020469" y="2641744"/>
                  </a:lnTo>
                  <a:lnTo>
                    <a:pt x="1023638" y="2657621"/>
                  </a:lnTo>
                  <a:lnTo>
                    <a:pt x="1026807" y="2738470"/>
                  </a:lnTo>
                  <a:lnTo>
                    <a:pt x="1029976" y="2814297"/>
                  </a:lnTo>
                  <a:lnTo>
                    <a:pt x="1033145" y="2831567"/>
                  </a:lnTo>
                  <a:lnTo>
                    <a:pt x="1036315" y="2892937"/>
                  </a:lnTo>
                  <a:lnTo>
                    <a:pt x="1039484" y="2978381"/>
                  </a:lnTo>
                  <a:lnTo>
                    <a:pt x="1042653" y="2939998"/>
                  </a:lnTo>
                  <a:lnTo>
                    <a:pt x="1045822" y="2855661"/>
                  </a:lnTo>
                  <a:lnTo>
                    <a:pt x="1048991" y="2765040"/>
                  </a:lnTo>
                  <a:lnTo>
                    <a:pt x="1052160" y="2667210"/>
                  </a:lnTo>
                  <a:lnTo>
                    <a:pt x="1055330" y="2597118"/>
                  </a:lnTo>
                  <a:lnTo>
                    <a:pt x="1058499" y="2580379"/>
                  </a:lnTo>
                  <a:lnTo>
                    <a:pt x="1061668" y="2634461"/>
                  </a:lnTo>
                  <a:lnTo>
                    <a:pt x="1064837" y="2718800"/>
                  </a:lnTo>
                  <a:lnTo>
                    <a:pt x="1068006" y="2783637"/>
                  </a:lnTo>
                  <a:lnTo>
                    <a:pt x="1071175" y="2832734"/>
                  </a:lnTo>
                  <a:lnTo>
                    <a:pt x="1074345" y="2861729"/>
                  </a:lnTo>
                  <a:lnTo>
                    <a:pt x="1077514" y="2880107"/>
                  </a:lnTo>
                  <a:lnTo>
                    <a:pt x="1080683" y="2845433"/>
                  </a:lnTo>
                  <a:lnTo>
                    <a:pt x="1083852" y="2776376"/>
                  </a:lnTo>
                  <a:lnTo>
                    <a:pt x="1087021" y="2678023"/>
                  </a:lnTo>
                  <a:lnTo>
                    <a:pt x="1090190" y="2678190"/>
                  </a:lnTo>
                  <a:lnTo>
                    <a:pt x="1093359" y="2728755"/>
                  </a:lnTo>
                  <a:lnTo>
                    <a:pt x="1096529" y="2770953"/>
                  </a:lnTo>
                  <a:lnTo>
                    <a:pt x="1099698" y="2827706"/>
                  </a:lnTo>
                  <a:lnTo>
                    <a:pt x="1102867" y="2896761"/>
                  </a:lnTo>
                  <a:lnTo>
                    <a:pt x="1106036" y="3020898"/>
                  </a:lnTo>
                  <a:lnTo>
                    <a:pt x="1109205" y="3069465"/>
                  </a:lnTo>
                  <a:lnTo>
                    <a:pt x="1112374" y="3069465"/>
                  </a:lnTo>
                  <a:lnTo>
                    <a:pt x="1115544" y="3069465"/>
                  </a:lnTo>
                  <a:lnTo>
                    <a:pt x="1118713" y="3069465"/>
                  </a:lnTo>
                  <a:lnTo>
                    <a:pt x="1121882" y="3069465"/>
                  </a:lnTo>
                  <a:lnTo>
                    <a:pt x="1125051" y="3058996"/>
                  </a:lnTo>
                  <a:lnTo>
                    <a:pt x="1128220" y="2994065"/>
                  </a:lnTo>
                  <a:lnTo>
                    <a:pt x="1131389" y="2931867"/>
                  </a:lnTo>
                  <a:lnTo>
                    <a:pt x="1134559" y="2909648"/>
                  </a:lnTo>
                  <a:lnTo>
                    <a:pt x="1137728" y="2830596"/>
                  </a:lnTo>
                  <a:lnTo>
                    <a:pt x="1140897" y="2739736"/>
                  </a:lnTo>
                  <a:lnTo>
                    <a:pt x="1144066" y="2617128"/>
                  </a:lnTo>
                  <a:lnTo>
                    <a:pt x="1147235" y="2636802"/>
                  </a:lnTo>
                  <a:lnTo>
                    <a:pt x="1150404" y="2699000"/>
                  </a:lnTo>
                  <a:lnTo>
                    <a:pt x="1153573" y="2701802"/>
                  </a:lnTo>
                  <a:lnTo>
                    <a:pt x="1156743" y="2737633"/>
                  </a:lnTo>
                  <a:lnTo>
                    <a:pt x="1159912" y="2815126"/>
                  </a:lnTo>
                  <a:lnTo>
                    <a:pt x="1163081" y="2948201"/>
                  </a:lnTo>
                  <a:lnTo>
                    <a:pt x="1166250" y="2993462"/>
                  </a:lnTo>
                  <a:lnTo>
                    <a:pt x="1169419" y="2993462"/>
                  </a:lnTo>
                  <a:lnTo>
                    <a:pt x="1172588" y="3012877"/>
                  </a:lnTo>
                  <a:lnTo>
                    <a:pt x="1175758" y="3083943"/>
                  </a:lnTo>
                  <a:lnTo>
                    <a:pt x="1178927" y="3104850"/>
                  </a:lnTo>
                  <a:lnTo>
                    <a:pt x="1182096" y="3062239"/>
                  </a:lnTo>
                  <a:lnTo>
                    <a:pt x="1185265" y="2989262"/>
                  </a:lnTo>
                  <a:lnTo>
                    <a:pt x="1188434" y="2969369"/>
                  </a:lnTo>
                  <a:lnTo>
                    <a:pt x="1191603" y="2969370"/>
                  </a:lnTo>
                  <a:lnTo>
                    <a:pt x="1194773" y="2941525"/>
                  </a:lnTo>
                  <a:lnTo>
                    <a:pt x="1197942" y="2933983"/>
                  </a:lnTo>
                  <a:lnTo>
                    <a:pt x="1201111" y="2976594"/>
                  </a:lnTo>
                  <a:lnTo>
                    <a:pt x="1204280" y="3049571"/>
                  </a:lnTo>
                  <a:lnTo>
                    <a:pt x="1207449" y="3071739"/>
                  </a:lnTo>
                  <a:lnTo>
                    <a:pt x="1210618" y="3100683"/>
                  </a:lnTo>
                  <a:lnTo>
                    <a:pt x="1213788" y="3099990"/>
                  </a:lnTo>
                  <a:lnTo>
                    <a:pt x="1216957" y="3026480"/>
                  </a:lnTo>
                  <a:lnTo>
                    <a:pt x="1220126" y="2981464"/>
                  </a:lnTo>
                  <a:lnTo>
                    <a:pt x="1223295" y="2932310"/>
                  </a:lnTo>
                  <a:lnTo>
                    <a:pt x="1226464" y="2901128"/>
                  </a:lnTo>
                  <a:lnTo>
                    <a:pt x="1229633" y="2872185"/>
                  </a:lnTo>
                  <a:lnTo>
                    <a:pt x="1232802" y="2880219"/>
                  </a:lnTo>
                  <a:lnTo>
                    <a:pt x="1235972" y="3001321"/>
                  </a:lnTo>
                  <a:lnTo>
                    <a:pt x="1239141" y="3064131"/>
                  </a:lnTo>
                  <a:lnTo>
                    <a:pt x="1242310" y="3079446"/>
                  </a:lnTo>
                  <a:lnTo>
                    <a:pt x="1245479" y="3094851"/>
                  </a:lnTo>
                  <a:lnTo>
                    <a:pt x="1248648" y="3094852"/>
                  </a:lnTo>
                  <a:lnTo>
                    <a:pt x="1251817" y="3087509"/>
                  </a:lnTo>
                  <a:lnTo>
                    <a:pt x="1254987" y="3039918"/>
                  </a:lnTo>
                  <a:lnTo>
                    <a:pt x="1258156" y="3022120"/>
                  </a:lnTo>
                  <a:lnTo>
                    <a:pt x="1261325" y="3055961"/>
                  </a:lnTo>
                  <a:lnTo>
                    <a:pt x="1264494" y="3069465"/>
                  </a:lnTo>
                  <a:lnTo>
                    <a:pt x="1267663" y="3069465"/>
                  </a:lnTo>
                  <a:lnTo>
                    <a:pt x="1270832" y="3069465"/>
                  </a:lnTo>
                  <a:lnTo>
                    <a:pt x="1274002" y="3069465"/>
                  </a:lnTo>
                  <a:lnTo>
                    <a:pt x="1277171" y="3069465"/>
                  </a:lnTo>
                  <a:lnTo>
                    <a:pt x="1280340" y="3069465"/>
                  </a:lnTo>
                  <a:lnTo>
                    <a:pt x="1283509" y="3069465"/>
                  </a:lnTo>
                  <a:lnTo>
                    <a:pt x="1286678" y="3069465"/>
                  </a:lnTo>
                  <a:lnTo>
                    <a:pt x="1289847" y="3069465"/>
                  </a:lnTo>
                  <a:lnTo>
                    <a:pt x="1293016" y="3069465"/>
                  </a:lnTo>
                  <a:lnTo>
                    <a:pt x="1296186" y="3058167"/>
                  </a:lnTo>
                  <a:lnTo>
                    <a:pt x="1299355" y="3016718"/>
                  </a:lnTo>
                  <a:lnTo>
                    <a:pt x="1302524" y="3030874"/>
                  </a:lnTo>
                  <a:lnTo>
                    <a:pt x="1305693" y="3026571"/>
                  </a:lnTo>
                  <a:lnTo>
                    <a:pt x="1308862" y="3003656"/>
                  </a:lnTo>
                  <a:lnTo>
                    <a:pt x="1312031" y="3003657"/>
                  </a:lnTo>
                  <a:lnTo>
                    <a:pt x="1315201" y="3014955"/>
                  </a:lnTo>
                  <a:lnTo>
                    <a:pt x="1318370" y="3039085"/>
                  </a:lnTo>
                  <a:lnTo>
                    <a:pt x="1321539" y="2975059"/>
                  </a:lnTo>
                  <a:lnTo>
                    <a:pt x="1324708" y="2925269"/>
                  </a:lnTo>
                  <a:lnTo>
                    <a:pt x="1327877" y="2836879"/>
                  </a:lnTo>
                  <a:lnTo>
                    <a:pt x="1331046" y="2773999"/>
                  </a:lnTo>
                  <a:lnTo>
                    <a:pt x="1334216" y="2720676"/>
                  </a:lnTo>
                  <a:lnTo>
                    <a:pt x="1337385" y="2685670"/>
                  </a:lnTo>
                  <a:lnTo>
                    <a:pt x="1340554" y="2731434"/>
                  </a:lnTo>
                  <a:lnTo>
                    <a:pt x="1343723" y="2785526"/>
                  </a:lnTo>
                  <a:lnTo>
                    <a:pt x="1346892" y="2896831"/>
                  </a:lnTo>
                  <a:lnTo>
                    <a:pt x="1350061" y="2959712"/>
                  </a:lnTo>
                  <a:lnTo>
                    <a:pt x="1353231" y="3013034"/>
                  </a:lnTo>
                  <a:lnTo>
                    <a:pt x="1356400" y="3065359"/>
                  </a:lnTo>
                  <a:lnTo>
                    <a:pt x="1359569" y="3069465"/>
                  </a:lnTo>
                  <a:lnTo>
                    <a:pt x="1362738" y="3025493"/>
                  </a:lnTo>
                  <a:lnTo>
                    <a:pt x="1365907" y="2995437"/>
                  </a:lnTo>
                  <a:lnTo>
                    <a:pt x="1369076" y="2995437"/>
                  </a:lnTo>
                  <a:lnTo>
                    <a:pt x="1372245" y="2995438"/>
                  </a:lnTo>
                  <a:lnTo>
                    <a:pt x="1375415" y="2995438"/>
                  </a:lnTo>
                  <a:lnTo>
                    <a:pt x="1378584" y="2995438"/>
                  </a:lnTo>
                  <a:lnTo>
                    <a:pt x="1381753" y="3041513"/>
                  </a:lnTo>
                  <a:lnTo>
                    <a:pt x="1384922" y="3096701"/>
                  </a:lnTo>
                  <a:lnTo>
                    <a:pt x="1388091" y="3116972"/>
                  </a:lnTo>
                  <a:lnTo>
                    <a:pt x="1388091" y="3116972"/>
                  </a:lnTo>
                  <a:lnTo>
                    <a:pt x="1391260" y="3086903"/>
                  </a:lnTo>
                  <a:lnTo>
                    <a:pt x="1394430" y="3023010"/>
                  </a:lnTo>
                  <a:lnTo>
                    <a:pt x="1397599" y="2933251"/>
                  </a:lnTo>
                  <a:lnTo>
                    <a:pt x="1400768" y="2858291"/>
                  </a:lnTo>
                  <a:lnTo>
                    <a:pt x="1403937" y="2799308"/>
                  </a:lnTo>
                  <a:lnTo>
                    <a:pt x="1407106" y="2704389"/>
                  </a:lnTo>
                  <a:lnTo>
                    <a:pt x="1410275" y="2637149"/>
                  </a:lnTo>
                  <a:lnTo>
                    <a:pt x="1413445" y="2634981"/>
                  </a:lnTo>
                  <a:lnTo>
                    <a:pt x="1416614" y="2691669"/>
                  </a:lnTo>
                  <a:lnTo>
                    <a:pt x="1419783" y="2749951"/>
                  </a:lnTo>
                  <a:lnTo>
                    <a:pt x="1422952" y="2739086"/>
                  </a:lnTo>
                  <a:lnTo>
                    <a:pt x="1426121" y="2791740"/>
                  </a:lnTo>
                  <a:lnTo>
                    <a:pt x="1429290" y="2894511"/>
                  </a:lnTo>
                  <a:lnTo>
                    <a:pt x="1432460" y="2960572"/>
                  </a:lnTo>
                  <a:lnTo>
                    <a:pt x="1435629" y="3001204"/>
                  </a:lnTo>
                  <a:lnTo>
                    <a:pt x="1438798" y="3008178"/>
                  </a:lnTo>
                  <a:lnTo>
                    <a:pt x="1441967" y="3027155"/>
                  </a:lnTo>
                  <a:lnTo>
                    <a:pt x="1445136" y="3042592"/>
                  </a:lnTo>
                  <a:lnTo>
                    <a:pt x="1448305" y="3042593"/>
                  </a:lnTo>
                  <a:lnTo>
                    <a:pt x="1451474" y="3042593"/>
                  </a:lnTo>
                  <a:lnTo>
                    <a:pt x="1454644" y="3035033"/>
                  </a:lnTo>
                  <a:lnTo>
                    <a:pt x="1457813" y="3042632"/>
                  </a:lnTo>
                  <a:lnTo>
                    <a:pt x="1460982" y="3068369"/>
                  </a:lnTo>
                  <a:lnTo>
                    <a:pt x="1464151" y="3069465"/>
                  </a:lnTo>
                  <a:lnTo>
                    <a:pt x="1467320" y="3069465"/>
                  </a:lnTo>
                  <a:lnTo>
                    <a:pt x="1470489" y="3069465"/>
                  </a:lnTo>
                  <a:lnTo>
                    <a:pt x="1473659" y="3069465"/>
                  </a:lnTo>
                  <a:lnTo>
                    <a:pt x="1476828" y="3069465"/>
                  </a:lnTo>
                  <a:lnTo>
                    <a:pt x="1479997" y="3046759"/>
                  </a:lnTo>
                  <a:lnTo>
                    <a:pt x="1483166" y="2991640"/>
                  </a:lnTo>
                  <a:lnTo>
                    <a:pt x="1486335" y="2984871"/>
                  </a:lnTo>
                  <a:lnTo>
                    <a:pt x="1489504" y="2950238"/>
                  </a:lnTo>
                  <a:lnTo>
                    <a:pt x="1492674" y="2887090"/>
                  </a:lnTo>
                  <a:lnTo>
                    <a:pt x="1495843" y="2874762"/>
                  </a:lnTo>
                  <a:lnTo>
                    <a:pt x="1499012" y="2903700"/>
                  </a:lnTo>
                  <a:lnTo>
                    <a:pt x="1502181" y="2906293"/>
                  </a:lnTo>
                  <a:lnTo>
                    <a:pt x="1505350" y="2862546"/>
                  </a:lnTo>
                  <a:lnTo>
                    <a:pt x="1508519" y="2863064"/>
                  </a:lnTo>
                  <a:lnTo>
                    <a:pt x="1511688" y="2921439"/>
                  </a:lnTo>
                  <a:lnTo>
                    <a:pt x="1514858" y="2935179"/>
                  </a:lnTo>
                  <a:lnTo>
                    <a:pt x="1518027" y="2928948"/>
                  </a:lnTo>
                  <a:lnTo>
                    <a:pt x="1521196" y="2981474"/>
                  </a:lnTo>
                  <a:lnTo>
                    <a:pt x="1524365" y="3005231"/>
                  </a:lnTo>
                  <a:lnTo>
                    <a:pt x="1527534" y="3012151"/>
                  </a:lnTo>
                  <a:lnTo>
                    <a:pt x="1530703" y="2962655"/>
                  </a:lnTo>
                  <a:lnTo>
                    <a:pt x="1533873" y="2865562"/>
                  </a:lnTo>
                  <a:lnTo>
                    <a:pt x="1537042" y="2784809"/>
                  </a:lnTo>
                  <a:lnTo>
                    <a:pt x="1540211" y="2750989"/>
                  </a:lnTo>
                  <a:lnTo>
                    <a:pt x="1543380" y="2777746"/>
                  </a:lnTo>
                  <a:lnTo>
                    <a:pt x="1546549" y="2809472"/>
                  </a:lnTo>
                  <a:lnTo>
                    <a:pt x="1549718" y="2892209"/>
                  </a:lnTo>
                  <a:lnTo>
                    <a:pt x="1552888" y="2975496"/>
                  </a:lnTo>
                  <a:lnTo>
                    <a:pt x="1556057" y="3004152"/>
                  </a:lnTo>
                  <a:lnTo>
                    <a:pt x="1559226" y="2988650"/>
                  </a:lnTo>
                  <a:lnTo>
                    <a:pt x="1562395" y="2923333"/>
                  </a:lnTo>
                  <a:lnTo>
                    <a:pt x="1565564" y="2822291"/>
                  </a:lnTo>
                  <a:lnTo>
                    <a:pt x="1568733" y="2633592"/>
                  </a:lnTo>
                  <a:lnTo>
                    <a:pt x="1571903" y="2423055"/>
                  </a:lnTo>
                  <a:lnTo>
                    <a:pt x="1575072" y="2300993"/>
                  </a:lnTo>
                  <a:lnTo>
                    <a:pt x="1578241" y="2275121"/>
                  </a:lnTo>
                  <a:lnTo>
                    <a:pt x="1581410" y="2334648"/>
                  </a:lnTo>
                  <a:lnTo>
                    <a:pt x="1584579" y="2376027"/>
                  </a:lnTo>
                  <a:lnTo>
                    <a:pt x="1587748" y="2383451"/>
                  </a:lnTo>
                  <a:lnTo>
                    <a:pt x="1590917" y="2480975"/>
                  </a:lnTo>
                  <a:lnTo>
                    <a:pt x="1594087" y="2625247"/>
                  </a:lnTo>
                  <a:lnTo>
                    <a:pt x="1597256" y="2700440"/>
                  </a:lnTo>
                  <a:lnTo>
                    <a:pt x="1600425" y="2706232"/>
                  </a:lnTo>
                  <a:lnTo>
                    <a:pt x="1603594" y="2761363"/>
                  </a:lnTo>
                  <a:lnTo>
                    <a:pt x="1606763" y="2914173"/>
                  </a:lnTo>
                  <a:lnTo>
                    <a:pt x="1609932" y="3039577"/>
                  </a:lnTo>
                  <a:lnTo>
                    <a:pt x="1613102" y="3069465"/>
                  </a:lnTo>
                  <a:lnTo>
                    <a:pt x="1616271" y="3067215"/>
                  </a:lnTo>
                  <a:lnTo>
                    <a:pt x="1619440" y="3019134"/>
                  </a:lnTo>
                  <a:lnTo>
                    <a:pt x="1622609" y="2995658"/>
                  </a:lnTo>
                  <a:lnTo>
                    <a:pt x="1625778" y="2964257"/>
                  </a:lnTo>
                  <a:lnTo>
                    <a:pt x="1628947" y="2838615"/>
                  </a:lnTo>
                  <a:lnTo>
                    <a:pt x="1632117" y="2634362"/>
                  </a:lnTo>
                  <a:lnTo>
                    <a:pt x="1635286" y="2442466"/>
                  </a:lnTo>
                  <a:lnTo>
                    <a:pt x="1638455" y="2392675"/>
                  </a:lnTo>
                  <a:lnTo>
                    <a:pt x="1641624" y="2375978"/>
                  </a:lnTo>
                  <a:lnTo>
                    <a:pt x="1644793" y="2393736"/>
                  </a:lnTo>
                  <a:lnTo>
                    <a:pt x="1647962" y="2519381"/>
                  </a:lnTo>
                  <a:lnTo>
                    <a:pt x="1651131" y="2714108"/>
                  </a:lnTo>
                  <a:lnTo>
                    <a:pt x="1654301" y="2846604"/>
                  </a:lnTo>
                  <a:lnTo>
                    <a:pt x="1657470" y="2819917"/>
                  </a:lnTo>
                  <a:lnTo>
                    <a:pt x="1660639" y="2705830"/>
                  </a:lnTo>
                  <a:lnTo>
                    <a:pt x="1663808" y="2581894"/>
                  </a:lnTo>
                  <a:lnTo>
                    <a:pt x="1666977" y="2467161"/>
                  </a:lnTo>
                  <a:lnTo>
                    <a:pt x="1670146" y="2383803"/>
                  </a:lnTo>
                  <a:lnTo>
                    <a:pt x="1673316" y="2424002"/>
                  </a:lnTo>
                  <a:lnTo>
                    <a:pt x="1676485" y="2548561"/>
                  </a:lnTo>
                  <a:lnTo>
                    <a:pt x="1679654" y="2701200"/>
                  </a:lnTo>
                  <a:lnTo>
                    <a:pt x="1682823" y="2774789"/>
                  </a:lnTo>
                  <a:lnTo>
                    <a:pt x="1685992" y="2806464"/>
                  </a:lnTo>
                  <a:lnTo>
                    <a:pt x="1689161" y="2856070"/>
                  </a:lnTo>
                  <a:lnTo>
                    <a:pt x="1692331" y="2833320"/>
                  </a:lnTo>
                  <a:lnTo>
                    <a:pt x="1695500" y="2789896"/>
                  </a:lnTo>
                  <a:lnTo>
                    <a:pt x="1698669" y="2777481"/>
                  </a:lnTo>
                  <a:lnTo>
                    <a:pt x="1701838" y="2754159"/>
                  </a:lnTo>
                  <a:lnTo>
                    <a:pt x="1705007" y="2758639"/>
                  </a:lnTo>
                  <a:lnTo>
                    <a:pt x="1708176" y="2816788"/>
                  </a:lnTo>
                  <a:lnTo>
                    <a:pt x="1711346" y="2887796"/>
                  </a:lnTo>
                  <a:lnTo>
                    <a:pt x="1714515" y="2938995"/>
                  </a:lnTo>
                  <a:lnTo>
                    <a:pt x="1717684" y="2871319"/>
                  </a:lnTo>
                  <a:lnTo>
                    <a:pt x="1720853" y="2875507"/>
                  </a:lnTo>
                  <a:lnTo>
                    <a:pt x="1724022" y="2935727"/>
                  </a:lnTo>
                  <a:lnTo>
                    <a:pt x="1727191" y="2891357"/>
                  </a:lnTo>
                  <a:lnTo>
                    <a:pt x="1730360" y="2827259"/>
                  </a:lnTo>
                  <a:lnTo>
                    <a:pt x="1733530" y="2810145"/>
                  </a:lnTo>
                  <a:lnTo>
                    <a:pt x="1736699" y="2891857"/>
                  </a:lnTo>
                  <a:lnTo>
                    <a:pt x="1739868" y="2953215"/>
                  </a:lnTo>
                  <a:lnTo>
                    <a:pt x="1743037" y="2971288"/>
                  </a:lnTo>
                  <a:lnTo>
                    <a:pt x="1746206" y="2957910"/>
                  </a:lnTo>
                  <a:lnTo>
                    <a:pt x="1749375" y="2981060"/>
                  </a:lnTo>
                  <a:lnTo>
                    <a:pt x="1752545" y="2989974"/>
                  </a:lnTo>
                  <a:lnTo>
                    <a:pt x="1755714" y="2989975"/>
                  </a:lnTo>
                  <a:lnTo>
                    <a:pt x="1758883" y="3011742"/>
                  </a:lnTo>
                  <a:lnTo>
                    <a:pt x="1762052" y="3012025"/>
                  </a:lnTo>
                  <a:lnTo>
                    <a:pt x="1765221" y="3022632"/>
                  </a:lnTo>
                  <a:lnTo>
                    <a:pt x="1768390" y="2995232"/>
                  </a:lnTo>
                  <a:lnTo>
                    <a:pt x="1771560" y="2955597"/>
                  </a:lnTo>
                  <a:lnTo>
                    <a:pt x="1774729" y="2775154"/>
                  </a:lnTo>
                  <a:lnTo>
                    <a:pt x="1777898" y="2586308"/>
                  </a:lnTo>
                  <a:lnTo>
                    <a:pt x="1781067" y="2523382"/>
                  </a:lnTo>
                  <a:lnTo>
                    <a:pt x="1784236" y="2341998"/>
                  </a:lnTo>
                  <a:lnTo>
                    <a:pt x="1787405" y="2196032"/>
                  </a:lnTo>
                  <a:lnTo>
                    <a:pt x="1790575" y="2215864"/>
                  </a:lnTo>
                  <a:lnTo>
                    <a:pt x="1793744" y="2395889"/>
                  </a:lnTo>
                  <a:lnTo>
                    <a:pt x="1796913" y="2584734"/>
                  </a:lnTo>
                  <a:lnTo>
                    <a:pt x="1800082" y="2647660"/>
                  </a:lnTo>
                  <a:lnTo>
                    <a:pt x="1803251" y="2861310"/>
                  </a:lnTo>
                  <a:lnTo>
                    <a:pt x="1806420" y="3001308"/>
                  </a:lnTo>
                  <a:lnTo>
                    <a:pt x="1809589" y="2915883"/>
                  </a:lnTo>
                  <a:lnTo>
                    <a:pt x="1812759" y="2876023"/>
                  </a:lnTo>
                  <a:lnTo>
                    <a:pt x="1815928" y="2875883"/>
                  </a:lnTo>
                  <a:lnTo>
                    <a:pt x="1819097" y="2839472"/>
                  </a:lnTo>
                  <a:lnTo>
                    <a:pt x="1822266" y="2802074"/>
                  </a:lnTo>
                  <a:lnTo>
                    <a:pt x="1825435" y="2843191"/>
                  </a:lnTo>
                  <a:lnTo>
                    <a:pt x="1828604" y="2877700"/>
                  </a:lnTo>
                  <a:lnTo>
                    <a:pt x="1831774" y="2800032"/>
                  </a:lnTo>
                  <a:lnTo>
                    <a:pt x="1834943" y="2671000"/>
                  </a:lnTo>
                  <a:lnTo>
                    <a:pt x="1838112" y="2564861"/>
                  </a:lnTo>
                  <a:lnTo>
                    <a:pt x="1841281" y="2432081"/>
                  </a:lnTo>
                  <a:lnTo>
                    <a:pt x="1844450" y="2267570"/>
                  </a:lnTo>
                  <a:lnTo>
                    <a:pt x="1847619" y="2164239"/>
                  </a:lnTo>
                  <a:lnTo>
                    <a:pt x="1850789" y="2117998"/>
                  </a:lnTo>
                  <a:lnTo>
                    <a:pt x="1853958" y="2000007"/>
                  </a:lnTo>
                  <a:lnTo>
                    <a:pt x="1857127" y="1845712"/>
                  </a:lnTo>
                  <a:lnTo>
                    <a:pt x="1860296" y="1762408"/>
                  </a:lnTo>
                  <a:lnTo>
                    <a:pt x="1863465" y="1760934"/>
                  </a:lnTo>
                  <a:lnTo>
                    <a:pt x="1866634" y="1843642"/>
                  </a:lnTo>
                  <a:lnTo>
                    <a:pt x="1869803" y="1923031"/>
                  </a:lnTo>
                  <a:lnTo>
                    <a:pt x="1872973" y="2057577"/>
                  </a:lnTo>
                  <a:lnTo>
                    <a:pt x="1876142" y="2298107"/>
                  </a:lnTo>
                  <a:lnTo>
                    <a:pt x="1879311" y="2520711"/>
                  </a:lnTo>
                  <a:lnTo>
                    <a:pt x="1882480" y="2647190"/>
                  </a:lnTo>
                  <a:lnTo>
                    <a:pt x="1885649" y="2617827"/>
                  </a:lnTo>
                  <a:lnTo>
                    <a:pt x="1888818" y="2587590"/>
                  </a:lnTo>
                  <a:lnTo>
                    <a:pt x="1891988" y="2598036"/>
                  </a:lnTo>
                  <a:lnTo>
                    <a:pt x="1895157" y="2618118"/>
                  </a:lnTo>
                  <a:lnTo>
                    <a:pt x="1898326" y="2648997"/>
                  </a:lnTo>
                  <a:lnTo>
                    <a:pt x="1901495" y="2694896"/>
                  </a:lnTo>
                  <a:lnTo>
                    <a:pt x="1904664" y="2816027"/>
                  </a:lnTo>
                  <a:lnTo>
                    <a:pt x="1907833" y="2931063"/>
                  </a:lnTo>
                  <a:lnTo>
                    <a:pt x="1911003" y="2991699"/>
                  </a:lnTo>
                  <a:lnTo>
                    <a:pt x="1914172" y="2898755"/>
                  </a:lnTo>
                  <a:lnTo>
                    <a:pt x="1917341" y="2709611"/>
                  </a:lnTo>
                  <a:lnTo>
                    <a:pt x="1920510" y="2534281"/>
                  </a:lnTo>
                  <a:lnTo>
                    <a:pt x="1923679" y="2444541"/>
                  </a:lnTo>
                  <a:lnTo>
                    <a:pt x="1926848" y="2428558"/>
                  </a:lnTo>
                  <a:lnTo>
                    <a:pt x="1930018" y="2486148"/>
                  </a:lnTo>
                  <a:lnTo>
                    <a:pt x="1933187" y="2592775"/>
                  </a:lnTo>
                  <a:lnTo>
                    <a:pt x="1936356" y="2650527"/>
                  </a:lnTo>
                  <a:lnTo>
                    <a:pt x="1939525" y="2696777"/>
                  </a:lnTo>
                  <a:lnTo>
                    <a:pt x="1942694" y="2713020"/>
                  </a:lnTo>
                  <a:lnTo>
                    <a:pt x="1945863" y="2601736"/>
                  </a:lnTo>
                  <a:lnTo>
                    <a:pt x="1949032" y="2404044"/>
                  </a:lnTo>
                  <a:lnTo>
                    <a:pt x="1952202" y="2298834"/>
                  </a:lnTo>
                  <a:lnTo>
                    <a:pt x="1955371" y="2401632"/>
                  </a:lnTo>
                  <a:lnTo>
                    <a:pt x="1958540" y="2512218"/>
                  </a:lnTo>
                  <a:lnTo>
                    <a:pt x="1961709" y="2536874"/>
                  </a:lnTo>
                  <a:lnTo>
                    <a:pt x="1964878" y="2642407"/>
                  </a:lnTo>
                  <a:lnTo>
                    <a:pt x="1968047" y="2770906"/>
                  </a:lnTo>
                  <a:lnTo>
                    <a:pt x="1971217" y="2812780"/>
                  </a:lnTo>
                  <a:lnTo>
                    <a:pt x="1974386" y="2789902"/>
                  </a:lnTo>
                  <a:lnTo>
                    <a:pt x="1977555" y="2724103"/>
                  </a:lnTo>
                  <a:lnTo>
                    <a:pt x="1980724" y="2653698"/>
                  </a:lnTo>
                  <a:lnTo>
                    <a:pt x="1983893" y="2642188"/>
                  </a:lnTo>
                  <a:lnTo>
                    <a:pt x="1987062" y="2693709"/>
                  </a:lnTo>
                  <a:lnTo>
                    <a:pt x="1990232" y="2749668"/>
                  </a:lnTo>
                  <a:lnTo>
                    <a:pt x="1993401" y="2685497"/>
                  </a:lnTo>
                  <a:lnTo>
                    <a:pt x="1996570" y="2598616"/>
                  </a:lnTo>
                  <a:lnTo>
                    <a:pt x="1999739" y="2576217"/>
                  </a:lnTo>
                  <a:lnTo>
                    <a:pt x="2002908" y="2497787"/>
                  </a:lnTo>
                  <a:lnTo>
                    <a:pt x="2006077" y="2441639"/>
                  </a:lnTo>
                  <a:lnTo>
                    <a:pt x="2009247" y="2423706"/>
                  </a:lnTo>
                  <a:lnTo>
                    <a:pt x="2012416" y="2531266"/>
                  </a:lnTo>
                  <a:lnTo>
                    <a:pt x="2015585" y="2660227"/>
                  </a:lnTo>
                  <a:lnTo>
                    <a:pt x="2018754" y="2701472"/>
                  </a:lnTo>
                  <a:lnTo>
                    <a:pt x="2021923" y="2764264"/>
                  </a:lnTo>
                  <a:lnTo>
                    <a:pt x="2025092" y="2788832"/>
                  </a:lnTo>
                  <a:lnTo>
                    <a:pt x="2028261" y="2793466"/>
                  </a:lnTo>
                  <a:lnTo>
                    <a:pt x="2031431" y="2766631"/>
                  </a:lnTo>
                  <a:lnTo>
                    <a:pt x="2034600" y="2773362"/>
                  </a:lnTo>
                  <a:lnTo>
                    <a:pt x="2037769" y="2841747"/>
                  </a:lnTo>
                  <a:lnTo>
                    <a:pt x="2040938" y="2837236"/>
                  </a:lnTo>
                  <a:lnTo>
                    <a:pt x="2044107" y="2821174"/>
                  </a:lnTo>
                  <a:lnTo>
                    <a:pt x="2047276" y="2849813"/>
                  </a:lnTo>
                  <a:lnTo>
                    <a:pt x="2050446" y="2884729"/>
                  </a:lnTo>
                  <a:lnTo>
                    <a:pt x="2053615" y="2920209"/>
                  </a:lnTo>
                  <a:lnTo>
                    <a:pt x="2056784" y="2947484"/>
                  </a:lnTo>
                  <a:lnTo>
                    <a:pt x="2059953" y="2962313"/>
                  </a:lnTo>
                  <a:lnTo>
                    <a:pt x="2063122" y="2979250"/>
                  </a:lnTo>
                  <a:lnTo>
                    <a:pt x="2066291" y="2993837"/>
                  </a:lnTo>
                  <a:lnTo>
                    <a:pt x="2069461" y="2993838"/>
                  </a:lnTo>
                  <a:lnTo>
                    <a:pt x="2072630" y="2999736"/>
                  </a:lnTo>
                  <a:lnTo>
                    <a:pt x="2075799" y="2926255"/>
                  </a:lnTo>
                  <a:lnTo>
                    <a:pt x="2078968" y="2861372"/>
                  </a:lnTo>
                  <a:lnTo>
                    <a:pt x="2082137" y="2866956"/>
                  </a:lnTo>
                  <a:lnTo>
                    <a:pt x="2085306" y="2841249"/>
                  </a:lnTo>
                  <a:lnTo>
                    <a:pt x="2088475" y="2767846"/>
                  </a:lnTo>
                  <a:lnTo>
                    <a:pt x="2091645" y="2721004"/>
                  </a:lnTo>
                  <a:lnTo>
                    <a:pt x="2094814" y="2799227"/>
                  </a:lnTo>
                  <a:lnTo>
                    <a:pt x="2097983" y="2879177"/>
                  </a:lnTo>
                  <a:lnTo>
                    <a:pt x="2101152" y="2817086"/>
                  </a:lnTo>
                  <a:lnTo>
                    <a:pt x="2104321" y="2771884"/>
                  </a:lnTo>
                  <a:lnTo>
                    <a:pt x="2107490" y="2828358"/>
                  </a:lnTo>
                  <a:lnTo>
                    <a:pt x="2110660" y="2869302"/>
                  </a:lnTo>
                  <a:lnTo>
                    <a:pt x="2113829" y="2869303"/>
                  </a:lnTo>
                  <a:lnTo>
                    <a:pt x="2116998" y="2892798"/>
                  </a:lnTo>
                  <a:lnTo>
                    <a:pt x="2120167" y="2981627"/>
                  </a:lnTo>
                  <a:lnTo>
                    <a:pt x="2123336" y="3049526"/>
                  </a:lnTo>
                  <a:lnTo>
                    <a:pt x="2126505" y="3054775"/>
                  </a:lnTo>
                  <a:lnTo>
                    <a:pt x="2129675" y="3029641"/>
                  </a:lnTo>
                  <a:lnTo>
                    <a:pt x="2132844" y="2982589"/>
                  </a:lnTo>
                  <a:lnTo>
                    <a:pt x="2136013" y="2985924"/>
                  </a:lnTo>
                  <a:lnTo>
                    <a:pt x="2139182" y="2974148"/>
                  </a:lnTo>
                  <a:lnTo>
                    <a:pt x="2142351" y="2978949"/>
                  </a:lnTo>
                  <a:lnTo>
                    <a:pt x="2145520" y="2985024"/>
                  </a:lnTo>
                  <a:lnTo>
                    <a:pt x="2148690" y="2932145"/>
                  </a:lnTo>
                  <a:lnTo>
                    <a:pt x="2151859" y="2927128"/>
                  </a:lnTo>
                  <a:lnTo>
                    <a:pt x="2155028" y="2942508"/>
                  </a:lnTo>
                  <a:lnTo>
                    <a:pt x="2158197" y="2954284"/>
                  </a:lnTo>
                  <a:lnTo>
                    <a:pt x="2161366" y="2914433"/>
                  </a:lnTo>
                  <a:lnTo>
                    <a:pt x="2164535" y="2835541"/>
                  </a:lnTo>
                  <a:lnTo>
                    <a:pt x="2167704" y="2884141"/>
                  </a:lnTo>
                  <a:lnTo>
                    <a:pt x="2170874" y="2906674"/>
                  </a:lnTo>
                  <a:lnTo>
                    <a:pt x="2174043" y="2840626"/>
                  </a:lnTo>
                  <a:lnTo>
                    <a:pt x="2177212" y="2782583"/>
                  </a:lnTo>
                  <a:lnTo>
                    <a:pt x="2180381" y="2765214"/>
                  </a:lnTo>
                  <a:lnTo>
                    <a:pt x="2183550" y="2702038"/>
                  </a:lnTo>
                  <a:lnTo>
                    <a:pt x="2186719" y="2596791"/>
                  </a:lnTo>
                  <a:lnTo>
                    <a:pt x="2189889" y="2589495"/>
                  </a:lnTo>
                  <a:lnTo>
                    <a:pt x="2193058" y="2625672"/>
                  </a:lnTo>
                  <a:lnTo>
                    <a:pt x="2196227" y="2602833"/>
                  </a:lnTo>
                  <a:lnTo>
                    <a:pt x="2199396" y="2541037"/>
                  </a:lnTo>
                  <a:lnTo>
                    <a:pt x="2202565" y="2676847"/>
                  </a:lnTo>
                  <a:lnTo>
                    <a:pt x="2205734" y="2811508"/>
                  </a:lnTo>
                  <a:lnTo>
                    <a:pt x="2208904" y="2848340"/>
                  </a:lnTo>
                  <a:lnTo>
                    <a:pt x="2212073" y="2859494"/>
                  </a:lnTo>
                  <a:lnTo>
                    <a:pt x="2215242" y="2940236"/>
                  </a:lnTo>
                  <a:lnTo>
                    <a:pt x="2218411" y="3018437"/>
                  </a:lnTo>
                  <a:lnTo>
                    <a:pt x="2221580" y="2952207"/>
                  </a:lnTo>
                  <a:lnTo>
                    <a:pt x="2224749" y="2868895"/>
                  </a:lnTo>
                  <a:lnTo>
                    <a:pt x="2227918" y="2783548"/>
                  </a:lnTo>
                  <a:lnTo>
                    <a:pt x="2231088" y="2692446"/>
                  </a:lnTo>
                  <a:lnTo>
                    <a:pt x="2234257" y="2657731"/>
                  </a:lnTo>
                  <a:lnTo>
                    <a:pt x="2237426" y="2658289"/>
                  </a:lnTo>
                  <a:lnTo>
                    <a:pt x="2240595" y="2712549"/>
                  </a:lnTo>
                  <a:lnTo>
                    <a:pt x="2243764" y="2795863"/>
                  </a:lnTo>
                  <a:lnTo>
                    <a:pt x="2246933" y="2881210"/>
                  </a:lnTo>
                  <a:lnTo>
                    <a:pt x="2250103" y="2972312"/>
                  </a:lnTo>
                  <a:lnTo>
                    <a:pt x="2253272" y="2991037"/>
                  </a:lnTo>
                  <a:lnTo>
                    <a:pt x="2256441" y="2970850"/>
                  </a:lnTo>
                  <a:lnTo>
                    <a:pt x="2259610" y="2960968"/>
                  </a:lnTo>
                  <a:lnTo>
                    <a:pt x="2262779" y="2965244"/>
                  </a:lnTo>
                  <a:lnTo>
                    <a:pt x="2265948" y="2969947"/>
                  </a:lnTo>
                  <a:lnTo>
                    <a:pt x="2269118" y="2984816"/>
                  </a:lnTo>
                  <a:lnTo>
                    <a:pt x="2272287" y="3074888"/>
                  </a:lnTo>
                  <a:lnTo>
                    <a:pt x="2275456" y="3116972"/>
                  </a:lnTo>
                  <a:lnTo>
                    <a:pt x="2275456" y="3116972"/>
                  </a:lnTo>
                  <a:lnTo>
                    <a:pt x="2278625" y="3116972"/>
                  </a:lnTo>
                  <a:lnTo>
                    <a:pt x="2281794" y="3116972"/>
                  </a:lnTo>
                  <a:lnTo>
                    <a:pt x="2284963" y="3116972"/>
                  </a:lnTo>
                  <a:lnTo>
                    <a:pt x="2288133" y="3111410"/>
                  </a:lnTo>
                  <a:lnTo>
                    <a:pt x="2291302" y="3037470"/>
                  </a:lnTo>
                  <a:lnTo>
                    <a:pt x="2294471" y="2992154"/>
                  </a:lnTo>
                  <a:lnTo>
                    <a:pt x="2297640" y="2995734"/>
                  </a:lnTo>
                  <a:lnTo>
                    <a:pt x="2300809" y="2994462"/>
                  </a:lnTo>
                  <a:lnTo>
                    <a:pt x="2303978" y="2985958"/>
                  </a:lnTo>
                  <a:lnTo>
                    <a:pt x="2307147" y="2994564"/>
                  </a:lnTo>
                  <a:lnTo>
                    <a:pt x="2310317" y="2994565"/>
                  </a:lnTo>
                  <a:lnTo>
                    <a:pt x="2313486" y="2975963"/>
                  </a:lnTo>
                  <a:lnTo>
                    <a:pt x="2316655" y="2887063"/>
                  </a:lnTo>
                  <a:lnTo>
                    <a:pt x="2319824" y="2827142"/>
                  </a:lnTo>
                  <a:lnTo>
                    <a:pt x="2322993" y="2838604"/>
                  </a:lnTo>
                  <a:lnTo>
                    <a:pt x="2326162" y="2821150"/>
                  </a:lnTo>
                  <a:lnTo>
                    <a:pt x="2329332" y="2775939"/>
                  </a:lnTo>
                  <a:lnTo>
                    <a:pt x="2332501" y="2671940"/>
                  </a:lnTo>
                  <a:lnTo>
                    <a:pt x="2335670" y="2744468"/>
                  </a:lnTo>
                  <a:lnTo>
                    <a:pt x="2338839" y="2797627"/>
                  </a:lnTo>
                  <a:lnTo>
                    <a:pt x="2342008" y="2782975"/>
                  </a:lnTo>
                  <a:lnTo>
                    <a:pt x="2345177" y="2760862"/>
                  </a:lnTo>
                  <a:lnTo>
                    <a:pt x="2348347" y="2780813"/>
                  </a:lnTo>
                  <a:lnTo>
                    <a:pt x="2351516" y="2903414"/>
                  </a:lnTo>
                  <a:lnTo>
                    <a:pt x="2354685" y="2919788"/>
                  </a:lnTo>
                  <a:lnTo>
                    <a:pt x="2357854" y="2954229"/>
                  </a:lnTo>
                  <a:lnTo>
                    <a:pt x="2361023" y="2979325"/>
                  </a:lnTo>
                  <a:lnTo>
                    <a:pt x="2364192" y="2982064"/>
                  </a:lnTo>
                  <a:lnTo>
                    <a:pt x="2367362" y="2993143"/>
                  </a:lnTo>
                  <a:lnTo>
                    <a:pt x="2370531" y="3009611"/>
                  </a:lnTo>
                  <a:lnTo>
                    <a:pt x="2373700" y="3038170"/>
                  </a:lnTo>
                  <a:lnTo>
                    <a:pt x="2376869" y="3022994"/>
                  </a:lnTo>
                  <a:lnTo>
                    <a:pt x="2380038" y="2995231"/>
                  </a:lnTo>
                  <a:lnTo>
                    <a:pt x="2383207" y="3017819"/>
                  </a:lnTo>
                  <a:lnTo>
                    <a:pt x="2386376" y="2935152"/>
                  </a:lnTo>
                  <a:lnTo>
                    <a:pt x="2389546" y="2840715"/>
                  </a:lnTo>
                  <a:lnTo>
                    <a:pt x="2392715" y="2805194"/>
                  </a:lnTo>
                  <a:lnTo>
                    <a:pt x="2395884" y="2820370"/>
                  </a:lnTo>
                  <a:lnTo>
                    <a:pt x="2399053" y="2869211"/>
                  </a:lnTo>
                  <a:lnTo>
                    <a:pt x="2402222" y="2887687"/>
                  </a:lnTo>
                  <a:lnTo>
                    <a:pt x="2405391" y="2984534"/>
                  </a:lnTo>
                  <a:lnTo>
                    <a:pt x="2408561" y="3062503"/>
                  </a:lnTo>
                  <a:lnTo>
                    <a:pt x="2411730" y="3069465"/>
                  </a:lnTo>
                  <a:lnTo>
                    <a:pt x="2414899" y="3034648"/>
                  </a:lnTo>
                  <a:lnTo>
                    <a:pt x="2418068" y="2992284"/>
                  </a:lnTo>
                  <a:lnTo>
                    <a:pt x="2421237" y="2977128"/>
                  </a:lnTo>
                  <a:lnTo>
                    <a:pt x="2424406" y="2977129"/>
                  </a:lnTo>
                  <a:lnTo>
                    <a:pt x="2427576" y="2977129"/>
                  </a:lnTo>
                  <a:lnTo>
                    <a:pt x="2430745" y="2977130"/>
                  </a:lnTo>
                  <a:lnTo>
                    <a:pt x="2433914" y="3011946"/>
                  </a:lnTo>
                  <a:lnTo>
                    <a:pt x="2437083" y="3054310"/>
                  </a:lnTo>
                  <a:lnTo>
                    <a:pt x="2440252" y="3071157"/>
                  </a:lnTo>
                  <a:lnTo>
                    <a:pt x="2443421" y="3054950"/>
                  </a:lnTo>
                  <a:lnTo>
                    <a:pt x="2446590" y="3015131"/>
                  </a:lnTo>
                  <a:lnTo>
                    <a:pt x="2449760" y="2992161"/>
                  </a:lnTo>
                  <a:lnTo>
                    <a:pt x="2452929" y="2992163"/>
                  </a:lnTo>
                  <a:lnTo>
                    <a:pt x="2456098" y="2992163"/>
                  </a:lnTo>
                  <a:lnTo>
                    <a:pt x="2459267" y="2990472"/>
                  </a:lnTo>
                  <a:lnTo>
                    <a:pt x="2462436" y="3006678"/>
                  </a:lnTo>
                  <a:lnTo>
                    <a:pt x="2465605" y="3046497"/>
                  </a:lnTo>
                  <a:lnTo>
                    <a:pt x="2468775" y="3041613"/>
                  </a:lnTo>
                  <a:lnTo>
                    <a:pt x="2471944" y="2995701"/>
                  </a:lnTo>
                  <a:lnTo>
                    <a:pt x="2475113" y="2995701"/>
                  </a:lnTo>
                  <a:lnTo>
                    <a:pt x="2478282" y="2995701"/>
                  </a:lnTo>
                  <a:lnTo>
                    <a:pt x="2481451" y="2995701"/>
                  </a:lnTo>
                  <a:lnTo>
                    <a:pt x="2484620" y="2995701"/>
                  </a:lnTo>
                  <a:lnTo>
                    <a:pt x="2487790" y="2989117"/>
                  </a:lnTo>
                  <a:lnTo>
                    <a:pt x="2490959" y="2986205"/>
                  </a:lnTo>
                  <a:lnTo>
                    <a:pt x="2494128" y="2891187"/>
                  </a:lnTo>
                  <a:lnTo>
                    <a:pt x="2497297" y="2840291"/>
                  </a:lnTo>
                  <a:lnTo>
                    <a:pt x="2500466" y="2836846"/>
                  </a:lnTo>
                  <a:lnTo>
                    <a:pt x="2503635" y="2836848"/>
                  </a:lnTo>
                  <a:lnTo>
                    <a:pt x="2506805" y="2834440"/>
                  </a:lnTo>
                  <a:lnTo>
                    <a:pt x="2509974" y="2795658"/>
                  </a:lnTo>
                  <a:lnTo>
                    <a:pt x="2513143" y="2831381"/>
                  </a:lnTo>
                  <a:lnTo>
                    <a:pt x="2516312" y="2824735"/>
                  </a:lnTo>
                  <a:lnTo>
                    <a:pt x="2519481" y="2794727"/>
                  </a:lnTo>
                  <a:lnTo>
                    <a:pt x="2522650" y="2794728"/>
                  </a:lnTo>
                  <a:lnTo>
                    <a:pt x="2525819" y="2831573"/>
                  </a:lnTo>
                  <a:lnTo>
                    <a:pt x="2528989" y="2919179"/>
                  </a:lnTo>
                  <a:lnTo>
                    <a:pt x="2532158" y="2978472"/>
                  </a:lnTo>
                  <a:lnTo>
                    <a:pt x="2535327" y="3036011"/>
                  </a:lnTo>
                  <a:lnTo>
                    <a:pt x="2538496" y="3077069"/>
                  </a:lnTo>
                  <a:lnTo>
                    <a:pt x="2541665" y="3106104"/>
                  </a:lnTo>
                  <a:lnTo>
                    <a:pt x="2544834" y="3116610"/>
                  </a:lnTo>
                  <a:lnTo>
                    <a:pt x="2548004" y="3116610"/>
                  </a:lnTo>
                  <a:lnTo>
                    <a:pt x="2551173" y="3109685"/>
                  </a:lnTo>
                  <a:lnTo>
                    <a:pt x="2554342" y="3026742"/>
                  </a:lnTo>
                  <a:lnTo>
                    <a:pt x="2557511" y="2982027"/>
                  </a:lnTo>
                  <a:lnTo>
                    <a:pt x="2560680" y="2930331"/>
                  </a:lnTo>
                  <a:lnTo>
                    <a:pt x="2563849" y="2831429"/>
                  </a:lnTo>
                  <a:lnTo>
                    <a:pt x="2567019" y="2722765"/>
                  </a:lnTo>
                  <a:lnTo>
                    <a:pt x="2570188" y="2668414"/>
                  </a:lnTo>
                  <a:lnTo>
                    <a:pt x="2573357" y="2710509"/>
                  </a:lnTo>
                  <a:lnTo>
                    <a:pt x="2576526" y="2665099"/>
                  </a:lnTo>
                  <a:lnTo>
                    <a:pt x="2579695" y="2598938"/>
                  </a:lnTo>
                  <a:lnTo>
                    <a:pt x="2582864" y="2582026"/>
                  </a:lnTo>
                  <a:lnTo>
                    <a:pt x="2586033" y="2554965"/>
                  </a:lnTo>
                  <a:lnTo>
                    <a:pt x="2589203" y="2517723"/>
                  </a:lnTo>
                  <a:lnTo>
                    <a:pt x="2592372" y="2478202"/>
                  </a:lnTo>
                  <a:lnTo>
                    <a:pt x="2595541" y="2394437"/>
                  </a:lnTo>
                  <a:lnTo>
                    <a:pt x="2598710" y="2304717"/>
                  </a:lnTo>
                  <a:lnTo>
                    <a:pt x="2601879" y="2322264"/>
                  </a:lnTo>
                  <a:lnTo>
                    <a:pt x="2605048" y="2397807"/>
                  </a:lnTo>
                  <a:lnTo>
                    <a:pt x="2608218" y="2396572"/>
                  </a:lnTo>
                  <a:lnTo>
                    <a:pt x="2611387" y="2421856"/>
                  </a:lnTo>
                  <a:lnTo>
                    <a:pt x="2614556" y="2595024"/>
                  </a:lnTo>
                  <a:lnTo>
                    <a:pt x="2617725" y="2699485"/>
                  </a:lnTo>
                  <a:lnTo>
                    <a:pt x="2620894" y="2720467"/>
                  </a:lnTo>
                  <a:lnTo>
                    <a:pt x="2624063" y="2728190"/>
                  </a:lnTo>
                  <a:lnTo>
                    <a:pt x="2627233" y="2759014"/>
                  </a:lnTo>
                  <a:lnTo>
                    <a:pt x="2630402" y="2714430"/>
                  </a:lnTo>
                  <a:lnTo>
                    <a:pt x="2633571" y="2600446"/>
                  </a:lnTo>
                  <a:lnTo>
                    <a:pt x="2636740" y="2572545"/>
                  </a:lnTo>
                  <a:lnTo>
                    <a:pt x="2639909" y="2567570"/>
                  </a:lnTo>
                  <a:lnTo>
                    <a:pt x="2643078" y="2569974"/>
                  </a:lnTo>
                  <a:lnTo>
                    <a:pt x="2646248" y="2630341"/>
                  </a:lnTo>
                  <a:lnTo>
                    <a:pt x="2649417" y="2718010"/>
                  </a:lnTo>
                  <a:lnTo>
                    <a:pt x="2652586" y="2785768"/>
                  </a:lnTo>
                  <a:lnTo>
                    <a:pt x="2655755" y="2857184"/>
                  </a:lnTo>
                  <a:lnTo>
                    <a:pt x="2658924" y="2894908"/>
                  </a:lnTo>
                  <a:lnTo>
                    <a:pt x="2662093" y="2912419"/>
                  </a:lnTo>
                  <a:lnTo>
                    <a:pt x="2665262" y="2916875"/>
                  </a:lnTo>
                  <a:lnTo>
                    <a:pt x="2668432" y="2928880"/>
                  </a:lnTo>
                  <a:lnTo>
                    <a:pt x="2671601" y="2968222"/>
                  </a:lnTo>
                  <a:lnTo>
                    <a:pt x="2674770" y="2998788"/>
                  </a:lnTo>
                  <a:lnTo>
                    <a:pt x="2677939" y="3032817"/>
                  </a:lnTo>
                  <a:lnTo>
                    <a:pt x="2681108" y="3065359"/>
                  </a:lnTo>
                  <a:lnTo>
                    <a:pt x="2684277" y="3069465"/>
                  </a:lnTo>
                  <a:lnTo>
                    <a:pt x="2687447" y="3039851"/>
                  </a:lnTo>
                  <a:lnTo>
                    <a:pt x="2690616" y="2995757"/>
                  </a:lnTo>
                  <a:lnTo>
                    <a:pt x="2693785" y="2995339"/>
                  </a:lnTo>
                  <a:lnTo>
                    <a:pt x="2696954" y="2942498"/>
                  </a:lnTo>
                  <a:lnTo>
                    <a:pt x="2700123" y="2824082"/>
                  </a:lnTo>
                  <a:lnTo>
                    <a:pt x="2703292" y="2721664"/>
                  </a:lnTo>
                  <a:lnTo>
                    <a:pt x="2706462" y="2638375"/>
                  </a:lnTo>
                  <a:lnTo>
                    <a:pt x="2709631" y="2655543"/>
                  </a:lnTo>
                  <a:lnTo>
                    <a:pt x="2712800" y="2660800"/>
                  </a:lnTo>
                  <a:lnTo>
                    <a:pt x="2715969" y="2671793"/>
                  </a:lnTo>
                  <a:lnTo>
                    <a:pt x="2719138" y="2731914"/>
                  </a:lnTo>
                  <a:lnTo>
                    <a:pt x="2722307" y="2837140"/>
                  </a:lnTo>
                  <a:lnTo>
                    <a:pt x="2725477" y="2959814"/>
                  </a:lnTo>
                  <a:lnTo>
                    <a:pt x="2728646" y="2986739"/>
                  </a:lnTo>
                  <a:lnTo>
                    <a:pt x="2731815" y="2959606"/>
                  </a:lnTo>
                  <a:lnTo>
                    <a:pt x="2734984" y="2963317"/>
                  </a:lnTo>
                  <a:lnTo>
                    <a:pt x="2738153" y="2986758"/>
                  </a:lnTo>
                  <a:lnTo>
                    <a:pt x="2741322" y="2945493"/>
                  </a:lnTo>
                  <a:lnTo>
                    <a:pt x="2744491" y="2919688"/>
                  </a:lnTo>
                  <a:lnTo>
                    <a:pt x="2747661" y="2889252"/>
                  </a:lnTo>
                  <a:lnTo>
                    <a:pt x="2750830" y="2855547"/>
                  </a:lnTo>
                  <a:lnTo>
                    <a:pt x="2753999" y="2856670"/>
                  </a:lnTo>
                  <a:lnTo>
                    <a:pt x="2757168" y="2858692"/>
                  </a:lnTo>
                  <a:lnTo>
                    <a:pt x="2760337" y="2850099"/>
                  </a:lnTo>
                  <a:lnTo>
                    <a:pt x="2763506" y="2848868"/>
                  </a:lnTo>
                  <a:lnTo>
                    <a:pt x="2766676" y="2879306"/>
                  </a:lnTo>
                  <a:lnTo>
                    <a:pt x="2769845" y="2935306"/>
                  </a:lnTo>
                  <a:lnTo>
                    <a:pt x="2773014" y="2972321"/>
                  </a:lnTo>
                  <a:lnTo>
                    <a:pt x="2776183" y="3005150"/>
                  </a:lnTo>
                  <a:lnTo>
                    <a:pt x="2779352" y="3052202"/>
                  </a:lnTo>
                  <a:lnTo>
                    <a:pt x="2782521" y="3059614"/>
                  </a:lnTo>
                  <a:lnTo>
                    <a:pt x="2785691" y="3022251"/>
                  </a:lnTo>
                  <a:lnTo>
                    <a:pt x="2788860" y="2999761"/>
                  </a:lnTo>
                  <a:lnTo>
                    <a:pt x="2792029" y="2935660"/>
                  </a:lnTo>
                  <a:lnTo>
                    <a:pt x="2795198" y="2900250"/>
                  </a:lnTo>
                  <a:lnTo>
                    <a:pt x="2798367" y="2896510"/>
                  </a:lnTo>
                  <a:lnTo>
                    <a:pt x="2801536" y="2868260"/>
                  </a:lnTo>
                  <a:lnTo>
                    <a:pt x="2804705" y="2875856"/>
                  </a:lnTo>
                  <a:lnTo>
                    <a:pt x="2807875" y="2898347"/>
                  </a:lnTo>
                  <a:lnTo>
                    <a:pt x="2811044" y="2962447"/>
                  </a:lnTo>
                  <a:lnTo>
                    <a:pt x="2814213" y="2997858"/>
                  </a:lnTo>
                  <a:lnTo>
                    <a:pt x="2817382" y="3001598"/>
                  </a:lnTo>
                  <a:lnTo>
                    <a:pt x="2820551" y="3039699"/>
                  </a:lnTo>
                  <a:lnTo>
                    <a:pt x="2823720" y="3069465"/>
                  </a:lnTo>
                  <a:lnTo>
                    <a:pt x="2826890" y="3069465"/>
                  </a:lnTo>
                  <a:lnTo>
                    <a:pt x="2830059" y="3069465"/>
                  </a:lnTo>
                  <a:lnTo>
                    <a:pt x="2833228" y="3069465"/>
                  </a:lnTo>
                  <a:lnTo>
                    <a:pt x="2836397" y="3069465"/>
                  </a:lnTo>
                  <a:lnTo>
                    <a:pt x="2839566" y="3069465"/>
                  </a:lnTo>
                  <a:lnTo>
                    <a:pt x="2842735" y="3069465"/>
                  </a:lnTo>
                  <a:lnTo>
                    <a:pt x="2845905" y="3060518"/>
                  </a:lnTo>
                  <a:lnTo>
                    <a:pt x="2849074" y="3025279"/>
                  </a:lnTo>
                  <a:lnTo>
                    <a:pt x="2852243" y="2995443"/>
                  </a:lnTo>
                  <a:lnTo>
                    <a:pt x="2855412" y="3003075"/>
                  </a:lnTo>
                  <a:lnTo>
                    <a:pt x="2858581" y="3032110"/>
                  </a:lnTo>
                  <a:lnTo>
                    <a:pt x="2861750" y="3042356"/>
                  </a:lnTo>
                  <a:lnTo>
                    <a:pt x="2864920" y="3041326"/>
                  </a:lnTo>
                  <a:lnTo>
                    <a:pt x="2868089" y="3036595"/>
                  </a:lnTo>
                  <a:lnTo>
                    <a:pt x="2871258" y="3013150"/>
                  </a:lnTo>
                  <a:lnTo>
                    <a:pt x="2874427" y="2942391"/>
                  </a:lnTo>
                  <a:lnTo>
                    <a:pt x="2877596" y="2839588"/>
                  </a:lnTo>
                  <a:lnTo>
                    <a:pt x="2880765" y="2789551"/>
                  </a:lnTo>
                  <a:lnTo>
                    <a:pt x="2883934" y="2788878"/>
                  </a:lnTo>
                  <a:lnTo>
                    <a:pt x="2887104" y="2810381"/>
                  </a:lnTo>
                  <a:lnTo>
                    <a:pt x="2890273" y="2853340"/>
                  </a:lnTo>
                  <a:lnTo>
                    <a:pt x="2893442" y="2903747"/>
                  </a:lnTo>
                  <a:lnTo>
                    <a:pt x="2896611" y="2948785"/>
                  </a:lnTo>
                  <a:lnTo>
                    <a:pt x="2899780" y="2948206"/>
                  </a:lnTo>
                  <a:lnTo>
                    <a:pt x="2902949" y="2946769"/>
                  </a:lnTo>
                  <a:lnTo>
                    <a:pt x="2906119" y="2965237"/>
                  </a:lnTo>
                  <a:lnTo>
                    <a:pt x="2909288" y="2975560"/>
                  </a:lnTo>
                  <a:lnTo>
                    <a:pt x="2912457" y="2988282"/>
                  </a:lnTo>
                  <a:lnTo>
                    <a:pt x="2915626" y="3017010"/>
                  </a:lnTo>
                  <a:lnTo>
                    <a:pt x="2918795" y="3057379"/>
                  </a:lnTo>
                  <a:lnTo>
                    <a:pt x="2921964" y="3062231"/>
                  </a:lnTo>
                  <a:lnTo>
                    <a:pt x="2925134" y="3022098"/>
                  </a:lnTo>
                  <a:lnTo>
                    <a:pt x="2928303" y="2990796"/>
                  </a:lnTo>
                  <a:lnTo>
                    <a:pt x="2931472" y="2945433"/>
                  </a:lnTo>
                  <a:lnTo>
                    <a:pt x="2934641" y="2919496"/>
                  </a:lnTo>
                  <a:lnTo>
                    <a:pt x="2937810" y="2877960"/>
                  </a:lnTo>
                  <a:lnTo>
                    <a:pt x="2940979" y="2852694"/>
                  </a:lnTo>
                  <a:lnTo>
                    <a:pt x="2944148" y="2892827"/>
                  </a:lnTo>
                  <a:lnTo>
                    <a:pt x="2947318" y="2916893"/>
                  </a:lnTo>
                  <a:lnTo>
                    <a:pt x="2950487" y="2941606"/>
                  </a:lnTo>
                  <a:lnTo>
                    <a:pt x="2953656" y="2968558"/>
                  </a:lnTo>
                  <a:lnTo>
                    <a:pt x="2956825" y="3010094"/>
                  </a:lnTo>
                  <a:lnTo>
                    <a:pt x="2959994" y="3042595"/>
                  </a:lnTo>
                  <a:lnTo>
                    <a:pt x="2963163" y="3042595"/>
                  </a:lnTo>
                  <a:lnTo>
                    <a:pt x="2966333" y="3021796"/>
                  </a:lnTo>
                  <a:lnTo>
                    <a:pt x="2969502" y="2954960"/>
                  </a:lnTo>
                  <a:lnTo>
                    <a:pt x="2972671" y="2877090"/>
                  </a:lnTo>
                  <a:lnTo>
                    <a:pt x="2975840" y="2873438"/>
                  </a:lnTo>
                  <a:lnTo>
                    <a:pt x="2979009" y="2873439"/>
                  </a:lnTo>
                  <a:lnTo>
                    <a:pt x="2982178" y="2846393"/>
                  </a:lnTo>
                  <a:lnTo>
                    <a:pt x="2985348" y="2793665"/>
                  </a:lnTo>
                  <a:lnTo>
                    <a:pt x="2988517" y="2805917"/>
                  </a:lnTo>
                  <a:lnTo>
                    <a:pt x="2991686" y="2833761"/>
                  </a:lnTo>
                  <a:lnTo>
                    <a:pt x="2994855" y="2799079"/>
                  </a:lnTo>
                  <a:lnTo>
                    <a:pt x="2998024" y="2790534"/>
                  </a:lnTo>
                  <a:lnTo>
                    <a:pt x="3001193" y="2817581"/>
                  </a:lnTo>
                  <a:lnTo>
                    <a:pt x="3004363" y="2898342"/>
                  </a:lnTo>
                  <a:lnTo>
                    <a:pt x="3007532" y="2973577"/>
                  </a:lnTo>
                  <a:lnTo>
                    <a:pt x="3010701" y="2997977"/>
                  </a:lnTo>
                  <a:lnTo>
                    <a:pt x="3013870" y="2991341"/>
                  </a:lnTo>
                  <a:lnTo>
                    <a:pt x="3017039" y="2968080"/>
                  </a:lnTo>
                  <a:lnTo>
                    <a:pt x="3020208" y="2859093"/>
                  </a:lnTo>
                  <a:lnTo>
                    <a:pt x="3023377" y="2714330"/>
                  </a:lnTo>
                  <a:lnTo>
                    <a:pt x="3026547" y="2680830"/>
                  </a:lnTo>
                  <a:lnTo>
                    <a:pt x="3029716" y="2652967"/>
                  </a:lnTo>
                  <a:lnTo>
                    <a:pt x="3032885" y="2636177"/>
                  </a:lnTo>
                  <a:lnTo>
                    <a:pt x="3036054" y="2644735"/>
                  </a:lnTo>
                  <a:lnTo>
                    <a:pt x="3039223" y="2798429"/>
                  </a:lnTo>
                  <a:lnTo>
                    <a:pt x="3042392" y="2990169"/>
                  </a:lnTo>
                  <a:lnTo>
                    <a:pt x="3045562" y="3001203"/>
                  </a:lnTo>
                  <a:lnTo>
                    <a:pt x="3048731" y="3011279"/>
                  </a:lnTo>
                  <a:lnTo>
                    <a:pt x="3051900" y="3035567"/>
                  </a:lnTo>
                  <a:lnTo>
                    <a:pt x="3055069" y="3006214"/>
                  </a:lnTo>
                  <a:lnTo>
                    <a:pt x="3058238" y="2899803"/>
                  </a:lnTo>
                  <a:lnTo>
                    <a:pt x="3061407" y="2790894"/>
                  </a:lnTo>
                  <a:lnTo>
                    <a:pt x="3064577" y="2802320"/>
                  </a:lnTo>
                  <a:lnTo>
                    <a:pt x="3067746" y="2844720"/>
                  </a:lnTo>
                  <a:lnTo>
                    <a:pt x="3070915" y="2876819"/>
                  </a:lnTo>
                  <a:lnTo>
                    <a:pt x="3074084" y="2917613"/>
                  </a:lnTo>
                  <a:lnTo>
                    <a:pt x="3077253" y="2968572"/>
                  </a:lnTo>
                  <a:lnTo>
                    <a:pt x="3080422" y="2999669"/>
                  </a:lnTo>
                  <a:lnTo>
                    <a:pt x="3083592" y="2858333"/>
                  </a:lnTo>
                  <a:lnTo>
                    <a:pt x="3086761" y="2641141"/>
                  </a:lnTo>
                  <a:lnTo>
                    <a:pt x="3089930" y="2508565"/>
                  </a:lnTo>
                  <a:lnTo>
                    <a:pt x="3093099" y="2483316"/>
                  </a:lnTo>
                  <a:lnTo>
                    <a:pt x="3096268" y="2434782"/>
                  </a:lnTo>
                  <a:lnTo>
                    <a:pt x="3099437" y="2411597"/>
                  </a:lnTo>
                  <a:lnTo>
                    <a:pt x="3102606" y="2544564"/>
                  </a:lnTo>
                  <a:lnTo>
                    <a:pt x="3105776" y="2680743"/>
                  </a:lnTo>
                  <a:lnTo>
                    <a:pt x="3108945" y="2716631"/>
                  </a:lnTo>
                  <a:lnTo>
                    <a:pt x="3112114" y="2652325"/>
                  </a:lnTo>
                  <a:lnTo>
                    <a:pt x="3115283" y="2678818"/>
                  </a:lnTo>
                  <a:lnTo>
                    <a:pt x="3118452" y="2688832"/>
                  </a:lnTo>
                  <a:lnTo>
                    <a:pt x="3121621" y="2685047"/>
                  </a:lnTo>
                  <a:lnTo>
                    <a:pt x="3124791" y="2714893"/>
                  </a:lnTo>
                  <a:lnTo>
                    <a:pt x="3127960" y="2767366"/>
                  </a:lnTo>
                  <a:lnTo>
                    <a:pt x="3131129" y="2883972"/>
                  </a:lnTo>
                  <a:lnTo>
                    <a:pt x="3134298" y="2917372"/>
                  </a:lnTo>
                  <a:lnTo>
                    <a:pt x="3137467" y="2907284"/>
                  </a:lnTo>
                  <a:lnTo>
                    <a:pt x="3140636" y="2842446"/>
                  </a:lnTo>
                  <a:lnTo>
                    <a:pt x="3143806" y="2829600"/>
                  </a:lnTo>
                  <a:lnTo>
                    <a:pt x="3146975" y="2773615"/>
                  </a:lnTo>
                  <a:lnTo>
                    <a:pt x="3150144" y="2684901"/>
                  </a:lnTo>
                  <a:lnTo>
                    <a:pt x="3153313" y="2653590"/>
                  </a:lnTo>
                  <a:lnTo>
                    <a:pt x="3156482" y="2650397"/>
                  </a:lnTo>
                  <a:lnTo>
                    <a:pt x="3159651" y="2674831"/>
                  </a:lnTo>
                  <a:lnTo>
                    <a:pt x="3162820" y="2647613"/>
                  </a:lnTo>
                  <a:lnTo>
                    <a:pt x="3165990" y="2627319"/>
                  </a:lnTo>
                  <a:lnTo>
                    <a:pt x="3169159" y="2610944"/>
                  </a:lnTo>
                  <a:lnTo>
                    <a:pt x="3172328" y="2600885"/>
                  </a:lnTo>
                  <a:lnTo>
                    <a:pt x="3175497" y="2583431"/>
                  </a:lnTo>
                  <a:lnTo>
                    <a:pt x="3178666" y="2598284"/>
                  </a:lnTo>
                  <a:lnTo>
                    <a:pt x="3181835" y="2668754"/>
                  </a:lnTo>
                  <a:lnTo>
                    <a:pt x="3185005" y="2693581"/>
                  </a:lnTo>
                  <a:lnTo>
                    <a:pt x="3188174" y="2702069"/>
                  </a:lnTo>
                  <a:lnTo>
                    <a:pt x="3191343" y="2649460"/>
                  </a:lnTo>
                  <a:lnTo>
                    <a:pt x="3194512" y="2600123"/>
                  </a:lnTo>
                  <a:lnTo>
                    <a:pt x="3197681" y="2526238"/>
                  </a:lnTo>
                  <a:lnTo>
                    <a:pt x="3200850" y="2417926"/>
                  </a:lnTo>
                  <a:lnTo>
                    <a:pt x="3204020" y="2430948"/>
                  </a:lnTo>
                  <a:lnTo>
                    <a:pt x="3207189" y="2442776"/>
                  </a:lnTo>
                  <a:lnTo>
                    <a:pt x="3210358" y="2517706"/>
                  </a:lnTo>
                  <a:lnTo>
                    <a:pt x="3213527" y="2579623"/>
                  </a:lnTo>
                  <a:lnTo>
                    <a:pt x="3216696" y="2633620"/>
                  </a:lnTo>
                  <a:lnTo>
                    <a:pt x="3219865" y="2750750"/>
                  </a:lnTo>
                  <a:lnTo>
                    <a:pt x="3223035" y="2815101"/>
                  </a:lnTo>
                  <a:lnTo>
                    <a:pt x="3226204" y="2818369"/>
                  </a:lnTo>
                  <a:lnTo>
                    <a:pt x="3229373" y="2770247"/>
                  </a:lnTo>
                  <a:lnTo>
                    <a:pt x="3232542" y="2754717"/>
                  </a:lnTo>
                  <a:lnTo>
                    <a:pt x="3235711" y="2725163"/>
                  </a:lnTo>
                  <a:lnTo>
                    <a:pt x="3238880" y="2666227"/>
                  </a:lnTo>
                  <a:lnTo>
                    <a:pt x="3242049" y="2640390"/>
                  </a:lnTo>
                  <a:lnTo>
                    <a:pt x="3245219" y="2684882"/>
                  </a:lnTo>
                  <a:lnTo>
                    <a:pt x="3248388" y="2729658"/>
                  </a:lnTo>
                  <a:lnTo>
                    <a:pt x="3251557" y="2780895"/>
                  </a:lnTo>
                  <a:lnTo>
                    <a:pt x="3254726" y="2880248"/>
                  </a:lnTo>
                  <a:lnTo>
                    <a:pt x="3257895" y="2951128"/>
                  </a:lnTo>
                  <a:lnTo>
                    <a:pt x="3261064" y="3000638"/>
                  </a:lnTo>
                  <a:lnTo>
                    <a:pt x="3264234" y="2991341"/>
                  </a:lnTo>
                  <a:lnTo>
                    <a:pt x="3267403" y="2975492"/>
                  </a:lnTo>
                  <a:lnTo>
                    <a:pt x="3270572" y="2994590"/>
                  </a:lnTo>
                  <a:lnTo>
                    <a:pt x="3273741" y="2956914"/>
                  </a:lnTo>
                  <a:lnTo>
                    <a:pt x="3276910" y="2918700"/>
                  </a:lnTo>
                  <a:lnTo>
                    <a:pt x="3280079" y="2913096"/>
                  </a:lnTo>
                  <a:lnTo>
                    <a:pt x="3283249" y="2865787"/>
                  </a:lnTo>
                  <a:lnTo>
                    <a:pt x="3286418" y="2817951"/>
                  </a:lnTo>
                  <a:lnTo>
                    <a:pt x="3289587" y="2771167"/>
                  </a:lnTo>
                  <a:lnTo>
                    <a:pt x="3292756" y="2755308"/>
                  </a:lnTo>
                  <a:lnTo>
                    <a:pt x="3295925" y="2793521"/>
                  </a:lnTo>
                  <a:lnTo>
                    <a:pt x="3299094" y="2788101"/>
                  </a:lnTo>
                  <a:lnTo>
                    <a:pt x="3302263" y="2821570"/>
                  </a:lnTo>
                  <a:lnTo>
                    <a:pt x="3305433" y="2887493"/>
                  </a:lnTo>
                  <a:lnTo>
                    <a:pt x="3308602" y="2941636"/>
                  </a:lnTo>
                  <a:lnTo>
                    <a:pt x="3311771" y="2990824"/>
                  </a:lnTo>
                  <a:lnTo>
                    <a:pt x="3314940" y="2960989"/>
                  </a:lnTo>
                  <a:lnTo>
                    <a:pt x="3318109" y="2937206"/>
                  </a:lnTo>
                  <a:lnTo>
                    <a:pt x="3321278" y="2973161"/>
                  </a:lnTo>
                  <a:lnTo>
                    <a:pt x="3324448" y="2956272"/>
                  </a:lnTo>
                  <a:lnTo>
                    <a:pt x="3327617" y="2886566"/>
                  </a:lnTo>
                  <a:lnTo>
                    <a:pt x="3330786" y="2814002"/>
                  </a:lnTo>
                  <a:lnTo>
                    <a:pt x="3333955" y="2816764"/>
                  </a:lnTo>
                  <a:lnTo>
                    <a:pt x="3337124" y="2851573"/>
                  </a:lnTo>
                  <a:lnTo>
                    <a:pt x="3340293" y="2824275"/>
                  </a:lnTo>
                  <a:lnTo>
                    <a:pt x="3343463" y="2785316"/>
                  </a:lnTo>
                  <a:lnTo>
                    <a:pt x="3346632" y="2822071"/>
                  </a:lnTo>
                  <a:lnTo>
                    <a:pt x="3349801" y="2852346"/>
                  </a:lnTo>
                  <a:lnTo>
                    <a:pt x="3352970" y="2811632"/>
                  </a:lnTo>
                  <a:lnTo>
                    <a:pt x="3356139" y="2765487"/>
                  </a:lnTo>
                  <a:lnTo>
                    <a:pt x="3359308" y="2759572"/>
                  </a:lnTo>
                  <a:lnTo>
                    <a:pt x="3362478" y="2769697"/>
                  </a:lnTo>
                  <a:lnTo>
                    <a:pt x="3365647" y="2698161"/>
                  </a:lnTo>
                  <a:lnTo>
                    <a:pt x="3368816" y="2682677"/>
                  </a:lnTo>
                  <a:lnTo>
                    <a:pt x="3371985" y="2688884"/>
                  </a:lnTo>
                  <a:lnTo>
                    <a:pt x="3375154" y="2669090"/>
                  </a:lnTo>
                  <a:lnTo>
                    <a:pt x="3378323" y="2643150"/>
                  </a:lnTo>
                  <a:lnTo>
                    <a:pt x="3381492" y="2675986"/>
                  </a:lnTo>
                  <a:lnTo>
                    <a:pt x="3384662" y="2751368"/>
                  </a:lnTo>
                  <a:lnTo>
                    <a:pt x="3387831" y="2773193"/>
                  </a:lnTo>
                  <a:lnTo>
                    <a:pt x="3391000" y="2826640"/>
                  </a:lnTo>
                  <a:lnTo>
                    <a:pt x="3394169" y="2892578"/>
                  </a:lnTo>
                  <a:lnTo>
                    <a:pt x="3397338" y="2960679"/>
                  </a:lnTo>
                  <a:lnTo>
                    <a:pt x="3400507" y="2993108"/>
                  </a:lnTo>
                  <a:lnTo>
                    <a:pt x="3403677" y="3022210"/>
                  </a:lnTo>
                  <a:lnTo>
                    <a:pt x="3406846" y="3061333"/>
                  </a:lnTo>
                  <a:lnTo>
                    <a:pt x="3410015" y="3069465"/>
                  </a:lnTo>
                  <a:lnTo>
                    <a:pt x="3413184" y="3029602"/>
                  </a:lnTo>
                  <a:lnTo>
                    <a:pt x="3416353" y="2959352"/>
                  </a:lnTo>
                  <a:lnTo>
                    <a:pt x="3419522" y="2928280"/>
                  </a:lnTo>
                  <a:lnTo>
                    <a:pt x="3422692" y="2921299"/>
                  </a:lnTo>
                  <a:lnTo>
                    <a:pt x="3425861" y="2885582"/>
                  </a:lnTo>
                  <a:lnTo>
                    <a:pt x="3429030" y="2854049"/>
                  </a:lnTo>
                  <a:lnTo>
                    <a:pt x="3432199" y="2891788"/>
                  </a:lnTo>
                  <a:lnTo>
                    <a:pt x="3435368" y="2962039"/>
                  </a:lnTo>
                  <a:lnTo>
                    <a:pt x="3438537" y="2993110"/>
                  </a:lnTo>
                  <a:lnTo>
                    <a:pt x="3441707" y="3000091"/>
                  </a:lnTo>
                  <a:lnTo>
                    <a:pt x="3444876" y="3035807"/>
                  </a:lnTo>
                  <a:lnTo>
                    <a:pt x="3448045" y="3067340"/>
                  </a:lnTo>
                  <a:lnTo>
                    <a:pt x="3451214" y="3067847"/>
                  </a:lnTo>
                  <a:lnTo>
                    <a:pt x="3454383" y="3037680"/>
                  </a:lnTo>
                  <a:lnTo>
                    <a:pt x="3457552" y="3001497"/>
                  </a:lnTo>
                  <a:lnTo>
                    <a:pt x="3460721" y="2992954"/>
                  </a:lnTo>
                  <a:lnTo>
                    <a:pt x="3463891" y="2992955"/>
                  </a:lnTo>
                  <a:lnTo>
                    <a:pt x="3467060" y="2992955"/>
                  </a:lnTo>
                  <a:lnTo>
                    <a:pt x="3470229" y="2994574"/>
                  </a:lnTo>
                  <a:lnTo>
                    <a:pt x="3473398" y="3024739"/>
                  </a:lnTo>
                  <a:lnTo>
                    <a:pt x="3476567" y="3060921"/>
                  </a:lnTo>
                  <a:lnTo>
                    <a:pt x="3479736" y="3069465"/>
                  </a:lnTo>
                  <a:lnTo>
                    <a:pt x="3482906" y="3069465"/>
                  </a:lnTo>
                  <a:lnTo>
                    <a:pt x="3486075" y="3066969"/>
                  </a:lnTo>
                  <a:lnTo>
                    <a:pt x="3489244" y="3025197"/>
                  </a:lnTo>
                  <a:lnTo>
                    <a:pt x="3492413" y="2901156"/>
                  </a:lnTo>
                  <a:lnTo>
                    <a:pt x="3495582" y="2715095"/>
                  </a:lnTo>
                  <a:lnTo>
                    <a:pt x="3498751" y="2624607"/>
                  </a:lnTo>
                  <a:lnTo>
                    <a:pt x="3501921" y="2601820"/>
                  </a:lnTo>
                  <a:lnTo>
                    <a:pt x="3505090" y="2555475"/>
                  </a:lnTo>
                  <a:lnTo>
                    <a:pt x="3508259" y="2586930"/>
                  </a:lnTo>
                  <a:lnTo>
                    <a:pt x="3511428" y="2710971"/>
                  </a:lnTo>
                  <a:lnTo>
                    <a:pt x="3514597" y="2897031"/>
                  </a:lnTo>
                  <a:lnTo>
                    <a:pt x="3517766" y="2987519"/>
                  </a:lnTo>
                  <a:lnTo>
                    <a:pt x="3520935" y="3010307"/>
                  </a:lnTo>
                  <a:lnTo>
                    <a:pt x="3524105" y="3059147"/>
                  </a:lnTo>
                  <a:lnTo>
                    <a:pt x="3527274" y="3069465"/>
                  </a:lnTo>
                  <a:lnTo>
                    <a:pt x="3530443" y="3041584"/>
                  </a:lnTo>
                  <a:lnTo>
                    <a:pt x="3533612" y="2940483"/>
                  </a:lnTo>
                  <a:lnTo>
                    <a:pt x="3536781" y="2850885"/>
                  </a:lnTo>
                  <a:lnTo>
                    <a:pt x="3539950" y="2765455"/>
                  </a:lnTo>
                  <a:lnTo>
                    <a:pt x="3543120" y="2686881"/>
                  </a:lnTo>
                  <a:lnTo>
                    <a:pt x="3546289" y="2601612"/>
                  </a:lnTo>
                  <a:lnTo>
                    <a:pt x="3549458" y="2513063"/>
                  </a:lnTo>
                  <a:lnTo>
                    <a:pt x="3552627" y="2476264"/>
                  </a:lnTo>
                  <a:lnTo>
                    <a:pt x="3555796" y="2396165"/>
                  </a:lnTo>
                  <a:lnTo>
                    <a:pt x="3558965" y="2321247"/>
                  </a:lnTo>
                  <a:lnTo>
                    <a:pt x="3562135" y="2280806"/>
                  </a:lnTo>
                  <a:lnTo>
                    <a:pt x="3565304" y="2190871"/>
                  </a:lnTo>
                  <a:lnTo>
                    <a:pt x="3568473" y="2154546"/>
                  </a:lnTo>
                  <a:lnTo>
                    <a:pt x="3571642" y="2227101"/>
                  </a:lnTo>
                  <a:lnTo>
                    <a:pt x="3574811" y="2389696"/>
                  </a:lnTo>
                  <a:lnTo>
                    <a:pt x="3577980" y="2496358"/>
                  </a:lnTo>
                  <a:lnTo>
                    <a:pt x="3581150" y="2519750"/>
                  </a:lnTo>
                  <a:lnTo>
                    <a:pt x="3584319" y="2632233"/>
                  </a:lnTo>
                  <a:lnTo>
                    <a:pt x="3587488" y="2690638"/>
                  </a:lnTo>
                  <a:lnTo>
                    <a:pt x="3590657" y="2670532"/>
                  </a:lnTo>
                  <a:lnTo>
                    <a:pt x="3593826" y="2620585"/>
                  </a:lnTo>
                  <a:lnTo>
                    <a:pt x="3596995" y="2576541"/>
                  </a:lnTo>
                  <a:lnTo>
                    <a:pt x="3600164" y="2556390"/>
                  </a:lnTo>
                  <a:lnTo>
                    <a:pt x="3603334" y="2512763"/>
                  </a:lnTo>
                  <a:lnTo>
                    <a:pt x="3606503" y="2422329"/>
                  </a:lnTo>
                  <a:lnTo>
                    <a:pt x="3609672" y="2227683"/>
                  </a:lnTo>
                  <a:lnTo>
                    <a:pt x="3612841" y="2020674"/>
                  </a:lnTo>
                  <a:lnTo>
                    <a:pt x="3616010" y="1890916"/>
                  </a:lnTo>
                  <a:lnTo>
                    <a:pt x="3619179" y="1746742"/>
                  </a:lnTo>
                  <a:lnTo>
                    <a:pt x="3622349" y="1676629"/>
                  </a:lnTo>
                  <a:lnTo>
                    <a:pt x="3625518" y="1812052"/>
                  </a:lnTo>
                  <a:lnTo>
                    <a:pt x="3628687" y="1966285"/>
                  </a:lnTo>
                  <a:lnTo>
                    <a:pt x="3631856" y="2003352"/>
                  </a:lnTo>
                  <a:lnTo>
                    <a:pt x="3635025" y="2030630"/>
                  </a:lnTo>
                  <a:lnTo>
                    <a:pt x="3638194" y="2179332"/>
                  </a:lnTo>
                  <a:lnTo>
                    <a:pt x="3641364" y="2128491"/>
                  </a:lnTo>
                  <a:lnTo>
                    <a:pt x="3644533" y="1940561"/>
                  </a:lnTo>
                  <a:lnTo>
                    <a:pt x="3647702" y="1874216"/>
                  </a:lnTo>
                  <a:lnTo>
                    <a:pt x="3650871" y="1848100"/>
                  </a:lnTo>
                  <a:lnTo>
                    <a:pt x="3654040" y="1833109"/>
                  </a:lnTo>
                  <a:lnTo>
                    <a:pt x="3657209" y="1653919"/>
                  </a:lnTo>
                  <a:lnTo>
                    <a:pt x="3660379" y="1554693"/>
                  </a:lnTo>
                  <a:lnTo>
                    <a:pt x="3663548" y="1449140"/>
                  </a:lnTo>
                  <a:lnTo>
                    <a:pt x="3666717" y="1353066"/>
                  </a:lnTo>
                  <a:lnTo>
                    <a:pt x="3669886" y="1458444"/>
                  </a:lnTo>
                  <a:lnTo>
                    <a:pt x="3673055" y="1544453"/>
                  </a:lnTo>
                  <a:lnTo>
                    <a:pt x="3676224" y="1686632"/>
                  </a:lnTo>
                  <a:lnTo>
                    <a:pt x="3679393" y="1908709"/>
                  </a:lnTo>
                  <a:lnTo>
                    <a:pt x="3682563" y="2208194"/>
                  </a:lnTo>
                  <a:lnTo>
                    <a:pt x="3685732" y="2432807"/>
                  </a:lnTo>
                  <a:lnTo>
                    <a:pt x="3688901" y="2426389"/>
                  </a:lnTo>
                  <a:lnTo>
                    <a:pt x="3692070" y="2360123"/>
                  </a:lnTo>
                  <a:lnTo>
                    <a:pt x="3695239" y="2280832"/>
                  </a:lnTo>
                  <a:lnTo>
                    <a:pt x="3698408" y="2130014"/>
                  </a:lnTo>
                  <a:lnTo>
                    <a:pt x="3701578" y="1916367"/>
                  </a:lnTo>
                  <a:lnTo>
                    <a:pt x="3704747" y="1724690"/>
                  </a:lnTo>
                  <a:lnTo>
                    <a:pt x="3707916" y="1587049"/>
                  </a:lnTo>
                  <a:lnTo>
                    <a:pt x="3711085" y="1454255"/>
                  </a:lnTo>
                  <a:lnTo>
                    <a:pt x="3714254" y="1360536"/>
                  </a:lnTo>
                  <a:lnTo>
                    <a:pt x="3717423" y="1368657"/>
                  </a:lnTo>
                  <a:lnTo>
                    <a:pt x="3720593" y="1416835"/>
                  </a:lnTo>
                  <a:lnTo>
                    <a:pt x="3723762" y="1493509"/>
                  </a:lnTo>
                  <a:lnTo>
                    <a:pt x="3726931" y="1631217"/>
                  </a:lnTo>
                  <a:lnTo>
                    <a:pt x="3730100" y="1734197"/>
                  </a:lnTo>
                  <a:lnTo>
                    <a:pt x="3733269" y="1815196"/>
                  </a:lnTo>
                  <a:lnTo>
                    <a:pt x="3736438" y="1820897"/>
                  </a:lnTo>
                  <a:lnTo>
                    <a:pt x="3739607" y="1726740"/>
                  </a:lnTo>
                  <a:lnTo>
                    <a:pt x="3742777" y="1664060"/>
                  </a:lnTo>
                  <a:lnTo>
                    <a:pt x="3745946" y="1608200"/>
                  </a:lnTo>
                  <a:lnTo>
                    <a:pt x="3749115" y="1735843"/>
                  </a:lnTo>
                  <a:lnTo>
                    <a:pt x="3752284" y="1952320"/>
                  </a:lnTo>
                  <a:lnTo>
                    <a:pt x="3755453" y="2084207"/>
                  </a:lnTo>
                  <a:lnTo>
                    <a:pt x="3758622" y="2229941"/>
                  </a:lnTo>
                  <a:lnTo>
                    <a:pt x="3761792" y="2303563"/>
                  </a:lnTo>
                  <a:lnTo>
                    <a:pt x="3764961" y="2431801"/>
                  </a:lnTo>
                  <a:lnTo>
                    <a:pt x="3768130" y="2504024"/>
                  </a:lnTo>
                  <a:lnTo>
                    <a:pt x="3771299" y="2486986"/>
                  </a:lnTo>
                  <a:lnTo>
                    <a:pt x="3774468" y="2541062"/>
                  </a:lnTo>
                  <a:lnTo>
                    <a:pt x="3777637" y="2587119"/>
                  </a:lnTo>
                  <a:lnTo>
                    <a:pt x="3780807" y="2673765"/>
                  </a:lnTo>
                  <a:lnTo>
                    <a:pt x="3783976" y="2734074"/>
                  </a:lnTo>
                  <a:lnTo>
                    <a:pt x="3787145" y="2621609"/>
                  </a:lnTo>
                  <a:lnTo>
                    <a:pt x="3790314" y="2454010"/>
                  </a:lnTo>
                  <a:lnTo>
                    <a:pt x="3793483" y="2436567"/>
                  </a:lnTo>
                  <a:lnTo>
                    <a:pt x="3796652" y="2490727"/>
                  </a:lnTo>
                  <a:lnTo>
                    <a:pt x="3799822" y="2510036"/>
                  </a:lnTo>
                  <a:lnTo>
                    <a:pt x="3802991" y="2371653"/>
                  </a:lnTo>
                  <a:lnTo>
                    <a:pt x="3806160" y="2323445"/>
                  </a:lnTo>
                  <a:lnTo>
                    <a:pt x="3809329" y="2377887"/>
                  </a:lnTo>
                  <a:lnTo>
                    <a:pt x="3812498" y="2266178"/>
                  </a:lnTo>
                  <a:lnTo>
                    <a:pt x="3815667" y="2190390"/>
                  </a:lnTo>
                  <a:lnTo>
                    <a:pt x="3818836" y="2232630"/>
                  </a:lnTo>
                  <a:lnTo>
                    <a:pt x="3822006" y="2392403"/>
                  </a:lnTo>
                  <a:lnTo>
                    <a:pt x="3825175" y="2558710"/>
                  </a:lnTo>
                  <a:lnTo>
                    <a:pt x="3828344" y="2622021"/>
                  </a:lnTo>
                  <a:lnTo>
                    <a:pt x="3831513" y="2698249"/>
                  </a:lnTo>
                  <a:lnTo>
                    <a:pt x="3834682" y="2781421"/>
                  </a:lnTo>
                  <a:lnTo>
                    <a:pt x="3837851" y="2723771"/>
                  </a:lnTo>
                  <a:lnTo>
                    <a:pt x="3841021" y="2645251"/>
                  </a:lnTo>
                  <a:lnTo>
                    <a:pt x="3844190" y="2507802"/>
                  </a:lnTo>
                  <a:lnTo>
                    <a:pt x="3847359" y="2502302"/>
                  </a:lnTo>
                  <a:lnTo>
                    <a:pt x="3850528" y="2596039"/>
                  </a:lnTo>
                  <a:lnTo>
                    <a:pt x="3853697" y="2589215"/>
                  </a:lnTo>
                  <a:lnTo>
                    <a:pt x="3856866" y="2541608"/>
                  </a:lnTo>
                  <a:lnTo>
                    <a:pt x="3860036" y="2518087"/>
                  </a:lnTo>
                  <a:lnTo>
                    <a:pt x="3863205" y="2531222"/>
                  </a:lnTo>
                  <a:lnTo>
                    <a:pt x="3866374" y="2476137"/>
                  </a:lnTo>
                  <a:lnTo>
                    <a:pt x="3869543" y="2470621"/>
                  </a:lnTo>
                  <a:lnTo>
                    <a:pt x="3872712" y="2551948"/>
                  </a:lnTo>
                  <a:lnTo>
                    <a:pt x="3875881" y="2666404"/>
                  </a:lnTo>
                  <a:lnTo>
                    <a:pt x="3879050" y="2719605"/>
                  </a:lnTo>
                  <a:lnTo>
                    <a:pt x="3882220" y="2848230"/>
                  </a:lnTo>
                  <a:lnTo>
                    <a:pt x="3885389" y="2999491"/>
                  </a:lnTo>
                  <a:lnTo>
                    <a:pt x="3888558" y="3019681"/>
                  </a:lnTo>
                  <a:lnTo>
                    <a:pt x="3891727" y="2992952"/>
                  </a:lnTo>
                  <a:lnTo>
                    <a:pt x="3894896" y="2962803"/>
                  </a:lnTo>
                  <a:lnTo>
                    <a:pt x="3898065" y="2949179"/>
                  </a:lnTo>
                  <a:lnTo>
                    <a:pt x="3901235" y="2821977"/>
                  </a:lnTo>
                  <a:lnTo>
                    <a:pt x="3904404" y="2653581"/>
                  </a:lnTo>
                  <a:lnTo>
                    <a:pt x="3907573" y="2509501"/>
                  </a:lnTo>
                  <a:lnTo>
                    <a:pt x="3910742" y="2462163"/>
                  </a:lnTo>
                  <a:lnTo>
                    <a:pt x="3913911" y="2502648"/>
                  </a:lnTo>
                  <a:lnTo>
                    <a:pt x="3917080" y="2565112"/>
                  </a:lnTo>
                  <a:lnTo>
                    <a:pt x="3920250" y="2650972"/>
                  </a:lnTo>
                  <a:lnTo>
                    <a:pt x="3923419" y="2745569"/>
                  </a:lnTo>
                  <a:lnTo>
                    <a:pt x="3926588" y="2876593"/>
                  </a:lnTo>
                  <a:lnTo>
                    <a:pt x="3929757" y="2840660"/>
                  </a:lnTo>
                  <a:lnTo>
                    <a:pt x="3932926" y="2679050"/>
                  </a:lnTo>
                  <a:lnTo>
                    <a:pt x="3936095" y="2556397"/>
                  </a:lnTo>
                  <a:lnTo>
                    <a:pt x="3939265" y="2506187"/>
                  </a:lnTo>
                  <a:lnTo>
                    <a:pt x="3942434" y="2450299"/>
                  </a:lnTo>
                  <a:lnTo>
                    <a:pt x="3945603" y="2378296"/>
                  </a:lnTo>
                  <a:lnTo>
                    <a:pt x="3948772" y="2392506"/>
                  </a:lnTo>
                  <a:lnTo>
                    <a:pt x="3951941" y="2448287"/>
                  </a:lnTo>
                  <a:lnTo>
                    <a:pt x="3955110" y="2513998"/>
                  </a:lnTo>
                  <a:lnTo>
                    <a:pt x="3958279" y="2541763"/>
                  </a:lnTo>
                  <a:lnTo>
                    <a:pt x="3961449" y="2496801"/>
                  </a:lnTo>
                  <a:lnTo>
                    <a:pt x="3964618" y="2401144"/>
                  </a:lnTo>
                  <a:lnTo>
                    <a:pt x="3967787" y="2349188"/>
                  </a:lnTo>
                  <a:lnTo>
                    <a:pt x="3970956" y="2430421"/>
                  </a:lnTo>
                  <a:lnTo>
                    <a:pt x="3974125" y="2487363"/>
                  </a:lnTo>
                  <a:lnTo>
                    <a:pt x="3977294" y="2565784"/>
                  </a:lnTo>
                  <a:lnTo>
                    <a:pt x="3980464" y="2712208"/>
                  </a:lnTo>
                  <a:lnTo>
                    <a:pt x="3983633" y="2827942"/>
                  </a:lnTo>
                  <a:lnTo>
                    <a:pt x="3986802" y="2778459"/>
                  </a:lnTo>
                  <a:lnTo>
                    <a:pt x="3989971" y="2621957"/>
                  </a:lnTo>
                  <a:lnTo>
                    <a:pt x="3993140" y="2502577"/>
                  </a:lnTo>
                  <a:lnTo>
                    <a:pt x="3996309" y="2445678"/>
                  </a:lnTo>
                  <a:lnTo>
                    <a:pt x="3999479" y="2309098"/>
                  </a:lnTo>
                  <a:lnTo>
                    <a:pt x="4002648" y="2173126"/>
                  </a:lnTo>
                  <a:lnTo>
                    <a:pt x="4005817" y="2180040"/>
                  </a:lnTo>
                  <a:lnTo>
                    <a:pt x="4008986" y="2274063"/>
                  </a:lnTo>
                  <a:lnTo>
                    <a:pt x="4012155" y="2343421"/>
                  </a:lnTo>
                  <a:lnTo>
                    <a:pt x="4015324" y="2329431"/>
                  </a:lnTo>
                  <a:lnTo>
                    <a:pt x="4018494" y="2427933"/>
                  </a:lnTo>
                  <a:lnTo>
                    <a:pt x="4021663" y="2455237"/>
                  </a:lnTo>
                  <a:lnTo>
                    <a:pt x="4024832" y="2416572"/>
                  </a:lnTo>
                  <a:lnTo>
                    <a:pt x="4028001" y="2320133"/>
                  </a:lnTo>
                  <a:lnTo>
                    <a:pt x="4031170" y="2200067"/>
                  </a:lnTo>
                  <a:lnTo>
                    <a:pt x="4034339" y="2139894"/>
                  </a:lnTo>
                  <a:lnTo>
                    <a:pt x="4037508" y="2145740"/>
                  </a:lnTo>
                  <a:lnTo>
                    <a:pt x="4040678" y="2316425"/>
                  </a:lnTo>
                  <a:lnTo>
                    <a:pt x="4043847" y="2520545"/>
                  </a:lnTo>
                  <a:lnTo>
                    <a:pt x="4047016" y="2681567"/>
                  </a:lnTo>
                  <a:lnTo>
                    <a:pt x="4050185" y="2787565"/>
                  </a:lnTo>
                  <a:lnTo>
                    <a:pt x="4053354" y="2835285"/>
                  </a:lnTo>
                  <a:lnTo>
                    <a:pt x="4056523" y="2767348"/>
                  </a:lnTo>
                  <a:lnTo>
                    <a:pt x="4059693" y="2676529"/>
                  </a:lnTo>
                  <a:lnTo>
                    <a:pt x="4062862" y="2661649"/>
                  </a:lnTo>
                  <a:lnTo>
                    <a:pt x="4066031" y="2649676"/>
                  </a:lnTo>
                  <a:lnTo>
                    <a:pt x="4069200" y="2612578"/>
                  </a:lnTo>
                  <a:lnTo>
                    <a:pt x="4072369" y="2526366"/>
                  </a:lnTo>
                  <a:lnTo>
                    <a:pt x="4075538" y="2544073"/>
                  </a:lnTo>
                  <a:lnTo>
                    <a:pt x="4078708" y="2605103"/>
                  </a:lnTo>
                  <a:lnTo>
                    <a:pt x="4081877" y="2571984"/>
                  </a:lnTo>
                  <a:lnTo>
                    <a:pt x="4085046" y="2511932"/>
                  </a:lnTo>
                  <a:lnTo>
                    <a:pt x="4088215" y="2554741"/>
                  </a:lnTo>
                  <a:lnTo>
                    <a:pt x="4091384" y="2725120"/>
                  </a:lnTo>
                  <a:lnTo>
                    <a:pt x="4094553" y="2835807"/>
                  </a:lnTo>
                  <a:lnTo>
                    <a:pt x="4097722" y="2868564"/>
                  </a:lnTo>
                  <a:lnTo>
                    <a:pt x="4100892" y="2889383"/>
                  </a:lnTo>
                  <a:lnTo>
                    <a:pt x="4104061" y="2882622"/>
                  </a:lnTo>
                  <a:lnTo>
                    <a:pt x="4107230" y="2823120"/>
                  </a:lnTo>
                  <a:lnTo>
                    <a:pt x="4110399" y="2763527"/>
                  </a:lnTo>
                  <a:lnTo>
                    <a:pt x="4113568" y="2595801"/>
                  </a:lnTo>
                  <a:lnTo>
                    <a:pt x="4116737" y="2377752"/>
                  </a:lnTo>
                  <a:lnTo>
                    <a:pt x="4119907" y="2210263"/>
                  </a:lnTo>
                  <a:lnTo>
                    <a:pt x="4123076" y="2133623"/>
                  </a:lnTo>
                  <a:lnTo>
                    <a:pt x="4126245" y="2113670"/>
                  </a:lnTo>
                  <a:lnTo>
                    <a:pt x="4129414" y="2008536"/>
                  </a:lnTo>
                  <a:lnTo>
                    <a:pt x="4132583" y="2029685"/>
                  </a:lnTo>
                  <a:lnTo>
                    <a:pt x="4135752" y="2168527"/>
                  </a:lnTo>
                  <a:lnTo>
                    <a:pt x="4138922" y="2148451"/>
                  </a:lnTo>
                  <a:lnTo>
                    <a:pt x="4142091" y="2058093"/>
                  </a:lnTo>
                  <a:lnTo>
                    <a:pt x="4145260" y="1939875"/>
                  </a:lnTo>
                  <a:lnTo>
                    <a:pt x="4148429" y="1898035"/>
                  </a:lnTo>
                  <a:lnTo>
                    <a:pt x="4151598" y="1810124"/>
                  </a:lnTo>
                  <a:lnTo>
                    <a:pt x="4154767" y="1609024"/>
                  </a:lnTo>
                  <a:lnTo>
                    <a:pt x="4157937" y="1481353"/>
                  </a:lnTo>
                  <a:lnTo>
                    <a:pt x="4161106" y="1302235"/>
                  </a:lnTo>
                  <a:lnTo>
                    <a:pt x="4164275" y="1122276"/>
                  </a:lnTo>
                  <a:lnTo>
                    <a:pt x="4167444" y="886922"/>
                  </a:lnTo>
                  <a:lnTo>
                    <a:pt x="4170613" y="673041"/>
                  </a:lnTo>
                  <a:lnTo>
                    <a:pt x="4173782" y="538903"/>
                  </a:lnTo>
                  <a:lnTo>
                    <a:pt x="4176951" y="505801"/>
                  </a:lnTo>
                  <a:lnTo>
                    <a:pt x="4180121" y="621790"/>
                  </a:lnTo>
                  <a:lnTo>
                    <a:pt x="4183290" y="794600"/>
                  </a:lnTo>
                  <a:lnTo>
                    <a:pt x="4186459" y="984506"/>
                  </a:lnTo>
                  <a:lnTo>
                    <a:pt x="4189628" y="1156402"/>
                  </a:lnTo>
                  <a:lnTo>
                    <a:pt x="4192797" y="1296932"/>
                  </a:lnTo>
                  <a:lnTo>
                    <a:pt x="4195966" y="1456319"/>
                  </a:lnTo>
                  <a:lnTo>
                    <a:pt x="4199136" y="1564437"/>
                  </a:lnTo>
                  <a:lnTo>
                    <a:pt x="4202305" y="1571508"/>
                  </a:lnTo>
                  <a:lnTo>
                    <a:pt x="4205474" y="1569359"/>
                  </a:lnTo>
                  <a:lnTo>
                    <a:pt x="4208643" y="1675295"/>
                  </a:lnTo>
                  <a:lnTo>
                    <a:pt x="4211812" y="1810684"/>
                  </a:lnTo>
                  <a:lnTo>
                    <a:pt x="4214981" y="1934447"/>
                  </a:lnTo>
                  <a:lnTo>
                    <a:pt x="4218151" y="2087994"/>
                  </a:lnTo>
                  <a:lnTo>
                    <a:pt x="4221320" y="2251512"/>
                  </a:lnTo>
                  <a:lnTo>
                    <a:pt x="4224489" y="2360845"/>
                  </a:lnTo>
                  <a:lnTo>
                    <a:pt x="4227658" y="2372725"/>
                  </a:lnTo>
                  <a:lnTo>
                    <a:pt x="4230827" y="2338573"/>
                  </a:lnTo>
                  <a:lnTo>
                    <a:pt x="4233996" y="2274444"/>
                  </a:lnTo>
                  <a:lnTo>
                    <a:pt x="4237165" y="2185308"/>
                  </a:lnTo>
                  <a:lnTo>
                    <a:pt x="4240335" y="2114410"/>
                  </a:lnTo>
                  <a:lnTo>
                    <a:pt x="4243504" y="2192884"/>
                  </a:lnTo>
                  <a:lnTo>
                    <a:pt x="4246673" y="2314036"/>
                  </a:lnTo>
                  <a:lnTo>
                    <a:pt x="4249842" y="2454595"/>
                  </a:lnTo>
                  <a:lnTo>
                    <a:pt x="4253011" y="2577761"/>
                  </a:lnTo>
                  <a:lnTo>
                    <a:pt x="4256180" y="2699452"/>
                  </a:lnTo>
                  <a:lnTo>
                    <a:pt x="4259350" y="2857815"/>
                  </a:lnTo>
                  <a:lnTo>
                    <a:pt x="4262519" y="2861956"/>
                  </a:lnTo>
                  <a:lnTo>
                    <a:pt x="4265688" y="2824802"/>
                  </a:lnTo>
                  <a:lnTo>
                    <a:pt x="4268857" y="2810779"/>
                  </a:lnTo>
                  <a:lnTo>
                    <a:pt x="4272026" y="2756411"/>
                  </a:lnTo>
                  <a:lnTo>
                    <a:pt x="4275195" y="2623624"/>
                  </a:lnTo>
                  <a:lnTo>
                    <a:pt x="4278365" y="2349196"/>
                  </a:lnTo>
                  <a:lnTo>
                    <a:pt x="4281534" y="2127441"/>
                  </a:lnTo>
                  <a:lnTo>
                    <a:pt x="4284703" y="2007762"/>
                  </a:lnTo>
                  <a:lnTo>
                    <a:pt x="4287872" y="2013785"/>
                  </a:lnTo>
                  <a:lnTo>
                    <a:pt x="4291041" y="2048540"/>
                  </a:lnTo>
                  <a:lnTo>
                    <a:pt x="4294210" y="2139515"/>
                  </a:lnTo>
                  <a:lnTo>
                    <a:pt x="4297380" y="2232265"/>
                  </a:lnTo>
                  <a:lnTo>
                    <a:pt x="4300549" y="2288234"/>
                  </a:lnTo>
                  <a:lnTo>
                    <a:pt x="4303718" y="2310325"/>
                  </a:lnTo>
                  <a:lnTo>
                    <a:pt x="4306887" y="2290693"/>
                  </a:lnTo>
                  <a:lnTo>
                    <a:pt x="4310056" y="2261561"/>
                  </a:lnTo>
                  <a:lnTo>
                    <a:pt x="4313225" y="2221952"/>
                  </a:lnTo>
                  <a:lnTo>
                    <a:pt x="4316394" y="2232270"/>
                  </a:lnTo>
                  <a:lnTo>
                    <a:pt x="4319564" y="2305830"/>
                  </a:lnTo>
                  <a:lnTo>
                    <a:pt x="4322733" y="2414004"/>
                  </a:lnTo>
                  <a:lnTo>
                    <a:pt x="4325902" y="2472931"/>
                  </a:lnTo>
                  <a:lnTo>
                    <a:pt x="4329071" y="2370892"/>
                  </a:lnTo>
                  <a:lnTo>
                    <a:pt x="4332240" y="2334591"/>
                  </a:lnTo>
                  <a:lnTo>
                    <a:pt x="4335409" y="2465901"/>
                  </a:lnTo>
                  <a:lnTo>
                    <a:pt x="4338579" y="2507788"/>
                  </a:lnTo>
                  <a:lnTo>
                    <a:pt x="4341748" y="2440058"/>
                  </a:lnTo>
                  <a:lnTo>
                    <a:pt x="4344917" y="2371824"/>
                  </a:lnTo>
                  <a:lnTo>
                    <a:pt x="4348086" y="2551097"/>
                  </a:lnTo>
                  <a:lnTo>
                    <a:pt x="4351255" y="2708277"/>
                  </a:lnTo>
                  <a:lnTo>
                    <a:pt x="4354424" y="2752796"/>
                  </a:lnTo>
                  <a:lnTo>
                    <a:pt x="4357594" y="2818960"/>
                  </a:lnTo>
                  <a:lnTo>
                    <a:pt x="4360763" y="2909974"/>
                  </a:lnTo>
                  <a:lnTo>
                    <a:pt x="4363932" y="2908600"/>
                  </a:lnTo>
                  <a:lnTo>
                    <a:pt x="4367101" y="2840626"/>
                  </a:lnTo>
                  <a:lnTo>
                    <a:pt x="4370270" y="2822893"/>
                  </a:lnTo>
                  <a:lnTo>
                    <a:pt x="4373439" y="2794813"/>
                  </a:lnTo>
                  <a:lnTo>
                    <a:pt x="4376609" y="2751881"/>
                  </a:lnTo>
                  <a:lnTo>
                    <a:pt x="4379778" y="2671304"/>
                  </a:lnTo>
                  <a:lnTo>
                    <a:pt x="4382947" y="2610618"/>
                  </a:lnTo>
                  <a:lnTo>
                    <a:pt x="4386116" y="2588789"/>
                  </a:lnTo>
                  <a:lnTo>
                    <a:pt x="4389285" y="2484934"/>
                  </a:lnTo>
                  <a:lnTo>
                    <a:pt x="4392454" y="2301694"/>
                  </a:lnTo>
                  <a:lnTo>
                    <a:pt x="4395623" y="2195163"/>
                  </a:lnTo>
                  <a:lnTo>
                    <a:pt x="4398793" y="2120576"/>
                  </a:lnTo>
                  <a:lnTo>
                    <a:pt x="4401962" y="1995750"/>
                  </a:lnTo>
                  <a:lnTo>
                    <a:pt x="4405131" y="1878611"/>
                  </a:lnTo>
                  <a:lnTo>
                    <a:pt x="4408300" y="1908960"/>
                  </a:lnTo>
                  <a:lnTo>
                    <a:pt x="4411469" y="1994681"/>
                  </a:lnTo>
                  <a:lnTo>
                    <a:pt x="4414638" y="2020530"/>
                  </a:lnTo>
                  <a:lnTo>
                    <a:pt x="4417808" y="2114566"/>
                  </a:lnTo>
                  <a:lnTo>
                    <a:pt x="4420977" y="2363886"/>
                  </a:lnTo>
                  <a:lnTo>
                    <a:pt x="4424146" y="2572695"/>
                  </a:lnTo>
                  <a:lnTo>
                    <a:pt x="4427315" y="2587314"/>
                  </a:lnTo>
                  <a:lnTo>
                    <a:pt x="4430484" y="2581415"/>
                  </a:lnTo>
                  <a:lnTo>
                    <a:pt x="4433653" y="2571239"/>
                  </a:lnTo>
                  <a:lnTo>
                    <a:pt x="4436823" y="2469671"/>
                  </a:lnTo>
                  <a:lnTo>
                    <a:pt x="4439992" y="2343509"/>
                  </a:lnTo>
                  <a:lnTo>
                    <a:pt x="4443161" y="2152694"/>
                  </a:lnTo>
                  <a:lnTo>
                    <a:pt x="4446330" y="2010661"/>
                  </a:lnTo>
                  <a:lnTo>
                    <a:pt x="4449499" y="1928159"/>
                  </a:lnTo>
                  <a:lnTo>
                    <a:pt x="4452668" y="1917438"/>
                  </a:lnTo>
                  <a:lnTo>
                    <a:pt x="4455837" y="1925045"/>
                  </a:lnTo>
                  <a:lnTo>
                    <a:pt x="4459007" y="1838954"/>
                  </a:lnTo>
                  <a:lnTo>
                    <a:pt x="4462176" y="1872683"/>
                  </a:lnTo>
                  <a:lnTo>
                    <a:pt x="4465345" y="1926178"/>
                  </a:lnTo>
                  <a:lnTo>
                    <a:pt x="4468514" y="2071914"/>
                  </a:lnTo>
                  <a:lnTo>
                    <a:pt x="4471683" y="2244814"/>
                  </a:lnTo>
                  <a:lnTo>
                    <a:pt x="4474852" y="2391852"/>
                  </a:lnTo>
                  <a:lnTo>
                    <a:pt x="4478022" y="2580902"/>
                  </a:lnTo>
                  <a:lnTo>
                    <a:pt x="4481191" y="2670233"/>
                  </a:lnTo>
                  <a:lnTo>
                    <a:pt x="4484360" y="2738707"/>
                  </a:lnTo>
                  <a:lnTo>
                    <a:pt x="4487529" y="2721122"/>
                  </a:lnTo>
                  <a:lnTo>
                    <a:pt x="4490698" y="2569134"/>
                  </a:lnTo>
                  <a:lnTo>
                    <a:pt x="4493867" y="2404039"/>
                  </a:lnTo>
                  <a:lnTo>
                    <a:pt x="4497037" y="2174414"/>
                  </a:lnTo>
                  <a:lnTo>
                    <a:pt x="4500206" y="2047865"/>
                  </a:lnTo>
                  <a:lnTo>
                    <a:pt x="4503375" y="2068925"/>
                  </a:lnTo>
                  <a:lnTo>
                    <a:pt x="4506544" y="2135610"/>
                  </a:lnTo>
                  <a:lnTo>
                    <a:pt x="4509713" y="2287436"/>
                  </a:lnTo>
                  <a:lnTo>
                    <a:pt x="4512882" y="2376319"/>
                  </a:lnTo>
                  <a:lnTo>
                    <a:pt x="4516052" y="2400766"/>
                  </a:lnTo>
                  <a:lnTo>
                    <a:pt x="4519221" y="2356332"/>
                  </a:lnTo>
                  <a:lnTo>
                    <a:pt x="4522390" y="2356234"/>
                  </a:lnTo>
                  <a:lnTo>
                    <a:pt x="4525559" y="2375385"/>
                  </a:lnTo>
                  <a:lnTo>
                    <a:pt x="4528728" y="2353195"/>
                  </a:lnTo>
                  <a:lnTo>
                    <a:pt x="4531897" y="2344230"/>
                  </a:lnTo>
                  <a:lnTo>
                    <a:pt x="4535066" y="2388488"/>
                  </a:lnTo>
                  <a:lnTo>
                    <a:pt x="4538236" y="2438892"/>
                  </a:lnTo>
                  <a:lnTo>
                    <a:pt x="4541405" y="2324293"/>
                  </a:lnTo>
                  <a:lnTo>
                    <a:pt x="4544574" y="2181283"/>
                  </a:lnTo>
                  <a:lnTo>
                    <a:pt x="4547743" y="2073785"/>
                  </a:lnTo>
                  <a:lnTo>
                    <a:pt x="4550912" y="2047746"/>
                  </a:lnTo>
                  <a:lnTo>
                    <a:pt x="4554081" y="2087864"/>
                  </a:lnTo>
                  <a:lnTo>
                    <a:pt x="4557251" y="2082121"/>
                  </a:lnTo>
                  <a:lnTo>
                    <a:pt x="4560420" y="2021706"/>
                  </a:lnTo>
                  <a:lnTo>
                    <a:pt x="4563589" y="1898831"/>
                  </a:lnTo>
                  <a:lnTo>
                    <a:pt x="4566758" y="1861877"/>
                  </a:lnTo>
                  <a:lnTo>
                    <a:pt x="4569927" y="1862040"/>
                  </a:lnTo>
                  <a:lnTo>
                    <a:pt x="4573096" y="1921477"/>
                  </a:lnTo>
                  <a:lnTo>
                    <a:pt x="4576266" y="2017960"/>
                  </a:lnTo>
                  <a:lnTo>
                    <a:pt x="4579435" y="2131505"/>
                  </a:lnTo>
                  <a:lnTo>
                    <a:pt x="4582604" y="2219412"/>
                  </a:lnTo>
                  <a:lnTo>
                    <a:pt x="4585773" y="2270071"/>
                  </a:lnTo>
                  <a:lnTo>
                    <a:pt x="4588942" y="2321446"/>
                  </a:lnTo>
                  <a:lnTo>
                    <a:pt x="4592111" y="2257130"/>
                  </a:lnTo>
                  <a:lnTo>
                    <a:pt x="4595280" y="2189369"/>
                  </a:lnTo>
                  <a:lnTo>
                    <a:pt x="4598450" y="2210706"/>
                  </a:lnTo>
                  <a:lnTo>
                    <a:pt x="4601619" y="2228317"/>
                  </a:lnTo>
                  <a:lnTo>
                    <a:pt x="4604788" y="2154881"/>
                  </a:lnTo>
                  <a:lnTo>
                    <a:pt x="4607957" y="2059096"/>
                  </a:lnTo>
                  <a:lnTo>
                    <a:pt x="4611126" y="2096752"/>
                  </a:lnTo>
                  <a:lnTo>
                    <a:pt x="4614295" y="2120291"/>
                  </a:lnTo>
                  <a:lnTo>
                    <a:pt x="4617465" y="1918781"/>
                  </a:lnTo>
                  <a:lnTo>
                    <a:pt x="4620634" y="1811326"/>
                  </a:lnTo>
                  <a:lnTo>
                    <a:pt x="4623803" y="1793463"/>
                  </a:lnTo>
                  <a:lnTo>
                    <a:pt x="4626972" y="1823444"/>
                  </a:lnTo>
                  <a:lnTo>
                    <a:pt x="4630141" y="1791173"/>
                  </a:lnTo>
                  <a:lnTo>
                    <a:pt x="4633310" y="1809530"/>
                  </a:lnTo>
                  <a:lnTo>
                    <a:pt x="4636480" y="2016557"/>
                  </a:lnTo>
                  <a:lnTo>
                    <a:pt x="4639649" y="2075501"/>
                  </a:lnTo>
                  <a:lnTo>
                    <a:pt x="4642818" y="2140207"/>
                  </a:lnTo>
                  <a:lnTo>
                    <a:pt x="4645987" y="2155149"/>
                  </a:lnTo>
                  <a:lnTo>
                    <a:pt x="4649156" y="2156411"/>
                  </a:lnTo>
                  <a:lnTo>
                    <a:pt x="4652325" y="2081939"/>
                  </a:lnTo>
                  <a:lnTo>
                    <a:pt x="4655495" y="2000386"/>
                  </a:lnTo>
                  <a:lnTo>
                    <a:pt x="4658664" y="2143284"/>
                  </a:lnTo>
                  <a:lnTo>
                    <a:pt x="4661833" y="2260710"/>
                  </a:lnTo>
                  <a:lnTo>
                    <a:pt x="4665002" y="2342220"/>
                  </a:lnTo>
                  <a:lnTo>
                    <a:pt x="4668171" y="2452927"/>
                  </a:lnTo>
                  <a:lnTo>
                    <a:pt x="4671340" y="2558767"/>
                  </a:lnTo>
                  <a:lnTo>
                    <a:pt x="4674509" y="2648033"/>
                  </a:lnTo>
                  <a:lnTo>
                    <a:pt x="4677679" y="2585099"/>
                  </a:lnTo>
                  <a:lnTo>
                    <a:pt x="4680848" y="2490747"/>
                  </a:lnTo>
                  <a:lnTo>
                    <a:pt x="4684017" y="2456727"/>
                  </a:lnTo>
                  <a:lnTo>
                    <a:pt x="4687186" y="2381857"/>
                  </a:lnTo>
                  <a:lnTo>
                    <a:pt x="4690355" y="2257983"/>
                  </a:lnTo>
                  <a:lnTo>
                    <a:pt x="4693524" y="2099928"/>
                  </a:lnTo>
                  <a:lnTo>
                    <a:pt x="4696694" y="2015689"/>
                  </a:lnTo>
                  <a:lnTo>
                    <a:pt x="4699863" y="1976508"/>
                  </a:lnTo>
                  <a:lnTo>
                    <a:pt x="4703032" y="1913525"/>
                  </a:lnTo>
                  <a:lnTo>
                    <a:pt x="4706201" y="1863985"/>
                  </a:lnTo>
                  <a:lnTo>
                    <a:pt x="4709370" y="1994762"/>
                  </a:lnTo>
                  <a:lnTo>
                    <a:pt x="4712539" y="2194273"/>
                  </a:lnTo>
                  <a:lnTo>
                    <a:pt x="4715709" y="2328248"/>
                  </a:lnTo>
                  <a:lnTo>
                    <a:pt x="4718878" y="2400982"/>
                  </a:lnTo>
                  <a:lnTo>
                    <a:pt x="4722047" y="2554336"/>
                  </a:lnTo>
                  <a:lnTo>
                    <a:pt x="4725216" y="2728428"/>
                  </a:lnTo>
                  <a:lnTo>
                    <a:pt x="4728385" y="2812205"/>
                  </a:lnTo>
                  <a:lnTo>
                    <a:pt x="4731554" y="2871095"/>
                  </a:lnTo>
                  <a:lnTo>
                    <a:pt x="4734724" y="2950963"/>
                  </a:lnTo>
                  <a:lnTo>
                    <a:pt x="4737893" y="3055078"/>
                  </a:lnTo>
                  <a:lnTo>
                    <a:pt x="4741062" y="3076602"/>
                  </a:lnTo>
                  <a:lnTo>
                    <a:pt x="4744231" y="3065080"/>
                  </a:lnTo>
                  <a:lnTo>
                    <a:pt x="4747400" y="3069465"/>
                  </a:lnTo>
                  <a:lnTo>
                    <a:pt x="4750569" y="3043785"/>
                  </a:lnTo>
                  <a:lnTo>
                    <a:pt x="4753738" y="3009975"/>
                  </a:lnTo>
                  <a:lnTo>
                    <a:pt x="4756908" y="2998087"/>
                  </a:lnTo>
                  <a:lnTo>
                    <a:pt x="4760077" y="2988358"/>
                  </a:lnTo>
                  <a:lnTo>
                    <a:pt x="4763246" y="2932217"/>
                  </a:lnTo>
                  <a:lnTo>
                    <a:pt x="4766415" y="2867275"/>
                  </a:lnTo>
                  <a:lnTo>
                    <a:pt x="4769584" y="2855813"/>
                  </a:lnTo>
                  <a:lnTo>
                    <a:pt x="4772753" y="2825578"/>
                  </a:lnTo>
                  <a:lnTo>
                    <a:pt x="4775923" y="2769527"/>
                  </a:lnTo>
                  <a:lnTo>
                    <a:pt x="4779092" y="2714734"/>
                  </a:lnTo>
                  <a:lnTo>
                    <a:pt x="4782261" y="2725341"/>
                  </a:lnTo>
                  <a:lnTo>
                    <a:pt x="4785430" y="2780815"/>
                  </a:lnTo>
                  <a:lnTo>
                    <a:pt x="4788599" y="2817954"/>
                  </a:lnTo>
                  <a:lnTo>
                    <a:pt x="4791768" y="2882002"/>
                  </a:lnTo>
                  <a:lnTo>
                    <a:pt x="4794938" y="2949941"/>
                  </a:lnTo>
                  <a:lnTo>
                    <a:pt x="4798107" y="3014462"/>
                  </a:lnTo>
                  <a:lnTo>
                    <a:pt x="4801276" y="3079843"/>
                  </a:lnTo>
                  <a:lnTo>
                    <a:pt x="4804445" y="3116972"/>
                  </a:lnTo>
                  <a:lnTo>
                    <a:pt x="4804445" y="3116972"/>
                  </a:lnTo>
                  <a:lnTo>
                    <a:pt x="4807614" y="3049329"/>
                  </a:lnTo>
                  <a:lnTo>
                    <a:pt x="4810783" y="2888042"/>
                  </a:lnTo>
                  <a:lnTo>
                    <a:pt x="4813952" y="2699081"/>
                  </a:lnTo>
                  <a:lnTo>
                    <a:pt x="4817122" y="2473447"/>
                  </a:lnTo>
                  <a:lnTo>
                    <a:pt x="4820291" y="2355492"/>
                  </a:lnTo>
                  <a:lnTo>
                    <a:pt x="4823460" y="2208894"/>
                  </a:lnTo>
                  <a:lnTo>
                    <a:pt x="4826629" y="2214285"/>
                  </a:lnTo>
                  <a:lnTo>
                    <a:pt x="4829798" y="2342556"/>
                  </a:lnTo>
                  <a:lnTo>
                    <a:pt x="4832967" y="2421024"/>
                  </a:lnTo>
                  <a:lnTo>
                    <a:pt x="4836137" y="2608575"/>
                  </a:lnTo>
                  <a:lnTo>
                    <a:pt x="4839306" y="2661534"/>
                  </a:lnTo>
                  <a:lnTo>
                    <a:pt x="4842475" y="2671552"/>
                  </a:lnTo>
                  <a:lnTo>
                    <a:pt x="4845644" y="2669196"/>
                  </a:lnTo>
                  <a:lnTo>
                    <a:pt x="4848813" y="2655956"/>
                  </a:lnTo>
                  <a:lnTo>
                    <a:pt x="4851982" y="2719757"/>
                  </a:lnTo>
                  <a:lnTo>
                    <a:pt x="4855152" y="2757283"/>
                  </a:lnTo>
                  <a:lnTo>
                    <a:pt x="4858321" y="2781196"/>
                  </a:lnTo>
                  <a:lnTo>
                    <a:pt x="4861490" y="2820505"/>
                  </a:lnTo>
                  <a:lnTo>
                    <a:pt x="4864659" y="2864160"/>
                  </a:lnTo>
                  <a:lnTo>
                    <a:pt x="4867828" y="2864309"/>
                  </a:lnTo>
                  <a:lnTo>
                    <a:pt x="4870997" y="2786731"/>
                  </a:lnTo>
                  <a:lnTo>
                    <a:pt x="4874167" y="2601609"/>
                  </a:lnTo>
                  <a:lnTo>
                    <a:pt x="4877336" y="2435294"/>
                  </a:lnTo>
                  <a:lnTo>
                    <a:pt x="4880505" y="2255317"/>
                  </a:lnTo>
                  <a:lnTo>
                    <a:pt x="4883674" y="1995027"/>
                  </a:lnTo>
                  <a:lnTo>
                    <a:pt x="4886843" y="1764384"/>
                  </a:lnTo>
                  <a:lnTo>
                    <a:pt x="4890012" y="1723436"/>
                  </a:lnTo>
                  <a:lnTo>
                    <a:pt x="4893181" y="1871550"/>
                  </a:lnTo>
                  <a:lnTo>
                    <a:pt x="4896351" y="1942240"/>
                  </a:lnTo>
                  <a:lnTo>
                    <a:pt x="4899520" y="1893373"/>
                  </a:lnTo>
                  <a:lnTo>
                    <a:pt x="4902689" y="1903104"/>
                  </a:lnTo>
                  <a:lnTo>
                    <a:pt x="4905858" y="2005713"/>
                  </a:lnTo>
                  <a:lnTo>
                    <a:pt x="4909027" y="2113147"/>
                  </a:lnTo>
                  <a:lnTo>
                    <a:pt x="4912196" y="2086449"/>
                  </a:lnTo>
                  <a:lnTo>
                    <a:pt x="4915366" y="2144564"/>
                  </a:lnTo>
                  <a:lnTo>
                    <a:pt x="4918535" y="2295004"/>
                  </a:lnTo>
                  <a:lnTo>
                    <a:pt x="4921704" y="2464881"/>
                  </a:lnTo>
                  <a:lnTo>
                    <a:pt x="4924873" y="2476413"/>
                  </a:lnTo>
                  <a:lnTo>
                    <a:pt x="4928042" y="2453557"/>
                  </a:lnTo>
                  <a:lnTo>
                    <a:pt x="4931211" y="2460979"/>
                  </a:lnTo>
                  <a:lnTo>
                    <a:pt x="4934381" y="2417576"/>
                  </a:lnTo>
                  <a:lnTo>
                    <a:pt x="4937550" y="2453375"/>
                  </a:lnTo>
                  <a:lnTo>
                    <a:pt x="4940719" y="2490177"/>
                  </a:lnTo>
                  <a:lnTo>
                    <a:pt x="4943888" y="2598485"/>
                  </a:lnTo>
                  <a:lnTo>
                    <a:pt x="4947057" y="2595531"/>
                  </a:lnTo>
                  <a:lnTo>
                    <a:pt x="4950226" y="2416070"/>
                  </a:lnTo>
                  <a:lnTo>
                    <a:pt x="4953395" y="2269001"/>
                  </a:lnTo>
                  <a:lnTo>
                    <a:pt x="4956565" y="2176113"/>
                  </a:lnTo>
                  <a:lnTo>
                    <a:pt x="4959734" y="2152418"/>
                  </a:lnTo>
                  <a:lnTo>
                    <a:pt x="4962903" y="1957694"/>
                  </a:lnTo>
                  <a:lnTo>
                    <a:pt x="4966072" y="1748165"/>
                  </a:lnTo>
                  <a:lnTo>
                    <a:pt x="4969241" y="1898209"/>
                  </a:lnTo>
                  <a:lnTo>
                    <a:pt x="4972410" y="2039508"/>
                  </a:lnTo>
                  <a:lnTo>
                    <a:pt x="4975580" y="2128168"/>
                  </a:lnTo>
                  <a:lnTo>
                    <a:pt x="4978749" y="2148597"/>
                  </a:lnTo>
                  <a:lnTo>
                    <a:pt x="4981918" y="2273744"/>
                  </a:lnTo>
                  <a:lnTo>
                    <a:pt x="4985087" y="2443717"/>
                  </a:lnTo>
                  <a:lnTo>
                    <a:pt x="4988256" y="2361187"/>
                  </a:lnTo>
                  <a:lnTo>
                    <a:pt x="4991425" y="2302205"/>
                  </a:lnTo>
                  <a:lnTo>
                    <a:pt x="4994595" y="2236546"/>
                  </a:lnTo>
                  <a:lnTo>
                    <a:pt x="4997764" y="2089459"/>
                  </a:lnTo>
                  <a:lnTo>
                    <a:pt x="5000933" y="1936559"/>
                  </a:lnTo>
                  <a:lnTo>
                    <a:pt x="5004102" y="1832584"/>
                  </a:lnTo>
                  <a:lnTo>
                    <a:pt x="5007271" y="1831006"/>
                  </a:lnTo>
                  <a:lnTo>
                    <a:pt x="5010440" y="1872117"/>
                  </a:lnTo>
                  <a:lnTo>
                    <a:pt x="5013610" y="1861346"/>
                  </a:lnTo>
                  <a:lnTo>
                    <a:pt x="5016779" y="1842164"/>
                  </a:lnTo>
                  <a:lnTo>
                    <a:pt x="5019948" y="1940477"/>
                  </a:lnTo>
                  <a:lnTo>
                    <a:pt x="5023117" y="2007209"/>
                  </a:lnTo>
                  <a:lnTo>
                    <a:pt x="5026286" y="1939348"/>
                  </a:lnTo>
                  <a:lnTo>
                    <a:pt x="5029455" y="1828573"/>
                  </a:lnTo>
                  <a:lnTo>
                    <a:pt x="5032624" y="1784782"/>
                  </a:lnTo>
                  <a:lnTo>
                    <a:pt x="5035794" y="1832569"/>
                  </a:lnTo>
                  <a:lnTo>
                    <a:pt x="5038963" y="1899664"/>
                  </a:lnTo>
                  <a:lnTo>
                    <a:pt x="5042132" y="1760219"/>
                  </a:lnTo>
                  <a:lnTo>
                    <a:pt x="5045301" y="1679446"/>
                  </a:lnTo>
                  <a:lnTo>
                    <a:pt x="5048470" y="1739019"/>
                  </a:lnTo>
                  <a:lnTo>
                    <a:pt x="5051639" y="1780125"/>
                  </a:lnTo>
                  <a:lnTo>
                    <a:pt x="5054809" y="1880831"/>
                  </a:lnTo>
                  <a:lnTo>
                    <a:pt x="5057978" y="1896202"/>
                  </a:lnTo>
                  <a:lnTo>
                    <a:pt x="5061147" y="2053297"/>
                  </a:lnTo>
                  <a:lnTo>
                    <a:pt x="5064316" y="2198408"/>
                  </a:lnTo>
                  <a:lnTo>
                    <a:pt x="5067485" y="2137954"/>
                  </a:lnTo>
                  <a:lnTo>
                    <a:pt x="5070654" y="2061091"/>
                  </a:lnTo>
                  <a:lnTo>
                    <a:pt x="5073824" y="1958537"/>
                  </a:lnTo>
                  <a:lnTo>
                    <a:pt x="5076993" y="1987660"/>
                  </a:lnTo>
                  <a:lnTo>
                    <a:pt x="5080162" y="2117564"/>
                  </a:lnTo>
                  <a:lnTo>
                    <a:pt x="5083331" y="2219376"/>
                  </a:lnTo>
                  <a:lnTo>
                    <a:pt x="5086500" y="2259922"/>
                  </a:lnTo>
                  <a:lnTo>
                    <a:pt x="5089669" y="2180289"/>
                  </a:lnTo>
                  <a:lnTo>
                    <a:pt x="5092839" y="2005577"/>
                  </a:lnTo>
                  <a:lnTo>
                    <a:pt x="5096008" y="1769935"/>
                  </a:lnTo>
                  <a:lnTo>
                    <a:pt x="5099177" y="1567904"/>
                  </a:lnTo>
                  <a:lnTo>
                    <a:pt x="5102346" y="1313856"/>
                  </a:lnTo>
                  <a:lnTo>
                    <a:pt x="5105515" y="1142056"/>
                  </a:lnTo>
                  <a:lnTo>
                    <a:pt x="5108684" y="1125018"/>
                  </a:lnTo>
                  <a:lnTo>
                    <a:pt x="5111853" y="1321330"/>
                  </a:lnTo>
                  <a:lnTo>
                    <a:pt x="5115023" y="1401317"/>
                  </a:lnTo>
                  <a:lnTo>
                    <a:pt x="5118192" y="1318813"/>
                  </a:lnTo>
                  <a:lnTo>
                    <a:pt x="5121361" y="1409843"/>
                  </a:lnTo>
                  <a:lnTo>
                    <a:pt x="5124530" y="1548177"/>
                  </a:lnTo>
                  <a:lnTo>
                    <a:pt x="5127699" y="1671422"/>
                  </a:lnTo>
                  <a:lnTo>
                    <a:pt x="5130868" y="1613619"/>
                  </a:lnTo>
                  <a:lnTo>
                    <a:pt x="5134038" y="1664268"/>
                  </a:lnTo>
                  <a:lnTo>
                    <a:pt x="5137207" y="1732305"/>
                  </a:lnTo>
                  <a:lnTo>
                    <a:pt x="5140376" y="1644157"/>
                  </a:lnTo>
                  <a:lnTo>
                    <a:pt x="5143545" y="1630129"/>
                  </a:lnTo>
                  <a:lnTo>
                    <a:pt x="5146714" y="1741633"/>
                  </a:lnTo>
                  <a:lnTo>
                    <a:pt x="5149883" y="1850925"/>
                  </a:lnTo>
                  <a:lnTo>
                    <a:pt x="5153053" y="1847904"/>
                  </a:lnTo>
                  <a:lnTo>
                    <a:pt x="5156222" y="1901493"/>
                  </a:lnTo>
                  <a:lnTo>
                    <a:pt x="5159391" y="2006154"/>
                  </a:lnTo>
                  <a:lnTo>
                    <a:pt x="5162560" y="1925014"/>
                  </a:lnTo>
                  <a:lnTo>
                    <a:pt x="5165729" y="1784407"/>
                  </a:lnTo>
                  <a:lnTo>
                    <a:pt x="5168898" y="1786923"/>
                  </a:lnTo>
                  <a:lnTo>
                    <a:pt x="5172067" y="1759251"/>
                  </a:lnTo>
                  <a:lnTo>
                    <a:pt x="5175237" y="1653654"/>
                  </a:lnTo>
                  <a:lnTo>
                    <a:pt x="5178406" y="1478369"/>
                  </a:lnTo>
                  <a:lnTo>
                    <a:pt x="5181575" y="1418213"/>
                  </a:lnTo>
                  <a:lnTo>
                    <a:pt x="5184744" y="1318919"/>
                  </a:lnTo>
                  <a:lnTo>
                    <a:pt x="5187913" y="1128269"/>
                  </a:lnTo>
                  <a:lnTo>
                    <a:pt x="5191082" y="937113"/>
                  </a:lnTo>
                  <a:lnTo>
                    <a:pt x="5194252" y="846216"/>
                  </a:lnTo>
                  <a:lnTo>
                    <a:pt x="5197421" y="926024"/>
                  </a:lnTo>
                  <a:lnTo>
                    <a:pt x="5200590" y="926146"/>
                  </a:lnTo>
                  <a:lnTo>
                    <a:pt x="5203759" y="986174"/>
                  </a:lnTo>
                  <a:lnTo>
                    <a:pt x="5206928" y="1028633"/>
                  </a:lnTo>
                  <a:lnTo>
                    <a:pt x="5210097" y="978383"/>
                  </a:lnTo>
                  <a:lnTo>
                    <a:pt x="5213267" y="844882"/>
                  </a:lnTo>
                  <a:lnTo>
                    <a:pt x="5216436" y="686962"/>
                  </a:lnTo>
                  <a:lnTo>
                    <a:pt x="5219605" y="617336"/>
                  </a:lnTo>
                  <a:lnTo>
                    <a:pt x="5222774" y="441184"/>
                  </a:lnTo>
                  <a:lnTo>
                    <a:pt x="5225943" y="344796"/>
                  </a:lnTo>
                  <a:lnTo>
                    <a:pt x="5229112" y="456394"/>
                  </a:lnTo>
                  <a:lnTo>
                    <a:pt x="5232282" y="654307"/>
                  </a:lnTo>
                  <a:lnTo>
                    <a:pt x="5235451" y="747697"/>
                  </a:lnTo>
                  <a:lnTo>
                    <a:pt x="5238620" y="789754"/>
                  </a:lnTo>
                  <a:lnTo>
                    <a:pt x="5241789" y="801590"/>
                  </a:lnTo>
                  <a:lnTo>
                    <a:pt x="5244958" y="739715"/>
                  </a:lnTo>
                  <a:lnTo>
                    <a:pt x="5248127" y="705136"/>
                  </a:lnTo>
                  <a:lnTo>
                    <a:pt x="5251296" y="651596"/>
                  </a:lnTo>
                  <a:lnTo>
                    <a:pt x="5254466" y="654185"/>
                  </a:lnTo>
                  <a:lnTo>
                    <a:pt x="5257635" y="808651"/>
                  </a:lnTo>
                  <a:lnTo>
                    <a:pt x="5260804" y="1158213"/>
                  </a:lnTo>
                  <a:lnTo>
                    <a:pt x="5263973" y="1486856"/>
                  </a:lnTo>
                  <a:lnTo>
                    <a:pt x="5267142" y="1643758"/>
                  </a:lnTo>
                  <a:lnTo>
                    <a:pt x="5270311" y="1653123"/>
                  </a:lnTo>
                  <a:lnTo>
                    <a:pt x="5273481" y="1669590"/>
                  </a:lnTo>
                  <a:lnTo>
                    <a:pt x="5276650" y="1543557"/>
                  </a:lnTo>
                  <a:lnTo>
                    <a:pt x="5279819" y="1227008"/>
                  </a:lnTo>
                  <a:lnTo>
                    <a:pt x="5282988" y="884660"/>
                  </a:lnTo>
                  <a:lnTo>
                    <a:pt x="5286157" y="705586"/>
                  </a:lnTo>
                  <a:lnTo>
                    <a:pt x="5289326" y="790418"/>
                  </a:lnTo>
                  <a:lnTo>
                    <a:pt x="5292496" y="784697"/>
                  </a:lnTo>
                  <a:lnTo>
                    <a:pt x="5295665" y="748276"/>
                  </a:lnTo>
                  <a:lnTo>
                    <a:pt x="5298834" y="771569"/>
                  </a:lnTo>
                  <a:lnTo>
                    <a:pt x="5302003" y="866322"/>
                  </a:lnTo>
                  <a:lnTo>
                    <a:pt x="5305172" y="911971"/>
                  </a:lnTo>
                  <a:lnTo>
                    <a:pt x="5308341" y="858388"/>
                  </a:lnTo>
                  <a:lnTo>
                    <a:pt x="5311510" y="818441"/>
                  </a:lnTo>
                  <a:lnTo>
                    <a:pt x="5314680" y="774074"/>
                  </a:lnTo>
                  <a:lnTo>
                    <a:pt x="5317849" y="739483"/>
                  </a:lnTo>
                  <a:lnTo>
                    <a:pt x="5321018" y="688506"/>
                  </a:lnTo>
                  <a:lnTo>
                    <a:pt x="5324187" y="737862"/>
                  </a:lnTo>
                  <a:lnTo>
                    <a:pt x="5327356" y="748604"/>
                  </a:lnTo>
                  <a:lnTo>
                    <a:pt x="5330525" y="683443"/>
                  </a:lnTo>
                  <a:lnTo>
                    <a:pt x="5333695" y="684551"/>
                  </a:lnTo>
                  <a:lnTo>
                    <a:pt x="5336864" y="809844"/>
                  </a:lnTo>
                  <a:lnTo>
                    <a:pt x="5340033" y="953313"/>
                  </a:lnTo>
                  <a:lnTo>
                    <a:pt x="5343202" y="868526"/>
                  </a:lnTo>
                  <a:lnTo>
                    <a:pt x="5346371" y="753333"/>
                  </a:lnTo>
                  <a:lnTo>
                    <a:pt x="5349540" y="856502"/>
                  </a:lnTo>
                  <a:lnTo>
                    <a:pt x="5352710" y="987953"/>
                  </a:lnTo>
                  <a:lnTo>
                    <a:pt x="5355879" y="1000414"/>
                  </a:lnTo>
                  <a:lnTo>
                    <a:pt x="5359048" y="1053740"/>
                  </a:lnTo>
                  <a:lnTo>
                    <a:pt x="5362217" y="1144938"/>
                  </a:lnTo>
                  <a:lnTo>
                    <a:pt x="5365386" y="1185415"/>
                  </a:lnTo>
                  <a:lnTo>
                    <a:pt x="5368555" y="1117648"/>
                  </a:lnTo>
                  <a:lnTo>
                    <a:pt x="5371725" y="1020348"/>
                  </a:lnTo>
                  <a:lnTo>
                    <a:pt x="5374894" y="798002"/>
                  </a:lnTo>
                  <a:lnTo>
                    <a:pt x="5378063" y="481405"/>
                  </a:lnTo>
                  <a:lnTo>
                    <a:pt x="5381232" y="341523"/>
                  </a:lnTo>
                  <a:lnTo>
                    <a:pt x="5384401" y="346950"/>
                  </a:lnTo>
                  <a:lnTo>
                    <a:pt x="5387570" y="437058"/>
                  </a:lnTo>
                  <a:lnTo>
                    <a:pt x="5390739" y="571921"/>
                  </a:lnTo>
                  <a:lnTo>
                    <a:pt x="5393909" y="768376"/>
                  </a:lnTo>
                  <a:lnTo>
                    <a:pt x="5397078" y="828112"/>
                  </a:lnTo>
                  <a:lnTo>
                    <a:pt x="5400247" y="755665"/>
                  </a:lnTo>
                  <a:lnTo>
                    <a:pt x="5403416" y="698425"/>
                  </a:lnTo>
                  <a:lnTo>
                    <a:pt x="5406585" y="693960"/>
                  </a:lnTo>
                  <a:lnTo>
                    <a:pt x="5409754" y="688582"/>
                  </a:lnTo>
                  <a:lnTo>
                    <a:pt x="5412924" y="657816"/>
                  </a:lnTo>
                  <a:lnTo>
                    <a:pt x="5416093" y="746962"/>
                  </a:lnTo>
                  <a:lnTo>
                    <a:pt x="5419262" y="912784"/>
                  </a:lnTo>
                  <a:lnTo>
                    <a:pt x="5422431" y="925182"/>
                  </a:lnTo>
                  <a:lnTo>
                    <a:pt x="5425600" y="781267"/>
                  </a:lnTo>
                  <a:lnTo>
                    <a:pt x="5428769" y="589968"/>
                  </a:lnTo>
                  <a:lnTo>
                    <a:pt x="5431939" y="545134"/>
                  </a:lnTo>
                  <a:lnTo>
                    <a:pt x="5435108" y="582922"/>
                  </a:lnTo>
                  <a:lnTo>
                    <a:pt x="5438277" y="661891"/>
                  </a:lnTo>
                  <a:lnTo>
                    <a:pt x="5441446" y="914262"/>
                  </a:lnTo>
                  <a:lnTo>
                    <a:pt x="5444615" y="1289427"/>
                  </a:lnTo>
                  <a:lnTo>
                    <a:pt x="5447784" y="1631537"/>
                  </a:lnTo>
                  <a:lnTo>
                    <a:pt x="5450954" y="1747755"/>
                  </a:lnTo>
                  <a:lnTo>
                    <a:pt x="5454123" y="1694933"/>
                  </a:lnTo>
                  <a:lnTo>
                    <a:pt x="5457292" y="1512965"/>
                  </a:lnTo>
                  <a:lnTo>
                    <a:pt x="5460461" y="1336158"/>
                  </a:lnTo>
                  <a:lnTo>
                    <a:pt x="5463630" y="1052542"/>
                  </a:lnTo>
                  <a:lnTo>
                    <a:pt x="5466799" y="715408"/>
                  </a:lnTo>
                  <a:lnTo>
                    <a:pt x="5469968" y="485419"/>
                  </a:lnTo>
                  <a:lnTo>
                    <a:pt x="5473138" y="364065"/>
                  </a:lnTo>
                  <a:lnTo>
                    <a:pt x="5476307" y="303020"/>
                  </a:lnTo>
                  <a:lnTo>
                    <a:pt x="5479476" y="181760"/>
                  </a:lnTo>
                  <a:lnTo>
                    <a:pt x="5482645" y="74719"/>
                  </a:lnTo>
                  <a:lnTo>
                    <a:pt x="5485814" y="0"/>
                  </a:lnTo>
                  <a:lnTo>
                    <a:pt x="5485814" y="0"/>
                  </a:lnTo>
                  <a:lnTo>
                    <a:pt x="5488983" y="13832"/>
                  </a:lnTo>
                  <a:lnTo>
                    <a:pt x="5492153" y="180563"/>
                  </a:lnTo>
                  <a:lnTo>
                    <a:pt x="5495322" y="394076"/>
                  </a:lnTo>
                  <a:lnTo>
                    <a:pt x="5498491" y="510913"/>
                  </a:lnTo>
                  <a:lnTo>
                    <a:pt x="5501660" y="654900"/>
                  </a:lnTo>
                  <a:lnTo>
                    <a:pt x="5504829" y="818136"/>
                  </a:lnTo>
                  <a:lnTo>
                    <a:pt x="5507998" y="963211"/>
                  </a:lnTo>
                  <a:lnTo>
                    <a:pt x="5511168" y="914725"/>
                  </a:lnTo>
                  <a:lnTo>
                    <a:pt x="5514337" y="836788"/>
                  </a:lnTo>
                  <a:lnTo>
                    <a:pt x="5517506" y="812282"/>
                  </a:lnTo>
                  <a:lnTo>
                    <a:pt x="5520675" y="823132"/>
                  </a:lnTo>
                  <a:lnTo>
                    <a:pt x="5523844" y="866269"/>
                  </a:lnTo>
                  <a:lnTo>
                    <a:pt x="5527013" y="811736"/>
                  </a:lnTo>
                  <a:lnTo>
                    <a:pt x="5530182" y="887200"/>
                  </a:lnTo>
                  <a:lnTo>
                    <a:pt x="5533352" y="994954"/>
                  </a:lnTo>
                  <a:lnTo>
                    <a:pt x="5536521" y="1097376"/>
                  </a:lnTo>
                  <a:lnTo>
                    <a:pt x="5539690" y="1128916"/>
                  </a:lnTo>
                  <a:lnTo>
                    <a:pt x="5542859" y="1384180"/>
                  </a:lnTo>
                  <a:lnTo>
                    <a:pt x="5546028" y="1732855"/>
                  </a:lnTo>
                  <a:lnTo>
                    <a:pt x="5549197" y="1916682"/>
                  </a:lnTo>
                  <a:lnTo>
                    <a:pt x="5552367" y="1990578"/>
                  </a:lnTo>
                  <a:lnTo>
                    <a:pt x="5555536" y="2140751"/>
                  </a:lnTo>
                  <a:lnTo>
                    <a:pt x="5558705" y="2189165"/>
                  </a:lnTo>
                  <a:lnTo>
                    <a:pt x="5561874" y="1970298"/>
                  </a:lnTo>
                  <a:lnTo>
                    <a:pt x="5565043" y="1755331"/>
                  </a:lnTo>
                  <a:lnTo>
                    <a:pt x="5568212" y="1557627"/>
                  </a:lnTo>
                  <a:lnTo>
                    <a:pt x="5571382" y="1481000"/>
                  </a:lnTo>
                  <a:lnTo>
                    <a:pt x="5574551" y="1394361"/>
                  </a:lnTo>
                  <a:lnTo>
                    <a:pt x="5577720" y="1455638"/>
                  </a:lnTo>
                  <a:lnTo>
                    <a:pt x="5580889" y="1569908"/>
                  </a:lnTo>
                  <a:lnTo>
                    <a:pt x="5584058" y="1502794"/>
                  </a:lnTo>
                  <a:lnTo>
                    <a:pt x="5587227" y="1436402"/>
                  </a:lnTo>
                  <a:lnTo>
                    <a:pt x="5590397" y="1375831"/>
                  </a:lnTo>
                  <a:lnTo>
                    <a:pt x="5593566" y="1423594"/>
                  </a:lnTo>
                  <a:lnTo>
                    <a:pt x="5596735" y="1496244"/>
                  </a:lnTo>
                  <a:lnTo>
                    <a:pt x="5599904" y="1632010"/>
                  </a:lnTo>
                  <a:lnTo>
                    <a:pt x="5603073" y="1904328"/>
                  </a:lnTo>
                  <a:lnTo>
                    <a:pt x="5606242" y="2242299"/>
                  </a:lnTo>
                  <a:lnTo>
                    <a:pt x="5609411" y="2509811"/>
                  </a:lnTo>
                  <a:lnTo>
                    <a:pt x="5612581" y="2636316"/>
                  </a:lnTo>
                  <a:lnTo>
                    <a:pt x="5615750" y="2695557"/>
                  </a:lnTo>
                  <a:lnTo>
                    <a:pt x="5618919" y="2591203"/>
                  </a:lnTo>
                  <a:lnTo>
                    <a:pt x="5622088" y="2449939"/>
                  </a:lnTo>
                  <a:lnTo>
                    <a:pt x="5625257" y="2288775"/>
                  </a:lnTo>
                  <a:lnTo>
                    <a:pt x="5628426" y="2143782"/>
                  </a:lnTo>
                  <a:lnTo>
                    <a:pt x="5631596" y="2064841"/>
                  </a:lnTo>
                  <a:lnTo>
                    <a:pt x="5634765" y="2027270"/>
                  </a:lnTo>
                  <a:lnTo>
                    <a:pt x="5637934" y="2090626"/>
                  </a:lnTo>
                  <a:lnTo>
                    <a:pt x="5641103" y="2246467"/>
                  </a:lnTo>
                  <a:lnTo>
                    <a:pt x="5644272" y="2404676"/>
                  </a:lnTo>
                  <a:lnTo>
                    <a:pt x="5647441" y="2533531"/>
                  </a:lnTo>
                  <a:lnTo>
                    <a:pt x="5650611" y="2586212"/>
                  </a:lnTo>
                  <a:lnTo>
                    <a:pt x="5653780" y="2618966"/>
                  </a:lnTo>
                  <a:lnTo>
                    <a:pt x="5656949" y="2602098"/>
                  </a:lnTo>
                  <a:lnTo>
                    <a:pt x="5660118" y="2527382"/>
                  </a:lnTo>
                  <a:lnTo>
                    <a:pt x="5663287" y="2528090"/>
                  </a:lnTo>
                  <a:lnTo>
                    <a:pt x="5666456" y="2580769"/>
                  </a:lnTo>
                  <a:lnTo>
                    <a:pt x="5669626" y="2591339"/>
                  </a:lnTo>
                  <a:lnTo>
                    <a:pt x="5672795" y="2557572"/>
                  </a:lnTo>
                  <a:lnTo>
                    <a:pt x="5675964" y="2533621"/>
                  </a:lnTo>
                  <a:lnTo>
                    <a:pt x="5679133" y="2531531"/>
                  </a:lnTo>
                  <a:lnTo>
                    <a:pt x="5682302" y="2476108"/>
                  </a:lnTo>
                  <a:lnTo>
                    <a:pt x="5685471" y="2429589"/>
                  </a:lnTo>
                  <a:lnTo>
                    <a:pt x="5688640" y="2464486"/>
                  </a:lnTo>
                  <a:lnTo>
                    <a:pt x="5691810" y="2583844"/>
                  </a:lnTo>
                  <a:lnTo>
                    <a:pt x="5694979" y="2734649"/>
                  </a:lnTo>
                  <a:lnTo>
                    <a:pt x="5698148" y="2861874"/>
                  </a:lnTo>
                  <a:lnTo>
                    <a:pt x="5701317" y="2911309"/>
                  </a:lnTo>
                  <a:lnTo>
                    <a:pt x="5704486" y="2818912"/>
                  </a:lnTo>
                  <a:lnTo>
                    <a:pt x="5707655" y="2577995"/>
                  </a:lnTo>
                  <a:lnTo>
                    <a:pt x="5710825" y="2325982"/>
                  </a:lnTo>
                  <a:lnTo>
                    <a:pt x="5713994" y="2161617"/>
                  </a:lnTo>
                  <a:lnTo>
                    <a:pt x="5717163" y="1934921"/>
                  </a:lnTo>
                  <a:lnTo>
                    <a:pt x="5720332" y="1719346"/>
                  </a:lnTo>
                  <a:lnTo>
                    <a:pt x="5723501" y="1600934"/>
                  </a:lnTo>
                  <a:lnTo>
                    <a:pt x="5726670" y="1731767"/>
                  </a:lnTo>
                  <a:lnTo>
                    <a:pt x="5729840" y="1962139"/>
                  </a:lnTo>
                  <a:lnTo>
                    <a:pt x="5733009" y="2002575"/>
                  </a:lnTo>
                  <a:lnTo>
                    <a:pt x="5736178" y="2140693"/>
                  </a:lnTo>
                  <a:lnTo>
                    <a:pt x="5739347" y="2316264"/>
                  </a:lnTo>
                  <a:lnTo>
                    <a:pt x="5742516" y="2314973"/>
                  </a:lnTo>
                  <a:lnTo>
                    <a:pt x="5745685" y="2145940"/>
                  </a:lnTo>
                  <a:lnTo>
                    <a:pt x="5748854" y="1894580"/>
                  </a:lnTo>
                  <a:lnTo>
                    <a:pt x="5752024" y="1767142"/>
                  </a:lnTo>
                  <a:lnTo>
                    <a:pt x="5755193" y="1619790"/>
                  </a:lnTo>
                  <a:lnTo>
                    <a:pt x="5758362" y="1439189"/>
                  </a:lnTo>
                  <a:lnTo>
                    <a:pt x="5761531" y="1342389"/>
                  </a:lnTo>
                  <a:lnTo>
                    <a:pt x="5764700" y="1232760"/>
                  </a:lnTo>
                  <a:lnTo>
                    <a:pt x="5767869" y="1082855"/>
                  </a:lnTo>
                  <a:lnTo>
                    <a:pt x="5771039" y="895617"/>
                  </a:lnTo>
                  <a:lnTo>
                    <a:pt x="5774208" y="709237"/>
                  </a:lnTo>
                  <a:lnTo>
                    <a:pt x="5777377" y="568188"/>
                  </a:lnTo>
                  <a:lnTo>
                    <a:pt x="5780546" y="493772"/>
                  </a:lnTo>
                  <a:lnTo>
                    <a:pt x="5783715" y="468374"/>
                  </a:lnTo>
                  <a:lnTo>
                    <a:pt x="5786884" y="535079"/>
                  </a:lnTo>
                  <a:lnTo>
                    <a:pt x="5790054" y="655562"/>
                  </a:lnTo>
                  <a:lnTo>
                    <a:pt x="5793223" y="777185"/>
                  </a:lnTo>
                  <a:lnTo>
                    <a:pt x="5796392" y="910125"/>
                  </a:lnTo>
                  <a:lnTo>
                    <a:pt x="5799561" y="1159644"/>
                  </a:lnTo>
                  <a:lnTo>
                    <a:pt x="5802730" y="1369105"/>
                  </a:lnTo>
                  <a:lnTo>
                    <a:pt x="5805899" y="1357406"/>
                  </a:lnTo>
                  <a:lnTo>
                    <a:pt x="5809069" y="1290998"/>
                  </a:lnTo>
                  <a:lnTo>
                    <a:pt x="5812238" y="1219738"/>
                  </a:lnTo>
                  <a:lnTo>
                    <a:pt x="5815407" y="1091137"/>
                  </a:lnTo>
                  <a:lnTo>
                    <a:pt x="5818576" y="895288"/>
                  </a:lnTo>
                  <a:lnTo>
                    <a:pt x="5821745" y="793680"/>
                  </a:lnTo>
                  <a:lnTo>
                    <a:pt x="5824914" y="896818"/>
                  </a:lnTo>
                  <a:lnTo>
                    <a:pt x="5828083" y="1025626"/>
                  </a:lnTo>
                  <a:lnTo>
                    <a:pt x="5831253" y="1145805"/>
                  </a:lnTo>
                  <a:lnTo>
                    <a:pt x="5834422" y="1275862"/>
                  </a:lnTo>
                  <a:lnTo>
                    <a:pt x="5837591" y="1331177"/>
                  </a:lnTo>
                  <a:lnTo>
                    <a:pt x="5840760" y="1328434"/>
                  </a:lnTo>
                  <a:lnTo>
                    <a:pt x="5843929" y="1236939"/>
                  </a:lnTo>
                  <a:lnTo>
                    <a:pt x="5847098" y="1077483"/>
                  </a:lnTo>
                  <a:lnTo>
                    <a:pt x="5850268" y="958155"/>
                  </a:lnTo>
                  <a:lnTo>
                    <a:pt x="5853437" y="842195"/>
                  </a:lnTo>
                  <a:lnTo>
                    <a:pt x="5856606" y="778604"/>
                  </a:lnTo>
                  <a:lnTo>
                    <a:pt x="5859775" y="811200"/>
                  </a:lnTo>
                  <a:lnTo>
                    <a:pt x="5862944" y="939571"/>
                  </a:lnTo>
                  <a:lnTo>
                    <a:pt x="5866113" y="998637"/>
                  </a:lnTo>
                  <a:lnTo>
                    <a:pt x="5869283" y="1035683"/>
                  </a:lnTo>
                  <a:lnTo>
                    <a:pt x="5872452" y="1246583"/>
                  </a:lnTo>
                  <a:lnTo>
                    <a:pt x="5875621" y="1485445"/>
                  </a:lnTo>
                  <a:lnTo>
                    <a:pt x="5878790" y="1556698"/>
                  </a:lnTo>
                  <a:lnTo>
                    <a:pt x="5881959" y="1518275"/>
                  </a:lnTo>
                  <a:lnTo>
                    <a:pt x="5885128" y="1574112"/>
                  </a:lnTo>
                  <a:lnTo>
                    <a:pt x="5888297" y="1550388"/>
                  </a:lnTo>
                  <a:lnTo>
                    <a:pt x="5891467" y="1325817"/>
                  </a:lnTo>
                  <a:lnTo>
                    <a:pt x="5894636" y="1084782"/>
                  </a:lnTo>
                  <a:lnTo>
                    <a:pt x="5897805" y="1029626"/>
                  </a:lnTo>
                  <a:lnTo>
                    <a:pt x="5900974" y="1169781"/>
                  </a:lnTo>
                  <a:lnTo>
                    <a:pt x="5904143" y="1366244"/>
                  </a:lnTo>
                  <a:lnTo>
                    <a:pt x="5907312" y="1571097"/>
                  </a:lnTo>
                  <a:lnTo>
                    <a:pt x="5910482" y="1743415"/>
                  </a:lnTo>
                  <a:lnTo>
                    <a:pt x="5913651" y="1899278"/>
                  </a:lnTo>
                  <a:lnTo>
                    <a:pt x="5916820" y="1874964"/>
                  </a:lnTo>
                  <a:lnTo>
                    <a:pt x="5919989" y="1605471"/>
                  </a:lnTo>
                  <a:lnTo>
                    <a:pt x="5923158" y="1315643"/>
                  </a:lnTo>
                  <a:lnTo>
                    <a:pt x="5926327" y="1208244"/>
                  </a:lnTo>
                  <a:lnTo>
                    <a:pt x="5929497" y="1262374"/>
                  </a:lnTo>
                  <a:lnTo>
                    <a:pt x="5932666" y="1272885"/>
                  </a:lnTo>
                  <a:lnTo>
                    <a:pt x="5935835" y="1427092"/>
                  </a:lnTo>
                  <a:lnTo>
                    <a:pt x="5939004" y="1702921"/>
                  </a:lnTo>
                  <a:lnTo>
                    <a:pt x="5942173" y="1990851"/>
                  </a:lnTo>
                  <a:lnTo>
                    <a:pt x="5945342" y="2148443"/>
                  </a:lnTo>
                  <a:lnTo>
                    <a:pt x="5948512" y="2284541"/>
                  </a:lnTo>
                  <a:lnTo>
                    <a:pt x="5951681" y="2518964"/>
                  </a:lnTo>
                  <a:lnTo>
                    <a:pt x="5954850" y="2642312"/>
                  </a:lnTo>
                  <a:lnTo>
                    <a:pt x="5958019" y="2716655"/>
                  </a:lnTo>
                  <a:lnTo>
                    <a:pt x="5961188" y="2684092"/>
                  </a:lnTo>
                  <a:lnTo>
                    <a:pt x="5964357" y="2617020"/>
                  </a:lnTo>
                  <a:lnTo>
                    <a:pt x="5967526" y="2594795"/>
                  </a:lnTo>
                  <a:lnTo>
                    <a:pt x="5970696" y="2553844"/>
                  </a:lnTo>
                  <a:lnTo>
                    <a:pt x="5973865" y="2563312"/>
                  </a:lnTo>
                  <a:lnTo>
                    <a:pt x="5977034" y="2578005"/>
                  </a:lnTo>
                  <a:lnTo>
                    <a:pt x="5980203" y="2653493"/>
                  </a:lnTo>
                  <a:lnTo>
                    <a:pt x="5983372" y="2788413"/>
                  </a:lnTo>
                  <a:lnTo>
                    <a:pt x="5986541" y="2884453"/>
                  </a:lnTo>
                  <a:lnTo>
                    <a:pt x="5989711" y="2953963"/>
                  </a:lnTo>
                  <a:lnTo>
                    <a:pt x="5992880" y="2974195"/>
                  </a:lnTo>
                  <a:lnTo>
                    <a:pt x="5996049" y="3004979"/>
                  </a:lnTo>
                  <a:lnTo>
                    <a:pt x="5999218" y="3067765"/>
                  </a:lnTo>
                  <a:lnTo>
                    <a:pt x="6002387" y="3090589"/>
                  </a:lnTo>
                  <a:lnTo>
                    <a:pt x="6005556" y="2996328"/>
                  </a:lnTo>
                  <a:lnTo>
                    <a:pt x="6008726" y="2908385"/>
                  </a:lnTo>
                  <a:lnTo>
                    <a:pt x="6011895" y="2857704"/>
                  </a:lnTo>
                  <a:lnTo>
                    <a:pt x="6015064" y="2753326"/>
                  </a:lnTo>
                  <a:lnTo>
                    <a:pt x="6018233" y="2585204"/>
                  </a:lnTo>
                  <a:lnTo>
                    <a:pt x="6021402" y="2424113"/>
                  </a:lnTo>
                  <a:lnTo>
                    <a:pt x="6024571" y="2365152"/>
                  </a:lnTo>
                  <a:lnTo>
                    <a:pt x="6027741" y="2328630"/>
                  </a:lnTo>
                  <a:lnTo>
                    <a:pt x="6030910" y="2322610"/>
                  </a:lnTo>
                  <a:lnTo>
                    <a:pt x="6034079" y="2387752"/>
                  </a:lnTo>
                  <a:lnTo>
                    <a:pt x="6037248" y="2543281"/>
                  </a:lnTo>
                  <a:lnTo>
                    <a:pt x="6040417" y="2709168"/>
                  </a:lnTo>
                  <a:lnTo>
                    <a:pt x="6043586" y="2805850"/>
                  </a:lnTo>
                  <a:lnTo>
                    <a:pt x="6046755" y="2891530"/>
                  </a:lnTo>
                  <a:lnTo>
                    <a:pt x="6049925" y="2943699"/>
                  </a:lnTo>
                  <a:lnTo>
                    <a:pt x="6053094" y="2954303"/>
                  </a:lnTo>
                  <a:lnTo>
                    <a:pt x="6056263" y="2926412"/>
                  </a:lnTo>
                  <a:lnTo>
                    <a:pt x="6059432" y="2933331"/>
                  </a:lnTo>
                  <a:lnTo>
                    <a:pt x="6062601" y="2939891"/>
                  </a:lnTo>
                  <a:lnTo>
                    <a:pt x="6065770" y="2880545"/>
                  </a:lnTo>
                  <a:lnTo>
                    <a:pt x="6068940" y="2806516"/>
                  </a:lnTo>
                  <a:lnTo>
                    <a:pt x="6072109" y="2706407"/>
                  </a:lnTo>
                  <a:lnTo>
                    <a:pt x="6075278" y="2646389"/>
                  </a:lnTo>
                  <a:lnTo>
                    <a:pt x="6078447" y="2627833"/>
                  </a:lnTo>
                  <a:lnTo>
                    <a:pt x="6081616" y="2667356"/>
                  </a:lnTo>
                  <a:lnTo>
                    <a:pt x="6084785" y="2640233"/>
                  </a:lnTo>
                  <a:lnTo>
                    <a:pt x="6087955" y="2531589"/>
                  </a:lnTo>
                  <a:lnTo>
                    <a:pt x="6091124" y="2490705"/>
                  </a:lnTo>
                  <a:lnTo>
                    <a:pt x="6094293" y="2533075"/>
                  </a:lnTo>
                  <a:lnTo>
                    <a:pt x="6097462" y="2531115"/>
                  </a:lnTo>
                  <a:lnTo>
                    <a:pt x="6100631" y="2491916"/>
                  </a:lnTo>
                  <a:lnTo>
                    <a:pt x="6103800" y="2575109"/>
                  </a:lnTo>
                  <a:lnTo>
                    <a:pt x="6106969" y="2757784"/>
                  </a:lnTo>
                  <a:lnTo>
                    <a:pt x="6110139" y="2909083"/>
                  </a:lnTo>
                  <a:lnTo>
                    <a:pt x="6113308" y="2911678"/>
                  </a:lnTo>
                  <a:lnTo>
                    <a:pt x="6116477" y="2870839"/>
                  </a:lnTo>
                  <a:lnTo>
                    <a:pt x="6119646" y="2856729"/>
                  </a:lnTo>
                  <a:lnTo>
                    <a:pt x="6122815" y="2845911"/>
                  </a:lnTo>
                  <a:lnTo>
                    <a:pt x="6125984" y="2810313"/>
                  </a:lnTo>
                  <a:lnTo>
                    <a:pt x="6129154" y="2800195"/>
                  </a:lnTo>
                  <a:lnTo>
                    <a:pt x="6132323" y="2853486"/>
                  </a:lnTo>
                  <a:lnTo>
                    <a:pt x="6135492" y="2922790"/>
                  </a:lnTo>
                  <a:lnTo>
                    <a:pt x="6138661" y="2970997"/>
                  </a:lnTo>
                  <a:lnTo>
                    <a:pt x="6141830" y="2899251"/>
                  </a:lnTo>
                  <a:lnTo>
                    <a:pt x="6144999" y="2808208"/>
                  </a:lnTo>
                  <a:lnTo>
                    <a:pt x="6148169" y="2613185"/>
                  </a:lnTo>
                  <a:lnTo>
                    <a:pt x="6151338" y="2355794"/>
                  </a:lnTo>
                  <a:lnTo>
                    <a:pt x="6154507" y="2174231"/>
                  </a:lnTo>
                  <a:lnTo>
                    <a:pt x="6157676" y="1960856"/>
                  </a:lnTo>
                  <a:lnTo>
                    <a:pt x="6160845" y="1879707"/>
                  </a:lnTo>
                  <a:lnTo>
                    <a:pt x="6164014" y="1850992"/>
                  </a:lnTo>
                  <a:lnTo>
                    <a:pt x="6167184" y="1987980"/>
                  </a:lnTo>
                  <a:lnTo>
                    <a:pt x="6170353" y="2204982"/>
                  </a:lnTo>
                  <a:lnTo>
                    <a:pt x="6173522" y="2363496"/>
                  </a:lnTo>
                  <a:lnTo>
                    <a:pt x="6176691" y="2528736"/>
                  </a:lnTo>
                  <a:lnTo>
                    <a:pt x="6179860" y="2651175"/>
                  </a:lnTo>
                  <a:lnTo>
                    <a:pt x="6183029" y="2806532"/>
                  </a:lnTo>
                  <a:lnTo>
                    <a:pt x="6186198" y="2866396"/>
                  </a:lnTo>
                  <a:lnTo>
                    <a:pt x="6189368" y="2802944"/>
                  </a:lnTo>
                  <a:lnTo>
                    <a:pt x="6192537" y="2752185"/>
                  </a:lnTo>
                  <a:lnTo>
                    <a:pt x="6195706" y="2719494"/>
                  </a:lnTo>
                  <a:lnTo>
                    <a:pt x="6198875" y="2690323"/>
                  </a:lnTo>
                  <a:lnTo>
                    <a:pt x="6202044" y="2650598"/>
                  </a:lnTo>
                  <a:lnTo>
                    <a:pt x="6205213" y="2689448"/>
                  </a:lnTo>
                  <a:lnTo>
                    <a:pt x="6208383" y="2792364"/>
                  </a:lnTo>
                  <a:lnTo>
                    <a:pt x="6211552" y="2803412"/>
                  </a:lnTo>
                  <a:lnTo>
                    <a:pt x="6214721" y="2783919"/>
                  </a:lnTo>
                  <a:lnTo>
                    <a:pt x="6217890" y="2777098"/>
                  </a:lnTo>
                  <a:lnTo>
                    <a:pt x="6221059" y="2732255"/>
                  </a:lnTo>
                  <a:lnTo>
                    <a:pt x="6224228" y="2641021"/>
                  </a:lnTo>
                  <a:lnTo>
                    <a:pt x="6227398" y="2553316"/>
                  </a:lnTo>
                  <a:lnTo>
                    <a:pt x="6230567" y="2509483"/>
                  </a:lnTo>
                  <a:lnTo>
                    <a:pt x="6233736" y="2550005"/>
                  </a:lnTo>
                  <a:lnTo>
                    <a:pt x="6236905" y="2594277"/>
                  </a:lnTo>
                  <a:lnTo>
                    <a:pt x="6240074" y="2636329"/>
                  </a:lnTo>
                  <a:lnTo>
                    <a:pt x="6243243" y="2715322"/>
                  </a:lnTo>
                  <a:lnTo>
                    <a:pt x="6246412" y="2806202"/>
                  </a:lnTo>
                  <a:lnTo>
                    <a:pt x="6249582" y="2912795"/>
                  </a:lnTo>
                  <a:lnTo>
                    <a:pt x="6252751" y="2980455"/>
                  </a:lnTo>
                  <a:lnTo>
                    <a:pt x="6255920" y="2997090"/>
                  </a:lnTo>
                  <a:lnTo>
                    <a:pt x="6259089" y="2997803"/>
                  </a:lnTo>
                  <a:lnTo>
                    <a:pt x="6262258" y="2985992"/>
                  </a:lnTo>
                  <a:lnTo>
                    <a:pt x="6265427" y="2970049"/>
                  </a:lnTo>
                  <a:lnTo>
                    <a:pt x="6268597" y="2970050"/>
                  </a:lnTo>
                  <a:lnTo>
                    <a:pt x="6271766" y="2970050"/>
                  </a:lnTo>
                  <a:lnTo>
                    <a:pt x="6274935" y="2999908"/>
                  </a:lnTo>
                  <a:lnTo>
                    <a:pt x="6278104" y="3060839"/>
                  </a:lnTo>
                  <a:lnTo>
                    <a:pt x="6281273" y="3092460"/>
                  </a:lnTo>
                  <a:lnTo>
                    <a:pt x="6284442" y="3076250"/>
                  </a:lnTo>
                  <a:lnTo>
                    <a:pt x="6287612" y="3045866"/>
                  </a:lnTo>
                  <a:lnTo>
                    <a:pt x="6290781" y="3013277"/>
                  </a:lnTo>
                  <a:lnTo>
                    <a:pt x="6293950" y="2974264"/>
                  </a:lnTo>
                  <a:lnTo>
                    <a:pt x="6297119" y="2947286"/>
                  </a:lnTo>
                  <a:lnTo>
                    <a:pt x="6300288" y="2891113"/>
                  </a:lnTo>
                  <a:lnTo>
                    <a:pt x="6303457" y="2885442"/>
                  </a:lnTo>
                  <a:lnTo>
                    <a:pt x="6306627" y="2915826"/>
                  </a:lnTo>
                  <a:lnTo>
                    <a:pt x="6309796" y="2948416"/>
                  </a:lnTo>
                  <a:lnTo>
                    <a:pt x="6312965" y="2987429"/>
                  </a:lnTo>
                  <a:lnTo>
                    <a:pt x="6316134" y="2995281"/>
                  </a:lnTo>
                  <a:lnTo>
                    <a:pt x="6319303" y="3031643"/>
                  </a:lnTo>
                  <a:lnTo>
                    <a:pt x="6322472" y="3069465"/>
                  </a:lnTo>
                  <a:lnTo>
                    <a:pt x="6325641" y="3069465"/>
                  </a:lnTo>
                  <a:lnTo>
                    <a:pt x="6328811" y="3069465"/>
                  </a:lnTo>
                  <a:lnTo>
                    <a:pt x="6331980" y="3069465"/>
                  </a:lnTo>
                  <a:lnTo>
                    <a:pt x="6335149" y="3069465"/>
                  </a:lnTo>
                  <a:lnTo>
                    <a:pt x="6338318" y="3045232"/>
                  </a:lnTo>
                  <a:lnTo>
                    <a:pt x="6341487" y="2982240"/>
                  </a:lnTo>
                  <a:lnTo>
                    <a:pt x="6344656" y="2927201"/>
                  </a:lnTo>
                  <a:lnTo>
                    <a:pt x="6347826" y="2911153"/>
                  </a:lnTo>
                  <a:lnTo>
                    <a:pt x="6350995" y="2867234"/>
                  </a:lnTo>
                  <a:lnTo>
                    <a:pt x="6354164" y="2850304"/>
                  </a:lnTo>
                  <a:lnTo>
                    <a:pt x="6357333" y="2874536"/>
                  </a:lnTo>
                  <a:lnTo>
                    <a:pt x="6360502" y="2937530"/>
                  </a:lnTo>
                  <a:lnTo>
                    <a:pt x="6363671" y="2983754"/>
                  </a:lnTo>
                  <a:lnTo>
                    <a:pt x="6366841" y="2958633"/>
                  </a:lnTo>
                  <a:lnTo>
                    <a:pt x="6370010" y="2976744"/>
                  </a:lnTo>
                  <a:lnTo>
                    <a:pt x="6373179" y="2993675"/>
                  </a:lnTo>
                  <a:lnTo>
                    <a:pt x="6376348" y="2993676"/>
                  </a:lnTo>
                  <a:lnTo>
                    <a:pt x="6379517" y="2991930"/>
                  </a:lnTo>
                  <a:lnTo>
                    <a:pt x="6382686" y="2973859"/>
                  </a:lnTo>
                  <a:lnTo>
                    <a:pt x="6385856" y="2978960"/>
                  </a:lnTo>
                  <a:lnTo>
                    <a:pt x="6389025" y="2955441"/>
                  </a:lnTo>
                  <a:lnTo>
                    <a:pt x="6392194" y="2879256"/>
                  </a:lnTo>
                  <a:lnTo>
                    <a:pt x="6395363" y="2854634"/>
                  </a:lnTo>
                  <a:lnTo>
                    <a:pt x="6398532" y="2856381"/>
                  </a:lnTo>
                  <a:lnTo>
                    <a:pt x="6401701" y="2870472"/>
                  </a:lnTo>
                  <a:lnTo>
                    <a:pt x="6404870" y="2869168"/>
                  </a:lnTo>
                  <a:lnTo>
                    <a:pt x="6408040" y="2917605"/>
                  </a:lnTo>
                  <a:lnTo>
                    <a:pt x="6411209" y="2993790"/>
                  </a:lnTo>
                  <a:lnTo>
                    <a:pt x="6414378" y="3018413"/>
                  </a:lnTo>
                  <a:lnTo>
                    <a:pt x="6417547" y="3018413"/>
                  </a:lnTo>
                  <a:lnTo>
                    <a:pt x="6420716" y="3031205"/>
                  </a:lnTo>
                  <a:lnTo>
                    <a:pt x="6423885" y="3068575"/>
                  </a:lnTo>
                  <a:lnTo>
                    <a:pt x="6427055" y="3069465"/>
                  </a:lnTo>
                  <a:lnTo>
                    <a:pt x="6430224" y="3055550"/>
                  </a:lnTo>
                  <a:lnTo>
                    <a:pt x="6433393" y="3019343"/>
                  </a:lnTo>
                  <a:lnTo>
                    <a:pt x="6436562" y="2993170"/>
                  </a:lnTo>
                  <a:lnTo>
                    <a:pt x="6439731" y="2992344"/>
                  </a:lnTo>
                  <a:lnTo>
                    <a:pt x="6442900" y="2992345"/>
                  </a:lnTo>
                  <a:lnTo>
                    <a:pt x="6446070" y="2992345"/>
                  </a:lnTo>
                  <a:lnTo>
                    <a:pt x="6449239" y="2987518"/>
                  </a:lnTo>
                  <a:lnTo>
                    <a:pt x="6452408" y="2954463"/>
                  </a:lnTo>
                  <a:lnTo>
                    <a:pt x="6455577" y="2937830"/>
                  </a:lnTo>
                  <a:lnTo>
                    <a:pt x="6458746" y="2864658"/>
                  </a:lnTo>
                  <a:lnTo>
                    <a:pt x="6461915" y="2819466"/>
                  </a:lnTo>
                  <a:lnTo>
                    <a:pt x="6465084" y="2818504"/>
                  </a:lnTo>
                  <a:lnTo>
                    <a:pt x="6468254" y="2808563"/>
                  </a:lnTo>
                  <a:lnTo>
                    <a:pt x="6471423" y="2841082"/>
                  </a:lnTo>
                  <a:lnTo>
                    <a:pt x="6474592" y="2873661"/>
                  </a:lnTo>
                  <a:lnTo>
                    <a:pt x="6477761" y="2906837"/>
                  </a:lnTo>
                  <a:lnTo>
                    <a:pt x="6480930" y="2844142"/>
                  </a:lnTo>
                  <a:lnTo>
                    <a:pt x="6484099" y="2718784"/>
                  </a:lnTo>
                  <a:lnTo>
                    <a:pt x="6487269" y="2536250"/>
                  </a:lnTo>
                  <a:lnTo>
                    <a:pt x="6490438" y="2339082"/>
                  </a:lnTo>
                  <a:lnTo>
                    <a:pt x="6493607" y="2133285"/>
                  </a:lnTo>
                  <a:lnTo>
                    <a:pt x="6496776" y="2041472"/>
                  </a:lnTo>
                  <a:lnTo>
                    <a:pt x="6499945" y="2018125"/>
                  </a:lnTo>
                  <a:lnTo>
                    <a:pt x="6503114" y="1945526"/>
                  </a:lnTo>
                  <a:lnTo>
                    <a:pt x="6506284" y="2031085"/>
                  </a:lnTo>
                  <a:lnTo>
                    <a:pt x="6509453" y="2245706"/>
                  </a:lnTo>
                  <a:lnTo>
                    <a:pt x="6512622" y="2461727"/>
                  </a:lnTo>
                  <a:lnTo>
                    <a:pt x="6515791" y="2594365"/>
                  </a:lnTo>
                  <a:lnTo>
                    <a:pt x="6518960" y="2721174"/>
                  </a:lnTo>
                  <a:lnTo>
                    <a:pt x="6522129" y="2871252"/>
                  </a:lnTo>
                  <a:lnTo>
                    <a:pt x="6525299" y="2976366"/>
                  </a:lnTo>
                  <a:lnTo>
                    <a:pt x="6528468" y="2995660"/>
                  </a:lnTo>
                  <a:lnTo>
                    <a:pt x="6531637" y="2995660"/>
                  </a:lnTo>
                  <a:lnTo>
                    <a:pt x="6534806" y="2974438"/>
                  </a:lnTo>
                  <a:lnTo>
                    <a:pt x="6537975" y="2901770"/>
                  </a:lnTo>
                  <a:lnTo>
                    <a:pt x="6541144" y="2846320"/>
                  </a:lnTo>
                  <a:lnTo>
                    <a:pt x="6544313" y="2778547"/>
                  </a:lnTo>
                  <a:lnTo>
                    <a:pt x="6547483" y="2744887"/>
                  </a:lnTo>
                  <a:lnTo>
                    <a:pt x="6550652" y="2744889"/>
                  </a:lnTo>
                  <a:lnTo>
                    <a:pt x="6553821" y="2765971"/>
                  </a:lnTo>
                  <a:lnTo>
                    <a:pt x="6556990" y="2797813"/>
                  </a:lnTo>
                  <a:lnTo>
                    <a:pt x="6560159" y="2873555"/>
                  </a:lnTo>
                  <a:lnTo>
                    <a:pt x="6563328" y="2961866"/>
                  </a:lnTo>
                  <a:lnTo>
                    <a:pt x="6566498" y="2946551"/>
                  </a:lnTo>
                  <a:lnTo>
                    <a:pt x="6569667" y="2905994"/>
                  </a:lnTo>
                  <a:lnTo>
                    <a:pt x="6572836" y="2779821"/>
                  </a:lnTo>
                  <a:lnTo>
                    <a:pt x="6576005" y="2643863"/>
                  </a:lnTo>
                  <a:lnTo>
                    <a:pt x="6579174" y="2533587"/>
                  </a:lnTo>
                  <a:lnTo>
                    <a:pt x="6582343" y="2510842"/>
                  </a:lnTo>
                  <a:lnTo>
                    <a:pt x="6585513" y="2559817"/>
                  </a:lnTo>
                  <a:lnTo>
                    <a:pt x="6588682" y="2600374"/>
                  </a:lnTo>
                  <a:lnTo>
                    <a:pt x="6591851" y="2726688"/>
                  </a:lnTo>
                  <a:lnTo>
                    <a:pt x="6595020" y="2902242"/>
                  </a:lnTo>
                  <a:lnTo>
                    <a:pt x="6598189" y="3006476"/>
                  </a:lnTo>
                  <a:lnTo>
                    <a:pt x="6601358" y="2996569"/>
                  </a:lnTo>
                  <a:lnTo>
                    <a:pt x="6604527" y="2993125"/>
                  </a:lnTo>
                  <a:lnTo>
                    <a:pt x="6607697" y="2993126"/>
                  </a:lnTo>
                  <a:lnTo>
                    <a:pt x="6610866" y="2993126"/>
                  </a:lnTo>
                  <a:lnTo>
                    <a:pt x="6614035" y="2998780"/>
                  </a:lnTo>
                  <a:lnTo>
                    <a:pt x="6617204" y="3033370"/>
                  </a:lnTo>
                  <a:lnTo>
                    <a:pt x="6620373" y="3066019"/>
                  </a:lnTo>
                  <a:lnTo>
                    <a:pt x="6623542" y="3069465"/>
                  </a:lnTo>
                  <a:lnTo>
                    <a:pt x="6626712" y="3021758"/>
                  </a:lnTo>
                  <a:lnTo>
                    <a:pt x="6629881" y="2947074"/>
                  </a:lnTo>
                  <a:lnTo>
                    <a:pt x="6633050" y="2930870"/>
                  </a:lnTo>
                  <a:lnTo>
                    <a:pt x="6636219" y="2930872"/>
                  </a:lnTo>
                  <a:lnTo>
                    <a:pt x="6639388" y="2930873"/>
                  </a:lnTo>
                  <a:lnTo>
                    <a:pt x="6642557" y="2930045"/>
                  </a:lnTo>
                  <a:lnTo>
                    <a:pt x="6645727" y="2943835"/>
                  </a:lnTo>
                  <a:lnTo>
                    <a:pt x="6648896" y="2981660"/>
                  </a:lnTo>
                  <a:lnTo>
                    <a:pt x="6652065" y="2993629"/>
                  </a:lnTo>
                  <a:lnTo>
                    <a:pt x="6655234" y="2993630"/>
                  </a:lnTo>
                  <a:lnTo>
                    <a:pt x="6658403" y="2993630"/>
                  </a:lnTo>
                  <a:lnTo>
                    <a:pt x="6661572" y="2994459"/>
                  </a:lnTo>
                  <a:lnTo>
                    <a:pt x="6664742" y="3028373"/>
                  </a:lnTo>
                  <a:lnTo>
                    <a:pt x="6667911" y="3065230"/>
                  </a:lnTo>
                  <a:lnTo>
                    <a:pt x="6671080" y="3069465"/>
                  </a:lnTo>
                  <a:lnTo>
                    <a:pt x="6674249" y="3069465"/>
                  </a:lnTo>
                  <a:lnTo>
                    <a:pt x="6677418" y="3062950"/>
                  </a:lnTo>
                  <a:lnTo>
                    <a:pt x="6680587" y="3043144"/>
                  </a:lnTo>
                  <a:lnTo>
                    <a:pt x="6683756" y="3006493"/>
                  </a:lnTo>
                  <a:lnTo>
                    <a:pt x="6686926" y="2967835"/>
                  </a:lnTo>
                  <a:lnTo>
                    <a:pt x="6690095" y="2967835"/>
                  </a:lnTo>
                  <a:lnTo>
                    <a:pt x="6693264" y="2967836"/>
                  </a:lnTo>
                  <a:lnTo>
                    <a:pt x="6696433" y="2974351"/>
                  </a:lnTo>
                  <a:lnTo>
                    <a:pt x="6699602" y="2994157"/>
                  </a:lnTo>
                  <a:lnTo>
                    <a:pt x="6702771" y="3030807"/>
                  </a:lnTo>
                  <a:lnTo>
                    <a:pt x="6705941" y="3069465"/>
                  </a:lnTo>
                  <a:lnTo>
                    <a:pt x="6709110" y="3069465"/>
                  </a:lnTo>
                  <a:lnTo>
                    <a:pt x="6712279" y="3065894"/>
                  </a:lnTo>
                  <a:lnTo>
                    <a:pt x="6715448" y="3033037"/>
                  </a:lnTo>
                  <a:lnTo>
                    <a:pt x="6718617" y="3004196"/>
                  </a:lnTo>
                  <a:lnTo>
                    <a:pt x="6721786" y="2869839"/>
                  </a:lnTo>
                  <a:lnTo>
                    <a:pt x="6724956" y="2692147"/>
                  </a:lnTo>
                  <a:lnTo>
                    <a:pt x="6728125" y="2520105"/>
                  </a:lnTo>
                  <a:lnTo>
                    <a:pt x="6731294" y="2392577"/>
                  </a:lnTo>
                  <a:lnTo>
                    <a:pt x="6734463" y="2337270"/>
                  </a:lnTo>
                  <a:lnTo>
                    <a:pt x="6737632" y="2286994"/>
                  </a:lnTo>
                  <a:lnTo>
                    <a:pt x="6740801" y="2388696"/>
                  </a:lnTo>
                  <a:lnTo>
                    <a:pt x="6743971" y="2566388"/>
                  </a:lnTo>
                  <a:lnTo>
                    <a:pt x="6747140" y="2738431"/>
                  </a:lnTo>
                  <a:lnTo>
                    <a:pt x="6750309" y="2823030"/>
                  </a:lnTo>
                  <a:lnTo>
                    <a:pt x="6753478" y="2809841"/>
                  </a:lnTo>
                  <a:lnTo>
                    <a:pt x="6756647" y="2824774"/>
                  </a:lnTo>
                  <a:lnTo>
                    <a:pt x="6759816" y="2815646"/>
                  </a:lnTo>
                  <a:lnTo>
                    <a:pt x="6762985" y="2744825"/>
                  </a:lnTo>
                  <a:lnTo>
                    <a:pt x="6766155" y="2634086"/>
                  </a:lnTo>
                  <a:lnTo>
                    <a:pt x="6769324" y="2620157"/>
                  </a:lnTo>
                  <a:lnTo>
                    <a:pt x="6772493" y="2721510"/>
                  </a:lnTo>
                  <a:lnTo>
                    <a:pt x="6775662" y="2785693"/>
                  </a:lnTo>
                  <a:lnTo>
                    <a:pt x="6778831" y="2827475"/>
                  </a:lnTo>
                  <a:lnTo>
                    <a:pt x="6782000" y="2898297"/>
                  </a:lnTo>
                  <a:lnTo>
                    <a:pt x="6785170" y="3009036"/>
                  </a:lnTo>
                  <a:lnTo>
                    <a:pt x="6788339" y="3069465"/>
                  </a:lnTo>
                  <a:lnTo>
                    <a:pt x="6791508" y="3061857"/>
                  </a:lnTo>
                  <a:lnTo>
                    <a:pt x="6794677" y="3004744"/>
                  </a:lnTo>
                  <a:lnTo>
                    <a:pt x="6797846" y="2942847"/>
                  </a:lnTo>
                  <a:lnTo>
                    <a:pt x="6801015" y="2927761"/>
                  </a:lnTo>
                  <a:lnTo>
                    <a:pt x="6804185" y="2899248"/>
                  </a:lnTo>
                  <a:lnTo>
                    <a:pt x="6807354" y="2827288"/>
                  </a:lnTo>
                  <a:lnTo>
                    <a:pt x="6810523" y="2794942"/>
                  </a:lnTo>
                  <a:lnTo>
                    <a:pt x="6813692" y="2856830"/>
                  </a:lnTo>
                  <a:lnTo>
                    <a:pt x="6816861" y="2912932"/>
                  </a:lnTo>
                  <a:lnTo>
                    <a:pt x="6820030" y="2903949"/>
                  </a:lnTo>
                  <a:lnTo>
                    <a:pt x="6823199" y="2929707"/>
                  </a:lnTo>
                  <a:lnTo>
                    <a:pt x="6826369" y="3001669"/>
                  </a:lnTo>
                  <a:lnTo>
                    <a:pt x="6829538" y="3041624"/>
                  </a:lnTo>
                  <a:lnTo>
                    <a:pt x="6832707" y="3029994"/>
                  </a:lnTo>
                  <a:lnTo>
                    <a:pt x="6835876" y="2997686"/>
                  </a:lnTo>
                  <a:lnTo>
                    <a:pt x="6839045" y="2995808"/>
                  </a:lnTo>
                  <a:lnTo>
                    <a:pt x="6842214" y="3027601"/>
                  </a:lnTo>
                  <a:lnTo>
                    <a:pt x="6845384" y="3040928"/>
                  </a:lnTo>
                  <a:lnTo>
                    <a:pt x="6848553" y="3040928"/>
                  </a:lnTo>
                  <a:lnTo>
                    <a:pt x="6851722" y="3047781"/>
                  </a:lnTo>
                  <a:lnTo>
                    <a:pt x="6854891" y="3085884"/>
                  </a:lnTo>
                  <a:lnTo>
                    <a:pt x="6858060" y="3111827"/>
                  </a:lnTo>
                  <a:lnTo>
                    <a:pt x="6861229" y="3082793"/>
                  </a:lnTo>
                  <a:lnTo>
                    <a:pt x="6864399" y="3069465"/>
                  </a:lnTo>
                  <a:lnTo>
                    <a:pt x="6867568" y="3069465"/>
                  </a:lnTo>
                  <a:lnTo>
                    <a:pt x="6870737" y="3069465"/>
                  </a:lnTo>
                  <a:lnTo>
                    <a:pt x="6873906" y="3069465"/>
                  </a:lnTo>
                  <a:lnTo>
                    <a:pt x="6877075" y="3069465"/>
                  </a:lnTo>
                  <a:lnTo>
                    <a:pt x="6880244" y="3069465"/>
                  </a:lnTo>
                  <a:lnTo>
                    <a:pt x="6883414" y="3076217"/>
                  </a:lnTo>
                  <a:lnTo>
                    <a:pt x="6886583" y="3072343"/>
                  </a:lnTo>
                  <a:lnTo>
                    <a:pt x="6889752" y="3043811"/>
                  </a:lnTo>
                  <a:lnTo>
                    <a:pt x="6892921" y="3006806"/>
                  </a:lnTo>
                  <a:lnTo>
                    <a:pt x="6896090" y="2971089"/>
                  </a:lnTo>
                  <a:lnTo>
                    <a:pt x="6899259" y="2964498"/>
                  </a:lnTo>
                  <a:lnTo>
                    <a:pt x="6902428" y="2929178"/>
                  </a:lnTo>
                  <a:lnTo>
                    <a:pt x="6905598" y="2893279"/>
                  </a:lnTo>
                  <a:lnTo>
                    <a:pt x="6908767" y="2914452"/>
                  </a:lnTo>
                  <a:lnTo>
                    <a:pt x="6911936" y="2951457"/>
                  </a:lnTo>
                  <a:lnTo>
                    <a:pt x="6915105" y="2987175"/>
                  </a:lnTo>
                  <a:lnTo>
                    <a:pt x="6918274" y="2993768"/>
                  </a:lnTo>
                  <a:lnTo>
                    <a:pt x="6921443" y="3022334"/>
                  </a:lnTo>
                  <a:lnTo>
                    <a:pt x="6924613" y="3062106"/>
                  </a:lnTo>
                  <a:lnTo>
                    <a:pt x="6927782" y="3069465"/>
                  </a:lnTo>
                  <a:lnTo>
                    <a:pt x="6930951" y="3069465"/>
                  </a:lnTo>
                  <a:lnTo>
                    <a:pt x="6934120" y="3069465"/>
                  </a:lnTo>
                  <a:lnTo>
                    <a:pt x="6937289" y="3069465"/>
                  </a:lnTo>
                  <a:lnTo>
                    <a:pt x="6940458" y="3069465"/>
                  </a:lnTo>
                  <a:lnTo>
                    <a:pt x="6943628" y="3069465"/>
                  </a:lnTo>
                  <a:lnTo>
                    <a:pt x="6946797" y="3069465"/>
                  </a:lnTo>
                  <a:lnTo>
                    <a:pt x="6949966" y="3069465"/>
                  </a:lnTo>
                  <a:lnTo>
                    <a:pt x="6953135" y="3069465"/>
                  </a:lnTo>
                  <a:lnTo>
                    <a:pt x="6956304" y="3069465"/>
                  </a:lnTo>
                  <a:lnTo>
                    <a:pt x="6959473" y="3069465"/>
                  </a:lnTo>
                  <a:lnTo>
                    <a:pt x="6962642" y="3069465"/>
                  </a:lnTo>
                  <a:lnTo>
                    <a:pt x="6965812" y="3069465"/>
                  </a:lnTo>
                  <a:lnTo>
                    <a:pt x="6968981" y="3069465"/>
                  </a:lnTo>
                  <a:lnTo>
                    <a:pt x="6972150" y="3069465"/>
                  </a:lnTo>
                  <a:lnTo>
                    <a:pt x="6975319" y="3079712"/>
                  </a:lnTo>
                  <a:lnTo>
                    <a:pt x="6978488" y="3108746"/>
                  </a:lnTo>
                  <a:lnTo>
                    <a:pt x="6981657" y="3116972"/>
                  </a:lnTo>
                  <a:lnTo>
                    <a:pt x="6981657" y="3116972"/>
                  </a:lnTo>
                  <a:lnTo>
                    <a:pt x="6984827" y="3116972"/>
                  </a:lnTo>
                  <a:lnTo>
                    <a:pt x="6987996" y="3116972"/>
                  </a:lnTo>
                  <a:lnTo>
                    <a:pt x="6991165" y="3116972"/>
                  </a:lnTo>
                  <a:lnTo>
                    <a:pt x="6994334" y="3108833"/>
                  </a:lnTo>
                  <a:lnTo>
                    <a:pt x="6997503" y="3079799"/>
                  </a:lnTo>
                  <a:lnTo>
                    <a:pt x="7000672" y="3069465"/>
                  </a:lnTo>
                  <a:lnTo>
                    <a:pt x="7003842" y="3069465"/>
                  </a:lnTo>
                  <a:lnTo>
                    <a:pt x="7007011" y="3069465"/>
                  </a:lnTo>
                  <a:lnTo>
                    <a:pt x="7010180" y="3069465"/>
                  </a:lnTo>
                  <a:lnTo>
                    <a:pt x="7013349" y="3069465"/>
                  </a:lnTo>
                  <a:lnTo>
                    <a:pt x="7016518" y="3069465"/>
                  </a:lnTo>
                  <a:lnTo>
                    <a:pt x="7019687" y="3069465"/>
                  </a:lnTo>
                  <a:lnTo>
                    <a:pt x="7022857" y="3069465"/>
                  </a:lnTo>
                  <a:lnTo>
                    <a:pt x="7026026" y="3069465"/>
                  </a:lnTo>
                  <a:lnTo>
                    <a:pt x="7029195" y="3069465"/>
                  </a:lnTo>
                  <a:lnTo>
                    <a:pt x="7032364" y="3067847"/>
                  </a:lnTo>
                  <a:lnTo>
                    <a:pt x="7035533" y="3037790"/>
                  </a:lnTo>
                  <a:lnTo>
                    <a:pt x="7038702" y="3001607"/>
                  </a:lnTo>
                  <a:lnTo>
                    <a:pt x="7041871" y="2992928"/>
                  </a:lnTo>
                  <a:lnTo>
                    <a:pt x="7045041" y="2992929"/>
                  </a:lnTo>
                  <a:lnTo>
                    <a:pt x="7048210" y="2992930"/>
                  </a:lnTo>
                  <a:lnTo>
                    <a:pt x="7051379" y="2994548"/>
                  </a:lnTo>
                  <a:lnTo>
                    <a:pt x="7054548" y="3020759"/>
                  </a:lnTo>
                  <a:lnTo>
                    <a:pt x="7057717" y="3022240"/>
                  </a:lnTo>
                  <a:lnTo>
                    <a:pt x="7060886" y="2996663"/>
                  </a:lnTo>
                  <a:lnTo>
                    <a:pt x="7064056" y="2993354"/>
                  </a:lnTo>
                  <a:lnTo>
                    <a:pt x="7067225" y="2993355"/>
                  </a:lnTo>
                  <a:lnTo>
                    <a:pt x="7070394" y="2993355"/>
                  </a:lnTo>
                  <a:lnTo>
                    <a:pt x="7073563" y="2997200"/>
                  </a:lnTo>
                  <a:lnTo>
                    <a:pt x="7076732" y="3031899"/>
                  </a:lnTo>
                  <a:lnTo>
                    <a:pt x="7079901" y="3066155"/>
                  </a:lnTo>
                  <a:lnTo>
                    <a:pt x="7083071" y="3069465"/>
                  </a:lnTo>
                  <a:lnTo>
                    <a:pt x="7086240" y="3069465"/>
                  </a:lnTo>
                  <a:lnTo>
                    <a:pt x="7089409" y="3069465"/>
                  </a:lnTo>
                  <a:lnTo>
                    <a:pt x="7092578" y="3069465"/>
                  </a:lnTo>
                  <a:lnTo>
                    <a:pt x="7095747" y="3069465"/>
                  </a:lnTo>
                  <a:lnTo>
                    <a:pt x="7098916" y="3069465"/>
                  </a:lnTo>
                  <a:lnTo>
                    <a:pt x="7102086" y="3069465"/>
                  </a:lnTo>
                  <a:lnTo>
                    <a:pt x="7105255" y="3069465"/>
                  </a:lnTo>
                  <a:lnTo>
                    <a:pt x="7108424" y="3045641"/>
                  </a:lnTo>
                  <a:lnTo>
                    <a:pt x="7111593" y="3003708"/>
                  </a:lnTo>
                  <a:lnTo>
                    <a:pt x="7114762" y="2993732"/>
                  </a:lnTo>
                  <a:lnTo>
                    <a:pt x="7117931" y="3005740"/>
                  </a:lnTo>
                  <a:lnTo>
                    <a:pt x="7121100" y="2985458"/>
                  </a:lnTo>
                  <a:lnTo>
                    <a:pt x="7124270" y="2999065"/>
                  </a:lnTo>
                  <a:lnTo>
                    <a:pt x="7127439" y="3056430"/>
                  </a:lnTo>
                  <a:lnTo>
                    <a:pt x="7130608" y="3087652"/>
                  </a:lnTo>
                  <a:lnTo>
                    <a:pt x="7133777" y="3095187"/>
                  </a:lnTo>
                  <a:lnTo>
                    <a:pt x="7136946" y="3083180"/>
                  </a:lnTo>
                  <a:lnTo>
                    <a:pt x="7140115" y="3103462"/>
                  </a:lnTo>
                  <a:lnTo>
                    <a:pt x="7143285" y="3089857"/>
                  </a:lnTo>
                  <a:lnTo>
                    <a:pt x="7146454" y="3056312"/>
                  </a:lnTo>
                  <a:lnTo>
                    <a:pt x="7149623" y="3083254"/>
                  </a:lnTo>
                  <a:lnTo>
                    <a:pt x="7152792" y="3114639"/>
                  </a:lnTo>
                  <a:lnTo>
                    <a:pt x="7155961" y="3116972"/>
                  </a:lnTo>
                  <a:lnTo>
                    <a:pt x="7155961" y="3116972"/>
                  </a:lnTo>
                  <a:lnTo>
                    <a:pt x="7159130" y="3116972"/>
                  </a:lnTo>
                  <a:lnTo>
                    <a:pt x="7162300" y="3116972"/>
                  </a:lnTo>
                  <a:lnTo>
                    <a:pt x="7165469" y="3116972"/>
                  </a:lnTo>
                  <a:lnTo>
                    <a:pt x="7168638" y="3116972"/>
                  </a:lnTo>
                  <a:lnTo>
                    <a:pt x="7171807" y="3116972"/>
                  </a:lnTo>
                  <a:lnTo>
                    <a:pt x="7174976" y="3116972"/>
                  </a:lnTo>
                  <a:lnTo>
                    <a:pt x="7178145" y="3038089"/>
                  </a:lnTo>
                  <a:lnTo>
                    <a:pt x="7181314" y="2992395"/>
                  </a:lnTo>
                  <a:lnTo>
                    <a:pt x="7184484" y="2992396"/>
                  </a:lnTo>
                  <a:lnTo>
                    <a:pt x="7187653" y="2992397"/>
                  </a:lnTo>
                  <a:lnTo>
                    <a:pt x="7190822" y="2992397"/>
                  </a:lnTo>
                  <a:lnTo>
                    <a:pt x="7193991" y="3011545"/>
                  </a:lnTo>
                  <a:lnTo>
                    <a:pt x="7197160" y="3047972"/>
                  </a:lnTo>
                  <a:lnTo>
                    <a:pt x="7200329" y="3069465"/>
                  </a:lnTo>
                  <a:lnTo>
                    <a:pt x="7203499" y="3069465"/>
                  </a:lnTo>
                  <a:lnTo>
                    <a:pt x="7206668" y="3069465"/>
                  </a:lnTo>
                  <a:lnTo>
                    <a:pt x="7209837" y="3116972"/>
                  </a:lnTo>
                  <a:lnTo>
                    <a:pt x="7209837" y="3116972"/>
                  </a:lnTo>
                  <a:lnTo>
                    <a:pt x="7213006" y="3116972"/>
                  </a:lnTo>
                  <a:lnTo>
                    <a:pt x="7216175" y="3116972"/>
                  </a:lnTo>
                  <a:lnTo>
                    <a:pt x="7219344" y="3116972"/>
                  </a:lnTo>
                  <a:lnTo>
                    <a:pt x="7222514" y="3116972"/>
                  </a:lnTo>
                  <a:lnTo>
                    <a:pt x="7225683" y="3116972"/>
                  </a:lnTo>
                  <a:lnTo>
                    <a:pt x="7228852" y="3055918"/>
                  </a:lnTo>
                  <a:lnTo>
                    <a:pt x="7232021" y="2917850"/>
                  </a:lnTo>
                  <a:lnTo>
                    <a:pt x="7235190" y="2892294"/>
                  </a:lnTo>
                  <a:lnTo>
                    <a:pt x="7238359" y="2947527"/>
                  </a:lnTo>
                  <a:lnTo>
                    <a:pt x="7241529" y="2882258"/>
                  </a:lnTo>
                  <a:lnTo>
                    <a:pt x="7244698" y="2788514"/>
                  </a:lnTo>
                  <a:lnTo>
                    <a:pt x="7247867" y="2693224"/>
                  </a:lnTo>
                  <a:lnTo>
                    <a:pt x="7251036" y="2700395"/>
                  </a:lnTo>
                  <a:lnTo>
                    <a:pt x="7254205" y="2687908"/>
                  </a:lnTo>
                  <a:lnTo>
                    <a:pt x="7257374" y="2663572"/>
                  </a:lnTo>
                  <a:lnTo>
                    <a:pt x="7260543" y="2717115"/>
                  </a:lnTo>
                  <a:lnTo>
                    <a:pt x="7263713" y="2778758"/>
                  </a:lnTo>
                  <a:lnTo>
                    <a:pt x="7266882" y="2890807"/>
                  </a:lnTo>
                  <a:lnTo>
                    <a:pt x="7270051" y="2951331"/>
                  </a:lnTo>
                  <a:lnTo>
                    <a:pt x="7273220" y="2946574"/>
                  </a:lnTo>
                  <a:lnTo>
                    <a:pt x="7276389" y="2931796"/>
                  </a:lnTo>
                  <a:lnTo>
                    <a:pt x="7279558" y="2943171"/>
                  </a:lnTo>
                  <a:lnTo>
                    <a:pt x="7282728" y="2991589"/>
                  </a:lnTo>
                  <a:lnTo>
                    <a:pt x="7285897" y="3023322"/>
                  </a:lnTo>
                  <a:lnTo>
                    <a:pt x="7289066" y="3029374"/>
                  </a:lnTo>
                  <a:lnTo>
                    <a:pt x="7292235" y="3067582"/>
                  </a:lnTo>
                  <a:lnTo>
                    <a:pt x="7295404" y="3093180"/>
                  </a:lnTo>
                  <a:lnTo>
                    <a:pt x="7298573" y="3116972"/>
                  </a:lnTo>
                  <a:lnTo>
                    <a:pt x="7298573" y="3116972"/>
                  </a:lnTo>
                  <a:lnTo>
                    <a:pt x="7301743" y="3116972"/>
                  </a:lnTo>
                  <a:lnTo>
                    <a:pt x="7304912" y="3095166"/>
                  </a:lnTo>
                  <a:lnTo>
                    <a:pt x="7308081" y="3005823"/>
                  </a:lnTo>
                  <a:lnTo>
                    <a:pt x="7311250" y="2977803"/>
                  </a:lnTo>
                  <a:lnTo>
                    <a:pt x="7314419" y="3005885"/>
                  </a:lnTo>
                  <a:lnTo>
                    <a:pt x="7317588" y="3003544"/>
                  </a:lnTo>
                  <a:lnTo>
                    <a:pt x="7320758" y="2971458"/>
                  </a:lnTo>
                  <a:lnTo>
                    <a:pt x="7323927" y="2935476"/>
                  </a:lnTo>
                  <a:lnTo>
                    <a:pt x="7327096" y="2963724"/>
                  </a:lnTo>
                  <a:lnTo>
                    <a:pt x="7330265" y="2981827"/>
                  </a:lnTo>
                  <a:lnTo>
                    <a:pt x="7333434" y="2927695"/>
                  </a:lnTo>
                  <a:lnTo>
                    <a:pt x="7336603" y="2912279"/>
                  </a:lnTo>
                  <a:lnTo>
                    <a:pt x="7339772" y="2914155"/>
                  </a:lnTo>
                  <a:lnTo>
                    <a:pt x="7342942" y="2961453"/>
                  </a:lnTo>
                  <a:lnTo>
                    <a:pt x="7346111" y="3019446"/>
                  </a:lnTo>
                  <a:lnTo>
                    <a:pt x="7349280" y="2955778"/>
                  </a:lnTo>
                  <a:lnTo>
                    <a:pt x="7352449" y="2914423"/>
                  </a:lnTo>
                  <a:lnTo>
                    <a:pt x="7355618" y="2884695"/>
                  </a:lnTo>
                  <a:lnTo>
                    <a:pt x="7358787" y="2798214"/>
                  </a:lnTo>
                  <a:lnTo>
                    <a:pt x="7361957" y="2734842"/>
                  </a:lnTo>
                  <a:lnTo>
                    <a:pt x="7365126" y="2733421"/>
                  </a:lnTo>
                  <a:lnTo>
                    <a:pt x="7368295" y="2807006"/>
                  </a:lnTo>
                  <a:lnTo>
                    <a:pt x="7371464" y="2874411"/>
                  </a:lnTo>
                  <a:lnTo>
                    <a:pt x="7374633" y="2895767"/>
                  </a:lnTo>
                  <a:lnTo>
                    <a:pt x="7377802" y="2894135"/>
                  </a:lnTo>
                  <a:lnTo>
                    <a:pt x="7380972" y="2900878"/>
                  </a:lnTo>
                  <a:lnTo>
                    <a:pt x="7384141" y="2901519"/>
                  </a:lnTo>
                  <a:lnTo>
                    <a:pt x="7387310" y="2909856"/>
                  </a:lnTo>
                  <a:lnTo>
                    <a:pt x="7390479" y="2909857"/>
                  </a:lnTo>
                  <a:lnTo>
                    <a:pt x="7393648" y="2931453"/>
                  </a:lnTo>
                  <a:lnTo>
                    <a:pt x="7396817" y="3032719"/>
                  </a:lnTo>
                  <a:lnTo>
                    <a:pt x="7399986" y="3108011"/>
                  </a:lnTo>
                  <a:lnTo>
                    <a:pt x="7403156" y="3053474"/>
                  </a:lnTo>
                  <a:lnTo>
                    <a:pt x="7406325" y="2943275"/>
                  </a:lnTo>
                  <a:lnTo>
                    <a:pt x="7409494" y="2803390"/>
                  </a:lnTo>
                  <a:lnTo>
                    <a:pt x="7412663" y="2771332"/>
                  </a:lnTo>
                  <a:lnTo>
                    <a:pt x="7415832" y="2725180"/>
                  </a:lnTo>
                  <a:lnTo>
                    <a:pt x="7419001" y="2633440"/>
                  </a:lnTo>
                  <a:lnTo>
                    <a:pt x="7422171" y="2598317"/>
                  </a:lnTo>
                  <a:lnTo>
                    <a:pt x="7425340" y="2551914"/>
                  </a:lnTo>
                  <a:lnTo>
                    <a:pt x="7428509" y="2525815"/>
                  </a:lnTo>
                  <a:lnTo>
                    <a:pt x="7431678" y="2483899"/>
                  </a:lnTo>
                  <a:lnTo>
                    <a:pt x="7434847" y="2464404"/>
                  </a:lnTo>
                  <a:lnTo>
                    <a:pt x="7438016" y="2461964"/>
                  </a:lnTo>
                  <a:lnTo>
                    <a:pt x="7441186" y="2492932"/>
                  </a:lnTo>
                  <a:lnTo>
                    <a:pt x="7444355" y="2566866"/>
                  </a:lnTo>
                  <a:lnTo>
                    <a:pt x="7447524" y="2562888"/>
                  </a:lnTo>
                  <a:lnTo>
                    <a:pt x="7450693" y="2499189"/>
                  </a:lnTo>
                  <a:lnTo>
                    <a:pt x="7453862" y="2543107"/>
                  </a:lnTo>
                  <a:lnTo>
                    <a:pt x="7457031" y="2606898"/>
                  </a:lnTo>
                  <a:lnTo>
                    <a:pt x="7460201" y="2621604"/>
                  </a:lnTo>
                  <a:lnTo>
                    <a:pt x="7463370" y="2679002"/>
                  </a:lnTo>
                  <a:lnTo>
                    <a:pt x="7466539" y="2848967"/>
                  </a:lnTo>
                  <a:lnTo>
                    <a:pt x="7469708" y="2968660"/>
                  </a:lnTo>
                  <a:lnTo>
                    <a:pt x="7472877" y="2894471"/>
                  </a:lnTo>
                  <a:lnTo>
                    <a:pt x="7476046" y="2840295"/>
                  </a:lnTo>
                  <a:lnTo>
                    <a:pt x="7479215" y="2884010"/>
                  </a:lnTo>
                  <a:lnTo>
                    <a:pt x="7482385" y="2863660"/>
                  </a:lnTo>
                  <a:lnTo>
                    <a:pt x="7485554" y="2803546"/>
                  </a:lnTo>
                  <a:lnTo>
                    <a:pt x="7488723" y="2756352"/>
                  </a:lnTo>
                  <a:lnTo>
                    <a:pt x="7491892" y="2787870"/>
                  </a:lnTo>
                  <a:lnTo>
                    <a:pt x="7495061" y="2844822"/>
                  </a:lnTo>
                  <a:lnTo>
                    <a:pt x="7498230" y="2846697"/>
                  </a:lnTo>
                  <a:lnTo>
                    <a:pt x="7501400" y="2883978"/>
                  </a:lnTo>
                  <a:lnTo>
                    <a:pt x="7504569" y="2951051"/>
                  </a:lnTo>
                  <a:lnTo>
                    <a:pt x="7507738" y="3045172"/>
                  </a:lnTo>
                  <a:lnTo>
                    <a:pt x="7510907" y="3111996"/>
                  </a:lnTo>
                  <a:lnTo>
                    <a:pt x="7514076" y="3116972"/>
                  </a:lnTo>
                  <a:lnTo>
                    <a:pt x="7514076" y="3116972"/>
                  </a:lnTo>
                  <a:lnTo>
                    <a:pt x="7517245" y="3116972"/>
                  </a:lnTo>
                  <a:lnTo>
                    <a:pt x="7520415" y="3116972"/>
                  </a:lnTo>
                  <a:lnTo>
                    <a:pt x="7523584" y="3090103"/>
                  </a:lnTo>
                  <a:lnTo>
                    <a:pt x="7526753" y="3057849"/>
                  </a:lnTo>
                  <a:lnTo>
                    <a:pt x="7529922" y="3042272"/>
                  </a:lnTo>
                  <a:lnTo>
                    <a:pt x="7533091" y="3042273"/>
                  </a:lnTo>
                  <a:lnTo>
                    <a:pt x="7536260" y="3034668"/>
                  </a:lnTo>
                  <a:lnTo>
                    <a:pt x="7539429" y="3030961"/>
                  </a:lnTo>
                  <a:lnTo>
                    <a:pt x="7542599" y="3066155"/>
                  </a:lnTo>
                  <a:lnTo>
                    <a:pt x="7545768" y="3069465"/>
                  </a:lnTo>
                  <a:lnTo>
                    <a:pt x="7548937" y="3069465"/>
                  </a:lnTo>
                  <a:lnTo>
                    <a:pt x="7552106" y="3069465"/>
                  </a:lnTo>
                  <a:lnTo>
                    <a:pt x="7555275" y="3069465"/>
                  </a:lnTo>
                  <a:lnTo>
                    <a:pt x="7558444" y="3069465"/>
                  </a:lnTo>
                  <a:lnTo>
                    <a:pt x="7561614" y="3069465"/>
                  </a:lnTo>
                  <a:lnTo>
                    <a:pt x="7564783" y="3069465"/>
                  </a:lnTo>
                  <a:lnTo>
                    <a:pt x="7567952" y="3051003"/>
                  </a:lnTo>
                  <a:lnTo>
                    <a:pt x="7571121" y="3028644"/>
                  </a:lnTo>
                  <a:lnTo>
                    <a:pt x="7574290" y="2993095"/>
                  </a:lnTo>
                  <a:lnTo>
                    <a:pt x="7577459" y="2973624"/>
                  </a:lnTo>
                  <a:lnTo>
                    <a:pt x="7580629" y="2973625"/>
                  </a:lnTo>
                  <a:lnTo>
                    <a:pt x="7583798" y="2973626"/>
                  </a:lnTo>
                  <a:lnTo>
                    <a:pt x="7586967" y="2992087"/>
                  </a:lnTo>
                  <a:lnTo>
                    <a:pt x="7590136" y="2998756"/>
                  </a:lnTo>
                  <a:lnTo>
                    <a:pt x="7593305" y="2985462"/>
                  </a:lnTo>
                  <a:lnTo>
                    <a:pt x="7596474" y="2995104"/>
                  </a:lnTo>
                  <a:lnTo>
                    <a:pt x="7599644" y="2995104"/>
                  </a:lnTo>
                  <a:lnTo>
                    <a:pt x="7602813" y="2995105"/>
                  </a:lnTo>
                  <a:lnTo>
                    <a:pt x="7605982" y="2995106"/>
                  </a:lnTo>
                  <a:lnTo>
                    <a:pt x="7609151" y="2967939"/>
                  </a:lnTo>
                  <a:lnTo>
                    <a:pt x="7612320" y="2985647"/>
                  </a:lnTo>
                  <a:lnTo>
                    <a:pt x="7615489" y="2995476"/>
                  </a:lnTo>
                  <a:lnTo>
                    <a:pt x="7618658" y="2995476"/>
                  </a:lnTo>
                  <a:lnTo>
                    <a:pt x="7621828" y="2995476"/>
                  </a:lnTo>
                  <a:lnTo>
                    <a:pt x="7624997" y="3023145"/>
                  </a:lnTo>
                  <a:lnTo>
                    <a:pt x="7628166" y="3075774"/>
                  </a:lnTo>
                  <a:lnTo>
                    <a:pt x="7631335" y="3072990"/>
                  </a:lnTo>
                  <a:lnTo>
                    <a:pt x="7634504" y="3045875"/>
                  </a:lnTo>
                  <a:lnTo>
                    <a:pt x="7637673" y="3041643"/>
                  </a:lnTo>
                  <a:lnTo>
                    <a:pt x="7640843" y="3049164"/>
                  </a:lnTo>
                  <a:lnTo>
                    <a:pt x="7644012" y="3050531"/>
                  </a:lnTo>
                  <a:lnTo>
                    <a:pt x="7647181" y="3051262"/>
                  </a:lnTo>
                  <a:lnTo>
                    <a:pt x="7650350" y="3085177"/>
                  </a:lnTo>
                  <a:lnTo>
                    <a:pt x="7653519" y="3097332"/>
                  </a:lnTo>
                  <a:lnTo>
                    <a:pt x="7656688" y="3070581"/>
                  </a:lnTo>
                  <a:lnTo>
                    <a:pt x="7659858" y="3036889"/>
                  </a:lnTo>
                  <a:lnTo>
                    <a:pt x="7663027" y="3002064"/>
                  </a:lnTo>
                  <a:lnTo>
                    <a:pt x="7666196" y="2969038"/>
                  </a:lnTo>
                  <a:lnTo>
                    <a:pt x="7669365" y="2921255"/>
                  </a:lnTo>
                  <a:lnTo>
                    <a:pt x="7672534" y="2906257"/>
                  </a:lnTo>
                  <a:lnTo>
                    <a:pt x="7675703" y="2882532"/>
                  </a:lnTo>
                  <a:lnTo>
                    <a:pt x="7678873" y="2863909"/>
                  </a:lnTo>
                  <a:lnTo>
                    <a:pt x="7682042" y="2849848"/>
                  </a:lnTo>
                  <a:lnTo>
                    <a:pt x="7685211" y="2868779"/>
                  </a:lnTo>
                  <a:lnTo>
                    <a:pt x="7688380" y="2916562"/>
                  </a:lnTo>
                  <a:lnTo>
                    <a:pt x="7691549" y="2946517"/>
                  </a:lnTo>
                  <a:lnTo>
                    <a:pt x="7694718" y="3001231"/>
                  </a:lnTo>
                  <a:lnTo>
                    <a:pt x="7697887" y="3046024"/>
                  </a:lnTo>
                  <a:lnTo>
                    <a:pt x="7701057" y="3065876"/>
                  </a:lnTo>
                  <a:lnTo>
                    <a:pt x="7704226" y="3069465"/>
                  </a:lnTo>
                  <a:lnTo>
                    <a:pt x="7707395" y="3069465"/>
                  </a:lnTo>
                  <a:lnTo>
                    <a:pt x="7710564" y="3069465"/>
                  </a:lnTo>
                  <a:lnTo>
                    <a:pt x="7713733" y="3069465"/>
                  </a:lnTo>
                  <a:lnTo>
                    <a:pt x="7716902" y="3065489"/>
                  </a:lnTo>
                  <a:lnTo>
                    <a:pt x="7720072" y="3057900"/>
                  </a:lnTo>
                  <a:lnTo>
                    <a:pt x="7723241" y="3036456"/>
                  </a:lnTo>
                  <a:lnTo>
                    <a:pt x="7726410" y="3044939"/>
                  </a:lnTo>
                  <a:lnTo>
                    <a:pt x="7729579" y="3057235"/>
                  </a:lnTo>
                  <a:lnTo>
                    <a:pt x="7732748" y="3057236"/>
                  </a:lnTo>
                  <a:lnTo>
                    <a:pt x="7735917" y="3061213"/>
                  </a:lnTo>
                  <a:lnTo>
                    <a:pt x="7739087" y="3068801"/>
                  </a:lnTo>
                  <a:lnTo>
                    <a:pt x="7742256" y="3090245"/>
                  </a:lnTo>
                  <a:lnTo>
                    <a:pt x="7745425" y="3081760"/>
                  </a:lnTo>
                  <a:lnTo>
                    <a:pt x="7748594" y="3061613"/>
                  </a:lnTo>
                  <a:lnTo>
                    <a:pt x="7751763" y="3019895"/>
                  </a:lnTo>
                  <a:lnTo>
                    <a:pt x="7754932" y="2994004"/>
                  </a:lnTo>
                  <a:lnTo>
                    <a:pt x="7758101" y="2984547"/>
                  </a:lnTo>
                  <a:lnTo>
                    <a:pt x="7761271" y="2935707"/>
                  </a:lnTo>
                  <a:lnTo>
                    <a:pt x="7764440" y="2919891"/>
                  </a:lnTo>
                  <a:lnTo>
                    <a:pt x="7767609" y="2922368"/>
                  </a:lnTo>
                  <a:lnTo>
                    <a:pt x="7770778" y="2927009"/>
                  </a:lnTo>
                  <a:lnTo>
                    <a:pt x="7773947" y="2890461"/>
                  </a:lnTo>
                  <a:lnTo>
                    <a:pt x="7777116" y="2827441"/>
                  </a:lnTo>
                  <a:lnTo>
                    <a:pt x="7780286" y="2818206"/>
                  </a:lnTo>
                  <a:lnTo>
                    <a:pt x="7783455" y="2826428"/>
                  </a:lnTo>
                  <a:lnTo>
                    <a:pt x="7786624" y="2841077"/>
                  </a:lnTo>
                  <a:lnTo>
                    <a:pt x="7789793" y="2878154"/>
                  </a:lnTo>
                  <a:lnTo>
                    <a:pt x="7792962" y="2940592"/>
                  </a:lnTo>
                  <a:lnTo>
                    <a:pt x="7796131" y="2991753"/>
                  </a:lnTo>
                  <a:lnTo>
                    <a:pt x="7799301" y="3006729"/>
                  </a:lnTo>
                  <a:lnTo>
                    <a:pt x="7802470" y="3002892"/>
                  </a:lnTo>
                  <a:lnTo>
                    <a:pt x="7805639" y="2993621"/>
                  </a:lnTo>
                  <a:lnTo>
                    <a:pt x="7808808" y="2993621"/>
                  </a:lnTo>
                  <a:lnTo>
                    <a:pt x="7811977" y="2993621"/>
                  </a:lnTo>
                  <a:lnTo>
                    <a:pt x="7815146" y="3014937"/>
                  </a:lnTo>
                  <a:lnTo>
                    <a:pt x="7818316" y="3007590"/>
                  </a:lnTo>
                  <a:lnTo>
                    <a:pt x="7821485" y="2904000"/>
                  </a:lnTo>
                  <a:lnTo>
                    <a:pt x="7824654" y="2788359"/>
                  </a:lnTo>
                  <a:lnTo>
                    <a:pt x="7827823" y="2777700"/>
                  </a:lnTo>
                  <a:lnTo>
                    <a:pt x="7830992" y="2766930"/>
                  </a:lnTo>
                  <a:lnTo>
                    <a:pt x="7834161" y="2718090"/>
                  </a:lnTo>
                  <a:lnTo>
                    <a:pt x="7837330" y="2754341"/>
                  </a:lnTo>
                  <a:lnTo>
                    <a:pt x="7840500" y="2869360"/>
                  </a:lnTo>
                  <a:lnTo>
                    <a:pt x="7843669" y="2985002"/>
                  </a:lnTo>
                  <a:lnTo>
                    <a:pt x="7846838" y="2995660"/>
                  </a:lnTo>
                  <a:lnTo>
                    <a:pt x="7850007" y="2990850"/>
                  </a:lnTo>
                  <a:lnTo>
                    <a:pt x="7853176" y="3008564"/>
                  </a:lnTo>
                  <a:lnTo>
                    <a:pt x="7856345" y="2954891"/>
                  </a:lnTo>
                  <a:lnTo>
                    <a:pt x="7859515" y="2925700"/>
                  </a:lnTo>
                  <a:lnTo>
                    <a:pt x="7862684" y="2925701"/>
                  </a:lnTo>
                  <a:lnTo>
                    <a:pt x="7865853" y="2917787"/>
                  </a:lnTo>
                  <a:lnTo>
                    <a:pt x="7869022" y="2938459"/>
                  </a:lnTo>
                  <a:lnTo>
                    <a:pt x="7872191" y="2953290"/>
                  </a:lnTo>
                  <a:lnTo>
                    <a:pt x="7875360" y="3016327"/>
                  </a:lnTo>
                  <a:lnTo>
                    <a:pt x="7878530" y="3045517"/>
                  </a:lnTo>
                  <a:lnTo>
                    <a:pt x="7881699" y="3062897"/>
                  </a:lnTo>
                  <a:lnTo>
                    <a:pt x="7884868" y="3079750"/>
                  </a:lnTo>
                  <a:lnTo>
                    <a:pt x="7888037" y="3043627"/>
                  </a:lnTo>
                  <a:lnTo>
                    <a:pt x="7891206" y="2992647"/>
                  </a:lnTo>
                  <a:lnTo>
                    <a:pt x="7894375" y="2982102"/>
                  </a:lnTo>
                  <a:lnTo>
                    <a:pt x="7897544" y="2982103"/>
                  </a:lnTo>
                  <a:lnTo>
                    <a:pt x="7900714" y="2964724"/>
                  </a:lnTo>
                  <a:lnTo>
                    <a:pt x="7903883" y="2929479"/>
                  </a:lnTo>
                  <a:lnTo>
                    <a:pt x="7907052" y="2844860"/>
                  </a:lnTo>
                  <a:lnTo>
                    <a:pt x="7910221" y="2803793"/>
                  </a:lnTo>
                  <a:lnTo>
                    <a:pt x="7913390" y="2744261"/>
                  </a:lnTo>
                  <a:lnTo>
                    <a:pt x="7916559" y="2725146"/>
                  </a:lnTo>
                  <a:lnTo>
                    <a:pt x="7919729" y="2725147"/>
                  </a:lnTo>
                  <a:lnTo>
                    <a:pt x="7922898" y="2751452"/>
                  </a:lnTo>
                  <a:lnTo>
                    <a:pt x="7926067" y="2844921"/>
                  </a:lnTo>
                  <a:lnTo>
                    <a:pt x="7929236" y="2935353"/>
                  </a:lnTo>
                  <a:lnTo>
                    <a:pt x="7932405" y="3023649"/>
                  </a:lnTo>
                  <a:lnTo>
                    <a:pt x="7935574" y="3042764"/>
                  </a:lnTo>
                  <a:lnTo>
                    <a:pt x="7938744" y="3061893"/>
                  </a:lnTo>
                  <a:lnTo>
                    <a:pt x="7941913" y="3089974"/>
                  </a:lnTo>
                  <a:lnTo>
                    <a:pt x="7945082" y="3114258"/>
                  </a:lnTo>
                  <a:lnTo>
                    <a:pt x="7948251" y="3116972"/>
                  </a:lnTo>
                  <a:lnTo>
                    <a:pt x="7948251" y="3116972"/>
                  </a:lnTo>
                  <a:lnTo>
                    <a:pt x="7951420" y="3116972"/>
                  </a:lnTo>
                  <a:lnTo>
                    <a:pt x="7954589" y="3097897"/>
                  </a:lnTo>
                  <a:lnTo>
                    <a:pt x="7957759" y="3035786"/>
                  </a:lnTo>
                  <a:lnTo>
                    <a:pt x="7960928" y="2995617"/>
                  </a:lnTo>
                  <a:lnTo>
                    <a:pt x="7964097" y="2993514"/>
                  </a:lnTo>
                  <a:lnTo>
                    <a:pt x="7967266" y="2993514"/>
                  </a:lnTo>
                  <a:lnTo>
                    <a:pt x="7970435" y="2993515"/>
                  </a:lnTo>
                  <a:lnTo>
                    <a:pt x="7973604" y="3000082"/>
                  </a:lnTo>
                  <a:lnTo>
                    <a:pt x="7976773" y="2998913"/>
                  </a:lnTo>
                  <a:lnTo>
                    <a:pt x="7979943" y="2993550"/>
                  </a:lnTo>
                  <a:lnTo>
                    <a:pt x="7983112" y="2993550"/>
                  </a:lnTo>
                  <a:lnTo>
                    <a:pt x="7986281" y="2993551"/>
                  </a:lnTo>
                  <a:lnTo>
                    <a:pt x="7989450" y="2993552"/>
                  </a:lnTo>
                  <a:lnTo>
                    <a:pt x="7992619" y="3007865"/>
                  </a:lnTo>
                  <a:lnTo>
                    <a:pt x="7995788" y="3052016"/>
                  </a:lnTo>
                  <a:lnTo>
                    <a:pt x="7998958" y="3069465"/>
                  </a:lnTo>
                  <a:lnTo>
                    <a:pt x="8002127" y="3069465"/>
                  </a:lnTo>
                  <a:lnTo>
                    <a:pt x="8005296" y="3069465"/>
                  </a:lnTo>
                  <a:lnTo>
                    <a:pt x="8008465" y="3069465"/>
                  </a:lnTo>
                  <a:lnTo>
                    <a:pt x="8011634" y="3069465"/>
                  </a:lnTo>
                  <a:lnTo>
                    <a:pt x="8014803" y="3069465"/>
                  </a:lnTo>
                  <a:lnTo>
                    <a:pt x="8017973" y="3069465"/>
                  </a:lnTo>
                  <a:lnTo>
                    <a:pt x="8021142" y="3069465"/>
                  </a:lnTo>
                  <a:lnTo>
                    <a:pt x="8024311" y="3069465"/>
                  </a:lnTo>
                  <a:lnTo>
                    <a:pt x="8027480" y="3069465"/>
                  </a:lnTo>
                  <a:lnTo>
                    <a:pt x="8030649" y="3069465"/>
                  </a:lnTo>
                  <a:lnTo>
                    <a:pt x="8033818" y="3069465"/>
                  </a:lnTo>
                  <a:lnTo>
                    <a:pt x="8036988" y="3069465"/>
                  </a:lnTo>
                  <a:lnTo>
                    <a:pt x="8040157" y="3069465"/>
                  </a:lnTo>
                  <a:lnTo>
                    <a:pt x="8043326" y="3069465"/>
                  </a:lnTo>
                  <a:lnTo>
                    <a:pt x="8046495" y="3069465"/>
                  </a:lnTo>
                  <a:lnTo>
                    <a:pt x="8049664" y="3069465"/>
                  </a:lnTo>
                  <a:lnTo>
                    <a:pt x="8052833" y="3069465"/>
                  </a:lnTo>
                  <a:lnTo>
                    <a:pt x="8056002" y="3069465"/>
                  </a:lnTo>
                  <a:lnTo>
                    <a:pt x="8059172" y="3069465"/>
                  </a:lnTo>
                  <a:lnTo>
                    <a:pt x="8062341" y="3069465"/>
                  </a:lnTo>
                  <a:lnTo>
                    <a:pt x="8065510" y="3069465"/>
                  </a:lnTo>
                  <a:lnTo>
                    <a:pt x="8068679" y="3069465"/>
                  </a:lnTo>
                  <a:lnTo>
                    <a:pt x="8071848" y="3069465"/>
                  </a:lnTo>
                  <a:lnTo>
                    <a:pt x="8075017" y="3069465"/>
                  </a:lnTo>
                  <a:lnTo>
                    <a:pt x="8078187" y="3069465"/>
                  </a:lnTo>
                  <a:lnTo>
                    <a:pt x="8081356" y="3069465"/>
                  </a:lnTo>
                  <a:lnTo>
                    <a:pt x="8084525" y="3069465"/>
                  </a:lnTo>
                  <a:lnTo>
                    <a:pt x="8087694" y="3069465"/>
                  </a:lnTo>
                  <a:lnTo>
                    <a:pt x="8090863" y="3069465"/>
                  </a:lnTo>
                  <a:lnTo>
                    <a:pt x="8094032" y="3069465"/>
                  </a:lnTo>
                  <a:lnTo>
                    <a:pt x="8097202" y="3069465"/>
                  </a:lnTo>
                  <a:lnTo>
                    <a:pt x="8100371" y="3069465"/>
                  </a:lnTo>
                  <a:lnTo>
                    <a:pt x="8103540" y="3069465"/>
                  </a:lnTo>
                  <a:lnTo>
                    <a:pt x="8106709" y="3069465"/>
                  </a:lnTo>
                  <a:lnTo>
                    <a:pt x="8109878" y="3069465"/>
                  </a:lnTo>
                  <a:lnTo>
                    <a:pt x="8113047" y="3069465"/>
                  </a:lnTo>
                  <a:lnTo>
                    <a:pt x="8116216" y="3069465"/>
                  </a:lnTo>
                  <a:lnTo>
                    <a:pt x="8119386" y="3069465"/>
                  </a:lnTo>
                  <a:lnTo>
                    <a:pt x="8122555" y="3090373"/>
                  </a:lnTo>
                  <a:lnTo>
                    <a:pt x="8125724" y="3116972"/>
                  </a:lnTo>
                  <a:lnTo>
                    <a:pt x="8125724" y="3116972"/>
                  </a:lnTo>
                  <a:lnTo>
                    <a:pt x="8128893" y="3116972"/>
                  </a:lnTo>
                  <a:lnTo>
                    <a:pt x="8132062" y="3116972"/>
                  </a:lnTo>
                  <a:lnTo>
                    <a:pt x="8135231" y="3116972"/>
                  </a:lnTo>
                  <a:lnTo>
                    <a:pt x="8138401" y="3116972"/>
                  </a:lnTo>
                  <a:lnTo>
                    <a:pt x="8141570" y="3102074"/>
                  </a:lnTo>
                  <a:lnTo>
                    <a:pt x="8144739" y="3090869"/>
                  </a:lnTo>
                  <a:lnTo>
                    <a:pt x="8147908" y="3116972"/>
                  </a:lnTo>
                  <a:lnTo>
                    <a:pt x="8147908" y="3116972"/>
                  </a:lnTo>
                  <a:lnTo>
                    <a:pt x="8151077" y="3116972"/>
                  </a:lnTo>
                  <a:lnTo>
                    <a:pt x="8154246" y="3116972"/>
                  </a:lnTo>
                  <a:lnTo>
                    <a:pt x="8157416" y="3116972"/>
                  </a:lnTo>
                  <a:lnTo>
                    <a:pt x="8160585" y="3116972"/>
                  </a:lnTo>
                  <a:lnTo>
                    <a:pt x="8163754" y="3116972"/>
                  </a:lnTo>
                  <a:lnTo>
                    <a:pt x="8166923" y="3116972"/>
                  </a:lnTo>
                  <a:lnTo>
                    <a:pt x="8170092" y="3085724"/>
                  </a:lnTo>
                  <a:lnTo>
                    <a:pt x="8173261" y="3012353"/>
                  </a:lnTo>
                  <a:lnTo>
                    <a:pt x="8176431" y="2994159"/>
                  </a:lnTo>
                  <a:lnTo>
                    <a:pt x="8179600" y="2994159"/>
                  </a:lnTo>
                  <a:lnTo>
                    <a:pt x="8182769" y="2994159"/>
                  </a:lnTo>
                  <a:lnTo>
                    <a:pt x="8185938" y="2994160"/>
                  </a:lnTo>
                  <a:lnTo>
                    <a:pt x="8189107" y="3028399"/>
                  </a:lnTo>
                  <a:lnTo>
                    <a:pt x="8192276" y="3066848"/>
                  </a:lnTo>
                  <a:lnTo>
                    <a:pt x="8195445" y="3055416"/>
                  </a:lnTo>
                  <a:lnTo>
                    <a:pt x="8198615" y="2994391"/>
                  </a:lnTo>
                  <a:lnTo>
                    <a:pt x="8201784" y="2950702"/>
                  </a:lnTo>
                  <a:lnTo>
                    <a:pt x="8204953" y="2966232"/>
                  </a:lnTo>
                  <a:lnTo>
                    <a:pt x="8208122" y="2973753"/>
                  </a:lnTo>
                  <a:lnTo>
                    <a:pt x="8211291" y="2973754"/>
                  </a:lnTo>
                  <a:lnTo>
                    <a:pt x="8214460" y="2987803"/>
                  </a:lnTo>
                  <a:lnTo>
                    <a:pt x="8217630" y="3048830"/>
                  </a:lnTo>
                  <a:lnTo>
                    <a:pt x="8220799" y="3072916"/>
                  </a:lnTo>
                  <a:lnTo>
                    <a:pt x="8223968" y="3008545"/>
                  </a:lnTo>
                  <a:lnTo>
                    <a:pt x="8227137" y="2995590"/>
                  </a:lnTo>
                  <a:lnTo>
                    <a:pt x="8230306" y="2995591"/>
                  </a:lnTo>
                  <a:lnTo>
                    <a:pt x="8233475" y="2995591"/>
                  </a:lnTo>
                  <a:lnTo>
                    <a:pt x="8236645" y="2995591"/>
                  </a:lnTo>
                  <a:lnTo>
                    <a:pt x="8239814" y="3015191"/>
                  </a:lnTo>
                  <a:lnTo>
                    <a:pt x="8242983" y="3064031"/>
                  </a:lnTo>
                  <a:lnTo>
                    <a:pt x="8246152" y="3069465"/>
                  </a:lnTo>
                  <a:lnTo>
                    <a:pt x="8249321" y="3069465"/>
                  </a:lnTo>
                  <a:lnTo>
                    <a:pt x="8252490" y="3069465"/>
                  </a:lnTo>
                  <a:lnTo>
                    <a:pt x="8255659" y="3069465"/>
                  </a:lnTo>
                  <a:lnTo>
                    <a:pt x="8258829" y="3069465"/>
                  </a:lnTo>
                  <a:lnTo>
                    <a:pt x="8261998" y="3069465"/>
                  </a:lnTo>
                  <a:lnTo>
                    <a:pt x="8265167" y="3069465"/>
                  </a:lnTo>
                  <a:lnTo>
                    <a:pt x="8268336" y="3069465"/>
                  </a:lnTo>
                  <a:lnTo>
                    <a:pt x="8271505" y="3069465"/>
                  </a:lnTo>
                  <a:lnTo>
                    <a:pt x="8274674" y="3076422"/>
                  </a:lnTo>
                  <a:lnTo>
                    <a:pt x="8277844" y="3105457"/>
                  </a:lnTo>
                  <a:lnTo>
                    <a:pt x="8281013" y="3116972"/>
                  </a:lnTo>
                  <a:lnTo>
                    <a:pt x="8281013" y="3116972"/>
                  </a:lnTo>
                  <a:lnTo>
                    <a:pt x="8284182" y="3093272"/>
                  </a:lnTo>
                  <a:lnTo>
                    <a:pt x="8287351" y="2992884"/>
                  </a:lnTo>
                  <a:lnTo>
                    <a:pt x="8290520" y="2943763"/>
                  </a:lnTo>
                  <a:lnTo>
                    <a:pt x="8293689" y="2981204"/>
                  </a:lnTo>
                  <a:lnTo>
                    <a:pt x="8296859" y="2974076"/>
                  </a:lnTo>
                  <a:lnTo>
                    <a:pt x="8300028" y="2960755"/>
                  </a:lnTo>
                  <a:lnTo>
                    <a:pt x="8303197" y="2986259"/>
                  </a:lnTo>
                  <a:lnTo>
                    <a:pt x="8306366" y="3086648"/>
                  </a:lnTo>
                  <a:lnTo>
                    <a:pt x="8309535" y="3116972"/>
                  </a:lnTo>
                  <a:lnTo>
                    <a:pt x="8309535" y="3116972"/>
                  </a:lnTo>
                  <a:lnTo>
                    <a:pt x="8312704" y="3116972"/>
                  </a:lnTo>
                  <a:lnTo>
                    <a:pt x="8315874" y="3116972"/>
                  </a:lnTo>
                  <a:lnTo>
                    <a:pt x="8319043" y="3116972"/>
                  </a:lnTo>
                  <a:lnTo>
                    <a:pt x="8322212" y="3116972"/>
                  </a:lnTo>
                  <a:lnTo>
                    <a:pt x="8325381" y="3116972"/>
                  </a:lnTo>
                  <a:lnTo>
                    <a:pt x="8328550" y="3116972"/>
                  </a:lnTo>
                  <a:lnTo>
                    <a:pt x="8331719" y="3116972"/>
                  </a:lnTo>
                  <a:lnTo>
                    <a:pt x="8334888" y="3105599"/>
                  </a:lnTo>
                  <a:lnTo>
                    <a:pt x="8338058" y="3039641"/>
                  </a:lnTo>
                  <a:lnTo>
                    <a:pt x="8341227" y="3004832"/>
                  </a:lnTo>
                  <a:lnTo>
                    <a:pt x="8344396" y="2992239"/>
                  </a:lnTo>
                  <a:lnTo>
                    <a:pt x="8347565" y="3020322"/>
                  </a:lnTo>
                  <a:lnTo>
                    <a:pt x="8350734" y="3039455"/>
                  </a:lnTo>
                  <a:lnTo>
                    <a:pt x="8353903" y="3042629"/>
                  </a:lnTo>
                  <a:lnTo>
                    <a:pt x="8357073" y="3069278"/>
                  </a:lnTo>
                  <a:lnTo>
                    <a:pt x="8360242" y="3104089"/>
                  </a:lnTo>
                  <a:lnTo>
                    <a:pt x="8363411" y="3116682"/>
                  </a:lnTo>
                  <a:lnTo>
                    <a:pt x="8366580" y="3088600"/>
                  </a:lnTo>
                  <a:lnTo>
                    <a:pt x="8369749" y="3061194"/>
                  </a:lnTo>
                  <a:lnTo>
                    <a:pt x="8372918" y="3023092"/>
                  </a:lnTo>
                  <a:lnTo>
                    <a:pt x="8376088" y="2993325"/>
                  </a:lnTo>
                  <a:lnTo>
                    <a:pt x="8379257" y="2982304"/>
                  </a:lnTo>
                  <a:lnTo>
                    <a:pt x="8382426" y="2933464"/>
                  </a:lnTo>
                  <a:lnTo>
                    <a:pt x="8385595" y="2919505"/>
                  </a:lnTo>
                  <a:lnTo>
                    <a:pt x="8388764" y="2927776"/>
                  </a:lnTo>
                  <a:lnTo>
                    <a:pt x="8391933" y="2965877"/>
                  </a:lnTo>
                  <a:lnTo>
                    <a:pt x="8395103" y="2995643"/>
                  </a:lnTo>
                  <a:lnTo>
                    <a:pt x="8398272" y="3006666"/>
                  </a:lnTo>
                  <a:lnTo>
                    <a:pt x="8401441" y="3055506"/>
                  </a:lnTo>
                  <a:lnTo>
                    <a:pt x="8404610" y="3069465"/>
                  </a:lnTo>
                  <a:lnTo>
                    <a:pt x="8407779" y="3069465"/>
                  </a:lnTo>
                  <a:lnTo>
                    <a:pt x="8410948" y="3069465"/>
                  </a:lnTo>
                  <a:lnTo>
                    <a:pt x="8414117" y="3069465"/>
                  </a:lnTo>
                  <a:lnTo>
                    <a:pt x="8417287" y="3069465"/>
                  </a:lnTo>
                  <a:lnTo>
                    <a:pt x="8420456" y="3069465"/>
                  </a:lnTo>
                  <a:lnTo>
                    <a:pt x="8423625" y="3069465"/>
                  </a:lnTo>
                  <a:lnTo>
                    <a:pt x="8426794" y="3072197"/>
                  </a:lnTo>
                  <a:lnTo>
                    <a:pt x="8429963" y="3062953"/>
                  </a:lnTo>
                  <a:lnTo>
                    <a:pt x="8433132" y="3041869"/>
                  </a:lnTo>
                  <a:lnTo>
                    <a:pt x="8436302" y="3041870"/>
                  </a:lnTo>
                  <a:lnTo>
                    <a:pt x="8439471" y="3041871"/>
                  </a:lnTo>
                  <a:lnTo>
                    <a:pt x="8442640" y="3041871"/>
                  </a:lnTo>
                  <a:lnTo>
                    <a:pt x="8445809" y="3039139"/>
                  </a:lnTo>
                  <a:lnTo>
                    <a:pt x="8448978" y="3048383"/>
                  </a:lnTo>
                  <a:lnTo>
                    <a:pt x="8452147" y="3069465"/>
                  </a:lnTo>
                  <a:lnTo>
                    <a:pt x="8455317" y="3069465"/>
                  </a:lnTo>
                  <a:lnTo>
                    <a:pt x="8458486" y="3069465"/>
                  </a:lnTo>
                  <a:lnTo>
                    <a:pt x="8461655" y="3069465"/>
                  </a:lnTo>
                  <a:lnTo>
                    <a:pt x="8464824" y="3069465"/>
                  </a:lnTo>
                  <a:lnTo>
                    <a:pt x="8467993" y="3069465"/>
                  </a:lnTo>
                  <a:lnTo>
                    <a:pt x="8471162" y="3069465"/>
                  </a:lnTo>
                  <a:lnTo>
                    <a:pt x="8474331" y="3069465"/>
                  </a:lnTo>
                  <a:lnTo>
                    <a:pt x="8477501" y="3069465"/>
                  </a:lnTo>
                  <a:lnTo>
                    <a:pt x="8480670" y="3069465"/>
                  </a:lnTo>
                  <a:lnTo>
                    <a:pt x="8483839" y="3069465"/>
                  </a:lnTo>
                  <a:lnTo>
                    <a:pt x="8487008" y="3069465"/>
                  </a:lnTo>
                  <a:lnTo>
                    <a:pt x="8490177" y="3069465"/>
                  </a:lnTo>
                  <a:lnTo>
                    <a:pt x="8493346" y="3054006"/>
                  </a:lnTo>
                  <a:lnTo>
                    <a:pt x="8496516" y="3020197"/>
                  </a:lnTo>
                  <a:lnTo>
                    <a:pt x="8499685" y="2994026"/>
                  </a:lnTo>
                  <a:lnTo>
                    <a:pt x="8502854" y="2992027"/>
                  </a:lnTo>
                  <a:lnTo>
                    <a:pt x="8506023" y="2992028"/>
                  </a:lnTo>
                  <a:lnTo>
                    <a:pt x="8509192" y="2992028"/>
                  </a:lnTo>
                  <a:lnTo>
                    <a:pt x="8512361" y="3007487"/>
                  </a:lnTo>
                  <a:lnTo>
                    <a:pt x="8515531" y="3041295"/>
                  </a:lnTo>
                  <a:lnTo>
                    <a:pt x="8518700" y="3067465"/>
                  </a:lnTo>
                  <a:lnTo>
                    <a:pt x="8521869" y="3069465"/>
                  </a:lnTo>
                  <a:lnTo>
                    <a:pt x="8525038" y="3069465"/>
                  </a:lnTo>
                  <a:lnTo>
                    <a:pt x="8528207" y="3069465"/>
                  </a:lnTo>
                  <a:lnTo>
                    <a:pt x="8531376" y="3069465"/>
                  </a:lnTo>
                  <a:lnTo>
                    <a:pt x="8534546" y="3069465"/>
                  </a:lnTo>
                  <a:lnTo>
                    <a:pt x="8537715" y="3069465"/>
                  </a:lnTo>
                  <a:lnTo>
                    <a:pt x="8540884" y="3069465"/>
                  </a:lnTo>
                  <a:lnTo>
                    <a:pt x="8544053" y="3069465"/>
                  </a:lnTo>
                  <a:lnTo>
                    <a:pt x="8547222" y="3069465"/>
                  </a:lnTo>
                  <a:lnTo>
                    <a:pt x="8550391" y="3069465"/>
                  </a:lnTo>
                  <a:lnTo>
                    <a:pt x="8553560" y="3069465"/>
                  </a:lnTo>
                  <a:lnTo>
                    <a:pt x="8553560" y="30694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0391" y="0"/>
                  </a:lnTo>
                  <a:lnTo>
                    <a:pt x="8547222" y="0"/>
                  </a:lnTo>
                  <a:lnTo>
                    <a:pt x="8544053" y="0"/>
                  </a:lnTo>
                  <a:lnTo>
                    <a:pt x="8540884" y="0"/>
                  </a:lnTo>
                  <a:lnTo>
                    <a:pt x="8537715" y="0"/>
                  </a:lnTo>
                  <a:lnTo>
                    <a:pt x="8534546" y="0"/>
                  </a:lnTo>
                  <a:lnTo>
                    <a:pt x="8531376" y="0"/>
                  </a:lnTo>
                  <a:lnTo>
                    <a:pt x="8528207" y="0"/>
                  </a:lnTo>
                  <a:lnTo>
                    <a:pt x="8525038" y="0"/>
                  </a:lnTo>
                  <a:lnTo>
                    <a:pt x="8521869" y="0"/>
                  </a:lnTo>
                  <a:lnTo>
                    <a:pt x="8518700" y="0"/>
                  </a:lnTo>
                  <a:lnTo>
                    <a:pt x="8515531" y="0"/>
                  </a:lnTo>
                  <a:lnTo>
                    <a:pt x="8512361" y="0"/>
                  </a:lnTo>
                  <a:lnTo>
                    <a:pt x="8509192" y="0"/>
                  </a:lnTo>
                  <a:lnTo>
                    <a:pt x="8506023" y="0"/>
                  </a:lnTo>
                  <a:lnTo>
                    <a:pt x="8502854" y="0"/>
                  </a:lnTo>
                  <a:lnTo>
                    <a:pt x="8499685" y="0"/>
                  </a:lnTo>
                  <a:lnTo>
                    <a:pt x="8496516" y="0"/>
                  </a:lnTo>
                  <a:lnTo>
                    <a:pt x="8493346" y="0"/>
                  </a:lnTo>
                  <a:lnTo>
                    <a:pt x="8490177" y="0"/>
                  </a:lnTo>
                  <a:lnTo>
                    <a:pt x="8487008" y="0"/>
                  </a:lnTo>
                  <a:lnTo>
                    <a:pt x="8483839" y="0"/>
                  </a:lnTo>
                  <a:lnTo>
                    <a:pt x="8480670" y="0"/>
                  </a:lnTo>
                  <a:lnTo>
                    <a:pt x="8477501" y="0"/>
                  </a:lnTo>
                  <a:lnTo>
                    <a:pt x="8474331" y="0"/>
                  </a:lnTo>
                  <a:lnTo>
                    <a:pt x="8471162" y="0"/>
                  </a:lnTo>
                  <a:lnTo>
                    <a:pt x="8467993" y="0"/>
                  </a:lnTo>
                  <a:lnTo>
                    <a:pt x="8464824" y="0"/>
                  </a:lnTo>
                  <a:lnTo>
                    <a:pt x="8461655" y="0"/>
                  </a:lnTo>
                  <a:lnTo>
                    <a:pt x="8458486" y="0"/>
                  </a:lnTo>
                  <a:lnTo>
                    <a:pt x="8455317" y="0"/>
                  </a:lnTo>
                  <a:lnTo>
                    <a:pt x="8452147" y="0"/>
                  </a:lnTo>
                  <a:lnTo>
                    <a:pt x="8448978" y="0"/>
                  </a:lnTo>
                  <a:lnTo>
                    <a:pt x="8445809" y="0"/>
                  </a:lnTo>
                  <a:lnTo>
                    <a:pt x="8442640" y="0"/>
                  </a:lnTo>
                  <a:lnTo>
                    <a:pt x="8439471" y="0"/>
                  </a:lnTo>
                  <a:lnTo>
                    <a:pt x="8436302" y="0"/>
                  </a:lnTo>
                  <a:lnTo>
                    <a:pt x="8433132" y="0"/>
                  </a:lnTo>
                  <a:lnTo>
                    <a:pt x="8429963" y="0"/>
                  </a:lnTo>
                  <a:lnTo>
                    <a:pt x="8426794" y="0"/>
                  </a:lnTo>
                  <a:lnTo>
                    <a:pt x="8423625" y="0"/>
                  </a:lnTo>
                  <a:lnTo>
                    <a:pt x="8420456" y="0"/>
                  </a:lnTo>
                  <a:lnTo>
                    <a:pt x="8417287" y="0"/>
                  </a:lnTo>
                  <a:lnTo>
                    <a:pt x="8414117" y="0"/>
                  </a:lnTo>
                  <a:lnTo>
                    <a:pt x="8410948" y="0"/>
                  </a:lnTo>
                  <a:lnTo>
                    <a:pt x="8407779" y="0"/>
                  </a:lnTo>
                  <a:lnTo>
                    <a:pt x="8404610" y="0"/>
                  </a:lnTo>
                  <a:lnTo>
                    <a:pt x="8401441" y="0"/>
                  </a:lnTo>
                  <a:lnTo>
                    <a:pt x="8398272" y="0"/>
                  </a:lnTo>
                  <a:lnTo>
                    <a:pt x="8395103" y="0"/>
                  </a:lnTo>
                  <a:lnTo>
                    <a:pt x="8391933" y="0"/>
                  </a:lnTo>
                  <a:lnTo>
                    <a:pt x="8388764" y="0"/>
                  </a:lnTo>
                  <a:lnTo>
                    <a:pt x="8385595" y="0"/>
                  </a:lnTo>
                  <a:lnTo>
                    <a:pt x="8382426" y="0"/>
                  </a:lnTo>
                  <a:lnTo>
                    <a:pt x="8379257" y="0"/>
                  </a:lnTo>
                  <a:lnTo>
                    <a:pt x="8376088" y="0"/>
                  </a:lnTo>
                  <a:lnTo>
                    <a:pt x="8372918" y="0"/>
                  </a:lnTo>
                  <a:lnTo>
                    <a:pt x="8369749" y="0"/>
                  </a:lnTo>
                  <a:lnTo>
                    <a:pt x="8366580" y="0"/>
                  </a:lnTo>
                  <a:lnTo>
                    <a:pt x="8363411" y="0"/>
                  </a:lnTo>
                  <a:lnTo>
                    <a:pt x="8360242" y="0"/>
                  </a:lnTo>
                  <a:lnTo>
                    <a:pt x="8357073" y="0"/>
                  </a:lnTo>
                  <a:lnTo>
                    <a:pt x="8353903" y="0"/>
                  </a:lnTo>
                  <a:lnTo>
                    <a:pt x="8350734" y="0"/>
                  </a:lnTo>
                  <a:lnTo>
                    <a:pt x="8347565" y="0"/>
                  </a:lnTo>
                  <a:lnTo>
                    <a:pt x="8344396" y="0"/>
                  </a:lnTo>
                  <a:lnTo>
                    <a:pt x="8341227" y="0"/>
                  </a:lnTo>
                  <a:lnTo>
                    <a:pt x="8338058" y="0"/>
                  </a:lnTo>
                  <a:lnTo>
                    <a:pt x="8334888" y="0"/>
                  </a:lnTo>
                  <a:lnTo>
                    <a:pt x="8331719" y="0"/>
                  </a:lnTo>
                  <a:lnTo>
                    <a:pt x="8328550" y="0"/>
                  </a:lnTo>
                  <a:lnTo>
                    <a:pt x="8325381" y="0"/>
                  </a:lnTo>
                  <a:lnTo>
                    <a:pt x="8322212" y="0"/>
                  </a:lnTo>
                  <a:lnTo>
                    <a:pt x="8319043" y="0"/>
                  </a:lnTo>
                  <a:lnTo>
                    <a:pt x="8315874" y="0"/>
                  </a:lnTo>
                  <a:lnTo>
                    <a:pt x="8312704" y="0"/>
                  </a:lnTo>
                  <a:lnTo>
                    <a:pt x="8309535" y="0"/>
                  </a:lnTo>
                  <a:lnTo>
                    <a:pt x="8306366" y="0"/>
                  </a:lnTo>
                  <a:lnTo>
                    <a:pt x="8303197" y="0"/>
                  </a:lnTo>
                  <a:lnTo>
                    <a:pt x="8300028" y="0"/>
                  </a:lnTo>
                  <a:lnTo>
                    <a:pt x="8296859" y="0"/>
                  </a:lnTo>
                  <a:lnTo>
                    <a:pt x="8293689" y="0"/>
                  </a:lnTo>
                  <a:lnTo>
                    <a:pt x="8290520" y="0"/>
                  </a:lnTo>
                  <a:lnTo>
                    <a:pt x="8287351" y="0"/>
                  </a:lnTo>
                  <a:lnTo>
                    <a:pt x="8284182" y="0"/>
                  </a:lnTo>
                  <a:lnTo>
                    <a:pt x="8281013" y="0"/>
                  </a:lnTo>
                  <a:lnTo>
                    <a:pt x="8277844" y="0"/>
                  </a:lnTo>
                  <a:lnTo>
                    <a:pt x="8274674" y="0"/>
                  </a:lnTo>
                  <a:lnTo>
                    <a:pt x="8271505" y="0"/>
                  </a:lnTo>
                  <a:lnTo>
                    <a:pt x="8268336" y="0"/>
                  </a:lnTo>
                  <a:lnTo>
                    <a:pt x="8265167" y="0"/>
                  </a:lnTo>
                  <a:lnTo>
                    <a:pt x="8261998" y="0"/>
                  </a:lnTo>
                  <a:lnTo>
                    <a:pt x="8258829" y="0"/>
                  </a:lnTo>
                  <a:lnTo>
                    <a:pt x="8255659" y="0"/>
                  </a:lnTo>
                  <a:lnTo>
                    <a:pt x="8252490" y="0"/>
                  </a:lnTo>
                  <a:lnTo>
                    <a:pt x="8249321" y="0"/>
                  </a:lnTo>
                  <a:lnTo>
                    <a:pt x="8246152" y="0"/>
                  </a:lnTo>
                  <a:lnTo>
                    <a:pt x="8242983" y="0"/>
                  </a:lnTo>
                  <a:lnTo>
                    <a:pt x="8239814" y="0"/>
                  </a:lnTo>
                  <a:lnTo>
                    <a:pt x="8236645" y="0"/>
                  </a:lnTo>
                  <a:lnTo>
                    <a:pt x="8233475" y="0"/>
                  </a:lnTo>
                  <a:lnTo>
                    <a:pt x="8230306" y="0"/>
                  </a:lnTo>
                  <a:lnTo>
                    <a:pt x="8227137" y="0"/>
                  </a:lnTo>
                  <a:lnTo>
                    <a:pt x="8223968" y="0"/>
                  </a:lnTo>
                  <a:lnTo>
                    <a:pt x="8220799" y="0"/>
                  </a:lnTo>
                  <a:lnTo>
                    <a:pt x="8217630" y="0"/>
                  </a:lnTo>
                  <a:lnTo>
                    <a:pt x="8214460" y="0"/>
                  </a:lnTo>
                  <a:lnTo>
                    <a:pt x="8211291" y="0"/>
                  </a:lnTo>
                  <a:lnTo>
                    <a:pt x="8208122" y="0"/>
                  </a:lnTo>
                  <a:lnTo>
                    <a:pt x="8204953" y="0"/>
                  </a:lnTo>
                  <a:lnTo>
                    <a:pt x="8201784" y="0"/>
                  </a:lnTo>
                  <a:lnTo>
                    <a:pt x="8198615" y="0"/>
                  </a:lnTo>
                  <a:lnTo>
                    <a:pt x="8195445" y="0"/>
                  </a:lnTo>
                  <a:lnTo>
                    <a:pt x="8192276" y="0"/>
                  </a:lnTo>
                  <a:lnTo>
                    <a:pt x="8189107" y="0"/>
                  </a:lnTo>
                  <a:lnTo>
                    <a:pt x="8185938" y="0"/>
                  </a:lnTo>
                  <a:lnTo>
                    <a:pt x="8182769" y="0"/>
                  </a:lnTo>
                  <a:lnTo>
                    <a:pt x="8179600" y="0"/>
                  </a:lnTo>
                  <a:lnTo>
                    <a:pt x="8176431" y="0"/>
                  </a:lnTo>
                  <a:lnTo>
                    <a:pt x="8173261" y="0"/>
                  </a:lnTo>
                  <a:lnTo>
                    <a:pt x="8170092" y="0"/>
                  </a:lnTo>
                  <a:lnTo>
                    <a:pt x="8166923" y="0"/>
                  </a:lnTo>
                  <a:lnTo>
                    <a:pt x="8163754" y="0"/>
                  </a:lnTo>
                  <a:lnTo>
                    <a:pt x="8160585" y="0"/>
                  </a:lnTo>
                  <a:lnTo>
                    <a:pt x="8157416" y="0"/>
                  </a:lnTo>
                  <a:lnTo>
                    <a:pt x="8154246" y="0"/>
                  </a:lnTo>
                  <a:lnTo>
                    <a:pt x="8151077" y="0"/>
                  </a:lnTo>
                  <a:lnTo>
                    <a:pt x="8147908" y="0"/>
                  </a:lnTo>
                  <a:lnTo>
                    <a:pt x="8144739" y="0"/>
                  </a:lnTo>
                  <a:lnTo>
                    <a:pt x="8141570" y="0"/>
                  </a:lnTo>
                  <a:lnTo>
                    <a:pt x="8138401" y="0"/>
                  </a:lnTo>
                  <a:lnTo>
                    <a:pt x="8135231" y="0"/>
                  </a:lnTo>
                  <a:lnTo>
                    <a:pt x="8132062" y="0"/>
                  </a:lnTo>
                  <a:lnTo>
                    <a:pt x="8128893" y="0"/>
                  </a:lnTo>
                  <a:lnTo>
                    <a:pt x="8125724" y="0"/>
                  </a:lnTo>
                  <a:lnTo>
                    <a:pt x="8122555" y="0"/>
                  </a:lnTo>
                  <a:lnTo>
                    <a:pt x="8119386" y="0"/>
                  </a:lnTo>
                  <a:lnTo>
                    <a:pt x="8116216" y="0"/>
                  </a:lnTo>
                  <a:lnTo>
                    <a:pt x="8113047" y="0"/>
                  </a:lnTo>
                  <a:lnTo>
                    <a:pt x="8109878" y="0"/>
                  </a:lnTo>
                  <a:lnTo>
                    <a:pt x="8106709" y="0"/>
                  </a:lnTo>
                  <a:lnTo>
                    <a:pt x="8103540" y="0"/>
                  </a:lnTo>
                  <a:lnTo>
                    <a:pt x="8100371" y="0"/>
                  </a:lnTo>
                  <a:lnTo>
                    <a:pt x="8097202" y="0"/>
                  </a:lnTo>
                  <a:lnTo>
                    <a:pt x="8094032" y="0"/>
                  </a:lnTo>
                  <a:lnTo>
                    <a:pt x="8090863" y="0"/>
                  </a:lnTo>
                  <a:lnTo>
                    <a:pt x="8087694" y="0"/>
                  </a:lnTo>
                  <a:lnTo>
                    <a:pt x="8084525" y="0"/>
                  </a:lnTo>
                  <a:lnTo>
                    <a:pt x="8081356" y="0"/>
                  </a:lnTo>
                  <a:lnTo>
                    <a:pt x="8078187" y="0"/>
                  </a:lnTo>
                  <a:lnTo>
                    <a:pt x="8075017" y="0"/>
                  </a:lnTo>
                  <a:lnTo>
                    <a:pt x="8071848" y="0"/>
                  </a:lnTo>
                  <a:lnTo>
                    <a:pt x="8068679" y="0"/>
                  </a:lnTo>
                  <a:lnTo>
                    <a:pt x="8065510" y="0"/>
                  </a:lnTo>
                  <a:lnTo>
                    <a:pt x="8062341" y="0"/>
                  </a:lnTo>
                  <a:lnTo>
                    <a:pt x="8059172" y="0"/>
                  </a:lnTo>
                  <a:lnTo>
                    <a:pt x="8056002" y="0"/>
                  </a:lnTo>
                  <a:lnTo>
                    <a:pt x="8052833" y="0"/>
                  </a:lnTo>
                  <a:lnTo>
                    <a:pt x="8049664" y="0"/>
                  </a:lnTo>
                  <a:lnTo>
                    <a:pt x="8046495" y="0"/>
                  </a:lnTo>
                  <a:lnTo>
                    <a:pt x="8043326" y="0"/>
                  </a:lnTo>
                  <a:lnTo>
                    <a:pt x="8040157" y="0"/>
                  </a:lnTo>
                  <a:lnTo>
                    <a:pt x="8036988" y="0"/>
                  </a:lnTo>
                  <a:lnTo>
                    <a:pt x="8033818" y="0"/>
                  </a:lnTo>
                  <a:lnTo>
                    <a:pt x="8030649" y="0"/>
                  </a:lnTo>
                  <a:lnTo>
                    <a:pt x="8027480" y="0"/>
                  </a:lnTo>
                  <a:lnTo>
                    <a:pt x="8024311" y="0"/>
                  </a:lnTo>
                  <a:lnTo>
                    <a:pt x="8021142" y="0"/>
                  </a:lnTo>
                  <a:lnTo>
                    <a:pt x="8017973" y="0"/>
                  </a:lnTo>
                  <a:lnTo>
                    <a:pt x="8014803" y="0"/>
                  </a:lnTo>
                  <a:lnTo>
                    <a:pt x="8011634" y="0"/>
                  </a:lnTo>
                  <a:lnTo>
                    <a:pt x="8008465" y="0"/>
                  </a:lnTo>
                  <a:lnTo>
                    <a:pt x="8005296" y="0"/>
                  </a:lnTo>
                  <a:lnTo>
                    <a:pt x="8002127" y="0"/>
                  </a:lnTo>
                  <a:lnTo>
                    <a:pt x="7998958" y="0"/>
                  </a:lnTo>
                  <a:lnTo>
                    <a:pt x="7995788" y="0"/>
                  </a:lnTo>
                  <a:lnTo>
                    <a:pt x="7992619" y="0"/>
                  </a:lnTo>
                  <a:lnTo>
                    <a:pt x="7989450" y="0"/>
                  </a:lnTo>
                  <a:lnTo>
                    <a:pt x="7986281" y="0"/>
                  </a:lnTo>
                  <a:lnTo>
                    <a:pt x="7983112" y="0"/>
                  </a:lnTo>
                  <a:lnTo>
                    <a:pt x="7979943" y="0"/>
                  </a:lnTo>
                  <a:lnTo>
                    <a:pt x="7976773" y="0"/>
                  </a:lnTo>
                  <a:lnTo>
                    <a:pt x="7973604" y="0"/>
                  </a:lnTo>
                  <a:lnTo>
                    <a:pt x="7970435" y="0"/>
                  </a:lnTo>
                  <a:lnTo>
                    <a:pt x="7967266" y="0"/>
                  </a:lnTo>
                  <a:lnTo>
                    <a:pt x="7964097" y="0"/>
                  </a:lnTo>
                  <a:lnTo>
                    <a:pt x="7960928" y="0"/>
                  </a:lnTo>
                  <a:lnTo>
                    <a:pt x="7957759" y="0"/>
                  </a:lnTo>
                  <a:lnTo>
                    <a:pt x="7954589" y="0"/>
                  </a:lnTo>
                  <a:lnTo>
                    <a:pt x="7951420" y="0"/>
                  </a:lnTo>
                  <a:lnTo>
                    <a:pt x="7948251" y="0"/>
                  </a:lnTo>
                  <a:lnTo>
                    <a:pt x="7945082" y="0"/>
                  </a:lnTo>
                  <a:lnTo>
                    <a:pt x="7941913" y="0"/>
                  </a:lnTo>
                  <a:lnTo>
                    <a:pt x="7938744" y="0"/>
                  </a:lnTo>
                  <a:lnTo>
                    <a:pt x="7935574" y="0"/>
                  </a:lnTo>
                  <a:lnTo>
                    <a:pt x="7932405" y="0"/>
                  </a:lnTo>
                  <a:lnTo>
                    <a:pt x="7929236" y="0"/>
                  </a:lnTo>
                  <a:lnTo>
                    <a:pt x="7926067" y="0"/>
                  </a:lnTo>
                  <a:lnTo>
                    <a:pt x="7922898" y="0"/>
                  </a:lnTo>
                  <a:lnTo>
                    <a:pt x="7919729" y="0"/>
                  </a:lnTo>
                  <a:lnTo>
                    <a:pt x="7916559" y="0"/>
                  </a:lnTo>
                  <a:lnTo>
                    <a:pt x="7913390" y="0"/>
                  </a:lnTo>
                  <a:lnTo>
                    <a:pt x="7910221" y="0"/>
                  </a:lnTo>
                  <a:lnTo>
                    <a:pt x="7907052" y="0"/>
                  </a:lnTo>
                  <a:lnTo>
                    <a:pt x="7903883" y="0"/>
                  </a:lnTo>
                  <a:lnTo>
                    <a:pt x="7900714" y="0"/>
                  </a:lnTo>
                  <a:lnTo>
                    <a:pt x="7897544" y="0"/>
                  </a:lnTo>
                  <a:lnTo>
                    <a:pt x="7894375" y="0"/>
                  </a:lnTo>
                  <a:lnTo>
                    <a:pt x="7891206" y="0"/>
                  </a:lnTo>
                  <a:lnTo>
                    <a:pt x="7888037" y="0"/>
                  </a:lnTo>
                  <a:lnTo>
                    <a:pt x="7884868" y="0"/>
                  </a:lnTo>
                  <a:lnTo>
                    <a:pt x="7881699" y="0"/>
                  </a:lnTo>
                  <a:lnTo>
                    <a:pt x="7878530" y="0"/>
                  </a:lnTo>
                  <a:lnTo>
                    <a:pt x="7875360" y="0"/>
                  </a:lnTo>
                  <a:lnTo>
                    <a:pt x="7872191" y="0"/>
                  </a:lnTo>
                  <a:lnTo>
                    <a:pt x="7869022" y="0"/>
                  </a:lnTo>
                  <a:lnTo>
                    <a:pt x="7865853" y="0"/>
                  </a:lnTo>
                  <a:lnTo>
                    <a:pt x="7862684" y="0"/>
                  </a:lnTo>
                  <a:lnTo>
                    <a:pt x="7859515" y="0"/>
                  </a:lnTo>
                  <a:lnTo>
                    <a:pt x="7856345" y="0"/>
                  </a:lnTo>
                  <a:lnTo>
                    <a:pt x="7853176" y="0"/>
                  </a:lnTo>
                  <a:lnTo>
                    <a:pt x="7850007" y="0"/>
                  </a:lnTo>
                  <a:lnTo>
                    <a:pt x="7846838" y="0"/>
                  </a:lnTo>
                  <a:lnTo>
                    <a:pt x="7843669" y="0"/>
                  </a:lnTo>
                  <a:lnTo>
                    <a:pt x="7840500" y="0"/>
                  </a:lnTo>
                  <a:lnTo>
                    <a:pt x="7837330" y="0"/>
                  </a:lnTo>
                  <a:lnTo>
                    <a:pt x="7834161" y="0"/>
                  </a:lnTo>
                  <a:lnTo>
                    <a:pt x="7830992" y="0"/>
                  </a:lnTo>
                  <a:lnTo>
                    <a:pt x="7827823" y="0"/>
                  </a:lnTo>
                  <a:lnTo>
                    <a:pt x="7824654" y="0"/>
                  </a:lnTo>
                  <a:lnTo>
                    <a:pt x="7821485" y="0"/>
                  </a:lnTo>
                  <a:lnTo>
                    <a:pt x="7818316" y="0"/>
                  </a:lnTo>
                  <a:lnTo>
                    <a:pt x="7815146" y="0"/>
                  </a:lnTo>
                  <a:lnTo>
                    <a:pt x="7811977" y="0"/>
                  </a:lnTo>
                  <a:lnTo>
                    <a:pt x="7808808" y="0"/>
                  </a:lnTo>
                  <a:lnTo>
                    <a:pt x="7805639" y="0"/>
                  </a:lnTo>
                  <a:lnTo>
                    <a:pt x="7802470" y="0"/>
                  </a:lnTo>
                  <a:lnTo>
                    <a:pt x="7799301" y="0"/>
                  </a:lnTo>
                  <a:lnTo>
                    <a:pt x="7796131" y="0"/>
                  </a:lnTo>
                  <a:lnTo>
                    <a:pt x="7792962" y="0"/>
                  </a:lnTo>
                  <a:lnTo>
                    <a:pt x="7789793" y="0"/>
                  </a:lnTo>
                  <a:lnTo>
                    <a:pt x="7786624" y="0"/>
                  </a:lnTo>
                  <a:lnTo>
                    <a:pt x="7783455" y="0"/>
                  </a:lnTo>
                  <a:lnTo>
                    <a:pt x="7780286" y="0"/>
                  </a:lnTo>
                  <a:lnTo>
                    <a:pt x="7777116" y="0"/>
                  </a:lnTo>
                  <a:lnTo>
                    <a:pt x="7773947" y="0"/>
                  </a:lnTo>
                  <a:lnTo>
                    <a:pt x="7770778" y="0"/>
                  </a:lnTo>
                  <a:lnTo>
                    <a:pt x="7767609" y="0"/>
                  </a:lnTo>
                  <a:lnTo>
                    <a:pt x="7764440" y="0"/>
                  </a:lnTo>
                  <a:lnTo>
                    <a:pt x="7761271" y="0"/>
                  </a:lnTo>
                  <a:lnTo>
                    <a:pt x="7758101" y="0"/>
                  </a:lnTo>
                  <a:lnTo>
                    <a:pt x="7754932" y="0"/>
                  </a:lnTo>
                  <a:lnTo>
                    <a:pt x="7751763" y="0"/>
                  </a:lnTo>
                  <a:lnTo>
                    <a:pt x="7748594" y="0"/>
                  </a:lnTo>
                  <a:lnTo>
                    <a:pt x="7745425" y="0"/>
                  </a:lnTo>
                  <a:lnTo>
                    <a:pt x="7742256" y="0"/>
                  </a:lnTo>
                  <a:lnTo>
                    <a:pt x="7739087" y="0"/>
                  </a:lnTo>
                  <a:lnTo>
                    <a:pt x="7735917" y="0"/>
                  </a:lnTo>
                  <a:lnTo>
                    <a:pt x="7732748" y="0"/>
                  </a:lnTo>
                  <a:lnTo>
                    <a:pt x="7729579" y="0"/>
                  </a:lnTo>
                  <a:lnTo>
                    <a:pt x="7726410" y="0"/>
                  </a:lnTo>
                  <a:lnTo>
                    <a:pt x="7723241" y="0"/>
                  </a:lnTo>
                  <a:lnTo>
                    <a:pt x="7720072" y="0"/>
                  </a:lnTo>
                  <a:lnTo>
                    <a:pt x="7716902" y="0"/>
                  </a:lnTo>
                  <a:lnTo>
                    <a:pt x="7713733" y="0"/>
                  </a:lnTo>
                  <a:lnTo>
                    <a:pt x="7710564" y="0"/>
                  </a:lnTo>
                  <a:lnTo>
                    <a:pt x="7707395" y="0"/>
                  </a:lnTo>
                  <a:lnTo>
                    <a:pt x="7704226" y="0"/>
                  </a:lnTo>
                  <a:lnTo>
                    <a:pt x="7701057" y="0"/>
                  </a:lnTo>
                  <a:lnTo>
                    <a:pt x="7697887" y="0"/>
                  </a:lnTo>
                  <a:lnTo>
                    <a:pt x="7694718" y="0"/>
                  </a:lnTo>
                  <a:lnTo>
                    <a:pt x="7691549" y="0"/>
                  </a:lnTo>
                  <a:lnTo>
                    <a:pt x="7688380" y="0"/>
                  </a:lnTo>
                  <a:lnTo>
                    <a:pt x="7685211" y="0"/>
                  </a:lnTo>
                  <a:lnTo>
                    <a:pt x="7682042" y="0"/>
                  </a:lnTo>
                  <a:lnTo>
                    <a:pt x="7678873" y="0"/>
                  </a:lnTo>
                  <a:lnTo>
                    <a:pt x="7675703" y="0"/>
                  </a:lnTo>
                  <a:lnTo>
                    <a:pt x="7672534" y="0"/>
                  </a:lnTo>
                  <a:lnTo>
                    <a:pt x="7669365" y="0"/>
                  </a:lnTo>
                  <a:lnTo>
                    <a:pt x="7666196" y="0"/>
                  </a:lnTo>
                  <a:lnTo>
                    <a:pt x="7663027" y="0"/>
                  </a:lnTo>
                  <a:lnTo>
                    <a:pt x="7659858" y="0"/>
                  </a:lnTo>
                  <a:lnTo>
                    <a:pt x="7656688" y="0"/>
                  </a:lnTo>
                  <a:lnTo>
                    <a:pt x="7653519" y="0"/>
                  </a:lnTo>
                  <a:lnTo>
                    <a:pt x="7650350" y="0"/>
                  </a:lnTo>
                  <a:lnTo>
                    <a:pt x="7647181" y="0"/>
                  </a:lnTo>
                  <a:lnTo>
                    <a:pt x="7644012" y="0"/>
                  </a:lnTo>
                  <a:lnTo>
                    <a:pt x="7640843" y="0"/>
                  </a:lnTo>
                  <a:lnTo>
                    <a:pt x="7637673" y="0"/>
                  </a:lnTo>
                  <a:lnTo>
                    <a:pt x="7634504" y="0"/>
                  </a:lnTo>
                  <a:lnTo>
                    <a:pt x="7631335" y="0"/>
                  </a:lnTo>
                  <a:lnTo>
                    <a:pt x="7628166" y="0"/>
                  </a:lnTo>
                  <a:lnTo>
                    <a:pt x="7624997" y="0"/>
                  </a:lnTo>
                  <a:lnTo>
                    <a:pt x="7621828" y="0"/>
                  </a:lnTo>
                  <a:lnTo>
                    <a:pt x="7618658" y="0"/>
                  </a:lnTo>
                  <a:lnTo>
                    <a:pt x="7615489" y="0"/>
                  </a:lnTo>
                  <a:lnTo>
                    <a:pt x="7612320" y="0"/>
                  </a:lnTo>
                  <a:lnTo>
                    <a:pt x="7609151" y="0"/>
                  </a:lnTo>
                  <a:lnTo>
                    <a:pt x="7605982" y="0"/>
                  </a:lnTo>
                  <a:lnTo>
                    <a:pt x="7602813" y="0"/>
                  </a:lnTo>
                  <a:lnTo>
                    <a:pt x="7599644" y="0"/>
                  </a:lnTo>
                  <a:lnTo>
                    <a:pt x="7596474" y="0"/>
                  </a:lnTo>
                  <a:lnTo>
                    <a:pt x="7593305" y="0"/>
                  </a:lnTo>
                  <a:lnTo>
                    <a:pt x="7590136" y="0"/>
                  </a:lnTo>
                  <a:lnTo>
                    <a:pt x="7586967" y="0"/>
                  </a:lnTo>
                  <a:lnTo>
                    <a:pt x="7583798" y="0"/>
                  </a:lnTo>
                  <a:lnTo>
                    <a:pt x="7580629" y="0"/>
                  </a:lnTo>
                  <a:lnTo>
                    <a:pt x="7577459" y="0"/>
                  </a:lnTo>
                  <a:lnTo>
                    <a:pt x="7574290" y="0"/>
                  </a:lnTo>
                  <a:lnTo>
                    <a:pt x="7571121" y="0"/>
                  </a:lnTo>
                  <a:lnTo>
                    <a:pt x="7567952" y="0"/>
                  </a:lnTo>
                  <a:lnTo>
                    <a:pt x="7564783" y="0"/>
                  </a:lnTo>
                  <a:lnTo>
                    <a:pt x="7561614" y="0"/>
                  </a:lnTo>
                  <a:lnTo>
                    <a:pt x="7558444" y="0"/>
                  </a:lnTo>
                  <a:lnTo>
                    <a:pt x="7555275" y="0"/>
                  </a:lnTo>
                  <a:lnTo>
                    <a:pt x="7552106" y="0"/>
                  </a:lnTo>
                  <a:lnTo>
                    <a:pt x="7548937" y="0"/>
                  </a:lnTo>
                  <a:lnTo>
                    <a:pt x="7545768" y="0"/>
                  </a:lnTo>
                  <a:lnTo>
                    <a:pt x="7542599" y="0"/>
                  </a:lnTo>
                  <a:lnTo>
                    <a:pt x="7539429" y="0"/>
                  </a:lnTo>
                  <a:lnTo>
                    <a:pt x="7536260" y="0"/>
                  </a:lnTo>
                  <a:lnTo>
                    <a:pt x="7533091" y="0"/>
                  </a:lnTo>
                  <a:lnTo>
                    <a:pt x="7529922" y="0"/>
                  </a:lnTo>
                  <a:lnTo>
                    <a:pt x="7526753" y="0"/>
                  </a:lnTo>
                  <a:lnTo>
                    <a:pt x="7523584" y="0"/>
                  </a:lnTo>
                  <a:lnTo>
                    <a:pt x="7520415" y="0"/>
                  </a:lnTo>
                  <a:lnTo>
                    <a:pt x="7517245" y="0"/>
                  </a:lnTo>
                  <a:lnTo>
                    <a:pt x="7514076" y="0"/>
                  </a:lnTo>
                  <a:lnTo>
                    <a:pt x="7510907" y="0"/>
                  </a:lnTo>
                  <a:lnTo>
                    <a:pt x="7507738" y="0"/>
                  </a:lnTo>
                  <a:lnTo>
                    <a:pt x="7504569" y="0"/>
                  </a:lnTo>
                  <a:lnTo>
                    <a:pt x="7501400" y="0"/>
                  </a:lnTo>
                  <a:lnTo>
                    <a:pt x="7498230" y="0"/>
                  </a:lnTo>
                  <a:lnTo>
                    <a:pt x="7495061" y="0"/>
                  </a:lnTo>
                  <a:lnTo>
                    <a:pt x="7491892" y="0"/>
                  </a:lnTo>
                  <a:lnTo>
                    <a:pt x="7488723" y="0"/>
                  </a:lnTo>
                  <a:lnTo>
                    <a:pt x="7485554" y="0"/>
                  </a:lnTo>
                  <a:lnTo>
                    <a:pt x="7482385" y="0"/>
                  </a:lnTo>
                  <a:lnTo>
                    <a:pt x="7479215" y="0"/>
                  </a:lnTo>
                  <a:lnTo>
                    <a:pt x="7476046" y="0"/>
                  </a:lnTo>
                  <a:lnTo>
                    <a:pt x="7472877" y="0"/>
                  </a:lnTo>
                  <a:lnTo>
                    <a:pt x="7469708" y="0"/>
                  </a:lnTo>
                  <a:lnTo>
                    <a:pt x="7466539" y="0"/>
                  </a:lnTo>
                  <a:lnTo>
                    <a:pt x="7463370" y="0"/>
                  </a:lnTo>
                  <a:lnTo>
                    <a:pt x="7460201" y="0"/>
                  </a:lnTo>
                  <a:lnTo>
                    <a:pt x="7457031" y="0"/>
                  </a:lnTo>
                  <a:lnTo>
                    <a:pt x="7453862" y="0"/>
                  </a:lnTo>
                  <a:lnTo>
                    <a:pt x="7450693" y="0"/>
                  </a:lnTo>
                  <a:lnTo>
                    <a:pt x="7447524" y="0"/>
                  </a:lnTo>
                  <a:lnTo>
                    <a:pt x="7444355" y="0"/>
                  </a:lnTo>
                  <a:lnTo>
                    <a:pt x="7441186" y="0"/>
                  </a:lnTo>
                  <a:lnTo>
                    <a:pt x="7438016" y="0"/>
                  </a:lnTo>
                  <a:lnTo>
                    <a:pt x="7434847" y="0"/>
                  </a:lnTo>
                  <a:lnTo>
                    <a:pt x="7431678" y="0"/>
                  </a:lnTo>
                  <a:lnTo>
                    <a:pt x="7428509" y="0"/>
                  </a:lnTo>
                  <a:lnTo>
                    <a:pt x="7425340" y="0"/>
                  </a:lnTo>
                  <a:lnTo>
                    <a:pt x="7422171" y="0"/>
                  </a:lnTo>
                  <a:lnTo>
                    <a:pt x="7419001" y="0"/>
                  </a:lnTo>
                  <a:lnTo>
                    <a:pt x="7415832" y="0"/>
                  </a:lnTo>
                  <a:lnTo>
                    <a:pt x="7412663" y="0"/>
                  </a:lnTo>
                  <a:lnTo>
                    <a:pt x="7409494" y="0"/>
                  </a:lnTo>
                  <a:lnTo>
                    <a:pt x="7406325" y="0"/>
                  </a:lnTo>
                  <a:lnTo>
                    <a:pt x="7403156" y="0"/>
                  </a:lnTo>
                  <a:lnTo>
                    <a:pt x="7399986" y="0"/>
                  </a:lnTo>
                  <a:lnTo>
                    <a:pt x="7396817" y="0"/>
                  </a:lnTo>
                  <a:lnTo>
                    <a:pt x="7393648" y="0"/>
                  </a:lnTo>
                  <a:lnTo>
                    <a:pt x="7390479" y="0"/>
                  </a:lnTo>
                  <a:lnTo>
                    <a:pt x="7387310" y="0"/>
                  </a:lnTo>
                  <a:lnTo>
                    <a:pt x="7384141" y="0"/>
                  </a:lnTo>
                  <a:lnTo>
                    <a:pt x="7380972" y="0"/>
                  </a:lnTo>
                  <a:lnTo>
                    <a:pt x="7377802" y="0"/>
                  </a:lnTo>
                  <a:lnTo>
                    <a:pt x="7374633" y="0"/>
                  </a:lnTo>
                  <a:lnTo>
                    <a:pt x="7371464" y="0"/>
                  </a:lnTo>
                  <a:lnTo>
                    <a:pt x="7368295" y="0"/>
                  </a:lnTo>
                  <a:lnTo>
                    <a:pt x="7365126" y="0"/>
                  </a:lnTo>
                  <a:lnTo>
                    <a:pt x="7361957" y="0"/>
                  </a:lnTo>
                  <a:lnTo>
                    <a:pt x="7358787" y="0"/>
                  </a:lnTo>
                  <a:lnTo>
                    <a:pt x="7355618" y="0"/>
                  </a:lnTo>
                  <a:lnTo>
                    <a:pt x="7352449" y="0"/>
                  </a:lnTo>
                  <a:lnTo>
                    <a:pt x="7349280" y="0"/>
                  </a:lnTo>
                  <a:lnTo>
                    <a:pt x="7346111" y="0"/>
                  </a:lnTo>
                  <a:lnTo>
                    <a:pt x="7342942" y="0"/>
                  </a:lnTo>
                  <a:lnTo>
                    <a:pt x="7339772" y="0"/>
                  </a:lnTo>
                  <a:lnTo>
                    <a:pt x="7336603" y="0"/>
                  </a:lnTo>
                  <a:lnTo>
                    <a:pt x="7333434" y="0"/>
                  </a:lnTo>
                  <a:lnTo>
                    <a:pt x="7330265" y="0"/>
                  </a:lnTo>
                  <a:lnTo>
                    <a:pt x="7327096" y="0"/>
                  </a:lnTo>
                  <a:lnTo>
                    <a:pt x="7323927" y="0"/>
                  </a:lnTo>
                  <a:lnTo>
                    <a:pt x="7320758" y="0"/>
                  </a:lnTo>
                  <a:lnTo>
                    <a:pt x="7317588" y="0"/>
                  </a:lnTo>
                  <a:lnTo>
                    <a:pt x="7314419" y="0"/>
                  </a:lnTo>
                  <a:lnTo>
                    <a:pt x="7311250" y="0"/>
                  </a:lnTo>
                  <a:lnTo>
                    <a:pt x="7308081" y="0"/>
                  </a:lnTo>
                  <a:lnTo>
                    <a:pt x="7304912" y="0"/>
                  </a:lnTo>
                  <a:lnTo>
                    <a:pt x="7301743" y="0"/>
                  </a:lnTo>
                  <a:lnTo>
                    <a:pt x="7298573" y="0"/>
                  </a:lnTo>
                  <a:lnTo>
                    <a:pt x="7295404" y="0"/>
                  </a:lnTo>
                  <a:lnTo>
                    <a:pt x="7292235" y="0"/>
                  </a:lnTo>
                  <a:lnTo>
                    <a:pt x="7289066" y="0"/>
                  </a:lnTo>
                  <a:lnTo>
                    <a:pt x="7285897" y="0"/>
                  </a:lnTo>
                  <a:lnTo>
                    <a:pt x="7282728" y="0"/>
                  </a:lnTo>
                  <a:lnTo>
                    <a:pt x="7279558" y="0"/>
                  </a:lnTo>
                  <a:lnTo>
                    <a:pt x="7276389" y="0"/>
                  </a:lnTo>
                  <a:lnTo>
                    <a:pt x="7273220" y="0"/>
                  </a:lnTo>
                  <a:lnTo>
                    <a:pt x="7270051" y="0"/>
                  </a:lnTo>
                  <a:lnTo>
                    <a:pt x="7266882" y="0"/>
                  </a:lnTo>
                  <a:lnTo>
                    <a:pt x="7263713" y="0"/>
                  </a:lnTo>
                  <a:lnTo>
                    <a:pt x="7260543" y="0"/>
                  </a:lnTo>
                  <a:lnTo>
                    <a:pt x="7257374" y="0"/>
                  </a:lnTo>
                  <a:lnTo>
                    <a:pt x="7254205" y="0"/>
                  </a:lnTo>
                  <a:lnTo>
                    <a:pt x="7251036" y="0"/>
                  </a:lnTo>
                  <a:lnTo>
                    <a:pt x="7247867" y="0"/>
                  </a:lnTo>
                  <a:lnTo>
                    <a:pt x="7244698" y="0"/>
                  </a:lnTo>
                  <a:lnTo>
                    <a:pt x="7241529" y="0"/>
                  </a:lnTo>
                  <a:lnTo>
                    <a:pt x="7238359" y="0"/>
                  </a:lnTo>
                  <a:lnTo>
                    <a:pt x="7235190" y="0"/>
                  </a:lnTo>
                  <a:lnTo>
                    <a:pt x="7232021" y="0"/>
                  </a:lnTo>
                  <a:lnTo>
                    <a:pt x="7228852" y="0"/>
                  </a:lnTo>
                  <a:lnTo>
                    <a:pt x="7225683" y="0"/>
                  </a:lnTo>
                  <a:lnTo>
                    <a:pt x="7222514" y="0"/>
                  </a:lnTo>
                  <a:lnTo>
                    <a:pt x="7219344" y="0"/>
                  </a:lnTo>
                  <a:lnTo>
                    <a:pt x="7216175" y="0"/>
                  </a:lnTo>
                  <a:lnTo>
                    <a:pt x="7213006" y="0"/>
                  </a:lnTo>
                  <a:lnTo>
                    <a:pt x="7209837" y="0"/>
                  </a:lnTo>
                  <a:lnTo>
                    <a:pt x="7206668" y="0"/>
                  </a:lnTo>
                  <a:lnTo>
                    <a:pt x="7203499" y="0"/>
                  </a:lnTo>
                  <a:lnTo>
                    <a:pt x="7200329" y="0"/>
                  </a:lnTo>
                  <a:lnTo>
                    <a:pt x="7197160" y="0"/>
                  </a:lnTo>
                  <a:lnTo>
                    <a:pt x="7193991" y="0"/>
                  </a:lnTo>
                  <a:lnTo>
                    <a:pt x="7190822" y="0"/>
                  </a:lnTo>
                  <a:lnTo>
                    <a:pt x="7187653" y="0"/>
                  </a:lnTo>
                  <a:lnTo>
                    <a:pt x="7184484" y="0"/>
                  </a:lnTo>
                  <a:lnTo>
                    <a:pt x="7181314" y="0"/>
                  </a:lnTo>
                  <a:lnTo>
                    <a:pt x="7178145" y="0"/>
                  </a:lnTo>
                  <a:lnTo>
                    <a:pt x="7174976" y="0"/>
                  </a:lnTo>
                  <a:lnTo>
                    <a:pt x="7171807" y="0"/>
                  </a:lnTo>
                  <a:lnTo>
                    <a:pt x="7168638" y="0"/>
                  </a:lnTo>
                  <a:lnTo>
                    <a:pt x="7165469" y="0"/>
                  </a:lnTo>
                  <a:lnTo>
                    <a:pt x="7162300" y="0"/>
                  </a:lnTo>
                  <a:lnTo>
                    <a:pt x="7159130" y="0"/>
                  </a:lnTo>
                  <a:lnTo>
                    <a:pt x="7155961" y="0"/>
                  </a:lnTo>
                  <a:lnTo>
                    <a:pt x="7152792" y="0"/>
                  </a:lnTo>
                  <a:lnTo>
                    <a:pt x="7149623" y="0"/>
                  </a:lnTo>
                  <a:lnTo>
                    <a:pt x="7146454" y="0"/>
                  </a:lnTo>
                  <a:lnTo>
                    <a:pt x="7143285" y="0"/>
                  </a:lnTo>
                  <a:lnTo>
                    <a:pt x="7140115" y="0"/>
                  </a:lnTo>
                  <a:lnTo>
                    <a:pt x="7136946" y="0"/>
                  </a:lnTo>
                  <a:lnTo>
                    <a:pt x="7133777" y="0"/>
                  </a:lnTo>
                  <a:lnTo>
                    <a:pt x="7130608" y="0"/>
                  </a:lnTo>
                  <a:lnTo>
                    <a:pt x="7127439" y="0"/>
                  </a:lnTo>
                  <a:lnTo>
                    <a:pt x="7124270" y="0"/>
                  </a:lnTo>
                  <a:lnTo>
                    <a:pt x="7121100" y="0"/>
                  </a:lnTo>
                  <a:lnTo>
                    <a:pt x="7117931" y="0"/>
                  </a:lnTo>
                  <a:lnTo>
                    <a:pt x="7114762" y="0"/>
                  </a:lnTo>
                  <a:lnTo>
                    <a:pt x="7111593" y="0"/>
                  </a:lnTo>
                  <a:lnTo>
                    <a:pt x="7108424" y="0"/>
                  </a:lnTo>
                  <a:lnTo>
                    <a:pt x="7105255" y="0"/>
                  </a:lnTo>
                  <a:lnTo>
                    <a:pt x="7102086" y="0"/>
                  </a:lnTo>
                  <a:lnTo>
                    <a:pt x="7098916" y="0"/>
                  </a:lnTo>
                  <a:lnTo>
                    <a:pt x="7095747" y="0"/>
                  </a:lnTo>
                  <a:lnTo>
                    <a:pt x="7092578" y="0"/>
                  </a:lnTo>
                  <a:lnTo>
                    <a:pt x="7089409" y="0"/>
                  </a:lnTo>
                  <a:lnTo>
                    <a:pt x="7086240" y="0"/>
                  </a:lnTo>
                  <a:lnTo>
                    <a:pt x="7083071" y="0"/>
                  </a:lnTo>
                  <a:lnTo>
                    <a:pt x="7079901" y="0"/>
                  </a:lnTo>
                  <a:lnTo>
                    <a:pt x="7076732" y="0"/>
                  </a:lnTo>
                  <a:lnTo>
                    <a:pt x="7073563" y="0"/>
                  </a:lnTo>
                  <a:lnTo>
                    <a:pt x="7070394" y="0"/>
                  </a:lnTo>
                  <a:lnTo>
                    <a:pt x="7067225" y="0"/>
                  </a:lnTo>
                  <a:lnTo>
                    <a:pt x="7064056" y="0"/>
                  </a:lnTo>
                  <a:lnTo>
                    <a:pt x="7060886" y="0"/>
                  </a:lnTo>
                  <a:lnTo>
                    <a:pt x="7057717" y="0"/>
                  </a:lnTo>
                  <a:lnTo>
                    <a:pt x="7054548" y="0"/>
                  </a:lnTo>
                  <a:lnTo>
                    <a:pt x="7051379" y="0"/>
                  </a:lnTo>
                  <a:lnTo>
                    <a:pt x="7048210" y="0"/>
                  </a:lnTo>
                  <a:lnTo>
                    <a:pt x="7045041" y="0"/>
                  </a:lnTo>
                  <a:lnTo>
                    <a:pt x="7041871" y="0"/>
                  </a:lnTo>
                  <a:lnTo>
                    <a:pt x="7038702" y="0"/>
                  </a:lnTo>
                  <a:lnTo>
                    <a:pt x="7035533" y="0"/>
                  </a:lnTo>
                  <a:lnTo>
                    <a:pt x="7032364" y="0"/>
                  </a:lnTo>
                  <a:lnTo>
                    <a:pt x="7029195" y="0"/>
                  </a:lnTo>
                  <a:lnTo>
                    <a:pt x="7026026" y="0"/>
                  </a:lnTo>
                  <a:lnTo>
                    <a:pt x="7022857" y="0"/>
                  </a:lnTo>
                  <a:lnTo>
                    <a:pt x="7019687" y="0"/>
                  </a:lnTo>
                  <a:lnTo>
                    <a:pt x="7016518" y="0"/>
                  </a:lnTo>
                  <a:lnTo>
                    <a:pt x="7013349" y="0"/>
                  </a:lnTo>
                  <a:lnTo>
                    <a:pt x="7010180" y="0"/>
                  </a:lnTo>
                  <a:lnTo>
                    <a:pt x="7007011" y="0"/>
                  </a:lnTo>
                  <a:lnTo>
                    <a:pt x="7003842" y="0"/>
                  </a:lnTo>
                  <a:lnTo>
                    <a:pt x="7000672" y="0"/>
                  </a:lnTo>
                  <a:lnTo>
                    <a:pt x="6997503" y="0"/>
                  </a:lnTo>
                  <a:lnTo>
                    <a:pt x="6994334" y="0"/>
                  </a:lnTo>
                  <a:lnTo>
                    <a:pt x="6991165" y="0"/>
                  </a:lnTo>
                  <a:lnTo>
                    <a:pt x="6987996" y="0"/>
                  </a:lnTo>
                  <a:lnTo>
                    <a:pt x="6984827" y="0"/>
                  </a:lnTo>
                  <a:lnTo>
                    <a:pt x="6981657" y="0"/>
                  </a:lnTo>
                  <a:lnTo>
                    <a:pt x="6978488" y="0"/>
                  </a:lnTo>
                  <a:lnTo>
                    <a:pt x="6975319" y="0"/>
                  </a:lnTo>
                  <a:lnTo>
                    <a:pt x="6972150" y="0"/>
                  </a:lnTo>
                  <a:lnTo>
                    <a:pt x="6968981" y="0"/>
                  </a:lnTo>
                  <a:lnTo>
                    <a:pt x="6965812" y="0"/>
                  </a:lnTo>
                  <a:lnTo>
                    <a:pt x="6962642" y="0"/>
                  </a:lnTo>
                  <a:lnTo>
                    <a:pt x="6959473" y="0"/>
                  </a:lnTo>
                  <a:lnTo>
                    <a:pt x="6956304" y="0"/>
                  </a:lnTo>
                  <a:lnTo>
                    <a:pt x="6953135" y="0"/>
                  </a:lnTo>
                  <a:lnTo>
                    <a:pt x="6949966" y="0"/>
                  </a:lnTo>
                  <a:lnTo>
                    <a:pt x="6946797" y="0"/>
                  </a:lnTo>
                  <a:lnTo>
                    <a:pt x="6943628" y="0"/>
                  </a:lnTo>
                  <a:lnTo>
                    <a:pt x="6940458" y="0"/>
                  </a:lnTo>
                  <a:lnTo>
                    <a:pt x="6937289" y="0"/>
                  </a:lnTo>
                  <a:lnTo>
                    <a:pt x="6934120" y="0"/>
                  </a:lnTo>
                  <a:lnTo>
                    <a:pt x="6930951" y="0"/>
                  </a:lnTo>
                  <a:lnTo>
                    <a:pt x="6927782" y="0"/>
                  </a:lnTo>
                  <a:lnTo>
                    <a:pt x="6924613" y="0"/>
                  </a:lnTo>
                  <a:lnTo>
                    <a:pt x="6921443" y="0"/>
                  </a:lnTo>
                  <a:lnTo>
                    <a:pt x="6918274" y="0"/>
                  </a:lnTo>
                  <a:lnTo>
                    <a:pt x="6915105" y="0"/>
                  </a:lnTo>
                  <a:lnTo>
                    <a:pt x="6911936" y="0"/>
                  </a:lnTo>
                  <a:lnTo>
                    <a:pt x="6908767" y="0"/>
                  </a:lnTo>
                  <a:lnTo>
                    <a:pt x="6905598" y="0"/>
                  </a:lnTo>
                  <a:lnTo>
                    <a:pt x="6902428" y="0"/>
                  </a:lnTo>
                  <a:lnTo>
                    <a:pt x="6899259" y="0"/>
                  </a:lnTo>
                  <a:lnTo>
                    <a:pt x="6896090" y="0"/>
                  </a:lnTo>
                  <a:lnTo>
                    <a:pt x="6892921" y="0"/>
                  </a:lnTo>
                  <a:lnTo>
                    <a:pt x="6889752" y="0"/>
                  </a:lnTo>
                  <a:lnTo>
                    <a:pt x="6886583" y="0"/>
                  </a:lnTo>
                  <a:lnTo>
                    <a:pt x="6883414" y="0"/>
                  </a:lnTo>
                  <a:lnTo>
                    <a:pt x="6880244" y="0"/>
                  </a:lnTo>
                  <a:lnTo>
                    <a:pt x="6877075" y="0"/>
                  </a:lnTo>
                  <a:lnTo>
                    <a:pt x="6873906" y="0"/>
                  </a:lnTo>
                  <a:lnTo>
                    <a:pt x="6870737" y="0"/>
                  </a:lnTo>
                  <a:lnTo>
                    <a:pt x="6867568" y="0"/>
                  </a:lnTo>
                  <a:lnTo>
                    <a:pt x="6864399" y="0"/>
                  </a:lnTo>
                  <a:lnTo>
                    <a:pt x="6861229" y="0"/>
                  </a:lnTo>
                  <a:lnTo>
                    <a:pt x="6858060" y="0"/>
                  </a:lnTo>
                  <a:lnTo>
                    <a:pt x="6854891" y="0"/>
                  </a:lnTo>
                  <a:lnTo>
                    <a:pt x="6851722" y="0"/>
                  </a:lnTo>
                  <a:lnTo>
                    <a:pt x="6848553" y="0"/>
                  </a:lnTo>
                  <a:lnTo>
                    <a:pt x="6845384" y="0"/>
                  </a:lnTo>
                  <a:lnTo>
                    <a:pt x="6842214" y="0"/>
                  </a:lnTo>
                  <a:lnTo>
                    <a:pt x="6839045" y="0"/>
                  </a:lnTo>
                  <a:lnTo>
                    <a:pt x="6835876" y="0"/>
                  </a:lnTo>
                  <a:lnTo>
                    <a:pt x="6832707" y="0"/>
                  </a:lnTo>
                  <a:lnTo>
                    <a:pt x="6829538" y="0"/>
                  </a:lnTo>
                  <a:lnTo>
                    <a:pt x="6826369" y="0"/>
                  </a:lnTo>
                  <a:lnTo>
                    <a:pt x="6823199" y="0"/>
                  </a:lnTo>
                  <a:lnTo>
                    <a:pt x="6820030" y="0"/>
                  </a:lnTo>
                  <a:lnTo>
                    <a:pt x="6816861" y="0"/>
                  </a:lnTo>
                  <a:lnTo>
                    <a:pt x="6813692" y="0"/>
                  </a:lnTo>
                  <a:lnTo>
                    <a:pt x="6810523" y="0"/>
                  </a:lnTo>
                  <a:lnTo>
                    <a:pt x="6807354" y="0"/>
                  </a:lnTo>
                  <a:lnTo>
                    <a:pt x="6804185" y="0"/>
                  </a:lnTo>
                  <a:lnTo>
                    <a:pt x="6801015" y="0"/>
                  </a:lnTo>
                  <a:lnTo>
                    <a:pt x="6797846" y="0"/>
                  </a:lnTo>
                  <a:lnTo>
                    <a:pt x="6794677" y="0"/>
                  </a:lnTo>
                  <a:lnTo>
                    <a:pt x="6791508" y="0"/>
                  </a:lnTo>
                  <a:lnTo>
                    <a:pt x="6788339" y="0"/>
                  </a:lnTo>
                  <a:lnTo>
                    <a:pt x="6785170" y="0"/>
                  </a:lnTo>
                  <a:lnTo>
                    <a:pt x="6782000" y="0"/>
                  </a:lnTo>
                  <a:lnTo>
                    <a:pt x="6778831" y="0"/>
                  </a:lnTo>
                  <a:lnTo>
                    <a:pt x="6775662" y="0"/>
                  </a:lnTo>
                  <a:lnTo>
                    <a:pt x="6772493" y="0"/>
                  </a:lnTo>
                  <a:lnTo>
                    <a:pt x="6769324" y="0"/>
                  </a:lnTo>
                  <a:lnTo>
                    <a:pt x="6766155" y="0"/>
                  </a:lnTo>
                  <a:lnTo>
                    <a:pt x="6762985" y="0"/>
                  </a:lnTo>
                  <a:lnTo>
                    <a:pt x="6759816" y="0"/>
                  </a:lnTo>
                  <a:lnTo>
                    <a:pt x="6756647" y="0"/>
                  </a:lnTo>
                  <a:lnTo>
                    <a:pt x="6753478" y="0"/>
                  </a:lnTo>
                  <a:lnTo>
                    <a:pt x="6750309" y="0"/>
                  </a:lnTo>
                  <a:lnTo>
                    <a:pt x="6747140" y="0"/>
                  </a:lnTo>
                  <a:lnTo>
                    <a:pt x="6743971" y="0"/>
                  </a:lnTo>
                  <a:lnTo>
                    <a:pt x="6740801" y="0"/>
                  </a:lnTo>
                  <a:lnTo>
                    <a:pt x="6737632" y="0"/>
                  </a:lnTo>
                  <a:lnTo>
                    <a:pt x="6734463" y="0"/>
                  </a:lnTo>
                  <a:lnTo>
                    <a:pt x="6731294" y="0"/>
                  </a:lnTo>
                  <a:lnTo>
                    <a:pt x="6728125" y="0"/>
                  </a:lnTo>
                  <a:lnTo>
                    <a:pt x="6724956" y="0"/>
                  </a:lnTo>
                  <a:lnTo>
                    <a:pt x="6721786" y="0"/>
                  </a:lnTo>
                  <a:lnTo>
                    <a:pt x="6718617" y="0"/>
                  </a:lnTo>
                  <a:lnTo>
                    <a:pt x="6715448" y="0"/>
                  </a:lnTo>
                  <a:lnTo>
                    <a:pt x="6712279" y="0"/>
                  </a:lnTo>
                  <a:lnTo>
                    <a:pt x="6709110" y="0"/>
                  </a:lnTo>
                  <a:lnTo>
                    <a:pt x="6705941" y="0"/>
                  </a:lnTo>
                  <a:lnTo>
                    <a:pt x="6702771" y="0"/>
                  </a:lnTo>
                  <a:lnTo>
                    <a:pt x="6699602" y="0"/>
                  </a:lnTo>
                  <a:lnTo>
                    <a:pt x="6696433" y="0"/>
                  </a:lnTo>
                  <a:lnTo>
                    <a:pt x="6693264" y="0"/>
                  </a:lnTo>
                  <a:lnTo>
                    <a:pt x="6690095" y="0"/>
                  </a:lnTo>
                  <a:lnTo>
                    <a:pt x="6686926" y="0"/>
                  </a:lnTo>
                  <a:lnTo>
                    <a:pt x="6683756" y="0"/>
                  </a:lnTo>
                  <a:lnTo>
                    <a:pt x="6680587" y="0"/>
                  </a:lnTo>
                  <a:lnTo>
                    <a:pt x="6677418" y="0"/>
                  </a:lnTo>
                  <a:lnTo>
                    <a:pt x="6674249" y="0"/>
                  </a:lnTo>
                  <a:lnTo>
                    <a:pt x="6671080" y="0"/>
                  </a:lnTo>
                  <a:lnTo>
                    <a:pt x="6667911" y="0"/>
                  </a:lnTo>
                  <a:lnTo>
                    <a:pt x="6664742" y="0"/>
                  </a:lnTo>
                  <a:lnTo>
                    <a:pt x="6661572" y="0"/>
                  </a:lnTo>
                  <a:lnTo>
                    <a:pt x="6658403" y="0"/>
                  </a:lnTo>
                  <a:lnTo>
                    <a:pt x="6655234" y="0"/>
                  </a:lnTo>
                  <a:lnTo>
                    <a:pt x="6652065" y="0"/>
                  </a:lnTo>
                  <a:lnTo>
                    <a:pt x="6648896" y="0"/>
                  </a:lnTo>
                  <a:lnTo>
                    <a:pt x="6645727" y="0"/>
                  </a:lnTo>
                  <a:lnTo>
                    <a:pt x="6642557" y="0"/>
                  </a:lnTo>
                  <a:lnTo>
                    <a:pt x="6639388" y="0"/>
                  </a:lnTo>
                  <a:lnTo>
                    <a:pt x="6636219" y="0"/>
                  </a:lnTo>
                  <a:lnTo>
                    <a:pt x="6633050" y="0"/>
                  </a:lnTo>
                  <a:lnTo>
                    <a:pt x="6629881" y="0"/>
                  </a:lnTo>
                  <a:lnTo>
                    <a:pt x="6626712" y="0"/>
                  </a:lnTo>
                  <a:lnTo>
                    <a:pt x="6623542" y="0"/>
                  </a:lnTo>
                  <a:lnTo>
                    <a:pt x="6620373" y="0"/>
                  </a:lnTo>
                  <a:lnTo>
                    <a:pt x="6617204" y="0"/>
                  </a:lnTo>
                  <a:lnTo>
                    <a:pt x="6614035" y="0"/>
                  </a:lnTo>
                  <a:lnTo>
                    <a:pt x="6610866" y="0"/>
                  </a:lnTo>
                  <a:lnTo>
                    <a:pt x="6607697" y="0"/>
                  </a:lnTo>
                  <a:lnTo>
                    <a:pt x="6604527" y="0"/>
                  </a:lnTo>
                  <a:lnTo>
                    <a:pt x="6601358" y="0"/>
                  </a:lnTo>
                  <a:lnTo>
                    <a:pt x="6598189" y="0"/>
                  </a:lnTo>
                  <a:lnTo>
                    <a:pt x="6595020" y="0"/>
                  </a:lnTo>
                  <a:lnTo>
                    <a:pt x="6591851" y="0"/>
                  </a:lnTo>
                  <a:lnTo>
                    <a:pt x="6588682" y="0"/>
                  </a:lnTo>
                  <a:lnTo>
                    <a:pt x="6585513" y="0"/>
                  </a:lnTo>
                  <a:lnTo>
                    <a:pt x="6582343" y="0"/>
                  </a:lnTo>
                  <a:lnTo>
                    <a:pt x="6579174" y="0"/>
                  </a:lnTo>
                  <a:lnTo>
                    <a:pt x="6576005" y="0"/>
                  </a:lnTo>
                  <a:lnTo>
                    <a:pt x="6572836" y="0"/>
                  </a:lnTo>
                  <a:lnTo>
                    <a:pt x="6569667" y="0"/>
                  </a:lnTo>
                  <a:lnTo>
                    <a:pt x="6566498" y="0"/>
                  </a:lnTo>
                  <a:lnTo>
                    <a:pt x="6563328" y="0"/>
                  </a:lnTo>
                  <a:lnTo>
                    <a:pt x="6560159" y="0"/>
                  </a:lnTo>
                  <a:lnTo>
                    <a:pt x="6556990" y="0"/>
                  </a:lnTo>
                  <a:lnTo>
                    <a:pt x="6553821" y="0"/>
                  </a:lnTo>
                  <a:lnTo>
                    <a:pt x="6550652" y="0"/>
                  </a:lnTo>
                  <a:lnTo>
                    <a:pt x="6547483" y="0"/>
                  </a:lnTo>
                  <a:lnTo>
                    <a:pt x="6544313" y="0"/>
                  </a:lnTo>
                  <a:lnTo>
                    <a:pt x="6541144" y="0"/>
                  </a:lnTo>
                  <a:lnTo>
                    <a:pt x="6537975" y="0"/>
                  </a:lnTo>
                  <a:lnTo>
                    <a:pt x="6534806" y="0"/>
                  </a:lnTo>
                  <a:lnTo>
                    <a:pt x="6531637" y="0"/>
                  </a:lnTo>
                  <a:lnTo>
                    <a:pt x="6528468" y="0"/>
                  </a:lnTo>
                  <a:lnTo>
                    <a:pt x="6525299" y="0"/>
                  </a:lnTo>
                  <a:lnTo>
                    <a:pt x="6522129" y="0"/>
                  </a:lnTo>
                  <a:lnTo>
                    <a:pt x="6518960" y="0"/>
                  </a:lnTo>
                  <a:lnTo>
                    <a:pt x="6515791" y="0"/>
                  </a:lnTo>
                  <a:lnTo>
                    <a:pt x="6512622" y="0"/>
                  </a:lnTo>
                  <a:lnTo>
                    <a:pt x="6509453" y="0"/>
                  </a:lnTo>
                  <a:lnTo>
                    <a:pt x="6506284" y="0"/>
                  </a:lnTo>
                  <a:lnTo>
                    <a:pt x="6503114" y="0"/>
                  </a:lnTo>
                  <a:lnTo>
                    <a:pt x="6499945" y="0"/>
                  </a:lnTo>
                  <a:lnTo>
                    <a:pt x="6496776" y="0"/>
                  </a:lnTo>
                  <a:lnTo>
                    <a:pt x="6493607" y="0"/>
                  </a:lnTo>
                  <a:lnTo>
                    <a:pt x="6490438" y="0"/>
                  </a:lnTo>
                  <a:lnTo>
                    <a:pt x="6487269" y="0"/>
                  </a:lnTo>
                  <a:lnTo>
                    <a:pt x="6484099" y="0"/>
                  </a:lnTo>
                  <a:lnTo>
                    <a:pt x="6480930" y="0"/>
                  </a:lnTo>
                  <a:lnTo>
                    <a:pt x="6477761" y="0"/>
                  </a:lnTo>
                  <a:lnTo>
                    <a:pt x="6474592" y="0"/>
                  </a:lnTo>
                  <a:lnTo>
                    <a:pt x="6471423" y="0"/>
                  </a:lnTo>
                  <a:lnTo>
                    <a:pt x="6468254" y="0"/>
                  </a:lnTo>
                  <a:lnTo>
                    <a:pt x="6465084" y="0"/>
                  </a:lnTo>
                  <a:lnTo>
                    <a:pt x="6461915" y="0"/>
                  </a:lnTo>
                  <a:lnTo>
                    <a:pt x="6458746" y="0"/>
                  </a:lnTo>
                  <a:lnTo>
                    <a:pt x="6455577" y="0"/>
                  </a:lnTo>
                  <a:lnTo>
                    <a:pt x="6452408" y="0"/>
                  </a:lnTo>
                  <a:lnTo>
                    <a:pt x="6449239" y="0"/>
                  </a:lnTo>
                  <a:lnTo>
                    <a:pt x="6446070" y="0"/>
                  </a:lnTo>
                  <a:lnTo>
                    <a:pt x="6442900" y="0"/>
                  </a:lnTo>
                  <a:lnTo>
                    <a:pt x="6439731" y="0"/>
                  </a:lnTo>
                  <a:lnTo>
                    <a:pt x="6436562" y="0"/>
                  </a:lnTo>
                  <a:lnTo>
                    <a:pt x="6433393" y="0"/>
                  </a:lnTo>
                  <a:lnTo>
                    <a:pt x="6430224" y="0"/>
                  </a:lnTo>
                  <a:lnTo>
                    <a:pt x="6427055" y="0"/>
                  </a:lnTo>
                  <a:lnTo>
                    <a:pt x="6423885" y="0"/>
                  </a:lnTo>
                  <a:lnTo>
                    <a:pt x="6420716" y="0"/>
                  </a:lnTo>
                  <a:lnTo>
                    <a:pt x="6417547" y="0"/>
                  </a:lnTo>
                  <a:lnTo>
                    <a:pt x="6414378" y="0"/>
                  </a:lnTo>
                  <a:lnTo>
                    <a:pt x="6411209" y="0"/>
                  </a:lnTo>
                  <a:lnTo>
                    <a:pt x="6408040" y="0"/>
                  </a:lnTo>
                  <a:lnTo>
                    <a:pt x="6404870" y="0"/>
                  </a:lnTo>
                  <a:lnTo>
                    <a:pt x="6401701" y="0"/>
                  </a:lnTo>
                  <a:lnTo>
                    <a:pt x="6398532" y="0"/>
                  </a:lnTo>
                  <a:lnTo>
                    <a:pt x="6395363" y="0"/>
                  </a:lnTo>
                  <a:lnTo>
                    <a:pt x="6392194" y="0"/>
                  </a:lnTo>
                  <a:lnTo>
                    <a:pt x="6389025" y="0"/>
                  </a:lnTo>
                  <a:lnTo>
                    <a:pt x="6385856" y="0"/>
                  </a:lnTo>
                  <a:lnTo>
                    <a:pt x="6382686" y="0"/>
                  </a:lnTo>
                  <a:lnTo>
                    <a:pt x="6379517" y="0"/>
                  </a:lnTo>
                  <a:lnTo>
                    <a:pt x="6376348" y="0"/>
                  </a:lnTo>
                  <a:lnTo>
                    <a:pt x="6373179" y="0"/>
                  </a:lnTo>
                  <a:lnTo>
                    <a:pt x="6370010" y="0"/>
                  </a:lnTo>
                  <a:lnTo>
                    <a:pt x="6366841" y="0"/>
                  </a:lnTo>
                  <a:lnTo>
                    <a:pt x="6363671" y="0"/>
                  </a:lnTo>
                  <a:lnTo>
                    <a:pt x="6360502" y="0"/>
                  </a:lnTo>
                  <a:lnTo>
                    <a:pt x="6357333" y="0"/>
                  </a:lnTo>
                  <a:lnTo>
                    <a:pt x="6354164" y="0"/>
                  </a:lnTo>
                  <a:lnTo>
                    <a:pt x="6350995" y="0"/>
                  </a:lnTo>
                  <a:lnTo>
                    <a:pt x="6347826" y="0"/>
                  </a:lnTo>
                  <a:lnTo>
                    <a:pt x="6344656" y="0"/>
                  </a:lnTo>
                  <a:lnTo>
                    <a:pt x="6341487" y="0"/>
                  </a:lnTo>
                  <a:lnTo>
                    <a:pt x="6338318" y="0"/>
                  </a:lnTo>
                  <a:lnTo>
                    <a:pt x="6335149" y="0"/>
                  </a:lnTo>
                  <a:lnTo>
                    <a:pt x="6331980" y="0"/>
                  </a:lnTo>
                  <a:lnTo>
                    <a:pt x="6328811" y="0"/>
                  </a:lnTo>
                  <a:lnTo>
                    <a:pt x="6325641" y="0"/>
                  </a:lnTo>
                  <a:lnTo>
                    <a:pt x="6322472" y="0"/>
                  </a:lnTo>
                  <a:lnTo>
                    <a:pt x="6319303" y="0"/>
                  </a:lnTo>
                  <a:lnTo>
                    <a:pt x="6316134" y="0"/>
                  </a:lnTo>
                  <a:lnTo>
                    <a:pt x="6312965" y="0"/>
                  </a:lnTo>
                  <a:lnTo>
                    <a:pt x="6309796" y="0"/>
                  </a:lnTo>
                  <a:lnTo>
                    <a:pt x="6306627" y="0"/>
                  </a:lnTo>
                  <a:lnTo>
                    <a:pt x="6303457" y="0"/>
                  </a:lnTo>
                  <a:lnTo>
                    <a:pt x="6300288" y="0"/>
                  </a:lnTo>
                  <a:lnTo>
                    <a:pt x="6297119" y="0"/>
                  </a:lnTo>
                  <a:lnTo>
                    <a:pt x="6293950" y="0"/>
                  </a:lnTo>
                  <a:lnTo>
                    <a:pt x="6290781" y="0"/>
                  </a:lnTo>
                  <a:lnTo>
                    <a:pt x="6287612" y="0"/>
                  </a:lnTo>
                  <a:lnTo>
                    <a:pt x="6284442" y="0"/>
                  </a:lnTo>
                  <a:lnTo>
                    <a:pt x="6281273" y="0"/>
                  </a:lnTo>
                  <a:lnTo>
                    <a:pt x="6278104" y="0"/>
                  </a:lnTo>
                  <a:lnTo>
                    <a:pt x="6274935" y="0"/>
                  </a:lnTo>
                  <a:lnTo>
                    <a:pt x="6271766" y="0"/>
                  </a:lnTo>
                  <a:lnTo>
                    <a:pt x="6268597" y="0"/>
                  </a:lnTo>
                  <a:lnTo>
                    <a:pt x="6265427" y="0"/>
                  </a:lnTo>
                  <a:lnTo>
                    <a:pt x="6262258" y="0"/>
                  </a:lnTo>
                  <a:lnTo>
                    <a:pt x="6259089" y="0"/>
                  </a:lnTo>
                  <a:lnTo>
                    <a:pt x="6255920" y="0"/>
                  </a:lnTo>
                  <a:lnTo>
                    <a:pt x="6252751" y="0"/>
                  </a:lnTo>
                  <a:lnTo>
                    <a:pt x="6249582" y="0"/>
                  </a:lnTo>
                  <a:lnTo>
                    <a:pt x="6246412" y="0"/>
                  </a:lnTo>
                  <a:lnTo>
                    <a:pt x="6243243" y="0"/>
                  </a:lnTo>
                  <a:lnTo>
                    <a:pt x="6240074" y="0"/>
                  </a:lnTo>
                  <a:lnTo>
                    <a:pt x="6236905" y="0"/>
                  </a:lnTo>
                  <a:lnTo>
                    <a:pt x="6233736" y="0"/>
                  </a:lnTo>
                  <a:lnTo>
                    <a:pt x="6230567" y="0"/>
                  </a:lnTo>
                  <a:lnTo>
                    <a:pt x="6227398" y="0"/>
                  </a:lnTo>
                  <a:lnTo>
                    <a:pt x="6224228" y="0"/>
                  </a:lnTo>
                  <a:lnTo>
                    <a:pt x="6221059" y="0"/>
                  </a:lnTo>
                  <a:lnTo>
                    <a:pt x="6217890" y="0"/>
                  </a:lnTo>
                  <a:lnTo>
                    <a:pt x="6214721" y="0"/>
                  </a:lnTo>
                  <a:lnTo>
                    <a:pt x="6211552" y="0"/>
                  </a:lnTo>
                  <a:lnTo>
                    <a:pt x="6208383" y="0"/>
                  </a:lnTo>
                  <a:lnTo>
                    <a:pt x="6205213" y="0"/>
                  </a:lnTo>
                  <a:lnTo>
                    <a:pt x="6202044" y="0"/>
                  </a:lnTo>
                  <a:lnTo>
                    <a:pt x="6198875" y="0"/>
                  </a:lnTo>
                  <a:lnTo>
                    <a:pt x="6195706" y="0"/>
                  </a:lnTo>
                  <a:lnTo>
                    <a:pt x="6192537" y="0"/>
                  </a:lnTo>
                  <a:lnTo>
                    <a:pt x="6189368" y="0"/>
                  </a:lnTo>
                  <a:lnTo>
                    <a:pt x="6186198" y="0"/>
                  </a:lnTo>
                  <a:lnTo>
                    <a:pt x="6183029" y="0"/>
                  </a:lnTo>
                  <a:lnTo>
                    <a:pt x="6179860" y="0"/>
                  </a:lnTo>
                  <a:lnTo>
                    <a:pt x="6176691" y="0"/>
                  </a:lnTo>
                  <a:lnTo>
                    <a:pt x="6173522" y="0"/>
                  </a:lnTo>
                  <a:lnTo>
                    <a:pt x="6170353" y="0"/>
                  </a:lnTo>
                  <a:lnTo>
                    <a:pt x="6167184" y="0"/>
                  </a:lnTo>
                  <a:lnTo>
                    <a:pt x="6164014" y="0"/>
                  </a:lnTo>
                  <a:lnTo>
                    <a:pt x="6160845" y="0"/>
                  </a:lnTo>
                  <a:lnTo>
                    <a:pt x="6157676" y="0"/>
                  </a:lnTo>
                  <a:lnTo>
                    <a:pt x="6154507" y="0"/>
                  </a:lnTo>
                  <a:lnTo>
                    <a:pt x="6151338" y="0"/>
                  </a:lnTo>
                  <a:lnTo>
                    <a:pt x="6148169" y="0"/>
                  </a:lnTo>
                  <a:lnTo>
                    <a:pt x="6144999" y="0"/>
                  </a:lnTo>
                  <a:lnTo>
                    <a:pt x="6141830" y="0"/>
                  </a:lnTo>
                  <a:lnTo>
                    <a:pt x="6138661" y="0"/>
                  </a:lnTo>
                  <a:lnTo>
                    <a:pt x="6135492" y="0"/>
                  </a:lnTo>
                  <a:lnTo>
                    <a:pt x="6132323" y="0"/>
                  </a:lnTo>
                  <a:lnTo>
                    <a:pt x="6129154" y="0"/>
                  </a:lnTo>
                  <a:lnTo>
                    <a:pt x="6125984" y="0"/>
                  </a:lnTo>
                  <a:lnTo>
                    <a:pt x="6122815" y="0"/>
                  </a:lnTo>
                  <a:lnTo>
                    <a:pt x="6119646" y="0"/>
                  </a:lnTo>
                  <a:lnTo>
                    <a:pt x="6116477" y="0"/>
                  </a:lnTo>
                  <a:lnTo>
                    <a:pt x="6113308" y="0"/>
                  </a:lnTo>
                  <a:lnTo>
                    <a:pt x="6110139" y="0"/>
                  </a:lnTo>
                  <a:lnTo>
                    <a:pt x="6106969" y="0"/>
                  </a:lnTo>
                  <a:lnTo>
                    <a:pt x="6103800" y="0"/>
                  </a:lnTo>
                  <a:lnTo>
                    <a:pt x="6100631" y="0"/>
                  </a:lnTo>
                  <a:lnTo>
                    <a:pt x="6097462" y="0"/>
                  </a:lnTo>
                  <a:lnTo>
                    <a:pt x="6094293" y="0"/>
                  </a:lnTo>
                  <a:lnTo>
                    <a:pt x="6091124" y="0"/>
                  </a:lnTo>
                  <a:lnTo>
                    <a:pt x="6087955" y="0"/>
                  </a:lnTo>
                  <a:lnTo>
                    <a:pt x="6084785" y="0"/>
                  </a:lnTo>
                  <a:lnTo>
                    <a:pt x="6081616" y="0"/>
                  </a:lnTo>
                  <a:lnTo>
                    <a:pt x="6078447" y="0"/>
                  </a:lnTo>
                  <a:lnTo>
                    <a:pt x="6075278" y="0"/>
                  </a:lnTo>
                  <a:lnTo>
                    <a:pt x="6072109" y="0"/>
                  </a:lnTo>
                  <a:lnTo>
                    <a:pt x="6068940" y="0"/>
                  </a:lnTo>
                  <a:lnTo>
                    <a:pt x="6065770" y="0"/>
                  </a:lnTo>
                  <a:lnTo>
                    <a:pt x="6062601" y="0"/>
                  </a:lnTo>
                  <a:lnTo>
                    <a:pt x="6059432" y="0"/>
                  </a:lnTo>
                  <a:lnTo>
                    <a:pt x="6056263" y="0"/>
                  </a:lnTo>
                  <a:lnTo>
                    <a:pt x="6053094" y="0"/>
                  </a:lnTo>
                  <a:lnTo>
                    <a:pt x="6049925" y="0"/>
                  </a:lnTo>
                  <a:lnTo>
                    <a:pt x="6046755" y="0"/>
                  </a:lnTo>
                  <a:lnTo>
                    <a:pt x="6043586" y="0"/>
                  </a:lnTo>
                  <a:lnTo>
                    <a:pt x="6040417" y="0"/>
                  </a:lnTo>
                  <a:lnTo>
                    <a:pt x="6037248" y="0"/>
                  </a:lnTo>
                  <a:lnTo>
                    <a:pt x="6034079" y="0"/>
                  </a:lnTo>
                  <a:lnTo>
                    <a:pt x="6030910" y="0"/>
                  </a:lnTo>
                  <a:lnTo>
                    <a:pt x="6027741" y="0"/>
                  </a:lnTo>
                  <a:lnTo>
                    <a:pt x="6024571" y="0"/>
                  </a:lnTo>
                  <a:lnTo>
                    <a:pt x="6021402" y="0"/>
                  </a:lnTo>
                  <a:lnTo>
                    <a:pt x="6018233" y="0"/>
                  </a:lnTo>
                  <a:lnTo>
                    <a:pt x="6015064" y="0"/>
                  </a:lnTo>
                  <a:lnTo>
                    <a:pt x="6011895" y="0"/>
                  </a:lnTo>
                  <a:lnTo>
                    <a:pt x="6008726" y="0"/>
                  </a:lnTo>
                  <a:lnTo>
                    <a:pt x="6005556" y="0"/>
                  </a:lnTo>
                  <a:lnTo>
                    <a:pt x="6002387" y="0"/>
                  </a:lnTo>
                  <a:lnTo>
                    <a:pt x="5999218" y="0"/>
                  </a:lnTo>
                  <a:lnTo>
                    <a:pt x="5996049" y="0"/>
                  </a:lnTo>
                  <a:lnTo>
                    <a:pt x="5992880" y="0"/>
                  </a:lnTo>
                  <a:lnTo>
                    <a:pt x="5989711" y="0"/>
                  </a:lnTo>
                  <a:lnTo>
                    <a:pt x="5986541" y="0"/>
                  </a:lnTo>
                  <a:lnTo>
                    <a:pt x="5983372" y="0"/>
                  </a:lnTo>
                  <a:lnTo>
                    <a:pt x="5980203" y="0"/>
                  </a:lnTo>
                  <a:lnTo>
                    <a:pt x="5977034" y="0"/>
                  </a:lnTo>
                  <a:lnTo>
                    <a:pt x="5973865" y="0"/>
                  </a:lnTo>
                  <a:lnTo>
                    <a:pt x="5970696" y="0"/>
                  </a:lnTo>
                  <a:lnTo>
                    <a:pt x="5967526" y="0"/>
                  </a:lnTo>
                  <a:lnTo>
                    <a:pt x="5964357" y="0"/>
                  </a:lnTo>
                  <a:lnTo>
                    <a:pt x="5961188" y="0"/>
                  </a:lnTo>
                  <a:lnTo>
                    <a:pt x="5958019" y="0"/>
                  </a:lnTo>
                  <a:lnTo>
                    <a:pt x="5954850" y="0"/>
                  </a:lnTo>
                  <a:lnTo>
                    <a:pt x="5951681" y="0"/>
                  </a:lnTo>
                  <a:lnTo>
                    <a:pt x="5948512" y="0"/>
                  </a:lnTo>
                  <a:lnTo>
                    <a:pt x="5945342" y="0"/>
                  </a:lnTo>
                  <a:lnTo>
                    <a:pt x="5942173" y="0"/>
                  </a:lnTo>
                  <a:lnTo>
                    <a:pt x="5939004" y="0"/>
                  </a:lnTo>
                  <a:lnTo>
                    <a:pt x="5935835" y="0"/>
                  </a:lnTo>
                  <a:lnTo>
                    <a:pt x="5932666" y="0"/>
                  </a:lnTo>
                  <a:lnTo>
                    <a:pt x="5929497" y="0"/>
                  </a:lnTo>
                  <a:lnTo>
                    <a:pt x="5926327" y="0"/>
                  </a:lnTo>
                  <a:lnTo>
                    <a:pt x="5923158" y="0"/>
                  </a:lnTo>
                  <a:lnTo>
                    <a:pt x="5919989" y="0"/>
                  </a:lnTo>
                  <a:lnTo>
                    <a:pt x="5916820" y="0"/>
                  </a:lnTo>
                  <a:lnTo>
                    <a:pt x="5913651" y="0"/>
                  </a:lnTo>
                  <a:lnTo>
                    <a:pt x="5910482" y="0"/>
                  </a:lnTo>
                  <a:lnTo>
                    <a:pt x="5907312" y="0"/>
                  </a:lnTo>
                  <a:lnTo>
                    <a:pt x="5904143" y="0"/>
                  </a:lnTo>
                  <a:lnTo>
                    <a:pt x="5900974" y="0"/>
                  </a:lnTo>
                  <a:lnTo>
                    <a:pt x="5897805" y="0"/>
                  </a:lnTo>
                  <a:lnTo>
                    <a:pt x="5894636" y="0"/>
                  </a:lnTo>
                  <a:lnTo>
                    <a:pt x="5891467" y="0"/>
                  </a:lnTo>
                  <a:lnTo>
                    <a:pt x="5888297" y="0"/>
                  </a:lnTo>
                  <a:lnTo>
                    <a:pt x="5885128" y="0"/>
                  </a:lnTo>
                  <a:lnTo>
                    <a:pt x="5881959" y="0"/>
                  </a:lnTo>
                  <a:lnTo>
                    <a:pt x="5878790" y="0"/>
                  </a:lnTo>
                  <a:lnTo>
                    <a:pt x="5875621" y="0"/>
                  </a:lnTo>
                  <a:lnTo>
                    <a:pt x="5872452" y="0"/>
                  </a:lnTo>
                  <a:lnTo>
                    <a:pt x="5869283" y="0"/>
                  </a:lnTo>
                  <a:lnTo>
                    <a:pt x="5866113" y="0"/>
                  </a:lnTo>
                  <a:lnTo>
                    <a:pt x="5862944" y="0"/>
                  </a:lnTo>
                  <a:lnTo>
                    <a:pt x="5859775" y="0"/>
                  </a:lnTo>
                  <a:lnTo>
                    <a:pt x="5856606" y="0"/>
                  </a:lnTo>
                  <a:lnTo>
                    <a:pt x="5853437" y="0"/>
                  </a:lnTo>
                  <a:lnTo>
                    <a:pt x="5850268" y="0"/>
                  </a:lnTo>
                  <a:lnTo>
                    <a:pt x="5847098" y="0"/>
                  </a:lnTo>
                  <a:lnTo>
                    <a:pt x="5843929" y="0"/>
                  </a:lnTo>
                  <a:lnTo>
                    <a:pt x="5840760" y="0"/>
                  </a:lnTo>
                  <a:lnTo>
                    <a:pt x="5837591" y="0"/>
                  </a:lnTo>
                  <a:lnTo>
                    <a:pt x="5834422" y="0"/>
                  </a:lnTo>
                  <a:lnTo>
                    <a:pt x="5831253" y="0"/>
                  </a:lnTo>
                  <a:lnTo>
                    <a:pt x="5828083" y="0"/>
                  </a:lnTo>
                  <a:lnTo>
                    <a:pt x="5824914" y="0"/>
                  </a:lnTo>
                  <a:lnTo>
                    <a:pt x="5821745" y="0"/>
                  </a:lnTo>
                  <a:lnTo>
                    <a:pt x="5818576" y="0"/>
                  </a:lnTo>
                  <a:lnTo>
                    <a:pt x="5815407" y="0"/>
                  </a:lnTo>
                  <a:lnTo>
                    <a:pt x="5812238" y="0"/>
                  </a:lnTo>
                  <a:lnTo>
                    <a:pt x="5809069" y="0"/>
                  </a:lnTo>
                  <a:lnTo>
                    <a:pt x="5805899" y="0"/>
                  </a:lnTo>
                  <a:lnTo>
                    <a:pt x="5802730" y="0"/>
                  </a:lnTo>
                  <a:lnTo>
                    <a:pt x="5799561" y="0"/>
                  </a:lnTo>
                  <a:lnTo>
                    <a:pt x="5796392" y="0"/>
                  </a:lnTo>
                  <a:lnTo>
                    <a:pt x="5793223" y="0"/>
                  </a:lnTo>
                  <a:lnTo>
                    <a:pt x="5790054" y="0"/>
                  </a:lnTo>
                  <a:lnTo>
                    <a:pt x="5786884" y="0"/>
                  </a:lnTo>
                  <a:lnTo>
                    <a:pt x="5783715" y="0"/>
                  </a:lnTo>
                  <a:lnTo>
                    <a:pt x="5780546" y="0"/>
                  </a:lnTo>
                  <a:lnTo>
                    <a:pt x="5777377" y="0"/>
                  </a:lnTo>
                  <a:lnTo>
                    <a:pt x="5774208" y="0"/>
                  </a:lnTo>
                  <a:lnTo>
                    <a:pt x="5771039" y="0"/>
                  </a:lnTo>
                  <a:lnTo>
                    <a:pt x="5767869" y="0"/>
                  </a:lnTo>
                  <a:lnTo>
                    <a:pt x="5764700" y="0"/>
                  </a:lnTo>
                  <a:lnTo>
                    <a:pt x="5761531" y="0"/>
                  </a:lnTo>
                  <a:lnTo>
                    <a:pt x="5758362" y="0"/>
                  </a:lnTo>
                  <a:lnTo>
                    <a:pt x="5755193" y="0"/>
                  </a:lnTo>
                  <a:lnTo>
                    <a:pt x="5752024" y="0"/>
                  </a:lnTo>
                  <a:lnTo>
                    <a:pt x="5748854" y="0"/>
                  </a:lnTo>
                  <a:lnTo>
                    <a:pt x="5745685" y="0"/>
                  </a:lnTo>
                  <a:lnTo>
                    <a:pt x="5742516" y="0"/>
                  </a:lnTo>
                  <a:lnTo>
                    <a:pt x="5739347" y="0"/>
                  </a:lnTo>
                  <a:lnTo>
                    <a:pt x="5736178" y="0"/>
                  </a:lnTo>
                  <a:lnTo>
                    <a:pt x="5733009" y="0"/>
                  </a:lnTo>
                  <a:lnTo>
                    <a:pt x="5729840" y="0"/>
                  </a:lnTo>
                  <a:lnTo>
                    <a:pt x="5726670" y="0"/>
                  </a:lnTo>
                  <a:lnTo>
                    <a:pt x="5723501" y="0"/>
                  </a:lnTo>
                  <a:lnTo>
                    <a:pt x="5720332" y="0"/>
                  </a:lnTo>
                  <a:lnTo>
                    <a:pt x="5717163" y="0"/>
                  </a:lnTo>
                  <a:lnTo>
                    <a:pt x="5713994" y="0"/>
                  </a:lnTo>
                  <a:lnTo>
                    <a:pt x="5710825" y="0"/>
                  </a:lnTo>
                  <a:lnTo>
                    <a:pt x="5707655" y="0"/>
                  </a:lnTo>
                  <a:lnTo>
                    <a:pt x="5704486" y="0"/>
                  </a:lnTo>
                  <a:lnTo>
                    <a:pt x="5701317" y="0"/>
                  </a:lnTo>
                  <a:lnTo>
                    <a:pt x="5698148" y="0"/>
                  </a:lnTo>
                  <a:lnTo>
                    <a:pt x="5694979" y="0"/>
                  </a:lnTo>
                  <a:lnTo>
                    <a:pt x="5691810" y="0"/>
                  </a:lnTo>
                  <a:lnTo>
                    <a:pt x="5688640" y="0"/>
                  </a:lnTo>
                  <a:lnTo>
                    <a:pt x="5685471" y="0"/>
                  </a:lnTo>
                  <a:lnTo>
                    <a:pt x="5682302" y="0"/>
                  </a:lnTo>
                  <a:lnTo>
                    <a:pt x="5679133" y="0"/>
                  </a:lnTo>
                  <a:lnTo>
                    <a:pt x="5675964" y="0"/>
                  </a:lnTo>
                  <a:lnTo>
                    <a:pt x="5672795" y="0"/>
                  </a:lnTo>
                  <a:lnTo>
                    <a:pt x="5669626" y="0"/>
                  </a:lnTo>
                  <a:lnTo>
                    <a:pt x="5666456" y="0"/>
                  </a:lnTo>
                  <a:lnTo>
                    <a:pt x="5663287" y="0"/>
                  </a:lnTo>
                  <a:lnTo>
                    <a:pt x="5660118" y="0"/>
                  </a:lnTo>
                  <a:lnTo>
                    <a:pt x="5656949" y="0"/>
                  </a:lnTo>
                  <a:lnTo>
                    <a:pt x="5653780" y="0"/>
                  </a:lnTo>
                  <a:lnTo>
                    <a:pt x="5650611" y="0"/>
                  </a:lnTo>
                  <a:lnTo>
                    <a:pt x="5647441" y="0"/>
                  </a:lnTo>
                  <a:lnTo>
                    <a:pt x="5644272" y="0"/>
                  </a:lnTo>
                  <a:lnTo>
                    <a:pt x="5641103" y="0"/>
                  </a:lnTo>
                  <a:lnTo>
                    <a:pt x="5637934" y="0"/>
                  </a:lnTo>
                  <a:lnTo>
                    <a:pt x="5634765" y="0"/>
                  </a:lnTo>
                  <a:lnTo>
                    <a:pt x="5631596" y="0"/>
                  </a:lnTo>
                  <a:lnTo>
                    <a:pt x="5628426" y="0"/>
                  </a:lnTo>
                  <a:lnTo>
                    <a:pt x="5625257" y="0"/>
                  </a:lnTo>
                  <a:lnTo>
                    <a:pt x="5622088" y="0"/>
                  </a:lnTo>
                  <a:lnTo>
                    <a:pt x="5618919" y="0"/>
                  </a:lnTo>
                  <a:lnTo>
                    <a:pt x="5615750" y="0"/>
                  </a:lnTo>
                  <a:lnTo>
                    <a:pt x="5612581" y="0"/>
                  </a:lnTo>
                  <a:lnTo>
                    <a:pt x="5609411" y="0"/>
                  </a:lnTo>
                  <a:lnTo>
                    <a:pt x="5606242" y="0"/>
                  </a:lnTo>
                  <a:lnTo>
                    <a:pt x="5603073" y="0"/>
                  </a:lnTo>
                  <a:lnTo>
                    <a:pt x="5599904" y="0"/>
                  </a:lnTo>
                  <a:lnTo>
                    <a:pt x="5596735" y="0"/>
                  </a:lnTo>
                  <a:lnTo>
                    <a:pt x="5593566" y="0"/>
                  </a:lnTo>
                  <a:lnTo>
                    <a:pt x="5590397" y="0"/>
                  </a:lnTo>
                  <a:lnTo>
                    <a:pt x="5587227" y="0"/>
                  </a:lnTo>
                  <a:lnTo>
                    <a:pt x="5584058" y="0"/>
                  </a:lnTo>
                  <a:lnTo>
                    <a:pt x="5580889" y="0"/>
                  </a:lnTo>
                  <a:lnTo>
                    <a:pt x="5577720" y="0"/>
                  </a:lnTo>
                  <a:lnTo>
                    <a:pt x="5574551" y="0"/>
                  </a:lnTo>
                  <a:lnTo>
                    <a:pt x="5571382" y="0"/>
                  </a:lnTo>
                  <a:lnTo>
                    <a:pt x="5568212" y="0"/>
                  </a:lnTo>
                  <a:lnTo>
                    <a:pt x="5565043" y="0"/>
                  </a:lnTo>
                  <a:lnTo>
                    <a:pt x="5561874" y="0"/>
                  </a:lnTo>
                  <a:lnTo>
                    <a:pt x="5558705" y="0"/>
                  </a:lnTo>
                  <a:lnTo>
                    <a:pt x="5555536" y="0"/>
                  </a:lnTo>
                  <a:lnTo>
                    <a:pt x="5552367" y="0"/>
                  </a:lnTo>
                  <a:lnTo>
                    <a:pt x="5549197" y="0"/>
                  </a:lnTo>
                  <a:lnTo>
                    <a:pt x="5546028" y="0"/>
                  </a:lnTo>
                  <a:lnTo>
                    <a:pt x="5542859" y="0"/>
                  </a:lnTo>
                  <a:lnTo>
                    <a:pt x="5539690" y="0"/>
                  </a:lnTo>
                  <a:lnTo>
                    <a:pt x="5536521" y="0"/>
                  </a:lnTo>
                  <a:lnTo>
                    <a:pt x="5533352" y="0"/>
                  </a:lnTo>
                  <a:lnTo>
                    <a:pt x="5530182" y="0"/>
                  </a:lnTo>
                  <a:lnTo>
                    <a:pt x="5527013" y="0"/>
                  </a:lnTo>
                  <a:lnTo>
                    <a:pt x="5523844" y="0"/>
                  </a:lnTo>
                  <a:lnTo>
                    <a:pt x="5520675" y="0"/>
                  </a:lnTo>
                  <a:lnTo>
                    <a:pt x="5517506" y="0"/>
                  </a:lnTo>
                  <a:lnTo>
                    <a:pt x="5514337" y="0"/>
                  </a:lnTo>
                  <a:lnTo>
                    <a:pt x="5511168" y="0"/>
                  </a:lnTo>
                  <a:lnTo>
                    <a:pt x="5507998" y="0"/>
                  </a:lnTo>
                  <a:lnTo>
                    <a:pt x="5504829" y="0"/>
                  </a:lnTo>
                  <a:lnTo>
                    <a:pt x="5501660" y="0"/>
                  </a:lnTo>
                  <a:lnTo>
                    <a:pt x="5498491" y="0"/>
                  </a:lnTo>
                  <a:lnTo>
                    <a:pt x="5495322" y="0"/>
                  </a:lnTo>
                  <a:lnTo>
                    <a:pt x="5492153" y="0"/>
                  </a:lnTo>
                  <a:lnTo>
                    <a:pt x="5488983" y="0"/>
                  </a:lnTo>
                  <a:lnTo>
                    <a:pt x="5485814" y="0"/>
                  </a:lnTo>
                  <a:lnTo>
                    <a:pt x="5482645" y="0"/>
                  </a:lnTo>
                  <a:lnTo>
                    <a:pt x="5479476" y="0"/>
                  </a:lnTo>
                  <a:lnTo>
                    <a:pt x="5476307" y="0"/>
                  </a:lnTo>
                  <a:lnTo>
                    <a:pt x="5473138" y="0"/>
                  </a:lnTo>
                  <a:lnTo>
                    <a:pt x="5469968" y="0"/>
                  </a:lnTo>
                  <a:lnTo>
                    <a:pt x="5466799" y="0"/>
                  </a:lnTo>
                  <a:lnTo>
                    <a:pt x="5463630" y="0"/>
                  </a:lnTo>
                  <a:lnTo>
                    <a:pt x="5460461" y="0"/>
                  </a:lnTo>
                  <a:lnTo>
                    <a:pt x="5457292" y="0"/>
                  </a:lnTo>
                  <a:lnTo>
                    <a:pt x="5454123" y="0"/>
                  </a:lnTo>
                  <a:lnTo>
                    <a:pt x="5450954" y="0"/>
                  </a:lnTo>
                  <a:lnTo>
                    <a:pt x="5447784" y="0"/>
                  </a:lnTo>
                  <a:lnTo>
                    <a:pt x="5444615" y="0"/>
                  </a:lnTo>
                  <a:lnTo>
                    <a:pt x="5441446" y="0"/>
                  </a:lnTo>
                  <a:lnTo>
                    <a:pt x="5438277" y="0"/>
                  </a:lnTo>
                  <a:lnTo>
                    <a:pt x="5435108" y="0"/>
                  </a:lnTo>
                  <a:lnTo>
                    <a:pt x="5431939" y="0"/>
                  </a:lnTo>
                  <a:lnTo>
                    <a:pt x="5428769" y="0"/>
                  </a:lnTo>
                  <a:lnTo>
                    <a:pt x="5425600" y="0"/>
                  </a:lnTo>
                  <a:lnTo>
                    <a:pt x="5422431" y="0"/>
                  </a:lnTo>
                  <a:lnTo>
                    <a:pt x="5419262" y="0"/>
                  </a:lnTo>
                  <a:lnTo>
                    <a:pt x="5416093" y="0"/>
                  </a:lnTo>
                  <a:lnTo>
                    <a:pt x="5412924" y="0"/>
                  </a:lnTo>
                  <a:lnTo>
                    <a:pt x="5409754" y="0"/>
                  </a:lnTo>
                  <a:lnTo>
                    <a:pt x="5406585" y="0"/>
                  </a:lnTo>
                  <a:lnTo>
                    <a:pt x="5403416" y="0"/>
                  </a:lnTo>
                  <a:lnTo>
                    <a:pt x="5400247" y="0"/>
                  </a:lnTo>
                  <a:lnTo>
                    <a:pt x="5397078" y="0"/>
                  </a:lnTo>
                  <a:lnTo>
                    <a:pt x="5393909" y="0"/>
                  </a:lnTo>
                  <a:lnTo>
                    <a:pt x="5390739" y="0"/>
                  </a:lnTo>
                  <a:lnTo>
                    <a:pt x="5387570" y="0"/>
                  </a:lnTo>
                  <a:lnTo>
                    <a:pt x="5384401" y="0"/>
                  </a:lnTo>
                  <a:lnTo>
                    <a:pt x="5381232" y="0"/>
                  </a:lnTo>
                  <a:lnTo>
                    <a:pt x="5378063" y="0"/>
                  </a:lnTo>
                  <a:lnTo>
                    <a:pt x="5374894" y="0"/>
                  </a:lnTo>
                  <a:lnTo>
                    <a:pt x="5371725" y="0"/>
                  </a:lnTo>
                  <a:lnTo>
                    <a:pt x="5368555" y="0"/>
                  </a:lnTo>
                  <a:lnTo>
                    <a:pt x="5365386" y="0"/>
                  </a:lnTo>
                  <a:lnTo>
                    <a:pt x="5362217" y="0"/>
                  </a:lnTo>
                  <a:lnTo>
                    <a:pt x="5359048" y="0"/>
                  </a:lnTo>
                  <a:lnTo>
                    <a:pt x="5355879" y="0"/>
                  </a:lnTo>
                  <a:lnTo>
                    <a:pt x="5352710" y="0"/>
                  </a:lnTo>
                  <a:lnTo>
                    <a:pt x="5349540" y="0"/>
                  </a:lnTo>
                  <a:lnTo>
                    <a:pt x="5346371" y="0"/>
                  </a:lnTo>
                  <a:lnTo>
                    <a:pt x="5343202" y="0"/>
                  </a:lnTo>
                  <a:lnTo>
                    <a:pt x="5340033" y="0"/>
                  </a:lnTo>
                  <a:lnTo>
                    <a:pt x="5336864" y="0"/>
                  </a:lnTo>
                  <a:lnTo>
                    <a:pt x="5333695" y="0"/>
                  </a:lnTo>
                  <a:lnTo>
                    <a:pt x="5330525" y="0"/>
                  </a:lnTo>
                  <a:lnTo>
                    <a:pt x="5327356" y="0"/>
                  </a:lnTo>
                  <a:lnTo>
                    <a:pt x="5324187" y="0"/>
                  </a:lnTo>
                  <a:lnTo>
                    <a:pt x="5321018" y="0"/>
                  </a:lnTo>
                  <a:lnTo>
                    <a:pt x="5317849" y="0"/>
                  </a:lnTo>
                  <a:lnTo>
                    <a:pt x="5314680" y="0"/>
                  </a:lnTo>
                  <a:lnTo>
                    <a:pt x="5311510" y="0"/>
                  </a:lnTo>
                  <a:lnTo>
                    <a:pt x="5308341" y="0"/>
                  </a:lnTo>
                  <a:lnTo>
                    <a:pt x="5305172" y="0"/>
                  </a:lnTo>
                  <a:lnTo>
                    <a:pt x="5302003" y="0"/>
                  </a:lnTo>
                  <a:lnTo>
                    <a:pt x="5298834" y="0"/>
                  </a:lnTo>
                  <a:lnTo>
                    <a:pt x="5295665" y="0"/>
                  </a:lnTo>
                  <a:lnTo>
                    <a:pt x="5292496" y="0"/>
                  </a:lnTo>
                  <a:lnTo>
                    <a:pt x="5289326" y="0"/>
                  </a:lnTo>
                  <a:lnTo>
                    <a:pt x="5286157" y="0"/>
                  </a:lnTo>
                  <a:lnTo>
                    <a:pt x="5282988" y="0"/>
                  </a:lnTo>
                  <a:lnTo>
                    <a:pt x="5279819" y="0"/>
                  </a:lnTo>
                  <a:lnTo>
                    <a:pt x="5276650" y="0"/>
                  </a:lnTo>
                  <a:lnTo>
                    <a:pt x="5273481" y="0"/>
                  </a:lnTo>
                  <a:lnTo>
                    <a:pt x="5270311" y="0"/>
                  </a:lnTo>
                  <a:lnTo>
                    <a:pt x="5267142" y="0"/>
                  </a:lnTo>
                  <a:lnTo>
                    <a:pt x="5263973" y="0"/>
                  </a:lnTo>
                  <a:lnTo>
                    <a:pt x="5260804" y="0"/>
                  </a:lnTo>
                  <a:lnTo>
                    <a:pt x="5257635" y="0"/>
                  </a:lnTo>
                  <a:lnTo>
                    <a:pt x="5254466" y="0"/>
                  </a:lnTo>
                  <a:lnTo>
                    <a:pt x="5251296" y="0"/>
                  </a:lnTo>
                  <a:lnTo>
                    <a:pt x="5248127" y="0"/>
                  </a:lnTo>
                  <a:lnTo>
                    <a:pt x="5244958" y="0"/>
                  </a:lnTo>
                  <a:lnTo>
                    <a:pt x="5241789" y="0"/>
                  </a:lnTo>
                  <a:lnTo>
                    <a:pt x="5238620" y="0"/>
                  </a:lnTo>
                  <a:lnTo>
                    <a:pt x="5235451" y="0"/>
                  </a:lnTo>
                  <a:lnTo>
                    <a:pt x="5232282" y="0"/>
                  </a:lnTo>
                  <a:lnTo>
                    <a:pt x="5229112" y="0"/>
                  </a:lnTo>
                  <a:lnTo>
                    <a:pt x="5225943" y="0"/>
                  </a:lnTo>
                  <a:lnTo>
                    <a:pt x="5222774" y="0"/>
                  </a:lnTo>
                  <a:lnTo>
                    <a:pt x="5219605" y="0"/>
                  </a:lnTo>
                  <a:lnTo>
                    <a:pt x="5216436" y="0"/>
                  </a:lnTo>
                  <a:lnTo>
                    <a:pt x="5213267" y="0"/>
                  </a:lnTo>
                  <a:lnTo>
                    <a:pt x="5210097" y="0"/>
                  </a:lnTo>
                  <a:lnTo>
                    <a:pt x="5206928" y="0"/>
                  </a:lnTo>
                  <a:lnTo>
                    <a:pt x="5203759" y="0"/>
                  </a:lnTo>
                  <a:lnTo>
                    <a:pt x="5200590" y="0"/>
                  </a:lnTo>
                  <a:lnTo>
                    <a:pt x="5197421" y="0"/>
                  </a:lnTo>
                  <a:lnTo>
                    <a:pt x="5194252" y="0"/>
                  </a:lnTo>
                  <a:lnTo>
                    <a:pt x="5191082" y="0"/>
                  </a:lnTo>
                  <a:lnTo>
                    <a:pt x="5187913" y="0"/>
                  </a:lnTo>
                  <a:lnTo>
                    <a:pt x="5184744" y="0"/>
                  </a:lnTo>
                  <a:lnTo>
                    <a:pt x="5181575" y="0"/>
                  </a:lnTo>
                  <a:lnTo>
                    <a:pt x="5178406" y="0"/>
                  </a:lnTo>
                  <a:lnTo>
                    <a:pt x="5175237" y="0"/>
                  </a:lnTo>
                  <a:lnTo>
                    <a:pt x="5172067" y="0"/>
                  </a:lnTo>
                  <a:lnTo>
                    <a:pt x="5168898" y="0"/>
                  </a:lnTo>
                  <a:lnTo>
                    <a:pt x="5165729" y="0"/>
                  </a:lnTo>
                  <a:lnTo>
                    <a:pt x="5162560" y="0"/>
                  </a:lnTo>
                  <a:lnTo>
                    <a:pt x="5159391" y="0"/>
                  </a:lnTo>
                  <a:lnTo>
                    <a:pt x="5156222" y="0"/>
                  </a:lnTo>
                  <a:lnTo>
                    <a:pt x="5153053" y="0"/>
                  </a:lnTo>
                  <a:lnTo>
                    <a:pt x="5149883" y="0"/>
                  </a:lnTo>
                  <a:lnTo>
                    <a:pt x="5146714" y="0"/>
                  </a:lnTo>
                  <a:lnTo>
                    <a:pt x="5143545" y="0"/>
                  </a:lnTo>
                  <a:lnTo>
                    <a:pt x="5140376" y="0"/>
                  </a:lnTo>
                  <a:lnTo>
                    <a:pt x="5137207" y="0"/>
                  </a:lnTo>
                  <a:lnTo>
                    <a:pt x="5134038" y="0"/>
                  </a:lnTo>
                  <a:lnTo>
                    <a:pt x="5130868" y="0"/>
                  </a:lnTo>
                  <a:lnTo>
                    <a:pt x="5127699" y="0"/>
                  </a:lnTo>
                  <a:lnTo>
                    <a:pt x="5124530" y="0"/>
                  </a:lnTo>
                  <a:lnTo>
                    <a:pt x="5121361" y="0"/>
                  </a:lnTo>
                  <a:lnTo>
                    <a:pt x="5118192" y="0"/>
                  </a:lnTo>
                  <a:lnTo>
                    <a:pt x="5115023" y="0"/>
                  </a:lnTo>
                  <a:lnTo>
                    <a:pt x="5111853" y="0"/>
                  </a:lnTo>
                  <a:lnTo>
                    <a:pt x="5108684" y="0"/>
                  </a:lnTo>
                  <a:lnTo>
                    <a:pt x="5105515" y="0"/>
                  </a:lnTo>
                  <a:lnTo>
                    <a:pt x="5102346" y="0"/>
                  </a:lnTo>
                  <a:lnTo>
                    <a:pt x="5099177" y="0"/>
                  </a:lnTo>
                  <a:lnTo>
                    <a:pt x="5096008" y="0"/>
                  </a:lnTo>
                  <a:lnTo>
                    <a:pt x="5092839" y="0"/>
                  </a:lnTo>
                  <a:lnTo>
                    <a:pt x="5089669" y="0"/>
                  </a:lnTo>
                  <a:lnTo>
                    <a:pt x="5086500" y="0"/>
                  </a:lnTo>
                  <a:lnTo>
                    <a:pt x="5083331" y="0"/>
                  </a:lnTo>
                  <a:lnTo>
                    <a:pt x="5080162" y="0"/>
                  </a:lnTo>
                  <a:lnTo>
                    <a:pt x="5076993" y="0"/>
                  </a:lnTo>
                  <a:lnTo>
                    <a:pt x="5073824" y="0"/>
                  </a:lnTo>
                  <a:lnTo>
                    <a:pt x="5070654" y="0"/>
                  </a:lnTo>
                  <a:lnTo>
                    <a:pt x="5067485" y="0"/>
                  </a:lnTo>
                  <a:lnTo>
                    <a:pt x="5064316" y="0"/>
                  </a:lnTo>
                  <a:lnTo>
                    <a:pt x="5061147" y="0"/>
                  </a:lnTo>
                  <a:lnTo>
                    <a:pt x="5057978" y="0"/>
                  </a:lnTo>
                  <a:lnTo>
                    <a:pt x="5054809" y="0"/>
                  </a:lnTo>
                  <a:lnTo>
                    <a:pt x="5051639" y="0"/>
                  </a:lnTo>
                  <a:lnTo>
                    <a:pt x="5048470" y="0"/>
                  </a:lnTo>
                  <a:lnTo>
                    <a:pt x="5045301" y="0"/>
                  </a:lnTo>
                  <a:lnTo>
                    <a:pt x="5042132" y="0"/>
                  </a:lnTo>
                  <a:lnTo>
                    <a:pt x="5038963" y="0"/>
                  </a:lnTo>
                  <a:lnTo>
                    <a:pt x="5035794" y="0"/>
                  </a:lnTo>
                  <a:lnTo>
                    <a:pt x="5032624" y="0"/>
                  </a:lnTo>
                  <a:lnTo>
                    <a:pt x="5029455" y="0"/>
                  </a:lnTo>
                  <a:lnTo>
                    <a:pt x="5026286" y="0"/>
                  </a:lnTo>
                  <a:lnTo>
                    <a:pt x="5023117" y="0"/>
                  </a:lnTo>
                  <a:lnTo>
                    <a:pt x="5019948" y="0"/>
                  </a:lnTo>
                  <a:lnTo>
                    <a:pt x="5016779" y="0"/>
                  </a:lnTo>
                  <a:lnTo>
                    <a:pt x="5013610" y="0"/>
                  </a:lnTo>
                  <a:lnTo>
                    <a:pt x="5010440" y="0"/>
                  </a:lnTo>
                  <a:lnTo>
                    <a:pt x="5007271" y="0"/>
                  </a:lnTo>
                  <a:lnTo>
                    <a:pt x="5004102" y="0"/>
                  </a:lnTo>
                  <a:lnTo>
                    <a:pt x="5000933" y="0"/>
                  </a:lnTo>
                  <a:lnTo>
                    <a:pt x="4997764" y="0"/>
                  </a:lnTo>
                  <a:lnTo>
                    <a:pt x="4994595" y="0"/>
                  </a:lnTo>
                  <a:lnTo>
                    <a:pt x="4991425" y="0"/>
                  </a:lnTo>
                  <a:lnTo>
                    <a:pt x="4988256" y="0"/>
                  </a:lnTo>
                  <a:lnTo>
                    <a:pt x="4985087" y="0"/>
                  </a:lnTo>
                  <a:lnTo>
                    <a:pt x="4981918" y="0"/>
                  </a:lnTo>
                  <a:lnTo>
                    <a:pt x="4978749" y="0"/>
                  </a:lnTo>
                  <a:lnTo>
                    <a:pt x="4975580" y="0"/>
                  </a:lnTo>
                  <a:lnTo>
                    <a:pt x="4972410" y="0"/>
                  </a:lnTo>
                  <a:lnTo>
                    <a:pt x="4969241" y="0"/>
                  </a:lnTo>
                  <a:lnTo>
                    <a:pt x="4966072" y="0"/>
                  </a:lnTo>
                  <a:lnTo>
                    <a:pt x="4962903" y="0"/>
                  </a:lnTo>
                  <a:lnTo>
                    <a:pt x="4959734" y="0"/>
                  </a:lnTo>
                  <a:lnTo>
                    <a:pt x="4956565" y="0"/>
                  </a:lnTo>
                  <a:lnTo>
                    <a:pt x="4953395" y="0"/>
                  </a:lnTo>
                  <a:lnTo>
                    <a:pt x="4950226" y="0"/>
                  </a:lnTo>
                  <a:lnTo>
                    <a:pt x="4947057" y="0"/>
                  </a:lnTo>
                  <a:lnTo>
                    <a:pt x="4943888" y="0"/>
                  </a:lnTo>
                  <a:lnTo>
                    <a:pt x="4940719" y="0"/>
                  </a:lnTo>
                  <a:lnTo>
                    <a:pt x="4937550" y="0"/>
                  </a:lnTo>
                  <a:lnTo>
                    <a:pt x="4934381" y="0"/>
                  </a:lnTo>
                  <a:lnTo>
                    <a:pt x="4931211" y="0"/>
                  </a:lnTo>
                  <a:lnTo>
                    <a:pt x="4928042" y="0"/>
                  </a:lnTo>
                  <a:lnTo>
                    <a:pt x="4924873" y="0"/>
                  </a:lnTo>
                  <a:lnTo>
                    <a:pt x="4921704" y="0"/>
                  </a:lnTo>
                  <a:lnTo>
                    <a:pt x="4918535" y="0"/>
                  </a:lnTo>
                  <a:lnTo>
                    <a:pt x="4915366" y="0"/>
                  </a:lnTo>
                  <a:lnTo>
                    <a:pt x="4912196" y="0"/>
                  </a:lnTo>
                  <a:lnTo>
                    <a:pt x="4909027" y="0"/>
                  </a:lnTo>
                  <a:lnTo>
                    <a:pt x="4905858" y="0"/>
                  </a:lnTo>
                  <a:lnTo>
                    <a:pt x="4902689" y="0"/>
                  </a:lnTo>
                  <a:lnTo>
                    <a:pt x="4899520" y="0"/>
                  </a:lnTo>
                  <a:lnTo>
                    <a:pt x="4896351" y="0"/>
                  </a:lnTo>
                  <a:lnTo>
                    <a:pt x="4893181" y="0"/>
                  </a:lnTo>
                  <a:lnTo>
                    <a:pt x="4890012" y="0"/>
                  </a:lnTo>
                  <a:lnTo>
                    <a:pt x="4886843" y="0"/>
                  </a:lnTo>
                  <a:lnTo>
                    <a:pt x="4883674" y="0"/>
                  </a:lnTo>
                  <a:lnTo>
                    <a:pt x="4880505" y="0"/>
                  </a:lnTo>
                  <a:lnTo>
                    <a:pt x="4877336" y="0"/>
                  </a:lnTo>
                  <a:lnTo>
                    <a:pt x="4874167" y="0"/>
                  </a:lnTo>
                  <a:lnTo>
                    <a:pt x="4870997" y="0"/>
                  </a:lnTo>
                  <a:lnTo>
                    <a:pt x="4867828" y="0"/>
                  </a:lnTo>
                  <a:lnTo>
                    <a:pt x="4864659" y="0"/>
                  </a:lnTo>
                  <a:lnTo>
                    <a:pt x="4861490" y="0"/>
                  </a:lnTo>
                  <a:lnTo>
                    <a:pt x="4858321" y="0"/>
                  </a:lnTo>
                  <a:lnTo>
                    <a:pt x="4855152" y="0"/>
                  </a:lnTo>
                  <a:lnTo>
                    <a:pt x="4851982" y="0"/>
                  </a:lnTo>
                  <a:lnTo>
                    <a:pt x="4848813" y="0"/>
                  </a:lnTo>
                  <a:lnTo>
                    <a:pt x="4845644" y="0"/>
                  </a:lnTo>
                  <a:lnTo>
                    <a:pt x="4842475" y="0"/>
                  </a:lnTo>
                  <a:lnTo>
                    <a:pt x="4839306" y="0"/>
                  </a:lnTo>
                  <a:lnTo>
                    <a:pt x="4836137" y="0"/>
                  </a:lnTo>
                  <a:lnTo>
                    <a:pt x="4832967" y="0"/>
                  </a:lnTo>
                  <a:lnTo>
                    <a:pt x="4829798" y="0"/>
                  </a:lnTo>
                  <a:lnTo>
                    <a:pt x="4826629" y="0"/>
                  </a:lnTo>
                  <a:lnTo>
                    <a:pt x="4823460" y="0"/>
                  </a:lnTo>
                  <a:lnTo>
                    <a:pt x="4820291" y="0"/>
                  </a:lnTo>
                  <a:lnTo>
                    <a:pt x="4817122" y="0"/>
                  </a:lnTo>
                  <a:lnTo>
                    <a:pt x="4813952" y="0"/>
                  </a:lnTo>
                  <a:lnTo>
                    <a:pt x="4810783" y="0"/>
                  </a:lnTo>
                  <a:lnTo>
                    <a:pt x="4807614" y="0"/>
                  </a:lnTo>
                  <a:lnTo>
                    <a:pt x="4804445" y="0"/>
                  </a:lnTo>
                  <a:lnTo>
                    <a:pt x="4801276" y="0"/>
                  </a:lnTo>
                  <a:lnTo>
                    <a:pt x="4798107" y="0"/>
                  </a:lnTo>
                  <a:lnTo>
                    <a:pt x="4794938" y="0"/>
                  </a:lnTo>
                  <a:lnTo>
                    <a:pt x="4791768" y="0"/>
                  </a:lnTo>
                  <a:lnTo>
                    <a:pt x="4788599" y="0"/>
                  </a:lnTo>
                  <a:lnTo>
                    <a:pt x="4785430" y="0"/>
                  </a:lnTo>
                  <a:lnTo>
                    <a:pt x="4782261" y="0"/>
                  </a:lnTo>
                  <a:lnTo>
                    <a:pt x="4779092" y="0"/>
                  </a:lnTo>
                  <a:lnTo>
                    <a:pt x="4775923" y="0"/>
                  </a:lnTo>
                  <a:lnTo>
                    <a:pt x="4772753" y="0"/>
                  </a:lnTo>
                  <a:lnTo>
                    <a:pt x="4769584" y="0"/>
                  </a:lnTo>
                  <a:lnTo>
                    <a:pt x="4766415" y="0"/>
                  </a:lnTo>
                  <a:lnTo>
                    <a:pt x="4763246" y="0"/>
                  </a:lnTo>
                  <a:lnTo>
                    <a:pt x="4760077" y="0"/>
                  </a:lnTo>
                  <a:lnTo>
                    <a:pt x="4756908" y="0"/>
                  </a:lnTo>
                  <a:lnTo>
                    <a:pt x="4753738" y="0"/>
                  </a:lnTo>
                  <a:lnTo>
                    <a:pt x="4750569" y="0"/>
                  </a:lnTo>
                  <a:lnTo>
                    <a:pt x="4747400" y="0"/>
                  </a:lnTo>
                  <a:lnTo>
                    <a:pt x="4744231" y="0"/>
                  </a:lnTo>
                  <a:lnTo>
                    <a:pt x="4741062" y="0"/>
                  </a:lnTo>
                  <a:lnTo>
                    <a:pt x="4737893" y="0"/>
                  </a:lnTo>
                  <a:lnTo>
                    <a:pt x="4734724" y="0"/>
                  </a:lnTo>
                  <a:lnTo>
                    <a:pt x="4731554" y="0"/>
                  </a:lnTo>
                  <a:lnTo>
                    <a:pt x="4728385" y="0"/>
                  </a:lnTo>
                  <a:lnTo>
                    <a:pt x="4725216" y="0"/>
                  </a:lnTo>
                  <a:lnTo>
                    <a:pt x="4722047" y="0"/>
                  </a:lnTo>
                  <a:lnTo>
                    <a:pt x="4718878" y="0"/>
                  </a:lnTo>
                  <a:lnTo>
                    <a:pt x="4715709" y="0"/>
                  </a:lnTo>
                  <a:lnTo>
                    <a:pt x="4712539" y="0"/>
                  </a:lnTo>
                  <a:lnTo>
                    <a:pt x="4709370" y="0"/>
                  </a:lnTo>
                  <a:lnTo>
                    <a:pt x="4706201" y="0"/>
                  </a:lnTo>
                  <a:lnTo>
                    <a:pt x="4703032" y="0"/>
                  </a:lnTo>
                  <a:lnTo>
                    <a:pt x="4699863" y="0"/>
                  </a:lnTo>
                  <a:lnTo>
                    <a:pt x="4696694" y="0"/>
                  </a:lnTo>
                  <a:lnTo>
                    <a:pt x="4693524" y="0"/>
                  </a:lnTo>
                  <a:lnTo>
                    <a:pt x="4690355" y="0"/>
                  </a:lnTo>
                  <a:lnTo>
                    <a:pt x="4687186" y="0"/>
                  </a:lnTo>
                  <a:lnTo>
                    <a:pt x="4684017" y="0"/>
                  </a:lnTo>
                  <a:lnTo>
                    <a:pt x="4680848" y="0"/>
                  </a:lnTo>
                  <a:lnTo>
                    <a:pt x="4677679" y="0"/>
                  </a:lnTo>
                  <a:lnTo>
                    <a:pt x="4674509" y="0"/>
                  </a:lnTo>
                  <a:lnTo>
                    <a:pt x="4671340" y="0"/>
                  </a:lnTo>
                  <a:lnTo>
                    <a:pt x="4668171" y="0"/>
                  </a:lnTo>
                  <a:lnTo>
                    <a:pt x="4665002" y="0"/>
                  </a:lnTo>
                  <a:lnTo>
                    <a:pt x="4661833" y="0"/>
                  </a:lnTo>
                  <a:lnTo>
                    <a:pt x="4658664" y="0"/>
                  </a:lnTo>
                  <a:lnTo>
                    <a:pt x="4655495" y="0"/>
                  </a:lnTo>
                  <a:lnTo>
                    <a:pt x="4652325" y="0"/>
                  </a:lnTo>
                  <a:lnTo>
                    <a:pt x="4649156" y="0"/>
                  </a:lnTo>
                  <a:lnTo>
                    <a:pt x="4645987" y="0"/>
                  </a:lnTo>
                  <a:lnTo>
                    <a:pt x="4642818" y="0"/>
                  </a:lnTo>
                  <a:lnTo>
                    <a:pt x="4639649" y="0"/>
                  </a:lnTo>
                  <a:lnTo>
                    <a:pt x="4636480" y="0"/>
                  </a:lnTo>
                  <a:lnTo>
                    <a:pt x="4633310" y="0"/>
                  </a:lnTo>
                  <a:lnTo>
                    <a:pt x="4630141" y="0"/>
                  </a:lnTo>
                  <a:lnTo>
                    <a:pt x="4626972" y="0"/>
                  </a:lnTo>
                  <a:lnTo>
                    <a:pt x="4623803" y="0"/>
                  </a:lnTo>
                  <a:lnTo>
                    <a:pt x="4620634" y="0"/>
                  </a:lnTo>
                  <a:lnTo>
                    <a:pt x="4617465" y="0"/>
                  </a:lnTo>
                  <a:lnTo>
                    <a:pt x="4614295" y="0"/>
                  </a:lnTo>
                  <a:lnTo>
                    <a:pt x="4611126" y="0"/>
                  </a:lnTo>
                  <a:lnTo>
                    <a:pt x="4607957" y="0"/>
                  </a:lnTo>
                  <a:lnTo>
                    <a:pt x="4604788" y="0"/>
                  </a:lnTo>
                  <a:lnTo>
                    <a:pt x="4601619" y="0"/>
                  </a:lnTo>
                  <a:lnTo>
                    <a:pt x="4598450" y="0"/>
                  </a:lnTo>
                  <a:lnTo>
                    <a:pt x="4595280" y="0"/>
                  </a:lnTo>
                  <a:lnTo>
                    <a:pt x="4592111" y="0"/>
                  </a:lnTo>
                  <a:lnTo>
                    <a:pt x="4588942" y="0"/>
                  </a:lnTo>
                  <a:lnTo>
                    <a:pt x="4585773" y="0"/>
                  </a:lnTo>
                  <a:lnTo>
                    <a:pt x="4582604" y="0"/>
                  </a:lnTo>
                  <a:lnTo>
                    <a:pt x="4579435" y="0"/>
                  </a:lnTo>
                  <a:lnTo>
                    <a:pt x="4576266" y="0"/>
                  </a:lnTo>
                  <a:lnTo>
                    <a:pt x="4573096" y="0"/>
                  </a:lnTo>
                  <a:lnTo>
                    <a:pt x="4569927" y="0"/>
                  </a:lnTo>
                  <a:lnTo>
                    <a:pt x="4566758" y="0"/>
                  </a:lnTo>
                  <a:lnTo>
                    <a:pt x="4563589" y="0"/>
                  </a:lnTo>
                  <a:lnTo>
                    <a:pt x="4560420" y="0"/>
                  </a:lnTo>
                  <a:lnTo>
                    <a:pt x="4557251" y="0"/>
                  </a:lnTo>
                  <a:lnTo>
                    <a:pt x="4554081" y="0"/>
                  </a:lnTo>
                  <a:lnTo>
                    <a:pt x="4550912" y="0"/>
                  </a:lnTo>
                  <a:lnTo>
                    <a:pt x="4547743" y="0"/>
                  </a:lnTo>
                  <a:lnTo>
                    <a:pt x="4544574" y="0"/>
                  </a:lnTo>
                  <a:lnTo>
                    <a:pt x="4541405" y="0"/>
                  </a:lnTo>
                  <a:lnTo>
                    <a:pt x="4538236" y="0"/>
                  </a:lnTo>
                  <a:lnTo>
                    <a:pt x="4535066" y="0"/>
                  </a:lnTo>
                  <a:lnTo>
                    <a:pt x="4531897" y="0"/>
                  </a:lnTo>
                  <a:lnTo>
                    <a:pt x="4528728" y="0"/>
                  </a:lnTo>
                  <a:lnTo>
                    <a:pt x="4525559" y="0"/>
                  </a:lnTo>
                  <a:lnTo>
                    <a:pt x="4522390" y="0"/>
                  </a:lnTo>
                  <a:lnTo>
                    <a:pt x="4519221" y="0"/>
                  </a:lnTo>
                  <a:lnTo>
                    <a:pt x="4516052" y="0"/>
                  </a:lnTo>
                  <a:lnTo>
                    <a:pt x="4512882" y="0"/>
                  </a:lnTo>
                  <a:lnTo>
                    <a:pt x="4509713" y="0"/>
                  </a:lnTo>
                  <a:lnTo>
                    <a:pt x="4506544" y="0"/>
                  </a:lnTo>
                  <a:lnTo>
                    <a:pt x="4503375" y="0"/>
                  </a:lnTo>
                  <a:lnTo>
                    <a:pt x="4500206" y="0"/>
                  </a:lnTo>
                  <a:lnTo>
                    <a:pt x="4497037" y="0"/>
                  </a:lnTo>
                  <a:lnTo>
                    <a:pt x="4493867" y="0"/>
                  </a:lnTo>
                  <a:lnTo>
                    <a:pt x="4490698" y="0"/>
                  </a:lnTo>
                  <a:lnTo>
                    <a:pt x="4487529" y="0"/>
                  </a:lnTo>
                  <a:lnTo>
                    <a:pt x="4484360" y="0"/>
                  </a:lnTo>
                  <a:lnTo>
                    <a:pt x="4481191" y="0"/>
                  </a:lnTo>
                  <a:lnTo>
                    <a:pt x="4478022" y="0"/>
                  </a:lnTo>
                  <a:lnTo>
                    <a:pt x="4474852" y="0"/>
                  </a:lnTo>
                  <a:lnTo>
                    <a:pt x="4471683" y="0"/>
                  </a:lnTo>
                  <a:lnTo>
                    <a:pt x="4468514" y="0"/>
                  </a:lnTo>
                  <a:lnTo>
                    <a:pt x="4465345" y="0"/>
                  </a:lnTo>
                  <a:lnTo>
                    <a:pt x="4462176" y="0"/>
                  </a:lnTo>
                  <a:lnTo>
                    <a:pt x="4459007" y="0"/>
                  </a:lnTo>
                  <a:lnTo>
                    <a:pt x="4455837" y="0"/>
                  </a:lnTo>
                  <a:lnTo>
                    <a:pt x="4452668" y="0"/>
                  </a:lnTo>
                  <a:lnTo>
                    <a:pt x="4449499" y="0"/>
                  </a:lnTo>
                  <a:lnTo>
                    <a:pt x="4446330" y="0"/>
                  </a:lnTo>
                  <a:lnTo>
                    <a:pt x="4443161" y="0"/>
                  </a:lnTo>
                  <a:lnTo>
                    <a:pt x="4439992" y="0"/>
                  </a:lnTo>
                  <a:lnTo>
                    <a:pt x="4436823" y="0"/>
                  </a:lnTo>
                  <a:lnTo>
                    <a:pt x="4433653" y="0"/>
                  </a:lnTo>
                  <a:lnTo>
                    <a:pt x="4430484" y="0"/>
                  </a:lnTo>
                  <a:lnTo>
                    <a:pt x="4427315" y="0"/>
                  </a:lnTo>
                  <a:lnTo>
                    <a:pt x="4424146" y="0"/>
                  </a:lnTo>
                  <a:lnTo>
                    <a:pt x="4420977" y="0"/>
                  </a:lnTo>
                  <a:lnTo>
                    <a:pt x="4417808" y="0"/>
                  </a:lnTo>
                  <a:lnTo>
                    <a:pt x="4414638" y="0"/>
                  </a:lnTo>
                  <a:lnTo>
                    <a:pt x="4411469" y="0"/>
                  </a:lnTo>
                  <a:lnTo>
                    <a:pt x="4408300" y="0"/>
                  </a:lnTo>
                  <a:lnTo>
                    <a:pt x="4405131" y="0"/>
                  </a:lnTo>
                  <a:lnTo>
                    <a:pt x="4401962" y="0"/>
                  </a:lnTo>
                  <a:lnTo>
                    <a:pt x="4398793" y="0"/>
                  </a:lnTo>
                  <a:lnTo>
                    <a:pt x="4395623" y="0"/>
                  </a:lnTo>
                  <a:lnTo>
                    <a:pt x="4392454" y="0"/>
                  </a:lnTo>
                  <a:lnTo>
                    <a:pt x="4389285" y="0"/>
                  </a:lnTo>
                  <a:lnTo>
                    <a:pt x="4386116" y="0"/>
                  </a:lnTo>
                  <a:lnTo>
                    <a:pt x="4382947" y="0"/>
                  </a:lnTo>
                  <a:lnTo>
                    <a:pt x="4379778" y="0"/>
                  </a:lnTo>
                  <a:lnTo>
                    <a:pt x="4376609" y="0"/>
                  </a:lnTo>
                  <a:lnTo>
                    <a:pt x="4373439" y="0"/>
                  </a:lnTo>
                  <a:lnTo>
                    <a:pt x="4370270" y="0"/>
                  </a:lnTo>
                  <a:lnTo>
                    <a:pt x="4367101" y="0"/>
                  </a:lnTo>
                  <a:lnTo>
                    <a:pt x="4363932" y="0"/>
                  </a:lnTo>
                  <a:lnTo>
                    <a:pt x="4360763" y="0"/>
                  </a:lnTo>
                  <a:lnTo>
                    <a:pt x="4357594" y="0"/>
                  </a:lnTo>
                  <a:lnTo>
                    <a:pt x="4354424" y="0"/>
                  </a:lnTo>
                  <a:lnTo>
                    <a:pt x="4351255" y="0"/>
                  </a:lnTo>
                  <a:lnTo>
                    <a:pt x="4348086" y="0"/>
                  </a:lnTo>
                  <a:lnTo>
                    <a:pt x="4344917" y="0"/>
                  </a:lnTo>
                  <a:lnTo>
                    <a:pt x="4341748" y="0"/>
                  </a:lnTo>
                  <a:lnTo>
                    <a:pt x="4338579" y="0"/>
                  </a:lnTo>
                  <a:lnTo>
                    <a:pt x="4335409" y="0"/>
                  </a:lnTo>
                  <a:lnTo>
                    <a:pt x="4332240" y="0"/>
                  </a:lnTo>
                  <a:lnTo>
                    <a:pt x="4329071" y="0"/>
                  </a:lnTo>
                  <a:lnTo>
                    <a:pt x="4325902" y="0"/>
                  </a:lnTo>
                  <a:lnTo>
                    <a:pt x="4322733" y="0"/>
                  </a:lnTo>
                  <a:lnTo>
                    <a:pt x="4319564" y="0"/>
                  </a:lnTo>
                  <a:lnTo>
                    <a:pt x="4316394" y="0"/>
                  </a:lnTo>
                  <a:lnTo>
                    <a:pt x="4313225" y="0"/>
                  </a:lnTo>
                  <a:lnTo>
                    <a:pt x="4310056" y="0"/>
                  </a:lnTo>
                  <a:lnTo>
                    <a:pt x="4306887" y="0"/>
                  </a:lnTo>
                  <a:lnTo>
                    <a:pt x="4303718" y="0"/>
                  </a:lnTo>
                  <a:lnTo>
                    <a:pt x="4300549" y="0"/>
                  </a:lnTo>
                  <a:lnTo>
                    <a:pt x="4297380" y="0"/>
                  </a:lnTo>
                  <a:lnTo>
                    <a:pt x="4294210" y="0"/>
                  </a:lnTo>
                  <a:lnTo>
                    <a:pt x="4291041" y="0"/>
                  </a:lnTo>
                  <a:lnTo>
                    <a:pt x="4287872" y="0"/>
                  </a:lnTo>
                  <a:lnTo>
                    <a:pt x="4284703" y="0"/>
                  </a:lnTo>
                  <a:lnTo>
                    <a:pt x="4281534" y="0"/>
                  </a:lnTo>
                  <a:lnTo>
                    <a:pt x="4278365" y="0"/>
                  </a:lnTo>
                  <a:lnTo>
                    <a:pt x="4275195" y="0"/>
                  </a:lnTo>
                  <a:lnTo>
                    <a:pt x="4272026" y="0"/>
                  </a:lnTo>
                  <a:lnTo>
                    <a:pt x="4268857" y="0"/>
                  </a:lnTo>
                  <a:lnTo>
                    <a:pt x="4265688" y="0"/>
                  </a:lnTo>
                  <a:lnTo>
                    <a:pt x="4262519" y="0"/>
                  </a:lnTo>
                  <a:lnTo>
                    <a:pt x="4259350" y="0"/>
                  </a:lnTo>
                  <a:lnTo>
                    <a:pt x="4256180" y="0"/>
                  </a:lnTo>
                  <a:lnTo>
                    <a:pt x="4253011" y="0"/>
                  </a:lnTo>
                  <a:lnTo>
                    <a:pt x="4249842" y="0"/>
                  </a:lnTo>
                  <a:lnTo>
                    <a:pt x="4246673" y="0"/>
                  </a:lnTo>
                  <a:lnTo>
                    <a:pt x="4243504" y="0"/>
                  </a:lnTo>
                  <a:lnTo>
                    <a:pt x="4240335" y="0"/>
                  </a:lnTo>
                  <a:lnTo>
                    <a:pt x="4237165" y="0"/>
                  </a:lnTo>
                  <a:lnTo>
                    <a:pt x="4233996" y="0"/>
                  </a:lnTo>
                  <a:lnTo>
                    <a:pt x="4230827" y="0"/>
                  </a:lnTo>
                  <a:lnTo>
                    <a:pt x="4227658" y="0"/>
                  </a:lnTo>
                  <a:lnTo>
                    <a:pt x="4224489" y="0"/>
                  </a:lnTo>
                  <a:lnTo>
                    <a:pt x="4221320" y="0"/>
                  </a:lnTo>
                  <a:lnTo>
                    <a:pt x="4218151" y="0"/>
                  </a:lnTo>
                  <a:lnTo>
                    <a:pt x="4214981" y="0"/>
                  </a:lnTo>
                  <a:lnTo>
                    <a:pt x="4211812" y="0"/>
                  </a:lnTo>
                  <a:lnTo>
                    <a:pt x="4208643" y="0"/>
                  </a:lnTo>
                  <a:lnTo>
                    <a:pt x="4205474" y="0"/>
                  </a:lnTo>
                  <a:lnTo>
                    <a:pt x="4202305" y="0"/>
                  </a:lnTo>
                  <a:lnTo>
                    <a:pt x="4199136" y="0"/>
                  </a:lnTo>
                  <a:lnTo>
                    <a:pt x="4195966" y="0"/>
                  </a:lnTo>
                  <a:lnTo>
                    <a:pt x="4192797" y="0"/>
                  </a:lnTo>
                  <a:lnTo>
                    <a:pt x="4189628" y="0"/>
                  </a:lnTo>
                  <a:lnTo>
                    <a:pt x="4186459" y="0"/>
                  </a:lnTo>
                  <a:lnTo>
                    <a:pt x="4183290" y="0"/>
                  </a:lnTo>
                  <a:lnTo>
                    <a:pt x="4180121" y="0"/>
                  </a:lnTo>
                  <a:lnTo>
                    <a:pt x="4176951" y="0"/>
                  </a:lnTo>
                  <a:lnTo>
                    <a:pt x="4173782" y="0"/>
                  </a:lnTo>
                  <a:lnTo>
                    <a:pt x="4170613" y="0"/>
                  </a:lnTo>
                  <a:lnTo>
                    <a:pt x="4167444" y="0"/>
                  </a:lnTo>
                  <a:lnTo>
                    <a:pt x="4164275" y="0"/>
                  </a:lnTo>
                  <a:lnTo>
                    <a:pt x="4161106" y="0"/>
                  </a:lnTo>
                  <a:lnTo>
                    <a:pt x="4157937" y="0"/>
                  </a:lnTo>
                  <a:lnTo>
                    <a:pt x="4154767" y="0"/>
                  </a:lnTo>
                  <a:lnTo>
                    <a:pt x="4151598" y="0"/>
                  </a:lnTo>
                  <a:lnTo>
                    <a:pt x="4148429" y="0"/>
                  </a:lnTo>
                  <a:lnTo>
                    <a:pt x="4145260" y="0"/>
                  </a:lnTo>
                  <a:lnTo>
                    <a:pt x="4142091" y="0"/>
                  </a:lnTo>
                  <a:lnTo>
                    <a:pt x="4138922" y="0"/>
                  </a:lnTo>
                  <a:lnTo>
                    <a:pt x="4135752" y="0"/>
                  </a:lnTo>
                  <a:lnTo>
                    <a:pt x="4132583" y="0"/>
                  </a:lnTo>
                  <a:lnTo>
                    <a:pt x="4129414" y="0"/>
                  </a:lnTo>
                  <a:lnTo>
                    <a:pt x="4126245" y="0"/>
                  </a:lnTo>
                  <a:lnTo>
                    <a:pt x="4123076" y="0"/>
                  </a:lnTo>
                  <a:lnTo>
                    <a:pt x="4119907" y="0"/>
                  </a:lnTo>
                  <a:lnTo>
                    <a:pt x="4116737" y="0"/>
                  </a:lnTo>
                  <a:lnTo>
                    <a:pt x="4113568" y="0"/>
                  </a:lnTo>
                  <a:lnTo>
                    <a:pt x="4110399" y="0"/>
                  </a:lnTo>
                  <a:lnTo>
                    <a:pt x="4107230" y="0"/>
                  </a:lnTo>
                  <a:lnTo>
                    <a:pt x="4104061" y="0"/>
                  </a:lnTo>
                  <a:lnTo>
                    <a:pt x="4100892" y="0"/>
                  </a:lnTo>
                  <a:lnTo>
                    <a:pt x="4097722" y="0"/>
                  </a:lnTo>
                  <a:lnTo>
                    <a:pt x="4094553" y="0"/>
                  </a:lnTo>
                  <a:lnTo>
                    <a:pt x="4091384" y="0"/>
                  </a:lnTo>
                  <a:lnTo>
                    <a:pt x="4088215" y="0"/>
                  </a:lnTo>
                  <a:lnTo>
                    <a:pt x="4085046" y="0"/>
                  </a:lnTo>
                  <a:lnTo>
                    <a:pt x="4081877" y="0"/>
                  </a:lnTo>
                  <a:lnTo>
                    <a:pt x="4078708" y="0"/>
                  </a:lnTo>
                  <a:lnTo>
                    <a:pt x="4075538" y="0"/>
                  </a:lnTo>
                  <a:lnTo>
                    <a:pt x="4072369" y="0"/>
                  </a:lnTo>
                  <a:lnTo>
                    <a:pt x="4069200" y="0"/>
                  </a:lnTo>
                  <a:lnTo>
                    <a:pt x="4066031" y="0"/>
                  </a:lnTo>
                  <a:lnTo>
                    <a:pt x="4062862" y="0"/>
                  </a:lnTo>
                  <a:lnTo>
                    <a:pt x="4059693" y="0"/>
                  </a:lnTo>
                  <a:lnTo>
                    <a:pt x="4056523" y="0"/>
                  </a:lnTo>
                  <a:lnTo>
                    <a:pt x="4053354" y="0"/>
                  </a:lnTo>
                  <a:lnTo>
                    <a:pt x="4050185" y="0"/>
                  </a:lnTo>
                  <a:lnTo>
                    <a:pt x="4047016" y="0"/>
                  </a:lnTo>
                  <a:lnTo>
                    <a:pt x="4043847" y="0"/>
                  </a:lnTo>
                  <a:lnTo>
                    <a:pt x="4040678" y="0"/>
                  </a:lnTo>
                  <a:lnTo>
                    <a:pt x="4037508" y="0"/>
                  </a:lnTo>
                  <a:lnTo>
                    <a:pt x="4034339" y="0"/>
                  </a:lnTo>
                  <a:lnTo>
                    <a:pt x="4031170" y="0"/>
                  </a:lnTo>
                  <a:lnTo>
                    <a:pt x="4028001" y="0"/>
                  </a:lnTo>
                  <a:lnTo>
                    <a:pt x="4024832" y="0"/>
                  </a:lnTo>
                  <a:lnTo>
                    <a:pt x="4021663" y="0"/>
                  </a:lnTo>
                  <a:lnTo>
                    <a:pt x="4018494" y="0"/>
                  </a:lnTo>
                  <a:lnTo>
                    <a:pt x="4015324" y="0"/>
                  </a:lnTo>
                  <a:lnTo>
                    <a:pt x="4012155" y="0"/>
                  </a:lnTo>
                  <a:lnTo>
                    <a:pt x="4008986" y="0"/>
                  </a:lnTo>
                  <a:lnTo>
                    <a:pt x="4005817" y="0"/>
                  </a:lnTo>
                  <a:lnTo>
                    <a:pt x="4002648" y="0"/>
                  </a:lnTo>
                  <a:lnTo>
                    <a:pt x="3999479" y="0"/>
                  </a:lnTo>
                  <a:lnTo>
                    <a:pt x="3996309" y="0"/>
                  </a:lnTo>
                  <a:lnTo>
                    <a:pt x="3993140" y="0"/>
                  </a:lnTo>
                  <a:lnTo>
                    <a:pt x="3989971" y="0"/>
                  </a:lnTo>
                  <a:lnTo>
                    <a:pt x="3986802" y="0"/>
                  </a:lnTo>
                  <a:lnTo>
                    <a:pt x="3983633" y="0"/>
                  </a:lnTo>
                  <a:lnTo>
                    <a:pt x="3980464" y="0"/>
                  </a:lnTo>
                  <a:lnTo>
                    <a:pt x="3977294" y="0"/>
                  </a:lnTo>
                  <a:lnTo>
                    <a:pt x="3974125" y="0"/>
                  </a:lnTo>
                  <a:lnTo>
                    <a:pt x="3970956" y="0"/>
                  </a:lnTo>
                  <a:lnTo>
                    <a:pt x="3967787" y="0"/>
                  </a:lnTo>
                  <a:lnTo>
                    <a:pt x="3964618" y="0"/>
                  </a:lnTo>
                  <a:lnTo>
                    <a:pt x="3961449" y="0"/>
                  </a:lnTo>
                  <a:lnTo>
                    <a:pt x="3958279" y="0"/>
                  </a:lnTo>
                  <a:lnTo>
                    <a:pt x="3955110" y="0"/>
                  </a:lnTo>
                  <a:lnTo>
                    <a:pt x="3951941" y="0"/>
                  </a:lnTo>
                  <a:lnTo>
                    <a:pt x="3948772" y="0"/>
                  </a:lnTo>
                  <a:lnTo>
                    <a:pt x="3945603" y="0"/>
                  </a:lnTo>
                  <a:lnTo>
                    <a:pt x="3942434" y="0"/>
                  </a:lnTo>
                  <a:lnTo>
                    <a:pt x="3939265" y="0"/>
                  </a:lnTo>
                  <a:lnTo>
                    <a:pt x="3936095" y="0"/>
                  </a:lnTo>
                  <a:lnTo>
                    <a:pt x="3932926" y="0"/>
                  </a:lnTo>
                  <a:lnTo>
                    <a:pt x="3929757" y="0"/>
                  </a:lnTo>
                  <a:lnTo>
                    <a:pt x="3926588" y="0"/>
                  </a:lnTo>
                  <a:lnTo>
                    <a:pt x="3923419" y="0"/>
                  </a:lnTo>
                  <a:lnTo>
                    <a:pt x="3920250" y="0"/>
                  </a:lnTo>
                  <a:lnTo>
                    <a:pt x="3917080" y="0"/>
                  </a:lnTo>
                  <a:lnTo>
                    <a:pt x="3913911" y="0"/>
                  </a:lnTo>
                  <a:lnTo>
                    <a:pt x="3910742" y="0"/>
                  </a:lnTo>
                  <a:lnTo>
                    <a:pt x="3907573" y="0"/>
                  </a:lnTo>
                  <a:lnTo>
                    <a:pt x="3904404" y="0"/>
                  </a:lnTo>
                  <a:lnTo>
                    <a:pt x="3901235" y="0"/>
                  </a:lnTo>
                  <a:lnTo>
                    <a:pt x="3898065" y="0"/>
                  </a:lnTo>
                  <a:lnTo>
                    <a:pt x="3894896" y="0"/>
                  </a:lnTo>
                  <a:lnTo>
                    <a:pt x="3891727" y="0"/>
                  </a:lnTo>
                  <a:lnTo>
                    <a:pt x="3888558" y="0"/>
                  </a:lnTo>
                  <a:lnTo>
                    <a:pt x="3885389" y="0"/>
                  </a:lnTo>
                  <a:lnTo>
                    <a:pt x="3882220" y="0"/>
                  </a:lnTo>
                  <a:lnTo>
                    <a:pt x="3879050" y="0"/>
                  </a:lnTo>
                  <a:lnTo>
                    <a:pt x="3875881" y="0"/>
                  </a:lnTo>
                  <a:lnTo>
                    <a:pt x="3872712" y="0"/>
                  </a:lnTo>
                  <a:lnTo>
                    <a:pt x="3869543" y="0"/>
                  </a:lnTo>
                  <a:lnTo>
                    <a:pt x="3866374" y="0"/>
                  </a:lnTo>
                  <a:lnTo>
                    <a:pt x="3863205" y="0"/>
                  </a:lnTo>
                  <a:lnTo>
                    <a:pt x="3860036" y="0"/>
                  </a:lnTo>
                  <a:lnTo>
                    <a:pt x="3856866" y="0"/>
                  </a:lnTo>
                  <a:lnTo>
                    <a:pt x="3853697" y="0"/>
                  </a:lnTo>
                  <a:lnTo>
                    <a:pt x="3850528" y="0"/>
                  </a:lnTo>
                  <a:lnTo>
                    <a:pt x="3847359" y="0"/>
                  </a:lnTo>
                  <a:lnTo>
                    <a:pt x="3844190" y="0"/>
                  </a:lnTo>
                  <a:lnTo>
                    <a:pt x="3841021" y="0"/>
                  </a:lnTo>
                  <a:lnTo>
                    <a:pt x="3837851" y="0"/>
                  </a:lnTo>
                  <a:lnTo>
                    <a:pt x="3834682" y="0"/>
                  </a:lnTo>
                  <a:lnTo>
                    <a:pt x="3831513" y="0"/>
                  </a:lnTo>
                  <a:lnTo>
                    <a:pt x="3828344" y="0"/>
                  </a:lnTo>
                  <a:lnTo>
                    <a:pt x="3825175" y="0"/>
                  </a:lnTo>
                  <a:lnTo>
                    <a:pt x="3822006" y="0"/>
                  </a:lnTo>
                  <a:lnTo>
                    <a:pt x="3818836" y="0"/>
                  </a:lnTo>
                  <a:lnTo>
                    <a:pt x="3815667" y="0"/>
                  </a:lnTo>
                  <a:lnTo>
                    <a:pt x="3812498" y="0"/>
                  </a:lnTo>
                  <a:lnTo>
                    <a:pt x="3809329" y="0"/>
                  </a:lnTo>
                  <a:lnTo>
                    <a:pt x="3806160" y="0"/>
                  </a:lnTo>
                  <a:lnTo>
                    <a:pt x="3802991" y="0"/>
                  </a:lnTo>
                  <a:lnTo>
                    <a:pt x="3799822" y="0"/>
                  </a:lnTo>
                  <a:lnTo>
                    <a:pt x="3796652" y="0"/>
                  </a:lnTo>
                  <a:lnTo>
                    <a:pt x="3793483" y="0"/>
                  </a:lnTo>
                  <a:lnTo>
                    <a:pt x="3790314" y="0"/>
                  </a:lnTo>
                  <a:lnTo>
                    <a:pt x="3787145" y="0"/>
                  </a:lnTo>
                  <a:lnTo>
                    <a:pt x="3783976" y="0"/>
                  </a:lnTo>
                  <a:lnTo>
                    <a:pt x="3780807" y="0"/>
                  </a:lnTo>
                  <a:lnTo>
                    <a:pt x="3777637" y="0"/>
                  </a:lnTo>
                  <a:lnTo>
                    <a:pt x="3774468" y="0"/>
                  </a:lnTo>
                  <a:lnTo>
                    <a:pt x="3771299" y="0"/>
                  </a:lnTo>
                  <a:lnTo>
                    <a:pt x="3768130" y="0"/>
                  </a:lnTo>
                  <a:lnTo>
                    <a:pt x="3764961" y="0"/>
                  </a:lnTo>
                  <a:lnTo>
                    <a:pt x="3761792" y="0"/>
                  </a:lnTo>
                  <a:lnTo>
                    <a:pt x="3758622" y="0"/>
                  </a:lnTo>
                  <a:lnTo>
                    <a:pt x="3755453" y="0"/>
                  </a:lnTo>
                  <a:lnTo>
                    <a:pt x="3752284" y="0"/>
                  </a:lnTo>
                  <a:lnTo>
                    <a:pt x="3749115" y="0"/>
                  </a:lnTo>
                  <a:lnTo>
                    <a:pt x="3745946" y="0"/>
                  </a:lnTo>
                  <a:lnTo>
                    <a:pt x="3742777" y="0"/>
                  </a:lnTo>
                  <a:lnTo>
                    <a:pt x="3739607" y="0"/>
                  </a:lnTo>
                  <a:lnTo>
                    <a:pt x="3736438" y="0"/>
                  </a:lnTo>
                  <a:lnTo>
                    <a:pt x="3733269" y="0"/>
                  </a:lnTo>
                  <a:lnTo>
                    <a:pt x="3730100" y="0"/>
                  </a:lnTo>
                  <a:lnTo>
                    <a:pt x="3726931" y="0"/>
                  </a:lnTo>
                  <a:lnTo>
                    <a:pt x="3723762" y="0"/>
                  </a:lnTo>
                  <a:lnTo>
                    <a:pt x="3720593" y="0"/>
                  </a:lnTo>
                  <a:lnTo>
                    <a:pt x="3717423" y="0"/>
                  </a:lnTo>
                  <a:lnTo>
                    <a:pt x="3714254" y="0"/>
                  </a:lnTo>
                  <a:lnTo>
                    <a:pt x="3711085" y="0"/>
                  </a:lnTo>
                  <a:lnTo>
                    <a:pt x="3707916" y="0"/>
                  </a:lnTo>
                  <a:lnTo>
                    <a:pt x="3704747" y="0"/>
                  </a:lnTo>
                  <a:lnTo>
                    <a:pt x="3701578" y="0"/>
                  </a:lnTo>
                  <a:lnTo>
                    <a:pt x="3698408" y="0"/>
                  </a:lnTo>
                  <a:lnTo>
                    <a:pt x="3695239" y="0"/>
                  </a:lnTo>
                  <a:lnTo>
                    <a:pt x="3692070" y="0"/>
                  </a:lnTo>
                  <a:lnTo>
                    <a:pt x="3688901" y="0"/>
                  </a:lnTo>
                  <a:lnTo>
                    <a:pt x="3685732" y="0"/>
                  </a:lnTo>
                  <a:lnTo>
                    <a:pt x="3682563" y="0"/>
                  </a:lnTo>
                  <a:lnTo>
                    <a:pt x="3679393" y="0"/>
                  </a:lnTo>
                  <a:lnTo>
                    <a:pt x="3676224" y="0"/>
                  </a:lnTo>
                  <a:lnTo>
                    <a:pt x="3673055" y="0"/>
                  </a:lnTo>
                  <a:lnTo>
                    <a:pt x="3669886" y="0"/>
                  </a:lnTo>
                  <a:lnTo>
                    <a:pt x="3666717" y="0"/>
                  </a:lnTo>
                  <a:lnTo>
                    <a:pt x="3663548" y="0"/>
                  </a:lnTo>
                  <a:lnTo>
                    <a:pt x="3660379" y="0"/>
                  </a:lnTo>
                  <a:lnTo>
                    <a:pt x="3657209" y="0"/>
                  </a:lnTo>
                  <a:lnTo>
                    <a:pt x="3654040" y="0"/>
                  </a:lnTo>
                  <a:lnTo>
                    <a:pt x="3650871" y="0"/>
                  </a:lnTo>
                  <a:lnTo>
                    <a:pt x="3647702" y="0"/>
                  </a:lnTo>
                  <a:lnTo>
                    <a:pt x="3644533" y="0"/>
                  </a:lnTo>
                  <a:lnTo>
                    <a:pt x="3641364" y="0"/>
                  </a:lnTo>
                  <a:lnTo>
                    <a:pt x="3638194" y="0"/>
                  </a:lnTo>
                  <a:lnTo>
                    <a:pt x="3635025" y="0"/>
                  </a:lnTo>
                  <a:lnTo>
                    <a:pt x="3631856" y="0"/>
                  </a:lnTo>
                  <a:lnTo>
                    <a:pt x="3628687" y="0"/>
                  </a:lnTo>
                  <a:lnTo>
                    <a:pt x="3625518" y="0"/>
                  </a:lnTo>
                  <a:lnTo>
                    <a:pt x="3622349" y="0"/>
                  </a:lnTo>
                  <a:lnTo>
                    <a:pt x="3619179" y="0"/>
                  </a:lnTo>
                  <a:lnTo>
                    <a:pt x="3616010" y="0"/>
                  </a:lnTo>
                  <a:lnTo>
                    <a:pt x="3612841" y="0"/>
                  </a:lnTo>
                  <a:lnTo>
                    <a:pt x="3609672" y="0"/>
                  </a:lnTo>
                  <a:lnTo>
                    <a:pt x="3606503" y="0"/>
                  </a:lnTo>
                  <a:lnTo>
                    <a:pt x="3603334" y="0"/>
                  </a:lnTo>
                  <a:lnTo>
                    <a:pt x="3600164" y="0"/>
                  </a:lnTo>
                  <a:lnTo>
                    <a:pt x="3596995" y="0"/>
                  </a:lnTo>
                  <a:lnTo>
                    <a:pt x="3593826" y="0"/>
                  </a:lnTo>
                  <a:lnTo>
                    <a:pt x="3590657" y="0"/>
                  </a:lnTo>
                  <a:lnTo>
                    <a:pt x="3587488" y="0"/>
                  </a:lnTo>
                  <a:lnTo>
                    <a:pt x="3584319" y="0"/>
                  </a:lnTo>
                  <a:lnTo>
                    <a:pt x="3581150" y="0"/>
                  </a:lnTo>
                  <a:lnTo>
                    <a:pt x="3577980" y="0"/>
                  </a:lnTo>
                  <a:lnTo>
                    <a:pt x="3574811" y="0"/>
                  </a:lnTo>
                  <a:lnTo>
                    <a:pt x="3571642" y="0"/>
                  </a:lnTo>
                  <a:lnTo>
                    <a:pt x="3568473" y="0"/>
                  </a:lnTo>
                  <a:lnTo>
                    <a:pt x="3565304" y="0"/>
                  </a:lnTo>
                  <a:lnTo>
                    <a:pt x="3562135" y="0"/>
                  </a:lnTo>
                  <a:lnTo>
                    <a:pt x="3558965" y="0"/>
                  </a:lnTo>
                  <a:lnTo>
                    <a:pt x="3555796" y="0"/>
                  </a:lnTo>
                  <a:lnTo>
                    <a:pt x="3552627" y="0"/>
                  </a:lnTo>
                  <a:lnTo>
                    <a:pt x="3549458" y="0"/>
                  </a:lnTo>
                  <a:lnTo>
                    <a:pt x="3546289" y="0"/>
                  </a:lnTo>
                  <a:lnTo>
                    <a:pt x="3543120" y="0"/>
                  </a:lnTo>
                  <a:lnTo>
                    <a:pt x="3539950" y="0"/>
                  </a:lnTo>
                  <a:lnTo>
                    <a:pt x="3536781" y="0"/>
                  </a:lnTo>
                  <a:lnTo>
                    <a:pt x="3533612" y="0"/>
                  </a:lnTo>
                  <a:lnTo>
                    <a:pt x="3530443" y="0"/>
                  </a:lnTo>
                  <a:lnTo>
                    <a:pt x="3527274" y="0"/>
                  </a:lnTo>
                  <a:lnTo>
                    <a:pt x="3524105" y="0"/>
                  </a:lnTo>
                  <a:lnTo>
                    <a:pt x="3520935" y="0"/>
                  </a:lnTo>
                  <a:lnTo>
                    <a:pt x="3517766" y="0"/>
                  </a:lnTo>
                  <a:lnTo>
                    <a:pt x="3514597" y="0"/>
                  </a:lnTo>
                  <a:lnTo>
                    <a:pt x="3511428" y="0"/>
                  </a:lnTo>
                  <a:lnTo>
                    <a:pt x="3508259" y="0"/>
                  </a:lnTo>
                  <a:lnTo>
                    <a:pt x="3505090" y="0"/>
                  </a:lnTo>
                  <a:lnTo>
                    <a:pt x="3501921" y="0"/>
                  </a:lnTo>
                  <a:lnTo>
                    <a:pt x="3498751" y="0"/>
                  </a:lnTo>
                  <a:lnTo>
                    <a:pt x="3495582" y="0"/>
                  </a:lnTo>
                  <a:lnTo>
                    <a:pt x="3492413" y="0"/>
                  </a:lnTo>
                  <a:lnTo>
                    <a:pt x="3489244" y="0"/>
                  </a:lnTo>
                  <a:lnTo>
                    <a:pt x="3486075" y="0"/>
                  </a:lnTo>
                  <a:lnTo>
                    <a:pt x="3482906" y="0"/>
                  </a:lnTo>
                  <a:lnTo>
                    <a:pt x="3479736" y="0"/>
                  </a:lnTo>
                  <a:lnTo>
                    <a:pt x="3476567" y="0"/>
                  </a:lnTo>
                  <a:lnTo>
                    <a:pt x="3473398" y="0"/>
                  </a:lnTo>
                  <a:lnTo>
                    <a:pt x="3470229" y="0"/>
                  </a:lnTo>
                  <a:lnTo>
                    <a:pt x="3467060" y="0"/>
                  </a:lnTo>
                  <a:lnTo>
                    <a:pt x="3463891" y="0"/>
                  </a:lnTo>
                  <a:lnTo>
                    <a:pt x="3460721" y="0"/>
                  </a:lnTo>
                  <a:lnTo>
                    <a:pt x="3457552" y="0"/>
                  </a:lnTo>
                  <a:lnTo>
                    <a:pt x="3454383" y="0"/>
                  </a:lnTo>
                  <a:lnTo>
                    <a:pt x="3451214" y="0"/>
                  </a:lnTo>
                  <a:lnTo>
                    <a:pt x="3448045" y="0"/>
                  </a:lnTo>
                  <a:lnTo>
                    <a:pt x="3444876" y="0"/>
                  </a:lnTo>
                  <a:lnTo>
                    <a:pt x="3441707" y="0"/>
                  </a:lnTo>
                  <a:lnTo>
                    <a:pt x="3438537" y="0"/>
                  </a:lnTo>
                  <a:lnTo>
                    <a:pt x="3435368" y="0"/>
                  </a:lnTo>
                  <a:lnTo>
                    <a:pt x="3432199" y="0"/>
                  </a:lnTo>
                  <a:lnTo>
                    <a:pt x="3429030" y="0"/>
                  </a:lnTo>
                  <a:lnTo>
                    <a:pt x="3425861" y="0"/>
                  </a:lnTo>
                  <a:lnTo>
                    <a:pt x="3422692" y="0"/>
                  </a:lnTo>
                  <a:lnTo>
                    <a:pt x="3419522" y="0"/>
                  </a:lnTo>
                  <a:lnTo>
                    <a:pt x="3416353" y="0"/>
                  </a:lnTo>
                  <a:lnTo>
                    <a:pt x="3413184" y="0"/>
                  </a:lnTo>
                  <a:lnTo>
                    <a:pt x="3410015" y="0"/>
                  </a:lnTo>
                  <a:lnTo>
                    <a:pt x="3406846" y="0"/>
                  </a:lnTo>
                  <a:lnTo>
                    <a:pt x="3403677" y="0"/>
                  </a:lnTo>
                  <a:lnTo>
                    <a:pt x="3400507" y="0"/>
                  </a:lnTo>
                  <a:lnTo>
                    <a:pt x="3397338" y="0"/>
                  </a:lnTo>
                  <a:lnTo>
                    <a:pt x="3394169" y="0"/>
                  </a:lnTo>
                  <a:lnTo>
                    <a:pt x="3391000" y="0"/>
                  </a:lnTo>
                  <a:lnTo>
                    <a:pt x="3387831" y="0"/>
                  </a:lnTo>
                  <a:lnTo>
                    <a:pt x="3384662" y="0"/>
                  </a:lnTo>
                  <a:lnTo>
                    <a:pt x="3381492" y="0"/>
                  </a:lnTo>
                  <a:lnTo>
                    <a:pt x="3378323" y="0"/>
                  </a:lnTo>
                  <a:lnTo>
                    <a:pt x="3375154" y="0"/>
                  </a:lnTo>
                  <a:lnTo>
                    <a:pt x="3371985" y="0"/>
                  </a:lnTo>
                  <a:lnTo>
                    <a:pt x="3368816" y="0"/>
                  </a:lnTo>
                  <a:lnTo>
                    <a:pt x="3365647" y="0"/>
                  </a:lnTo>
                  <a:lnTo>
                    <a:pt x="3362478" y="0"/>
                  </a:lnTo>
                  <a:lnTo>
                    <a:pt x="3359308" y="0"/>
                  </a:lnTo>
                  <a:lnTo>
                    <a:pt x="3356139" y="0"/>
                  </a:lnTo>
                  <a:lnTo>
                    <a:pt x="3352970" y="0"/>
                  </a:lnTo>
                  <a:lnTo>
                    <a:pt x="3349801" y="0"/>
                  </a:lnTo>
                  <a:lnTo>
                    <a:pt x="3346632" y="0"/>
                  </a:lnTo>
                  <a:lnTo>
                    <a:pt x="3343463" y="0"/>
                  </a:lnTo>
                  <a:lnTo>
                    <a:pt x="3340293" y="0"/>
                  </a:lnTo>
                  <a:lnTo>
                    <a:pt x="3337124" y="0"/>
                  </a:lnTo>
                  <a:lnTo>
                    <a:pt x="3333955" y="0"/>
                  </a:lnTo>
                  <a:lnTo>
                    <a:pt x="3330786" y="0"/>
                  </a:lnTo>
                  <a:lnTo>
                    <a:pt x="3327617" y="0"/>
                  </a:lnTo>
                  <a:lnTo>
                    <a:pt x="3324448" y="0"/>
                  </a:lnTo>
                  <a:lnTo>
                    <a:pt x="3321278" y="0"/>
                  </a:lnTo>
                  <a:lnTo>
                    <a:pt x="3318109" y="0"/>
                  </a:lnTo>
                  <a:lnTo>
                    <a:pt x="3314940" y="0"/>
                  </a:lnTo>
                  <a:lnTo>
                    <a:pt x="3311771" y="0"/>
                  </a:lnTo>
                  <a:lnTo>
                    <a:pt x="3308602" y="0"/>
                  </a:lnTo>
                  <a:lnTo>
                    <a:pt x="3305433" y="0"/>
                  </a:lnTo>
                  <a:lnTo>
                    <a:pt x="3302263" y="0"/>
                  </a:lnTo>
                  <a:lnTo>
                    <a:pt x="3299094" y="0"/>
                  </a:lnTo>
                  <a:lnTo>
                    <a:pt x="3295925" y="0"/>
                  </a:lnTo>
                  <a:lnTo>
                    <a:pt x="3292756" y="0"/>
                  </a:lnTo>
                  <a:lnTo>
                    <a:pt x="3289587" y="0"/>
                  </a:lnTo>
                  <a:lnTo>
                    <a:pt x="3286418" y="0"/>
                  </a:lnTo>
                  <a:lnTo>
                    <a:pt x="3283249" y="0"/>
                  </a:lnTo>
                  <a:lnTo>
                    <a:pt x="3280079" y="0"/>
                  </a:lnTo>
                  <a:lnTo>
                    <a:pt x="3276910" y="0"/>
                  </a:lnTo>
                  <a:lnTo>
                    <a:pt x="3273741" y="0"/>
                  </a:lnTo>
                  <a:lnTo>
                    <a:pt x="3270572" y="0"/>
                  </a:lnTo>
                  <a:lnTo>
                    <a:pt x="3267403" y="0"/>
                  </a:lnTo>
                  <a:lnTo>
                    <a:pt x="3264234" y="0"/>
                  </a:lnTo>
                  <a:lnTo>
                    <a:pt x="3261064" y="0"/>
                  </a:lnTo>
                  <a:lnTo>
                    <a:pt x="3257895" y="0"/>
                  </a:lnTo>
                  <a:lnTo>
                    <a:pt x="3254726" y="0"/>
                  </a:lnTo>
                  <a:lnTo>
                    <a:pt x="3251557" y="0"/>
                  </a:lnTo>
                  <a:lnTo>
                    <a:pt x="3248388" y="0"/>
                  </a:lnTo>
                  <a:lnTo>
                    <a:pt x="3245219" y="0"/>
                  </a:lnTo>
                  <a:lnTo>
                    <a:pt x="3242049" y="0"/>
                  </a:lnTo>
                  <a:lnTo>
                    <a:pt x="3238880" y="0"/>
                  </a:lnTo>
                  <a:lnTo>
                    <a:pt x="3235711" y="0"/>
                  </a:lnTo>
                  <a:lnTo>
                    <a:pt x="3232542" y="0"/>
                  </a:lnTo>
                  <a:lnTo>
                    <a:pt x="3229373" y="0"/>
                  </a:lnTo>
                  <a:lnTo>
                    <a:pt x="3226204" y="0"/>
                  </a:lnTo>
                  <a:lnTo>
                    <a:pt x="3223035" y="0"/>
                  </a:lnTo>
                  <a:lnTo>
                    <a:pt x="3219865" y="0"/>
                  </a:lnTo>
                  <a:lnTo>
                    <a:pt x="3216696" y="0"/>
                  </a:lnTo>
                  <a:lnTo>
                    <a:pt x="3213527" y="0"/>
                  </a:lnTo>
                  <a:lnTo>
                    <a:pt x="3210358" y="0"/>
                  </a:lnTo>
                  <a:lnTo>
                    <a:pt x="3207189" y="0"/>
                  </a:lnTo>
                  <a:lnTo>
                    <a:pt x="3204020" y="0"/>
                  </a:lnTo>
                  <a:lnTo>
                    <a:pt x="3200850" y="0"/>
                  </a:lnTo>
                  <a:lnTo>
                    <a:pt x="3197681" y="0"/>
                  </a:lnTo>
                  <a:lnTo>
                    <a:pt x="3194512" y="0"/>
                  </a:lnTo>
                  <a:lnTo>
                    <a:pt x="3191343" y="0"/>
                  </a:lnTo>
                  <a:lnTo>
                    <a:pt x="3188174" y="0"/>
                  </a:lnTo>
                  <a:lnTo>
                    <a:pt x="3185005" y="0"/>
                  </a:lnTo>
                  <a:lnTo>
                    <a:pt x="3181835" y="0"/>
                  </a:lnTo>
                  <a:lnTo>
                    <a:pt x="3178666" y="0"/>
                  </a:lnTo>
                  <a:lnTo>
                    <a:pt x="3175497" y="0"/>
                  </a:lnTo>
                  <a:lnTo>
                    <a:pt x="3172328" y="0"/>
                  </a:lnTo>
                  <a:lnTo>
                    <a:pt x="3169159" y="0"/>
                  </a:lnTo>
                  <a:lnTo>
                    <a:pt x="3165990" y="0"/>
                  </a:lnTo>
                  <a:lnTo>
                    <a:pt x="3162820" y="0"/>
                  </a:lnTo>
                  <a:lnTo>
                    <a:pt x="3159651" y="0"/>
                  </a:lnTo>
                  <a:lnTo>
                    <a:pt x="3156482" y="0"/>
                  </a:lnTo>
                  <a:lnTo>
                    <a:pt x="3153313" y="0"/>
                  </a:lnTo>
                  <a:lnTo>
                    <a:pt x="3150144" y="0"/>
                  </a:lnTo>
                  <a:lnTo>
                    <a:pt x="3146975" y="0"/>
                  </a:lnTo>
                  <a:lnTo>
                    <a:pt x="3143806" y="0"/>
                  </a:lnTo>
                  <a:lnTo>
                    <a:pt x="3140636" y="0"/>
                  </a:lnTo>
                  <a:lnTo>
                    <a:pt x="3137467" y="0"/>
                  </a:lnTo>
                  <a:lnTo>
                    <a:pt x="3134298" y="0"/>
                  </a:lnTo>
                  <a:lnTo>
                    <a:pt x="3131129" y="0"/>
                  </a:lnTo>
                  <a:lnTo>
                    <a:pt x="3127960" y="0"/>
                  </a:lnTo>
                  <a:lnTo>
                    <a:pt x="3124791" y="0"/>
                  </a:lnTo>
                  <a:lnTo>
                    <a:pt x="3121621" y="0"/>
                  </a:lnTo>
                  <a:lnTo>
                    <a:pt x="3118452" y="0"/>
                  </a:lnTo>
                  <a:lnTo>
                    <a:pt x="3115283" y="0"/>
                  </a:lnTo>
                  <a:lnTo>
                    <a:pt x="3112114" y="0"/>
                  </a:lnTo>
                  <a:lnTo>
                    <a:pt x="3108945" y="0"/>
                  </a:lnTo>
                  <a:lnTo>
                    <a:pt x="3105776" y="0"/>
                  </a:lnTo>
                  <a:lnTo>
                    <a:pt x="3102606" y="0"/>
                  </a:lnTo>
                  <a:lnTo>
                    <a:pt x="3099437" y="0"/>
                  </a:lnTo>
                  <a:lnTo>
                    <a:pt x="3096268" y="0"/>
                  </a:lnTo>
                  <a:lnTo>
                    <a:pt x="3093099" y="0"/>
                  </a:lnTo>
                  <a:lnTo>
                    <a:pt x="3089930" y="0"/>
                  </a:lnTo>
                  <a:lnTo>
                    <a:pt x="3086761" y="0"/>
                  </a:lnTo>
                  <a:lnTo>
                    <a:pt x="3083592" y="0"/>
                  </a:lnTo>
                  <a:lnTo>
                    <a:pt x="3080422" y="0"/>
                  </a:lnTo>
                  <a:lnTo>
                    <a:pt x="3077253" y="0"/>
                  </a:lnTo>
                  <a:lnTo>
                    <a:pt x="3074084" y="0"/>
                  </a:lnTo>
                  <a:lnTo>
                    <a:pt x="3070915" y="0"/>
                  </a:lnTo>
                  <a:lnTo>
                    <a:pt x="3067746" y="0"/>
                  </a:lnTo>
                  <a:lnTo>
                    <a:pt x="3064577" y="0"/>
                  </a:lnTo>
                  <a:lnTo>
                    <a:pt x="3061407" y="0"/>
                  </a:lnTo>
                  <a:lnTo>
                    <a:pt x="3058238" y="0"/>
                  </a:lnTo>
                  <a:lnTo>
                    <a:pt x="3055069" y="0"/>
                  </a:lnTo>
                  <a:lnTo>
                    <a:pt x="3051900" y="0"/>
                  </a:lnTo>
                  <a:lnTo>
                    <a:pt x="3048731" y="0"/>
                  </a:lnTo>
                  <a:lnTo>
                    <a:pt x="3045562" y="0"/>
                  </a:lnTo>
                  <a:lnTo>
                    <a:pt x="3042392" y="0"/>
                  </a:lnTo>
                  <a:lnTo>
                    <a:pt x="3039223" y="0"/>
                  </a:lnTo>
                  <a:lnTo>
                    <a:pt x="3036054" y="0"/>
                  </a:lnTo>
                  <a:lnTo>
                    <a:pt x="3032885" y="0"/>
                  </a:lnTo>
                  <a:lnTo>
                    <a:pt x="3029716" y="0"/>
                  </a:lnTo>
                  <a:lnTo>
                    <a:pt x="3026547" y="0"/>
                  </a:lnTo>
                  <a:lnTo>
                    <a:pt x="3023377" y="0"/>
                  </a:lnTo>
                  <a:lnTo>
                    <a:pt x="3020208" y="0"/>
                  </a:lnTo>
                  <a:lnTo>
                    <a:pt x="3017039" y="0"/>
                  </a:lnTo>
                  <a:lnTo>
                    <a:pt x="3013870" y="0"/>
                  </a:lnTo>
                  <a:lnTo>
                    <a:pt x="3010701" y="0"/>
                  </a:lnTo>
                  <a:lnTo>
                    <a:pt x="3007532" y="0"/>
                  </a:lnTo>
                  <a:lnTo>
                    <a:pt x="3004363" y="0"/>
                  </a:lnTo>
                  <a:lnTo>
                    <a:pt x="3001193" y="0"/>
                  </a:lnTo>
                  <a:lnTo>
                    <a:pt x="2998024" y="0"/>
                  </a:lnTo>
                  <a:lnTo>
                    <a:pt x="2994855" y="0"/>
                  </a:lnTo>
                  <a:lnTo>
                    <a:pt x="2991686" y="0"/>
                  </a:lnTo>
                  <a:lnTo>
                    <a:pt x="2988517" y="0"/>
                  </a:lnTo>
                  <a:lnTo>
                    <a:pt x="2985348" y="0"/>
                  </a:lnTo>
                  <a:lnTo>
                    <a:pt x="2982178" y="0"/>
                  </a:lnTo>
                  <a:lnTo>
                    <a:pt x="2979009" y="0"/>
                  </a:lnTo>
                  <a:lnTo>
                    <a:pt x="2975840" y="0"/>
                  </a:lnTo>
                  <a:lnTo>
                    <a:pt x="2972671" y="0"/>
                  </a:lnTo>
                  <a:lnTo>
                    <a:pt x="2969502" y="0"/>
                  </a:lnTo>
                  <a:lnTo>
                    <a:pt x="2966333" y="0"/>
                  </a:lnTo>
                  <a:lnTo>
                    <a:pt x="2963163" y="0"/>
                  </a:lnTo>
                  <a:lnTo>
                    <a:pt x="2959994" y="0"/>
                  </a:lnTo>
                  <a:lnTo>
                    <a:pt x="2956825" y="0"/>
                  </a:lnTo>
                  <a:lnTo>
                    <a:pt x="2953656" y="0"/>
                  </a:lnTo>
                  <a:lnTo>
                    <a:pt x="2950487" y="0"/>
                  </a:lnTo>
                  <a:lnTo>
                    <a:pt x="2947318" y="0"/>
                  </a:lnTo>
                  <a:lnTo>
                    <a:pt x="2944148" y="0"/>
                  </a:lnTo>
                  <a:lnTo>
                    <a:pt x="2940979" y="0"/>
                  </a:lnTo>
                  <a:lnTo>
                    <a:pt x="2937810" y="0"/>
                  </a:lnTo>
                  <a:lnTo>
                    <a:pt x="2934641" y="0"/>
                  </a:lnTo>
                  <a:lnTo>
                    <a:pt x="2931472" y="0"/>
                  </a:lnTo>
                  <a:lnTo>
                    <a:pt x="2928303" y="0"/>
                  </a:lnTo>
                  <a:lnTo>
                    <a:pt x="2925134" y="0"/>
                  </a:lnTo>
                  <a:lnTo>
                    <a:pt x="2921964" y="0"/>
                  </a:lnTo>
                  <a:lnTo>
                    <a:pt x="2918795" y="0"/>
                  </a:lnTo>
                  <a:lnTo>
                    <a:pt x="2915626" y="0"/>
                  </a:lnTo>
                  <a:lnTo>
                    <a:pt x="2912457" y="0"/>
                  </a:lnTo>
                  <a:lnTo>
                    <a:pt x="2909288" y="0"/>
                  </a:lnTo>
                  <a:lnTo>
                    <a:pt x="2906119" y="0"/>
                  </a:lnTo>
                  <a:lnTo>
                    <a:pt x="2902949" y="0"/>
                  </a:lnTo>
                  <a:lnTo>
                    <a:pt x="2899780" y="0"/>
                  </a:lnTo>
                  <a:lnTo>
                    <a:pt x="2896611" y="0"/>
                  </a:lnTo>
                  <a:lnTo>
                    <a:pt x="2893442" y="0"/>
                  </a:lnTo>
                  <a:lnTo>
                    <a:pt x="2890273" y="0"/>
                  </a:lnTo>
                  <a:lnTo>
                    <a:pt x="2887104" y="0"/>
                  </a:lnTo>
                  <a:lnTo>
                    <a:pt x="2883934" y="0"/>
                  </a:lnTo>
                  <a:lnTo>
                    <a:pt x="2880765" y="0"/>
                  </a:lnTo>
                  <a:lnTo>
                    <a:pt x="2877596" y="0"/>
                  </a:lnTo>
                  <a:lnTo>
                    <a:pt x="2874427" y="0"/>
                  </a:lnTo>
                  <a:lnTo>
                    <a:pt x="2871258" y="0"/>
                  </a:lnTo>
                  <a:lnTo>
                    <a:pt x="2868089" y="0"/>
                  </a:lnTo>
                  <a:lnTo>
                    <a:pt x="2864920" y="0"/>
                  </a:lnTo>
                  <a:lnTo>
                    <a:pt x="2861750" y="0"/>
                  </a:lnTo>
                  <a:lnTo>
                    <a:pt x="2858581" y="0"/>
                  </a:lnTo>
                  <a:lnTo>
                    <a:pt x="2855412" y="0"/>
                  </a:lnTo>
                  <a:lnTo>
                    <a:pt x="2852243" y="0"/>
                  </a:lnTo>
                  <a:lnTo>
                    <a:pt x="2849074" y="0"/>
                  </a:lnTo>
                  <a:lnTo>
                    <a:pt x="2845905" y="0"/>
                  </a:lnTo>
                  <a:lnTo>
                    <a:pt x="2842735" y="0"/>
                  </a:lnTo>
                  <a:lnTo>
                    <a:pt x="2839566" y="0"/>
                  </a:lnTo>
                  <a:lnTo>
                    <a:pt x="2836397" y="0"/>
                  </a:lnTo>
                  <a:lnTo>
                    <a:pt x="2833228" y="0"/>
                  </a:lnTo>
                  <a:lnTo>
                    <a:pt x="2830059" y="0"/>
                  </a:lnTo>
                  <a:lnTo>
                    <a:pt x="2826890" y="0"/>
                  </a:lnTo>
                  <a:lnTo>
                    <a:pt x="2823720" y="0"/>
                  </a:lnTo>
                  <a:lnTo>
                    <a:pt x="2820551" y="0"/>
                  </a:lnTo>
                  <a:lnTo>
                    <a:pt x="2817382" y="0"/>
                  </a:lnTo>
                  <a:lnTo>
                    <a:pt x="2814213" y="0"/>
                  </a:lnTo>
                  <a:lnTo>
                    <a:pt x="2811044" y="0"/>
                  </a:lnTo>
                  <a:lnTo>
                    <a:pt x="2807875" y="0"/>
                  </a:lnTo>
                  <a:lnTo>
                    <a:pt x="2804705" y="0"/>
                  </a:lnTo>
                  <a:lnTo>
                    <a:pt x="2801536" y="0"/>
                  </a:lnTo>
                  <a:lnTo>
                    <a:pt x="2798367" y="0"/>
                  </a:lnTo>
                  <a:lnTo>
                    <a:pt x="2795198" y="0"/>
                  </a:lnTo>
                  <a:lnTo>
                    <a:pt x="2792029" y="0"/>
                  </a:lnTo>
                  <a:lnTo>
                    <a:pt x="2788860" y="0"/>
                  </a:lnTo>
                  <a:lnTo>
                    <a:pt x="2785691" y="0"/>
                  </a:lnTo>
                  <a:lnTo>
                    <a:pt x="2782521" y="0"/>
                  </a:lnTo>
                  <a:lnTo>
                    <a:pt x="2779352" y="0"/>
                  </a:lnTo>
                  <a:lnTo>
                    <a:pt x="2776183" y="0"/>
                  </a:lnTo>
                  <a:lnTo>
                    <a:pt x="2773014" y="0"/>
                  </a:lnTo>
                  <a:lnTo>
                    <a:pt x="2769845" y="0"/>
                  </a:lnTo>
                  <a:lnTo>
                    <a:pt x="2766676" y="0"/>
                  </a:lnTo>
                  <a:lnTo>
                    <a:pt x="2763506" y="0"/>
                  </a:lnTo>
                  <a:lnTo>
                    <a:pt x="2760337" y="0"/>
                  </a:lnTo>
                  <a:lnTo>
                    <a:pt x="2757168" y="0"/>
                  </a:lnTo>
                  <a:lnTo>
                    <a:pt x="2753999" y="0"/>
                  </a:lnTo>
                  <a:lnTo>
                    <a:pt x="2750830" y="0"/>
                  </a:lnTo>
                  <a:lnTo>
                    <a:pt x="2747661" y="0"/>
                  </a:lnTo>
                  <a:lnTo>
                    <a:pt x="2744491" y="0"/>
                  </a:lnTo>
                  <a:lnTo>
                    <a:pt x="2741322" y="0"/>
                  </a:lnTo>
                  <a:lnTo>
                    <a:pt x="2738153" y="0"/>
                  </a:lnTo>
                  <a:lnTo>
                    <a:pt x="2734984" y="0"/>
                  </a:lnTo>
                  <a:lnTo>
                    <a:pt x="2731815" y="0"/>
                  </a:lnTo>
                  <a:lnTo>
                    <a:pt x="2728646" y="0"/>
                  </a:lnTo>
                  <a:lnTo>
                    <a:pt x="2725477" y="0"/>
                  </a:lnTo>
                  <a:lnTo>
                    <a:pt x="2722307" y="0"/>
                  </a:lnTo>
                  <a:lnTo>
                    <a:pt x="2719138" y="0"/>
                  </a:lnTo>
                  <a:lnTo>
                    <a:pt x="2715969" y="0"/>
                  </a:lnTo>
                  <a:lnTo>
                    <a:pt x="2712800" y="0"/>
                  </a:lnTo>
                  <a:lnTo>
                    <a:pt x="2709631" y="0"/>
                  </a:lnTo>
                  <a:lnTo>
                    <a:pt x="2706462" y="0"/>
                  </a:lnTo>
                  <a:lnTo>
                    <a:pt x="2703292" y="0"/>
                  </a:lnTo>
                  <a:lnTo>
                    <a:pt x="2700123" y="0"/>
                  </a:lnTo>
                  <a:lnTo>
                    <a:pt x="2696954" y="0"/>
                  </a:lnTo>
                  <a:lnTo>
                    <a:pt x="2693785" y="0"/>
                  </a:lnTo>
                  <a:lnTo>
                    <a:pt x="2690616" y="0"/>
                  </a:lnTo>
                  <a:lnTo>
                    <a:pt x="2687447" y="0"/>
                  </a:lnTo>
                  <a:lnTo>
                    <a:pt x="2684277" y="0"/>
                  </a:lnTo>
                  <a:lnTo>
                    <a:pt x="2681108" y="0"/>
                  </a:lnTo>
                  <a:lnTo>
                    <a:pt x="2677939" y="0"/>
                  </a:lnTo>
                  <a:lnTo>
                    <a:pt x="2674770" y="0"/>
                  </a:lnTo>
                  <a:lnTo>
                    <a:pt x="2671601" y="0"/>
                  </a:lnTo>
                  <a:lnTo>
                    <a:pt x="2668432" y="0"/>
                  </a:lnTo>
                  <a:lnTo>
                    <a:pt x="2665262" y="0"/>
                  </a:lnTo>
                  <a:lnTo>
                    <a:pt x="2662093" y="0"/>
                  </a:lnTo>
                  <a:lnTo>
                    <a:pt x="2658924" y="0"/>
                  </a:lnTo>
                  <a:lnTo>
                    <a:pt x="2655755" y="0"/>
                  </a:lnTo>
                  <a:lnTo>
                    <a:pt x="2652586" y="0"/>
                  </a:lnTo>
                  <a:lnTo>
                    <a:pt x="2649417" y="0"/>
                  </a:lnTo>
                  <a:lnTo>
                    <a:pt x="2646248" y="0"/>
                  </a:lnTo>
                  <a:lnTo>
                    <a:pt x="2643078" y="0"/>
                  </a:lnTo>
                  <a:lnTo>
                    <a:pt x="2639909" y="0"/>
                  </a:lnTo>
                  <a:lnTo>
                    <a:pt x="2636740" y="0"/>
                  </a:lnTo>
                  <a:lnTo>
                    <a:pt x="2633571" y="0"/>
                  </a:lnTo>
                  <a:lnTo>
                    <a:pt x="2630402" y="0"/>
                  </a:lnTo>
                  <a:lnTo>
                    <a:pt x="2627233" y="0"/>
                  </a:lnTo>
                  <a:lnTo>
                    <a:pt x="2624063" y="0"/>
                  </a:lnTo>
                  <a:lnTo>
                    <a:pt x="2620894" y="0"/>
                  </a:lnTo>
                  <a:lnTo>
                    <a:pt x="2617725" y="0"/>
                  </a:lnTo>
                  <a:lnTo>
                    <a:pt x="2614556" y="0"/>
                  </a:lnTo>
                  <a:lnTo>
                    <a:pt x="2611387" y="0"/>
                  </a:lnTo>
                  <a:lnTo>
                    <a:pt x="2608218" y="0"/>
                  </a:lnTo>
                  <a:lnTo>
                    <a:pt x="2605048" y="0"/>
                  </a:lnTo>
                  <a:lnTo>
                    <a:pt x="2601879" y="0"/>
                  </a:lnTo>
                  <a:lnTo>
                    <a:pt x="2598710" y="0"/>
                  </a:lnTo>
                  <a:lnTo>
                    <a:pt x="2595541" y="0"/>
                  </a:lnTo>
                  <a:lnTo>
                    <a:pt x="2592372" y="0"/>
                  </a:lnTo>
                  <a:lnTo>
                    <a:pt x="2589203" y="0"/>
                  </a:lnTo>
                  <a:lnTo>
                    <a:pt x="2586033" y="0"/>
                  </a:lnTo>
                  <a:lnTo>
                    <a:pt x="2582864" y="0"/>
                  </a:lnTo>
                  <a:lnTo>
                    <a:pt x="2579695" y="0"/>
                  </a:lnTo>
                  <a:lnTo>
                    <a:pt x="2576526" y="0"/>
                  </a:lnTo>
                  <a:lnTo>
                    <a:pt x="2573357" y="0"/>
                  </a:lnTo>
                  <a:lnTo>
                    <a:pt x="2570188" y="0"/>
                  </a:lnTo>
                  <a:lnTo>
                    <a:pt x="2567019" y="0"/>
                  </a:lnTo>
                  <a:lnTo>
                    <a:pt x="2563849" y="0"/>
                  </a:lnTo>
                  <a:lnTo>
                    <a:pt x="2560680" y="0"/>
                  </a:lnTo>
                  <a:lnTo>
                    <a:pt x="2557511" y="0"/>
                  </a:lnTo>
                  <a:lnTo>
                    <a:pt x="2554342" y="0"/>
                  </a:lnTo>
                  <a:lnTo>
                    <a:pt x="2551173" y="0"/>
                  </a:lnTo>
                  <a:lnTo>
                    <a:pt x="2548004" y="0"/>
                  </a:lnTo>
                  <a:lnTo>
                    <a:pt x="2544834" y="0"/>
                  </a:lnTo>
                  <a:lnTo>
                    <a:pt x="2541665" y="0"/>
                  </a:lnTo>
                  <a:lnTo>
                    <a:pt x="2538496" y="0"/>
                  </a:lnTo>
                  <a:lnTo>
                    <a:pt x="2535327" y="0"/>
                  </a:lnTo>
                  <a:lnTo>
                    <a:pt x="2532158" y="0"/>
                  </a:lnTo>
                  <a:lnTo>
                    <a:pt x="2528989" y="0"/>
                  </a:lnTo>
                  <a:lnTo>
                    <a:pt x="2525819" y="0"/>
                  </a:lnTo>
                  <a:lnTo>
                    <a:pt x="2522650" y="0"/>
                  </a:lnTo>
                  <a:lnTo>
                    <a:pt x="2519481" y="0"/>
                  </a:lnTo>
                  <a:lnTo>
                    <a:pt x="2516312" y="0"/>
                  </a:lnTo>
                  <a:lnTo>
                    <a:pt x="2513143" y="0"/>
                  </a:lnTo>
                  <a:lnTo>
                    <a:pt x="2509974" y="0"/>
                  </a:lnTo>
                  <a:lnTo>
                    <a:pt x="2506805" y="0"/>
                  </a:lnTo>
                  <a:lnTo>
                    <a:pt x="2503635" y="0"/>
                  </a:lnTo>
                  <a:lnTo>
                    <a:pt x="2500466" y="0"/>
                  </a:lnTo>
                  <a:lnTo>
                    <a:pt x="2497297" y="0"/>
                  </a:lnTo>
                  <a:lnTo>
                    <a:pt x="2494128" y="0"/>
                  </a:lnTo>
                  <a:lnTo>
                    <a:pt x="2490959" y="0"/>
                  </a:lnTo>
                  <a:lnTo>
                    <a:pt x="2487790" y="0"/>
                  </a:lnTo>
                  <a:lnTo>
                    <a:pt x="2484620" y="0"/>
                  </a:lnTo>
                  <a:lnTo>
                    <a:pt x="2481451" y="0"/>
                  </a:lnTo>
                  <a:lnTo>
                    <a:pt x="2478282" y="0"/>
                  </a:lnTo>
                  <a:lnTo>
                    <a:pt x="2475113" y="0"/>
                  </a:lnTo>
                  <a:lnTo>
                    <a:pt x="2471944" y="0"/>
                  </a:lnTo>
                  <a:lnTo>
                    <a:pt x="2468775" y="0"/>
                  </a:lnTo>
                  <a:lnTo>
                    <a:pt x="2465605" y="0"/>
                  </a:lnTo>
                  <a:lnTo>
                    <a:pt x="2462436" y="0"/>
                  </a:lnTo>
                  <a:lnTo>
                    <a:pt x="2459267" y="0"/>
                  </a:lnTo>
                  <a:lnTo>
                    <a:pt x="2456098" y="0"/>
                  </a:lnTo>
                  <a:lnTo>
                    <a:pt x="2452929" y="0"/>
                  </a:lnTo>
                  <a:lnTo>
                    <a:pt x="2449760" y="0"/>
                  </a:lnTo>
                  <a:lnTo>
                    <a:pt x="2446590" y="0"/>
                  </a:lnTo>
                  <a:lnTo>
                    <a:pt x="2443421" y="0"/>
                  </a:lnTo>
                  <a:lnTo>
                    <a:pt x="2440252" y="0"/>
                  </a:lnTo>
                  <a:lnTo>
                    <a:pt x="2437083" y="0"/>
                  </a:lnTo>
                  <a:lnTo>
                    <a:pt x="2433914" y="0"/>
                  </a:lnTo>
                  <a:lnTo>
                    <a:pt x="2430745" y="0"/>
                  </a:lnTo>
                  <a:lnTo>
                    <a:pt x="2427576" y="0"/>
                  </a:lnTo>
                  <a:lnTo>
                    <a:pt x="2424406" y="0"/>
                  </a:lnTo>
                  <a:lnTo>
                    <a:pt x="2421237" y="0"/>
                  </a:lnTo>
                  <a:lnTo>
                    <a:pt x="2418068" y="0"/>
                  </a:lnTo>
                  <a:lnTo>
                    <a:pt x="2414899" y="0"/>
                  </a:lnTo>
                  <a:lnTo>
                    <a:pt x="2411730" y="0"/>
                  </a:lnTo>
                  <a:lnTo>
                    <a:pt x="2408561" y="0"/>
                  </a:lnTo>
                  <a:lnTo>
                    <a:pt x="2405391" y="0"/>
                  </a:lnTo>
                  <a:lnTo>
                    <a:pt x="2402222" y="0"/>
                  </a:lnTo>
                  <a:lnTo>
                    <a:pt x="2399053" y="0"/>
                  </a:lnTo>
                  <a:lnTo>
                    <a:pt x="2395884" y="0"/>
                  </a:lnTo>
                  <a:lnTo>
                    <a:pt x="2392715" y="0"/>
                  </a:lnTo>
                  <a:lnTo>
                    <a:pt x="2389546" y="0"/>
                  </a:lnTo>
                  <a:lnTo>
                    <a:pt x="2386376" y="0"/>
                  </a:lnTo>
                  <a:lnTo>
                    <a:pt x="2383207" y="0"/>
                  </a:lnTo>
                  <a:lnTo>
                    <a:pt x="2380038" y="0"/>
                  </a:lnTo>
                  <a:lnTo>
                    <a:pt x="2376869" y="0"/>
                  </a:lnTo>
                  <a:lnTo>
                    <a:pt x="2373700" y="0"/>
                  </a:lnTo>
                  <a:lnTo>
                    <a:pt x="2370531" y="0"/>
                  </a:lnTo>
                  <a:lnTo>
                    <a:pt x="2367362" y="0"/>
                  </a:lnTo>
                  <a:lnTo>
                    <a:pt x="2364192" y="0"/>
                  </a:lnTo>
                  <a:lnTo>
                    <a:pt x="2361023" y="0"/>
                  </a:lnTo>
                  <a:lnTo>
                    <a:pt x="2357854" y="0"/>
                  </a:lnTo>
                  <a:lnTo>
                    <a:pt x="2354685" y="0"/>
                  </a:lnTo>
                  <a:lnTo>
                    <a:pt x="2351516" y="0"/>
                  </a:lnTo>
                  <a:lnTo>
                    <a:pt x="2348347" y="0"/>
                  </a:lnTo>
                  <a:lnTo>
                    <a:pt x="2345177" y="0"/>
                  </a:lnTo>
                  <a:lnTo>
                    <a:pt x="2342008" y="0"/>
                  </a:lnTo>
                  <a:lnTo>
                    <a:pt x="2338839" y="0"/>
                  </a:lnTo>
                  <a:lnTo>
                    <a:pt x="2335670" y="0"/>
                  </a:lnTo>
                  <a:lnTo>
                    <a:pt x="2332501" y="0"/>
                  </a:lnTo>
                  <a:lnTo>
                    <a:pt x="2329332" y="0"/>
                  </a:lnTo>
                  <a:lnTo>
                    <a:pt x="2326162" y="0"/>
                  </a:lnTo>
                  <a:lnTo>
                    <a:pt x="2322993" y="0"/>
                  </a:lnTo>
                  <a:lnTo>
                    <a:pt x="2319824" y="0"/>
                  </a:lnTo>
                  <a:lnTo>
                    <a:pt x="2316655" y="0"/>
                  </a:lnTo>
                  <a:lnTo>
                    <a:pt x="2313486" y="0"/>
                  </a:lnTo>
                  <a:lnTo>
                    <a:pt x="2310317" y="0"/>
                  </a:lnTo>
                  <a:lnTo>
                    <a:pt x="2307147" y="0"/>
                  </a:lnTo>
                  <a:lnTo>
                    <a:pt x="2303978" y="0"/>
                  </a:lnTo>
                  <a:lnTo>
                    <a:pt x="2300809" y="0"/>
                  </a:lnTo>
                  <a:lnTo>
                    <a:pt x="2297640" y="0"/>
                  </a:lnTo>
                  <a:lnTo>
                    <a:pt x="2294471" y="0"/>
                  </a:lnTo>
                  <a:lnTo>
                    <a:pt x="2291302" y="0"/>
                  </a:lnTo>
                  <a:lnTo>
                    <a:pt x="2288133" y="0"/>
                  </a:lnTo>
                  <a:lnTo>
                    <a:pt x="2284963" y="0"/>
                  </a:lnTo>
                  <a:lnTo>
                    <a:pt x="2281794" y="0"/>
                  </a:lnTo>
                  <a:lnTo>
                    <a:pt x="2278625" y="0"/>
                  </a:lnTo>
                  <a:lnTo>
                    <a:pt x="2275456" y="0"/>
                  </a:lnTo>
                  <a:lnTo>
                    <a:pt x="2272287" y="0"/>
                  </a:lnTo>
                  <a:lnTo>
                    <a:pt x="2269118" y="0"/>
                  </a:lnTo>
                  <a:lnTo>
                    <a:pt x="2265948" y="0"/>
                  </a:lnTo>
                  <a:lnTo>
                    <a:pt x="2262779" y="0"/>
                  </a:lnTo>
                  <a:lnTo>
                    <a:pt x="2259610" y="0"/>
                  </a:lnTo>
                  <a:lnTo>
                    <a:pt x="2256441" y="0"/>
                  </a:lnTo>
                  <a:lnTo>
                    <a:pt x="2253272" y="0"/>
                  </a:lnTo>
                  <a:lnTo>
                    <a:pt x="2250103" y="0"/>
                  </a:lnTo>
                  <a:lnTo>
                    <a:pt x="2246933" y="0"/>
                  </a:lnTo>
                  <a:lnTo>
                    <a:pt x="2243764" y="0"/>
                  </a:lnTo>
                  <a:lnTo>
                    <a:pt x="2240595" y="0"/>
                  </a:lnTo>
                  <a:lnTo>
                    <a:pt x="2237426" y="0"/>
                  </a:lnTo>
                  <a:lnTo>
                    <a:pt x="2234257" y="0"/>
                  </a:lnTo>
                  <a:lnTo>
                    <a:pt x="2231088" y="0"/>
                  </a:lnTo>
                  <a:lnTo>
                    <a:pt x="2227918" y="0"/>
                  </a:lnTo>
                  <a:lnTo>
                    <a:pt x="2224749" y="0"/>
                  </a:lnTo>
                  <a:lnTo>
                    <a:pt x="2221580" y="0"/>
                  </a:lnTo>
                  <a:lnTo>
                    <a:pt x="2218411" y="0"/>
                  </a:lnTo>
                  <a:lnTo>
                    <a:pt x="2215242" y="0"/>
                  </a:lnTo>
                  <a:lnTo>
                    <a:pt x="2212073" y="0"/>
                  </a:lnTo>
                  <a:lnTo>
                    <a:pt x="2208904" y="0"/>
                  </a:lnTo>
                  <a:lnTo>
                    <a:pt x="2205734" y="0"/>
                  </a:lnTo>
                  <a:lnTo>
                    <a:pt x="2202565" y="0"/>
                  </a:lnTo>
                  <a:lnTo>
                    <a:pt x="2199396" y="0"/>
                  </a:lnTo>
                  <a:lnTo>
                    <a:pt x="2196227" y="0"/>
                  </a:lnTo>
                  <a:lnTo>
                    <a:pt x="2193058" y="0"/>
                  </a:lnTo>
                  <a:lnTo>
                    <a:pt x="2189889" y="0"/>
                  </a:lnTo>
                  <a:lnTo>
                    <a:pt x="2186719" y="0"/>
                  </a:lnTo>
                  <a:lnTo>
                    <a:pt x="2183550" y="0"/>
                  </a:lnTo>
                  <a:lnTo>
                    <a:pt x="2180381" y="0"/>
                  </a:lnTo>
                  <a:lnTo>
                    <a:pt x="2177212" y="0"/>
                  </a:lnTo>
                  <a:lnTo>
                    <a:pt x="2174043" y="0"/>
                  </a:lnTo>
                  <a:lnTo>
                    <a:pt x="2170874" y="0"/>
                  </a:lnTo>
                  <a:lnTo>
                    <a:pt x="2167704" y="0"/>
                  </a:lnTo>
                  <a:lnTo>
                    <a:pt x="2164535" y="0"/>
                  </a:lnTo>
                  <a:lnTo>
                    <a:pt x="2161366" y="0"/>
                  </a:lnTo>
                  <a:lnTo>
                    <a:pt x="2158197" y="0"/>
                  </a:lnTo>
                  <a:lnTo>
                    <a:pt x="2155028" y="0"/>
                  </a:lnTo>
                  <a:lnTo>
                    <a:pt x="2151859" y="0"/>
                  </a:lnTo>
                  <a:lnTo>
                    <a:pt x="2148690" y="0"/>
                  </a:lnTo>
                  <a:lnTo>
                    <a:pt x="2145520" y="0"/>
                  </a:lnTo>
                  <a:lnTo>
                    <a:pt x="2142351" y="0"/>
                  </a:lnTo>
                  <a:lnTo>
                    <a:pt x="2139182" y="0"/>
                  </a:lnTo>
                  <a:lnTo>
                    <a:pt x="2136013" y="0"/>
                  </a:lnTo>
                  <a:lnTo>
                    <a:pt x="2132844" y="0"/>
                  </a:lnTo>
                  <a:lnTo>
                    <a:pt x="2129675" y="0"/>
                  </a:lnTo>
                  <a:lnTo>
                    <a:pt x="2126505" y="0"/>
                  </a:lnTo>
                  <a:lnTo>
                    <a:pt x="2123336" y="0"/>
                  </a:lnTo>
                  <a:lnTo>
                    <a:pt x="2120167" y="0"/>
                  </a:lnTo>
                  <a:lnTo>
                    <a:pt x="2116998" y="0"/>
                  </a:lnTo>
                  <a:lnTo>
                    <a:pt x="2113829" y="0"/>
                  </a:lnTo>
                  <a:lnTo>
                    <a:pt x="2110660" y="0"/>
                  </a:lnTo>
                  <a:lnTo>
                    <a:pt x="2107490" y="0"/>
                  </a:lnTo>
                  <a:lnTo>
                    <a:pt x="2104321" y="0"/>
                  </a:lnTo>
                  <a:lnTo>
                    <a:pt x="2101152" y="0"/>
                  </a:lnTo>
                  <a:lnTo>
                    <a:pt x="2097983" y="0"/>
                  </a:lnTo>
                  <a:lnTo>
                    <a:pt x="2094814" y="0"/>
                  </a:lnTo>
                  <a:lnTo>
                    <a:pt x="2091645" y="0"/>
                  </a:lnTo>
                  <a:lnTo>
                    <a:pt x="2088475" y="0"/>
                  </a:lnTo>
                  <a:lnTo>
                    <a:pt x="2085306" y="0"/>
                  </a:lnTo>
                  <a:lnTo>
                    <a:pt x="2082137" y="0"/>
                  </a:lnTo>
                  <a:lnTo>
                    <a:pt x="2078968" y="0"/>
                  </a:lnTo>
                  <a:lnTo>
                    <a:pt x="2075799" y="0"/>
                  </a:lnTo>
                  <a:lnTo>
                    <a:pt x="2072630" y="0"/>
                  </a:lnTo>
                  <a:lnTo>
                    <a:pt x="2069461" y="0"/>
                  </a:lnTo>
                  <a:lnTo>
                    <a:pt x="2066291" y="0"/>
                  </a:lnTo>
                  <a:lnTo>
                    <a:pt x="2063122" y="0"/>
                  </a:lnTo>
                  <a:lnTo>
                    <a:pt x="2059953" y="0"/>
                  </a:lnTo>
                  <a:lnTo>
                    <a:pt x="2056784" y="0"/>
                  </a:lnTo>
                  <a:lnTo>
                    <a:pt x="2053615" y="0"/>
                  </a:lnTo>
                  <a:lnTo>
                    <a:pt x="2050446" y="0"/>
                  </a:lnTo>
                  <a:lnTo>
                    <a:pt x="2047276" y="0"/>
                  </a:lnTo>
                  <a:lnTo>
                    <a:pt x="2044107" y="0"/>
                  </a:lnTo>
                  <a:lnTo>
                    <a:pt x="2040938" y="0"/>
                  </a:lnTo>
                  <a:lnTo>
                    <a:pt x="2037769" y="0"/>
                  </a:lnTo>
                  <a:lnTo>
                    <a:pt x="2034600" y="0"/>
                  </a:lnTo>
                  <a:lnTo>
                    <a:pt x="2031431" y="0"/>
                  </a:lnTo>
                  <a:lnTo>
                    <a:pt x="2028261" y="0"/>
                  </a:lnTo>
                  <a:lnTo>
                    <a:pt x="2025092" y="0"/>
                  </a:lnTo>
                  <a:lnTo>
                    <a:pt x="2021923" y="0"/>
                  </a:lnTo>
                  <a:lnTo>
                    <a:pt x="2018754" y="0"/>
                  </a:lnTo>
                  <a:lnTo>
                    <a:pt x="2015585" y="0"/>
                  </a:lnTo>
                  <a:lnTo>
                    <a:pt x="2012416" y="0"/>
                  </a:lnTo>
                  <a:lnTo>
                    <a:pt x="2009247" y="0"/>
                  </a:lnTo>
                  <a:lnTo>
                    <a:pt x="2006077" y="0"/>
                  </a:lnTo>
                  <a:lnTo>
                    <a:pt x="2002908" y="0"/>
                  </a:lnTo>
                  <a:lnTo>
                    <a:pt x="1999739" y="0"/>
                  </a:lnTo>
                  <a:lnTo>
                    <a:pt x="1996570" y="0"/>
                  </a:lnTo>
                  <a:lnTo>
                    <a:pt x="1993401" y="0"/>
                  </a:lnTo>
                  <a:lnTo>
                    <a:pt x="1990232" y="0"/>
                  </a:lnTo>
                  <a:lnTo>
                    <a:pt x="1987062" y="0"/>
                  </a:lnTo>
                  <a:lnTo>
                    <a:pt x="1983893" y="0"/>
                  </a:lnTo>
                  <a:lnTo>
                    <a:pt x="1980724" y="0"/>
                  </a:lnTo>
                  <a:lnTo>
                    <a:pt x="1977555" y="0"/>
                  </a:lnTo>
                  <a:lnTo>
                    <a:pt x="1974386" y="0"/>
                  </a:lnTo>
                  <a:lnTo>
                    <a:pt x="1971217" y="0"/>
                  </a:lnTo>
                  <a:lnTo>
                    <a:pt x="1968047" y="0"/>
                  </a:lnTo>
                  <a:lnTo>
                    <a:pt x="1964878" y="0"/>
                  </a:lnTo>
                  <a:lnTo>
                    <a:pt x="1961709" y="0"/>
                  </a:lnTo>
                  <a:lnTo>
                    <a:pt x="1958540" y="0"/>
                  </a:lnTo>
                  <a:lnTo>
                    <a:pt x="1955371" y="0"/>
                  </a:lnTo>
                  <a:lnTo>
                    <a:pt x="1952202" y="0"/>
                  </a:lnTo>
                  <a:lnTo>
                    <a:pt x="1949032" y="0"/>
                  </a:lnTo>
                  <a:lnTo>
                    <a:pt x="1945863" y="0"/>
                  </a:lnTo>
                  <a:lnTo>
                    <a:pt x="1942694" y="0"/>
                  </a:lnTo>
                  <a:lnTo>
                    <a:pt x="1939525" y="0"/>
                  </a:lnTo>
                  <a:lnTo>
                    <a:pt x="1936356" y="0"/>
                  </a:lnTo>
                  <a:lnTo>
                    <a:pt x="1933187" y="0"/>
                  </a:lnTo>
                  <a:lnTo>
                    <a:pt x="1930018" y="0"/>
                  </a:lnTo>
                  <a:lnTo>
                    <a:pt x="1926848" y="0"/>
                  </a:lnTo>
                  <a:lnTo>
                    <a:pt x="1923679" y="0"/>
                  </a:lnTo>
                  <a:lnTo>
                    <a:pt x="1920510" y="0"/>
                  </a:lnTo>
                  <a:lnTo>
                    <a:pt x="1917341" y="0"/>
                  </a:lnTo>
                  <a:lnTo>
                    <a:pt x="1914172" y="0"/>
                  </a:lnTo>
                  <a:lnTo>
                    <a:pt x="1911003" y="0"/>
                  </a:lnTo>
                  <a:lnTo>
                    <a:pt x="1907833" y="0"/>
                  </a:lnTo>
                  <a:lnTo>
                    <a:pt x="1904664" y="0"/>
                  </a:lnTo>
                  <a:lnTo>
                    <a:pt x="1901495" y="0"/>
                  </a:lnTo>
                  <a:lnTo>
                    <a:pt x="1898326" y="0"/>
                  </a:lnTo>
                  <a:lnTo>
                    <a:pt x="1895157" y="0"/>
                  </a:lnTo>
                  <a:lnTo>
                    <a:pt x="1891988" y="0"/>
                  </a:lnTo>
                  <a:lnTo>
                    <a:pt x="1888818" y="0"/>
                  </a:lnTo>
                  <a:lnTo>
                    <a:pt x="1885649" y="0"/>
                  </a:lnTo>
                  <a:lnTo>
                    <a:pt x="1882480" y="0"/>
                  </a:lnTo>
                  <a:lnTo>
                    <a:pt x="1879311" y="0"/>
                  </a:lnTo>
                  <a:lnTo>
                    <a:pt x="1876142" y="0"/>
                  </a:lnTo>
                  <a:lnTo>
                    <a:pt x="1872973" y="0"/>
                  </a:lnTo>
                  <a:lnTo>
                    <a:pt x="1869803" y="0"/>
                  </a:lnTo>
                  <a:lnTo>
                    <a:pt x="1866634" y="0"/>
                  </a:lnTo>
                  <a:lnTo>
                    <a:pt x="1863465" y="0"/>
                  </a:lnTo>
                  <a:lnTo>
                    <a:pt x="1860296" y="0"/>
                  </a:lnTo>
                  <a:lnTo>
                    <a:pt x="1857127" y="0"/>
                  </a:lnTo>
                  <a:lnTo>
                    <a:pt x="1853958" y="0"/>
                  </a:lnTo>
                  <a:lnTo>
                    <a:pt x="1850789" y="0"/>
                  </a:lnTo>
                  <a:lnTo>
                    <a:pt x="1847619" y="0"/>
                  </a:lnTo>
                  <a:lnTo>
                    <a:pt x="1844450" y="0"/>
                  </a:lnTo>
                  <a:lnTo>
                    <a:pt x="1841281" y="0"/>
                  </a:lnTo>
                  <a:lnTo>
                    <a:pt x="1838112" y="0"/>
                  </a:lnTo>
                  <a:lnTo>
                    <a:pt x="1834943" y="0"/>
                  </a:lnTo>
                  <a:lnTo>
                    <a:pt x="1831774" y="0"/>
                  </a:lnTo>
                  <a:lnTo>
                    <a:pt x="1828604" y="0"/>
                  </a:lnTo>
                  <a:lnTo>
                    <a:pt x="1825435" y="0"/>
                  </a:lnTo>
                  <a:lnTo>
                    <a:pt x="1822266" y="0"/>
                  </a:lnTo>
                  <a:lnTo>
                    <a:pt x="1819097" y="0"/>
                  </a:lnTo>
                  <a:lnTo>
                    <a:pt x="1815928" y="0"/>
                  </a:lnTo>
                  <a:lnTo>
                    <a:pt x="1812759" y="0"/>
                  </a:lnTo>
                  <a:lnTo>
                    <a:pt x="1809589" y="0"/>
                  </a:lnTo>
                  <a:lnTo>
                    <a:pt x="1806420" y="0"/>
                  </a:lnTo>
                  <a:lnTo>
                    <a:pt x="1803251" y="0"/>
                  </a:lnTo>
                  <a:lnTo>
                    <a:pt x="1800082" y="0"/>
                  </a:lnTo>
                  <a:lnTo>
                    <a:pt x="1796913" y="0"/>
                  </a:lnTo>
                  <a:lnTo>
                    <a:pt x="1793744" y="0"/>
                  </a:lnTo>
                  <a:lnTo>
                    <a:pt x="1790575" y="0"/>
                  </a:lnTo>
                  <a:lnTo>
                    <a:pt x="1787405" y="0"/>
                  </a:lnTo>
                  <a:lnTo>
                    <a:pt x="1784236" y="0"/>
                  </a:lnTo>
                  <a:lnTo>
                    <a:pt x="1781067" y="0"/>
                  </a:lnTo>
                  <a:lnTo>
                    <a:pt x="1777898" y="0"/>
                  </a:lnTo>
                  <a:lnTo>
                    <a:pt x="1774729" y="0"/>
                  </a:lnTo>
                  <a:lnTo>
                    <a:pt x="1771560" y="0"/>
                  </a:lnTo>
                  <a:lnTo>
                    <a:pt x="1768390" y="0"/>
                  </a:lnTo>
                  <a:lnTo>
                    <a:pt x="1765221" y="0"/>
                  </a:lnTo>
                  <a:lnTo>
                    <a:pt x="1762052" y="0"/>
                  </a:lnTo>
                  <a:lnTo>
                    <a:pt x="1758883" y="0"/>
                  </a:lnTo>
                  <a:lnTo>
                    <a:pt x="1755714" y="0"/>
                  </a:lnTo>
                  <a:lnTo>
                    <a:pt x="1752545" y="0"/>
                  </a:lnTo>
                  <a:lnTo>
                    <a:pt x="1749375" y="0"/>
                  </a:lnTo>
                  <a:lnTo>
                    <a:pt x="1746206" y="0"/>
                  </a:lnTo>
                  <a:lnTo>
                    <a:pt x="1743037" y="0"/>
                  </a:lnTo>
                  <a:lnTo>
                    <a:pt x="1739868" y="0"/>
                  </a:lnTo>
                  <a:lnTo>
                    <a:pt x="1736699" y="0"/>
                  </a:lnTo>
                  <a:lnTo>
                    <a:pt x="1733530" y="0"/>
                  </a:lnTo>
                  <a:lnTo>
                    <a:pt x="1730360" y="0"/>
                  </a:lnTo>
                  <a:lnTo>
                    <a:pt x="1727191" y="0"/>
                  </a:lnTo>
                  <a:lnTo>
                    <a:pt x="1724022" y="0"/>
                  </a:lnTo>
                  <a:lnTo>
                    <a:pt x="1720853" y="0"/>
                  </a:lnTo>
                  <a:lnTo>
                    <a:pt x="1717684" y="0"/>
                  </a:lnTo>
                  <a:lnTo>
                    <a:pt x="1714515" y="0"/>
                  </a:lnTo>
                  <a:lnTo>
                    <a:pt x="1711346" y="0"/>
                  </a:lnTo>
                  <a:lnTo>
                    <a:pt x="1708176" y="0"/>
                  </a:lnTo>
                  <a:lnTo>
                    <a:pt x="1705007" y="0"/>
                  </a:lnTo>
                  <a:lnTo>
                    <a:pt x="1701838" y="0"/>
                  </a:lnTo>
                  <a:lnTo>
                    <a:pt x="1698669" y="0"/>
                  </a:lnTo>
                  <a:lnTo>
                    <a:pt x="1695500" y="0"/>
                  </a:lnTo>
                  <a:lnTo>
                    <a:pt x="1692331" y="0"/>
                  </a:lnTo>
                  <a:lnTo>
                    <a:pt x="1689161" y="0"/>
                  </a:lnTo>
                  <a:lnTo>
                    <a:pt x="1685992" y="0"/>
                  </a:lnTo>
                  <a:lnTo>
                    <a:pt x="1682823" y="0"/>
                  </a:lnTo>
                  <a:lnTo>
                    <a:pt x="1679654" y="0"/>
                  </a:lnTo>
                  <a:lnTo>
                    <a:pt x="1676485" y="0"/>
                  </a:lnTo>
                  <a:lnTo>
                    <a:pt x="1673316" y="0"/>
                  </a:lnTo>
                  <a:lnTo>
                    <a:pt x="1670146" y="0"/>
                  </a:lnTo>
                  <a:lnTo>
                    <a:pt x="1666977" y="0"/>
                  </a:lnTo>
                  <a:lnTo>
                    <a:pt x="1663808" y="0"/>
                  </a:lnTo>
                  <a:lnTo>
                    <a:pt x="1660639" y="0"/>
                  </a:lnTo>
                  <a:lnTo>
                    <a:pt x="1657470" y="0"/>
                  </a:lnTo>
                  <a:lnTo>
                    <a:pt x="1654301" y="0"/>
                  </a:lnTo>
                  <a:lnTo>
                    <a:pt x="1651131" y="0"/>
                  </a:lnTo>
                  <a:lnTo>
                    <a:pt x="1647962" y="0"/>
                  </a:lnTo>
                  <a:lnTo>
                    <a:pt x="1644793" y="0"/>
                  </a:lnTo>
                  <a:lnTo>
                    <a:pt x="1641624" y="0"/>
                  </a:lnTo>
                  <a:lnTo>
                    <a:pt x="1638455" y="0"/>
                  </a:lnTo>
                  <a:lnTo>
                    <a:pt x="1635286" y="0"/>
                  </a:lnTo>
                  <a:lnTo>
                    <a:pt x="1632117" y="0"/>
                  </a:lnTo>
                  <a:lnTo>
                    <a:pt x="1628947" y="0"/>
                  </a:lnTo>
                  <a:lnTo>
                    <a:pt x="1625778" y="0"/>
                  </a:lnTo>
                  <a:lnTo>
                    <a:pt x="1622609" y="0"/>
                  </a:lnTo>
                  <a:lnTo>
                    <a:pt x="1619440" y="0"/>
                  </a:lnTo>
                  <a:lnTo>
                    <a:pt x="1616271" y="0"/>
                  </a:lnTo>
                  <a:lnTo>
                    <a:pt x="1613102" y="0"/>
                  </a:lnTo>
                  <a:lnTo>
                    <a:pt x="1609932" y="0"/>
                  </a:lnTo>
                  <a:lnTo>
                    <a:pt x="1606763" y="0"/>
                  </a:lnTo>
                  <a:lnTo>
                    <a:pt x="1603594" y="0"/>
                  </a:lnTo>
                  <a:lnTo>
                    <a:pt x="1600425" y="0"/>
                  </a:lnTo>
                  <a:lnTo>
                    <a:pt x="1597256" y="0"/>
                  </a:lnTo>
                  <a:lnTo>
                    <a:pt x="1594087" y="0"/>
                  </a:lnTo>
                  <a:lnTo>
                    <a:pt x="1590917" y="0"/>
                  </a:lnTo>
                  <a:lnTo>
                    <a:pt x="1587748" y="0"/>
                  </a:lnTo>
                  <a:lnTo>
                    <a:pt x="1584579" y="0"/>
                  </a:lnTo>
                  <a:lnTo>
                    <a:pt x="1581410" y="0"/>
                  </a:lnTo>
                  <a:lnTo>
                    <a:pt x="1578241" y="0"/>
                  </a:lnTo>
                  <a:lnTo>
                    <a:pt x="1575072" y="0"/>
                  </a:lnTo>
                  <a:lnTo>
                    <a:pt x="1571903" y="0"/>
                  </a:lnTo>
                  <a:lnTo>
                    <a:pt x="1568733" y="0"/>
                  </a:lnTo>
                  <a:lnTo>
                    <a:pt x="1565564" y="0"/>
                  </a:lnTo>
                  <a:lnTo>
                    <a:pt x="1562395" y="0"/>
                  </a:lnTo>
                  <a:lnTo>
                    <a:pt x="1559226" y="0"/>
                  </a:lnTo>
                  <a:lnTo>
                    <a:pt x="1556057" y="0"/>
                  </a:lnTo>
                  <a:lnTo>
                    <a:pt x="1552888" y="0"/>
                  </a:lnTo>
                  <a:lnTo>
                    <a:pt x="1549718" y="0"/>
                  </a:lnTo>
                  <a:lnTo>
                    <a:pt x="1546549" y="0"/>
                  </a:lnTo>
                  <a:lnTo>
                    <a:pt x="1543380" y="0"/>
                  </a:lnTo>
                  <a:lnTo>
                    <a:pt x="1540211" y="0"/>
                  </a:lnTo>
                  <a:lnTo>
                    <a:pt x="1537042" y="0"/>
                  </a:lnTo>
                  <a:lnTo>
                    <a:pt x="1533873" y="0"/>
                  </a:lnTo>
                  <a:lnTo>
                    <a:pt x="1530703" y="0"/>
                  </a:lnTo>
                  <a:lnTo>
                    <a:pt x="1527534" y="0"/>
                  </a:lnTo>
                  <a:lnTo>
                    <a:pt x="1524365" y="0"/>
                  </a:lnTo>
                  <a:lnTo>
                    <a:pt x="1521196" y="0"/>
                  </a:lnTo>
                  <a:lnTo>
                    <a:pt x="1518027" y="0"/>
                  </a:lnTo>
                  <a:lnTo>
                    <a:pt x="1514858" y="0"/>
                  </a:lnTo>
                  <a:lnTo>
                    <a:pt x="1511688" y="0"/>
                  </a:lnTo>
                  <a:lnTo>
                    <a:pt x="1508519" y="0"/>
                  </a:lnTo>
                  <a:lnTo>
                    <a:pt x="1505350" y="0"/>
                  </a:lnTo>
                  <a:lnTo>
                    <a:pt x="1502181" y="0"/>
                  </a:lnTo>
                  <a:lnTo>
                    <a:pt x="1499012" y="0"/>
                  </a:lnTo>
                  <a:lnTo>
                    <a:pt x="1495843" y="0"/>
                  </a:lnTo>
                  <a:lnTo>
                    <a:pt x="1492674" y="0"/>
                  </a:lnTo>
                  <a:lnTo>
                    <a:pt x="1489504" y="0"/>
                  </a:lnTo>
                  <a:lnTo>
                    <a:pt x="1486335" y="0"/>
                  </a:lnTo>
                  <a:lnTo>
                    <a:pt x="1483166" y="0"/>
                  </a:lnTo>
                  <a:lnTo>
                    <a:pt x="1479997" y="0"/>
                  </a:lnTo>
                  <a:lnTo>
                    <a:pt x="1476828" y="0"/>
                  </a:lnTo>
                  <a:lnTo>
                    <a:pt x="1473659" y="0"/>
                  </a:lnTo>
                  <a:lnTo>
                    <a:pt x="1470489" y="0"/>
                  </a:lnTo>
                  <a:lnTo>
                    <a:pt x="1467320" y="0"/>
                  </a:lnTo>
                  <a:lnTo>
                    <a:pt x="1464151" y="0"/>
                  </a:lnTo>
                  <a:lnTo>
                    <a:pt x="1460982" y="0"/>
                  </a:lnTo>
                  <a:lnTo>
                    <a:pt x="1457813" y="0"/>
                  </a:lnTo>
                  <a:lnTo>
                    <a:pt x="1454644" y="0"/>
                  </a:lnTo>
                  <a:lnTo>
                    <a:pt x="1451474" y="0"/>
                  </a:lnTo>
                  <a:lnTo>
                    <a:pt x="1448305" y="0"/>
                  </a:lnTo>
                  <a:lnTo>
                    <a:pt x="1445136" y="0"/>
                  </a:lnTo>
                  <a:lnTo>
                    <a:pt x="1441967" y="0"/>
                  </a:lnTo>
                  <a:lnTo>
                    <a:pt x="1438798" y="0"/>
                  </a:lnTo>
                  <a:lnTo>
                    <a:pt x="1435629" y="0"/>
                  </a:lnTo>
                  <a:lnTo>
                    <a:pt x="1432460" y="0"/>
                  </a:lnTo>
                  <a:lnTo>
                    <a:pt x="1429290" y="0"/>
                  </a:lnTo>
                  <a:lnTo>
                    <a:pt x="1426121" y="0"/>
                  </a:lnTo>
                  <a:lnTo>
                    <a:pt x="1422952" y="0"/>
                  </a:lnTo>
                  <a:lnTo>
                    <a:pt x="1419783" y="0"/>
                  </a:lnTo>
                  <a:lnTo>
                    <a:pt x="1416614" y="0"/>
                  </a:lnTo>
                  <a:lnTo>
                    <a:pt x="1413445" y="0"/>
                  </a:lnTo>
                  <a:lnTo>
                    <a:pt x="1410275" y="0"/>
                  </a:lnTo>
                  <a:lnTo>
                    <a:pt x="1407106" y="0"/>
                  </a:lnTo>
                  <a:lnTo>
                    <a:pt x="1403937" y="0"/>
                  </a:lnTo>
                  <a:lnTo>
                    <a:pt x="1400768" y="0"/>
                  </a:lnTo>
                  <a:lnTo>
                    <a:pt x="1397599" y="0"/>
                  </a:lnTo>
                  <a:lnTo>
                    <a:pt x="1394430" y="0"/>
                  </a:lnTo>
                  <a:lnTo>
                    <a:pt x="1391260" y="0"/>
                  </a:lnTo>
                  <a:lnTo>
                    <a:pt x="1388091" y="0"/>
                  </a:lnTo>
                  <a:lnTo>
                    <a:pt x="1384922" y="0"/>
                  </a:lnTo>
                  <a:lnTo>
                    <a:pt x="1381753" y="0"/>
                  </a:lnTo>
                  <a:lnTo>
                    <a:pt x="1378584" y="0"/>
                  </a:lnTo>
                  <a:lnTo>
                    <a:pt x="1375415" y="0"/>
                  </a:lnTo>
                  <a:lnTo>
                    <a:pt x="1372245" y="0"/>
                  </a:lnTo>
                  <a:lnTo>
                    <a:pt x="1369076" y="0"/>
                  </a:lnTo>
                  <a:lnTo>
                    <a:pt x="1365907" y="0"/>
                  </a:lnTo>
                  <a:lnTo>
                    <a:pt x="1362738" y="0"/>
                  </a:lnTo>
                  <a:lnTo>
                    <a:pt x="1359569" y="0"/>
                  </a:lnTo>
                  <a:lnTo>
                    <a:pt x="1356400" y="0"/>
                  </a:lnTo>
                  <a:lnTo>
                    <a:pt x="1353231" y="0"/>
                  </a:lnTo>
                  <a:lnTo>
                    <a:pt x="1350061" y="0"/>
                  </a:lnTo>
                  <a:lnTo>
                    <a:pt x="1346892" y="0"/>
                  </a:lnTo>
                  <a:lnTo>
                    <a:pt x="1343723" y="0"/>
                  </a:lnTo>
                  <a:lnTo>
                    <a:pt x="1340554" y="0"/>
                  </a:lnTo>
                  <a:lnTo>
                    <a:pt x="1337385" y="0"/>
                  </a:lnTo>
                  <a:lnTo>
                    <a:pt x="1334216" y="0"/>
                  </a:lnTo>
                  <a:lnTo>
                    <a:pt x="1331046" y="0"/>
                  </a:lnTo>
                  <a:lnTo>
                    <a:pt x="1327877" y="0"/>
                  </a:lnTo>
                  <a:lnTo>
                    <a:pt x="1324708" y="0"/>
                  </a:lnTo>
                  <a:lnTo>
                    <a:pt x="1321539" y="0"/>
                  </a:lnTo>
                  <a:lnTo>
                    <a:pt x="1318370" y="0"/>
                  </a:lnTo>
                  <a:lnTo>
                    <a:pt x="1315201" y="0"/>
                  </a:lnTo>
                  <a:lnTo>
                    <a:pt x="1312031" y="0"/>
                  </a:lnTo>
                  <a:lnTo>
                    <a:pt x="1308862" y="0"/>
                  </a:lnTo>
                  <a:lnTo>
                    <a:pt x="1305693" y="0"/>
                  </a:lnTo>
                  <a:lnTo>
                    <a:pt x="1302524" y="0"/>
                  </a:lnTo>
                  <a:lnTo>
                    <a:pt x="1299355" y="0"/>
                  </a:lnTo>
                  <a:lnTo>
                    <a:pt x="1296186" y="0"/>
                  </a:lnTo>
                  <a:lnTo>
                    <a:pt x="1293016" y="0"/>
                  </a:lnTo>
                  <a:lnTo>
                    <a:pt x="1289847" y="0"/>
                  </a:lnTo>
                  <a:lnTo>
                    <a:pt x="1286678" y="0"/>
                  </a:lnTo>
                  <a:lnTo>
                    <a:pt x="1283509" y="0"/>
                  </a:lnTo>
                  <a:lnTo>
                    <a:pt x="1280340" y="0"/>
                  </a:lnTo>
                  <a:lnTo>
                    <a:pt x="1277171" y="0"/>
                  </a:lnTo>
                  <a:lnTo>
                    <a:pt x="1274002" y="0"/>
                  </a:lnTo>
                  <a:lnTo>
                    <a:pt x="1270832" y="0"/>
                  </a:lnTo>
                  <a:lnTo>
                    <a:pt x="1267663" y="0"/>
                  </a:lnTo>
                  <a:lnTo>
                    <a:pt x="1264494" y="0"/>
                  </a:lnTo>
                  <a:lnTo>
                    <a:pt x="1261325" y="0"/>
                  </a:lnTo>
                  <a:lnTo>
                    <a:pt x="1258156" y="0"/>
                  </a:lnTo>
                  <a:lnTo>
                    <a:pt x="1254987" y="0"/>
                  </a:lnTo>
                  <a:lnTo>
                    <a:pt x="1251817" y="0"/>
                  </a:lnTo>
                  <a:lnTo>
                    <a:pt x="1248648" y="0"/>
                  </a:lnTo>
                  <a:lnTo>
                    <a:pt x="1245479" y="0"/>
                  </a:lnTo>
                  <a:lnTo>
                    <a:pt x="1242310" y="0"/>
                  </a:lnTo>
                  <a:lnTo>
                    <a:pt x="1239141" y="0"/>
                  </a:lnTo>
                  <a:lnTo>
                    <a:pt x="1235972" y="0"/>
                  </a:lnTo>
                  <a:lnTo>
                    <a:pt x="1232802" y="0"/>
                  </a:lnTo>
                  <a:lnTo>
                    <a:pt x="1229633" y="0"/>
                  </a:lnTo>
                  <a:lnTo>
                    <a:pt x="1226464" y="0"/>
                  </a:lnTo>
                  <a:lnTo>
                    <a:pt x="1223295" y="0"/>
                  </a:lnTo>
                  <a:lnTo>
                    <a:pt x="1220126" y="0"/>
                  </a:lnTo>
                  <a:lnTo>
                    <a:pt x="1216957" y="0"/>
                  </a:lnTo>
                  <a:lnTo>
                    <a:pt x="1213788" y="0"/>
                  </a:lnTo>
                  <a:lnTo>
                    <a:pt x="1210618" y="0"/>
                  </a:lnTo>
                  <a:lnTo>
                    <a:pt x="1207449" y="0"/>
                  </a:lnTo>
                  <a:lnTo>
                    <a:pt x="1204280" y="0"/>
                  </a:lnTo>
                  <a:lnTo>
                    <a:pt x="1201111" y="0"/>
                  </a:lnTo>
                  <a:lnTo>
                    <a:pt x="1197942" y="0"/>
                  </a:lnTo>
                  <a:lnTo>
                    <a:pt x="1194773" y="0"/>
                  </a:lnTo>
                  <a:lnTo>
                    <a:pt x="1191603" y="0"/>
                  </a:lnTo>
                  <a:lnTo>
                    <a:pt x="1188434" y="0"/>
                  </a:lnTo>
                  <a:lnTo>
                    <a:pt x="1185265" y="0"/>
                  </a:lnTo>
                  <a:lnTo>
                    <a:pt x="1182096" y="0"/>
                  </a:lnTo>
                  <a:lnTo>
                    <a:pt x="1178927" y="0"/>
                  </a:lnTo>
                  <a:lnTo>
                    <a:pt x="1175758" y="0"/>
                  </a:lnTo>
                  <a:lnTo>
                    <a:pt x="1172588" y="0"/>
                  </a:lnTo>
                  <a:lnTo>
                    <a:pt x="1169419" y="0"/>
                  </a:lnTo>
                  <a:lnTo>
                    <a:pt x="1166250" y="0"/>
                  </a:lnTo>
                  <a:lnTo>
                    <a:pt x="1163081" y="0"/>
                  </a:lnTo>
                  <a:lnTo>
                    <a:pt x="1159912" y="0"/>
                  </a:lnTo>
                  <a:lnTo>
                    <a:pt x="1156743" y="0"/>
                  </a:lnTo>
                  <a:lnTo>
                    <a:pt x="1153573" y="0"/>
                  </a:lnTo>
                  <a:lnTo>
                    <a:pt x="1150404" y="0"/>
                  </a:lnTo>
                  <a:lnTo>
                    <a:pt x="1147235" y="0"/>
                  </a:lnTo>
                  <a:lnTo>
                    <a:pt x="1144066" y="0"/>
                  </a:lnTo>
                  <a:lnTo>
                    <a:pt x="1140897" y="0"/>
                  </a:lnTo>
                  <a:lnTo>
                    <a:pt x="1137728" y="0"/>
                  </a:lnTo>
                  <a:lnTo>
                    <a:pt x="1134559" y="0"/>
                  </a:lnTo>
                  <a:lnTo>
                    <a:pt x="1131389" y="0"/>
                  </a:lnTo>
                  <a:lnTo>
                    <a:pt x="1128220" y="0"/>
                  </a:lnTo>
                  <a:lnTo>
                    <a:pt x="1125051" y="0"/>
                  </a:lnTo>
                  <a:lnTo>
                    <a:pt x="1121882" y="0"/>
                  </a:lnTo>
                  <a:lnTo>
                    <a:pt x="1118713" y="0"/>
                  </a:lnTo>
                  <a:lnTo>
                    <a:pt x="1115544" y="0"/>
                  </a:lnTo>
                  <a:lnTo>
                    <a:pt x="1112374" y="0"/>
                  </a:lnTo>
                  <a:lnTo>
                    <a:pt x="1109205" y="0"/>
                  </a:lnTo>
                  <a:lnTo>
                    <a:pt x="1106036" y="0"/>
                  </a:lnTo>
                  <a:lnTo>
                    <a:pt x="1102867" y="0"/>
                  </a:lnTo>
                  <a:lnTo>
                    <a:pt x="1099698" y="0"/>
                  </a:lnTo>
                  <a:lnTo>
                    <a:pt x="1096529" y="0"/>
                  </a:lnTo>
                  <a:lnTo>
                    <a:pt x="1093359" y="0"/>
                  </a:lnTo>
                  <a:lnTo>
                    <a:pt x="1090190" y="0"/>
                  </a:lnTo>
                  <a:lnTo>
                    <a:pt x="1087021" y="0"/>
                  </a:lnTo>
                  <a:lnTo>
                    <a:pt x="1083852" y="0"/>
                  </a:lnTo>
                  <a:lnTo>
                    <a:pt x="1080683" y="0"/>
                  </a:lnTo>
                  <a:lnTo>
                    <a:pt x="1077514" y="0"/>
                  </a:lnTo>
                  <a:lnTo>
                    <a:pt x="1074345" y="0"/>
                  </a:lnTo>
                  <a:lnTo>
                    <a:pt x="1071175" y="0"/>
                  </a:lnTo>
                  <a:lnTo>
                    <a:pt x="1068006" y="0"/>
                  </a:lnTo>
                  <a:lnTo>
                    <a:pt x="1064837" y="0"/>
                  </a:lnTo>
                  <a:lnTo>
                    <a:pt x="1061668" y="0"/>
                  </a:lnTo>
                  <a:lnTo>
                    <a:pt x="1058499" y="0"/>
                  </a:lnTo>
                  <a:lnTo>
                    <a:pt x="1055330" y="0"/>
                  </a:lnTo>
                  <a:lnTo>
                    <a:pt x="1052160" y="0"/>
                  </a:lnTo>
                  <a:lnTo>
                    <a:pt x="1048991" y="0"/>
                  </a:lnTo>
                  <a:lnTo>
                    <a:pt x="1045822" y="0"/>
                  </a:lnTo>
                  <a:lnTo>
                    <a:pt x="1042653" y="0"/>
                  </a:lnTo>
                  <a:lnTo>
                    <a:pt x="1039484" y="0"/>
                  </a:lnTo>
                  <a:lnTo>
                    <a:pt x="1036315" y="0"/>
                  </a:lnTo>
                  <a:lnTo>
                    <a:pt x="1033145" y="0"/>
                  </a:lnTo>
                  <a:lnTo>
                    <a:pt x="1029976" y="0"/>
                  </a:lnTo>
                  <a:lnTo>
                    <a:pt x="1026807" y="0"/>
                  </a:lnTo>
                  <a:lnTo>
                    <a:pt x="1023638" y="0"/>
                  </a:lnTo>
                  <a:lnTo>
                    <a:pt x="1020469" y="0"/>
                  </a:lnTo>
                  <a:lnTo>
                    <a:pt x="1017300" y="0"/>
                  </a:lnTo>
                  <a:lnTo>
                    <a:pt x="1014130" y="0"/>
                  </a:lnTo>
                  <a:lnTo>
                    <a:pt x="1010961" y="0"/>
                  </a:lnTo>
                  <a:lnTo>
                    <a:pt x="1007792" y="0"/>
                  </a:lnTo>
                  <a:lnTo>
                    <a:pt x="1004623" y="0"/>
                  </a:lnTo>
                  <a:lnTo>
                    <a:pt x="1001454" y="0"/>
                  </a:lnTo>
                  <a:lnTo>
                    <a:pt x="998285" y="0"/>
                  </a:lnTo>
                  <a:lnTo>
                    <a:pt x="995116" y="0"/>
                  </a:lnTo>
                  <a:lnTo>
                    <a:pt x="991946" y="0"/>
                  </a:lnTo>
                  <a:lnTo>
                    <a:pt x="988777" y="0"/>
                  </a:lnTo>
                  <a:lnTo>
                    <a:pt x="985608" y="0"/>
                  </a:lnTo>
                  <a:lnTo>
                    <a:pt x="982439" y="0"/>
                  </a:lnTo>
                  <a:lnTo>
                    <a:pt x="979270" y="0"/>
                  </a:lnTo>
                  <a:lnTo>
                    <a:pt x="976101" y="0"/>
                  </a:lnTo>
                  <a:lnTo>
                    <a:pt x="972931" y="0"/>
                  </a:lnTo>
                  <a:lnTo>
                    <a:pt x="969762" y="0"/>
                  </a:lnTo>
                  <a:lnTo>
                    <a:pt x="966593" y="0"/>
                  </a:lnTo>
                  <a:lnTo>
                    <a:pt x="963424" y="0"/>
                  </a:lnTo>
                  <a:lnTo>
                    <a:pt x="960255" y="0"/>
                  </a:lnTo>
                  <a:lnTo>
                    <a:pt x="957086" y="0"/>
                  </a:lnTo>
                  <a:lnTo>
                    <a:pt x="953916" y="0"/>
                  </a:lnTo>
                  <a:lnTo>
                    <a:pt x="950747" y="0"/>
                  </a:lnTo>
                  <a:lnTo>
                    <a:pt x="947578" y="0"/>
                  </a:lnTo>
                  <a:lnTo>
                    <a:pt x="944409" y="0"/>
                  </a:lnTo>
                  <a:lnTo>
                    <a:pt x="941240" y="0"/>
                  </a:lnTo>
                  <a:lnTo>
                    <a:pt x="938071" y="0"/>
                  </a:lnTo>
                  <a:lnTo>
                    <a:pt x="934901" y="0"/>
                  </a:lnTo>
                  <a:lnTo>
                    <a:pt x="931732" y="0"/>
                  </a:lnTo>
                  <a:lnTo>
                    <a:pt x="928563" y="0"/>
                  </a:lnTo>
                  <a:lnTo>
                    <a:pt x="925394" y="0"/>
                  </a:lnTo>
                  <a:lnTo>
                    <a:pt x="922225" y="0"/>
                  </a:lnTo>
                  <a:lnTo>
                    <a:pt x="919056" y="0"/>
                  </a:lnTo>
                  <a:lnTo>
                    <a:pt x="915887" y="0"/>
                  </a:lnTo>
                  <a:lnTo>
                    <a:pt x="912717" y="0"/>
                  </a:lnTo>
                  <a:lnTo>
                    <a:pt x="909548" y="0"/>
                  </a:lnTo>
                  <a:lnTo>
                    <a:pt x="906379" y="0"/>
                  </a:lnTo>
                  <a:lnTo>
                    <a:pt x="903210" y="0"/>
                  </a:lnTo>
                  <a:lnTo>
                    <a:pt x="900041" y="0"/>
                  </a:lnTo>
                  <a:lnTo>
                    <a:pt x="896872" y="0"/>
                  </a:lnTo>
                  <a:lnTo>
                    <a:pt x="893702" y="0"/>
                  </a:lnTo>
                  <a:lnTo>
                    <a:pt x="890533" y="0"/>
                  </a:lnTo>
                  <a:lnTo>
                    <a:pt x="887364" y="0"/>
                  </a:lnTo>
                  <a:lnTo>
                    <a:pt x="884195" y="0"/>
                  </a:lnTo>
                  <a:lnTo>
                    <a:pt x="881026" y="0"/>
                  </a:lnTo>
                  <a:lnTo>
                    <a:pt x="877857" y="0"/>
                  </a:lnTo>
                  <a:lnTo>
                    <a:pt x="874687" y="0"/>
                  </a:lnTo>
                  <a:lnTo>
                    <a:pt x="871518" y="0"/>
                  </a:lnTo>
                  <a:lnTo>
                    <a:pt x="868349" y="0"/>
                  </a:lnTo>
                  <a:lnTo>
                    <a:pt x="865180" y="0"/>
                  </a:lnTo>
                  <a:lnTo>
                    <a:pt x="862011" y="0"/>
                  </a:lnTo>
                  <a:lnTo>
                    <a:pt x="858842" y="0"/>
                  </a:lnTo>
                  <a:lnTo>
                    <a:pt x="855673" y="0"/>
                  </a:lnTo>
                  <a:lnTo>
                    <a:pt x="852503" y="0"/>
                  </a:lnTo>
                  <a:lnTo>
                    <a:pt x="849334" y="0"/>
                  </a:lnTo>
                  <a:lnTo>
                    <a:pt x="846165" y="0"/>
                  </a:lnTo>
                  <a:lnTo>
                    <a:pt x="842996" y="0"/>
                  </a:lnTo>
                  <a:lnTo>
                    <a:pt x="839827" y="0"/>
                  </a:lnTo>
                  <a:lnTo>
                    <a:pt x="836658" y="0"/>
                  </a:lnTo>
                  <a:lnTo>
                    <a:pt x="833488" y="0"/>
                  </a:lnTo>
                  <a:lnTo>
                    <a:pt x="830319" y="0"/>
                  </a:lnTo>
                  <a:lnTo>
                    <a:pt x="827150" y="0"/>
                  </a:lnTo>
                  <a:lnTo>
                    <a:pt x="823981" y="0"/>
                  </a:lnTo>
                  <a:lnTo>
                    <a:pt x="820812" y="0"/>
                  </a:lnTo>
                  <a:lnTo>
                    <a:pt x="817643" y="0"/>
                  </a:lnTo>
                  <a:lnTo>
                    <a:pt x="814473" y="0"/>
                  </a:lnTo>
                  <a:lnTo>
                    <a:pt x="811304" y="0"/>
                  </a:lnTo>
                  <a:lnTo>
                    <a:pt x="808135" y="0"/>
                  </a:lnTo>
                  <a:lnTo>
                    <a:pt x="804966" y="0"/>
                  </a:lnTo>
                  <a:lnTo>
                    <a:pt x="801797" y="0"/>
                  </a:lnTo>
                  <a:lnTo>
                    <a:pt x="798628" y="0"/>
                  </a:lnTo>
                  <a:lnTo>
                    <a:pt x="795458" y="0"/>
                  </a:lnTo>
                  <a:lnTo>
                    <a:pt x="792289" y="0"/>
                  </a:lnTo>
                  <a:lnTo>
                    <a:pt x="789120" y="0"/>
                  </a:lnTo>
                  <a:lnTo>
                    <a:pt x="785951" y="0"/>
                  </a:lnTo>
                  <a:lnTo>
                    <a:pt x="782782" y="0"/>
                  </a:lnTo>
                  <a:lnTo>
                    <a:pt x="779613" y="0"/>
                  </a:lnTo>
                  <a:lnTo>
                    <a:pt x="776444" y="0"/>
                  </a:lnTo>
                  <a:lnTo>
                    <a:pt x="773274" y="0"/>
                  </a:lnTo>
                  <a:lnTo>
                    <a:pt x="770105" y="0"/>
                  </a:lnTo>
                  <a:lnTo>
                    <a:pt x="766936" y="0"/>
                  </a:lnTo>
                  <a:lnTo>
                    <a:pt x="763767" y="0"/>
                  </a:lnTo>
                  <a:lnTo>
                    <a:pt x="760598" y="0"/>
                  </a:lnTo>
                  <a:lnTo>
                    <a:pt x="757429" y="0"/>
                  </a:lnTo>
                  <a:lnTo>
                    <a:pt x="754259" y="0"/>
                  </a:lnTo>
                  <a:lnTo>
                    <a:pt x="751090" y="0"/>
                  </a:lnTo>
                  <a:lnTo>
                    <a:pt x="747921" y="0"/>
                  </a:lnTo>
                  <a:lnTo>
                    <a:pt x="744752" y="0"/>
                  </a:lnTo>
                  <a:lnTo>
                    <a:pt x="741583" y="0"/>
                  </a:lnTo>
                  <a:lnTo>
                    <a:pt x="738414" y="0"/>
                  </a:lnTo>
                  <a:lnTo>
                    <a:pt x="735244" y="0"/>
                  </a:lnTo>
                  <a:lnTo>
                    <a:pt x="732075" y="0"/>
                  </a:lnTo>
                  <a:lnTo>
                    <a:pt x="728906" y="0"/>
                  </a:lnTo>
                  <a:lnTo>
                    <a:pt x="725737" y="0"/>
                  </a:lnTo>
                  <a:lnTo>
                    <a:pt x="722568" y="0"/>
                  </a:lnTo>
                  <a:lnTo>
                    <a:pt x="719399" y="0"/>
                  </a:lnTo>
                  <a:lnTo>
                    <a:pt x="716230" y="0"/>
                  </a:lnTo>
                  <a:lnTo>
                    <a:pt x="713060" y="0"/>
                  </a:lnTo>
                  <a:lnTo>
                    <a:pt x="709891" y="0"/>
                  </a:lnTo>
                  <a:lnTo>
                    <a:pt x="706722" y="0"/>
                  </a:lnTo>
                  <a:lnTo>
                    <a:pt x="703553" y="0"/>
                  </a:lnTo>
                  <a:lnTo>
                    <a:pt x="700384" y="0"/>
                  </a:lnTo>
                  <a:lnTo>
                    <a:pt x="697215" y="0"/>
                  </a:lnTo>
                  <a:lnTo>
                    <a:pt x="694045" y="0"/>
                  </a:lnTo>
                  <a:lnTo>
                    <a:pt x="690876" y="0"/>
                  </a:lnTo>
                  <a:lnTo>
                    <a:pt x="687707" y="0"/>
                  </a:lnTo>
                  <a:lnTo>
                    <a:pt x="684538" y="0"/>
                  </a:lnTo>
                  <a:lnTo>
                    <a:pt x="681369" y="0"/>
                  </a:lnTo>
                  <a:lnTo>
                    <a:pt x="678200" y="0"/>
                  </a:lnTo>
                  <a:lnTo>
                    <a:pt x="675030" y="0"/>
                  </a:lnTo>
                  <a:lnTo>
                    <a:pt x="671861" y="0"/>
                  </a:lnTo>
                  <a:lnTo>
                    <a:pt x="668692" y="0"/>
                  </a:lnTo>
                  <a:lnTo>
                    <a:pt x="665523" y="0"/>
                  </a:lnTo>
                  <a:lnTo>
                    <a:pt x="662354" y="0"/>
                  </a:lnTo>
                  <a:lnTo>
                    <a:pt x="659185" y="0"/>
                  </a:lnTo>
                  <a:lnTo>
                    <a:pt x="656015" y="0"/>
                  </a:lnTo>
                  <a:lnTo>
                    <a:pt x="652846" y="0"/>
                  </a:lnTo>
                  <a:lnTo>
                    <a:pt x="649677" y="0"/>
                  </a:lnTo>
                  <a:lnTo>
                    <a:pt x="646508" y="0"/>
                  </a:lnTo>
                  <a:lnTo>
                    <a:pt x="643339" y="0"/>
                  </a:lnTo>
                  <a:lnTo>
                    <a:pt x="640170" y="0"/>
                  </a:lnTo>
                  <a:lnTo>
                    <a:pt x="637001" y="0"/>
                  </a:lnTo>
                  <a:lnTo>
                    <a:pt x="633831" y="0"/>
                  </a:lnTo>
                  <a:lnTo>
                    <a:pt x="630662" y="0"/>
                  </a:lnTo>
                  <a:lnTo>
                    <a:pt x="627493" y="0"/>
                  </a:lnTo>
                  <a:lnTo>
                    <a:pt x="624324" y="0"/>
                  </a:lnTo>
                  <a:lnTo>
                    <a:pt x="621155" y="0"/>
                  </a:lnTo>
                  <a:lnTo>
                    <a:pt x="617986" y="0"/>
                  </a:lnTo>
                  <a:lnTo>
                    <a:pt x="614816" y="0"/>
                  </a:lnTo>
                  <a:lnTo>
                    <a:pt x="611647" y="0"/>
                  </a:lnTo>
                  <a:lnTo>
                    <a:pt x="608478" y="0"/>
                  </a:lnTo>
                  <a:lnTo>
                    <a:pt x="605309" y="0"/>
                  </a:lnTo>
                  <a:lnTo>
                    <a:pt x="602140" y="0"/>
                  </a:lnTo>
                  <a:lnTo>
                    <a:pt x="598971" y="0"/>
                  </a:lnTo>
                  <a:lnTo>
                    <a:pt x="595801" y="0"/>
                  </a:lnTo>
                  <a:lnTo>
                    <a:pt x="592632" y="0"/>
                  </a:lnTo>
                  <a:lnTo>
                    <a:pt x="589463" y="0"/>
                  </a:lnTo>
                  <a:lnTo>
                    <a:pt x="586294" y="0"/>
                  </a:lnTo>
                  <a:lnTo>
                    <a:pt x="583125" y="0"/>
                  </a:lnTo>
                  <a:lnTo>
                    <a:pt x="579956" y="0"/>
                  </a:lnTo>
                  <a:lnTo>
                    <a:pt x="576786" y="0"/>
                  </a:lnTo>
                  <a:lnTo>
                    <a:pt x="573617" y="0"/>
                  </a:lnTo>
                  <a:lnTo>
                    <a:pt x="570448" y="0"/>
                  </a:lnTo>
                  <a:lnTo>
                    <a:pt x="567279" y="0"/>
                  </a:lnTo>
                  <a:lnTo>
                    <a:pt x="564110" y="0"/>
                  </a:lnTo>
                  <a:lnTo>
                    <a:pt x="560941" y="0"/>
                  </a:lnTo>
                  <a:lnTo>
                    <a:pt x="557772" y="0"/>
                  </a:lnTo>
                  <a:lnTo>
                    <a:pt x="554602" y="0"/>
                  </a:lnTo>
                  <a:lnTo>
                    <a:pt x="551433" y="0"/>
                  </a:lnTo>
                  <a:lnTo>
                    <a:pt x="548264" y="0"/>
                  </a:lnTo>
                  <a:lnTo>
                    <a:pt x="545095" y="0"/>
                  </a:lnTo>
                  <a:lnTo>
                    <a:pt x="541926" y="0"/>
                  </a:lnTo>
                  <a:lnTo>
                    <a:pt x="538757" y="0"/>
                  </a:lnTo>
                  <a:lnTo>
                    <a:pt x="535587" y="0"/>
                  </a:lnTo>
                  <a:lnTo>
                    <a:pt x="532418" y="0"/>
                  </a:lnTo>
                  <a:lnTo>
                    <a:pt x="529249" y="0"/>
                  </a:lnTo>
                  <a:lnTo>
                    <a:pt x="526080" y="0"/>
                  </a:lnTo>
                  <a:lnTo>
                    <a:pt x="522911" y="0"/>
                  </a:lnTo>
                  <a:lnTo>
                    <a:pt x="519742" y="0"/>
                  </a:lnTo>
                  <a:lnTo>
                    <a:pt x="516572" y="0"/>
                  </a:lnTo>
                  <a:lnTo>
                    <a:pt x="513403" y="0"/>
                  </a:lnTo>
                  <a:lnTo>
                    <a:pt x="510234" y="0"/>
                  </a:lnTo>
                  <a:lnTo>
                    <a:pt x="507065" y="0"/>
                  </a:lnTo>
                  <a:lnTo>
                    <a:pt x="503896" y="0"/>
                  </a:lnTo>
                  <a:lnTo>
                    <a:pt x="500727" y="0"/>
                  </a:lnTo>
                  <a:lnTo>
                    <a:pt x="497558" y="0"/>
                  </a:lnTo>
                  <a:lnTo>
                    <a:pt x="494388" y="0"/>
                  </a:lnTo>
                  <a:lnTo>
                    <a:pt x="491219" y="0"/>
                  </a:lnTo>
                  <a:lnTo>
                    <a:pt x="488050" y="0"/>
                  </a:lnTo>
                  <a:lnTo>
                    <a:pt x="484881" y="0"/>
                  </a:lnTo>
                  <a:lnTo>
                    <a:pt x="481712" y="0"/>
                  </a:lnTo>
                  <a:lnTo>
                    <a:pt x="478543" y="0"/>
                  </a:lnTo>
                  <a:lnTo>
                    <a:pt x="475373" y="0"/>
                  </a:lnTo>
                  <a:lnTo>
                    <a:pt x="472204" y="0"/>
                  </a:lnTo>
                  <a:lnTo>
                    <a:pt x="469035" y="0"/>
                  </a:lnTo>
                  <a:lnTo>
                    <a:pt x="465866" y="0"/>
                  </a:lnTo>
                  <a:lnTo>
                    <a:pt x="462697" y="0"/>
                  </a:lnTo>
                  <a:lnTo>
                    <a:pt x="459528" y="0"/>
                  </a:lnTo>
                  <a:lnTo>
                    <a:pt x="456358" y="0"/>
                  </a:lnTo>
                  <a:lnTo>
                    <a:pt x="453189" y="0"/>
                  </a:lnTo>
                  <a:lnTo>
                    <a:pt x="450020" y="0"/>
                  </a:lnTo>
                  <a:lnTo>
                    <a:pt x="446851" y="0"/>
                  </a:lnTo>
                  <a:lnTo>
                    <a:pt x="443682" y="0"/>
                  </a:lnTo>
                  <a:lnTo>
                    <a:pt x="440513" y="0"/>
                  </a:lnTo>
                  <a:lnTo>
                    <a:pt x="437343" y="0"/>
                  </a:lnTo>
                  <a:lnTo>
                    <a:pt x="434174" y="0"/>
                  </a:lnTo>
                  <a:lnTo>
                    <a:pt x="431005" y="0"/>
                  </a:lnTo>
                  <a:lnTo>
                    <a:pt x="427836" y="0"/>
                  </a:lnTo>
                  <a:lnTo>
                    <a:pt x="424667" y="0"/>
                  </a:lnTo>
                  <a:lnTo>
                    <a:pt x="421498" y="0"/>
                  </a:lnTo>
                  <a:lnTo>
                    <a:pt x="418329" y="0"/>
                  </a:lnTo>
                  <a:lnTo>
                    <a:pt x="415159" y="0"/>
                  </a:lnTo>
                  <a:lnTo>
                    <a:pt x="411990" y="0"/>
                  </a:lnTo>
                  <a:lnTo>
                    <a:pt x="408821" y="0"/>
                  </a:lnTo>
                  <a:lnTo>
                    <a:pt x="405652" y="0"/>
                  </a:lnTo>
                  <a:lnTo>
                    <a:pt x="402483" y="0"/>
                  </a:lnTo>
                  <a:lnTo>
                    <a:pt x="399314" y="0"/>
                  </a:lnTo>
                  <a:lnTo>
                    <a:pt x="396144" y="0"/>
                  </a:lnTo>
                  <a:lnTo>
                    <a:pt x="392975" y="0"/>
                  </a:lnTo>
                  <a:lnTo>
                    <a:pt x="389806" y="0"/>
                  </a:lnTo>
                  <a:lnTo>
                    <a:pt x="386637" y="0"/>
                  </a:lnTo>
                  <a:lnTo>
                    <a:pt x="383468" y="0"/>
                  </a:lnTo>
                  <a:lnTo>
                    <a:pt x="380299" y="0"/>
                  </a:lnTo>
                  <a:lnTo>
                    <a:pt x="377129" y="0"/>
                  </a:lnTo>
                  <a:lnTo>
                    <a:pt x="373960" y="0"/>
                  </a:lnTo>
                  <a:lnTo>
                    <a:pt x="370791" y="0"/>
                  </a:lnTo>
                  <a:lnTo>
                    <a:pt x="367622" y="0"/>
                  </a:lnTo>
                  <a:lnTo>
                    <a:pt x="364453" y="0"/>
                  </a:lnTo>
                  <a:lnTo>
                    <a:pt x="361284" y="0"/>
                  </a:lnTo>
                  <a:lnTo>
                    <a:pt x="358115" y="0"/>
                  </a:lnTo>
                  <a:lnTo>
                    <a:pt x="354945" y="0"/>
                  </a:lnTo>
                  <a:lnTo>
                    <a:pt x="351776" y="0"/>
                  </a:lnTo>
                  <a:lnTo>
                    <a:pt x="348607" y="0"/>
                  </a:lnTo>
                  <a:lnTo>
                    <a:pt x="345438" y="0"/>
                  </a:lnTo>
                  <a:lnTo>
                    <a:pt x="342269" y="0"/>
                  </a:lnTo>
                  <a:lnTo>
                    <a:pt x="339100" y="0"/>
                  </a:lnTo>
                  <a:lnTo>
                    <a:pt x="335930" y="0"/>
                  </a:lnTo>
                  <a:lnTo>
                    <a:pt x="332761" y="0"/>
                  </a:lnTo>
                  <a:lnTo>
                    <a:pt x="329592" y="0"/>
                  </a:lnTo>
                  <a:lnTo>
                    <a:pt x="326423" y="0"/>
                  </a:lnTo>
                  <a:lnTo>
                    <a:pt x="323254" y="0"/>
                  </a:lnTo>
                  <a:lnTo>
                    <a:pt x="320085" y="0"/>
                  </a:lnTo>
                  <a:lnTo>
                    <a:pt x="316915" y="0"/>
                  </a:lnTo>
                  <a:lnTo>
                    <a:pt x="313746" y="0"/>
                  </a:lnTo>
                  <a:lnTo>
                    <a:pt x="310577" y="0"/>
                  </a:lnTo>
                  <a:lnTo>
                    <a:pt x="307408" y="0"/>
                  </a:lnTo>
                  <a:lnTo>
                    <a:pt x="304239" y="0"/>
                  </a:lnTo>
                  <a:lnTo>
                    <a:pt x="301070" y="0"/>
                  </a:lnTo>
                  <a:lnTo>
                    <a:pt x="297900" y="0"/>
                  </a:lnTo>
                  <a:lnTo>
                    <a:pt x="294731" y="0"/>
                  </a:lnTo>
                  <a:lnTo>
                    <a:pt x="291562" y="0"/>
                  </a:lnTo>
                  <a:lnTo>
                    <a:pt x="288393" y="0"/>
                  </a:lnTo>
                  <a:lnTo>
                    <a:pt x="285224" y="0"/>
                  </a:lnTo>
                  <a:lnTo>
                    <a:pt x="282055" y="0"/>
                  </a:lnTo>
                  <a:lnTo>
                    <a:pt x="278886" y="0"/>
                  </a:lnTo>
                  <a:lnTo>
                    <a:pt x="275716" y="0"/>
                  </a:lnTo>
                  <a:lnTo>
                    <a:pt x="272547" y="0"/>
                  </a:lnTo>
                  <a:lnTo>
                    <a:pt x="269378" y="0"/>
                  </a:lnTo>
                  <a:lnTo>
                    <a:pt x="266209" y="0"/>
                  </a:lnTo>
                  <a:lnTo>
                    <a:pt x="263040" y="0"/>
                  </a:lnTo>
                  <a:lnTo>
                    <a:pt x="259871" y="0"/>
                  </a:lnTo>
                  <a:lnTo>
                    <a:pt x="256701" y="0"/>
                  </a:lnTo>
                  <a:lnTo>
                    <a:pt x="253532" y="0"/>
                  </a:lnTo>
                  <a:lnTo>
                    <a:pt x="250363" y="0"/>
                  </a:lnTo>
                  <a:lnTo>
                    <a:pt x="247194" y="0"/>
                  </a:lnTo>
                  <a:lnTo>
                    <a:pt x="244025" y="0"/>
                  </a:lnTo>
                  <a:lnTo>
                    <a:pt x="240856" y="0"/>
                  </a:lnTo>
                  <a:lnTo>
                    <a:pt x="237686" y="0"/>
                  </a:lnTo>
                  <a:lnTo>
                    <a:pt x="234517" y="0"/>
                  </a:lnTo>
                  <a:lnTo>
                    <a:pt x="231348" y="0"/>
                  </a:lnTo>
                  <a:lnTo>
                    <a:pt x="228179" y="0"/>
                  </a:lnTo>
                  <a:lnTo>
                    <a:pt x="225010" y="0"/>
                  </a:lnTo>
                  <a:lnTo>
                    <a:pt x="221841" y="0"/>
                  </a:lnTo>
                  <a:lnTo>
                    <a:pt x="218671" y="0"/>
                  </a:lnTo>
                  <a:lnTo>
                    <a:pt x="215502" y="0"/>
                  </a:lnTo>
                  <a:lnTo>
                    <a:pt x="212333" y="0"/>
                  </a:lnTo>
                  <a:lnTo>
                    <a:pt x="209164" y="0"/>
                  </a:lnTo>
                  <a:lnTo>
                    <a:pt x="205995" y="0"/>
                  </a:lnTo>
                  <a:lnTo>
                    <a:pt x="202826" y="0"/>
                  </a:lnTo>
                  <a:lnTo>
                    <a:pt x="199657" y="0"/>
                  </a:lnTo>
                  <a:lnTo>
                    <a:pt x="196487" y="0"/>
                  </a:lnTo>
                  <a:lnTo>
                    <a:pt x="193318" y="0"/>
                  </a:lnTo>
                  <a:lnTo>
                    <a:pt x="190149" y="0"/>
                  </a:lnTo>
                  <a:lnTo>
                    <a:pt x="186980" y="0"/>
                  </a:lnTo>
                  <a:lnTo>
                    <a:pt x="183811" y="0"/>
                  </a:lnTo>
                  <a:lnTo>
                    <a:pt x="180642" y="0"/>
                  </a:lnTo>
                  <a:lnTo>
                    <a:pt x="177472" y="0"/>
                  </a:lnTo>
                  <a:lnTo>
                    <a:pt x="174303" y="0"/>
                  </a:lnTo>
                  <a:lnTo>
                    <a:pt x="171134" y="0"/>
                  </a:lnTo>
                  <a:lnTo>
                    <a:pt x="167965" y="0"/>
                  </a:lnTo>
                  <a:lnTo>
                    <a:pt x="164796" y="0"/>
                  </a:lnTo>
                  <a:lnTo>
                    <a:pt x="161627" y="0"/>
                  </a:lnTo>
                  <a:lnTo>
                    <a:pt x="158457" y="0"/>
                  </a:lnTo>
                  <a:lnTo>
                    <a:pt x="155288" y="0"/>
                  </a:lnTo>
                  <a:lnTo>
                    <a:pt x="152119" y="0"/>
                  </a:lnTo>
                  <a:lnTo>
                    <a:pt x="148950" y="0"/>
                  </a:lnTo>
                  <a:lnTo>
                    <a:pt x="145781" y="0"/>
                  </a:lnTo>
                  <a:lnTo>
                    <a:pt x="142612" y="0"/>
                  </a:lnTo>
                  <a:lnTo>
                    <a:pt x="139443" y="0"/>
                  </a:lnTo>
                  <a:lnTo>
                    <a:pt x="136273" y="0"/>
                  </a:lnTo>
                  <a:lnTo>
                    <a:pt x="133104" y="0"/>
                  </a:lnTo>
                  <a:lnTo>
                    <a:pt x="129935" y="0"/>
                  </a:lnTo>
                  <a:lnTo>
                    <a:pt x="126766" y="0"/>
                  </a:lnTo>
                  <a:lnTo>
                    <a:pt x="123597" y="0"/>
                  </a:lnTo>
                  <a:lnTo>
                    <a:pt x="120428" y="0"/>
                  </a:lnTo>
                  <a:lnTo>
                    <a:pt x="117258" y="0"/>
                  </a:lnTo>
                  <a:lnTo>
                    <a:pt x="114089" y="0"/>
                  </a:lnTo>
                  <a:lnTo>
                    <a:pt x="110920" y="0"/>
                  </a:lnTo>
                  <a:lnTo>
                    <a:pt x="107751" y="0"/>
                  </a:lnTo>
                  <a:lnTo>
                    <a:pt x="104582" y="0"/>
                  </a:lnTo>
                  <a:lnTo>
                    <a:pt x="101413" y="0"/>
                  </a:lnTo>
                  <a:lnTo>
                    <a:pt x="98243" y="0"/>
                  </a:lnTo>
                  <a:lnTo>
                    <a:pt x="95074" y="0"/>
                  </a:lnTo>
                  <a:lnTo>
                    <a:pt x="91905" y="0"/>
                  </a:lnTo>
                  <a:lnTo>
                    <a:pt x="88736" y="0"/>
                  </a:lnTo>
                  <a:lnTo>
                    <a:pt x="85567" y="0"/>
                  </a:lnTo>
                  <a:lnTo>
                    <a:pt x="82398" y="0"/>
                  </a:lnTo>
                  <a:lnTo>
                    <a:pt x="79228" y="0"/>
                  </a:lnTo>
                  <a:lnTo>
                    <a:pt x="76059" y="0"/>
                  </a:lnTo>
                  <a:lnTo>
                    <a:pt x="72890" y="0"/>
                  </a:lnTo>
                  <a:lnTo>
                    <a:pt x="69721" y="0"/>
                  </a:lnTo>
                  <a:lnTo>
                    <a:pt x="66552" y="0"/>
                  </a:lnTo>
                  <a:lnTo>
                    <a:pt x="63383" y="0"/>
                  </a:lnTo>
                  <a:lnTo>
                    <a:pt x="60214" y="0"/>
                  </a:lnTo>
                  <a:lnTo>
                    <a:pt x="57044" y="0"/>
                  </a:lnTo>
                  <a:lnTo>
                    <a:pt x="53875" y="0"/>
                  </a:lnTo>
                  <a:lnTo>
                    <a:pt x="50706" y="0"/>
                  </a:lnTo>
                  <a:lnTo>
                    <a:pt x="47537" y="0"/>
                  </a:lnTo>
                  <a:lnTo>
                    <a:pt x="44368" y="0"/>
                  </a:lnTo>
                  <a:lnTo>
                    <a:pt x="41199" y="0"/>
                  </a:lnTo>
                  <a:lnTo>
                    <a:pt x="38029" y="0"/>
                  </a:lnTo>
                  <a:lnTo>
                    <a:pt x="34860" y="0"/>
                  </a:lnTo>
                  <a:lnTo>
                    <a:pt x="31691" y="0"/>
                  </a:lnTo>
                  <a:lnTo>
                    <a:pt x="28522" y="0"/>
                  </a:lnTo>
                  <a:lnTo>
                    <a:pt x="25353" y="0"/>
                  </a:lnTo>
                  <a:lnTo>
                    <a:pt x="22184" y="0"/>
                  </a:lnTo>
                  <a:lnTo>
                    <a:pt x="19014" y="0"/>
                  </a:lnTo>
                  <a:lnTo>
                    <a:pt x="15845" y="0"/>
                  </a:lnTo>
                  <a:lnTo>
                    <a:pt x="12676" y="0"/>
                  </a:lnTo>
                  <a:lnTo>
                    <a:pt x="9507" y="0"/>
                  </a:lnTo>
                  <a:lnTo>
                    <a:pt x="6338" y="0"/>
                  </a:lnTo>
                  <a:lnTo>
                    <a:pt x="3169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44934" y="1772685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11199" y="303658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11199" y="232904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1199" y="1626039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11199" y="91692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11199" y="21085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410140" y="30789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10140" y="23728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10140" y="16667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10140" y="9607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10140" y="2546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4934" y="6264246"/>
              <a:ext cx="64748" cy="115204"/>
            </a:xfrm>
            <a:custGeom>
              <a:avLst/>
              <a:pathLst>
                <a:path w="64748" h="115204">
                  <a:moveTo>
                    <a:pt x="0" y="70030"/>
                  </a:moveTo>
                  <a:lnTo>
                    <a:pt x="3169" y="73727"/>
                  </a:lnTo>
                  <a:lnTo>
                    <a:pt x="6338" y="66726"/>
                  </a:lnTo>
                  <a:lnTo>
                    <a:pt x="9507" y="77403"/>
                  </a:lnTo>
                  <a:lnTo>
                    <a:pt x="12676" y="57651"/>
                  </a:lnTo>
                  <a:lnTo>
                    <a:pt x="15845" y="70637"/>
                  </a:lnTo>
                  <a:lnTo>
                    <a:pt x="19014" y="40991"/>
                  </a:lnTo>
                  <a:lnTo>
                    <a:pt x="22184" y="16736"/>
                  </a:lnTo>
                  <a:lnTo>
                    <a:pt x="25353" y="8106"/>
                  </a:lnTo>
                  <a:lnTo>
                    <a:pt x="28522" y="7022"/>
                  </a:lnTo>
                  <a:lnTo>
                    <a:pt x="31691" y="5518"/>
                  </a:lnTo>
                  <a:lnTo>
                    <a:pt x="34860" y="1714"/>
                  </a:lnTo>
                  <a:lnTo>
                    <a:pt x="38029" y="3635"/>
                  </a:lnTo>
                  <a:lnTo>
                    <a:pt x="41199" y="0"/>
                  </a:lnTo>
                  <a:lnTo>
                    <a:pt x="44368" y="19191"/>
                  </a:lnTo>
                  <a:lnTo>
                    <a:pt x="47537" y="8893"/>
                  </a:lnTo>
                  <a:lnTo>
                    <a:pt x="50706" y="39837"/>
                  </a:lnTo>
                  <a:lnTo>
                    <a:pt x="53875" y="33195"/>
                  </a:lnTo>
                  <a:lnTo>
                    <a:pt x="57044" y="41923"/>
                  </a:lnTo>
                  <a:lnTo>
                    <a:pt x="60214" y="80622"/>
                  </a:lnTo>
                  <a:lnTo>
                    <a:pt x="63383" y="97376"/>
                  </a:lnTo>
                  <a:lnTo>
                    <a:pt x="64748" y="1152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18806" y="6369922"/>
              <a:ext cx="4067" cy="9527"/>
            </a:xfrm>
            <a:custGeom>
              <a:avLst/>
              <a:pathLst>
                <a:path w="4067" h="9527">
                  <a:moveTo>
                    <a:pt x="0" y="9527"/>
                  </a:moveTo>
                  <a:lnTo>
                    <a:pt x="2188" y="0"/>
                  </a:lnTo>
                  <a:lnTo>
                    <a:pt x="4067" y="95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28233" y="6285335"/>
              <a:ext cx="54582" cy="94114"/>
            </a:xfrm>
            <a:custGeom>
              <a:avLst/>
              <a:pathLst>
                <a:path w="54582" h="94114">
                  <a:moveTo>
                    <a:pt x="0" y="94114"/>
                  </a:moveTo>
                  <a:lnTo>
                    <a:pt x="2268" y="84216"/>
                  </a:lnTo>
                  <a:lnTo>
                    <a:pt x="5437" y="85822"/>
                  </a:lnTo>
                  <a:lnTo>
                    <a:pt x="8606" y="68373"/>
                  </a:lnTo>
                  <a:lnTo>
                    <a:pt x="11776" y="71320"/>
                  </a:lnTo>
                  <a:lnTo>
                    <a:pt x="14945" y="50173"/>
                  </a:lnTo>
                  <a:lnTo>
                    <a:pt x="18114" y="21859"/>
                  </a:lnTo>
                  <a:lnTo>
                    <a:pt x="21283" y="0"/>
                  </a:lnTo>
                  <a:lnTo>
                    <a:pt x="24452" y="17440"/>
                  </a:lnTo>
                  <a:lnTo>
                    <a:pt x="27621" y="38609"/>
                  </a:lnTo>
                  <a:lnTo>
                    <a:pt x="30791" y="40287"/>
                  </a:lnTo>
                  <a:lnTo>
                    <a:pt x="33960" y="14695"/>
                  </a:lnTo>
                  <a:lnTo>
                    <a:pt x="37129" y="30877"/>
                  </a:lnTo>
                  <a:lnTo>
                    <a:pt x="40298" y="57858"/>
                  </a:lnTo>
                  <a:lnTo>
                    <a:pt x="43467" y="73338"/>
                  </a:lnTo>
                  <a:lnTo>
                    <a:pt x="46636" y="89760"/>
                  </a:lnTo>
                  <a:lnTo>
                    <a:pt x="49805" y="88930"/>
                  </a:lnTo>
                  <a:lnTo>
                    <a:pt x="52975" y="90665"/>
                  </a:lnTo>
                  <a:lnTo>
                    <a:pt x="54582" y="941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9518" y="6365626"/>
              <a:ext cx="11482" cy="13823"/>
            </a:xfrm>
            <a:custGeom>
              <a:avLst/>
              <a:pathLst>
                <a:path w="11482" h="13823">
                  <a:moveTo>
                    <a:pt x="0" y="13823"/>
                  </a:moveTo>
                  <a:lnTo>
                    <a:pt x="1197" y="11520"/>
                  </a:lnTo>
                  <a:lnTo>
                    <a:pt x="4367" y="1593"/>
                  </a:lnTo>
                  <a:lnTo>
                    <a:pt x="7536" y="0"/>
                  </a:lnTo>
                  <a:lnTo>
                    <a:pt x="10705" y="10827"/>
                  </a:lnTo>
                  <a:lnTo>
                    <a:pt x="11482" y="138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05538" y="6341446"/>
              <a:ext cx="19794" cy="38003"/>
            </a:xfrm>
            <a:custGeom>
              <a:avLst/>
              <a:pathLst>
                <a:path w="19794" h="38003">
                  <a:moveTo>
                    <a:pt x="0" y="38003"/>
                  </a:moveTo>
                  <a:lnTo>
                    <a:pt x="1023" y="33605"/>
                  </a:lnTo>
                  <a:lnTo>
                    <a:pt x="4192" y="14886"/>
                  </a:lnTo>
                  <a:lnTo>
                    <a:pt x="7361" y="8365"/>
                  </a:lnTo>
                  <a:lnTo>
                    <a:pt x="10530" y="0"/>
                  </a:lnTo>
                  <a:lnTo>
                    <a:pt x="13699" y="13782"/>
                  </a:lnTo>
                  <a:lnTo>
                    <a:pt x="16868" y="12847"/>
                  </a:lnTo>
                  <a:lnTo>
                    <a:pt x="19794" y="380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26796" y="6376097"/>
              <a:ext cx="4070" cy="3352"/>
            </a:xfrm>
            <a:custGeom>
              <a:avLst/>
              <a:pathLst>
                <a:path w="4070" h="3352">
                  <a:moveTo>
                    <a:pt x="0" y="3352"/>
                  </a:moveTo>
                  <a:lnTo>
                    <a:pt x="1949" y="0"/>
                  </a:lnTo>
                  <a:lnTo>
                    <a:pt x="4070" y="335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32590" y="6282013"/>
              <a:ext cx="55555" cy="97436"/>
            </a:xfrm>
            <a:custGeom>
              <a:avLst/>
              <a:pathLst>
                <a:path w="55555" h="97436">
                  <a:moveTo>
                    <a:pt x="0" y="97436"/>
                  </a:moveTo>
                  <a:lnTo>
                    <a:pt x="2494" y="91318"/>
                  </a:lnTo>
                  <a:lnTo>
                    <a:pt x="5663" y="68719"/>
                  </a:lnTo>
                  <a:lnTo>
                    <a:pt x="8832" y="71135"/>
                  </a:lnTo>
                  <a:lnTo>
                    <a:pt x="12001" y="52250"/>
                  </a:lnTo>
                  <a:lnTo>
                    <a:pt x="15170" y="33453"/>
                  </a:lnTo>
                  <a:lnTo>
                    <a:pt x="18339" y="26499"/>
                  </a:lnTo>
                  <a:lnTo>
                    <a:pt x="21509" y="961"/>
                  </a:lnTo>
                  <a:lnTo>
                    <a:pt x="24678" y="0"/>
                  </a:lnTo>
                  <a:lnTo>
                    <a:pt x="27847" y="20019"/>
                  </a:lnTo>
                  <a:lnTo>
                    <a:pt x="31016" y="43071"/>
                  </a:lnTo>
                  <a:lnTo>
                    <a:pt x="34185" y="67062"/>
                  </a:lnTo>
                  <a:lnTo>
                    <a:pt x="37354" y="36112"/>
                  </a:lnTo>
                  <a:lnTo>
                    <a:pt x="40524" y="55484"/>
                  </a:lnTo>
                  <a:lnTo>
                    <a:pt x="43693" y="70985"/>
                  </a:lnTo>
                  <a:lnTo>
                    <a:pt x="46862" y="80714"/>
                  </a:lnTo>
                  <a:lnTo>
                    <a:pt x="50031" y="95959"/>
                  </a:lnTo>
                  <a:lnTo>
                    <a:pt x="53200" y="79739"/>
                  </a:lnTo>
                  <a:lnTo>
                    <a:pt x="55555" y="974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12178" y="6373819"/>
              <a:ext cx="6025" cy="5630"/>
            </a:xfrm>
            <a:custGeom>
              <a:avLst/>
              <a:pathLst>
                <a:path w="6025" h="5630">
                  <a:moveTo>
                    <a:pt x="0" y="5630"/>
                  </a:moveTo>
                  <a:lnTo>
                    <a:pt x="2134" y="2749"/>
                  </a:lnTo>
                  <a:lnTo>
                    <a:pt x="5304" y="0"/>
                  </a:lnTo>
                  <a:lnTo>
                    <a:pt x="6025" y="56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29320" y="6225021"/>
              <a:ext cx="263631" cy="154428"/>
            </a:xfrm>
            <a:custGeom>
              <a:avLst/>
              <a:pathLst>
                <a:path w="263631" h="154428">
                  <a:moveTo>
                    <a:pt x="0" y="154428"/>
                  </a:moveTo>
                  <a:lnTo>
                    <a:pt x="838" y="148660"/>
                  </a:lnTo>
                  <a:lnTo>
                    <a:pt x="4007" y="153968"/>
                  </a:lnTo>
                  <a:lnTo>
                    <a:pt x="7176" y="151761"/>
                  </a:lnTo>
                  <a:lnTo>
                    <a:pt x="10346" y="145393"/>
                  </a:lnTo>
                  <a:lnTo>
                    <a:pt x="13515" y="136402"/>
                  </a:lnTo>
                  <a:lnTo>
                    <a:pt x="16684" y="117582"/>
                  </a:lnTo>
                  <a:lnTo>
                    <a:pt x="19853" y="128907"/>
                  </a:lnTo>
                  <a:lnTo>
                    <a:pt x="23022" y="106001"/>
                  </a:lnTo>
                  <a:lnTo>
                    <a:pt x="26191" y="91507"/>
                  </a:lnTo>
                  <a:lnTo>
                    <a:pt x="29361" y="75116"/>
                  </a:lnTo>
                  <a:lnTo>
                    <a:pt x="32530" y="75922"/>
                  </a:lnTo>
                  <a:lnTo>
                    <a:pt x="35699" y="93069"/>
                  </a:lnTo>
                  <a:lnTo>
                    <a:pt x="38868" y="103506"/>
                  </a:lnTo>
                  <a:lnTo>
                    <a:pt x="42037" y="85755"/>
                  </a:lnTo>
                  <a:lnTo>
                    <a:pt x="45206" y="96543"/>
                  </a:lnTo>
                  <a:lnTo>
                    <a:pt x="48376" y="81735"/>
                  </a:lnTo>
                  <a:lnTo>
                    <a:pt x="51545" y="75497"/>
                  </a:lnTo>
                  <a:lnTo>
                    <a:pt x="54714" y="30340"/>
                  </a:lnTo>
                  <a:lnTo>
                    <a:pt x="57883" y="28336"/>
                  </a:lnTo>
                  <a:lnTo>
                    <a:pt x="61052" y="35212"/>
                  </a:lnTo>
                  <a:lnTo>
                    <a:pt x="64221" y="6627"/>
                  </a:lnTo>
                  <a:lnTo>
                    <a:pt x="67390" y="19035"/>
                  </a:lnTo>
                  <a:lnTo>
                    <a:pt x="70560" y="23070"/>
                  </a:lnTo>
                  <a:lnTo>
                    <a:pt x="73729" y="0"/>
                  </a:lnTo>
                  <a:lnTo>
                    <a:pt x="76898" y="31609"/>
                  </a:lnTo>
                  <a:lnTo>
                    <a:pt x="80067" y="83411"/>
                  </a:lnTo>
                  <a:lnTo>
                    <a:pt x="83236" y="81862"/>
                  </a:lnTo>
                  <a:lnTo>
                    <a:pt x="86405" y="114032"/>
                  </a:lnTo>
                  <a:lnTo>
                    <a:pt x="89575" y="113792"/>
                  </a:lnTo>
                  <a:lnTo>
                    <a:pt x="92744" y="120859"/>
                  </a:lnTo>
                  <a:lnTo>
                    <a:pt x="95913" y="133190"/>
                  </a:lnTo>
                  <a:lnTo>
                    <a:pt x="99082" y="130156"/>
                  </a:lnTo>
                  <a:lnTo>
                    <a:pt x="102251" y="127006"/>
                  </a:lnTo>
                  <a:lnTo>
                    <a:pt x="105420" y="124013"/>
                  </a:lnTo>
                  <a:lnTo>
                    <a:pt x="108590" y="129056"/>
                  </a:lnTo>
                  <a:lnTo>
                    <a:pt x="111759" y="124263"/>
                  </a:lnTo>
                  <a:lnTo>
                    <a:pt x="114928" y="123465"/>
                  </a:lnTo>
                  <a:lnTo>
                    <a:pt x="118097" y="107890"/>
                  </a:lnTo>
                  <a:lnTo>
                    <a:pt x="121266" y="104700"/>
                  </a:lnTo>
                  <a:lnTo>
                    <a:pt x="124435" y="91048"/>
                  </a:lnTo>
                  <a:lnTo>
                    <a:pt x="127604" y="82973"/>
                  </a:lnTo>
                  <a:lnTo>
                    <a:pt x="130774" y="98343"/>
                  </a:lnTo>
                  <a:lnTo>
                    <a:pt x="133943" y="87991"/>
                  </a:lnTo>
                  <a:lnTo>
                    <a:pt x="137112" y="61879"/>
                  </a:lnTo>
                  <a:lnTo>
                    <a:pt x="140281" y="72404"/>
                  </a:lnTo>
                  <a:lnTo>
                    <a:pt x="143450" y="70592"/>
                  </a:lnTo>
                  <a:lnTo>
                    <a:pt x="146619" y="73534"/>
                  </a:lnTo>
                  <a:lnTo>
                    <a:pt x="149789" y="53811"/>
                  </a:lnTo>
                  <a:lnTo>
                    <a:pt x="152958" y="51475"/>
                  </a:lnTo>
                  <a:lnTo>
                    <a:pt x="156127" y="55283"/>
                  </a:lnTo>
                  <a:lnTo>
                    <a:pt x="159296" y="39078"/>
                  </a:lnTo>
                  <a:lnTo>
                    <a:pt x="162465" y="53514"/>
                  </a:lnTo>
                  <a:lnTo>
                    <a:pt x="165634" y="61539"/>
                  </a:lnTo>
                  <a:lnTo>
                    <a:pt x="168804" y="64833"/>
                  </a:lnTo>
                  <a:lnTo>
                    <a:pt x="171973" y="63867"/>
                  </a:lnTo>
                  <a:lnTo>
                    <a:pt x="175142" y="62723"/>
                  </a:lnTo>
                  <a:lnTo>
                    <a:pt x="178311" y="95743"/>
                  </a:lnTo>
                  <a:lnTo>
                    <a:pt x="181480" y="105167"/>
                  </a:lnTo>
                  <a:lnTo>
                    <a:pt x="184649" y="113702"/>
                  </a:lnTo>
                  <a:lnTo>
                    <a:pt x="187819" y="123642"/>
                  </a:lnTo>
                  <a:lnTo>
                    <a:pt x="190988" y="136182"/>
                  </a:lnTo>
                  <a:lnTo>
                    <a:pt x="194157" y="135490"/>
                  </a:lnTo>
                  <a:lnTo>
                    <a:pt x="197326" y="123830"/>
                  </a:lnTo>
                  <a:lnTo>
                    <a:pt x="200495" y="131410"/>
                  </a:lnTo>
                  <a:lnTo>
                    <a:pt x="203664" y="85192"/>
                  </a:lnTo>
                  <a:lnTo>
                    <a:pt x="206833" y="95635"/>
                  </a:lnTo>
                  <a:lnTo>
                    <a:pt x="210003" y="68320"/>
                  </a:lnTo>
                  <a:lnTo>
                    <a:pt x="213172" y="62103"/>
                  </a:lnTo>
                  <a:lnTo>
                    <a:pt x="216341" y="53892"/>
                  </a:lnTo>
                  <a:lnTo>
                    <a:pt x="219510" y="52224"/>
                  </a:lnTo>
                  <a:lnTo>
                    <a:pt x="222679" y="50856"/>
                  </a:lnTo>
                  <a:lnTo>
                    <a:pt x="225848" y="63419"/>
                  </a:lnTo>
                  <a:lnTo>
                    <a:pt x="229018" y="67722"/>
                  </a:lnTo>
                  <a:lnTo>
                    <a:pt x="232187" y="91243"/>
                  </a:lnTo>
                  <a:lnTo>
                    <a:pt x="235356" y="89750"/>
                  </a:lnTo>
                  <a:lnTo>
                    <a:pt x="238525" y="89638"/>
                  </a:lnTo>
                  <a:lnTo>
                    <a:pt x="241694" y="110689"/>
                  </a:lnTo>
                  <a:lnTo>
                    <a:pt x="244863" y="105769"/>
                  </a:lnTo>
                  <a:lnTo>
                    <a:pt x="248033" y="91237"/>
                  </a:lnTo>
                  <a:lnTo>
                    <a:pt x="251202" y="88421"/>
                  </a:lnTo>
                  <a:lnTo>
                    <a:pt x="254371" y="102573"/>
                  </a:lnTo>
                  <a:lnTo>
                    <a:pt x="257540" y="113244"/>
                  </a:lnTo>
                  <a:lnTo>
                    <a:pt x="260709" y="141410"/>
                  </a:lnTo>
                  <a:lnTo>
                    <a:pt x="263631" y="1544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993830" y="6312517"/>
              <a:ext cx="82261" cy="66932"/>
            </a:xfrm>
            <a:custGeom>
              <a:avLst/>
              <a:pathLst>
                <a:path w="82261" h="66932">
                  <a:moveTo>
                    <a:pt x="0" y="66932"/>
                  </a:moveTo>
                  <a:lnTo>
                    <a:pt x="2537" y="62509"/>
                  </a:lnTo>
                  <a:lnTo>
                    <a:pt x="5706" y="61498"/>
                  </a:lnTo>
                  <a:lnTo>
                    <a:pt x="8876" y="43228"/>
                  </a:lnTo>
                  <a:lnTo>
                    <a:pt x="12045" y="47918"/>
                  </a:lnTo>
                  <a:lnTo>
                    <a:pt x="15214" y="46234"/>
                  </a:lnTo>
                  <a:lnTo>
                    <a:pt x="18383" y="22074"/>
                  </a:lnTo>
                  <a:lnTo>
                    <a:pt x="21552" y="2660"/>
                  </a:lnTo>
                  <a:lnTo>
                    <a:pt x="24721" y="1516"/>
                  </a:lnTo>
                  <a:lnTo>
                    <a:pt x="27891" y="21945"/>
                  </a:lnTo>
                  <a:lnTo>
                    <a:pt x="31060" y="39035"/>
                  </a:lnTo>
                  <a:lnTo>
                    <a:pt x="34229" y="41819"/>
                  </a:lnTo>
                  <a:lnTo>
                    <a:pt x="37398" y="32252"/>
                  </a:lnTo>
                  <a:lnTo>
                    <a:pt x="40567" y="52224"/>
                  </a:lnTo>
                  <a:lnTo>
                    <a:pt x="43736" y="51566"/>
                  </a:lnTo>
                  <a:lnTo>
                    <a:pt x="46905" y="58412"/>
                  </a:lnTo>
                  <a:lnTo>
                    <a:pt x="50075" y="42797"/>
                  </a:lnTo>
                  <a:lnTo>
                    <a:pt x="53244" y="13680"/>
                  </a:lnTo>
                  <a:lnTo>
                    <a:pt x="56413" y="7109"/>
                  </a:lnTo>
                  <a:lnTo>
                    <a:pt x="59582" y="1262"/>
                  </a:lnTo>
                  <a:lnTo>
                    <a:pt x="62751" y="1235"/>
                  </a:lnTo>
                  <a:lnTo>
                    <a:pt x="65920" y="0"/>
                  </a:lnTo>
                  <a:lnTo>
                    <a:pt x="69090" y="11817"/>
                  </a:lnTo>
                  <a:lnTo>
                    <a:pt x="72259" y="40732"/>
                  </a:lnTo>
                  <a:lnTo>
                    <a:pt x="75428" y="53673"/>
                  </a:lnTo>
                  <a:lnTo>
                    <a:pt x="78597" y="51648"/>
                  </a:lnTo>
                  <a:lnTo>
                    <a:pt x="81766" y="66036"/>
                  </a:lnTo>
                  <a:lnTo>
                    <a:pt x="82261" y="669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105771" y="6297914"/>
              <a:ext cx="86731" cy="81535"/>
            </a:xfrm>
            <a:custGeom>
              <a:avLst/>
              <a:pathLst>
                <a:path w="86731" h="81535">
                  <a:moveTo>
                    <a:pt x="0" y="81535"/>
                  </a:moveTo>
                  <a:lnTo>
                    <a:pt x="1517" y="73692"/>
                  </a:lnTo>
                  <a:lnTo>
                    <a:pt x="4687" y="78595"/>
                  </a:lnTo>
                  <a:lnTo>
                    <a:pt x="7856" y="70910"/>
                  </a:lnTo>
                  <a:lnTo>
                    <a:pt x="11025" y="62126"/>
                  </a:lnTo>
                  <a:lnTo>
                    <a:pt x="14194" y="48035"/>
                  </a:lnTo>
                  <a:lnTo>
                    <a:pt x="17363" y="61454"/>
                  </a:lnTo>
                  <a:lnTo>
                    <a:pt x="20532" y="62930"/>
                  </a:lnTo>
                  <a:lnTo>
                    <a:pt x="23701" y="80498"/>
                  </a:lnTo>
                  <a:lnTo>
                    <a:pt x="26871" y="59219"/>
                  </a:lnTo>
                  <a:lnTo>
                    <a:pt x="30040" y="71631"/>
                  </a:lnTo>
                  <a:lnTo>
                    <a:pt x="33209" y="70020"/>
                  </a:lnTo>
                  <a:lnTo>
                    <a:pt x="36378" y="64052"/>
                  </a:lnTo>
                  <a:lnTo>
                    <a:pt x="39547" y="49462"/>
                  </a:lnTo>
                  <a:lnTo>
                    <a:pt x="42716" y="18454"/>
                  </a:lnTo>
                  <a:lnTo>
                    <a:pt x="45886" y="12422"/>
                  </a:lnTo>
                  <a:lnTo>
                    <a:pt x="49055" y="0"/>
                  </a:lnTo>
                  <a:lnTo>
                    <a:pt x="52224" y="9656"/>
                  </a:lnTo>
                  <a:lnTo>
                    <a:pt x="55393" y="10684"/>
                  </a:lnTo>
                  <a:lnTo>
                    <a:pt x="58562" y="8727"/>
                  </a:lnTo>
                  <a:lnTo>
                    <a:pt x="61731" y="31908"/>
                  </a:lnTo>
                  <a:lnTo>
                    <a:pt x="64901" y="22367"/>
                  </a:lnTo>
                  <a:lnTo>
                    <a:pt x="68070" y="30426"/>
                  </a:lnTo>
                  <a:lnTo>
                    <a:pt x="71239" y="61143"/>
                  </a:lnTo>
                  <a:lnTo>
                    <a:pt x="74408" y="53792"/>
                  </a:lnTo>
                  <a:lnTo>
                    <a:pt x="77577" y="61526"/>
                  </a:lnTo>
                  <a:lnTo>
                    <a:pt x="80746" y="69790"/>
                  </a:lnTo>
                  <a:lnTo>
                    <a:pt x="83916" y="78007"/>
                  </a:lnTo>
                  <a:lnTo>
                    <a:pt x="86731" y="815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192930" y="6319925"/>
              <a:ext cx="40032" cy="59524"/>
            </a:xfrm>
            <a:custGeom>
              <a:avLst/>
              <a:pathLst>
                <a:path w="40032" h="59524">
                  <a:moveTo>
                    <a:pt x="0" y="59524"/>
                  </a:moveTo>
                  <a:lnTo>
                    <a:pt x="3094" y="41114"/>
                  </a:lnTo>
                  <a:lnTo>
                    <a:pt x="6263" y="36329"/>
                  </a:lnTo>
                  <a:lnTo>
                    <a:pt x="9432" y="31627"/>
                  </a:lnTo>
                  <a:lnTo>
                    <a:pt x="12602" y="0"/>
                  </a:lnTo>
                  <a:lnTo>
                    <a:pt x="15771" y="3293"/>
                  </a:lnTo>
                  <a:lnTo>
                    <a:pt x="18940" y="17788"/>
                  </a:lnTo>
                  <a:lnTo>
                    <a:pt x="22109" y="32491"/>
                  </a:lnTo>
                  <a:lnTo>
                    <a:pt x="25278" y="51885"/>
                  </a:lnTo>
                  <a:lnTo>
                    <a:pt x="28447" y="35170"/>
                  </a:lnTo>
                  <a:lnTo>
                    <a:pt x="31617" y="59242"/>
                  </a:lnTo>
                  <a:lnTo>
                    <a:pt x="34786" y="54686"/>
                  </a:lnTo>
                  <a:lnTo>
                    <a:pt x="37955" y="55007"/>
                  </a:lnTo>
                  <a:lnTo>
                    <a:pt x="40032" y="595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235537" y="6376748"/>
              <a:ext cx="2687" cy="2701"/>
            </a:xfrm>
            <a:custGeom>
              <a:avLst/>
              <a:pathLst>
                <a:path w="2687" h="2701">
                  <a:moveTo>
                    <a:pt x="0" y="2701"/>
                  </a:moveTo>
                  <a:lnTo>
                    <a:pt x="1686" y="0"/>
                  </a:lnTo>
                  <a:lnTo>
                    <a:pt x="2687" y="270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251419" y="6287609"/>
              <a:ext cx="96441" cy="91840"/>
            </a:xfrm>
            <a:custGeom>
              <a:avLst/>
              <a:pathLst>
                <a:path w="96441" h="91840">
                  <a:moveTo>
                    <a:pt x="0" y="91840"/>
                  </a:moveTo>
                  <a:lnTo>
                    <a:pt x="1650" y="85649"/>
                  </a:lnTo>
                  <a:lnTo>
                    <a:pt x="4819" y="81356"/>
                  </a:lnTo>
                  <a:lnTo>
                    <a:pt x="7988" y="68827"/>
                  </a:lnTo>
                  <a:lnTo>
                    <a:pt x="11157" y="57952"/>
                  </a:lnTo>
                  <a:lnTo>
                    <a:pt x="14327" y="44742"/>
                  </a:lnTo>
                  <a:lnTo>
                    <a:pt x="17496" y="40614"/>
                  </a:lnTo>
                  <a:lnTo>
                    <a:pt x="20665" y="32577"/>
                  </a:lnTo>
                  <a:lnTo>
                    <a:pt x="23834" y="25408"/>
                  </a:lnTo>
                  <a:lnTo>
                    <a:pt x="27003" y="0"/>
                  </a:lnTo>
                  <a:lnTo>
                    <a:pt x="30172" y="11434"/>
                  </a:lnTo>
                  <a:lnTo>
                    <a:pt x="33341" y="3660"/>
                  </a:lnTo>
                  <a:lnTo>
                    <a:pt x="36511" y="4897"/>
                  </a:lnTo>
                  <a:lnTo>
                    <a:pt x="39680" y="13696"/>
                  </a:lnTo>
                  <a:lnTo>
                    <a:pt x="42849" y="47404"/>
                  </a:lnTo>
                  <a:lnTo>
                    <a:pt x="46018" y="72244"/>
                  </a:lnTo>
                  <a:lnTo>
                    <a:pt x="49187" y="79104"/>
                  </a:lnTo>
                  <a:lnTo>
                    <a:pt x="52356" y="79557"/>
                  </a:lnTo>
                  <a:lnTo>
                    <a:pt x="55526" y="80990"/>
                  </a:lnTo>
                  <a:lnTo>
                    <a:pt x="58695" y="74951"/>
                  </a:lnTo>
                  <a:lnTo>
                    <a:pt x="61864" y="64808"/>
                  </a:lnTo>
                  <a:lnTo>
                    <a:pt x="65033" y="67263"/>
                  </a:lnTo>
                  <a:lnTo>
                    <a:pt x="68202" y="69817"/>
                  </a:lnTo>
                  <a:lnTo>
                    <a:pt x="71371" y="70705"/>
                  </a:lnTo>
                  <a:lnTo>
                    <a:pt x="74541" y="66040"/>
                  </a:lnTo>
                  <a:lnTo>
                    <a:pt x="77710" y="59093"/>
                  </a:lnTo>
                  <a:lnTo>
                    <a:pt x="80879" y="59920"/>
                  </a:lnTo>
                  <a:lnTo>
                    <a:pt x="84048" y="68327"/>
                  </a:lnTo>
                  <a:lnTo>
                    <a:pt x="87217" y="77622"/>
                  </a:lnTo>
                  <a:lnTo>
                    <a:pt x="90386" y="74393"/>
                  </a:lnTo>
                  <a:lnTo>
                    <a:pt x="93556" y="85586"/>
                  </a:lnTo>
                  <a:lnTo>
                    <a:pt x="96441" y="918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349267" y="6378329"/>
              <a:ext cx="2536" cy="1120"/>
            </a:xfrm>
            <a:custGeom>
              <a:avLst/>
              <a:pathLst>
                <a:path w="2536" h="1120">
                  <a:moveTo>
                    <a:pt x="0" y="1120"/>
                  </a:moveTo>
                  <a:lnTo>
                    <a:pt x="2046" y="0"/>
                  </a:lnTo>
                  <a:lnTo>
                    <a:pt x="2536" y="11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360450" y="6314146"/>
              <a:ext cx="147792" cy="65303"/>
            </a:xfrm>
            <a:custGeom>
              <a:avLst/>
              <a:pathLst>
                <a:path w="147792" h="65303">
                  <a:moveTo>
                    <a:pt x="0" y="65303"/>
                  </a:moveTo>
                  <a:lnTo>
                    <a:pt x="371" y="64248"/>
                  </a:lnTo>
                  <a:lnTo>
                    <a:pt x="3540" y="58550"/>
                  </a:lnTo>
                  <a:lnTo>
                    <a:pt x="6709" y="48477"/>
                  </a:lnTo>
                  <a:lnTo>
                    <a:pt x="9878" y="56580"/>
                  </a:lnTo>
                  <a:lnTo>
                    <a:pt x="13047" y="45895"/>
                  </a:lnTo>
                  <a:lnTo>
                    <a:pt x="16217" y="33685"/>
                  </a:lnTo>
                  <a:lnTo>
                    <a:pt x="19386" y="23083"/>
                  </a:lnTo>
                  <a:lnTo>
                    <a:pt x="22555" y="41064"/>
                  </a:lnTo>
                  <a:lnTo>
                    <a:pt x="25724" y="59802"/>
                  </a:lnTo>
                  <a:lnTo>
                    <a:pt x="28893" y="55316"/>
                  </a:lnTo>
                  <a:lnTo>
                    <a:pt x="32062" y="60450"/>
                  </a:lnTo>
                  <a:lnTo>
                    <a:pt x="35231" y="42668"/>
                  </a:lnTo>
                  <a:lnTo>
                    <a:pt x="38401" y="48114"/>
                  </a:lnTo>
                  <a:lnTo>
                    <a:pt x="41570" y="54457"/>
                  </a:lnTo>
                  <a:lnTo>
                    <a:pt x="44739" y="30147"/>
                  </a:lnTo>
                  <a:lnTo>
                    <a:pt x="47908" y="16242"/>
                  </a:lnTo>
                  <a:lnTo>
                    <a:pt x="51077" y="19215"/>
                  </a:lnTo>
                  <a:lnTo>
                    <a:pt x="54246" y="40253"/>
                  </a:lnTo>
                  <a:lnTo>
                    <a:pt x="57416" y="41672"/>
                  </a:lnTo>
                  <a:lnTo>
                    <a:pt x="60585" y="41097"/>
                  </a:lnTo>
                  <a:lnTo>
                    <a:pt x="63754" y="42466"/>
                  </a:lnTo>
                  <a:lnTo>
                    <a:pt x="66923" y="26460"/>
                  </a:lnTo>
                  <a:lnTo>
                    <a:pt x="70092" y="37646"/>
                  </a:lnTo>
                  <a:lnTo>
                    <a:pt x="73261" y="26516"/>
                  </a:lnTo>
                  <a:lnTo>
                    <a:pt x="76431" y="29154"/>
                  </a:lnTo>
                  <a:lnTo>
                    <a:pt x="79600" y="30804"/>
                  </a:lnTo>
                  <a:lnTo>
                    <a:pt x="82769" y="23913"/>
                  </a:lnTo>
                  <a:lnTo>
                    <a:pt x="85938" y="5893"/>
                  </a:lnTo>
                  <a:lnTo>
                    <a:pt x="89107" y="0"/>
                  </a:lnTo>
                  <a:lnTo>
                    <a:pt x="92276" y="23355"/>
                  </a:lnTo>
                  <a:lnTo>
                    <a:pt x="95446" y="41428"/>
                  </a:lnTo>
                  <a:lnTo>
                    <a:pt x="98615" y="47559"/>
                  </a:lnTo>
                  <a:lnTo>
                    <a:pt x="101784" y="57362"/>
                  </a:lnTo>
                  <a:lnTo>
                    <a:pt x="104953" y="49236"/>
                  </a:lnTo>
                  <a:lnTo>
                    <a:pt x="108122" y="50696"/>
                  </a:lnTo>
                  <a:lnTo>
                    <a:pt x="111291" y="49108"/>
                  </a:lnTo>
                  <a:lnTo>
                    <a:pt x="114460" y="60185"/>
                  </a:lnTo>
                  <a:lnTo>
                    <a:pt x="117630" y="53536"/>
                  </a:lnTo>
                  <a:lnTo>
                    <a:pt x="120799" y="51408"/>
                  </a:lnTo>
                  <a:lnTo>
                    <a:pt x="123968" y="50586"/>
                  </a:lnTo>
                  <a:lnTo>
                    <a:pt x="127137" y="23657"/>
                  </a:lnTo>
                  <a:lnTo>
                    <a:pt x="130306" y="24543"/>
                  </a:lnTo>
                  <a:lnTo>
                    <a:pt x="133475" y="31246"/>
                  </a:lnTo>
                  <a:lnTo>
                    <a:pt x="136645" y="45653"/>
                  </a:lnTo>
                  <a:lnTo>
                    <a:pt x="139814" y="58128"/>
                  </a:lnTo>
                  <a:lnTo>
                    <a:pt x="142983" y="54857"/>
                  </a:lnTo>
                  <a:lnTo>
                    <a:pt x="146152" y="62329"/>
                  </a:lnTo>
                  <a:lnTo>
                    <a:pt x="147792" y="653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18186" y="6377543"/>
              <a:ext cx="1934" cy="1906"/>
            </a:xfrm>
            <a:custGeom>
              <a:avLst/>
              <a:pathLst>
                <a:path w="1934" h="1906">
                  <a:moveTo>
                    <a:pt x="0" y="1906"/>
                  </a:moveTo>
                  <a:lnTo>
                    <a:pt x="1093" y="0"/>
                  </a:lnTo>
                  <a:lnTo>
                    <a:pt x="1934" y="19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523568" y="6369788"/>
              <a:ext cx="7172" cy="9661"/>
            </a:xfrm>
            <a:custGeom>
              <a:avLst/>
              <a:pathLst>
                <a:path w="7172" h="9661">
                  <a:moveTo>
                    <a:pt x="0" y="9661"/>
                  </a:moveTo>
                  <a:lnTo>
                    <a:pt x="2049" y="0"/>
                  </a:lnTo>
                  <a:lnTo>
                    <a:pt x="5218" y="8249"/>
                  </a:lnTo>
                  <a:lnTo>
                    <a:pt x="7172" y="96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32191" y="6326733"/>
              <a:ext cx="67837" cy="52716"/>
            </a:xfrm>
            <a:custGeom>
              <a:avLst/>
              <a:pathLst>
                <a:path w="67837" h="52716">
                  <a:moveTo>
                    <a:pt x="0" y="52716"/>
                  </a:moveTo>
                  <a:lnTo>
                    <a:pt x="2934" y="41746"/>
                  </a:lnTo>
                  <a:lnTo>
                    <a:pt x="6103" y="43184"/>
                  </a:lnTo>
                  <a:lnTo>
                    <a:pt x="9272" y="29341"/>
                  </a:lnTo>
                  <a:lnTo>
                    <a:pt x="12441" y="48343"/>
                  </a:lnTo>
                  <a:lnTo>
                    <a:pt x="15610" y="43288"/>
                  </a:lnTo>
                  <a:lnTo>
                    <a:pt x="18779" y="19664"/>
                  </a:lnTo>
                  <a:lnTo>
                    <a:pt x="21949" y="27017"/>
                  </a:lnTo>
                  <a:lnTo>
                    <a:pt x="25118" y="27615"/>
                  </a:lnTo>
                  <a:lnTo>
                    <a:pt x="28287" y="47042"/>
                  </a:lnTo>
                  <a:lnTo>
                    <a:pt x="31456" y="34538"/>
                  </a:lnTo>
                  <a:lnTo>
                    <a:pt x="34625" y="43298"/>
                  </a:lnTo>
                  <a:lnTo>
                    <a:pt x="37794" y="48294"/>
                  </a:lnTo>
                  <a:lnTo>
                    <a:pt x="40964" y="45730"/>
                  </a:lnTo>
                  <a:lnTo>
                    <a:pt x="44133" y="42161"/>
                  </a:lnTo>
                  <a:lnTo>
                    <a:pt x="47302" y="22726"/>
                  </a:lnTo>
                  <a:lnTo>
                    <a:pt x="50471" y="0"/>
                  </a:lnTo>
                  <a:lnTo>
                    <a:pt x="53640" y="8044"/>
                  </a:lnTo>
                  <a:lnTo>
                    <a:pt x="56809" y="15848"/>
                  </a:lnTo>
                  <a:lnTo>
                    <a:pt x="59978" y="44512"/>
                  </a:lnTo>
                  <a:lnTo>
                    <a:pt x="63148" y="40012"/>
                  </a:lnTo>
                  <a:lnTo>
                    <a:pt x="66317" y="51183"/>
                  </a:lnTo>
                  <a:lnTo>
                    <a:pt x="67837" y="527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607400" y="6328895"/>
              <a:ext cx="44547" cy="50554"/>
            </a:xfrm>
            <a:custGeom>
              <a:avLst/>
              <a:pathLst>
                <a:path w="44547" h="50554">
                  <a:moveTo>
                    <a:pt x="0" y="50554"/>
                  </a:moveTo>
                  <a:lnTo>
                    <a:pt x="615" y="50084"/>
                  </a:lnTo>
                  <a:lnTo>
                    <a:pt x="3784" y="47692"/>
                  </a:lnTo>
                  <a:lnTo>
                    <a:pt x="6953" y="46080"/>
                  </a:lnTo>
                  <a:lnTo>
                    <a:pt x="10122" y="43718"/>
                  </a:lnTo>
                  <a:lnTo>
                    <a:pt x="13291" y="45969"/>
                  </a:lnTo>
                  <a:lnTo>
                    <a:pt x="16461" y="44724"/>
                  </a:lnTo>
                  <a:lnTo>
                    <a:pt x="19630" y="32557"/>
                  </a:lnTo>
                  <a:lnTo>
                    <a:pt x="22799" y="33589"/>
                  </a:lnTo>
                  <a:lnTo>
                    <a:pt x="25968" y="23020"/>
                  </a:lnTo>
                  <a:lnTo>
                    <a:pt x="29137" y="0"/>
                  </a:lnTo>
                  <a:lnTo>
                    <a:pt x="32306" y="2493"/>
                  </a:lnTo>
                  <a:lnTo>
                    <a:pt x="35475" y="29001"/>
                  </a:lnTo>
                  <a:lnTo>
                    <a:pt x="38645" y="45152"/>
                  </a:lnTo>
                  <a:lnTo>
                    <a:pt x="41814" y="46048"/>
                  </a:lnTo>
                  <a:lnTo>
                    <a:pt x="44547" y="5055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652558" y="6330374"/>
              <a:ext cx="29167" cy="49075"/>
            </a:xfrm>
            <a:custGeom>
              <a:avLst/>
              <a:pathLst>
                <a:path w="29167" h="49075">
                  <a:moveTo>
                    <a:pt x="0" y="49075"/>
                  </a:moveTo>
                  <a:lnTo>
                    <a:pt x="2994" y="36762"/>
                  </a:lnTo>
                  <a:lnTo>
                    <a:pt x="6163" y="31768"/>
                  </a:lnTo>
                  <a:lnTo>
                    <a:pt x="9332" y="27662"/>
                  </a:lnTo>
                  <a:lnTo>
                    <a:pt x="12502" y="8379"/>
                  </a:lnTo>
                  <a:lnTo>
                    <a:pt x="15671" y="0"/>
                  </a:lnTo>
                  <a:lnTo>
                    <a:pt x="18840" y="15268"/>
                  </a:lnTo>
                  <a:lnTo>
                    <a:pt x="22009" y="32406"/>
                  </a:lnTo>
                  <a:lnTo>
                    <a:pt x="25178" y="37544"/>
                  </a:lnTo>
                  <a:lnTo>
                    <a:pt x="28347" y="47725"/>
                  </a:lnTo>
                  <a:lnTo>
                    <a:pt x="29167" y="490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705337" y="6374828"/>
              <a:ext cx="10742" cy="4621"/>
            </a:xfrm>
            <a:custGeom>
              <a:avLst/>
              <a:pathLst>
                <a:path w="10742" h="4621">
                  <a:moveTo>
                    <a:pt x="0" y="4621"/>
                  </a:moveTo>
                  <a:lnTo>
                    <a:pt x="922" y="1099"/>
                  </a:lnTo>
                  <a:lnTo>
                    <a:pt x="4092" y="0"/>
                  </a:lnTo>
                  <a:lnTo>
                    <a:pt x="7261" y="3513"/>
                  </a:lnTo>
                  <a:lnTo>
                    <a:pt x="10430" y="3554"/>
                  </a:lnTo>
                  <a:lnTo>
                    <a:pt x="10742" y="462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745793" y="6375816"/>
              <a:ext cx="3190" cy="3633"/>
            </a:xfrm>
            <a:custGeom>
              <a:avLst/>
              <a:pathLst>
                <a:path w="3190" h="3633">
                  <a:moveTo>
                    <a:pt x="0" y="3633"/>
                  </a:moveTo>
                  <a:lnTo>
                    <a:pt x="1666" y="0"/>
                  </a:lnTo>
                  <a:lnTo>
                    <a:pt x="3190" y="36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752193" y="6291646"/>
              <a:ext cx="59755" cy="87803"/>
            </a:xfrm>
            <a:custGeom>
              <a:avLst/>
              <a:pathLst>
                <a:path w="59755" h="87803">
                  <a:moveTo>
                    <a:pt x="0" y="87803"/>
                  </a:moveTo>
                  <a:lnTo>
                    <a:pt x="1604" y="83786"/>
                  </a:lnTo>
                  <a:lnTo>
                    <a:pt x="4773" y="61064"/>
                  </a:lnTo>
                  <a:lnTo>
                    <a:pt x="7942" y="75565"/>
                  </a:lnTo>
                  <a:lnTo>
                    <a:pt x="11111" y="64391"/>
                  </a:lnTo>
                  <a:lnTo>
                    <a:pt x="14280" y="56249"/>
                  </a:lnTo>
                  <a:lnTo>
                    <a:pt x="17450" y="52204"/>
                  </a:lnTo>
                  <a:lnTo>
                    <a:pt x="20619" y="5415"/>
                  </a:lnTo>
                  <a:lnTo>
                    <a:pt x="23788" y="221"/>
                  </a:lnTo>
                  <a:lnTo>
                    <a:pt x="26957" y="3542"/>
                  </a:lnTo>
                  <a:lnTo>
                    <a:pt x="30126" y="15813"/>
                  </a:lnTo>
                  <a:lnTo>
                    <a:pt x="33295" y="17629"/>
                  </a:lnTo>
                  <a:lnTo>
                    <a:pt x="36465" y="0"/>
                  </a:lnTo>
                  <a:lnTo>
                    <a:pt x="39634" y="29146"/>
                  </a:lnTo>
                  <a:lnTo>
                    <a:pt x="42803" y="50230"/>
                  </a:lnTo>
                  <a:lnTo>
                    <a:pt x="45972" y="60884"/>
                  </a:lnTo>
                  <a:lnTo>
                    <a:pt x="49141" y="79033"/>
                  </a:lnTo>
                  <a:lnTo>
                    <a:pt x="52310" y="73172"/>
                  </a:lnTo>
                  <a:lnTo>
                    <a:pt x="55480" y="87390"/>
                  </a:lnTo>
                  <a:lnTo>
                    <a:pt x="58649" y="87518"/>
                  </a:lnTo>
                  <a:lnTo>
                    <a:pt x="59755" y="878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821010" y="6249469"/>
              <a:ext cx="70680" cy="129980"/>
            </a:xfrm>
            <a:custGeom>
              <a:avLst/>
              <a:pathLst>
                <a:path w="70680" h="129980">
                  <a:moveTo>
                    <a:pt x="0" y="129980"/>
                  </a:moveTo>
                  <a:lnTo>
                    <a:pt x="2508" y="123526"/>
                  </a:lnTo>
                  <a:lnTo>
                    <a:pt x="5678" y="119879"/>
                  </a:lnTo>
                  <a:lnTo>
                    <a:pt x="8847" y="109508"/>
                  </a:lnTo>
                  <a:lnTo>
                    <a:pt x="12016" y="101608"/>
                  </a:lnTo>
                  <a:lnTo>
                    <a:pt x="15185" y="102489"/>
                  </a:lnTo>
                  <a:lnTo>
                    <a:pt x="18354" y="96272"/>
                  </a:lnTo>
                  <a:lnTo>
                    <a:pt x="21523" y="87291"/>
                  </a:lnTo>
                  <a:lnTo>
                    <a:pt x="24693" y="67468"/>
                  </a:lnTo>
                  <a:lnTo>
                    <a:pt x="27862" y="29554"/>
                  </a:lnTo>
                  <a:lnTo>
                    <a:pt x="31031" y="18056"/>
                  </a:lnTo>
                  <a:lnTo>
                    <a:pt x="34200" y="0"/>
                  </a:lnTo>
                  <a:lnTo>
                    <a:pt x="37369" y="16770"/>
                  </a:lnTo>
                  <a:lnTo>
                    <a:pt x="40538" y="24861"/>
                  </a:lnTo>
                  <a:lnTo>
                    <a:pt x="43708" y="52921"/>
                  </a:lnTo>
                  <a:lnTo>
                    <a:pt x="46877" y="89263"/>
                  </a:lnTo>
                  <a:lnTo>
                    <a:pt x="50046" y="97079"/>
                  </a:lnTo>
                  <a:lnTo>
                    <a:pt x="53215" y="113698"/>
                  </a:lnTo>
                  <a:lnTo>
                    <a:pt x="56384" y="118367"/>
                  </a:lnTo>
                  <a:lnTo>
                    <a:pt x="59553" y="117487"/>
                  </a:lnTo>
                  <a:lnTo>
                    <a:pt x="62722" y="125981"/>
                  </a:lnTo>
                  <a:lnTo>
                    <a:pt x="65892" y="121707"/>
                  </a:lnTo>
                  <a:lnTo>
                    <a:pt x="69061" y="126296"/>
                  </a:lnTo>
                  <a:lnTo>
                    <a:pt x="70680" y="1299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894702" y="6375334"/>
              <a:ext cx="4982" cy="4115"/>
            </a:xfrm>
            <a:custGeom>
              <a:avLst/>
              <a:pathLst>
                <a:path w="4982" h="4115">
                  <a:moveTo>
                    <a:pt x="0" y="4115"/>
                  </a:moveTo>
                  <a:lnTo>
                    <a:pt x="1706" y="0"/>
                  </a:lnTo>
                  <a:lnTo>
                    <a:pt x="4876" y="3997"/>
                  </a:lnTo>
                  <a:lnTo>
                    <a:pt x="4982" y="41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927154" y="6376136"/>
              <a:ext cx="3152" cy="3313"/>
            </a:xfrm>
            <a:custGeom>
              <a:avLst/>
              <a:pathLst>
                <a:path w="3152" h="3313">
                  <a:moveTo>
                    <a:pt x="0" y="3313"/>
                  </a:moveTo>
                  <a:lnTo>
                    <a:pt x="946" y="0"/>
                  </a:lnTo>
                  <a:lnTo>
                    <a:pt x="3152" y="33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935440" y="6368544"/>
              <a:ext cx="3855" cy="10905"/>
            </a:xfrm>
            <a:custGeom>
              <a:avLst/>
              <a:pathLst>
                <a:path w="3855" h="10905">
                  <a:moveTo>
                    <a:pt x="0" y="10905"/>
                  </a:moveTo>
                  <a:lnTo>
                    <a:pt x="2168" y="0"/>
                  </a:lnTo>
                  <a:lnTo>
                    <a:pt x="3855" y="109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957186" y="6373749"/>
              <a:ext cx="10185" cy="5700"/>
            </a:xfrm>
            <a:custGeom>
              <a:avLst/>
              <a:pathLst>
                <a:path w="10185" h="5700">
                  <a:moveTo>
                    <a:pt x="0" y="5700"/>
                  </a:moveTo>
                  <a:lnTo>
                    <a:pt x="2606" y="0"/>
                  </a:lnTo>
                  <a:lnTo>
                    <a:pt x="5775" y="4306"/>
                  </a:lnTo>
                  <a:lnTo>
                    <a:pt x="8944" y="3257"/>
                  </a:lnTo>
                  <a:lnTo>
                    <a:pt x="10185" y="57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973642" y="6369238"/>
              <a:ext cx="4163" cy="10211"/>
            </a:xfrm>
            <a:custGeom>
              <a:avLst/>
              <a:pathLst>
                <a:path w="4163" h="10211">
                  <a:moveTo>
                    <a:pt x="0" y="10211"/>
                  </a:moveTo>
                  <a:lnTo>
                    <a:pt x="1996" y="0"/>
                  </a:lnTo>
                  <a:lnTo>
                    <a:pt x="4163" y="102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984557" y="6357743"/>
              <a:ext cx="45435" cy="21706"/>
            </a:xfrm>
            <a:custGeom>
              <a:avLst/>
              <a:pathLst>
                <a:path w="45435" h="21706">
                  <a:moveTo>
                    <a:pt x="0" y="21706"/>
                  </a:moveTo>
                  <a:lnTo>
                    <a:pt x="588" y="17796"/>
                  </a:lnTo>
                  <a:lnTo>
                    <a:pt x="3757" y="5322"/>
                  </a:lnTo>
                  <a:lnTo>
                    <a:pt x="6926" y="7019"/>
                  </a:lnTo>
                  <a:lnTo>
                    <a:pt x="10095" y="14521"/>
                  </a:lnTo>
                  <a:lnTo>
                    <a:pt x="13264" y="10918"/>
                  </a:lnTo>
                  <a:lnTo>
                    <a:pt x="16434" y="2929"/>
                  </a:lnTo>
                  <a:lnTo>
                    <a:pt x="19603" y="12005"/>
                  </a:lnTo>
                  <a:lnTo>
                    <a:pt x="22772" y="14006"/>
                  </a:lnTo>
                  <a:lnTo>
                    <a:pt x="25941" y="17943"/>
                  </a:lnTo>
                  <a:lnTo>
                    <a:pt x="29110" y="18589"/>
                  </a:lnTo>
                  <a:lnTo>
                    <a:pt x="32279" y="10168"/>
                  </a:lnTo>
                  <a:lnTo>
                    <a:pt x="35449" y="13311"/>
                  </a:lnTo>
                  <a:lnTo>
                    <a:pt x="38618" y="0"/>
                  </a:lnTo>
                  <a:lnTo>
                    <a:pt x="41787" y="11020"/>
                  </a:lnTo>
                  <a:lnTo>
                    <a:pt x="44956" y="21147"/>
                  </a:lnTo>
                  <a:lnTo>
                    <a:pt x="45435" y="217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033971" y="6365503"/>
              <a:ext cx="11889" cy="13946"/>
            </a:xfrm>
            <a:custGeom>
              <a:avLst/>
              <a:pathLst>
                <a:path w="11889" h="13946">
                  <a:moveTo>
                    <a:pt x="0" y="13946"/>
                  </a:moveTo>
                  <a:lnTo>
                    <a:pt x="1881" y="9360"/>
                  </a:lnTo>
                  <a:lnTo>
                    <a:pt x="5050" y="0"/>
                  </a:lnTo>
                  <a:lnTo>
                    <a:pt x="8219" y="10727"/>
                  </a:lnTo>
                  <a:lnTo>
                    <a:pt x="11388" y="12661"/>
                  </a:lnTo>
                  <a:lnTo>
                    <a:pt x="11889" y="139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056131" y="6374914"/>
              <a:ext cx="2981" cy="4535"/>
            </a:xfrm>
            <a:custGeom>
              <a:avLst/>
              <a:pathLst>
                <a:path w="2981" h="4535">
                  <a:moveTo>
                    <a:pt x="0" y="4535"/>
                  </a:moveTo>
                  <a:lnTo>
                    <a:pt x="1905" y="0"/>
                  </a:lnTo>
                  <a:lnTo>
                    <a:pt x="2981" y="45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071102" y="6294563"/>
              <a:ext cx="78089" cy="84886"/>
            </a:xfrm>
            <a:custGeom>
              <a:avLst/>
              <a:pathLst>
                <a:path w="78089" h="84886">
                  <a:moveTo>
                    <a:pt x="0" y="84886"/>
                  </a:moveTo>
                  <a:lnTo>
                    <a:pt x="2779" y="61212"/>
                  </a:lnTo>
                  <a:lnTo>
                    <a:pt x="5949" y="70729"/>
                  </a:lnTo>
                  <a:lnTo>
                    <a:pt x="9118" y="62331"/>
                  </a:lnTo>
                  <a:lnTo>
                    <a:pt x="12287" y="51074"/>
                  </a:lnTo>
                  <a:lnTo>
                    <a:pt x="15456" y="42914"/>
                  </a:lnTo>
                  <a:lnTo>
                    <a:pt x="18625" y="19967"/>
                  </a:lnTo>
                  <a:lnTo>
                    <a:pt x="21794" y="59245"/>
                  </a:lnTo>
                  <a:lnTo>
                    <a:pt x="24964" y="57477"/>
                  </a:lnTo>
                  <a:lnTo>
                    <a:pt x="28133" y="57140"/>
                  </a:lnTo>
                  <a:lnTo>
                    <a:pt x="31302" y="48141"/>
                  </a:lnTo>
                  <a:lnTo>
                    <a:pt x="34471" y="32396"/>
                  </a:lnTo>
                  <a:lnTo>
                    <a:pt x="37640" y="39798"/>
                  </a:lnTo>
                  <a:lnTo>
                    <a:pt x="40809" y="22058"/>
                  </a:lnTo>
                  <a:lnTo>
                    <a:pt x="43978" y="0"/>
                  </a:lnTo>
                  <a:lnTo>
                    <a:pt x="47148" y="32227"/>
                  </a:lnTo>
                  <a:lnTo>
                    <a:pt x="50317" y="63124"/>
                  </a:lnTo>
                  <a:lnTo>
                    <a:pt x="53486" y="63346"/>
                  </a:lnTo>
                  <a:lnTo>
                    <a:pt x="56655" y="82806"/>
                  </a:lnTo>
                  <a:lnTo>
                    <a:pt x="59824" y="59584"/>
                  </a:lnTo>
                  <a:lnTo>
                    <a:pt x="62993" y="79488"/>
                  </a:lnTo>
                  <a:lnTo>
                    <a:pt x="66163" y="74875"/>
                  </a:lnTo>
                  <a:lnTo>
                    <a:pt x="69332" y="73972"/>
                  </a:lnTo>
                  <a:lnTo>
                    <a:pt x="72501" y="83468"/>
                  </a:lnTo>
                  <a:lnTo>
                    <a:pt x="75670" y="79299"/>
                  </a:lnTo>
                  <a:lnTo>
                    <a:pt x="78089" y="848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166619" y="6377315"/>
              <a:ext cx="4094" cy="2134"/>
            </a:xfrm>
            <a:custGeom>
              <a:avLst/>
              <a:pathLst>
                <a:path w="4094" h="2134">
                  <a:moveTo>
                    <a:pt x="0" y="2134"/>
                  </a:moveTo>
                  <a:lnTo>
                    <a:pt x="2338" y="0"/>
                  </a:lnTo>
                  <a:lnTo>
                    <a:pt x="4094" y="21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176615" y="6374030"/>
              <a:ext cx="4124" cy="5419"/>
            </a:xfrm>
            <a:custGeom>
              <a:avLst/>
              <a:pathLst>
                <a:path w="4124" h="5419">
                  <a:moveTo>
                    <a:pt x="0" y="5419"/>
                  </a:moveTo>
                  <a:lnTo>
                    <a:pt x="1849" y="0"/>
                  </a:lnTo>
                  <a:lnTo>
                    <a:pt x="4124" y="541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182063" y="6365846"/>
              <a:ext cx="14372" cy="13603"/>
            </a:xfrm>
            <a:custGeom>
              <a:avLst/>
              <a:pathLst>
                <a:path w="14372" h="13603">
                  <a:moveTo>
                    <a:pt x="0" y="13603"/>
                  </a:moveTo>
                  <a:lnTo>
                    <a:pt x="2740" y="0"/>
                  </a:lnTo>
                  <a:lnTo>
                    <a:pt x="5909" y="9790"/>
                  </a:lnTo>
                  <a:lnTo>
                    <a:pt x="9078" y="6480"/>
                  </a:lnTo>
                  <a:lnTo>
                    <a:pt x="12247" y="10264"/>
                  </a:lnTo>
                  <a:lnTo>
                    <a:pt x="14372" y="136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197949" y="6363333"/>
              <a:ext cx="8937" cy="16116"/>
            </a:xfrm>
            <a:custGeom>
              <a:avLst/>
              <a:pathLst>
                <a:path w="8937" h="16116">
                  <a:moveTo>
                    <a:pt x="0" y="16116"/>
                  </a:moveTo>
                  <a:lnTo>
                    <a:pt x="2699" y="6686"/>
                  </a:lnTo>
                  <a:lnTo>
                    <a:pt x="5868" y="0"/>
                  </a:lnTo>
                  <a:lnTo>
                    <a:pt x="8937" y="161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207124" y="6367710"/>
              <a:ext cx="5433" cy="11739"/>
            </a:xfrm>
            <a:custGeom>
              <a:avLst/>
              <a:pathLst>
                <a:path w="5433" h="11739">
                  <a:moveTo>
                    <a:pt x="0" y="11739"/>
                  </a:moveTo>
                  <a:lnTo>
                    <a:pt x="3032" y="0"/>
                  </a:lnTo>
                  <a:lnTo>
                    <a:pt x="5433" y="117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215077" y="6376410"/>
              <a:ext cx="6171" cy="3039"/>
            </a:xfrm>
            <a:custGeom>
              <a:avLst/>
              <a:pathLst>
                <a:path w="6171" h="3039">
                  <a:moveTo>
                    <a:pt x="0" y="3039"/>
                  </a:moveTo>
                  <a:lnTo>
                    <a:pt x="1417" y="0"/>
                  </a:lnTo>
                  <a:lnTo>
                    <a:pt x="4586" y="1442"/>
                  </a:lnTo>
                  <a:lnTo>
                    <a:pt x="6171" y="30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223183" y="6366601"/>
              <a:ext cx="14597" cy="12848"/>
            </a:xfrm>
            <a:custGeom>
              <a:avLst/>
              <a:pathLst>
                <a:path w="14597" h="12848">
                  <a:moveTo>
                    <a:pt x="0" y="12848"/>
                  </a:moveTo>
                  <a:lnTo>
                    <a:pt x="2819" y="0"/>
                  </a:lnTo>
                  <a:lnTo>
                    <a:pt x="5988" y="4041"/>
                  </a:lnTo>
                  <a:lnTo>
                    <a:pt x="9157" y="1567"/>
                  </a:lnTo>
                  <a:lnTo>
                    <a:pt x="12326" y="9508"/>
                  </a:lnTo>
                  <a:lnTo>
                    <a:pt x="14597" y="128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239339" y="6374434"/>
              <a:ext cx="8590" cy="5015"/>
            </a:xfrm>
            <a:custGeom>
              <a:avLst/>
              <a:pathLst>
                <a:path w="8590" h="5015">
                  <a:moveTo>
                    <a:pt x="0" y="5015"/>
                  </a:moveTo>
                  <a:lnTo>
                    <a:pt x="2508" y="0"/>
                  </a:lnTo>
                  <a:lnTo>
                    <a:pt x="5677" y="2921"/>
                  </a:lnTo>
                  <a:lnTo>
                    <a:pt x="8590" y="50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252971" y="6292143"/>
              <a:ext cx="72363" cy="87306"/>
            </a:xfrm>
            <a:custGeom>
              <a:avLst/>
              <a:pathLst>
                <a:path w="72363" h="87306">
                  <a:moveTo>
                    <a:pt x="0" y="87306"/>
                  </a:moveTo>
                  <a:lnTo>
                    <a:pt x="1553" y="87038"/>
                  </a:lnTo>
                  <a:lnTo>
                    <a:pt x="4722" y="71089"/>
                  </a:lnTo>
                  <a:lnTo>
                    <a:pt x="7891" y="61426"/>
                  </a:lnTo>
                  <a:lnTo>
                    <a:pt x="11060" y="60811"/>
                  </a:lnTo>
                  <a:lnTo>
                    <a:pt x="14229" y="47103"/>
                  </a:lnTo>
                  <a:lnTo>
                    <a:pt x="17399" y="58090"/>
                  </a:lnTo>
                  <a:lnTo>
                    <a:pt x="20568" y="53781"/>
                  </a:lnTo>
                  <a:lnTo>
                    <a:pt x="23737" y="52428"/>
                  </a:lnTo>
                  <a:lnTo>
                    <a:pt x="26906" y="49050"/>
                  </a:lnTo>
                  <a:lnTo>
                    <a:pt x="30075" y="5788"/>
                  </a:lnTo>
                  <a:lnTo>
                    <a:pt x="33244" y="3489"/>
                  </a:lnTo>
                  <a:lnTo>
                    <a:pt x="36414" y="16201"/>
                  </a:lnTo>
                  <a:lnTo>
                    <a:pt x="39583" y="8403"/>
                  </a:lnTo>
                  <a:lnTo>
                    <a:pt x="42752" y="9429"/>
                  </a:lnTo>
                  <a:lnTo>
                    <a:pt x="45921" y="0"/>
                  </a:lnTo>
                  <a:lnTo>
                    <a:pt x="49090" y="34426"/>
                  </a:lnTo>
                  <a:lnTo>
                    <a:pt x="52259" y="19736"/>
                  </a:lnTo>
                  <a:lnTo>
                    <a:pt x="55429" y="22337"/>
                  </a:lnTo>
                  <a:lnTo>
                    <a:pt x="58598" y="37192"/>
                  </a:lnTo>
                  <a:lnTo>
                    <a:pt x="61767" y="24665"/>
                  </a:lnTo>
                  <a:lnTo>
                    <a:pt x="64936" y="76436"/>
                  </a:lnTo>
                  <a:lnTo>
                    <a:pt x="68105" y="77471"/>
                  </a:lnTo>
                  <a:lnTo>
                    <a:pt x="71274" y="81908"/>
                  </a:lnTo>
                  <a:lnTo>
                    <a:pt x="72363" y="873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329757" y="6375808"/>
              <a:ext cx="2036" cy="3641"/>
            </a:xfrm>
            <a:custGeom>
              <a:avLst/>
              <a:pathLst>
                <a:path w="2036" h="3641">
                  <a:moveTo>
                    <a:pt x="0" y="3641"/>
                  </a:moveTo>
                  <a:lnTo>
                    <a:pt x="826" y="0"/>
                  </a:lnTo>
                  <a:lnTo>
                    <a:pt x="2036" y="36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339245" y="6377799"/>
              <a:ext cx="2482" cy="1650"/>
            </a:xfrm>
            <a:custGeom>
              <a:avLst/>
              <a:pathLst>
                <a:path w="2482" h="1650">
                  <a:moveTo>
                    <a:pt x="0" y="1650"/>
                  </a:moveTo>
                  <a:lnTo>
                    <a:pt x="846" y="0"/>
                  </a:lnTo>
                  <a:lnTo>
                    <a:pt x="2482" y="16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351814" y="6353043"/>
              <a:ext cx="69191" cy="26406"/>
            </a:xfrm>
            <a:custGeom>
              <a:avLst/>
              <a:pathLst>
                <a:path w="69191" h="26406">
                  <a:moveTo>
                    <a:pt x="0" y="26406"/>
                  </a:moveTo>
                  <a:lnTo>
                    <a:pt x="953" y="21826"/>
                  </a:lnTo>
                  <a:lnTo>
                    <a:pt x="4123" y="24407"/>
                  </a:lnTo>
                  <a:lnTo>
                    <a:pt x="7292" y="21061"/>
                  </a:lnTo>
                  <a:lnTo>
                    <a:pt x="10461" y="14119"/>
                  </a:lnTo>
                  <a:lnTo>
                    <a:pt x="13630" y="10960"/>
                  </a:lnTo>
                  <a:lnTo>
                    <a:pt x="16799" y="6625"/>
                  </a:lnTo>
                  <a:lnTo>
                    <a:pt x="19968" y="5795"/>
                  </a:lnTo>
                  <a:lnTo>
                    <a:pt x="23138" y="11772"/>
                  </a:lnTo>
                  <a:lnTo>
                    <a:pt x="26307" y="5751"/>
                  </a:lnTo>
                  <a:lnTo>
                    <a:pt x="29476" y="13465"/>
                  </a:lnTo>
                  <a:lnTo>
                    <a:pt x="32645" y="22666"/>
                  </a:lnTo>
                  <a:lnTo>
                    <a:pt x="35814" y="2422"/>
                  </a:lnTo>
                  <a:lnTo>
                    <a:pt x="38983" y="0"/>
                  </a:lnTo>
                  <a:lnTo>
                    <a:pt x="42153" y="17816"/>
                  </a:lnTo>
                  <a:lnTo>
                    <a:pt x="45322" y="20854"/>
                  </a:lnTo>
                  <a:lnTo>
                    <a:pt x="48491" y="3490"/>
                  </a:lnTo>
                  <a:lnTo>
                    <a:pt x="51660" y="5685"/>
                  </a:lnTo>
                  <a:lnTo>
                    <a:pt x="54829" y="13660"/>
                  </a:lnTo>
                  <a:lnTo>
                    <a:pt x="57998" y="20712"/>
                  </a:lnTo>
                  <a:lnTo>
                    <a:pt x="61167" y="23185"/>
                  </a:lnTo>
                  <a:lnTo>
                    <a:pt x="64337" y="23801"/>
                  </a:lnTo>
                  <a:lnTo>
                    <a:pt x="67506" y="25718"/>
                  </a:lnTo>
                  <a:lnTo>
                    <a:pt x="69191" y="264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425650" y="6362027"/>
              <a:ext cx="36468" cy="17422"/>
            </a:xfrm>
            <a:custGeom>
              <a:avLst/>
              <a:pathLst>
                <a:path w="36468" h="17422">
                  <a:moveTo>
                    <a:pt x="0" y="17422"/>
                  </a:moveTo>
                  <a:lnTo>
                    <a:pt x="8" y="17420"/>
                  </a:lnTo>
                  <a:lnTo>
                    <a:pt x="3177" y="5595"/>
                  </a:lnTo>
                  <a:lnTo>
                    <a:pt x="6347" y="13399"/>
                  </a:lnTo>
                  <a:lnTo>
                    <a:pt x="9516" y="12242"/>
                  </a:lnTo>
                  <a:lnTo>
                    <a:pt x="12685" y="11742"/>
                  </a:lnTo>
                  <a:lnTo>
                    <a:pt x="15854" y="15287"/>
                  </a:lnTo>
                  <a:lnTo>
                    <a:pt x="19023" y="427"/>
                  </a:lnTo>
                  <a:lnTo>
                    <a:pt x="22192" y="0"/>
                  </a:lnTo>
                  <a:lnTo>
                    <a:pt x="25361" y="13074"/>
                  </a:lnTo>
                  <a:lnTo>
                    <a:pt x="28531" y="8794"/>
                  </a:lnTo>
                  <a:lnTo>
                    <a:pt x="31700" y="13781"/>
                  </a:lnTo>
                  <a:lnTo>
                    <a:pt x="34869" y="15861"/>
                  </a:lnTo>
                  <a:lnTo>
                    <a:pt x="36468" y="174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498136" y="6377814"/>
              <a:ext cx="4309" cy="1635"/>
            </a:xfrm>
            <a:custGeom>
              <a:avLst/>
              <a:pathLst>
                <a:path w="4309" h="1635">
                  <a:moveTo>
                    <a:pt x="0" y="1635"/>
                  </a:moveTo>
                  <a:lnTo>
                    <a:pt x="413" y="796"/>
                  </a:lnTo>
                  <a:lnTo>
                    <a:pt x="3582" y="0"/>
                  </a:lnTo>
                  <a:lnTo>
                    <a:pt x="4309" y="16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599778" y="6328502"/>
              <a:ext cx="54881" cy="50947"/>
            </a:xfrm>
            <a:custGeom>
              <a:avLst/>
              <a:pathLst>
                <a:path w="54881" h="50947">
                  <a:moveTo>
                    <a:pt x="0" y="50947"/>
                  </a:moveTo>
                  <a:lnTo>
                    <a:pt x="184" y="49933"/>
                  </a:lnTo>
                  <a:lnTo>
                    <a:pt x="3353" y="48312"/>
                  </a:lnTo>
                  <a:lnTo>
                    <a:pt x="6522" y="41128"/>
                  </a:lnTo>
                  <a:lnTo>
                    <a:pt x="9691" y="39526"/>
                  </a:lnTo>
                  <a:lnTo>
                    <a:pt x="12860" y="43624"/>
                  </a:lnTo>
                  <a:lnTo>
                    <a:pt x="16030" y="48638"/>
                  </a:lnTo>
                  <a:lnTo>
                    <a:pt x="19199" y="35300"/>
                  </a:lnTo>
                  <a:lnTo>
                    <a:pt x="22368" y="44084"/>
                  </a:lnTo>
                  <a:lnTo>
                    <a:pt x="25537" y="39893"/>
                  </a:lnTo>
                  <a:lnTo>
                    <a:pt x="28706" y="27633"/>
                  </a:lnTo>
                  <a:lnTo>
                    <a:pt x="31875" y="30150"/>
                  </a:lnTo>
                  <a:lnTo>
                    <a:pt x="35044" y="7763"/>
                  </a:lnTo>
                  <a:lnTo>
                    <a:pt x="38214" y="3205"/>
                  </a:lnTo>
                  <a:lnTo>
                    <a:pt x="41383" y="0"/>
                  </a:lnTo>
                  <a:lnTo>
                    <a:pt x="44552" y="16688"/>
                  </a:lnTo>
                  <a:lnTo>
                    <a:pt x="47721" y="33149"/>
                  </a:lnTo>
                  <a:lnTo>
                    <a:pt x="50890" y="35133"/>
                  </a:lnTo>
                  <a:lnTo>
                    <a:pt x="54059" y="48897"/>
                  </a:lnTo>
                  <a:lnTo>
                    <a:pt x="54881" y="509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82182" y="6379268"/>
              <a:ext cx="385" cy="181"/>
            </a:xfrm>
            <a:custGeom>
              <a:avLst/>
              <a:pathLst>
                <a:path w="385" h="181">
                  <a:moveTo>
                    <a:pt x="0" y="181"/>
                  </a:moveTo>
                  <a:lnTo>
                    <a:pt x="178" y="0"/>
                  </a:lnTo>
                  <a:lnTo>
                    <a:pt x="385" y="18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07549" y="6378221"/>
              <a:ext cx="6567" cy="1228"/>
            </a:xfrm>
            <a:custGeom>
              <a:avLst/>
              <a:pathLst>
                <a:path w="6567" h="1228">
                  <a:moveTo>
                    <a:pt x="0" y="1228"/>
                  </a:moveTo>
                  <a:lnTo>
                    <a:pt x="164" y="1043"/>
                  </a:lnTo>
                  <a:lnTo>
                    <a:pt x="3334" y="0"/>
                  </a:lnTo>
                  <a:lnTo>
                    <a:pt x="6503" y="1046"/>
                  </a:lnTo>
                  <a:lnTo>
                    <a:pt x="6567" y="12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46732" y="6264656"/>
              <a:ext cx="96954" cy="114793"/>
            </a:xfrm>
            <a:custGeom>
              <a:avLst/>
              <a:pathLst>
                <a:path w="96954" h="114793">
                  <a:moveTo>
                    <a:pt x="0" y="114793"/>
                  </a:moveTo>
                  <a:lnTo>
                    <a:pt x="2180" y="109890"/>
                  </a:lnTo>
                  <a:lnTo>
                    <a:pt x="5349" y="110981"/>
                  </a:lnTo>
                  <a:lnTo>
                    <a:pt x="8519" y="91923"/>
                  </a:lnTo>
                  <a:lnTo>
                    <a:pt x="11688" y="103461"/>
                  </a:lnTo>
                  <a:lnTo>
                    <a:pt x="14857" y="78737"/>
                  </a:lnTo>
                  <a:lnTo>
                    <a:pt x="18026" y="69150"/>
                  </a:lnTo>
                  <a:lnTo>
                    <a:pt x="21195" y="51868"/>
                  </a:lnTo>
                  <a:lnTo>
                    <a:pt x="24364" y="16876"/>
                  </a:lnTo>
                  <a:lnTo>
                    <a:pt x="27534" y="40421"/>
                  </a:lnTo>
                  <a:lnTo>
                    <a:pt x="30703" y="0"/>
                  </a:lnTo>
                  <a:lnTo>
                    <a:pt x="33872" y="7041"/>
                  </a:lnTo>
                  <a:lnTo>
                    <a:pt x="37041" y="20219"/>
                  </a:lnTo>
                  <a:lnTo>
                    <a:pt x="40210" y="46104"/>
                  </a:lnTo>
                  <a:lnTo>
                    <a:pt x="43379" y="74054"/>
                  </a:lnTo>
                  <a:lnTo>
                    <a:pt x="46548" y="79307"/>
                  </a:lnTo>
                  <a:lnTo>
                    <a:pt x="49718" y="94716"/>
                  </a:lnTo>
                  <a:lnTo>
                    <a:pt x="52887" y="109646"/>
                  </a:lnTo>
                  <a:lnTo>
                    <a:pt x="56056" y="104139"/>
                  </a:lnTo>
                  <a:lnTo>
                    <a:pt x="59225" y="111473"/>
                  </a:lnTo>
                  <a:lnTo>
                    <a:pt x="62394" y="107839"/>
                  </a:lnTo>
                  <a:lnTo>
                    <a:pt x="65563" y="112924"/>
                  </a:lnTo>
                  <a:lnTo>
                    <a:pt x="68733" y="114680"/>
                  </a:lnTo>
                  <a:lnTo>
                    <a:pt x="71902" y="112980"/>
                  </a:lnTo>
                  <a:lnTo>
                    <a:pt x="75071" y="108348"/>
                  </a:lnTo>
                  <a:lnTo>
                    <a:pt x="78240" y="103981"/>
                  </a:lnTo>
                  <a:lnTo>
                    <a:pt x="81409" y="96394"/>
                  </a:lnTo>
                  <a:lnTo>
                    <a:pt x="84578" y="112907"/>
                  </a:lnTo>
                  <a:lnTo>
                    <a:pt x="87748" y="113411"/>
                  </a:lnTo>
                  <a:lnTo>
                    <a:pt x="90917" y="110657"/>
                  </a:lnTo>
                  <a:lnTo>
                    <a:pt x="94086" y="113344"/>
                  </a:lnTo>
                  <a:lnTo>
                    <a:pt x="96954" y="1147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29384" y="6326919"/>
              <a:ext cx="63140" cy="52530"/>
            </a:xfrm>
            <a:custGeom>
              <a:avLst/>
              <a:pathLst>
                <a:path w="63140" h="52530">
                  <a:moveTo>
                    <a:pt x="0" y="52530"/>
                  </a:moveTo>
                  <a:lnTo>
                    <a:pt x="171" y="51979"/>
                  </a:lnTo>
                  <a:lnTo>
                    <a:pt x="3340" y="44236"/>
                  </a:lnTo>
                  <a:lnTo>
                    <a:pt x="6509" y="43727"/>
                  </a:lnTo>
                  <a:lnTo>
                    <a:pt x="9678" y="52065"/>
                  </a:lnTo>
                  <a:lnTo>
                    <a:pt x="12848" y="23218"/>
                  </a:lnTo>
                  <a:lnTo>
                    <a:pt x="16017" y="0"/>
                  </a:lnTo>
                  <a:lnTo>
                    <a:pt x="19186" y="19415"/>
                  </a:lnTo>
                  <a:lnTo>
                    <a:pt x="22355" y="32619"/>
                  </a:lnTo>
                  <a:lnTo>
                    <a:pt x="25524" y="44377"/>
                  </a:lnTo>
                  <a:lnTo>
                    <a:pt x="28693" y="35222"/>
                  </a:lnTo>
                  <a:lnTo>
                    <a:pt x="31863" y="33605"/>
                  </a:lnTo>
                  <a:lnTo>
                    <a:pt x="35032" y="35789"/>
                  </a:lnTo>
                  <a:lnTo>
                    <a:pt x="38201" y="25624"/>
                  </a:lnTo>
                  <a:lnTo>
                    <a:pt x="41370" y="30519"/>
                  </a:lnTo>
                  <a:lnTo>
                    <a:pt x="44539" y="34527"/>
                  </a:lnTo>
                  <a:lnTo>
                    <a:pt x="47708" y="40356"/>
                  </a:lnTo>
                  <a:lnTo>
                    <a:pt x="50878" y="43441"/>
                  </a:lnTo>
                  <a:lnTo>
                    <a:pt x="54047" y="49945"/>
                  </a:lnTo>
                  <a:lnTo>
                    <a:pt x="57216" y="47215"/>
                  </a:lnTo>
                  <a:lnTo>
                    <a:pt x="60385" y="48988"/>
                  </a:lnTo>
                  <a:lnTo>
                    <a:pt x="63140" y="525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002051" y="6377349"/>
              <a:ext cx="5246" cy="2100"/>
            </a:xfrm>
            <a:custGeom>
              <a:avLst/>
              <a:pathLst>
                <a:path w="5246" h="2100">
                  <a:moveTo>
                    <a:pt x="0" y="2100"/>
                  </a:moveTo>
                  <a:lnTo>
                    <a:pt x="394" y="1668"/>
                  </a:lnTo>
                  <a:lnTo>
                    <a:pt x="3563" y="0"/>
                  </a:lnTo>
                  <a:lnTo>
                    <a:pt x="5246" y="21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09011" y="6285787"/>
              <a:ext cx="82191" cy="93662"/>
            </a:xfrm>
            <a:custGeom>
              <a:avLst/>
              <a:pathLst>
                <a:path w="82191" h="93662">
                  <a:moveTo>
                    <a:pt x="0" y="93662"/>
                  </a:moveTo>
                  <a:lnTo>
                    <a:pt x="2942" y="69589"/>
                  </a:lnTo>
                  <a:lnTo>
                    <a:pt x="6111" y="75452"/>
                  </a:lnTo>
                  <a:lnTo>
                    <a:pt x="9280" y="87638"/>
                  </a:lnTo>
                  <a:lnTo>
                    <a:pt x="12449" y="71118"/>
                  </a:lnTo>
                  <a:lnTo>
                    <a:pt x="15619" y="41256"/>
                  </a:lnTo>
                  <a:lnTo>
                    <a:pt x="18788" y="25902"/>
                  </a:lnTo>
                  <a:lnTo>
                    <a:pt x="21957" y="7422"/>
                  </a:lnTo>
                  <a:lnTo>
                    <a:pt x="25126" y="42224"/>
                  </a:lnTo>
                  <a:lnTo>
                    <a:pt x="28295" y="22865"/>
                  </a:lnTo>
                  <a:lnTo>
                    <a:pt x="31464" y="0"/>
                  </a:lnTo>
                  <a:lnTo>
                    <a:pt x="34633" y="53233"/>
                  </a:lnTo>
                  <a:lnTo>
                    <a:pt x="37803" y="49958"/>
                  </a:lnTo>
                  <a:lnTo>
                    <a:pt x="40972" y="54932"/>
                  </a:lnTo>
                  <a:lnTo>
                    <a:pt x="44141" y="55020"/>
                  </a:lnTo>
                  <a:lnTo>
                    <a:pt x="47310" y="74673"/>
                  </a:lnTo>
                  <a:lnTo>
                    <a:pt x="50479" y="54197"/>
                  </a:lnTo>
                  <a:lnTo>
                    <a:pt x="53648" y="39879"/>
                  </a:lnTo>
                  <a:lnTo>
                    <a:pt x="56818" y="43458"/>
                  </a:lnTo>
                  <a:lnTo>
                    <a:pt x="59987" y="56017"/>
                  </a:lnTo>
                  <a:lnTo>
                    <a:pt x="63156" y="73410"/>
                  </a:lnTo>
                  <a:lnTo>
                    <a:pt x="66325" y="82022"/>
                  </a:lnTo>
                  <a:lnTo>
                    <a:pt x="69494" y="91742"/>
                  </a:lnTo>
                  <a:lnTo>
                    <a:pt x="72663" y="76797"/>
                  </a:lnTo>
                  <a:lnTo>
                    <a:pt x="75833" y="70319"/>
                  </a:lnTo>
                  <a:lnTo>
                    <a:pt x="79002" y="79196"/>
                  </a:lnTo>
                  <a:lnTo>
                    <a:pt x="82171" y="93631"/>
                  </a:lnTo>
                  <a:lnTo>
                    <a:pt x="82191" y="936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139414" y="6305261"/>
              <a:ext cx="41099" cy="74188"/>
            </a:xfrm>
            <a:custGeom>
              <a:avLst/>
              <a:pathLst>
                <a:path w="41099" h="74188">
                  <a:moveTo>
                    <a:pt x="0" y="74188"/>
                  </a:moveTo>
                  <a:lnTo>
                    <a:pt x="2474" y="62750"/>
                  </a:lnTo>
                  <a:lnTo>
                    <a:pt x="5643" y="61025"/>
                  </a:lnTo>
                  <a:lnTo>
                    <a:pt x="8812" y="37698"/>
                  </a:lnTo>
                  <a:lnTo>
                    <a:pt x="11981" y="33749"/>
                  </a:lnTo>
                  <a:lnTo>
                    <a:pt x="15150" y="10850"/>
                  </a:lnTo>
                  <a:lnTo>
                    <a:pt x="18320" y="0"/>
                  </a:lnTo>
                  <a:lnTo>
                    <a:pt x="21489" y="22493"/>
                  </a:lnTo>
                  <a:lnTo>
                    <a:pt x="24658" y="38638"/>
                  </a:lnTo>
                  <a:lnTo>
                    <a:pt x="27827" y="57606"/>
                  </a:lnTo>
                  <a:lnTo>
                    <a:pt x="30996" y="43941"/>
                  </a:lnTo>
                  <a:lnTo>
                    <a:pt x="34165" y="33753"/>
                  </a:lnTo>
                  <a:lnTo>
                    <a:pt x="37335" y="58710"/>
                  </a:lnTo>
                  <a:lnTo>
                    <a:pt x="40504" y="71727"/>
                  </a:lnTo>
                  <a:lnTo>
                    <a:pt x="41099" y="741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227968" y="6345773"/>
              <a:ext cx="38461" cy="33676"/>
            </a:xfrm>
            <a:custGeom>
              <a:avLst/>
              <a:pathLst>
                <a:path w="38461" h="33676">
                  <a:moveTo>
                    <a:pt x="0" y="33676"/>
                  </a:moveTo>
                  <a:lnTo>
                    <a:pt x="2657" y="16294"/>
                  </a:lnTo>
                  <a:lnTo>
                    <a:pt x="5826" y="16019"/>
                  </a:lnTo>
                  <a:lnTo>
                    <a:pt x="8995" y="18374"/>
                  </a:lnTo>
                  <a:lnTo>
                    <a:pt x="12164" y="26436"/>
                  </a:lnTo>
                  <a:lnTo>
                    <a:pt x="15334" y="11978"/>
                  </a:lnTo>
                  <a:lnTo>
                    <a:pt x="18503" y="7005"/>
                  </a:lnTo>
                  <a:lnTo>
                    <a:pt x="21672" y="6556"/>
                  </a:lnTo>
                  <a:lnTo>
                    <a:pt x="24841" y="18439"/>
                  </a:lnTo>
                  <a:lnTo>
                    <a:pt x="28010" y="0"/>
                  </a:lnTo>
                  <a:lnTo>
                    <a:pt x="31179" y="7435"/>
                  </a:lnTo>
                  <a:lnTo>
                    <a:pt x="34349" y="29045"/>
                  </a:lnTo>
                  <a:lnTo>
                    <a:pt x="37518" y="32481"/>
                  </a:lnTo>
                  <a:lnTo>
                    <a:pt x="38461" y="336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270872" y="6378239"/>
              <a:ext cx="4372" cy="1210"/>
            </a:xfrm>
            <a:custGeom>
              <a:avLst/>
              <a:pathLst>
                <a:path w="4372" h="1210">
                  <a:moveTo>
                    <a:pt x="0" y="1210"/>
                  </a:moveTo>
                  <a:lnTo>
                    <a:pt x="951" y="0"/>
                  </a:lnTo>
                  <a:lnTo>
                    <a:pt x="4120" y="256"/>
                  </a:lnTo>
                  <a:lnTo>
                    <a:pt x="4372" y="12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13770" y="6369721"/>
              <a:ext cx="3472" cy="9728"/>
            </a:xfrm>
            <a:custGeom>
              <a:avLst/>
              <a:pathLst>
                <a:path w="3472" h="9728">
                  <a:moveTo>
                    <a:pt x="0" y="9728"/>
                  </a:moveTo>
                  <a:lnTo>
                    <a:pt x="2422" y="0"/>
                  </a:lnTo>
                  <a:lnTo>
                    <a:pt x="3472" y="97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322165" y="6337716"/>
              <a:ext cx="17413" cy="41733"/>
            </a:xfrm>
            <a:custGeom>
              <a:avLst/>
              <a:pathLst>
                <a:path w="17413" h="41733">
                  <a:moveTo>
                    <a:pt x="0" y="41733"/>
                  </a:moveTo>
                  <a:lnTo>
                    <a:pt x="365" y="39169"/>
                  </a:lnTo>
                  <a:lnTo>
                    <a:pt x="3534" y="30383"/>
                  </a:lnTo>
                  <a:lnTo>
                    <a:pt x="6704" y="12965"/>
                  </a:lnTo>
                  <a:lnTo>
                    <a:pt x="9873" y="0"/>
                  </a:lnTo>
                  <a:lnTo>
                    <a:pt x="13042" y="17135"/>
                  </a:lnTo>
                  <a:lnTo>
                    <a:pt x="16211" y="37634"/>
                  </a:lnTo>
                  <a:lnTo>
                    <a:pt x="17413" y="417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512624" y="6379404"/>
              <a:ext cx="67" cy="45"/>
            </a:xfrm>
            <a:custGeom>
              <a:avLst/>
              <a:pathLst>
                <a:path w="67" h="45">
                  <a:moveTo>
                    <a:pt x="0" y="45"/>
                  </a:moveTo>
                  <a:lnTo>
                    <a:pt x="56" y="0"/>
                  </a:lnTo>
                  <a:lnTo>
                    <a:pt x="67" y="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525800" y="6327981"/>
              <a:ext cx="28074" cy="51468"/>
            </a:xfrm>
            <a:custGeom>
              <a:avLst/>
              <a:pathLst>
                <a:path w="28074" h="51468">
                  <a:moveTo>
                    <a:pt x="0" y="51468"/>
                  </a:moveTo>
                  <a:lnTo>
                    <a:pt x="2726" y="38049"/>
                  </a:lnTo>
                  <a:lnTo>
                    <a:pt x="5895" y="40968"/>
                  </a:lnTo>
                  <a:lnTo>
                    <a:pt x="9064" y="0"/>
                  </a:lnTo>
                  <a:lnTo>
                    <a:pt x="12234" y="4806"/>
                  </a:lnTo>
                  <a:lnTo>
                    <a:pt x="15403" y="7716"/>
                  </a:lnTo>
                  <a:lnTo>
                    <a:pt x="18572" y="19506"/>
                  </a:lnTo>
                  <a:lnTo>
                    <a:pt x="21741" y="46614"/>
                  </a:lnTo>
                  <a:lnTo>
                    <a:pt x="24910" y="32160"/>
                  </a:lnTo>
                  <a:lnTo>
                    <a:pt x="28074" y="5146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553887" y="6353615"/>
              <a:ext cx="14417" cy="25834"/>
            </a:xfrm>
            <a:custGeom>
              <a:avLst/>
              <a:pathLst>
                <a:path w="14417" h="25834">
                  <a:moveTo>
                    <a:pt x="0" y="25834"/>
                  </a:moveTo>
                  <a:lnTo>
                    <a:pt x="3161" y="11268"/>
                  </a:lnTo>
                  <a:lnTo>
                    <a:pt x="6330" y="0"/>
                  </a:lnTo>
                  <a:lnTo>
                    <a:pt x="9499" y="25065"/>
                  </a:lnTo>
                  <a:lnTo>
                    <a:pt x="12669" y="17381"/>
                  </a:lnTo>
                  <a:lnTo>
                    <a:pt x="14417" y="258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618819" y="6250655"/>
              <a:ext cx="89113" cy="128794"/>
            </a:xfrm>
            <a:custGeom>
              <a:avLst/>
              <a:pathLst>
                <a:path w="89113" h="128794">
                  <a:moveTo>
                    <a:pt x="0" y="128794"/>
                  </a:moveTo>
                  <a:lnTo>
                    <a:pt x="1613" y="125987"/>
                  </a:lnTo>
                  <a:lnTo>
                    <a:pt x="4782" y="114649"/>
                  </a:lnTo>
                  <a:lnTo>
                    <a:pt x="7951" y="114388"/>
                  </a:lnTo>
                  <a:lnTo>
                    <a:pt x="11120" y="107198"/>
                  </a:lnTo>
                  <a:lnTo>
                    <a:pt x="14289" y="120177"/>
                  </a:lnTo>
                  <a:lnTo>
                    <a:pt x="17458" y="101224"/>
                  </a:lnTo>
                  <a:lnTo>
                    <a:pt x="20628" y="98369"/>
                  </a:lnTo>
                  <a:lnTo>
                    <a:pt x="23797" y="81318"/>
                  </a:lnTo>
                  <a:lnTo>
                    <a:pt x="26966" y="37891"/>
                  </a:lnTo>
                  <a:lnTo>
                    <a:pt x="30135" y="43260"/>
                  </a:lnTo>
                  <a:lnTo>
                    <a:pt x="33304" y="10367"/>
                  </a:lnTo>
                  <a:lnTo>
                    <a:pt x="36473" y="0"/>
                  </a:lnTo>
                  <a:lnTo>
                    <a:pt x="39643" y="29284"/>
                  </a:lnTo>
                  <a:lnTo>
                    <a:pt x="42812" y="37676"/>
                  </a:lnTo>
                  <a:lnTo>
                    <a:pt x="45981" y="68166"/>
                  </a:lnTo>
                  <a:lnTo>
                    <a:pt x="49150" y="85537"/>
                  </a:lnTo>
                  <a:lnTo>
                    <a:pt x="52319" y="87457"/>
                  </a:lnTo>
                  <a:lnTo>
                    <a:pt x="55488" y="97872"/>
                  </a:lnTo>
                  <a:lnTo>
                    <a:pt x="58658" y="107204"/>
                  </a:lnTo>
                  <a:lnTo>
                    <a:pt x="61827" y="112938"/>
                  </a:lnTo>
                  <a:lnTo>
                    <a:pt x="64996" y="117474"/>
                  </a:lnTo>
                  <a:lnTo>
                    <a:pt x="68165" y="119643"/>
                  </a:lnTo>
                  <a:lnTo>
                    <a:pt x="71334" y="109326"/>
                  </a:lnTo>
                  <a:lnTo>
                    <a:pt x="74503" y="118360"/>
                  </a:lnTo>
                  <a:lnTo>
                    <a:pt x="77673" y="88655"/>
                  </a:lnTo>
                  <a:lnTo>
                    <a:pt x="80842" y="104507"/>
                  </a:lnTo>
                  <a:lnTo>
                    <a:pt x="84011" y="115364"/>
                  </a:lnTo>
                  <a:lnTo>
                    <a:pt x="87180" y="114199"/>
                  </a:lnTo>
                  <a:lnTo>
                    <a:pt x="89113" y="12879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733020" y="6360807"/>
              <a:ext cx="10220" cy="18642"/>
            </a:xfrm>
            <a:custGeom>
              <a:avLst/>
              <a:pathLst>
                <a:path w="10220" h="18642">
                  <a:moveTo>
                    <a:pt x="0" y="18642"/>
                  </a:moveTo>
                  <a:lnTo>
                    <a:pt x="1501" y="0"/>
                  </a:lnTo>
                  <a:lnTo>
                    <a:pt x="4670" y="16541"/>
                  </a:lnTo>
                  <a:lnTo>
                    <a:pt x="7839" y="7569"/>
                  </a:lnTo>
                  <a:lnTo>
                    <a:pt x="10220" y="186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815112" y="6304838"/>
              <a:ext cx="52723" cy="74611"/>
            </a:xfrm>
            <a:custGeom>
              <a:avLst/>
              <a:pathLst>
                <a:path w="52723" h="74611">
                  <a:moveTo>
                    <a:pt x="0" y="74611"/>
                  </a:moveTo>
                  <a:lnTo>
                    <a:pt x="1807" y="58900"/>
                  </a:lnTo>
                  <a:lnTo>
                    <a:pt x="4976" y="52066"/>
                  </a:lnTo>
                  <a:lnTo>
                    <a:pt x="8145" y="57122"/>
                  </a:lnTo>
                  <a:lnTo>
                    <a:pt x="11315" y="0"/>
                  </a:lnTo>
                  <a:lnTo>
                    <a:pt x="14484" y="29288"/>
                  </a:lnTo>
                  <a:lnTo>
                    <a:pt x="17653" y="12213"/>
                  </a:lnTo>
                  <a:lnTo>
                    <a:pt x="20822" y="45955"/>
                  </a:lnTo>
                  <a:lnTo>
                    <a:pt x="23991" y="53216"/>
                  </a:lnTo>
                  <a:lnTo>
                    <a:pt x="27160" y="22495"/>
                  </a:lnTo>
                  <a:lnTo>
                    <a:pt x="30330" y="23252"/>
                  </a:lnTo>
                  <a:lnTo>
                    <a:pt x="33499" y="23062"/>
                  </a:lnTo>
                  <a:lnTo>
                    <a:pt x="36668" y="22495"/>
                  </a:lnTo>
                  <a:lnTo>
                    <a:pt x="39837" y="21646"/>
                  </a:lnTo>
                  <a:lnTo>
                    <a:pt x="43006" y="20362"/>
                  </a:lnTo>
                  <a:lnTo>
                    <a:pt x="46175" y="53874"/>
                  </a:lnTo>
                  <a:lnTo>
                    <a:pt x="49344" y="59411"/>
                  </a:lnTo>
                  <a:lnTo>
                    <a:pt x="52514" y="73837"/>
                  </a:lnTo>
                  <a:lnTo>
                    <a:pt x="52723" y="746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904328" y="5871129"/>
              <a:ext cx="446305" cy="508320"/>
            </a:xfrm>
            <a:custGeom>
              <a:avLst/>
              <a:pathLst>
                <a:path w="446305" h="508320">
                  <a:moveTo>
                    <a:pt x="0" y="508320"/>
                  </a:moveTo>
                  <a:lnTo>
                    <a:pt x="1328" y="501164"/>
                  </a:lnTo>
                  <a:lnTo>
                    <a:pt x="4497" y="506125"/>
                  </a:lnTo>
                  <a:lnTo>
                    <a:pt x="7666" y="506403"/>
                  </a:lnTo>
                  <a:lnTo>
                    <a:pt x="10835" y="494467"/>
                  </a:lnTo>
                  <a:lnTo>
                    <a:pt x="14004" y="494726"/>
                  </a:lnTo>
                  <a:lnTo>
                    <a:pt x="17173" y="469044"/>
                  </a:lnTo>
                  <a:lnTo>
                    <a:pt x="20343" y="473716"/>
                  </a:lnTo>
                  <a:lnTo>
                    <a:pt x="23512" y="480153"/>
                  </a:lnTo>
                  <a:lnTo>
                    <a:pt x="26681" y="440464"/>
                  </a:lnTo>
                  <a:lnTo>
                    <a:pt x="29850" y="414782"/>
                  </a:lnTo>
                  <a:lnTo>
                    <a:pt x="33019" y="427357"/>
                  </a:lnTo>
                  <a:lnTo>
                    <a:pt x="36188" y="416641"/>
                  </a:lnTo>
                  <a:lnTo>
                    <a:pt x="39358" y="427053"/>
                  </a:lnTo>
                  <a:lnTo>
                    <a:pt x="42527" y="427256"/>
                  </a:lnTo>
                  <a:lnTo>
                    <a:pt x="45696" y="460167"/>
                  </a:lnTo>
                  <a:lnTo>
                    <a:pt x="48865" y="477666"/>
                  </a:lnTo>
                  <a:lnTo>
                    <a:pt x="52034" y="483273"/>
                  </a:lnTo>
                  <a:lnTo>
                    <a:pt x="55203" y="473673"/>
                  </a:lnTo>
                  <a:lnTo>
                    <a:pt x="58373" y="492545"/>
                  </a:lnTo>
                  <a:lnTo>
                    <a:pt x="61542" y="495148"/>
                  </a:lnTo>
                  <a:lnTo>
                    <a:pt x="64711" y="498520"/>
                  </a:lnTo>
                  <a:lnTo>
                    <a:pt x="67880" y="499890"/>
                  </a:lnTo>
                  <a:lnTo>
                    <a:pt x="71049" y="498743"/>
                  </a:lnTo>
                  <a:lnTo>
                    <a:pt x="74218" y="506226"/>
                  </a:lnTo>
                  <a:lnTo>
                    <a:pt x="77387" y="505757"/>
                  </a:lnTo>
                  <a:lnTo>
                    <a:pt x="80557" y="501707"/>
                  </a:lnTo>
                  <a:lnTo>
                    <a:pt x="83726" y="500454"/>
                  </a:lnTo>
                  <a:lnTo>
                    <a:pt x="86895" y="473106"/>
                  </a:lnTo>
                  <a:lnTo>
                    <a:pt x="90064" y="471222"/>
                  </a:lnTo>
                  <a:lnTo>
                    <a:pt x="93233" y="467951"/>
                  </a:lnTo>
                  <a:lnTo>
                    <a:pt x="96402" y="469492"/>
                  </a:lnTo>
                  <a:lnTo>
                    <a:pt x="99572" y="459860"/>
                  </a:lnTo>
                  <a:lnTo>
                    <a:pt x="102741" y="478971"/>
                  </a:lnTo>
                  <a:lnTo>
                    <a:pt x="105910" y="489746"/>
                  </a:lnTo>
                  <a:lnTo>
                    <a:pt x="109079" y="488300"/>
                  </a:lnTo>
                  <a:lnTo>
                    <a:pt x="112248" y="465638"/>
                  </a:lnTo>
                  <a:lnTo>
                    <a:pt x="115417" y="449874"/>
                  </a:lnTo>
                  <a:lnTo>
                    <a:pt x="118587" y="445843"/>
                  </a:lnTo>
                  <a:lnTo>
                    <a:pt x="121756" y="447922"/>
                  </a:lnTo>
                  <a:lnTo>
                    <a:pt x="124925" y="447936"/>
                  </a:lnTo>
                  <a:lnTo>
                    <a:pt x="128094" y="446948"/>
                  </a:lnTo>
                  <a:lnTo>
                    <a:pt x="131263" y="440276"/>
                  </a:lnTo>
                  <a:lnTo>
                    <a:pt x="134432" y="445318"/>
                  </a:lnTo>
                  <a:lnTo>
                    <a:pt x="137602" y="451313"/>
                  </a:lnTo>
                  <a:lnTo>
                    <a:pt x="140771" y="451914"/>
                  </a:lnTo>
                  <a:lnTo>
                    <a:pt x="143940" y="444059"/>
                  </a:lnTo>
                  <a:lnTo>
                    <a:pt x="147109" y="428700"/>
                  </a:lnTo>
                  <a:lnTo>
                    <a:pt x="150278" y="431422"/>
                  </a:lnTo>
                  <a:lnTo>
                    <a:pt x="153447" y="410917"/>
                  </a:lnTo>
                  <a:lnTo>
                    <a:pt x="156616" y="389033"/>
                  </a:lnTo>
                  <a:lnTo>
                    <a:pt x="159786" y="382402"/>
                  </a:lnTo>
                  <a:lnTo>
                    <a:pt x="162955" y="366958"/>
                  </a:lnTo>
                  <a:lnTo>
                    <a:pt x="166124" y="377767"/>
                  </a:lnTo>
                  <a:lnTo>
                    <a:pt x="169293" y="392892"/>
                  </a:lnTo>
                  <a:lnTo>
                    <a:pt x="172462" y="409492"/>
                  </a:lnTo>
                  <a:lnTo>
                    <a:pt x="175631" y="400272"/>
                  </a:lnTo>
                  <a:lnTo>
                    <a:pt x="178801" y="397618"/>
                  </a:lnTo>
                  <a:lnTo>
                    <a:pt x="181970" y="383985"/>
                  </a:lnTo>
                  <a:lnTo>
                    <a:pt x="185139" y="372647"/>
                  </a:lnTo>
                  <a:lnTo>
                    <a:pt x="188308" y="361940"/>
                  </a:lnTo>
                  <a:lnTo>
                    <a:pt x="191477" y="350903"/>
                  </a:lnTo>
                  <a:lnTo>
                    <a:pt x="194646" y="320534"/>
                  </a:lnTo>
                  <a:lnTo>
                    <a:pt x="197816" y="258916"/>
                  </a:lnTo>
                  <a:lnTo>
                    <a:pt x="200985" y="251666"/>
                  </a:lnTo>
                  <a:lnTo>
                    <a:pt x="204154" y="265769"/>
                  </a:lnTo>
                  <a:lnTo>
                    <a:pt x="207323" y="271793"/>
                  </a:lnTo>
                  <a:lnTo>
                    <a:pt x="210492" y="251064"/>
                  </a:lnTo>
                  <a:lnTo>
                    <a:pt x="213661" y="214570"/>
                  </a:lnTo>
                  <a:lnTo>
                    <a:pt x="216830" y="191051"/>
                  </a:lnTo>
                  <a:lnTo>
                    <a:pt x="220000" y="169609"/>
                  </a:lnTo>
                  <a:lnTo>
                    <a:pt x="223169" y="118289"/>
                  </a:lnTo>
                  <a:lnTo>
                    <a:pt x="226338" y="120097"/>
                  </a:lnTo>
                  <a:lnTo>
                    <a:pt x="229507" y="88422"/>
                  </a:lnTo>
                  <a:lnTo>
                    <a:pt x="232676" y="97328"/>
                  </a:lnTo>
                  <a:lnTo>
                    <a:pt x="235845" y="42007"/>
                  </a:lnTo>
                  <a:lnTo>
                    <a:pt x="239015" y="116511"/>
                  </a:lnTo>
                  <a:lnTo>
                    <a:pt x="242184" y="131090"/>
                  </a:lnTo>
                  <a:lnTo>
                    <a:pt x="245353" y="150918"/>
                  </a:lnTo>
                  <a:lnTo>
                    <a:pt x="248522" y="98966"/>
                  </a:lnTo>
                  <a:lnTo>
                    <a:pt x="251691" y="104247"/>
                  </a:lnTo>
                  <a:lnTo>
                    <a:pt x="254860" y="114084"/>
                  </a:lnTo>
                  <a:lnTo>
                    <a:pt x="258030" y="136921"/>
                  </a:lnTo>
                  <a:lnTo>
                    <a:pt x="261199" y="18495"/>
                  </a:lnTo>
                  <a:lnTo>
                    <a:pt x="264368" y="0"/>
                  </a:lnTo>
                  <a:lnTo>
                    <a:pt x="267537" y="22519"/>
                  </a:lnTo>
                  <a:lnTo>
                    <a:pt x="270706" y="71833"/>
                  </a:lnTo>
                  <a:lnTo>
                    <a:pt x="273875" y="125873"/>
                  </a:lnTo>
                  <a:lnTo>
                    <a:pt x="277045" y="187133"/>
                  </a:lnTo>
                  <a:lnTo>
                    <a:pt x="280214" y="254295"/>
                  </a:lnTo>
                  <a:lnTo>
                    <a:pt x="283383" y="269078"/>
                  </a:lnTo>
                  <a:lnTo>
                    <a:pt x="286552" y="243007"/>
                  </a:lnTo>
                  <a:lnTo>
                    <a:pt x="289721" y="275164"/>
                  </a:lnTo>
                  <a:lnTo>
                    <a:pt x="292890" y="273497"/>
                  </a:lnTo>
                  <a:lnTo>
                    <a:pt x="296059" y="341565"/>
                  </a:lnTo>
                  <a:lnTo>
                    <a:pt x="299229" y="364684"/>
                  </a:lnTo>
                  <a:lnTo>
                    <a:pt x="302398" y="386910"/>
                  </a:lnTo>
                  <a:lnTo>
                    <a:pt x="305567" y="404928"/>
                  </a:lnTo>
                  <a:lnTo>
                    <a:pt x="308736" y="403648"/>
                  </a:lnTo>
                  <a:lnTo>
                    <a:pt x="311905" y="416432"/>
                  </a:lnTo>
                  <a:lnTo>
                    <a:pt x="315074" y="411978"/>
                  </a:lnTo>
                  <a:lnTo>
                    <a:pt x="318244" y="405078"/>
                  </a:lnTo>
                  <a:lnTo>
                    <a:pt x="321413" y="421041"/>
                  </a:lnTo>
                  <a:lnTo>
                    <a:pt x="324582" y="434776"/>
                  </a:lnTo>
                  <a:lnTo>
                    <a:pt x="327751" y="454593"/>
                  </a:lnTo>
                  <a:lnTo>
                    <a:pt x="330920" y="454406"/>
                  </a:lnTo>
                  <a:lnTo>
                    <a:pt x="334089" y="446461"/>
                  </a:lnTo>
                  <a:lnTo>
                    <a:pt x="337259" y="435415"/>
                  </a:lnTo>
                  <a:lnTo>
                    <a:pt x="340428" y="427450"/>
                  </a:lnTo>
                  <a:lnTo>
                    <a:pt x="343597" y="431152"/>
                  </a:lnTo>
                  <a:lnTo>
                    <a:pt x="346766" y="430458"/>
                  </a:lnTo>
                  <a:lnTo>
                    <a:pt x="349935" y="425693"/>
                  </a:lnTo>
                  <a:lnTo>
                    <a:pt x="353104" y="426017"/>
                  </a:lnTo>
                  <a:lnTo>
                    <a:pt x="356274" y="422062"/>
                  </a:lnTo>
                  <a:lnTo>
                    <a:pt x="359443" y="433811"/>
                  </a:lnTo>
                  <a:lnTo>
                    <a:pt x="362612" y="448742"/>
                  </a:lnTo>
                  <a:lnTo>
                    <a:pt x="365781" y="462168"/>
                  </a:lnTo>
                  <a:lnTo>
                    <a:pt x="368950" y="464633"/>
                  </a:lnTo>
                  <a:lnTo>
                    <a:pt x="372119" y="455312"/>
                  </a:lnTo>
                  <a:lnTo>
                    <a:pt x="375288" y="448632"/>
                  </a:lnTo>
                  <a:lnTo>
                    <a:pt x="378458" y="454662"/>
                  </a:lnTo>
                  <a:lnTo>
                    <a:pt x="381627" y="475988"/>
                  </a:lnTo>
                  <a:lnTo>
                    <a:pt x="384796" y="477747"/>
                  </a:lnTo>
                  <a:lnTo>
                    <a:pt x="387965" y="488893"/>
                  </a:lnTo>
                  <a:lnTo>
                    <a:pt x="391134" y="483261"/>
                  </a:lnTo>
                  <a:lnTo>
                    <a:pt x="394303" y="485356"/>
                  </a:lnTo>
                  <a:lnTo>
                    <a:pt x="397473" y="501228"/>
                  </a:lnTo>
                  <a:lnTo>
                    <a:pt x="400642" y="495132"/>
                  </a:lnTo>
                  <a:lnTo>
                    <a:pt x="403811" y="500475"/>
                  </a:lnTo>
                  <a:lnTo>
                    <a:pt x="406980" y="496528"/>
                  </a:lnTo>
                  <a:lnTo>
                    <a:pt x="410149" y="488292"/>
                  </a:lnTo>
                  <a:lnTo>
                    <a:pt x="413318" y="500412"/>
                  </a:lnTo>
                  <a:lnTo>
                    <a:pt x="416488" y="493303"/>
                  </a:lnTo>
                  <a:lnTo>
                    <a:pt x="419657" y="502003"/>
                  </a:lnTo>
                  <a:lnTo>
                    <a:pt x="422826" y="504333"/>
                  </a:lnTo>
                  <a:lnTo>
                    <a:pt x="425995" y="503221"/>
                  </a:lnTo>
                  <a:lnTo>
                    <a:pt x="429164" y="505909"/>
                  </a:lnTo>
                  <a:lnTo>
                    <a:pt x="432333" y="505909"/>
                  </a:lnTo>
                  <a:lnTo>
                    <a:pt x="435502" y="504992"/>
                  </a:lnTo>
                  <a:lnTo>
                    <a:pt x="438672" y="505909"/>
                  </a:lnTo>
                  <a:lnTo>
                    <a:pt x="441841" y="504839"/>
                  </a:lnTo>
                  <a:lnTo>
                    <a:pt x="445010" y="504369"/>
                  </a:lnTo>
                  <a:lnTo>
                    <a:pt x="446305" y="5083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377224" y="6360796"/>
              <a:ext cx="19240" cy="18653"/>
            </a:xfrm>
            <a:custGeom>
              <a:avLst/>
              <a:pathLst>
                <a:path w="19240" h="18653">
                  <a:moveTo>
                    <a:pt x="0" y="18653"/>
                  </a:moveTo>
                  <a:lnTo>
                    <a:pt x="637" y="13087"/>
                  </a:lnTo>
                  <a:lnTo>
                    <a:pt x="3806" y="17342"/>
                  </a:lnTo>
                  <a:lnTo>
                    <a:pt x="6975" y="11284"/>
                  </a:lnTo>
                  <a:lnTo>
                    <a:pt x="10144" y="0"/>
                  </a:lnTo>
                  <a:lnTo>
                    <a:pt x="13313" y="1770"/>
                  </a:lnTo>
                  <a:lnTo>
                    <a:pt x="16482" y="9450"/>
                  </a:lnTo>
                  <a:lnTo>
                    <a:pt x="19240" y="186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397153" y="6319911"/>
              <a:ext cx="37051" cy="59538"/>
            </a:xfrm>
            <a:custGeom>
              <a:avLst/>
              <a:pathLst>
                <a:path w="37051" h="59538">
                  <a:moveTo>
                    <a:pt x="0" y="59538"/>
                  </a:moveTo>
                  <a:lnTo>
                    <a:pt x="2891" y="45202"/>
                  </a:lnTo>
                  <a:lnTo>
                    <a:pt x="6060" y="37045"/>
                  </a:lnTo>
                  <a:lnTo>
                    <a:pt x="9230" y="31342"/>
                  </a:lnTo>
                  <a:lnTo>
                    <a:pt x="12399" y="35790"/>
                  </a:lnTo>
                  <a:lnTo>
                    <a:pt x="15568" y="28365"/>
                  </a:lnTo>
                  <a:lnTo>
                    <a:pt x="18737" y="0"/>
                  </a:lnTo>
                  <a:lnTo>
                    <a:pt x="21906" y="28687"/>
                  </a:lnTo>
                  <a:lnTo>
                    <a:pt x="25075" y="37244"/>
                  </a:lnTo>
                  <a:lnTo>
                    <a:pt x="28245" y="50099"/>
                  </a:lnTo>
                  <a:lnTo>
                    <a:pt x="31414" y="48748"/>
                  </a:lnTo>
                  <a:lnTo>
                    <a:pt x="34583" y="48753"/>
                  </a:lnTo>
                  <a:lnTo>
                    <a:pt x="37051" y="595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441827" y="5647712"/>
              <a:ext cx="426131" cy="731737"/>
            </a:xfrm>
            <a:custGeom>
              <a:avLst/>
              <a:pathLst>
                <a:path w="426131" h="731737">
                  <a:moveTo>
                    <a:pt x="0" y="731737"/>
                  </a:moveTo>
                  <a:lnTo>
                    <a:pt x="2585" y="702444"/>
                  </a:lnTo>
                  <a:lnTo>
                    <a:pt x="5755" y="711001"/>
                  </a:lnTo>
                  <a:lnTo>
                    <a:pt x="8924" y="671648"/>
                  </a:lnTo>
                  <a:lnTo>
                    <a:pt x="12093" y="667925"/>
                  </a:lnTo>
                  <a:lnTo>
                    <a:pt x="15262" y="638680"/>
                  </a:lnTo>
                  <a:lnTo>
                    <a:pt x="18431" y="591962"/>
                  </a:lnTo>
                  <a:lnTo>
                    <a:pt x="21600" y="642357"/>
                  </a:lnTo>
                  <a:lnTo>
                    <a:pt x="24770" y="618840"/>
                  </a:lnTo>
                  <a:lnTo>
                    <a:pt x="27939" y="621529"/>
                  </a:lnTo>
                  <a:lnTo>
                    <a:pt x="31108" y="576574"/>
                  </a:lnTo>
                  <a:lnTo>
                    <a:pt x="34277" y="507878"/>
                  </a:lnTo>
                  <a:lnTo>
                    <a:pt x="37446" y="479757"/>
                  </a:lnTo>
                  <a:lnTo>
                    <a:pt x="40615" y="482097"/>
                  </a:lnTo>
                  <a:lnTo>
                    <a:pt x="43784" y="559227"/>
                  </a:lnTo>
                  <a:lnTo>
                    <a:pt x="46954" y="581728"/>
                  </a:lnTo>
                  <a:lnTo>
                    <a:pt x="50123" y="593991"/>
                  </a:lnTo>
                  <a:lnTo>
                    <a:pt x="53292" y="594888"/>
                  </a:lnTo>
                  <a:lnTo>
                    <a:pt x="56461" y="609290"/>
                  </a:lnTo>
                  <a:lnTo>
                    <a:pt x="59630" y="611409"/>
                  </a:lnTo>
                  <a:lnTo>
                    <a:pt x="62799" y="617002"/>
                  </a:lnTo>
                  <a:lnTo>
                    <a:pt x="65969" y="585303"/>
                  </a:lnTo>
                  <a:lnTo>
                    <a:pt x="69138" y="597275"/>
                  </a:lnTo>
                  <a:lnTo>
                    <a:pt x="72307" y="601562"/>
                  </a:lnTo>
                  <a:lnTo>
                    <a:pt x="75476" y="600356"/>
                  </a:lnTo>
                  <a:lnTo>
                    <a:pt x="78645" y="579639"/>
                  </a:lnTo>
                  <a:lnTo>
                    <a:pt x="81814" y="576995"/>
                  </a:lnTo>
                  <a:lnTo>
                    <a:pt x="84984" y="555358"/>
                  </a:lnTo>
                  <a:lnTo>
                    <a:pt x="88153" y="558536"/>
                  </a:lnTo>
                  <a:lnTo>
                    <a:pt x="91322" y="510067"/>
                  </a:lnTo>
                  <a:lnTo>
                    <a:pt x="94491" y="514501"/>
                  </a:lnTo>
                  <a:lnTo>
                    <a:pt x="97660" y="514501"/>
                  </a:lnTo>
                  <a:lnTo>
                    <a:pt x="100829" y="490944"/>
                  </a:lnTo>
                  <a:lnTo>
                    <a:pt x="103999" y="499880"/>
                  </a:lnTo>
                  <a:lnTo>
                    <a:pt x="107168" y="493265"/>
                  </a:lnTo>
                  <a:lnTo>
                    <a:pt x="110337" y="479734"/>
                  </a:lnTo>
                  <a:lnTo>
                    <a:pt x="113506" y="440103"/>
                  </a:lnTo>
                  <a:lnTo>
                    <a:pt x="116675" y="436863"/>
                  </a:lnTo>
                  <a:lnTo>
                    <a:pt x="119844" y="443306"/>
                  </a:lnTo>
                  <a:lnTo>
                    <a:pt x="123013" y="443561"/>
                  </a:lnTo>
                  <a:lnTo>
                    <a:pt x="126183" y="393452"/>
                  </a:lnTo>
                  <a:lnTo>
                    <a:pt x="129352" y="367465"/>
                  </a:lnTo>
                  <a:lnTo>
                    <a:pt x="132521" y="354913"/>
                  </a:lnTo>
                  <a:lnTo>
                    <a:pt x="135690" y="332576"/>
                  </a:lnTo>
                  <a:lnTo>
                    <a:pt x="138859" y="287956"/>
                  </a:lnTo>
                  <a:lnTo>
                    <a:pt x="142028" y="285789"/>
                  </a:lnTo>
                  <a:lnTo>
                    <a:pt x="145198" y="277838"/>
                  </a:lnTo>
                  <a:lnTo>
                    <a:pt x="148367" y="245333"/>
                  </a:lnTo>
                  <a:lnTo>
                    <a:pt x="151536" y="212095"/>
                  </a:lnTo>
                  <a:lnTo>
                    <a:pt x="154705" y="197308"/>
                  </a:lnTo>
                  <a:lnTo>
                    <a:pt x="157874" y="104535"/>
                  </a:lnTo>
                  <a:lnTo>
                    <a:pt x="161043" y="63189"/>
                  </a:lnTo>
                  <a:lnTo>
                    <a:pt x="164213" y="69764"/>
                  </a:lnTo>
                  <a:lnTo>
                    <a:pt x="167382" y="64436"/>
                  </a:lnTo>
                  <a:lnTo>
                    <a:pt x="170551" y="22122"/>
                  </a:lnTo>
                  <a:lnTo>
                    <a:pt x="173720" y="26931"/>
                  </a:lnTo>
                  <a:lnTo>
                    <a:pt x="176889" y="3576"/>
                  </a:lnTo>
                  <a:lnTo>
                    <a:pt x="180058" y="27237"/>
                  </a:lnTo>
                  <a:lnTo>
                    <a:pt x="183227" y="8082"/>
                  </a:lnTo>
                  <a:lnTo>
                    <a:pt x="186397" y="0"/>
                  </a:lnTo>
                  <a:lnTo>
                    <a:pt x="189566" y="5604"/>
                  </a:lnTo>
                  <a:lnTo>
                    <a:pt x="192735" y="26703"/>
                  </a:lnTo>
                  <a:lnTo>
                    <a:pt x="195904" y="35080"/>
                  </a:lnTo>
                  <a:lnTo>
                    <a:pt x="199073" y="81304"/>
                  </a:lnTo>
                  <a:lnTo>
                    <a:pt x="202242" y="82805"/>
                  </a:lnTo>
                  <a:lnTo>
                    <a:pt x="205412" y="76715"/>
                  </a:lnTo>
                  <a:lnTo>
                    <a:pt x="208581" y="113211"/>
                  </a:lnTo>
                  <a:lnTo>
                    <a:pt x="211750" y="70747"/>
                  </a:lnTo>
                  <a:lnTo>
                    <a:pt x="214919" y="193745"/>
                  </a:lnTo>
                  <a:lnTo>
                    <a:pt x="218088" y="170040"/>
                  </a:lnTo>
                  <a:lnTo>
                    <a:pt x="221257" y="250962"/>
                  </a:lnTo>
                  <a:lnTo>
                    <a:pt x="224427" y="317557"/>
                  </a:lnTo>
                  <a:lnTo>
                    <a:pt x="227596" y="362190"/>
                  </a:lnTo>
                  <a:lnTo>
                    <a:pt x="230765" y="472831"/>
                  </a:lnTo>
                  <a:lnTo>
                    <a:pt x="233934" y="378620"/>
                  </a:lnTo>
                  <a:lnTo>
                    <a:pt x="237103" y="478749"/>
                  </a:lnTo>
                  <a:lnTo>
                    <a:pt x="240272" y="518084"/>
                  </a:lnTo>
                  <a:lnTo>
                    <a:pt x="243442" y="511899"/>
                  </a:lnTo>
                  <a:lnTo>
                    <a:pt x="246611" y="515623"/>
                  </a:lnTo>
                  <a:lnTo>
                    <a:pt x="249780" y="464876"/>
                  </a:lnTo>
                  <a:lnTo>
                    <a:pt x="252949" y="554587"/>
                  </a:lnTo>
                  <a:lnTo>
                    <a:pt x="256118" y="529431"/>
                  </a:lnTo>
                  <a:lnTo>
                    <a:pt x="259287" y="502552"/>
                  </a:lnTo>
                  <a:lnTo>
                    <a:pt x="262456" y="490955"/>
                  </a:lnTo>
                  <a:lnTo>
                    <a:pt x="265626" y="526627"/>
                  </a:lnTo>
                  <a:lnTo>
                    <a:pt x="268795" y="573853"/>
                  </a:lnTo>
                  <a:lnTo>
                    <a:pt x="271964" y="587284"/>
                  </a:lnTo>
                  <a:lnTo>
                    <a:pt x="275133" y="549318"/>
                  </a:lnTo>
                  <a:lnTo>
                    <a:pt x="278302" y="591901"/>
                  </a:lnTo>
                  <a:lnTo>
                    <a:pt x="281471" y="607419"/>
                  </a:lnTo>
                  <a:lnTo>
                    <a:pt x="284641" y="584102"/>
                  </a:lnTo>
                  <a:lnTo>
                    <a:pt x="287810" y="545559"/>
                  </a:lnTo>
                  <a:lnTo>
                    <a:pt x="290979" y="505355"/>
                  </a:lnTo>
                  <a:lnTo>
                    <a:pt x="294148" y="538862"/>
                  </a:lnTo>
                  <a:lnTo>
                    <a:pt x="297317" y="588132"/>
                  </a:lnTo>
                  <a:lnTo>
                    <a:pt x="300486" y="587394"/>
                  </a:lnTo>
                  <a:lnTo>
                    <a:pt x="303656" y="613647"/>
                  </a:lnTo>
                  <a:lnTo>
                    <a:pt x="306825" y="600490"/>
                  </a:lnTo>
                  <a:lnTo>
                    <a:pt x="309994" y="538188"/>
                  </a:lnTo>
                  <a:lnTo>
                    <a:pt x="313163" y="580936"/>
                  </a:lnTo>
                  <a:lnTo>
                    <a:pt x="316332" y="521337"/>
                  </a:lnTo>
                  <a:lnTo>
                    <a:pt x="319501" y="547666"/>
                  </a:lnTo>
                  <a:lnTo>
                    <a:pt x="322670" y="558364"/>
                  </a:lnTo>
                  <a:lnTo>
                    <a:pt x="325840" y="540289"/>
                  </a:lnTo>
                  <a:lnTo>
                    <a:pt x="329009" y="549893"/>
                  </a:lnTo>
                  <a:lnTo>
                    <a:pt x="332178" y="652549"/>
                  </a:lnTo>
                  <a:lnTo>
                    <a:pt x="335347" y="615006"/>
                  </a:lnTo>
                  <a:lnTo>
                    <a:pt x="338516" y="665894"/>
                  </a:lnTo>
                  <a:lnTo>
                    <a:pt x="341685" y="646477"/>
                  </a:lnTo>
                  <a:lnTo>
                    <a:pt x="344855" y="681047"/>
                  </a:lnTo>
                  <a:lnTo>
                    <a:pt x="348024" y="676534"/>
                  </a:lnTo>
                  <a:lnTo>
                    <a:pt x="351193" y="688860"/>
                  </a:lnTo>
                  <a:lnTo>
                    <a:pt x="354362" y="687125"/>
                  </a:lnTo>
                  <a:lnTo>
                    <a:pt x="357531" y="677165"/>
                  </a:lnTo>
                  <a:lnTo>
                    <a:pt x="360700" y="679353"/>
                  </a:lnTo>
                  <a:lnTo>
                    <a:pt x="363870" y="679003"/>
                  </a:lnTo>
                  <a:lnTo>
                    <a:pt x="367039" y="684847"/>
                  </a:lnTo>
                  <a:lnTo>
                    <a:pt x="370208" y="685596"/>
                  </a:lnTo>
                  <a:lnTo>
                    <a:pt x="373377" y="683691"/>
                  </a:lnTo>
                  <a:lnTo>
                    <a:pt x="376546" y="696740"/>
                  </a:lnTo>
                  <a:lnTo>
                    <a:pt x="379715" y="697492"/>
                  </a:lnTo>
                  <a:lnTo>
                    <a:pt x="382885" y="687589"/>
                  </a:lnTo>
                  <a:lnTo>
                    <a:pt x="386054" y="691675"/>
                  </a:lnTo>
                  <a:lnTo>
                    <a:pt x="389223" y="681894"/>
                  </a:lnTo>
                  <a:lnTo>
                    <a:pt x="392392" y="662807"/>
                  </a:lnTo>
                  <a:lnTo>
                    <a:pt x="395561" y="666157"/>
                  </a:lnTo>
                  <a:lnTo>
                    <a:pt x="398730" y="648279"/>
                  </a:lnTo>
                  <a:lnTo>
                    <a:pt x="401899" y="667923"/>
                  </a:lnTo>
                  <a:lnTo>
                    <a:pt x="405069" y="676686"/>
                  </a:lnTo>
                  <a:lnTo>
                    <a:pt x="408238" y="708409"/>
                  </a:lnTo>
                  <a:lnTo>
                    <a:pt x="411407" y="727154"/>
                  </a:lnTo>
                  <a:lnTo>
                    <a:pt x="414576" y="702068"/>
                  </a:lnTo>
                  <a:lnTo>
                    <a:pt x="417745" y="715644"/>
                  </a:lnTo>
                  <a:lnTo>
                    <a:pt x="420914" y="715924"/>
                  </a:lnTo>
                  <a:lnTo>
                    <a:pt x="424084" y="727163"/>
                  </a:lnTo>
                  <a:lnTo>
                    <a:pt x="426131" y="7317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869550" y="6334225"/>
              <a:ext cx="83785" cy="45224"/>
            </a:xfrm>
            <a:custGeom>
              <a:avLst/>
              <a:pathLst>
                <a:path w="83785" h="45224">
                  <a:moveTo>
                    <a:pt x="0" y="45224"/>
                  </a:moveTo>
                  <a:lnTo>
                    <a:pt x="2699" y="30808"/>
                  </a:lnTo>
                  <a:lnTo>
                    <a:pt x="5868" y="38501"/>
                  </a:lnTo>
                  <a:lnTo>
                    <a:pt x="9037" y="31230"/>
                  </a:lnTo>
                  <a:lnTo>
                    <a:pt x="12207" y="34399"/>
                  </a:lnTo>
                  <a:lnTo>
                    <a:pt x="15376" y="45078"/>
                  </a:lnTo>
                  <a:lnTo>
                    <a:pt x="18545" y="30250"/>
                  </a:lnTo>
                  <a:lnTo>
                    <a:pt x="21714" y="35468"/>
                  </a:lnTo>
                  <a:lnTo>
                    <a:pt x="24883" y="14017"/>
                  </a:lnTo>
                  <a:lnTo>
                    <a:pt x="28052" y="9515"/>
                  </a:lnTo>
                  <a:lnTo>
                    <a:pt x="31222" y="13012"/>
                  </a:lnTo>
                  <a:lnTo>
                    <a:pt x="34391" y="316"/>
                  </a:lnTo>
                  <a:lnTo>
                    <a:pt x="37560" y="5433"/>
                  </a:lnTo>
                  <a:lnTo>
                    <a:pt x="40729" y="7529"/>
                  </a:lnTo>
                  <a:lnTo>
                    <a:pt x="43898" y="0"/>
                  </a:lnTo>
                  <a:lnTo>
                    <a:pt x="47067" y="15418"/>
                  </a:lnTo>
                  <a:lnTo>
                    <a:pt x="50236" y="15050"/>
                  </a:lnTo>
                  <a:lnTo>
                    <a:pt x="53406" y="21350"/>
                  </a:lnTo>
                  <a:lnTo>
                    <a:pt x="56575" y="17341"/>
                  </a:lnTo>
                  <a:lnTo>
                    <a:pt x="59744" y="18068"/>
                  </a:lnTo>
                  <a:lnTo>
                    <a:pt x="62913" y="27763"/>
                  </a:lnTo>
                  <a:lnTo>
                    <a:pt x="66082" y="25238"/>
                  </a:lnTo>
                  <a:lnTo>
                    <a:pt x="69251" y="24415"/>
                  </a:lnTo>
                  <a:lnTo>
                    <a:pt x="72421" y="19647"/>
                  </a:lnTo>
                  <a:lnTo>
                    <a:pt x="75590" y="724"/>
                  </a:lnTo>
                  <a:lnTo>
                    <a:pt x="78759" y="2141"/>
                  </a:lnTo>
                  <a:lnTo>
                    <a:pt x="81928" y="9224"/>
                  </a:lnTo>
                  <a:lnTo>
                    <a:pt x="83785" y="452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981090" y="6249951"/>
              <a:ext cx="85151" cy="129498"/>
            </a:xfrm>
            <a:custGeom>
              <a:avLst/>
              <a:pathLst>
                <a:path w="85151" h="129498">
                  <a:moveTo>
                    <a:pt x="0" y="129498"/>
                  </a:moveTo>
                  <a:lnTo>
                    <a:pt x="2080" y="84992"/>
                  </a:lnTo>
                  <a:lnTo>
                    <a:pt x="5249" y="65320"/>
                  </a:lnTo>
                  <a:lnTo>
                    <a:pt x="8418" y="45971"/>
                  </a:lnTo>
                  <a:lnTo>
                    <a:pt x="11587" y="24910"/>
                  </a:lnTo>
                  <a:lnTo>
                    <a:pt x="14756" y="19869"/>
                  </a:lnTo>
                  <a:lnTo>
                    <a:pt x="17926" y="19407"/>
                  </a:lnTo>
                  <a:lnTo>
                    <a:pt x="21095" y="24164"/>
                  </a:lnTo>
                  <a:lnTo>
                    <a:pt x="24264" y="35953"/>
                  </a:lnTo>
                  <a:lnTo>
                    <a:pt x="27433" y="21854"/>
                  </a:lnTo>
                  <a:lnTo>
                    <a:pt x="30602" y="12680"/>
                  </a:lnTo>
                  <a:lnTo>
                    <a:pt x="33771" y="0"/>
                  </a:lnTo>
                  <a:lnTo>
                    <a:pt x="36941" y="24381"/>
                  </a:lnTo>
                  <a:lnTo>
                    <a:pt x="40110" y="66599"/>
                  </a:lnTo>
                  <a:lnTo>
                    <a:pt x="43279" y="48687"/>
                  </a:lnTo>
                  <a:lnTo>
                    <a:pt x="46448" y="21102"/>
                  </a:lnTo>
                  <a:lnTo>
                    <a:pt x="49617" y="40785"/>
                  </a:lnTo>
                  <a:lnTo>
                    <a:pt x="52786" y="33096"/>
                  </a:lnTo>
                  <a:lnTo>
                    <a:pt x="55956" y="43465"/>
                  </a:lnTo>
                  <a:lnTo>
                    <a:pt x="59125" y="55592"/>
                  </a:lnTo>
                  <a:lnTo>
                    <a:pt x="62294" y="43756"/>
                  </a:lnTo>
                  <a:lnTo>
                    <a:pt x="65463" y="57669"/>
                  </a:lnTo>
                  <a:lnTo>
                    <a:pt x="68632" y="95857"/>
                  </a:lnTo>
                  <a:lnTo>
                    <a:pt x="71801" y="78557"/>
                  </a:lnTo>
                  <a:lnTo>
                    <a:pt x="74971" y="66651"/>
                  </a:lnTo>
                  <a:lnTo>
                    <a:pt x="78140" y="80651"/>
                  </a:lnTo>
                  <a:lnTo>
                    <a:pt x="81309" y="76675"/>
                  </a:lnTo>
                  <a:lnTo>
                    <a:pt x="84478" y="124493"/>
                  </a:lnTo>
                  <a:lnTo>
                    <a:pt x="85151" y="1294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075840" y="6364569"/>
              <a:ext cx="4139" cy="14880"/>
            </a:xfrm>
            <a:custGeom>
              <a:avLst/>
              <a:pathLst>
                <a:path w="4139" h="14880">
                  <a:moveTo>
                    <a:pt x="0" y="14880"/>
                  </a:moveTo>
                  <a:lnTo>
                    <a:pt x="2405" y="0"/>
                  </a:lnTo>
                  <a:lnTo>
                    <a:pt x="4139" y="148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82501" y="6095669"/>
              <a:ext cx="330363" cy="283780"/>
            </a:xfrm>
            <a:custGeom>
              <a:avLst/>
              <a:pathLst>
                <a:path w="330363" h="283780">
                  <a:moveTo>
                    <a:pt x="0" y="283780"/>
                  </a:moveTo>
                  <a:lnTo>
                    <a:pt x="2082" y="260210"/>
                  </a:lnTo>
                  <a:lnTo>
                    <a:pt x="5251" y="251305"/>
                  </a:lnTo>
                  <a:lnTo>
                    <a:pt x="8420" y="261393"/>
                  </a:lnTo>
                  <a:lnTo>
                    <a:pt x="11589" y="255569"/>
                  </a:lnTo>
                  <a:lnTo>
                    <a:pt x="14758" y="249965"/>
                  </a:lnTo>
                  <a:lnTo>
                    <a:pt x="17927" y="219242"/>
                  </a:lnTo>
                  <a:lnTo>
                    <a:pt x="21097" y="190952"/>
                  </a:lnTo>
                  <a:lnTo>
                    <a:pt x="24266" y="188058"/>
                  </a:lnTo>
                  <a:lnTo>
                    <a:pt x="27435" y="161700"/>
                  </a:lnTo>
                  <a:lnTo>
                    <a:pt x="30604" y="160957"/>
                  </a:lnTo>
                  <a:lnTo>
                    <a:pt x="33773" y="164735"/>
                  </a:lnTo>
                  <a:lnTo>
                    <a:pt x="36942" y="168350"/>
                  </a:lnTo>
                  <a:lnTo>
                    <a:pt x="40111" y="174332"/>
                  </a:lnTo>
                  <a:lnTo>
                    <a:pt x="43281" y="179844"/>
                  </a:lnTo>
                  <a:lnTo>
                    <a:pt x="46450" y="188329"/>
                  </a:lnTo>
                  <a:lnTo>
                    <a:pt x="49619" y="193053"/>
                  </a:lnTo>
                  <a:lnTo>
                    <a:pt x="52788" y="189742"/>
                  </a:lnTo>
                  <a:lnTo>
                    <a:pt x="55957" y="185619"/>
                  </a:lnTo>
                  <a:lnTo>
                    <a:pt x="59126" y="180236"/>
                  </a:lnTo>
                  <a:lnTo>
                    <a:pt x="62296" y="158225"/>
                  </a:lnTo>
                  <a:lnTo>
                    <a:pt x="65465" y="161307"/>
                  </a:lnTo>
                  <a:lnTo>
                    <a:pt x="68634" y="168242"/>
                  </a:lnTo>
                  <a:lnTo>
                    <a:pt x="71803" y="161760"/>
                  </a:lnTo>
                  <a:lnTo>
                    <a:pt x="74972" y="157856"/>
                  </a:lnTo>
                  <a:lnTo>
                    <a:pt x="78141" y="186212"/>
                  </a:lnTo>
                  <a:lnTo>
                    <a:pt x="81311" y="193225"/>
                  </a:lnTo>
                  <a:lnTo>
                    <a:pt x="84480" y="203312"/>
                  </a:lnTo>
                  <a:lnTo>
                    <a:pt x="87649" y="211530"/>
                  </a:lnTo>
                  <a:lnTo>
                    <a:pt x="90818" y="205285"/>
                  </a:lnTo>
                  <a:lnTo>
                    <a:pt x="93987" y="192192"/>
                  </a:lnTo>
                  <a:lnTo>
                    <a:pt x="97156" y="209988"/>
                  </a:lnTo>
                  <a:lnTo>
                    <a:pt x="100326" y="230364"/>
                  </a:lnTo>
                  <a:lnTo>
                    <a:pt x="103495" y="238732"/>
                  </a:lnTo>
                  <a:lnTo>
                    <a:pt x="106664" y="242099"/>
                  </a:lnTo>
                  <a:lnTo>
                    <a:pt x="109833" y="242402"/>
                  </a:lnTo>
                  <a:lnTo>
                    <a:pt x="113002" y="232908"/>
                  </a:lnTo>
                  <a:lnTo>
                    <a:pt x="116171" y="232933"/>
                  </a:lnTo>
                  <a:lnTo>
                    <a:pt x="119340" y="223171"/>
                  </a:lnTo>
                  <a:lnTo>
                    <a:pt x="122510" y="216424"/>
                  </a:lnTo>
                  <a:lnTo>
                    <a:pt x="125679" y="190837"/>
                  </a:lnTo>
                  <a:lnTo>
                    <a:pt x="128848" y="183885"/>
                  </a:lnTo>
                  <a:lnTo>
                    <a:pt x="132017" y="181915"/>
                  </a:lnTo>
                  <a:lnTo>
                    <a:pt x="135186" y="182781"/>
                  </a:lnTo>
                  <a:lnTo>
                    <a:pt x="138355" y="166078"/>
                  </a:lnTo>
                  <a:lnTo>
                    <a:pt x="141525" y="156368"/>
                  </a:lnTo>
                  <a:lnTo>
                    <a:pt x="144694" y="136417"/>
                  </a:lnTo>
                  <a:lnTo>
                    <a:pt x="147863" y="146478"/>
                  </a:lnTo>
                  <a:lnTo>
                    <a:pt x="151032" y="155407"/>
                  </a:lnTo>
                  <a:lnTo>
                    <a:pt x="154201" y="169374"/>
                  </a:lnTo>
                  <a:lnTo>
                    <a:pt x="157370" y="144693"/>
                  </a:lnTo>
                  <a:lnTo>
                    <a:pt x="160540" y="146915"/>
                  </a:lnTo>
                  <a:lnTo>
                    <a:pt x="163709" y="141014"/>
                  </a:lnTo>
                  <a:lnTo>
                    <a:pt x="166878" y="75120"/>
                  </a:lnTo>
                  <a:lnTo>
                    <a:pt x="170047" y="70349"/>
                  </a:lnTo>
                  <a:lnTo>
                    <a:pt x="173216" y="21399"/>
                  </a:lnTo>
                  <a:lnTo>
                    <a:pt x="176385" y="0"/>
                  </a:lnTo>
                  <a:lnTo>
                    <a:pt x="179555" y="62143"/>
                  </a:lnTo>
                  <a:lnTo>
                    <a:pt x="182724" y="59433"/>
                  </a:lnTo>
                  <a:lnTo>
                    <a:pt x="185893" y="83490"/>
                  </a:lnTo>
                  <a:lnTo>
                    <a:pt x="189062" y="77204"/>
                  </a:lnTo>
                  <a:lnTo>
                    <a:pt x="192231" y="43252"/>
                  </a:lnTo>
                  <a:lnTo>
                    <a:pt x="195400" y="73736"/>
                  </a:lnTo>
                  <a:lnTo>
                    <a:pt x="198569" y="39830"/>
                  </a:lnTo>
                  <a:lnTo>
                    <a:pt x="201739" y="38108"/>
                  </a:lnTo>
                  <a:lnTo>
                    <a:pt x="204908" y="50166"/>
                  </a:lnTo>
                  <a:lnTo>
                    <a:pt x="208077" y="58419"/>
                  </a:lnTo>
                  <a:lnTo>
                    <a:pt x="211246" y="62193"/>
                  </a:lnTo>
                  <a:lnTo>
                    <a:pt x="214415" y="57381"/>
                  </a:lnTo>
                  <a:lnTo>
                    <a:pt x="217584" y="128178"/>
                  </a:lnTo>
                  <a:lnTo>
                    <a:pt x="220754" y="143379"/>
                  </a:lnTo>
                  <a:lnTo>
                    <a:pt x="223923" y="140217"/>
                  </a:lnTo>
                  <a:lnTo>
                    <a:pt x="227092" y="176861"/>
                  </a:lnTo>
                  <a:lnTo>
                    <a:pt x="230261" y="173086"/>
                  </a:lnTo>
                  <a:lnTo>
                    <a:pt x="233430" y="157524"/>
                  </a:lnTo>
                  <a:lnTo>
                    <a:pt x="236599" y="169535"/>
                  </a:lnTo>
                  <a:lnTo>
                    <a:pt x="239769" y="152679"/>
                  </a:lnTo>
                  <a:lnTo>
                    <a:pt x="242938" y="130315"/>
                  </a:lnTo>
                  <a:lnTo>
                    <a:pt x="246107" y="138348"/>
                  </a:lnTo>
                  <a:lnTo>
                    <a:pt x="249276" y="121323"/>
                  </a:lnTo>
                  <a:lnTo>
                    <a:pt x="252445" y="111891"/>
                  </a:lnTo>
                  <a:lnTo>
                    <a:pt x="255614" y="120909"/>
                  </a:lnTo>
                  <a:lnTo>
                    <a:pt x="258783" y="123396"/>
                  </a:lnTo>
                  <a:lnTo>
                    <a:pt x="261953" y="173690"/>
                  </a:lnTo>
                  <a:lnTo>
                    <a:pt x="265122" y="195160"/>
                  </a:lnTo>
                  <a:lnTo>
                    <a:pt x="268291" y="182933"/>
                  </a:lnTo>
                  <a:lnTo>
                    <a:pt x="271460" y="188298"/>
                  </a:lnTo>
                  <a:lnTo>
                    <a:pt x="274629" y="190174"/>
                  </a:lnTo>
                  <a:lnTo>
                    <a:pt x="277798" y="225914"/>
                  </a:lnTo>
                  <a:lnTo>
                    <a:pt x="280968" y="234194"/>
                  </a:lnTo>
                  <a:lnTo>
                    <a:pt x="284137" y="235380"/>
                  </a:lnTo>
                  <a:lnTo>
                    <a:pt x="287306" y="244955"/>
                  </a:lnTo>
                  <a:lnTo>
                    <a:pt x="290475" y="245384"/>
                  </a:lnTo>
                  <a:lnTo>
                    <a:pt x="293644" y="243378"/>
                  </a:lnTo>
                  <a:lnTo>
                    <a:pt x="296813" y="244741"/>
                  </a:lnTo>
                  <a:lnTo>
                    <a:pt x="299983" y="252839"/>
                  </a:lnTo>
                  <a:lnTo>
                    <a:pt x="303152" y="252839"/>
                  </a:lnTo>
                  <a:lnTo>
                    <a:pt x="306321" y="252265"/>
                  </a:lnTo>
                  <a:lnTo>
                    <a:pt x="309490" y="258133"/>
                  </a:lnTo>
                  <a:lnTo>
                    <a:pt x="312659" y="256739"/>
                  </a:lnTo>
                  <a:lnTo>
                    <a:pt x="315828" y="263736"/>
                  </a:lnTo>
                  <a:lnTo>
                    <a:pt x="318998" y="248144"/>
                  </a:lnTo>
                  <a:lnTo>
                    <a:pt x="322167" y="255985"/>
                  </a:lnTo>
                  <a:lnTo>
                    <a:pt x="325336" y="252641"/>
                  </a:lnTo>
                  <a:lnTo>
                    <a:pt x="328505" y="264351"/>
                  </a:lnTo>
                  <a:lnTo>
                    <a:pt x="330363" y="2837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421261" y="6365739"/>
              <a:ext cx="11518" cy="13710"/>
            </a:xfrm>
            <a:custGeom>
              <a:avLst/>
              <a:pathLst>
                <a:path w="11518" h="13710">
                  <a:moveTo>
                    <a:pt x="0" y="13710"/>
                  </a:moveTo>
                  <a:lnTo>
                    <a:pt x="2422" y="6715"/>
                  </a:lnTo>
                  <a:lnTo>
                    <a:pt x="5591" y="0"/>
                  </a:lnTo>
                  <a:lnTo>
                    <a:pt x="8760" y="41"/>
                  </a:lnTo>
                  <a:lnTo>
                    <a:pt x="11518" y="137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448183" y="6372513"/>
              <a:ext cx="8725" cy="6936"/>
            </a:xfrm>
            <a:custGeom>
              <a:avLst/>
              <a:pathLst>
                <a:path w="8725" h="6936">
                  <a:moveTo>
                    <a:pt x="0" y="6936"/>
                  </a:moveTo>
                  <a:lnTo>
                    <a:pt x="853" y="2063"/>
                  </a:lnTo>
                  <a:lnTo>
                    <a:pt x="4022" y="0"/>
                  </a:lnTo>
                  <a:lnTo>
                    <a:pt x="7191" y="2826"/>
                  </a:lnTo>
                  <a:lnTo>
                    <a:pt x="8725" y="69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470531" y="6377969"/>
              <a:ext cx="805" cy="1480"/>
            </a:xfrm>
            <a:custGeom>
              <a:avLst/>
              <a:pathLst>
                <a:path w="805" h="1480">
                  <a:moveTo>
                    <a:pt x="0" y="1480"/>
                  </a:moveTo>
                  <a:lnTo>
                    <a:pt x="689" y="0"/>
                  </a:lnTo>
                  <a:lnTo>
                    <a:pt x="805" y="14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82123" y="6361961"/>
              <a:ext cx="5403" cy="17488"/>
            </a:xfrm>
            <a:custGeom>
              <a:avLst/>
              <a:pathLst>
                <a:path w="5403" h="17488">
                  <a:moveTo>
                    <a:pt x="0" y="17488"/>
                  </a:moveTo>
                  <a:lnTo>
                    <a:pt x="1774" y="0"/>
                  </a:lnTo>
                  <a:lnTo>
                    <a:pt x="4943" y="17011"/>
                  </a:lnTo>
                  <a:lnTo>
                    <a:pt x="5403" y="1748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490994" y="6370535"/>
              <a:ext cx="5506" cy="8914"/>
            </a:xfrm>
            <a:custGeom>
              <a:avLst/>
              <a:pathLst>
                <a:path w="5506" h="8914">
                  <a:moveTo>
                    <a:pt x="0" y="8914"/>
                  </a:moveTo>
                  <a:lnTo>
                    <a:pt x="2410" y="0"/>
                  </a:lnTo>
                  <a:lnTo>
                    <a:pt x="5506" y="89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496650" y="6364521"/>
              <a:ext cx="8851" cy="14928"/>
            </a:xfrm>
            <a:custGeom>
              <a:avLst/>
              <a:pathLst>
                <a:path w="8851" h="14928">
                  <a:moveTo>
                    <a:pt x="0" y="14928"/>
                  </a:moveTo>
                  <a:lnTo>
                    <a:pt x="3093" y="6345"/>
                  </a:lnTo>
                  <a:lnTo>
                    <a:pt x="6262" y="0"/>
                  </a:lnTo>
                  <a:lnTo>
                    <a:pt x="8851" y="149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12601" y="6314263"/>
              <a:ext cx="84045" cy="65186"/>
            </a:xfrm>
            <a:custGeom>
              <a:avLst/>
              <a:pathLst>
                <a:path w="84045" h="65186">
                  <a:moveTo>
                    <a:pt x="0" y="65186"/>
                  </a:moveTo>
                  <a:lnTo>
                    <a:pt x="2988" y="43407"/>
                  </a:lnTo>
                  <a:lnTo>
                    <a:pt x="6157" y="31297"/>
                  </a:lnTo>
                  <a:lnTo>
                    <a:pt x="9326" y="30688"/>
                  </a:lnTo>
                  <a:lnTo>
                    <a:pt x="12495" y="31410"/>
                  </a:lnTo>
                  <a:lnTo>
                    <a:pt x="15664" y="56028"/>
                  </a:lnTo>
                  <a:lnTo>
                    <a:pt x="18833" y="48038"/>
                  </a:lnTo>
                  <a:lnTo>
                    <a:pt x="22003" y="45046"/>
                  </a:lnTo>
                  <a:lnTo>
                    <a:pt x="25172" y="63417"/>
                  </a:lnTo>
                  <a:lnTo>
                    <a:pt x="28341" y="31391"/>
                  </a:lnTo>
                  <a:lnTo>
                    <a:pt x="31510" y="16003"/>
                  </a:lnTo>
                  <a:lnTo>
                    <a:pt x="34679" y="0"/>
                  </a:lnTo>
                  <a:lnTo>
                    <a:pt x="37848" y="33090"/>
                  </a:lnTo>
                  <a:lnTo>
                    <a:pt x="41018" y="38316"/>
                  </a:lnTo>
                  <a:lnTo>
                    <a:pt x="44187" y="9489"/>
                  </a:lnTo>
                  <a:lnTo>
                    <a:pt x="47356" y="18203"/>
                  </a:lnTo>
                  <a:lnTo>
                    <a:pt x="50525" y="46335"/>
                  </a:lnTo>
                  <a:lnTo>
                    <a:pt x="53694" y="56038"/>
                  </a:lnTo>
                  <a:lnTo>
                    <a:pt x="56863" y="55628"/>
                  </a:lnTo>
                  <a:lnTo>
                    <a:pt x="60033" y="57017"/>
                  </a:lnTo>
                  <a:lnTo>
                    <a:pt x="63202" y="63827"/>
                  </a:lnTo>
                  <a:lnTo>
                    <a:pt x="66371" y="59725"/>
                  </a:lnTo>
                  <a:lnTo>
                    <a:pt x="69540" y="61188"/>
                  </a:lnTo>
                  <a:lnTo>
                    <a:pt x="72709" y="56756"/>
                  </a:lnTo>
                  <a:lnTo>
                    <a:pt x="75878" y="57819"/>
                  </a:lnTo>
                  <a:lnTo>
                    <a:pt x="79047" y="60284"/>
                  </a:lnTo>
                  <a:lnTo>
                    <a:pt x="82217" y="60989"/>
                  </a:lnTo>
                  <a:lnTo>
                    <a:pt x="84045" y="651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627385" y="6245360"/>
              <a:ext cx="77350" cy="134089"/>
            </a:xfrm>
            <a:custGeom>
              <a:avLst/>
              <a:pathLst>
                <a:path w="77350" h="134089">
                  <a:moveTo>
                    <a:pt x="0" y="134089"/>
                  </a:moveTo>
                  <a:lnTo>
                    <a:pt x="2293" y="125986"/>
                  </a:lnTo>
                  <a:lnTo>
                    <a:pt x="5462" y="121752"/>
                  </a:lnTo>
                  <a:lnTo>
                    <a:pt x="8632" y="100905"/>
                  </a:lnTo>
                  <a:lnTo>
                    <a:pt x="11801" y="111328"/>
                  </a:lnTo>
                  <a:lnTo>
                    <a:pt x="14970" y="110398"/>
                  </a:lnTo>
                  <a:lnTo>
                    <a:pt x="18139" y="92297"/>
                  </a:lnTo>
                  <a:lnTo>
                    <a:pt x="21308" y="106242"/>
                  </a:lnTo>
                  <a:lnTo>
                    <a:pt x="24477" y="97836"/>
                  </a:lnTo>
                  <a:lnTo>
                    <a:pt x="27646" y="88837"/>
                  </a:lnTo>
                  <a:lnTo>
                    <a:pt x="30816" y="85289"/>
                  </a:lnTo>
                  <a:lnTo>
                    <a:pt x="33985" y="46315"/>
                  </a:lnTo>
                  <a:lnTo>
                    <a:pt x="37154" y="17629"/>
                  </a:lnTo>
                  <a:lnTo>
                    <a:pt x="40323" y="0"/>
                  </a:lnTo>
                  <a:lnTo>
                    <a:pt x="43492" y="34713"/>
                  </a:lnTo>
                  <a:lnTo>
                    <a:pt x="46661" y="37744"/>
                  </a:lnTo>
                  <a:lnTo>
                    <a:pt x="49831" y="43633"/>
                  </a:lnTo>
                  <a:lnTo>
                    <a:pt x="53000" y="83815"/>
                  </a:lnTo>
                  <a:lnTo>
                    <a:pt x="56169" y="82587"/>
                  </a:lnTo>
                  <a:lnTo>
                    <a:pt x="59338" y="83663"/>
                  </a:lnTo>
                  <a:lnTo>
                    <a:pt x="62507" y="92411"/>
                  </a:lnTo>
                  <a:lnTo>
                    <a:pt x="65676" y="67375"/>
                  </a:lnTo>
                  <a:lnTo>
                    <a:pt x="68846" y="87002"/>
                  </a:lnTo>
                  <a:lnTo>
                    <a:pt x="72015" y="89441"/>
                  </a:lnTo>
                  <a:lnTo>
                    <a:pt x="75184" y="108479"/>
                  </a:lnTo>
                  <a:lnTo>
                    <a:pt x="77350" y="1340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728910" y="6366100"/>
              <a:ext cx="6449" cy="13349"/>
            </a:xfrm>
            <a:custGeom>
              <a:avLst/>
              <a:pathLst>
                <a:path w="6449" h="13349">
                  <a:moveTo>
                    <a:pt x="0" y="13349"/>
                  </a:moveTo>
                  <a:lnTo>
                    <a:pt x="2181" y="0"/>
                  </a:lnTo>
                  <a:lnTo>
                    <a:pt x="5350" y="7744"/>
                  </a:lnTo>
                  <a:lnTo>
                    <a:pt x="6449" y="133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746664" y="6379284"/>
              <a:ext cx="465" cy="165"/>
            </a:xfrm>
            <a:custGeom>
              <a:avLst/>
              <a:pathLst>
                <a:path w="465" h="165">
                  <a:moveTo>
                    <a:pt x="0" y="165"/>
                  </a:moveTo>
                  <a:lnTo>
                    <a:pt x="273" y="0"/>
                  </a:lnTo>
                  <a:lnTo>
                    <a:pt x="465" y="1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754388" y="6319363"/>
              <a:ext cx="33291" cy="60086"/>
            </a:xfrm>
            <a:custGeom>
              <a:avLst/>
              <a:pathLst>
                <a:path w="33291" h="60086">
                  <a:moveTo>
                    <a:pt x="0" y="60086"/>
                  </a:moveTo>
                  <a:lnTo>
                    <a:pt x="2057" y="57310"/>
                  </a:lnTo>
                  <a:lnTo>
                    <a:pt x="5226" y="57114"/>
                  </a:lnTo>
                  <a:lnTo>
                    <a:pt x="8395" y="56627"/>
                  </a:lnTo>
                  <a:lnTo>
                    <a:pt x="11565" y="47384"/>
                  </a:lnTo>
                  <a:lnTo>
                    <a:pt x="14734" y="34881"/>
                  </a:lnTo>
                  <a:lnTo>
                    <a:pt x="17903" y="35654"/>
                  </a:lnTo>
                  <a:lnTo>
                    <a:pt x="21072" y="18517"/>
                  </a:lnTo>
                  <a:lnTo>
                    <a:pt x="24241" y="23082"/>
                  </a:lnTo>
                  <a:lnTo>
                    <a:pt x="27410" y="0"/>
                  </a:lnTo>
                  <a:lnTo>
                    <a:pt x="30580" y="1376"/>
                  </a:lnTo>
                  <a:lnTo>
                    <a:pt x="33291" y="600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809179" y="6376505"/>
              <a:ext cx="1588" cy="2944"/>
            </a:xfrm>
            <a:custGeom>
              <a:avLst/>
              <a:pathLst>
                <a:path w="1588" h="2944">
                  <a:moveTo>
                    <a:pt x="0" y="2944"/>
                  </a:moveTo>
                  <a:lnTo>
                    <a:pt x="1141" y="0"/>
                  </a:lnTo>
                  <a:lnTo>
                    <a:pt x="1588" y="29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814664" y="5648180"/>
              <a:ext cx="502500" cy="731269"/>
            </a:xfrm>
            <a:custGeom>
              <a:avLst/>
              <a:pathLst>
                <a:path w="502500" h="731269">
                  <a:moveTo>
                    <a:pt x="0" y="731269"/>
                  </a:moveTo>
                  <a:lnTo>
                    <a:pt x="1994" y="700770"/>
                  </a:lnTo>
                  <a:lnTo>
                    <a:pt x="5163" y="691580"/>
                  </a:lnTo>
                  <a:lnTo>
                    <a:pt x="8333" y="635651"/>
                  </a:lnTo>
                  <a:lnTo>
                    <a:pt x="11502" y="594707"/>
                  </a:lnTo>
                  <a:lnTo>
                    <a:pt x="14671" y="620884"/>
                  </a:lnTo>
                  <a:lnTo>
                    <a:pt x="17840" y="598485"/>
                  </a:lnTo>
                  <a:lnTo>
                    <a:pt x="21009" y="632916"/>
                  </a:lnTo>
                  <a:lnTo>
                    <a:pt x="24178" y="650533"/>
                  </a:lnTo>
                  <a:lnTo>
                    <a:pt x="27348" y="629855"/>
                  </a:lnTo>
                  <a:lnTo>
                    <a:pt x="30517" y="638863"/>
                  </a:lnTo>
                  <a:lnTo>
                    <a:pt x="33686" y="567770"/>
                  </a:lnTo>
                  <a:lnTo>
                    <a:pt x="36855" y="532462"/>
                  </a:lnTo>
                  <a:lnTo>
                    <a:pt x="40024" y="545385"/>
                  </a:lnTo>
                  <a:lnTo>
                    <a:pt x="43193" y="578653"/>
                  </a:lnTo>
                  <a:lnTo>
                    <a:pt x="46363" y="622770"/>
                  </a:lnTo>
                  <a:lnTo>
                    <a:pt x="49532" y="598061"/>
                  </a:lnTo>
                  <a:lnTo>
                    <a:pt x="52701" y="599007"/>
                  </a:lnTo>
                  <a:lnTo>
                    <a:pt x="55870" y="611746"/>
                  </a:lnTo>
                  <a:lnTo>
                    <a:pt x="59039" y="589086"/>
                  </a:lnTo>
                  <a:lnTo>
                    <a:pt x="62208" y="531158"/>
                  </a:lnTo>
                  <a:lnTo>
                    <a:pt x="65377" y="530865"/>
                  </a:lnTo>
                  <a:lnTo>
                    <a:pt x="68547" y="519611"/>
                  </a:lnTo>
                  <a:lnTo>
                    <a:pt x="71716" y="580680"/>
                  </a:lnTo>
                  <a:lnTo>
                    <a:pt x="74885" y="600653"/>
                  </a:lnTo>
                  <a:lnTo>
                    <a:pt x="78054" y="613846"/>
                  </a:lnTo>
                  <a:lnTo>
                    <a:pt x="81223" y="607695"/>
                  </a:lnTo>
                  <a:lnTo>
                    <a:pt x="84392" y="603098"/>
                  </a:lnTo>
                  <a:lnTo>
                    <a:pt x="87562" y="608554"/>
                  </a:lnTo>
                  <a:lnTo>
                    <a:pt x="90731" y="551616"/>
                  </a:lnTo>
                  <a:lnTo>
                    <a:pt x="93900" y="537446"/>
                  </a:lnTo>
                  <a:lnTo>
                    <a:pt x="97069" y="513558"/>
                  </a:lnTo>
                  <a:lnTo>
                    <a:pt x="100238" y="487174"/>
                  </a:lnTo>
                  <a:lnTo>
                    <a:pt x="103407" y="417993"/>
                  </a:lnTo>
                  <a:lnTo>
                    <a:pt x="106577" y="375691"/>
                  </a:lnTo>
                  <a:lnTo>
                    <a:pt x="109746" y="289919"/>
                  </a:lnTo>
                  <a:lnTo>
                    <a:pt x="112915" y="200620"/>
                  </a:lnTo>
                  <a:lnTo>
                    <a:pt x="116084" y="218592"/>
                  </a:lnTo>
                  <a:lnTo>
                    <a:pt x="119253" y="175505"/>
                  </a:lnTo>
                  <a:lnTo>
                    <a:pt x="122422" y="142115"/>
                  </a:lnTo>
                  <a:lnTo>
                    <a:pt x="125592" y="159971"/>
                  </a:lnTo>
                  <a:lnTo>
                    <a:pt x="128761" y="152224"/>
                  </a:lnTo>
                  <a:lnTo>
                    <a:pt x="131930" y="179722"/>
                  </a:lnTo>
                  <a:lnTo>
                    <a:pt x="135099" y="132433"/>
                  </a:lnTo>
                  <a:lnTo>
                    <a:pt x="138268" y="101105"/>
                  </a:lnTo>
                  <a:lnTo>
                    <a:pt x="141437" y="0"/>
                  </a:lnTo>
                  <a:lnTo>
                    <a:pt x="144606" y="22585"/>
                  </a:lnTo>
                  <a:lnTo>
                    <a:pt x="147776" y="156903"/>
                  </a:lnTo>
                  <a:lnTo>
                    <a:pt x="150945" y="123519"/>
                  </a:lnTo>
                  <a:lnTo>
                    <a:pt x="154114" y="276755"/>
                  </a:lnTo>
                  <a:lnTo>
                    <a:pt x="157283" y="308659"/>
                  </a:lnTo>
                  <a:lnTo>
                    <a:pt x="160452" y="346714"/>
                  </a:lnTo>
                  <a:lnTo>
                    <a:pt x="163621" y="347884"/>
                  </a:lnTo>
                  <a:lnTo>
                    <a:pt x="166791" y="275178"/>
                  </a:lnTo>
                  <a:lnTo>
                    <a:pt x="169960" y="242855"/>
                  </a:lnTo>
                  <a:lnTo>
                    <a:pt x="173129" y="292960"/>
                  </a:lnTo>
                  <a:lnTo>
                    <a:pt x="176298" y="226346"/>
                  </a:lnTo>
                  <a:lnTo>
                    <a:pt x="179467" y="240443"/>
                  </a:lnTo>
                  <a:lnTo>
                    <a:pt x="182636" y="253056"/>
                  </a:lnTo>
                  <a:lnTo>
                    <a:pt x="185806" y="228885"/>
                  </a:lnTo>
                  <a:lnTo>
                    <a:pt x="188975" y="272000"/>
                  </a:lnTo>
                  <a:lnTo>
                    <a:pt x="192144" y="262790"/>
                  </a:lnTo>
                  <a:lnTo>
                    <a:pt x="195313" y="310564"/>
                  </a:lnTo>
                  <a:lnTo>
                    <a:pt x="198482" y="310115"/>
                  </a:lnTo>
                  <a:lnTo>
                    <a:pt x="201651" y="307157"/>
                  </a:lnTo>
                  <a:lnTo>
                    <a:pt x="204820" y="327062"/>
                  </a:lnTo>
                  <a:lnTo>
                    <a:pt x="207990" y="325181"/>
                  </a:lnTo>
                  <a:lnTo>
                    <a:pt x="211159" y="358429"/>
                  </a:lnTo>
                  <a:lnTo>
                    <a:pt x="214328" y="365993"/>
                  </a:lnTo>
                  <a:lnTo>
                    <a:pt x="217497" y="438706"/>
                  </a:lnTo>
                  <a:lnTo>
                    <a:pt x="220666" y="453341"/>
                  </a:lnTo>
                  <a:lnTo>
                    <a:pt x="223835" y="493819"/>
                  </a:lnTo>
                  <a:lnTo>
                    <a:pt x="227005" y="507743"/>
                  </a:lnTo>
                  <a:lnTo>
                    <a:pt x="230174" y="477811"/>
                  </a:lnTo>
                  <a:lnTo>
                    <a:pt x="233343" y="490462"/>
                  </a:lnTo>
                  <a:lnTo>
                    <a:pt x="236512" y="531328"/>
                  </a:lnTo>
                  <a:lnTo>
                    <a:pt x="239681" y="572322"/>
                  </a:lnTo>
                  <a:lnTo>
                    <a:pt x="242850" y="563675"/>
                  </a:lnTo>
                  <a:lnTo>
                    <a:pt x="246020" y="571364"/>
                  </a:lnTo>
                  <a:lnTo>
                    <a:pt x="249189" y="574758"/>
                  </a:lnTo>
                  <a:lnTo>
                    <a:pt x="252358" y="572488"/>
                  </a:lnTo>
                  <a:lnTo>
                    <a:pt x="255527" y="611755"/>
                  </a:lnTo>
                  <a:lnTo>
                    <a:pt x="258696" y="558301"/>
                  </a:lnTo>
                  <a:lnTo>
                    <a:pt x="261865" y="556667"/>
                  </a:lnTo>
                  <a:lnTo>
                    <a:pt x="265035" y="547090"/>
                  </a:lnTo>
                  <a:lnTo>
                    <a:pt x="268204" y="569115"/>
                  </a:lnTo>
                  <a:lnTo>
                    <a:pt x="271373" y="610945"/>
                  </a:lnTo>
                  <a:lnTo>
                    <a:pt x="274542" y="599514"/>
                  </a:lnTo>
                  <a:lnTo>
                    <a:pt x="277711" y="623383"/>
                  </a:lnTo>
                  <a:lnTo>
                    <a:pt x="280880" y="642688"/>
                  </a:lnTo>
                  <a:lnTo>
                    <a:pt x="284049" y="650049"/>
                  </a:lnTo>
                  <a:lnTo>
                    <a:pt x="287219" y="654331"/>
                  </a:lnTo>
                  <a:lnTo>
                    <a:pt x="290388" y="654513"/>
                  </a:lnTo>
                  <a:lnTo>
                    <a:pt x="293557" y="656211"/>
                  </a:lnTo>
                  <a:lnTo>
                    <a:pt x="296726" y="658028"/>
                  </a:lnTo>
                  <a:lnTo>
                    <a:pt x="299895" y="657588"/>
                  </a:lnTo>
                  <a:lnTo>
                    <a:pt x="303064" y="651114"/>
                  </a:lnTo>
                  <a:lnTo>
                    <a:pt x="306234" y="662408"/>
                  </a:lnTo>
                  <a:lnTo>
                    <a:pt x="309403" y="663528"/>
                  </a:lnTo>
                  <a:lnTo>
                    <a:pt x="312572" y="676200"/>
                  </a:lnTo>
                  <a:lnTo>
                    <a:pt x="315741" y="682319"/>
                  </a:lnTo>
                  <a:lnTo>
                    <a:pt x="318910" y="684128"/>
                  </a:lnTo>
                  <a:lnTo>
                    <a:pt x="322079" y="687660"/>
                  </a:lnTo>
                  <a:lnTo>
                    <a:pt x="325249" y="709672"/>
                  </a:lnTo>
                  <a:lnTo>
                    <a:pt x="328418" y="709250"/>
                  </a:lnTo>
                  <a:lnTo>
                    <a:pt x="331587" y="714476"/>
                  </a:lnTo>
                  <a:lnTo>
                    <a:pt x="334756" y="704609"/>
                  </a:lnTo>
                  <a:lnTo>
                    <a:pt x="337925" y="704543"/>
                  </a:lnTo>
                  <a:lnTo>
                    <a:pt x="341094" y="696299"/>
                  </a:lnTo>
                  <a:lnTo>
                    <a:pt x="344264" y="667442"/>
                  </a:lnTo>
                  <a:lnTo>
                    <a:pt x="347433" y="656745"/>
                  </a:lnTo>
                  <a:lnTo>
                    <a:pt x="350602" y="662419"/>
                  </a:lnTo>
                  <a:lnTo>
                    <a:pt x="353771" y="698393"/>
                  </a:lnTo>
                  <a:lnTo>
                    <a:pt x="356940" y="695444"/>
                  </a:lnTo>
                  <a:lnTo>
                    <a:pt x="360109" y="712875"/>
                  </a:lnTo>
                  <a:lnTo>
                    <a:pt x="363278" y="726416"/>
                  </a:lnTo>
                  <a:lnTo>
                    <a:pt x="366448" y="704186"/>
                  </a:lnTo>
                  <a:lnTo>
                    <a:pt x="369617" y="724070"/>
                  </a:lnTo>
                  <a:lnTo>
                    <a:pt x="372786" y="713359"/>
                  </a:lnTo>
                  <a:lnTo>
                    <a:pt x="375955" y="728216"/>
                  </a:lnTo>
                  <a:lnTo>
                    <a:pt x="379124" y="699766"/>
                  </a:lnTo>
                  <a:lnTo>
                    <a:pt x="382293" y="691327"/>
                  </a:lnTo>
                  <a:lnTo>
                    <a:pt x="385463" y="649466"/>
                  </a:lnTo>
                  <a:lnTo>
                    <a:pt x="388632" y="644903"/>
                  </a:lnTo>
                  <a:lnTo>
                    <a:pt x="391801" y="652697"/>
                  </a:lnTo>
                  <a:lnTo>
                    <a:pt x="394970" y="676583"/>
                  </a:lnTo>
                  <a:lnTo>
                    <a:pt x="398139" y="678554"/>
                  </a:lnTo>
                  <a:lnTo>
                    <a:pt x="401308" y="653588"/>
                  </a:lnTo>
                  <a:lnTo>
                    <a:pt x="404478" y="581161"/>
                  </a:lnTo>
                  <a:lnTo>
                    <a:pt x="407647" y="580129"/>
                  </a:lnTo>
                  <a:lnTo>
                    <a:pt x="410816" y="591970"/>
                  </a:lnTo>
                  <a:lnTo>
                    <a:pt x="413985" y="592491"/>
                  </a:lnTo>
                  <a:lnTo>
                    <a:pt x="417154" y="583699"/>
                  </a:lnTo>
                  <a:lnTo>
                    <a:pt x="420323" y="598549"/>
                  </a:lnTo>
                  <a:lnTo>
                    <a:pt x="423492" y="634449"/>
                  </a:lnTo>
                  <a:lnTo>
                    <a:pt x="426662" y="675121"/>
                  </a:lnTo>
                  <a:lnTo>
                    <a:pt x="429831" y="677113"/>
                  </a:lnTo>
                  <a:lnTo>
                    <a:pt x="433000" y="702067"/>
                  </a:lnTo>
                  <a:lnTo>
                    <a:pt x="436169" y="697977"/>
                  </a:lnTo>
                  <a:lnTo>
                    <a:pt x="439338" y="690802"/>
                  </a:lnTo>
                  <a:lnTo>
                    <a:pt x="442507" y="700909"/>
                  </a:lnTo>
                  <a:lnTo>
                    <a:pt x="445677" y="685771"/>
                  </a:lnTo>
                  <a:lnTo>
                    <a:pt x="448846" y="689815"/>
                  </a:lnTo>
                  <a:lnTo>
                    <a:pt x="452015" y="704651"/>
                  </a:lnTo>
                  <a:lnTo>
                    <a:pt x="455184" y="691169"/>
                  </a:lnTo>
                  <a:lnTo>
                    <a:pt x="458353" y="701442"/>
                  </a:lnTo>
                  <a:lnTo>
                    <a:pt x="461522" y="706327"/>
                  </a:lnTo>
                  <a:lnTo>
                    <a:pt x="464692" y="724806"/>
                  </a:lnTo>
                  <a:lnTo>
                    <a:pt x="467861" y="721636"/>
                  </a:lnTo>
                  <a:lnTo>
                    <a:pt x="471030" y="728119"/>
                  </a:lnTo>
                  <a:lnTo>
                    <a:pt x="474199" y="725965"/>
                  </a:lnTo>
                  <a:lnTo>
                    <a:pt x="477368" y="722554"/>
                  </a:lnTo>
                  <a:lnTo>
                    <a:pt x="480537" y="709252"/>
                  </a:lnTo>
                  <a:lnTo>
                    <a:pt x="483707" y="692784"/>
                  </a:lnTo>
                  <a:lnTo>
                    <a:pt x="486876" y="690180"/>
                  </a:lnTo>
                  <a:lnTo>
                    <a:pt x="490045" y="663930"/>
                  </a:lnTo>
                  <a:lnTo>
                    <a:pt x="493214" y="648018"/>
                  </a:lnTo>
                  <a:lnTo>
                    <a:pt x="496383" y="676377"/>
                  </a:lnTo>
                  <a:lnTo>
                    <a:pt x="499552" y="672433"/>
                  </a:lnTo>
                  <a:lnTo>
                    <a:pt x="502500" y="73126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339555" y="6344123"/>
              <a:ext cx="50422" cy="35326"/>
            </a:xfrm>
            <a:custGeom>
              <a:avLst/>
              <a:pathLst>
                <a:path w="50422" h="35326">
                  <a:moveTo>
                    <a:pt x="0" y="35326"/>
                  </a:moveTo>
                  <a:lnTo>
                    <a:pt x="15" y="34946"/>
                  </a:lnTo>
                  <a:lnTo>
                    <a:pt x="3184" y="16122"/>
                  </a:lnTo>
                  <a:lnTo>
                    <a:pt x="6353" y="0"/>
                  </a:lnTo>
                  <a:lnTo>
                    <a:pt x="9522" y="5874"/>
                  </a:lnTo>
                  <a:lnTo>
                    <a:pt x="12691" y="25799"/>
                  </a:lnTo>
                  <a:lnTo>
                    <a:pt x="15860" y="26278"/>
                  </a:lnTo>
                  <a:lnTo>
                    <a:pt x="19030" y="34407"/>
                  </a:lnTo>
                  <a:lnTo>
                    <a:pt x="22199" y="31838"/>
                  </a:lnTo>
                  <a:lnTo>
                    <a:pt x="25368" y="23988"/>
                  </a:lnTo>
                  <a:lnTo>
                    <a:pt x="28537" y="32092"/>
                  </a:lnTo>
                  <a:lnTo>
                    <a:pt x="31706" y="25102"/>
                  </a:lnTo>
                  <a:lnTo>
                    <a:pt x="34875" y="20696"/>
                  </a:lnTo>
                  <a:lnTo>
                    <a:pt x="38045" y="15286"/>
                  </a:lnTo>
                  <a:lnTo>
                    <a:pt x="41214" y="11725"/>
                  </a:lnTo>
                  <a:lnTo>
                    <a:pt x="44383" y="13696"/>
                  </a:lnTo>
                  <a:lnTo>
                    <a:pt x="47552" y="18275"/>
                  </a:lnTo>
                  <a:lnTo>
                    <a:pt x="50422" y="3532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391149" y="6371847"/>
              <a:ext cx="7474" cy="7602"/>
            </a:xfrm>
            <a:custGeom>
              <a:avLst/>
              <a:pathLst>
                <a:path w="7474" h="7602">
                  <a:moveTo>
                    <a:pt x="0" y="7602"/>
                  </a:moveTo>
                  <a:lnTo>
                    <a:pt x="2296" y="2921"/>
                  </a:lnTo>
                  <a:lnTo>
                    <a:pt x="5466" y="0"/>
                  </a:lnTo>
                  <a:lnTo>
                    <a:pt x="7474" y="76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400476" y="6335809"/>
              <a:ext cx="30250" cy="43640"/>
            </a:xfrm>
            <a:custGeom>
              <a:avLst/>
              <a:pathLst>
                <a:path w="30250" h="43640">
                  <a:moveTo>
                    <a:pt x="0" y="43640"/>
                  </a:moveTo>
                  <a:lnTo>
                    <a:pt x="2477" y="27916"/>
                  </a:lnTo>
                  <a:lnTo>
                    <a:pt x="5646" y="19100"/>
                  </a:lnTo>
                  <a:lnTo>
                    <a:pt x="8815" y="0"/>
                  </a:lnTo>
                  <a:lnTo>
                    <a:pt x="11984" y="15519"/>
                  </a:lnTo>
                  <a:lnTo>
                    <a:pt x="15153" y="39177"/>
                  </a:lnTo>
                  <a:lnTo>
                    <a:pt x="18323" y="39488"/>
                  </a:lnTo>
                  <a:lnTo>
                    <a:pt x="21492" y="41788"/>
                  </a:lnTo>
                  <a:lnTo>
                    <a:pt x="24661" y="42995"/>
                  </a:lnTo>
                  <a:lnTo>
                    <a:pt x="27830" y="36517"/>
                  </a:lnTo>
                  <a:lnTo>
                    <a:pt x="30250" y="436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439646" y="6330764"/>
              <a:ext cx="51544" cy="48685"/>
            </a:xfrm>
            <a:custGeom>
              <a:avLst/>
              <a:pathLst>
                <a:path w="51544" h="48685">
                  <a:moveTo>
                    <a:pt x="0" y="48685"/>
                  </a:moveTo>
                  <a:lnTo>
                    <a:pt x="1338" y="43051"/>
                  </a:lnTo>
                  <a:lnTo>
                    <a:pt x="4507" y="42931"/>
                  </a:lnTo>
                  <a:lnTo>
                    <a:pt x="7676" y="42082"/>
                  </a:lnTo>
                  <a:lnTo>
                    <a:pt x="10845" y="41439"/>
                  </a:lnTo>
                  <a:lnTo>
                    <a:pt x="14014" y="43705"/>
                  </a:lnTo>
                  <a:lnTo>
                    <a:pt x="17183" y="23833"/>
                  </a:lnTo>
                  <a:lnTo>
                    <a:pt x="20353" y="21900"/>
                  </a:lnTo>
                  <a:lnTo>
                    <a:pt x="23522" y="28011"/>
                  </a:lnTo>
                  <a:lnTo>
                    <a:pt x="26691" y="19429"/>
                  </a:lnTo>
                  <a:lnTo>
                    <a:pt x="29860" y="17325"/>
                  </a:lnTo>
                  <a:lnTo>
                    <a:pt x="33029" y="0"/>
                  </a:lnTo>
                  <a:lnTo>
                    <a:pt x="36198" y="7988"/>
                  </a:lnTo>
                  <a:lnTo>
                    <a:pt x="39367" y="24056"/>
                  </a:lnTo>
                  <a:lnTo>
                    <a:pt x="42537" y="44377"/>
                  </a:lnTo>
                  <a:lnTo>
                    <a:pt x="45706" y="31693"/>
                  </a:lnTo>
                  <a:lnTo>
                    <a:pt x="48875" y="34724"/>
                  </a:lnTo>
                  <a:lnTo>
                    <a:pt x="51544" y="486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577900" y="6217277"/>
              <a:ext cx="113142" cy="162172"/>
            </a:xfrm>
            <a:custGeom>
              <a:avLst/>
              <a:pathLst>
                <a:path w="113142" h="162172">
                  <a:moveTo>
                    <a:pt x="0" y="162172"/>
                  </a:moveTo>
                  <a:lnTo>
                    <a:pt x="2526" y="143338"/>
                  </a:lnTo>
                  <a:lnTo>
                    <a:pt x="5696" y="143713"/>
                  </a:lnTo>
                  <a:lnTo>
                    <a:pt x="8865" y="118832"/>
                  </a:lnTo>
                  <a:lnTo>
                    <a:pt x="12034" y="86998"/>
                  </a:lnTo>
                  <a:lnTo>
                    <a:pt x="15203" y="74499"/>
                  </a:lnTo>
                  <a:lnTo>
                    <a:pt x="18372" y="83402"/>
                  </a:lnTo>
                  <a:lnTo>
                    <a:pt x="21541" y="93804"/>
                  </a:lnTo>
                  <a:lnTo>
                    <a:pt x="24711" y="71149"/>
                  </a:lnTo>
                  <a:lnTo>
                    <a:pt x="27880" y="36532"/>
                  </a:lnTo>
                  <a:lnTo>
                    <a:pt x="31049" y="12094"/>
                  </a:lnTo>
                  <a:lnTo>
                    <a:pt x="34218" y="0"/>
                  </a:lnTo>
                  <a:lnTo>
                    <a:pt x="37387" y="54493"/>
                  </a:lnTo>
                  <a:lnTo>
                    <a:pt x="40556" y="95771"/>
                  </a:lnTo>
                  <a:lnTo>
                    <a:pt x="43726" y="116399"/>
                  </a:lnTo>
                  <a:lnTo>
                    <a:pt x="46895" y="106570"/>
                  </a:lnTo>
                  <a:lnTo>
                    <a:pt x="50064" y="91158"/>
                  </a:lnTo>
                  <a:lnTo>
                    <a:pt x="53233" y="121896"/>
                  </a:lnTo>
                  <a:lnTo>
                    <a:pt x="56402" y="112333"/>
                  </a:lnTo>
                  <a:lnTo>
                    <a:pt x="59571" y="145169"/>
                  </a:lnTo>
                  <a:lnTo>
                    <a:pt x="62741" y="135853"/>
                  </a:lnTo>
                  <a:lnTo>
                    <a:pt x="65910" y="135279"/>
                  </a:lnTo>
                  <a:lnTo>
                    <a:pt x="69079" y="126464"/>
                  </a:lnTo>
                  <a:lnTo>
                    <a:pt x="72248" y="128303"/>
                  </a:lnTo>
                  <a:lnTo>
                    <a:pt x="75417" y="135920"/>
                  </a:lnTo>
                  <a:lnTo>
                    <a:pt x="78586" y="143203"/>
                  </a:lnTo>
                  <a:lnTo>
                    <a:pt x="81755" y="128436"/>
                  </a:lnTo>
                  <a:lnTo>
                    <a:pt x="84925" y="124284"/>
                  </a:lnTo>
                  <a:lnTo>
                    <a:pt x="88094" y="128488"/>
                  </a:lnTo>
                  <a:lnTo>
                    <a:pt x="91263" y="97003"/>
                  </a:lnTo>
                  <a:lnTo>
                    <a:pt x="94432" y="110745"/>
                  </a:lnTo>
                  <a:lnTo>
                    <a:pt x="97601" y="93609"/>
                  </a:lnTo>
                  <a:lnTo>
                    <a:pt x="100770" y="84547"/>
                  </a:lnTo>
                  <a:lnTo>
                    <a:pt x="103940" y="92621"/>
                  </a:lnTo>
                  <a:lnTo>
                    <a:pt x="107109" y="99121"/>
                  </a:lnTo>
                  <a:lnTo>
                    <a:pt x="110278" y="129502"/>
                  </a:lnTo>
                  <a:lnTo>
                    <a:pt x="113142" y="1621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692237" y="6340958"/>
              <a:ext cx="24210" cy="38491"/>
            </a:xfrm>
            <a:custGeom>
              <a:avLst/>
              <a:pathLst>
                <a:path w="24210" h="38491">
                  <a:moveTo>
                    <a:pt x="0" y="38491"/>
                  </a:moveTo>
                  <a:lnTo>
                    <a:pt x="2278" y="29599"/>
                  </a:lnTo>
                  <a:lnTo>
                    <a:pt x="5448" y="23497"/>
                  </a:lnTo>
                  <a:lnTo>
                    <a:pt x="8617" y="12350"/>
                  </a:lnTo>
                  <a:lnTo>
                    <a:pt x="11786" y="10242"/>
                  </a:lnTo>
                  <a:lnTo>
                    <a:pt x="14955" y="17248"/>
                  </a:lnTo>
                  <a:lnTo>
                    <a:pt x="18124" y="0"/>
                  </a:lnTo>
                  <a:lnTo>
                    <a:pt x="21293" y="27798"/>
                  </a:lnTo>
                  <a:lnTo>
                    <a:pt x="24210" y="3849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716880" y="6360641"/>
              <a:ext cx="25190" cy="18808"/>
            </a:xfrm>
            <a:custGeom>
              <a:avLst/>
              <a:pathLst>
                <a:path w="25190" h="18808">
                  <a:moveTo>
                    <a:pt x="0" y="18808"/>
                  </a:moveTo>
                  <a:lnTo>
                    <a:pt x="2989" y="3405"/>
                  </a:lnTo>
                  <a:lnTo>
                    <a:pt x="6158" y="16648"/>
                  </a:lnTo>
                  <a:lnTo>
                    <a:pt x="9328" y="1867"/>
                  </a:lnTo>
                  <a:lnTo>
                    <a:pt x="12497" y="0"/>
                  </a:lnTo>
                  <a:lnTo>
                    <a:pt x="15666" y="6059"/>
                  </a:lnTo>
                  <a:lnTo>
                    <a:pt x="18835" y="11906"/>
                  </a:lnTo>
                  <a:lnTo>
                    <a:pt x="22004" y="470"/>
                  </a:lnTo>
                  <a:lnTo>
                    <a:pt x="25173" y="18765"/>
                  </a:lnTo>
                  <a:lnTo>
                    <a:pt x="25190" y="1880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767883" y="6319606"/>
              <a:ext cx="53463" cy="59843"/>
            </a:xfrm>
            <a:custGeom>
              <a:avLst/>
              <a:pathLst>
                <a:path w="53463" h="59843">
                  <a:moveTo>
                    <a:pt x="0" y="59843"/>
                  </a:moveTo>
                  <a:lnTo>
                    <a:pt x="2693" y="47460"/>
                  </a:lnTo>
                  <a:lnTo>
                    <a:pt x="5862" y="54350"/>
                  </a:lnTo>
                  <a:lnTo>
                    <a:pt x="9031" y="51897"/>
                  </a:lnTo>
                  <a:lnTo>
                    <a:pt x="12200" y="36477"/>
                  </a:lnTo>
                  <a:lnTo>
                    <a:pt x="15369" y="16992"/>
                  </a:lnTo>
                  <a:lnTo>
                    <a:pt x="18539" y="10122"/>
                  </a:lnTo>
                  <a:lnTo>
                    <a:pt x="21708" y="2744"/>
                  </a:lnTo>
                  <a:lnTo>
                    <a:pt x="24877" y="7214"/>
                  </a:lnTo>
                  <a:lnTo>
                    <a:pt x="28046" y="38429"/>
                  </a:lnTo>
                  <a:lnTo>
                    <a:pt x="31215" y="50673"/>
                  </a:lnTo>
                  <a:lnTo>
                    <a:pt x="34384" y="51462"/>
                  </a:lnTo>
                  <a:lnTo>
                    <a:pt x="37554" y="14164"/>
                  </a:lnTo>
                  <a:lnTo>
                    <a:pt x="40723" y="22054"/>
                  </a:lnTo>
                  <a:lnTo>
                    <a:pt x="43892" y="0"/>
                  </a:lnTo>
                  <a:lnTo>
                    <a:pt x="47061" y="14374"/>
                  </a:lnTo>
                  <a:lnTo>
                    <a:pt x="50230" y="34691"/>
                  </a:lnTo>
                  <a:lnTo>
                    <a:pt x="53399" y="59520"/>
                  </a:lnTo>
                  <a:lnTo>
                    <a:pt x="53463" y="5984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6898808" y="6258418"/>
              <a:ext cx="71425" cy="121031"/>
            </a:xfrm>
            <a:custGeom>
              <a:avLst/>
              <a:pathLst>
                <a:path w="71425" h="121031">
                  <a:moveTo>
                    <a:pt x="0" y="121031"/>
                  </a:moveTo>
                  <a:lnTo>
                    <a:pt x="1703" y="103347"/>
                  </a:lnTo>
                  <a:lnTo>
                    <a:pt x="4872" y="114033"/>
                  </a:lnTo>
                  <a:lnTo>
                    <a:pt x="8041" y="85621"/>
                  </a:lnTo>
                  <a:lnTo>
                    <a:pt x="11210" y="109104"/>
                  </a:lnTo>
                  <a:lnTo>
                    <a:pt x="14380" y="107550"/>
                  </a:lnTo>
                  <a:lnTo>
                    <a:pt x="17549" y="103592"/>
                  </a:lnTo>
                  <a:lnTo>
                    <a:pt x="20718" y="96998"/>
                  </a:lnTo>
                  <a:lnTo>
                    <a:pt x="23887" y="102861"/>
                  </a:lnTo>
                  <a:lnTo>
                    <a:pt x="27056" y="98025"/>
                  </a:lnTo>
                  <a:lnTo>
                    <a:pt x="30225" y="92189"/>
                  </a:lnTo>
                  <a:lnTo>
                    <a:pt x="33395" y="79159"/>
                  </a:lnTo>
                  <a:lnTo>
                    <a:pt x="36564" y="23141"/>
                  </a:lnTo>
                  <a:lnTo>
                    <a:pt x="39733" y="32296"/>
                  </a:lnTo>
                  <a:lnTo>
                    <a:pt x="42902" y="5566"/>
                  </a:lnTo>
                  <a:lnTo>
                    <a:pt x="46071" y="0"/>
                  </a:lnTo>
                  <a:lnTo>
                    <a:pt x="49240" y="2654"/>
                  </a:lnTo>
                  <a:lnTo>
                    <a:pt x="52409" y="32216"/>
                  </a:lnTo>
                  <a:lnTo>
                    <a:pt x="55579" y="76557"/>
                  </a:lnTo>
                  <a:lnTo>
                    <a:pt x="58748" y="72331"/>
                  </a:lnTo>
                  <a:lnTo>
                    <a:pt x="61917" y="86433"/>
                  </a:lnTo>
                  <a:lnTo>
                    <a:pt x="65086" y="114744"/>
                  </a:lnTo>
                  <a:lnTo>
                    <a:pt x="68255" y="111094"/>
                  </a:lnTo>
                  <a:lnTo>
                    <a:pt x="71424" y="121027"/>
                  </a:lnTo>
                  <a:lnTo>
                    <a:pt x="71425" y="1210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020699" y="6326467"/>
              <a:ext cx="21242" cy="52982"/>
            </a:xfrm>
            <a:custGeom>
              <a:avLst/>
              <a:pathLst>
                <a:path w="21242" h="52982">
                  <a:moveTo>
                    <a:pt x="0" y="52982"/>
                  </a:moveTo>
                  <a:lnTo>
                    <a:pt x="240" y="52866"/>
                  </a:lnTo>
                  <a:lnTo>
                    <a:pt x="3409" y="52411"/>
                  </a:lnTo>
                  <a:lnTo>
                    <a:pt x="6578" y="44986"/>
                  </a:lnTo>
                  <a:lnTo>
                    <a:pt x="9747" y="35476"/>
                  </a:lnTo>
                  <a:lnTo>
                    <a:pt x="12917" y="0"/>
                  </a:lnTo>
                  <a:lnTo>
                    <a:pt x="16086" y="31828"/>
                  </a:lnTo>
                  <a:lnTo>
                    <a:pt x="19255" y="39868"/>
                  </a:lnTo>
                  <a:lnTo>
                    <a:pt x="21242" y="529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088415" y="6369913"/>
              <a:ext cx="10466" cy="9536"/>
            </a:xfrm>
            <a:custGeom>
              <a:avLst/>
              <a:pathLst>
                <a:path w="10466" h="9536">
                  <a:moveTo>
                    <a:pt x="0" y="9536"/>
                  </a:moveTo>
                  <a:lnTo>
                    <a:pt x="2245" y="0"/>
                  </a:lnTo>
                  <a:lnTo>
                    <a:pt x="5414" y="5515"/>
                  </a:lnTo>
                  <a:lnTo>
                    <a:pt x="8584" y="3543"/>
                  </a:lnTo>
                  <a:lnTo>
                    <a:pt x="10466" y="95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101488" y="6320877"/>
              <a:ext cx="17220" cy="58572"/>
            </a:xfrm>
            <a:custGeom>
              <a:avLst/>
              <a:pathLst>
                <a:path w="17220" h="58572">
                  <a:moveTo>
                    <a:pt x="0" y="58572"/>
                  </a:moveTo>
                  <a:lnTo>
                    <a:pt x="1850" y="52828"/>
                  </a:lnTo>
                  <a:lnTo>
                    <a:pt x="5019" y="0"/>
                  </a:lnTo>
                  <a:lnTo>
                    <a:pt x="8188" y="9268"/>
                  </a:lnTo>
                  <a:lnTo>
                    <a:pt x="11357" y="8862"/>
                  </a:lnTo>
                  <a:lnTo>
                    <a:pt x="14526" y="39770"/>
                  </a:lnTo>
                  <a:lnTo>
                    <a:pt x="17220" y="585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119500" y="6349542"/>
              <a:ext cx="18247" cy="29907"/>
            </a:xfrm>
            <a:custGeom>
              <a:avLst/>
              <a:pathLst>
                <a:path w="18247" h="29907">
                  <a:moveTo>
                    <a:pt x="0" y="29907"/>
                  </a:moveTo>
                  <a:lnTo>
                    <a:pt x="2852" y="0"/>
                  </a:lnTo>
                  <a:lnTo>
                    <a:pt x="6021" y="17811"/>
                  </a:lnTo>
                  <a:lnTo>
                    <a:pt x="9190" y="15498"/>
                  </a:lnTo>
                  <a:lnTo>
                    <a:pt x="12360" y="14525"/>
                  </a:lnTo>
                  <a:lnTo>
                    <a:pt x="15529" y="16794"/>
                  </a:lnTo>
                  <a:lnTo>
                    <a:pt x="18247" y="299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141921" y="6365242"/>
              <a:ext cx="6736" cy="14207"/>
            </a:xfrm>
            <a:custGeom>
              <a:avLst/>
              <a:pathLst>
                <a:path w="6736" h="14207">
                  <a:moveTo>
                    <a:pt x="0" y="14207"/>
                  </a:moveTo>
                  <a:lnTo>
                    <a:pt x="2616" y="0"/>
                  </a:lnTo>
                  <a:lnTo>
                    <a:pt x="5785" y="13413"/>
                  </a:lnTo>
                  <a:lnTo>
                    <a:pt x="6736" y="142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163588" y="6236102"/>
              <a:ext cx="75121" cy="143347"/>
            </a:xfrm>
            <a:custGeom>
              <a:avLst/>
              <a:pathLst>
                <a:path w="75121" h="143347">
                  <a:moveTo>
                    <a:pt x="0" y="143347"/>
                  </a:moveTo>
                  <a:lnTo>
                    <a:pt x="3132" y="120168"/>
                  </a:lnTo>
                  <a:lnTo>
                    <a:pt x="6301" y="119145"/>
                  </a:lnTo>
                  <a:lnTo>
                    <a:pt x="9471" y="111716"/>
                  </a:lnTo>
                  <a:lnTo>
                    <a:pt x="12640" y="95335"/>
                  </a:lnTo>
                  <a:lnTo>
                    <a:pt x="15809" y="68199"/>
                  </a:lnTo>
                  <a:lnTo>
                    <a:pt x="18978" y="54823"/>
                  </a:lnTo>
                  <a:lnTo>
                    <a:pt x="22147" y="92386"/>
                  </a:lnTo>
                  <a:lnTo>
                    <a:pt x="25316" y="90917"/>
                  </a:lnTo>
                  <a:lnTo>
                    <a:pt x="28486" y="105848"/>
                  </a:lnTo>
                  <a:lnTo>
                    <a:pt x="31655" y="98414"/>
                  </a:lnTo>
                  <a:lnTo>
                    <a:pt x="34824" y="88419"/>
                  </a:lnTo>
                  <a:lnTo>
                    <a:pt x="37993" y="87263"/>
                  </a:lnTo>
                  <a:lnTo>
                    <a:pt x="41162" y="14472"/>
                  </a:lnTo>
                  <a:lnTo>
                    <a:pt x="44331" y="17927"/>
                  </a:lnTo>
                  <a:lnTo>
                    <a:pt x="47500" y="7595"/>
                  </a:lnTo>
                  <a:lnTo>
                    <a:pt x="50670" y="0"/>
                  </a:lnTo>
                  <a:lnTo>
                    <a:pt x="53839" y="27908"/>
                  </a:lnTo>
                  <a:lnTo>
                    <a:pt x="57008" y="58542"/>
                  </a:lnTo>
                  <a:lnTo>
                    <a:pt x="60177" y="97971"/>
                  </a:lnTo>
                  <a:lnTo>
                    <a:pt x="63346" y="108898"/>
                  </a:lnTo>
                  <a:lnTo>
                    <a:pt x="66515" y="116890"/>
                  </a:lnTo>
                  <a:lnTo>
                    <a:pt x="69685" y="139308"/>
                  </a:lnTo>
                  <a:lnTo>
                    <a:pt x="72854" y="131228"/>
                  </a:lnTo>
                  <a:lnTo>
                    <a:pt x="75121" y="1433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256475" y="6321952"/>
              <a:ext cx="40983" cy="57497"/>
            </a:xfrm>
            <a:custGeom>
              <a:avLst/>
              <a:pathLst>
                <a:path w="40983" h="57497">
                  <a:moveTo>
                    <a:pt x="0" y="57497"/>
                  </a:moveTo>
                  <a:lnTo>
                    <a:pt x="2151" y="51994"/>
                  </a:lnTo>
                  <a:lnTo>
                    <a:pt x="5320" y="51810"/>
                  </a:lnTo>
                  <a:lnTo>
                    <a:pt x="8489" y="28926"/>
                  </a:lnTo>
                  <a:lnTo>
                    <a:pt x="11658" y="1946"/>
                  </a:lnTo>
                  <a:lnTo>
                    <a:pt x="14828" y="0"/>
                  </a:lnTo>
                  <a:lnTo>
                    <a:pt x="17997" y="23315"/>
                  </a:lnTo>
                  <a:lnTo>
                    <a:pt x="21166" y="37085"/>
                  </a:lnTo>
                  <a:lnTo>
                    <a:pt x="24335" y="14500"/>
                  </a:lnTo>
                  <a:lnTo>
                    <a:pt x="27504" y="1495"/>
                  </a:lnTo>
                  <a:lnTo>
                    <a:pt x="30673" y="11340"/>
                  </a:lnTo>
                  <a:lnTo>
                    <a:pt x="33843" y="47697"/>
                  </a:lnTo>
                  <a:lnTo>
                    <a:pt x="37012" y="54343"/>
                  </a:lnTo>
                  <a:lnTo>
                    <a:pt x="40181" y="54638"/>
                  </a:lnTo>
                  <a:lnTo>
                    <a:pt x="40983" y="574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328514" y="6279204"/>
              <a:ext cx="62770" cy="100245"/>
            </a:xfrm>
            <a:custGeom>
              <a:avLst/>
              <a:pathLst>
                <a:path w="62770" h="100245">
                  <a:moveTo>
                    <a:pt x="0" y="100245"/>
                  </a:moveTo>
                  <a:lnTo>
                    <a:pt x="3002" y="83681"/>
                  </a:lnTo>
                  <a:lnTo>
                    <a:pt x="6172" y="80540"/>
                  </a:lnTo>
                  <a:lnTo>
                    <a:pt x="9341" y="61095"/>
                  </a:lnTo>
                  <a:lnTo>
                    <a:pt x="12510" y="35826"/>
                  </a:lnTo>
                  <a:lnTo>
                    <a:pt x="15679" y="26204"/>
                  </a:lnTo>
                  <a:lnTo>
                    <a:pt x="18848" y="27083"/>
                  </a:lnTo>
                  <a:lnTo>
                    <a:pt x="22017" y="33611"/>
                  </a:lnTo>
                  <a:lnTo>
                    <a:pt x="25187" y="21388"/>
                  </a:lnTo>
                  <a:lnTo>
                    <a:pt x="28356" y="4248"/>
                  </a:lnTo>
                  <a:lnTo>
                    <a:pt x="31525" y="0"/>
                  </a:lnTo>
                  <a:lnTo>
                    <a:pt x="34694" y="2428"/>
                  </a:lnTo>
                  <a:lnTo>
                    <a:pt x="37863" y="27462"/>
                  </a:lnTo>
                  <a:lnTo>
                    <a:pt x="41032" y="48133"/>
                  </a:lnTo>
                  <a:lnTo>
                    <a:pt x="44202" y="29737"/>
                  </a:lnTo>
                  <a:lnTo>
                    <a:pt x="47371" y="25945"/>
                  </a:lnTo>
                  <a:lnTo>
                    <a:pt x="50540" y="50631"/>
                  </a:lnTo>
                  <a:lnTo>
                    <a:pt x="53709" y="67485"/>
                  </a:lnTo>
                  <a:lnTo>
                    <a:pt x="56878" y="78317"/>
                  </a:lnTo>
                  <a:lnTo>
                    <a:pt x="60047" y="85724"/>
                  </a:lnTo>
                  <a:lnTo>
                    <a:pt x="62770" y="10024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444886" y="6305274"/>
              <a:ext cx="54263" cy="74175"/>
            </a:xfrm>
            <a:custGeom>
              <a:avLst/>
              <a:pathLst>
                <a:path w="54263" h="74175">
                  <a:moveTo>
                    <a:pt x="0" y="74175"/>
                  </a:moveTo>
                  <a:lnTo>
                    <a:pt x="721" y="71778"/>
                  </a:lnTo>
                  <a:lnTo>
                    <a:pt x="3890" y="67881"/>
                  </a:lnTo>
                  <a:lnTo>
                    <a:pt x="7059" y="56135"/>
                  </a:lnTo>
                  <a:lnTo>
                    <a:pt x="10229" y="35656"/>
                  </a:lnTo>
                  <a:lnTo>
                    <a:pt x="13398" y="32760"/>
                  </a:lnTo>
                  <a:lnTo>
                    <a:pt x="16567" y="0"/>
                  </a:lnTo>
                  <a:lnTo>
                    <a:pt x="19736" y="22417"/>
                  </a:lnTo>
                  <a:lnTo>
                    <a:pt x="22905" y="39768"/>
                  </a:lnTo>
                  <a:lnTo>
                    <a:pt x="26074" y="46613"/>
                  </a:lnTo>
                  <a:lnTo>
                    <a:pt x="29243" y="52090"/>
                  </a:lnTo>
                  <a:lnTo>
                    <a:pt x="32413" y="28073"/>
                  </a:lnTo>
                  <a:lnTo>
                    <a:pt x="35582" y="42681"/>
                  </a:lnTo>
                  <a:lnTo>
                    <a:pt x="38751" y="49905"/>
                  </a:lnTo>
                  <a:lnTo>
                    <a:pt x="41920" y="26288"/>
                  </a:lnTo>
                  <a:lnTo>
                    <a:pt x="45089" y="16638"/>
                  </a:lnTo>
                  <a:lnTo>
                    <a:pt x="48258" y="5230"/>
                  </a:lnTo>
                  <a:lnTo>
                    <a:pt x="51428" y="31707"/>
                  </a:lnTo>
                  <a:lnTo>
                    <a:pt x="54263" y="741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499988" y="6353092"/>
              <a:ext cx="9085" cy="26357"/>
            </a:xfrm>
            <a:custGeom>
              <a:avLst/>
              <a:pathLst>
                <a:path w="9085" h="26357">
                  <a:moveTo>
                    <a:pt x="0" y="26357"/>
                  </a:moveTo>
                  <a:lnTo>
                    <a:pt x="2663" y="0"/>
                  </a:lnTo>
                  <a:lnTo>
                    <a:pt x="5832" y="14347"/>
                  </a:lnTo>
                  <a:lnTo>
                    <a:pt x="9002" y="26245"/>
                  </a:lnTo>
                  <a:lnTo>
                    <a:pt x="9085" y="2635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542922" y="6314290"/>
              <a:ext cx="82360" cy="65159"/>
            </a:xfrm>
            <a:custGeom>
              <a:avLst/>
              <a:pathLst>
                <a:path w="82360" h="65159">
                  <a:moveTo>
                    <a:pt x="0" y="65159"/>
                  </a:moveTo>
                  <a:lnTo>
                    <a:pt x="929" y="60979"/>
                  </a:lnTo>
                  <a:lnTo>
                    <a:pt x="4098" y="60937"/>
                  </a:lnTo>
                  <a:lnTo>
                    <a:pt x="7267" y="62982"/>
                  </a:lnTo>
                  <a:lnTo>
                    <a:pt x="10436" y="55119"/>
                  </a:lnTo>
                  <a:lnTo>
                    <a:pt x="13605" y="49380"/>
                  </a:lnTo>
                  <a:lnTo>
                    <a:pt x="16774" y="31517"/>
                  </a:lnTo>
                  <a:lnTo>
                    <a:pt x="19943" y="31161"/>
                  </a:lnTo>
                  <a:lnTo>
                    <a:pt x="23113" y="29489"/>
                  </a:lnTo>
                  <a:lnTo>
                    <a:pt x="26282" y="12484"/>
                  </a:lnTo>
                  <a:lnTo>
                    <a:pt x="29451" y="5690"/>
                  </a:lnTo>
                  <a:lnTo>
                    <a:pt x="32620" y="0"/>
                  </a:lnTo>
                  <a:lnTo>
                    <a:pt x="35789" y="13279"/>
                  </a:lnTo>
                  <a:lnTo>
                    <a:pt x="38958" y="19850"/>
                  </a:lnTo>
                  <a:lnTo>
                    <a:pt x="42128" y="9155"/>
                  </a:lnTo>
                  <a:lnTo>
                    <a:pt x="45297" y="33950"/>
                  </a:lnTo>
                  <a:lnTo>
                    <a:pt x="48466" y="20061"/>
                  </a:lnTo>
                  <a:lnTo>
                    <a:pt x="51635" y="24594"/>
                  </a:lnTo>
                  <a:lnTo>
                    <a:pt x="54804" y="33739"/>
                  </a:lnTo>
                  <a:lnTo>
                    <a:pt x="57973" y="27749"/>
                  </a:lnTo>
                  <a:lnTo>
                    <a:pt x="61143" y="30035"/>
                  </a:lnTo>
                  <a:lnTo>
                    <a:pt x="64312" y="36375"/>
                  </a:lnTo>
                  <a:lnTo>
                    <a:pt x="67481" y="31181"/>
                  </a:lnTo>
                  <a:lnTo>
                    <a:pt x="70650" y="41779"/>
                  </a:lnTo>
                  <a:lnTo>
                    <a:pt x="73819" y="55097"/>
                  </a:lnTo>
                  <a:lnTo>
                    <a:pt x="76988" y="64561"/>
                  </a:lnTo>
                  <a:lnTo>
                    <a:pt x="80158" y="55394"/>
                  </a:lnTo>
                  <a:lnTo>
                    <a:pt x="82360" y="651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630535" y="6259094"/>
              <a:ext cx="112656" cy="120355"/>
            </a:xfrm>
            <a:custGeom>
              <a:avLst/>
              <a:pathLst>
                <a:path w="112656" h="120355">
                  <a:moveTo>
                    <a:pt x="0" y="120355"/>
                  </a:moveTo>
                  <a:lnTo>
                    <a:pt x="2052" y="111689"/>
                  </a:lnTo>
                  <a:lnTo>
                    <a:pt x="5221" y="108942"/>
                  </a:lnTo>
                  <a:lnTo>
                    <a:pt x="8390" y="81607"/>
                  </a:lnTo>
                  <a:lnTo>
                    <a:pt x="11559" y="82318"/>
                  </a:lnTo>
                  <a:lnTo>
                    <a:pt x="14728" y="44090"/>
                  </a:lnTo>
                  <a:lnTo>
                    <a:pt x="17898" y="28342"/>
                  </a:lnTo>
                  <a:lnTo>
                    <a:pt x="21067" y="29089"/>
                  </a:lnTo>
                  <a:lnTo>
                    <a:pt x="24236" y="34560"/>
                  </a:lnTo>
                  <a:lnTo>
                    <a:pt x="27405" y="46581"/>
                  </a:lnTo>
                  <a:lnTo>
                    <a:pt x="30574" y="36783"/>
                  </a:lnTo>
                  <a:lnTo>
                    <a:pt x="33743" y="20054"/>
                  </a:lnTo>
                  <a:lnTo>
                    <a:pt x="36913" y="28173"/>
                  </a:lnTo>
                  <a:lnTo>
                    <a:pt x="40082" y="29013"/>
                  </a:lnTo>
                  <a:lnTo>
                    <a:pt x="43251" y="28129"/>
                  </a:lnTo>
                  <a:lnTo>
                    <a:pt x="46420" y="46454"/>
                  </a:lnTo>
                  <a:lnTo>
                    <a:pt x="49589" y="55286"/>
                  </a:lnTo>
                  <a:lnTo>
                    <a:pt x="52758" y="42620"/>
                  </a:lnTo>
                  <a:lnTo>
                    <a:pt x="55928" y="33558"/>
                  </a:lnTo>
                  <a:lnTo>
                    <a:pt x="59097" y="46492"/>
                  </a:lnTo>
                  <a:lnTo>
                    <a:pt x="62266" y="29450"/>
                  </a:lnTo>
                  <a:lnTo>
                    <a:pt x="65435" y="10979"/>
                  </a:lnTo>
                  <a:lnTo>
                    <a:pt x="68604" y="0"/>
                  </a:lnTo>
                  <a:lnTo>
                    <a:pt x="71773" y="30638"/>
                  </a:lnTo>
                  <a:lnTo>
                    <a:pt x="74942" y="59214"/>
                  </a:lnTo>
                  <a:lnTo>
                    <a:pt x="78112" y="56586"/>
                  </a:lnTo>
                  <a:lnTo>
                    <a:pt x="81281" y="41389"/>
                  </a:lnTo>
                  <a:lnTo>
                    <a:pt x="84450" y="50145"/>
                  </a:lnTo>
                  <a:lnTo>
                    <a:pt x="87619" y="76745"/>
                  </a:lnTo>
                  <a:lnTo>
                    <a:pt x="90788" y="97286"/>
                  </a:lnTo>
                  <a:lnTo>
                    <a:pt x="93957" y="96748"/>
                  </a:lnTo>
                  <a:lnTo>
                    <a:pt x="97127" y="95199"/>
                  </a:lnTo>
                  <a:lnTo>
                    <a:pt x="100296" y="71967"/>
                  </a:lnTo>
                  <a:lnTo>
                    <a:pt x="103465" y="79468"/>
                  </a:lnTo>
                  <a:lnTo>
                    <a:pt x="106634" y="111263"/>
                  </a:lnTo>
                  <a:lnTo>
                    <a:pt x="109803" y="94345"/>
                  </a:lnTo>
                  <a:lnTo>
                    <a:pt x="112656" y="1203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7743942" y="6297525"/>
              <a:ext cx="81427" cy="81924"/>
            </a:xfrm>
            <a:custGeom>
              <a:avLst/>
              <a:pathLst>
                <a:path w="81427" h="81924">
                  <a:moveTo>
                    <a:pt x="0" y="81924"/>
                  </a:moveTo>
                  <a:lnTo>
                    <a:pt x="2735" y="63745"/>
                  </a:lnTo>
                  <a:lnTo>
                    <a:pt x="5904" y="77669"/>
                  </a:lnTo>
                  <a:lnTo>
                    <a:pt x="9073" y="72871"/>
                  </a:lnTo>
                  <a:lnTo>
                    <a:pt x="12242" y="38167"/>
                  </a:lnTo>
                  <a:lnTo>
                    <a:pt x="15411" y="32151"/>
                  </a:lnTo>
                  <a:lnTo>
                    <a:pt x="18580" y="33545"/>
                  </a:lnTo>
                  <a:lnTo>
                    <a:pt x="21749" y="67937"/>
                  </a:lnTo>
                  <a:lnTo>
                    <a:pt x="24919" y="65385"/>
                  </a:lnTo>
                  <a:lnTo>
                    <a:pt x="28088" y="57144"/>
                  </a:lnTo>
                  <a:lnTo>
                    <a:pt x="31257" y="70697"/>
                  </a:lnTo>
                  <a:lnTo>
                    <a:pt x="34426" y="51837"/>
                  </a:lnTo>
                  <a:lnTo>
                    <a:pt x="37595" y="31263"/>
                  </a:lnTo>
                  <a:lnTo>
                    <a:pt x="40764" y="49043"/>
                  </a:lnTo>
                  <a:lnTo>
                    <a:pt x="43934" y="61398"/>
                  </a:lnTo>
                  <a:lnTo>
                    <a:pt x="47103" y="63478"/>
                  </a:lnTo>
                  <a:lnTo>
                    <a:pt x="50272" y="63418"/>
                  </a:lnTo>
                  <a:lnTo>
                    <a:pt x="53441" y="67158"/>
                  </a:lnTo>
                  <a:lnTo>
                    <a:pt x="56610" y="50035"/>
                  </a:lnTo>
                  <a:lnTo>
                    <a:pt x="59779" y="59551"/>
                  </a:lnTo>
                  <a:lnTo>
                    <a:pt x="62949" y="0"/>
                  </a:lnTo>
                  <a:lnTo>
                    <a:pt x="66118" y="4575"/>
                  </a:lnTo>
                  <a:lnTo>
                    <a:pt x="69287" y="44594"/>
                  </a:lnTo>
                  <a:lnTo>
                    <a:pt x="72456" y="59618"/>
                  </a:lnTo>
                  <a:lnTo>
                    <a:pt x="75625" y="76081"/>
                  </a:lnTo>
                  <a:lnTo>
                    <a:pt x="78794" y="68983"/>
                  </a:lnTo>
                  <a:lnTo>
                    <a:pt x="81427" y="819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7836800" y="6377464"/>
              <a:ext cx="7173" cy="1985"/>
            </a:xfrm>
            <a:custGeom>
              <a:avLst/>
              <a:pathLst>
                <a:path w="7173" h="1985">
                  <a:moveTo>
                    <a:pt x="0" y="1985"/>
                  </a:moveTo>
                  <a:lnTo>
                    <a:pt x="1782" y="0"/>
                  </a:lnTo>
                  <a:lnTo>
                    <a:pt x="4951" y="404"/>
                  </a:lnTo>
                  <a:lnTo>
                    <a:pt x="7173" y="19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7845807" y="6377710"/>
              <a:ext cx="3724" cy="1739"/>
            </a:xfrm>
            <a:custGeom>
              <a:avLst/>
              <a:pathLst>
                <a:path w="3724" h="1739">
                  <a:moveTo>
                    <a:pt x="0" y="1739"/>
                  </a:moveTo>
                  <a:lnTo>
                    <a:pt x="2283" y="0"/>
                  </a:lnTo>
                  <a:lnTo>
                    <a:pt x="3724" y="17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7855054" y="6224401"/>
              <a:ext cx="62197" cy="155048"/>
            </a:xfrm>
            <a:custGeom>
              <a:avLst/>
              <a:pathLst>
                <a:path w="62197" h="155048">
                  <a:moveTo>
                    <a:pt x="0" y="155048"/>
                  </a:moveTo>
                  <a:lnTo>
                    <a:pt x="2543" y="129361"/>
                  </a:lnTo>
                  <a:lnTo>
                    <a:pt x="5712" y="109467"/>
                  </a:lnTo>
                  <a:lnTo>
                    <a:pt x="8882" y="106611"/>
                  </a:lnTo>
                  <a:lnTo>
                    <a:pt x="12051" y="52879"/>
                  </a:lnTo>
                  <a:lnTo>
                    <a:pt x="15220" y="10797"/>
                  </a:lnTo>
                  <a:lnTo>
                    <a:pt x="18389" y="6947"/>
                  </a:lnTo>
                  <a:lnTo>
                    <a:pt x="21558" y="0"/>
                  </a:lnTo>
                  <a:lnTo>
                    <a:pt x="24727" y="24947"/>
                  </a:lnTo>
                  <a:lnTo>
                    <a:pt x="27897" y="29430"/>
                  </a:lnTo>
                  <a:lnTo>
                    <a:pt x="31066" y="60104"/>
                  </a:lnTo>
                  <a:lnTo>
                    <a:pt x="34235" y="86499"/>
                  </a:lnTo>
                  <a:lnTo>
                    <a:pt x="37404" y="101187"/>
                  </a:lnTo>
                  <a:lnTo>
                    <a:pt x="40573" y="122248"/>
                  </a:lnTo>
                  <a:lnTo>
                    <a:pt x="43742" y="73291"/>
                  </a:lnTo>
                  <a:lnTo>
                    <a:pt x="46912" y="70731"/>
                  </a:lnTo>
                  <a:lnTo>
                    <a:pt x="50081" y="96372"/>
                  </a:lnTo>
                  <a:lnTo>
                    <a:pt x="53250" y="106389"/>
                  </a:lnTo>
                  <a:lnTo>
                    <a:pt x="56419" y="143244"/>
                  </a:lnTo>
                  <a:lnTo>
                    <a:pt x="59588" y="146082"/>
                  </a:lnTo>
                  <a:lnTo>
                    <a:pt x="62197" y="1550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7922875" y="6361254"/>
              <a:ext cx="37238" cy="18195"/>
            </a:xfrm>
            <a:custGeom>
              <a:avLst/>
              <a:pathLst>
                <a:path w="37238" h="18195">
                  <a:moveTo>
                    <a:pt x="0" y="18195"/>
                  </a:moveTo>
                  <a:lnTo>
                    <a:pt x="1275" y="13343"/>
                  </a:lnTo>
                  <a:lnTo>
                    <a:pt x="4444" y="9949"/>
                  </a:lnTo>
                  <a:lnTo>
                    <a:pt x="7613" y="10191"/>
                  </a:lnTo>
                  <a:lnTo>
                    <a:pt x="10782" y="3900"/>
                  </a:lnTo>
                  <a:lnTo>
                    <a:pt x="13952" y="4213"/>
                  </a:lnTo>
                  <a:lnTo>
                    <a:pt x="17121" y="0"/>
                  </a:lnTo>
                  <a:lnTo>
                    <a:pt x="20290" y="10191"/>
                  </a:lnTo>
                  <a:lnTo>
                    <a:pt x="23459" y="9536"/>
                  </a:lnTo>
                  <a:lnTo>
                    <a:pt x="26628" y="3555"/>
                  </a:lnTo>
                  <a:lnTo>
                    <a:pt x="29797" y="13969"/>
                  </a:lnTo>
                  <a:lnTo>
                    <a:pt x="32967" y="13073"/>
                  </a:lnTo>
                  <a:lnTo>
                    <a:pt x="36136" y="15318"/>
                  </a:lnTo>
                  <a:lnTo>
                    <a:pt x="37238" y="1819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013185" y="6283902"/>
              <a:ext cx="46603" cy="95547"/>
            </a:xfrm>
            <a:custGeom>
              <a:avLst/>
              <a:pathLst>
                <a:path w="46603" h="95547">
                  <a:moveTo>
                    <a:pt x="0" y="95547"/>
                  </a:moveTo>
                  <a:lnTo>
                    <a:pt x="2870" y="67845"/>
                  </a:lnTo>
                  <a:lnTo>
                    <a:pt x="6039" y="69585"/>
                  </a:lnTo>
                  <a:lnTo>
                    <a:pt x="9208" y="61863"/>
                  </a:lnTo>
                  <a:lnTo>
                    <a:pt x="12378" y="0"/>
                  </a:lnTo>
                  <a:lnTo>
                    <a:pt x="15547" y="19392"/>
                  </a:lnTo>
                  <a:lnTo>
                    <a:pt x="18716" y="21038"/>
                  </a:lnTo>
                  <a:lnTo>
                    <a:pt x="21885" y="58442"/>
                  </a:lnTo>
                  <a:lnTo>
                    <a:pt x="25054" y="68180"/>
                  </a:lnTo>
                  <a:lnTo>
                    <a:pt x="28223" y="24700"/>
                  </a:lnTo>
                  <a:lnTo>
                    <a:pt x="31393" y="18912"/>
                  </a:lnTo>
                  <a:lnTo>
                    <a:pt x="34562" y="11060"/>
                  </a:lnTo>
                  <a:lnTo>
                    <a:pt x="37731" y="55566"/>
                  </a:lnTo>
                  <a:lnTo>
                    <a:pt x="40900" y="79415"/>
                  </a:lnTo>
                  <a:lnTo>
                    <a:pt x="44069" y="59038"/>
                  </a:lnTo>
                  <a:lnTo>
                    <a:pt x="46603" y="9554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065352" y="6378642"/>
              <a:ext cx="1596" cy="807"/>
            </a:xfrm>
            <a:custGeom>
              <a:avLst/>
              <a:pathLst>
                <a:path w="1596" h="807">
                  <a:moveTo>
                    <a:pt x="0" y="807"/>
                  </a:moveTo>
                  <a:lnTo>
                    <a:pt x="1410" y="0"/>
                  </a:lnTo>
                  <a:lnTo>
                    <a:pt x="1596" y="8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097948" y="6366488"/>
              <a:ext cx="6077" cy="12961"/>
            </a:xfrm>
            <a:custGeom>
              <a:avLst/>
              <a:pathLst>
                <a:path w="6077" h="12961">
                  <a:moveTo>
                    <a:pt x="0" y="12961"/>
                  </a:moveTo>
                  <a:lnTo>
                    <a:pt x="506" y="11874"/>
                  </a:lnTo>
                  <a:lnTo>
                    <a:pt x="3675" y="0"/>
                  </a:lnTo>
                  <a:lnTo>
                    <a:pt x="6077" y="129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105661" y="6241273"/>
              <a:ext cx="96427" cy="138176"/>
            </a:xfrm>
            <a:custGeom>
              <a:avLst/>
              <a:pathLst>
                <a:path w="96427" h="138176">
                  <a:moveTo>
                    <a:pt x="0" y="138176"/>
                  </a:moveTo>
                  <a:lnTo>
                    <a:pt x="2300" y="127228"/>
                  </a:lnTo>
                  <a:lnTo>
                    <a:pt x="5469" y="113398"/>
                  </a:lnTo>
                  <a:lnTo>
                    <a:pt x="8638" y="91721"/>
                  </a:lnTo>
                  <a:lnTo>
                    <a:pt x="11807" y="50626"/>
                  </a:lnTo>
                  <a:lnTo>
                    <a:pt x="14977" y="63038"/>
                  </a:lnTo>
                  <a:lnTo>
                    <a:pt x="18146" y="54188"/>
                  </a:lnTo>
                  <a:lnTo>
                    <a:pt x="21315" y="64753"/>
                  </a:lnTo>
                  <a:lnTo>
                    <a:pt x="24484" y="63211"/>
                  </a:lnTo>
                  <a:lnTo>
                    <a:pt x="27653" y="43965"/>
                  </a:lnTo>
                  <a:lnTo>
                    <a:pt x="30822" y="55412"/>
                  </a:lnTo>
                  <a:lnTo>
                    <a:pt x="33991" y="92155"/>
                  </a:lnTo>
                  <a:lnTo>
                    <a:pt x="37161" y="88882"/>
                  </a:lnTo>
                  <a:lnTo>
                    <a:pt x="40330" y="94279"/>
                  </a:lnTo>
                  <a:lnTo>
                    <a:pt x="43499" y="67928"/>
                  </a:lnTo>
                  <a:lnTo>
                    <a:pt x="46668" y="63630"/>
                  </a:lnTo>
                  <a:lnTo>
                    <a:pt x="49837" y="90930"/>
                  </a:lnTo>
                  <a:lnTo>
                    <a:pt x="53006" y="92331"/>
                  </a:lnTo>
                  <a:lnTo>
                    <a:pt x="56176" y="73172"/>
                  </a:lnTo>
                  <a:lnTo>
                    <a:pt x="59345" y="69694"/>
                  </a:lnTo>
                  <a:lnTo>
                    <a:pt x="62514" y="52495"/>
                  </a:lnTo>
                  <a:lnTo>
                    <a:pt x="65683" y="45286"/>
                  </a:lnTo>
                  <a:lnTo>
                    <a:pt x="68852" y="39838"/>
                  </a:lnTo>
                  <a:lnTo>
                    <a:pt x="72021" y="0"/>
                  </a:lnTo>
                  <a:lnTo>
                    <a:pt x="75191" y="39280"/>
                  </a:lnTo>
                  <a:lnTo>
                    <a:pt x="78360" y="59503"/>
                  </a:lnTo>
                  <a:lnTo>
                    <a:pt x="81529" y="105871"/>
                  </a:lnTo>
                  <a:lnTo>
                    <a:pt x="84698" y="106517"/>
                  </a:lnTo>
                  <a:lnTo>
                    <a:pt x="87867" y="116721"/>
                  </a:lnTo>
                  <a:lnTo>
                    <a:pt x="91036" y="128458"/>
                  </a:lnTo>
                  <a:lnTo>
                    <a:pt x="94206" y="129804"/>
                  </a:lnTo>
                  <a:lnTo>
                    <a:pt x="96427" y="13817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205721" y="6378805"/>
              <a:ext cx="1094" cy="644"/>
            </a:xfrm>
            <a:custGeom>
              <a:avLst/>
              <a:pathLst>
                <a:path w="1094" h="644">
                  <a:moveTo>
                    <a:pt x="0" y="644"/>
                  </a:moveTo>
                  <a:lnTo>
                    <a:pt x="484" y="0"/>
                  </a:lnTo>
                  <a:lnTo>
                    <a:pt x="1094" y="6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217611" y="6366232"/>
              <a:ext cx="12091" cy="13217"/>
            </a:xfrm>
            <a:custGeom>
              <a:avLst/>
              <a:pathLst>
                <a:path w="12091" h="13217">
                  <a:moveTo>
                    <a:pt x="0" y="13217"/>
                  </a:moveTo>
                  <a:lnTo>
                    <a:pt x="1270" y="9977"/>
                  </a:lnTo>
                  <a:lnTo>
                    <a:pt x="4439" y="3998"/>
                  </a:lnTo>
                  <a:lnTo>
                    <a:pt x="7608" y="0"/>
                  </a:lnTo>
                  <a:lnTo>
                    <a:pt x="10777" y="8305"/>
                  </a:lnTo>
                  <a:lnTo>
                    <a:pt x="12091" y="132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253905" y="6330483"/>
              <a:ext cx="37198" cy="48966"/>
            </a:xfrm>
            <a:custGeom>
              <a:avLst/>
              <a:pathLst>
                <a:path w="37198" h="48966">
                  <a:moveTo>
                    <a:pt x="0" y="48966"/>
                  </a:moveTo>
                  <a:lnTo>
                    <a:pt x="3006" y="35456"/>
                  </a:lnTo>
                  <a:lnTo>
                    <a:pt x="6176" y="41884"/>
                  </a:lnTo>
                  <a:lnTo>
                    <a:pt x="9345" y="34989"/>
                  </a:lnTo>
                  <a:lnTo>
                    <a:pt x="12514" y="33411"/>
                  </a:lnTo>
                  <a:lnTo>
                    <a:pt x="15683" y="35827"/>
                  </a:lnTo>
                  <a:lnTo>
                    <a:pt x="18852" y="0"/>
                  </a:lnTo>
                  <a:lnTo>
                    <a:pt x="22021" y="1486"/>
                  </a:lnTo>
                  <a:lnTo>
                    <a:pt x="25191" y="10030"/>
                  </a:lnTo>
                  <a:lnTo>
                    <a:pt x="28360" y="21489"/>
                  </a:lnTo>
                  <a:lnTo>
                    <a:pt x="31529" y="45659"/>
                  </a:lnTo>
                  <a:lnTo>
                    <a:pt x="34698" y="19866"/>
                  </a:lnTo>
                  <a:lnTo>
                    <a:pt x="37198" y="489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302654" y="6209944"/>
              <a:ext cx="136819" cy="169505"/>
            </a:xfrm>
            <a:custGeom>
              <a:avLst/>
              <a:pathLst>
                <a:path w="136819" h="169505">
                  <a:moveTo>
                    <a:pt x="0" y="169505"/>
                  </a:moveTo>
                  <a:lnTo>
                    <a:pt x="1795" y="161964"/>
                  </a:lnTo>
                  <a:lnTo>
                    <a:pt x="4964" y="155017"/>
                  </a:lnTo>
                  <a:lnTo>
                    <a:pt x="8133" y="132999"/>
                  </a:lnTo>
                  <a:lnTo>
                    <a:pt x="11302" y="143742"/>
                  </a:lnTo>
                  <a:lnTo>
                    <a:pt x="14471" y="152697"/>
                  </a:lnTo>
                  <a:lnTo>
                    <a:pt x="17640" y="143308"/>
                  </a:lnTo>
                  <a:lnTo>
                    <a:pt x="20810" y="143075"/>
                  </a:lnTo>
                  <a:lnTo>
                    <a:pt x="23979" y="133403"/>
                  </a:lnTo>
                  <a:lnTo>
                    <a:pt x="27148" y="126145"/>
                  </a:lnTo>
                  <a:lnTo>
                    <a:pt x="30317" y="112317"/>
                  </a:lnTo>
                  <a:lnTo>
                    <a:pt x="33486" y="79641"/>
                  </a:lnTo>
                  <a:lnTo>
                    <a:pt x="36655" y="67623"/>
                  </a:lnTo>
                  <a:lnTo>
                    <a:pt x="39825" y="78020"/>
                  </a:lnTo>
                  <a:lnTo>
                    <a:pt x="42994" y="84804"/>
                  </a:lnTo>
                  <a:lnTo>
                    <a:pt x="46163" y="98975"/>
                  </a:lnTo>
                  <a:lnTo>
                    <a:pt x="49332" y="63631"/>
                  </a:lnTo>
                  <a:lnTo>
                    <a:pt x="52501" y="80203"/>
                  </a:lnTo>
                  <a:lnTo>
                    <a:pt x="55670" y="23754"/>
                  </a:lnTo>
                  <a:lnTo>
                    <a:pt x="58840" y="0"/>
                  </a:lnTo>
                  <a:lnTo>
                    <a:pt x="62009" y="44567"/>
                  </a:lnTo>
                  <a:lnTo>
                    <a:pt x="65178" y="53667"/>
                  </a:lnTo>
                  <a:lnTo>
                    <a:pt x="68347" y="108613"/>
                  </a:lnTo>
                  <a:lnTo>
                    <a:pt x="71516" y="130445"/>
                  </a:lnTo>
                  <a:lnTo>
                    <a:pt x="74685" y="124496"/>
                  </a:lnTo>
                  <a:lnTo>
                    <a:pt x="77855" y="138021"/>
                  </a:lnTo>
                  <a:lnTo>
                    <a:pt x="81024" y="123254"/>
                  </a:lnTo>
                  <a:lnTo>
                    <a:pt x="84193" y="135221"/>
                  </a:lnTo>
                  <a:lnTo>
                    <a:pt x="87362" y="118598"/>
                  </a:lnTo>
                  <a:lnTo>
                    <a:pt x="90531" y="94652"/>
                  </a:lnTo>
                  <a:lnTo>
                    <a:pt x="93700" y="86865"/>
                  </a:lnTo>
                  <a:lnTo>
                    <a:pt x="96869" y="81043"/>
                  </a:lnTo>
                  <a:lnTo>
                    <a:pt x="100039" y="140506"/>
                  </a:lnTo>
                  <a:lnTo>
                    <a:pt x="103208" y="125863"/>
                  </a:lnTo>
                  <a:lnTo>
                    <a:pt x="106377" y="107665"/>
                  </a:lnTo>
                  <a:lnTo>
                    <a:pt x="109546" y="106783"/>
                  </a:lnTo>
                  <a:lnTo>
                    <a:pt x="112715" y="121918"/>
                  </a:lnTo>
                  <a:lnTo>
                    <a:pt x="115884" y="150174"/>
                  </a:lnTo>
                  <a:lnTo>
                    <a:pt x="119054" y="166099"/>
                  </a:lnTo>
                  <a:lnTo>
                    <a:pt x="122223" y="167418"/>
                  </a:lnTo>
                  <a:lnTo>
                    <a:pt x="125392" y="168001"/>
                  </a:lnTo>
                  <a:lnTo>
                    <a:pt x="128561" y="152469"/>
                  </a:lnTo>
                  <a:lnTo>
                    <a:pt x="131730" y="165684"/>
                  </a:lnTo>
                  <a:lnTo>
                    <a:pt x="134899" y="166631"/>
                  </a:lnTo>
                  <a:lnTo>
                    <a:pt x="136819" y="16950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445783" y="6377852"/>
              <a:ext cx="2873" cy="1597"/>
            </a:xfrm>
            <a:custGeom>
              <a:avLst/>
              <a:pathLst>
                <a:path w="2873" h="1597">
                  <a:moveTo>
                    <a:pt x="0" y="1597"/>
                  </a:moveTo>
                  <a:lnTo>
                    <a:pt x="1278" y="0"/>
                  </a:lnTo>
                  <a:lnTo>
                    <a:pt x="2873" y="159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450447" y="6200269"/>
              <a:ext cx="126024" cy="179180"/>
            </a:xfrm>
            <a:custGeom>
              <a:avLst/>
              <a:pathLst>
                <a:path w="126024" h="179180">
                  <a:moveTo>
                    <a:pt x="0" y="179180"/>
                  </a:moveTo>
                  <a:lnTo>
                    <a:pt x="2952" y="157700"/>
                  </a:lnTo>
                  <a:lnTo>
                    <a:pt x="6121" y="137665"/>
                  </a:lnTo>
                  <a:lnTo>
                    <a:pt x="9290" y="115082"/>
                  </a:lnTo>
                  <a:lnTo>
                    <a:pt x="12460" y="125266"/>
                  </a:lnTo>
                  <a:lnTo>
                    <a:pt x="15629" y="118271"/>
                  </a:lnTo>
                  <a:lnTo>
                    <a:pt x="18798" y="103848"/>
                  </a:lnTo>
                  <a:lnTo>
                    <a:pt x="21967" y="106394"/>
                  </a:lnTo>
                  <a:lnTo>
                    <a:pt x="25136" y="51944"/>
                  </a:lnTo>
                  <a:lnTo>
                    <a:pt x="28305" y="66849"/>
                  </a:lnTo>
                  <a:lnTo>
                    <a:pt x="31475" y="28232"/>
                  </a:lnTo>
                  <a:lnTo>
                    <a:pt x="34644" y="0"/>
                  </a:lnTo>
                  <a:lnTo>
                    <a:pt x="37813" y="6721"/>
                  </a:lnTo>
                  <a:lnTo>
                    <a:pt x="40982" y="18015"/>
                  </a:lnTo>
                  <a:lnTo>
                    <a:pt x="44151" y="23282"/>
                  </a:lnTo>
                  <a:lnTo>
                    <a:pt x="47320" y="7444"/>
                  </a:lnTo>
                  <a:lnTo>
                    <a:pt x="50490" y="16479"/>
                  </a:lnTo>
                  <a:lnTo>
                    <a:pt x="53659" y="41554"/>
                  </a:lnTo>
                  <a:lnTo>
                    <a:pt x="56828" y="62065"/>
                  </a:lnTo>
                  <a:lnTo>
                    <a:pt x="59997" y="81357"/>
                  </a:lnTo>
                  <a:lnTo>
                    <a:pt x="63166" y="80007"/>
                  </a:lnTo>
                  <a:lnTo>
                    <a:pt x="66335" y="78570"/>
                  </a:lnTo>
                  <a:lnTo>
                    <a:pt x="69504" y="87867"/>
                  </a:lnTo>
                  <a:lnTo>
                    <a:pt x="72674" y="93094"/>
                  </a:lnTo>
                  <a:lnTo>
                    <a:pt x="75843" y="118092"/>
                  </a:lnTo>
                  <a:lnTo>
                    <a:pt x="79012" y="142352"/>
                  </a:lnTo>
                  <a:lnTo>
                    <a:pt x="82181" y="144768"/>
                  </a:lnTo>
                  <a:lnTo>
                    <a:pt x="85350" y="140934"/>
                  </a:lnTo>
                  <a:lnTo>
                    <a:pt x="88519" y="134874"/>
                  </a:lnTo>
                  <a:lnTo>
                    <a:pt x="91689" y="139440"/>
                  </a:lnTo>
                  <a:lnTo>
                    <a:pt x="94858" y="146788"/>
                  </a:lnTo>
                  <a:lnTo>
                    <a:pt x="98027" y="146323"/>
                  </a:lnTo>
                  <a:lnTo>
                    <a:pt x="101196" y="129253"/>
                  </a:lnTo>
                  <a:lnTo>
                    <a:pt x="104365" y="134981"/>
                  </a:lnTo>
                  <a:lnTo>
                    <a:pt x="107534" y="159959"/>
                  </a:lnTo>
                  <a:lnTo>
                    <a:pt x="110704" y="171920"/>
                  </a:lnTo>
                  <a:lnTo>
                    <a:pt x="113873" y="174558"/>
                  </a:lnTo>
                  <a:lnTo>
                    <a:pt x="117042" y="176426"/>
                  </a:lnTo>
                  <a:lnTo>
                    <a:pt x="120211" y="167146"/>
                  </a:lnTo>
                  <a:lnTo>
                    <a:pt x="123380" y="165973"/>
                  </a:lnTo>
                  <a:lnTo>
                    <a:pt x="126024" y="1791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577840" y="6281507"/>
              <a:ext cx="138074" cy="97942"/>
            </a:xfrm>
            <a:custGeom>
              <a:avLst/>
              <a:pathLst>
                <a:path w="138074" h="97942">
                  <a:moveTo>
                    <a:pt x="0" y="97942"/>
                  </a:moveTo>
                  <a:lnTo>
                    <a:pt x="2326" y="90697"/>
                  </a:lnTo>
                  <a:lnTo>
                    <a:pt x="5495" y="93092"/>
                  </a:lnTo>
                  <a:lnTo>
                    <a:pt x="8664" y="76537"/>
                  </a:lnTo>
                  <a:lnTo>
                    <a:pt x="11833" y="67131"/>
                  </a:lnTo>
                  <a:lnTo>
                    <a:pt x="15002" y="68021"/>
                  </a:lnTo>
                  <a:lnTo>
                    <a:pt x="18171" y="41166"/>
                  </a:lnTo>
                  <a:lnTo>
                    <a:pt x="21341" y="18359"/>
                  </a:lnTo>
                  <a:lnTo>
                    <a:pt x="24510" y="25202"/>
                  </a:lnTo>
                  <a:lnTo>
                    <a:pt x="27679" y="53267"/>
                  </a:lnTo>
                  <a:lnTo>
                    <a:pt x="30848" y="94346"/>
                  </a:lnTo>
                  <a:lnTo>
                    <a:pt x="34017" y="77826"/>
                  </a:lnTo>
                  <a:lnTo>
                    <a:pt x="37186" y="94561"/>
                  </a:lnTo>
                  <a:lnTo>
                    <a:pt x="40355" y="94489"/>
                  </a:lnTo>
                  <a:lnTo>
                    <a:pt x="43525" y="93314"/>
                  </a:lnTo>
                  <a:lnTo>
                    <a:pt x="46694" y="95441"/>
                  </a:lnTo>
                  <a:lnTo>
                    <a:pt x="49863" y="64262"/>
                  </a:lnTo>
                  <a:lnTo>
                    <a:pt x="53032" y="80556"/>
                  </a:lnTo>
                  <a:lnTo>
                    <a:pt x="56201" y="56867"/>
                  </a:lnTo>
                  <a:lnTo>
                    <a:pt x="59370" y="57552"/>
                  </a:lnTo>
                  <a:lnTo>
                    <a:pt x="62540" y="73244"/>
                  </a:lnTo>
                  <a:lnTo>
                    <a:pt x="65709" y="45654"/>
                  </a:lnTo>
                  <a:lnTo>
                    <a:pt x="68878" y="82633"/>
                  </a:lnTo>
                  <a:lnTo>
                    <a:pt x="72047" y="60956"/>
                  </a:lnTo>
                  <a:lnTo>
                    <a:pt x="75216" y="61210"/>
                  </a:lnTo>
                  <a:lnTo>
                    <a:pt x="78385" y="51128"/>
                  </a:lnTo>
                  <a:lnTo>
                    <a:pt x="81555" y="8967"/>
                  </a:lnTo>
                  <a:lnTo>
                    <a:pt x="84724" y="22650"/>
                  </a:lnTo>
                  <a:lnTo>
                    <a:pt x="87893" y="18987"/>
                  </a:lnTo>
                  <a:lnTo>
                    <a:pt x="91062" y="55861"/>
                  </a:lnTo>
                  <a:lnTo>
                    <a:pt x="94231" y="76985"/>
                  </a:lnTo>
                  <a:lnTo>
                    <a:pt x="97400" y="53294"/>
                  </a:lnTo>
                  <a:lnTo>
                    <a:pt x="100570" y="62080"/>
                  </a:lnTo>
                  <a:lnTo>
                    <a:pt x="103739" y="48378"/>
                  </a:lnTo>
                  <a:lnTo>
                    <a:pt x="106908" y="22277"/>
                  </a:lnTo>
                  <a:lnTo>
                    <a:pt x="110077" y="2042"/>
                  </a:lnTo>
                  <a:lnTo>
                    <a:pt x="113246" y="0"/>
                  </a:lnTo>
                  <a:lnTo>
                    <a:pt x="116415" y="23397"/>
                  </a:lnTo>
                  <a:lnTo>
                    <a:pt x="119584" y="60194"/>
                  </a:lnTo>
                  <a:lnTo>
                    <a:pt x="122754" y="69337"/>
                  </a:lnTo>
                  <a:lnTo>
                    <a:pt x="125923" y="62901"/>
                  </a:lnTo>
                  <a:lnTo>
                    <a:pt x="129092" y="76939"/>
                  </a:lnTo>
                  <a:lnTo>
                    <a:pt x="132261" y="65803"/>
                  </a:lnTo>
                  <a:lnTo>
                    <a:pt x="135430" y="82008"/>
                  </a:lnTo>
                  <a:lnTo>
                    <a:pt x="138074" y="9794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720192" y="6159632"/>
              <a:ext cx="278303" cy="219817"/>
            </a:xfrm>
            <a:custGeom>
              <a:avLst/>
              <a:pathLst>
                <a:path w="278303" h="219817">
                  <a:moveTo>
                    <a:pt x="0" y="219817"/>
                  </a:moveTo>
                  <a:lnTo>
                    <a:pt x="2586" y="181793"/>
                  </a:lnTo>
                  <a:lnTo>
                    <a:pt x="5755" y="176752"/>
                  </a:lnTo>
                  <a:lnTo>
                    <a:pt x="8924" y="162251"/>
                  </a:lnTo>
                  <a:lnTo>
                    <a:pt x="12093" y="136311"/>
                  </a:lnTo>
                  <a:lnTo>
                    <a:pt x="15263" y="97879"/>
                  </a:lnTo>
                  <a:lnTo>
                    <a:pt x="18432" y="62109"/>
                  </a:lnTo>
                  <a:lnTo>
                    <a:pt x="21601" y="67783"/>
                  </a:lnTo>
                  <a:lnTo>
                    <a:pt x="24770" y="98903"/>
                  </a:lnTo>
                  <a:lnTo>
                    <a:pt x="27939" y="64350"/>
                  </a:lnTo>
                  <a:lnTo>
                    <a:pt x="31108" y="56196"/>
                  </a:lnTo>
                  <a:lnTo>
                    <a:pt x="34277" y="31654"/>
                  </a:lnTo>
                  <a:lnTo>
                    <a:pt x="37447" y="41657"/>
                  </a:lnTo>
                  <a:lnTo>
                    <a:pt x="40616" y="64625"/>
                  </a:lnTo>
                  <a:lnTo>
                    <a:pt x="43785" y="37745"/>
                  </a:lnTo>
                  <a:lnTo>
                    <a:pt x="46954" y="52152"/>
                  </a:lnTo>
                  <a:lnTo>
                    <a:pt x="50123" y="79192"/>
                  </a:lnTo>
                  <a:lnTo>
                    <a:pt x="53292" y="100953"/>
                  </a:lnTo>
                  <a:lnTo>
                    <a:pt x="56462" y="132372"/>
                  </a:lnTo>
                  <a:lnTo>
                    <a:pt x="59631" y="136035"/>
                  </a:lnTo>
                  <a:lnTo>
                    <a:pt x="62800" y="154339"/>
                  </a:lnTo>
                  <a:lnTo>
                    <a:pt x="65969" y="171208"/>
                  </a:lnTo>
                  <a:lnTo>
                    <a:pt x="69138" y="143065"/>
                  </a:lnTo>
                  <a:lnTo>
                    <a:pt x="72307" y="150961"/>
                  </a:lnTo>
                  <a:lnTo>
                    <a:pt x="75477" y="159200"/>
                  </a:lnTo>
                  <a:lnTo>
                    <a:pt x="78646" y="166147"/>
                  </a:lnTo>
                  <a:lnTo>
                    <a:pt x="81815" y="187318"/>
                  </a:lnTo>
                  <a:lnTo>
                    <a:pt x="84984" y="190858"/>
                  </a:lnTo>
                  <a:lnTo>
                    <a:pt x="88153" y="200652"/>
                  </a:lnTo>
                  <a:lnTo>
                    <a:pt x="91322" y="200469"/>
                  </a:lnTo>
                  <a:lnTo>
                    <a:pt x="94492" y="197270"/>
                  </a:lnTo>
                  <a:lnTo>
                    <a:pt x="97661" y="199732"/>
                  </a:lnTo>
                  <a:lnTo>
                    <a:pt x="100830" y="184424"/>
                  </a:lnTo>
                  <a:lnTo>
                    <a:pt x="103999" y="189677"/>
                  </a:lnTo>
                  <a:lnTo>
                    <a:pt x="107168" y="170014"/>
                  </a:lnTo>
                  <a:lnTo>
                    <a:pt x="110337" y="154207"/>
                  </a:lnTo>
                  <a:lnTo>
                    <a:pt x="113506" y="167173"/>
                  </a:lnTo>
                  <a:lnTo>
                    <a:pt x="116676" y="170508"/>
                  </a:lnTo>
                  <a:lnTo>
                    <a:pt x="119845" y="172934"/>
                  </a:lnTo>
                  <a:lnTo>
                    <a:pt x="123014" y="167333"/>
                  </a:lnTo>
                  <a:lnTo>
                    <a:pt x="126183" y="162420"/>
                  </a:lnTo>
                  <a:lnTo>
                    <a:pt x="129352" y="149098"/>
                  </a:lnTo>
                  <a:lnTo>
                    <a:pt x="132521" y="155589"/>
                  </a:lnTo>
                  <a:lnTo>
                    <a:pt x="135691" y="128504"/>
                  </a:lnTo>
                  <a:lnTo>
                    <a:pt x="138860" y="142944"/>
                  </a:lnTo>
                  <a:lnTo>
                    <a:pt x="142029" y="133813"/>
                  </a:lnTo>
                  <a:lnTo>
                    <a:pt x="145198" y="112631"/>
                  </a:lnTo>
                  <a:lnTo>
                    <a:pt x="148367" y="134342"/>
                  </a:lnTo>
                  <a:lnTo>
                    <a:pt x="151536" y="133638"/>
                  </a:lnTo>
                  <a:lnTo>
                    <a:pt x="154706" y="175843"/>
                  </a:lnTo>
                  <a:lnTo>
                    <a:pt x="157875" y="167307"/>
                  </a:lnTo>
                  <a:lnTo>
                    <a:pt x="161044" y="102383"/>
                  </a:lnTo>
                  <a:lnTo>
                    <a:pt x="164213" y="76725"/>
                  </a:lnTo>
                  <a:lnTo>
                    <a:pt x="167382" y="70908"/>
                  </a:lnTo>
                  <a:lnTo>
                    <a:pt x="170551" y="145087"/>
                  </a:lnTo>
                  <a:lnTo>
                    <a:pt x="173720" y="145856"/>
                  </a:lnTo>
                  <a:lnTo>
                    <a:pt x="176890" y="135365"/>
                  </a:lnTo>
                  <a:lnTo>
                    <a:pt x="180059" y="184583"/>
                  </a:lnTo>
                  <a:lnTo>
                    <a:pt x="183228" y="177176"/>
                  </a:lnTo>
                  <a:lnTo>
                    <a:pt x="186397" y="190970"/>
                  </a:lnTo>
                  <a:lnTo>
                    <a:pt x="189566" y="190206"/>
                  </a:lnTo>
                  <a:lnTo>
                    <a:pt x="192735" y="183058"/>
                  </a:lnTo>
                  <a:lnTo>
                    <a:pt x="195905" y="192216"/>
                  </a:lnTo>
                  <a:lnTo>
                    <a:pt x="199074" y="193508"/>
                  </a:lnTo>
                  <a:lnTo>
                    <a:pt x="202243" y="193198"/>
                  </a:lnTo>
                  <a:lnTo>
                    <a:pt x="205412" y="192096"/>
                  </a:lnTo>
                  <a:lnTo>
                    <a:pt x="208581" y="194532"/>
                  </a:lnTo>
                  <a:lnTo>
                    <a:pt x="211750" y="187295"/>
                  </a:lnTo>
                  <a:lnTo>
                    <a:pt x="214920" y="173393"/>
                  </a:lnTo>
                  <a:lnTo>
                    <a:pt x="218089" y="160567"/>
                  </a:lnTo>
                  <a:lnTo>
                    <a:pt x="221258" y="155262"/>
                  </a:lnTo>
                  <a:lnTo>
                    <a:pt x="224427" y="152369"/>
                  </a:lnTo>
                  <a:lnTo>
                    <a:pt x="227596" y="101074"/>
                  </a:lnTo>
                  <a:lnTo>
                    <a:pt x="230765" y="78630"/>
                  </a:lnTo>
                  <a:lnTo>
                    <a:pt x="233935" y="72509"/>
                  </a:lnTo>
                  <a:lnTo>
                    <a:pt x="237104" y="55861"/>
                  </a:lnTo>
                  <a:lnTo>
                    <a:pt x="240273" y="70736"/>
                  </a:lnTo>
                  <a:lnTo>
                    <a:pt x="243442" y="24321"/>
                  </a:lnTo>
                  <a:lnTo>
                    <a:pt x="246611" y="58281"/>
                  </a:lnTo>
                  <a:lnTo>
                    <a:pt x="249780" y="30702"/>
                  </a:lnTo>
                  <a:lnTo>
                    <a:pt x="252949" y="11197"/>
                  </a:lnTo>
                  <a:lnTo>
                    <a:pt x="256119" y="0"/>
                  </a:lnTo>
                  <a:lnTo>
                    <a:pt x="259288" y="27954"/>
                  </a:lnTo>
                  <a:lnTo>
                    <a:pt x="262457" y="92047"/>
                  </a:lnTo>
                  <a:lnTo>
                    <a:pt x="265626" y="133380"/>
                  </a:lnTo>
                  <a:lnTo>
                    <a:pt x="268795" y="94334"/>
                  </a:lnTo>
                  <a:lnTo>
                    <a:pt x="271964" y="106002"/>
                  </a:lnTo>
                  <a:lnTo>
                    <a:pt x="275134" y="149968"/>
                  </a:lnTo>
                  <a:lnTo>
                    <a:pt x="278303" y="168410"/>
                  </a:lnTo>
                  <a:lnTo>
                    <a:pt x="278303" y="1684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444934" y="5647712"/>
              <a:ext cx="8553560" cy="731737"/>
            </a:xfrm>
            <a:custGeom>
              <a:avLst/>
              <a:pathLst>
                <a:path w="8553560" h="731737">
                  <a:moveTo>
                    <a:pt x="0" y="686564"/>
                  </a:moveTo>
                  <a:lnTo>
                    <a:pt x="3169" y="690261"/>
                  </a:lnTo>
                  <a:lnTo>
                    <a:pt x="6338" y="683259"/>
                  </a:lnTo>
                  <a:lnTo>
                    <a:pt x="9507" y="693936"/>
                  </a:lnTo>
                  <a:lnTo>
                    <a:pt x="12676" y="674184"/>
                  </a:lnTo>
                  <a:lnTo>
                    <a:pt x="15845" y="687171"/>
                  </a:lnTo>
                  <a:lnTo>
                    <a:pt x="19014" y="657525"/>
                  </a:lnTo>
                  <a:lnTo>
                    <a:pt x="22184" y="633270"/>
                  </a:lnTo>
                  <a:lnTo>
                    <a:pt x="25353" y="624640"/>
                  </a:lnTo>
                  <a:lnTo>
                    <a:pt x="28522" y="623556"/>
                  </a:lnTo>
                  <a:lnTo>
                    <a:pt x="31691" y="622051"/>
                  </a:lnTo>
                  <a:lnTo>
                    <a:pt x="34860" y="618247"/>
                  </a:lnTo>
                  <a:lnTo>
                    <a:pt x="38029" y="620169"/>
                  </a:lnTo>
                  <a:lnTo>
                    <a:pt x="41199" y="616533"/>
                  </a:lnTo>
                  <a:lnTo>
                    <a:pt x="44368" y="635724"/>
                  </a:lnTo>
                  <a:lnTo>
                    <a:pt x="47537" y="625426"/>
                  </a:lnTo>
                  <a:lnTo>
                    <a:pt x="50706" y="656371"/>
                  </a:lnTo>
                  <a:lnTo>
                    <a:pt x="53875" y="649729"/>
                  </a:lnTo>
                  <a:lnTo>
                    <a:pt x="57044" y="658457"/>
                  </a:lnTo>
                  <a:lnTo>
                    <a:pt x="60214" y="697155"/>
                  </a:lnTo>
                  <a:lnTo>
                    <a:pt x="63383" y="713910"/>
                  </a:lnTo>
                  <a:lnTo>
                    <a:pt x="66552" y="731737"/>
                  </a:lnTo>
                  <a:lnTo>
                    <a:pt x="69721" y="731737"/>
                  </a:lnTo>
                  <a:lnTo>
                    <a:pt x="72890" y="731737"/>
                  </a:lnTo>
                  <a:lnTo>
                    <a:pt x="76059" y="722210"/>
                  </a:lnTo>
                  <a:lnTo>
                    <a:pt x="79228" y="731737"/>
                  </a:lnTo>
                  <a:lnTo>
                    <a:pt x="82398" y="731737"/>
                  </a:lnTo>
                  <a:lnTo>
                    <a:pt x="85567" y="721839"/>
                  </a:lnTo>
                  <a:lnTo>
                    <a:pt x="88736" y="723445"/>
                  </a:lnTo>
                  <a:lnTo>
                    <a:pt x="91905" y="705996"/>
                  </a:lnTo>
                  <a:lnTo>
                    <a:pt x="95074" y="708943"/>
                  </a:lnTo>
                  <a:lnTo>
                    <a:pt x="98243" y="687797"/>
                  </a:lnTo>
                  <a:lnTo>
                    <a:pt x="101413" y="659482"/>
                  </a:lnTo>
                  <a:lnTo>
                    <a:pt x="104582" y="637623"/>
                  </a:lnTo>
                  <a:lnTo>
                    <a:pt x="107751" y="655064"/>
                  </a:lnTo>
                  <a:lnTo>
                    <a:pt x="110920" y="676232"/>
                  </a:lnTo>
                  <a:lnTo>
                    <a:pt x="114089" y="677911"/>
                  </a:lnTo>
                  <a:lnTo>
                    <a:pt x="117258" y="652318"/>
                  </a:lnTo>
                  <a:lnTo>
                    <a:pt x="120428" y="668500"/>
                  </a:lnTo>
                  <a:lnTo>
                    <a:pt x="123597" y="695481"/>
                  </a:lnTo>
                  <a:lnTo>
                    <a:pt x="126766" y="710962"/>
                  </a:lnTo>
                  <a:lnTo>
                    <a:pt x="129935" y="727383"/>
                  </a:lnTo>
                  <a:lnTo>
                    <a:pt x="133104" y="726553"/>
                  </a:lnTo>
                  <a:lnTo>
                    <a:pt x="136273" y="728288"/>
                  </a:lnTo>
                  <a:lnTo>
                    <a:pt x="139443" y="731737"/>
                  </a:lnTo>
                  <a:lnTo>
                    <a:pt x="142612" y="731737"/>
                  </a:lnTo>
                  <a:lnTo>
                    <a:pt x="145781" y="729434"/>
                  </a:lnTo>
                  <a:lnTo>
                    <a:pt x="148950" y="719507"/>
                  </a:lnTo>
                  <a:lnTo>
                    <a:pt x="152119" y="717914"/>
                  </a:lnTo>
                  <a:lnTo>
                    <a:pt x="155288" y="728741"/>
                  </a:lnTo>
                  <a:lnTo>
                    <a:pt x="158457" y="731737"/>
                  </a:lnTo>
                  <a:lnTo>
                    <a:pt x="161627" y="727339"/>
                  </a:lnTo>
                  <a:lnTo>
                    <a:pt x="164796" y="708621"/>
                  </a:lnTo>
                  <a:lnTo>
                    <a:pt x="167965" y="702100"/>
                  </a:lnTo>
                  <a:lnTo>
                    <a:pt x="171134" y="693734"/>
                  </a:lnTo>
                  <a:lnTo>
                    <a:pt x="174303" y="707517"/>
                  </a:lnTo>
                  <a:lnTo>
                    <a:pt x="177472" y="706582"/>
                  </a:lnTo>
                  <a:lnTo>
                    <a:pt x="180642" y="731737"/>
                  </a:lnTo>
                  <a:lnTo>
                    <a:pt x="183811" y="728385"/>
                  </a:lnTo>
                  <a:lnTo>
                    <a:pt x="186980" y="731737"/>
                  </a:lnTo>
                  <a:lnTo>
                    <a:pt x="190149" y="725619"/>
                  </a:lnTo>
                  <a:lnTo>
                    <a:pt x="193318" y="703019"/>
                  </a:lnTo>
                  <a:lnTo>
                    <a:pt x="196487" y="705436"/>
                  </a:lnTo>
                  <a:lnTo>
                    <a:pt x="199657" y="686551"/>
                  </a:lnTo>
                  <a:lnTo>
                    <a:pt x="202826" y="667754"/>
                  </a:lnTo>
                  <a:lnTo>
                    <a:pt x="205995" y="660800"/>
                  </a:lnTo>
                  <a:lnTo>
                    <a:pt x="209164" y="635262"/>
                  </a:lnTo>
                  <a:lnTo>
                    <a:pt x="212333" y="634300"/>
                  </a:lnTo>
                  <a:lnTo>
                    <a:pt x="215502" y="654320"/>
                  </a:lnTo>
                  <a:lnTo>
                    <a:pt x="218671" y="677372"/>
                  </a:lnTo>
                  <a:lnTo>
                    <a:pt x="221841" y="701363"/>
                  </a:lnTo>
                  <a:lnTo>
                    <a:pt x="225010" y="670413"/>
                  </a:lnTo>
                  <a:lnTo>
                    <a:pt x="228179" y="689785"/>
                  </a:lnTo>
                  <a:lnTo>
                    <a:pt x="231348" y="705286"/>
                  </a:lnTo>
                  <a:lnTo>
                    <a:pt x="234517" y="715015"/>
                  </a:lnTo>
                  <a:lnTo>
                    <a:pt x="237686" y="730259"/>
                  </a:lnTo>
                  <a:lnTo>
                    <a:pt x="240856" y="714040"/>
                  </a:lnTo>
                  <a:lnTo>
                    <a:pt x="244025" y="731737"/>
                  </a:lnTo>
                  <a:lnTo>
                    <a:pt x="247194" y="731737"/>
                  </a:lnTo>
                  <a:lnTo>
                    <a:pt x="250363" y="731737"/>
                  </a:lnTo>
                  <a:lnTo>
                    <a:pt x="253532" y="731737"/>
                  </a:lnTo>
                  <a:lnTo>
                    <a:pt x="256701" y="731737"/>
                  </a:lnTo>
                  <a:lnTo>
                    <a:pt x="259871" y="731737"/>
                  </a:lnTo>
                  <a:lnTo>
                    <a:pt x="263040" y="731737"/>
                  </a:lnTo>
                  <a:lnTo>
                    <a:pt x="266209" y="731737"/>
                  </a:lnTo>
                  <a:lnTo>
                    <a:pt x="269378" y="728855"/>
                  </a:lnTo>
                  <a:lnTo>
                    <a:pt x="272547" y="726106"/>
                  </a:lnTo>
                  <a:lnTo>
                    <a:pt x="275716" y="731737"/>
                  </a:lnTo>
                  <a:lnTo>
                    <a:pt x="278886" y="731737"/>
                  </a:lnTo>
                  <a:lnTo>
                    <a:pt x="282055" y="731737"/>
                  </a:lnTo>
                  <a:lnTo>
                    <a:pt x="285224" y="725969"/>
                  </a:lnTo>
                  <a:lnTo>
                    <a:pt x="288393" y="731276"/>
                  </a:lnTo>
                  <a:lnTo>
                    <a:pt x="291562" y="729070"/>
                  </a:lnTo>
                  <a:lnTo>
                    <a:pt x="294731" y="722702"/>
                  </a:lnTo>
                  <a:lnTo>
                    <a:pt x="297900" y="713711"/>
                  </a:lnTo>
                  <a:lnTo>
                    <a:pt x="301070" y="694890"/>
                  </a:lnTo>
                  <a:lnTo>
                    <a:pt x="304239" y="706216"/>
                  </a:lnTo>
                  <a:lnTo>
                    <a:pt x="307408" y="683310"/>
                  </a:lnTo>
                  <a:lnTo>
                    <a:pt x="310577" y="668815"/>
                  </a:lnTo>
                  <a:lnTo>
                    <a:pt x="313746" y="652425"/>
                  </a:lnTo>
                  <a:lnTo>
                    <a:pt x="316915" y="653231"/>
                  </a:lnTo>
                  <a:lnTo>
                    <a:pt x="320085" y="670377"/>
                  </a:lnTo>
                  <a:lnTo>
                    <a:pt x="323254" y="680815"/>
                  </a:lnTo>
                  <a:lnTo>
                    <a:pt x="326423" y="663063"/>
                  </a:lnTo>
                  <a:lnTo>
                    <a:pt x="329592" y="673851"/>
                  </a:lnTo>
                  <a:lnTo>
                    <a:pt x="332761" y="659044"/>
                  </a:lnTo>
                  <a:lnTo>
                    <a:pt x="335930" y="652806"/>
                  </a:lnTo>
                  <a:lnTo>
                    <a:pt x="339100" y="607649"/>
                  </a:lnTo>
                  <a:lnTo>
                    <a:pt x="342269" y="605645"/>
                  </a:lnTo>
                  <a:lnTo>
                    <a:pt x="345438" y="612521"/>
                  </a:lnTo>
                  <a:lnTo>
                    <a:pt x="348607" y="583936"/>
                  </a:lnTo>
                  <a:lnTo>
                    <a:pt x="351776" y="596344"/>
                  </a:lnTo>
                  <a:lnTo>
                    <a:pt x="354945" y="600379"/>
                  </a:lnTo>
                  <a:lnTo>
                    <a:pt x="358115" y="577308"/>
                  </a:lnTo>
                  <a:lnTo>
                    <a:pt x="361284" y="608918"/>
                  </a:lnTo>
                  <a:lnTo>
                    <a:pt x="364453" y="660720"/>
                  </a:lnTo>
                  <a:lnTo>
                    <a:pt x="367622" y="659171"/>
                  </a:lnTo>
                  <a:lnTo>
                    <a:pt x="370791" y="691341"/>
                  </a:lnTo>
                  <a:lnTo>
                    <a:pt x="373960" y="691101"/>
                  </a:lnTo>
                  <a:lnTo>
                    <a:pt x="377129" y="698168"/>
                  </a:lnTo>
                  <a:lnTo>
                    <a:pt x="380299" y="710498"/>
                  </a:lnTo>
                  <a:lnTo>
                    <a:pt x="383468" y="707465"/>
                  </a:lnTo>
                  <a:lnTo>
                    <a:pt x="386637" y="704315"/>
                  </a:lnTo>
                  <a:lnTo>
                    <a:pt x="389806" y="701322"/>
                  </a:lnTo>
                  <a:lnTo>
                    <a:pt x="392975" y="706365"/>
                  </a:lnTo>
                  <a:lnTo>
                    <a:pt x="396144" y="701572"/>
                  </a:lnTo>
                  <a:lnTo>
                    <a:pt x="399314" y="700773"/>
                  </a:lnTo>
                  <a:lnTo>
                    <a:pt x="402483" y="685199"/>
                  </a:lnTo>
                  <a:lnTo>
                    <a:pt x="405652" y="682009"/>
                  </a:lnTo>
                  <a:lnTo>
                    <a:pt x="408821" y="668357"/>
                  </a:lnTo>
                  <a:lnTo>
                    <a:pt x="411990" y="660282"/>
                  </a:lnTo>
                  <a:lnTo>
                    <a:pt x="415159" y="675652"/>
                  </a:lnTo>
                  <a:lnTo>
                    <a:pt x="418329" y="665300"/>
                  </a:lnTo>
                  <a:lnTo>
                    <a:pt x="421498" y="639188"/>
                  </a:lnTo>
                  <a:lnTo>
                    <a:pt x="424667" y="649713"/>
                  </a:lnTo>
                  <a:lnTo>
                    <a:pt x="427836" y="647900"/>
                  </a:lnTo>
                  <a:lnTo>
                    <a:pt x="431005" y="650843"/>
                  </a:lnTo>
                  <a:lnTo>
                    <a:pt x="434174" y="631120"/>
                  </a:lnTo>
                  <a:lnTo>
                    <a:pt x="437343" y="628784"/>
                  </a:lnTo>
                  <a:lnTo>
                    <a:pt x="440513" y="632592"/>
                  </a:lnTo>
                  <a:lnTo>
                    <a:pt x="443682" y="616387"/>
                  </a:lnTo>
                  <a:lnTo>
                    <a:pt x="446851" y="630823"/>
                  </a:lnTo>
                  <a:lnTo>
                    <a:pt x="450020" y="638848"/>
                  </a:lnTo>
                  <a:lnTo>
                    <a:pt x="453189" y="642142"/>
                  </a:lnTo>
                  <a:lnTo>
                    <a:pt x="456358" y="641176"/>
                  </a:lnTo>
                  <a:lnTo>
                    <a:pt x="459528" y="640032"/>
                  </a:lnTo>
                  <a:lnTo>
                    <a:pt x="462697" y="673052"/>
                  </a:lnTo>
                  <a:lnTo>
                    <a:pt x="465866" y="682476"/>
                  </a:lnTo>
                  <a:lnTo>
                    <a:pt x="469035" y="691011"/>
                  </a:lnTo>
                  <a:lnTo>
                    <a:pt x="472204" y="700951"/>
                  </a:lnTo>
                  <a:lnTo>
                    <a:pt x="475373" y="713490"/>
                  </a:lnTo>
                  <a:lnTo>
                    <a:pt x="478543" y="712799"/>
                  </a:lnTo>
                  <a:lnTo>
                    <a:pt x="481712" y="701138"/>
                  </a:lnTo>
                  <a:lnTo>
                    <a:pt x="484881" y="708719"/>
                  </a:lnTo>
                  <a:lnTo>
                    <a:pt x="488050" y="662501"/>
                  </a:lnTo>
                  <a:lnTo>
                    <a:pt x="491219" y="672944"/>
                  </a:lnTo>
                  <a:lnTo>
                    <a:pt x="494388" y="645628"/>
                  </a:lnTo>
                  <a:lnTo>
                    <a:pt x="497558" y="639412"/>
                  </a:lnTo>
                  <a:lnTo>
                    <a:pt x="500727" y="631201"/>
                  </a:lnTo>
                  <a:lnTo>
                    <a:pt x="503896" y="629532"/>
                  </a:lnTo>
                  <a:lnTo>
                    <a:pt x="507065" y="628164"/>
                  </a:lnTo>
                  <a:lnTo>
                    <a:pt x="510234" y="640728"/>
                  </a:lnTo>
                  <a:lnTo>
                    <a:pt x="513403" y="645031"/>
                  </a:lnTo>
                  <a:lnTo>
                    <a:pt x="516572" y="668552"/>
                  </a:lnTo>
                  <a:lnTo>
                    <a:pt x="519742" y="667058"/>
                  </a:lnTo>
                  <a:lnTo>
                    <a:pt x="522911" y="666947"/>
                  </a:lnTo>
                  <a:lnTo>
                    <a:pt x="526080" y="687998"/>
                  </a:lnTo>
                  <a:lnTo>
                    <a:pt x="529249" y="683078"/>
                  </a:lnTo>
                  <a:lnTo>
                    <a:pt x="532418" y="668546"/>
                  </a:lnTo>
                  <a:lnTo>
                    <a:pt x="535587" y="665730"/>
                  </a:lnTo>
                  <a:lnTo>
                    <a:pt x="538757" y="679882"/>
                  </a:lnTo>
                  <a:lnTo>
                    <a:pt x="541926" y="690553"/>
                  </a:lnTo>
                  <a:lnTo>
                    <a:pt x="545095" y="718719"/>
                  </a:lnTo>
                  <a:lnTo>
                    <a:pt x="548264" y="731737"/>
                  </a:lnTo>
                  <a:lnTo>
                    <a:pt x="551433" y="727314"/>
                  </a:lnTo>
                  <a:lnTo>
                    <a:pt x="554602" y="726303"/>
                  </a:lnTo>
                  <a:lnTo>
                    <a:pt x="557772" y="708033"/>
                  </a:lnTo>
                  <a:lnTo>
                    <a:pt x="560941" y="712723"/>
                  </a:lnTo>
                  <a:lnTo>
                    <a:pt x="564110" y="711039"/>
                  </a:lnTo>
                  <a:lnTo>
                    <a:pt x="567279" y="686879"/>
                  </a:lnTo>
                  <a:lnTo>
                    <a:pt x="570448" y="667465"/>
                  </a:lnTo>
                  <a:lnTo>
                    <a:pt x="573617" y="666321"/>
                  </a:lnTo>
                  <a:lnTo>
                    <a:pt x="576786" y="686750"/>
                  </a:lnTo>
                  <a:lnTo>
                    <a:pt x="579956" y="703840"/>
                  </a:lnTo>
                  <a:lnTo>
                    <a:pt x="583125" y="706624"/>
                  </a:lnTo>
                  <a:lnTo>
                    <a:pt x="586294" y="697057"/>
                  </a:lnTo>
                  <a:lnTo>
                    <a:pt x="589463" y="717029"/>
                  </a:lnTo>
                  <a:lnTo>
                    <a:pt x="592632" y="716371"/>
                  </a:lnTo>
                  <a:lnTo>
                    <a:pt x="595801" y="723217"/>
                  </a:lnTo>
                  <a:lnTo>
                    <a:pt x="598971" y="707602"/>
                  </a:lnTo>
                  <a:lnTo>
                    <a:pt x="602140" y="678485"/>
                  </a:lnTo>
                  <a:lnTo>
                    <a:pt x="605309" y="671914"/>
                  </a:lnTo>
                  <a:lnTo>
                    <a:pt x="608478" y="666067"/>
                  </a:lnTo>
                  <a:lnTo>
                    <a:pt x="611647" y="666040"/>
                  </a:lnTo>
                  <a:lnTo>
                    <a:pt x="614816" y="664805"/>
                  </a:lnTo>
                  <a:lnTo>
                    <a:pt x="617986" y="676622"/>
                  </a:lnTo>
                  <a:lnTo>
                    <a:pt x="621155" y="705537"/>
                  </a:lnTo>
                  <a:lnTo>
                    <a:pt x="624324" y="718478"/>
                  </a:lnTo>
                  <a:lnTo>
                    <a:pt x="627493" y="716453"/>
                  </a:lnTo>
                  <a:lnTo>
                    <a:pt x="630662" y="730841"/>
                  </a:lnTo>
                  <a:lnTo>
                    <a:pt x="633831" y="731737"/>
                  </a:lnTo>
                  <a:lnTo>
                    <a:pt x="637001" y="731737"/>
                  </a:lnTo>
                  <a:lnTo>
                    <a:pt x="640170" y="731737"/>
                  </a:lnTo>
                  <a:lnTo>
                    <a:pt x="643339" y="731737"/>
                  </a:lnTo>
                  <a:lnTo>
                    <a:pt x="646508" y="731737"/>
                  </a:lnTo>
                  <a:lnTo>
                    <a:pt x="649677" y="731737"/>
                  </a:lnTo>
                  <a:lnTo>
                    <a:pt x="652846" y="731737"/>
                  </a:lnTo>
                  <a:lnTo>
                    <a:pt x="656015" y="731737"/>
                  </a:lnTo>
                  <a:lnTo>
                    <a:pt x="659185" y="731737"/>
                  </a:lnTo>
                  <a:lnTo>
                    <a:pt x="662354" y="723895"/>
                  </a:lnTo>
                  <a:lnTo>
                    <a:pt x="665523" y="728797"/>
                  </a:lnTo>
                  <a:lnTo>
                    <a:pt x="668692" y="721112"/>
                  </a:lnTo>
                  <a:lnTo>
                    <a:pt x="671861" y="712328"/>
                  </a:lnTo>
                  <a:lnTo>
                    <a:pt x="675030" y="698237"/>
                  </a:lnTo>
                  <a:lnTo>
                    <a:pt x="678200" y="711656"/>
                  </a:lnTo>
                  <a:lnTo>
                    <a:pt x="681369" y="713132"/>
                  </a:lnTo>
                  <a:lnTo>
                    <a:pt x="684538" y="730700"/>
                  </a:lnTo>
                  <a:lnTo>
                    <a:pt x="687707" y="709422"/>
                  </a:lnTo>
                  <a:lnTo>
                    <a:pt x="690876" y="721833"/>
                  </a:lnTo>
                  <a:lnTo>
                    <a:pt x="694045" y="720222"/>
                  </a:lnTo>
                  <a:lnTo>
                    <a:pt x="697215" y="714255"/>
                  </a:lnTo>
                  <a:lnTo>
                    <a:pt x="700384" y="699665"/>
                  </a:lnTo>
                  <a:lnTo>
                    <a:pt x="703553" y="668656"/>
                  </a:lnTo>
                  <a:lnTo>
                    <a:pt x="706722" y="662625"/>
                  </a:lnTo>
                  <a:lnTo>
                    <a:pt x="709891" y="650202"/>
                  </a:lnTo>
                  <a:lnTo>
                    <a:pt x="713060" y="659859"/>
                  </a:lnTo>
                  <a:lnTo>
                    <a:pt x="716230" y="660887"/>
                  </a:lnTo>
                  <a:lnTo>
                    <a:pt x="719399" y="658930"/>
                  </a:lnTo>
                  <a:lnTo>
                    <a:pt x="722568" y="682110"/>
                  </a:lnTo>
                  <a:lnTo>
                    <a:pt x="725737" y="672569"/>
                  </a:lnTo>
                  <a:lnTo>
                    <a:pt x="728906" y="680629"/>
                  </a:lnTo>
                  <a:lnTo>
                    <a:pt x="732075" y="711346"/>
                  </a:lnTo>
                  <a:lnTo>
                    <a:pt x="735244" y="703995"/>
                  </a:lnTo>
                  <a:lnTo>
                    <a:pt x="738414" y="711728"/>
                  </a:lnTo>
                  <a:lnTo>
                    <a:pt x="741583" y="719993"/>
                  </a:lnTo>
                  <a:lnTo>
                    <a:pt x="744752" y="728210"/>
                  </a:lnTo>
                  <a:lnTo>
                    <a:pt x="747921" y="731737"/>
                  </a:lnTo>
                  <a:lnTo>
                    <a:pt x="751090" y="713327"/>
                  </a:lnTo>
                  <a:lnTo>
                    <a:pt x="754259" y="708541"/>
                  </a:lnTo>
                  <a:lnTo>
                    <a:pt x="757429" y="703840"/>
                  </a:lnTo>
                  <a:lnTo>
                    <a:pt x="760598" y="672212"/>
                  </a:lnTo>
                  <a:lnTo>
                    <a:pt x="763767" y="675506"/>
                  </a:lnTo>
                  <a:lnTo>
                    <a:pt x="766936" y="690001"/>
                  </a:lnTo>
                  <a:lnTo>
                    <a:pt x="770105" y="704703"/>
                  </a:lnTo>
                  <a:lnTo>
                    <a:pt x="773274" y="724098"/>
                  </a:lnTo>
                  <a:lnTo>
                    <a:pt x="776444" y="707383"/>
                  </a:lnTo>
                  <a:lnTo>
                    <a:pt x="779613" y="731455"/>
                  </a:lnTo>
                  <a:lnTo>
                    <a:pt x="782782" y="726899"/>
                  </a:lnTo>
                  <a:lnTo>
                    <a:pt x="785951" y="727220"/>
                  </a:lnTo>
                  <a:lnTo>
                    <a:pt x="789120" y="731737"/>
                  </a:lnTo>
                  <a:lnTo>
                    <a:pt x="792289" y="729036"/>
                  </a:lnTo>
                  <a:lnTo>
                    <a:pt x="795458" y="731737"/>
                  </a:lnTo>
                  <a:lnTo>
                    <a:pt x="798628" y="731737"/>
                  </a:lnTo>
                  <a:lnTo>
                    <a:pt x="801797" y="731737"/>
                  </a:lnTo>
                  <a:lnTo>
                    <a:pt x="804966" y="731737"/>
                  </a:lnTo>
                  <a:lnTo>
                    <a:pt x="808135" y="725546"/>
                  </a:lnTo>
                  <a:lnTo>
                    <a:pt x="811304" y="721253"/>
                  </a:lnTo>
                  <a:lnTo>
                    <a:pt x="814473" y="708725"/>
                  </a:lnTo>
                  <a:lnTo>
                    <a:pt x="817643" y="697849"/>
                  </a:lnTo>
                  <a:lnTo>
                    <a:pt x="820812" y="684640"/>
                  </a:lnTo>
                  <a:lnTo>
                    <a:pt x="823981" y="680512"/>
                  </a:lnTo>
                  <a:lnTo>
                    <a:pt x="827150" y="672475"/>
                  </a:lnTo>
                  <a:lnTo>
                    <a:pt x="830319" y="665305"/>
                  </a:lnTo>
                  <a:lnTo>
                    <a:pt x="833488" y="639897"/>
                  </a:lnTo>
                  <a:lnTo>
                    <a:pt x="836658" y="651331"/>
                  </a:lnTo>
                  <a:lnTo>
                    <a:pt x="839827" y="643557"/>
                  </a:lnTo>
                  <a:lnTo>
                    <a:pt x="842996" y="644795"/>
                  </a:lnTo>
                  <a:lnTo>
                    <a:pt x="846165" y="653594"/>
                  </a:lnTo>
                  <a:lnTo>
                    <a:pt x="849334" y="687302"/>
                  </a:lnTo>
                  <a:lnTo>
                    <a:pt x="852503" y="712141"/>
                  </a:lnTo>
                  <a:lnTo>
                    <a:pt x="855673" y="719002"/>
                  </a:lnTo>
                  <a:lnTo>
                    <a:pt x="858842" y="719454"/>
                  </a:lnTo>
                  <a:lnTo>
                    <a:pt x="862011" y="720887"/>
                  </a:lnTo>
                  <a:lnTo>
                    <a:pt x="865180" y="714849"/>
                  </a:lnTo>
                  <a:lnTo>
                    <a:pt x="868349" y="704706"/>
                  </a:lnTo>
                  <a:lnTo>
                    <a:pt x="871518" y="707161"/>
                  </a:lnTo>
                  <a:lnTo>
                    <a:pt x="874687" y="709715"/>
                  </a:lnTo>
                  <a:lnTo>
                    <a:pt x="877857" y="710603"/>
                  </a:lnTo>
                  <a:lnTo>
                    <a:pt x="881026" y="705938"/>
                  </a:lnTo>
                  <a:lnTo>
                    <a:pt x="884195" y="698991"/>
                  </a:lnTo>
                  <a:lnTo>
                    <a:pt x="887364" y="699817"/>
                  </a:lnTo>
                  <a:lnTo>
                    <a:pt x="890533" y="708224"/>
                  </a:lnTo>
                  <a:lnTo>
                    <a:pt x="893702" y="717519"/>
                  </a:lnTo>
                  <a:lnTo>
                    <a:pt x="896872" y="714291"/>
                  </a:lnTo>
                  <a:lnTo>
                    <a:pt x="900041" y="725484"/>
                  </a:lnTo>
                  <a:lnTo>
                    <a:pt x="903210" y="731737"/>
                  </a:lnTo>
                  <a:lnTo>
                    <a:pt x="906379" y="730617"/>
                  </a:lnTo>
                  <a:lnTo>
                    <a:pt x="909548" y="731737"/>
                  </a:lnTo>
                  <a:lnTo>
                    <a:pt x="912717" y="731737"/>
                  </a:lnTo>
                  <a:lnTo>
                    <a:pt x="915887" y="730683"/>
                  </a:lnTo>
                  <a:lnTo>
                    <a:pt x="919056" y="724985"/>
                  </a:lnTo>
                  <a:lnTo>
                    <a:pt x="922225" y="714912"/>
                  </a:lnTo>
                  <a:lnTo>
                    <a:pt x="925394" y="723014"/>
                  </a:lnTo>
                  <a:lnTo>
                    <a:pt x="928563" y="712329"/>
                  </a:lnTo>
                  <a:lnTo>
                    <a:pt x="931732" y="700119"/>
                  </a:lnTo>
                  <a:lnTo>
                    <a:pt x="934901" y="689517"/>
                  </a:lnTo>
                  <a:lnTo>
                    <a:pt x="938071" y="707498"/>
                  </a:lnTo>
                  <a:lnTo>
                    <a:pt x="941240" y="726237"/>
                  </a:lnTo>
                  <a:lnTo>
                    <a:pt x="944409" y="721750"/>
                  </a:lnTo>
                  <a:lnTo>
                    <a:pt x="947578" y="726884"/>
                  </a:lnTo>
                  <a:lnTo>
                    <a:pt x="950747" y="709102"/>
                  </a:lnTo>
                  <a:lnTo>
                    <a:pt x="953916" y="714548"/>
                  </a:lnTo>
                  <a:lnTo>
                    <a:pt x="957086" y="720892"/>
                  </a:lnTo>
                  <a:lnTo>
                    <a:pt x="960255" y="696582"/>
                  </a:lnTo>
                  <a:lnTo>
                    <a:pt x="963424" y="682677"/>
                  </a:lnTo>
                  <a:lnTo>
                    <a:pt x="966593" y="685649"/>
                  </a:lnTo>
                  <a:lnTo>
                    <a:pt x="969762" y="706688"/>
                  </a:lnTo>
                  <a:lnTo>
                    <a:pt x="972931" y="708107"/>
                  </a:lnTo>
                  <a:lnTo>
                    <a:pt x="976101" y="707532"/>
                  </a:lnTo>
                  <a:lnTo>
                    <a:pt x="979270" y="708901"/>
                  </a:lnTo>
                  <a:lnTo>
                    <a:pt x="982439" y="692895"/>
                  </a:lnTo>
                  <a:lnTo>
                    <a:pt x="985608" y="704081"/>
                  </a:lnTo>
                  <a:lnTo>
                    <a:pt x="988777" y="692950"/>
                  </a:lnTo>
                  <a:lnTo>
                    <a:pt x="991946" y="695588"/>
                  </a:lnTo>
                  <a:lnTo>
                    <a:pt x="995116" y="697238"/>
                  </a:lnTo>
                  <a:lnTo>
                    <a:pt x="998285" y="690348"/>
                  </a:lnTo>
                  <a:lnTo>
                    <a:pt x="1001454" y="672328"/>
                  </a:lnTo>
                  <a:lnTo>
                    <a:pt x="1004623" y="666434"/>
                  </a:lnTo>
                  <a:lnTo>
                    <a:pt x="1007792" y="689789"/>
                  </a:lnTo>
                  <a:lnTo>
                    <a:pt x="1010961" y="707862"/>
                  </a:lnTo>
                  <a:lnTo>
                    <a:pt x="1014130" y="713994"/>
                  </a:lnTo>
                  <a:lnTo>
                    <a:pt x="1017300" y="723797"/>
                  </a:lnTo>
                  <a:lnTo>
                    <a:pt x="1020469" y="715671"/>
                  </a:lnTo>
                  <a:lnTo>
                    <a:pt x="1023638" y="717130"/>
                  </a:lnTo>
                  <a:lnTo>
                    <a:pt x="1026807" y="715543"/>
                  </a:lnTo>
                  <a:lnTo>
                    <a:pt x="1029976" y="726620"/>
                  </a:lnTo>
                  <a:lnTo>
                    <a:pt x="1033145" y="719971"/>
                  </a:lnTo>
                  <a:lnTo>
                    <a:pt x="1036315" y="717842"/>
                  </a:lnTo>
                  <a:lnTo>
                    <a:pt x="1039484" y="717020"/>
                  </a:lnTo>
                  <a:lnTo>
                    <a:pt x="1042653" y="690091"/>
                  </a:lnTo>
                  <a:lnTo>
                    <a:pt x="1045822" y="690977"/>
                  </a:lnTo>
                  <a:lnTo>
                    <a:pt x="1048991" y="697680"/>
                  </a:lnTo>
                  <a:lnTo>
                    <a:pt x="1052160" y="712087"/>
                  </a:lnTo>
                  <a:lnTo>
                    <a:pt x="1055330" y="724563"/>
                  </a:lnTo>
                  <a:lnTo>
                    <a:pt x="1058499" y="721291"/>
                  </a:lnTo>
                  <a:lnTo>
                    <a:pt x="1061668" y="728764"/>
                  </a:lnTo>
                  <a:lnTo>
                    <a:pt x="1064837" y="731737"/>
                  </a:lnTo>
                  <a:lnTo>
                    <a:pt x="1068006" y="731737"/>
                  </a:lnTo>
                  <a:lnTo>
                    <a:pt x="1071175" y="731737"/>
                  </a:lnTo>
                  <a:lnTo>
                    <a:pt x="1074345" y="729831"/>
                  </a:lnTo>
                  <a:lnTo>
                    <a:pt x="1077514" y="731737"/>
                  </a:lnTo>
                  <a:lnTo>
                    <a:pt x="1080683" y="722076"/>
                  </a:lnTo>
                  <a:lnTo>
                    <a:pt x="1083852" y="730325"/>
                  </a:lnTo>
                  <a:lnTo>
                    <a:pt x="1087021" y="731737"/>
                  </a:lnTo>
                  <a:lnTo>
                    <a:pt x="1090190" y="720767"/>
                  </a:lnTo>
                  <a:lnTo>
                    <a:pt x="1093359" y="722206"/>
                  </a:lnTo>
                  <a:lnTo>
                    <a:pt x="1096529" y="708363"/>
                  </a:lnTo>
                  <a:lnTo>
                    <a:pt x="1099698" y="727365"/>
                  </a:lnTo>
                  <a:lnTo>
                    <a:pt x="1102867" y="722310"/>
                  </a:lnTo>
                  <a:lnTo>
                    <a:pt x="1106036" y="698686"/>
                  </a:lnTo>
                  <a:lnTo>
                    <a:pt x="1109205" y="706039"/>
                  </a:lnTo>
                  <a:lnTo>
                    <a:pt x="1112374" y="706637"/>
                  </a:lnTo>
                  <a:lnTo>
                    <a:pt x="1115544" y="726064"/>
                  </a:lnTo>
                  <a:lnTo>
                    <a:pt x="1118713" y="713560"/>
                  </a:lnTo>
                  <a:lnTo>
                    <a:pt x="1121882" y="722319"/>
                  </a:lnTo>
                  <a:lnTo>
                    <a:pt x="1125051" y="727316"/>
                  </a:lnTo>
                  <a:lnTo>
                    <a:pt x="1128220" y="724752"/>
                  </a:lnTo>
                  <a:lnTo>
                    <a:pt x="1131389" y="721183"/>
                  </a:lnTo>
                  <a:lnTo>
                    <a:pt x="1134559" y="701747"/>
                  </a:lnTo>
                  <a:lnTo>
                    <a:pt x="1137728" y="679021"/>
                  </a:lnTo>
                  <a:lnTo>
                    <a:pt x="1140897" y="687066"/>
                  </a:lnTo>
                  <a:lnTo>
                    <a:pt x="1144066" y="694869"/>
                  </a:lnTo>
                  <a:lnTo>
                    <a:pt x="1147235" y="723534"/>
                  </a:lnTo>
                  <a:lnTo>
                    <a:pt x="1150404" y="719033"/>
                  </a:lnTo>
                  <a:lnTo>
                    <a:pt x="1153573" y="730204"/>
                  </a:lnTo>
                  <a:lnTo>
                    <a:pt x="1156743" y="731737"/>
                  </a:lnTo>
                  <a:lnTo>
                    <a:pt x="1159912" y="731737"/>
                  </a:lnTo>
                  <a:lnTo>
                    <a:pt x="1163081" y="731267"/>
                  </a:lnTo>
                  <a:lnTo>
                    <a:pt x="1166250" y="728876"/>
                  </a:lnTo>
                  <a:lnTo>
                    <a:pt x="1169419" y="727263"/>
                  </a:lnTo>
                  <a:lnTo>
                    <a:pt x="1172588" y="724901"/>
                  </a:lnTo>
                  <a:lnTo>
                    <a:pt x="1175758" y="727153"/>
                  </a:lnTo>
                  <a:lnTo>
                    <a:pt x="1178927" y="725907"/>
                  </a:lnTo>
                  <a:lnTo>
                    <a:pt x="1182096" y="713740"/>
                  </a:lnTo>
                  <a:lnTo>
                    <a:pt x="1185265" y="714772"/>
                  </a:lnTo>
                  <a:lnTo>
                    <a:pt x="1188434" y="704203"/>
                  </a:lnTo>
                  <a:lnTo>
                    <a:pt x="1191603" y="681183"/>
                  </a:lnTo>
                  <a:lnTo>
                    <a:pt x="1194773" y="683677"/>
                  </a:lnTo>
                  <a:lnTo>
                    <a:pt x="1197942" y="710184"/>
                  </a:lnTo>
                  <a:lnTo>
                    <a:pt x="1201111" y="726336"/>
                  </a:lnTo>
                  <a:lnTo>
                    <a:pt x="1204280" y="727231"/>
                  </a:lnTo>
                  <a:lnTo>
                    <a:pt x="1207449" y="731737"/>
                  </a:lnTo>
                  <a:lnTo>
                    <a:pt x="1210618" y="719424"/>
                  </a:lnTo>
                  <a:lnTo>
                    <a:pt x="1213788" y="714430"/>
                  </a:lnTo>
                  <a:lnTo>
                    <a:pt x="1216957" y="710324"/>
                  </a:lnTo>
                  <a:lnTo>
                    <a:pt x="1220126" y="691041"/>
                  </a:lnTo>
                  <a:lnTo>
                    <a:pt x="1223295" y="682662"/>
                  </a:lnTo>
                  <a:lnTo>
                    <a:pt x="1226464" y="697930"/>
                  </a:lnTo>
                  <a:lnTo>
                    <a:pt x="1229633" y="715068"/>
                  </a:lnTo>
                  <a:lnTo>
                    <a:pt x="1232802" y="720206"/>
                  </a:lnTo>
                  <a:lnTo>
                    <a:pt x="1235972" y="730387"/>
                  </a:lnTo>
                  <a:lnTo>
                    <a:pt x="1239141" y="731737"/>
                  </a:lnTo>
                  <a:lnTo>
                    <a:pt x="1242310" y="731737"/>
                  </a:lnTo>
                  <a:lnTo>
                    <a:pt x="1245479" y="731737"/>
                  </a:lnTo>
                  <a:lnTo>
                    <a:pt x="1248648" y="731737"/>
                  </a:lnTo>
                  <a:lnTo>
                    <a:pt x="1251817" y="731737"/>
                  </a:lnTo>
                  <a:lnTo>
                    <a:pt x="1254987" y="731737"/>
                  </a:lnTo>
                  <a:lnTo>
                    <a:pt x="1258156" y="731737"/>
                  </a:lnTo>
                  <a:lnTo>
                    <a:pt x="1261325" y="728216"/>
                  </a:lnTo>
                  <a:lnTo>
                    <a:pt x="1264494" y="727116"/>
                  </a:lnTo>
                  <a:lnTo>
                    <a:pt x="1267663" y="730629"/>
                  </a:lnTo>
                  <a:lnTo>
                    <a:pt x="1270832" y="730671"/>
                  </a:lnTo>
                  <a:lnTo>
                    <a:pt x="1274002" y="731737"/>
                  </a:lnTo>
                  <a:lnTo>
                    <a:pt x="1277171" y="731737"/>
                  </a:lnTo>
                  <a:lnTo>
                    <a:pt x="1280340" y="731737"/>
                  </a:lnTo>
                  <a:lnTo>
                    <a:pt x="1283509" y="731737"/>
                  </a:lnTo>
                  <a:lnTo>
                    <a:pt x="1286678" y="731737"/>
                  </a:lnTo>
                  <a:lnTo>
                    <a:pt x="1289847" y="731737"/>
                  </a:lnTo>
                  <a:lnTo>
                    <a:pt x="1293016" y="731737"/>
                  </a:lnTo>
                  <a:lnTo>
                    <a:pt x="1296186" y="731737"/>
                  </a:lnTo>
                  <a:lnTo>
                    <a:pt x="1299355" y="731737"/>
                  </a:lnTo>
                  <a:lnTo>
                    <a:pt x="1302524" y="728104"/>
                  </a:lnTo>
                  <a:lnTo>
                    <a:pt x="1305693" y="731737"/>
                  </a:lnTo>
                  <a:lnTo>
                    <a:pt x="1308862" y="727720"/>
                  </a:lnTo>
                  <a:lnTo>
                    <a:pt x="1312031" y="704998"/>
                  </a:lnTo>
                  <a:lnTo>
                    <a:pt x="1315201" y="719499"/>
                  </a:lnTo>
                  <a:lnTo>
                    <a:pt x="1318370" y="708325"/>
                  </a:lnTo>
                  <a:lnTo>
                    <a:pt x="1321539" y="700183"/>
                  </a:lnTo>
                  <a:lnTo>
                    <a:pt x="1324708" y="696138"/>
                  </a:lnTo>
                  <a:lnTo>
                    <a:pt x="1327877" y="649349"/>
                  </a:lnTo>
                  <a:lnTo>
                    <a:pt x="1331046" y="644155"/>
                  </a:lnTo>
                  <a:lnTo>
                    <a:pt x="1334216" y="647476"/>
                  </a:lnTo>
                  <a:lnTo>
                    <a:pt x="1337385" y="659747"/>
                  </a:lnTo>
                  <a:lnTo>
                    <a:pt x="1340554" y="661563"/>
                  </a:lnTo>
                  <a:lnTo>
                    <a:pt x="1343723" y="643933"/>
                  </a:lnTo>
                  <a:lnTo>
                    <a:pt x="1346892" y="673080"/>
                  </a:lnTo>
                  <a:lnTo>
                    <a:pt x="1350061" y="694164"/>
                  </a:lnTo>
                  <a:lnTo>
                    <a:pt x="1353231" y="704818"/>
                  </a:lnTo>
                  <a:lnTo>
                    <a:pt x="1356400" y="722966"/>
                  </a:lnTo>
                  <a:lnTo>
                    <a:pt x="1359569" y="717106"/>
                  </a:lnTo>
                  <a:lnTo>
                    <a:pt x="1362738" y="731323"/>
                  </a:lnTo>
                  <a:lnTo>
                    <a:pt x="1365907" y="731452"/>
                  </a:lnTo>
                  <a:lnTo>
                    <a:pt x="1369076" y="731737"/>
                  </a:lnTo>
                  <a:lnTo>
                    <a:pt x="1372245" y="731737"/>
                  </a:lnTo>
                  <a:lnTo>
                    <a:pt x="1375415" y="731737"/>
                  </a:lnTo>
                  <a:lnTo>
                    <a:pt x="1378584" y="725283"/>
                  </a:lnTo>
                  <a:lnTo>
                    <a:pt x="1381753" y="721636"/>
                  </a:lnTo>
                  <a:lnTo>
                    <a:pt x="1384922" y="711265"/>
                  </a:lnTo>
                  <a:lnTo>
                    <a:pt x="1388091" y="703365"/>
                  </a:lnTo>
                  <a:lnTo>
                    <a:pt x="1391260" y="704246"/>
                  </a:lnTo>
                  <a:lnTo>
                    <a:pt x="1394430" y="698029"/>
                  </a:lnTo>
                  <a:lnTo>
                    <a:pt x="1397599" y="689048"/>
                  </a:lnTo>
                  <a:lnTo>
                    <a:pt x="1400768" y="669225"/>
                  </a:lnTo>
                  <a:lnTo>
                    <a:pt x="1403937" y="631311"/>
                  </a:lnTo>
                  <a:lnTo>
                    <a:pt x="1407106" y="619813"/>
                  </a:lnTo>
                  <a:lnTo>
                    <a:pt x="1410275" y="601757"/>
                  </a:lnTo>
                  <a:lnTo>
                    <a:pt x="1413445" y="618527"/>
                  </a:lnTo>
                  <a:lnTo>
                    <a:pt x="1416614" y="626618"/>
                  </a:lnTo>
                  <a:lnTo>
                    <a:pt x="1419783" y="654678"/>
                  </a:lnTo>
                  <a:lnTo>
                    <a:pt x="1422952" y="691020"/>
                  </a:lnTo>
                  <a:lnTo>
                    <a:pt x="1426121" y="698836"/>
                  </a:lnTo>
                  <a:lnTo>
                    <a:pt x="1429290" y="715455"/>
                  </a:lnTo>
                  <a:lnTo>
                    <a:pt x="1432460" y="720124"/>
                  </a:lnTo>
                  <a:lnTo>
                    <a:pt x="1435629" y="719244"/>
                  </a:lnTo>
                  <a:lnTo>
                    <a:pt x="1438798" y="727738"/>
                  </a:lnTo>
                  <a:lnTo>
                    <a:pt x="1441967" y="723464"/>
                  </a:lnTo>
                  <a:lnTo>
                    <a:pt x="1445136" y="728053"/>
                  </a:lnTo>
                  <a:lnTo>
                    <a:pt x="1448305" y="731737"/>
                  </a:lnTo>
                  <a:lnTo>
                    <a:pt x="1451474" y="727622"/>
                  </a:lnTo>
                  <a:lnTo>
                    <a:pt x="1454644" y="731619"/>
                  </a:lnTo>
                  <a:lnTo>
                    <a:pt x="1457813" y="731737"/>
                  </a:lnTo>
                  <a:lnTo>
                    <a:pt x="1460982" y="731737"/>
                  </a:lnTo>
                  <a:lnTo>
                    <a:pt x="1464151" y="731737"/>
                  </a:lnTo>
                  <a:lnTo>
                    <a:pt x="1467320" y="731737"/>
                  </a:lnTo>
                  <a:lnTo>
                    <a:pt x="1470489" y="731737"/>
                  </a:lnTo>
                  <a:lnTo>
                    <a:pt x="1473659" y="731737"/>
                  </a:lnTo>
                  <a:lnTo>
                    <a:pt x="1476828" y="731737"/>
                  </a:lnTo>
                  <a:lnTo>
                    <a:pt x="1479997" y="731737"/>
                  </a:lnTo>
                  <a:lnTo>
                    <a:pt x="1483166" y="728424"/>
                  </a:lnTo>
                  <a:lnTo>
                    <a:pt x="1486335" y="731737"/>
                  </a:lnTo>
                  <a:lnTo>
                    <a:pt x="1489504" y="731737"/>
                  </a:lnTo>
                  <a:lnTo>
                    <a:pt x="1492674" y="720831"/>
                  </a:lnTo>
                  <a:lnTo>
                    <a:pt x="1495843" y="731737"/>
                  </a:lnTo>
                  <a:lnTo>
                    <a:pt x="1499012" y="731737"/>
                  </a:lnTo>
                  <a:lnTo>
                    <a:pt x="1502181" y="731737"/>
                  </a:lnTo>
                  <a:lnTo>
                    <a:pt x="1505350" y="731737"/>
                  </a:lnTo>
                  <a:lnTo>
                    <a:pt x="1508519" y="731737"/>
                  </a:lnTo>
                  <a:lnTo>
                    <a:pt x="1511688" y="731737"/>
                  </a:lnTo>
                  <a:lnTo>
                    <a:pt x="1514858" y="726037"/>
                  </a:lnTo>
                  <a:lnTo>
                    <a:pt x="1518027" y="730343"/>
                  </a:lnTo>
                  <a:lnTo>
                    <a:pt x="1521196" y="729294"/>
                  </a:lnTo>
                  <a:lnTo>
                    <a:pt x="1524365" y="731737"/>
                  </a:lnTo>
                  <a:lnTo>
                    <a:pt x="1527534" y="731737"/>
                  </a:lnTo>
                  <a:lnTo>
                    <a:pt x="1530703" y="721526"/>
                  </a:lnTo>
                  <a:lnTo>
                    <a:pt x="1533873" y="731737"/>
                  </a:lnTo>
                  <a:lnTo>
                    <a:pt x="1537042" y="731737"/>
                  </a:lnTo>
                  <a:lnTo>
                    <a:pt x="1540211" y="727827"/>
                  </a:lnTo>
                  <a:lnTo>
                    <a:pt x="1543380" y="715354"/>
                  </a:lnTo>
                  <a:lnTo>
                    <a:pt x="1546549" y="717050"/>
                  </a:lnTo>
                  <a:lnTo>
                    <a:pt x="1549718" y="724552"/>
                  </a:lnTo>
                  <a:lnTo>
                    <a:pt x="1552888" y="720949"/>
                  </a:lnTo>
                  <a:lnTo>
                    <a:pt x="1556057" y="712960"/>
                  </a:lnTo>
                  <a:lnTo>
                    <a:pt x="1559226" y="722036"/>
                  </a:lnTo>
                  <a:lnTo>
                    <a:pt x="1562395" y="724037"/>
                  </a:lnTo>
                  <a:lnTo>
                    <a:pt x="1565564" y="727974"/>
                  </a:lnTo>
                  <a:lnTo>
                    <a:pt x="1568733" y="728620"/>
                  </a:lnTo>
                  <a:lnTo>
                    <a:pt x="1571903" y="720199"/>
                  </a:lnTo>
                  <a:lnTo>
                    <a:pt x="1575072" y="723342"/>
                  </a:lnTo>
                  <a:lnTo>
                    <a:pt x="1578241" y="710031"/>
                  </a:lnTo>
                  <a:lnTo>
                    <a:pt x="1581410" y="721051"/>
                  </a:lnTo>
                  <a:lnTo>
                    <a:pt x="1584579" y="731178"/>
                  </a:lnTo>
                  <a:lnTo>
                    <a:pt x="1587748" y="731737"/>
                  </a:lnTo>
                  <a:lnTo>
                    <a:pt x="1590917" y="727151"/>
                  </a:lnTo>
                  <a:lnTo>
                    <a:pt x="1594087" y="717791"/>
                  </a:lnTo>
                  <a:lnTo>
                    <a:pt x="1597256" y="728518"/>
                  </a:lnTo>
                  <a:lnTo>
                    <a:pt x="1600425" y="730452"/>
                  </a:lnTo>
                  <a:lnTo>
                    <a:pt x="1603594" y="731737"/>
                  </a:lnTo>
                  <a:lnTo>
                    <a:pt x="1606763" y="731737"/>
                  </a:lnTo>
                  <a:lnTo>
                    <a:pt x="1609932" y="731737"/>
                  </a:lnTo>
                  <a:lnTo>
                    <a:pt x="1613102" y="727202"/>
                  </a:lnTo>
                  <a:lnTo>
                    <a:pt x="1616271" y="731737"/>
                  </a:lnTo>
                  <a:lnTo>
                    <a:pt x="1619440" y="731737"/>
                  </a:lnTo>
                  <a:lnTo>
                    <a:pt x="1622609" y="731737"/>
                  </a:lnTo>
                  <a:lnTo>
                    <a:pt x="1625778" y="731737"/>
                  </a:lnTo>
                  <a:lnTo>
                    <a:pt x="1628947" y="708063"/>
                  </a:lnTo>
                  <a:lnTo>
                    <a:pt x="1632117" y="717580"/>
                  </a:lnTo>
                  <a:lnTo>
                    <a:pt x="1635286" y="709182"/>
                  </a:lnTo>
                  <a:lnTo>
                    <a:pt x="1638455" y="697925"/>
                  </a:lnTo>
                  <a:lnTo>
                    <a:pt x="1641624" y="689765"/>
                  </a:lnTo>
                  <a:lnTo>
                    <a:pt x="1644793" y="666818"/>
                  </a:lnTo>
                  <a:lnTo>
                    <a:pt x="1647962" y="706096"/>
                  </a:lnTo>
                  <a:lnTo>
                    <a:pt x="1651131" y="704328"/>
                  </a:lnTo>
                  <a:lnTo>
                    <a:pt x="1654301" y="703991"/>
                  </a:lnTo>
                  <a:lnTo>
                    <a:pt x="1657470" y="694992"/>
                  </a:lnTo>
                  <a:lnTo>
                    <a:pt x="1660639" y="679247"/>
                  </a:lnTo>
                  <a:lnTo>
                    <a:pt x="1663808" y="686649"/>
                  </a:lnTo>
                  <a:lnTo>
                    <a:pt x="1666977" y="668909"/>
                  </a:lnTo>
                  <a:lnTo>
                    <a:pt x="1670146" y="646851"/>
                  </a:lnTo>
                  <a:lnTo>
                    <a:pt x="1673316" y="679078"/>
                  </a:lnTo>
                  <a:lnTo>
                    <a:pt x="1676485" y="709975"/>
                  </a:lnTo>
                  <a:lnTo>
                    <a:pt x="1679654" y="710197"/>
                  </a:lnTo>
                  <a:lnTo>
                    <a:pt x="1682823" y="729657"/>
                  </a:lnTo>
                  <a:lnTo>
                    <a:pt x="1685992" y="706435"/>
                  </a:lnTo>
                  <a:lnTo>
                    <a:pt x="1689161" y="726339"/>
                  </a:lnTo>
                  <a:lnTo>
                    <a:pt x="1692331" y="721726"/>
                  </a:lnTo>
                  <a:lnTo>
                    <a:pt x="1695500" y="720823"/>
                  </a:lnTo>
                  <a:lnTo>
                    <a:pt x="1698669" y="730319"/>
                  </a:lnTo>
                  <a:lnTo>
                    <a:pt x="1701838" y="726150"/>
                  </a:lnTo>
                  <a:lnTo>
                    <a:pt x="1705007" y="731737"/>
                  </a:lnTo>
                  <a:lnTo>
                    <a:pt x="1708176" y="731737"/>
                  </a:lnTo>
                  <a:lnTo>
                    <a:pt x="1711346" y="731737"/>
                  </a:lnTo>
                  <a:lnTo>
                    <a:pt x="1714515" y="731737"/>
                  </a:lnTo>
                  <a:lnTo>
                    <a:pt x="1717684" y="731737"/>
                  </a:lnTo>
                  <a:lnTo>
                    <a:pt x="1720853" y="731737"/>
                  </a:lnTo>
                  <a:lnTo>
                    <a:pt x="1724022" y="729602"/>
                  </a:lnTo>
                  <a:lnTo>
                    <a:pt x="1727191" y="731737"/>
                  </a:lnTo>
                  <a:lnTo>
                    <a:pt x="1730360" y="731737"/>
                  </a:lnTo>
                  <a:lnTo>
                    <a:pt x="1733530" y="726317"/>
                  </a:lnTo>
                  <a:lnTo>
                    <a:pt x="1736699" y="731737"/>
                  </a:lnTo>
                  <a:lnTo>
                    <a:pt x="1739868" y="718134"/>
                  </a:lnTo>
                  <a:lnTo>
                    <a:pt x="1743037" y="727924"/>
                  </a:lnTo>
                  <a:lnTo>
                    <a:pt x="1746206" y="724615"/>
                  </a:lnTo>
                  <a:lnTo>
                    <a:pt x="1749375" y="728399"/>
                  </a:lnTo>
                  <a:lnTo>
                    <a:pt x="1752545" y="731737"/>
                  </a:lnTo>
                  <a:lnTo>
                    <a:pt x="1755714" y="722307"/>
                  </a:lnTo>
                  <a:lnTo>
                    <a:pt x="1758883" y="715620"/>
                  </a:lnTo>
                  <a:lnTo>
                    <a:pt x="1762052" y="731737"/>
                  </a:lnTo>
                  <a:lnTo>
                    <a:pt x="1765221" y="719997"/>
                  </a:lnTo>
                  <a:lnTo>
                    <a:pt x="1768390" y="731737"/>
                  </a:lnTo>
                  <a:lnTo>
                    <a:pt x="1771560" y="728698"/>
                  </a:lnTo>
                  <a:lnTo>
                    <a:pt x="1774729" y="730140"/>
                  </a:lnTo>
                  <a:lnTo>
                    <a:pt x="1777898" y="731737"/>
                  </a:lnTo>
                  <a:lnTo>
                    <a:pt x="1781067" y="718889"/>
                  </a:lnTo>
                  <a:lnTo>
                    <a:pt x="1784236" y="722931"/>
                  </a:lnTo>
                  <a:lnTo>
                    <a:pt x="1787405" y="720456"/>
                  </a:lnTo>
                  <a:lnTo>
                    <a:pt x="1790575" y="728397"/>
                  </a:lnTo>
                  <a:lnTo>
                    <a:pt x="1793744" y="731737"/>
                  </a:lnTo>
                  <a:lnTo>
                    <a:pt x="1796913" y="726722"/>
                  </a:lnTo>
                  <a:lnTo>
                    <a:pt x="1800082" y="729643"/>
                  </a:lnTo>
                  <a:lnTo>
                    <a:pt x="1803251" y="731737"/>
                  </a:lnTo>
                  <a:lnTo>
                    <a:pt x="1806420" y="731737"/>
                  </a:lnTo>
                  <a:lnTo>
                    <a:pt x="1809589" y="731470"/>
                  </a:lnTo>
                  <a:lnTo>
                    <a:pt x="1812759" y="715521"/>
                  </a:lnTo>
                  <a:lnTo>
                    <a:pt x="1815928" y="705857"/>
                  </a:lnTo>
                  <a:lnTo>
                    <a:pt x="1819097" y="705242"/>
                  </a:lnTo>
                  <a:lnTo>
                    <a:pt x="1822266" y="691534"/>
                  </a:lnTo>
                  <a:lnTo>
                    <a:pt x="1825435" y="702521"/>
                  </a:lnTo>
                  <a:lnTo>
                    <a:pt x="1828604" y="698212"/>
                  </a:lnTo>
                  <a:lnTo>
                    <a:pt x="1831774" y="696860"/>
                  </a:lnTo>
                  <a:lnTo>
                    <a:pt x="1834943" y="693482"/>
                  </a:lnTo>
                  <a:lnTo>
                    <a:pt x="1838112" y="650220"/>
                  </a:lnTo>
                  <a:lnTo>
                    <a:pt x="1841281" y="647920"/>
                  </a:lnTo>
                  <a:lnTo>
                    <a:pt x="1844450" y="660633"/>
                  </a:lnTo>
                  <a:lnTo>
                    <a:pt x="1847619" y="652835"/>
                  </a:lnTo>
                  <a:lnTo>
                    <a:pt x="1850789" y="653861"/>
                  </a:lnTo>
                  <a:lnTo>
                    <a:pt x="1853958" y="644431"/>
                  </a:lnTo>
                  <a:lnTo>
                    <a:pt x="1857127" y="678857"/>
                  </a:lnTo>
                  <a:lnTo>
                    <a:pt x="1860296" y="664167"/>
                  </a:lnTo>
                  <a:lnTo>
                    <a:pt x="1863465" y="666769"/>
                  </a:lnTo>
                  <a:lnTo>
                    <a:pt x="1866634" y="681623"/>
                  </a:lnTo>
                  <a:lnTo>
                    <a:pt x="1869803" y="669096"/>
                  </a:lnTo>
                  <a:lnTo>
                    <a:pt x="1872973" y="720868"/>
                  </a:lnTo>
                  <a:lnTo>
                    <a:pt x="1876142" y="721902"/>
                  </a:lnTo>
                  <a:lnTo>
                    <a:pt x="1879311" y="726339"/>
                  </a:lnTo>
                  <a:lnTo>
                    <a:pt x="1882480" y="731737"/>
                  </a:lnTo>
                  <a:lnTo>
                    <a:pt x="1885649" y="728095"/>
                  </a:lnTo>
                  <a:lnTo>
                    <a:pt x="1888818" y="731737"/>
                  </a:lnTo>
                  <a:lnTo>
                    <a:pt x="1891988" y="731737"/>
                  </a:lnTo>
                  <a:lnTo>
                    <a:pt x="1895157" y="730087"/>
                  </a:lnTo>
                  <a:lnTo>
                    <a:pt x="1898326" y="731737"/>
                  </a:lnTo>
                  <a:lnTo>
                    <a:pt x="1901495" y="731737"/>
                  </a:lnTo>
                  <a:lnTo>
                    <a:pt x="1904664" y="731737"/>
                  </a:lnTo>
                  <a:lnTo>
                    <a:pt x="1907833" y="727158"/>
                  </a:lnTo>
                  <a:lnTo>
                    <a:pt x="1911003" y="729738"/>
                  </a:lnTo>
                  <a:lnTo>
                    <a:pt x="1914172" y="726392"/>
                  </a:lnTo>
                  <a:lnTo>
                    <a:pt x="1917341" y="719451"/>
                  </a:lnTo>
                  <a:lnTo>
                    <a:pt x="1920510" y="716292"/>
                  </a:lnTo>
                  <a:lnTo>
                    <a:pt x="1923679" y="711957"/>
                  </a:lnTo>
                  <a:lnTo>
                    <a:pt x="1926848" y="711126"/>
                  </a:lnTo>
                  <a:lnTo>
                    <a:pt x="1930018" y="717104"/>
                  </a:lnTo>
                  <a:lnTo>
                    <a:pt x="1933187" y="711083"/>
                  </a:lnTo>
                  <a:lnTo>
                    <a:pt x="1936356" y="718796"/>
                  </a:lnTo>
                  <a:lnTo>
                    <a:pt x="1939525" y="727997"/>
                  </a:lnTo>
                  <a:lnTo>
                    <a:pt x="1942694" y="707753"/>
                  </a:lnTo>
                  <a:lnTo>
                    <a:pt x="1945863" y="705331"/>
                  </a:lnTo>
                  <a:lnTo>
                    <a:pt x="1949032" y="723147"/>
                  </a:lnTo>
                  <a:lnTo>
                    <a:pt x="1952202" y="726185"/>
                  </a:lnTo>
                  <a:lnTo>
                    <a:pt x="1955371" y="708821"/>
                  </a:lnTo>
                  <a:lnTo>
                    <a:pt x="1958540" y="711016"/>
                  </a:lnTo>
                  <a:lnTo>
                    <a:pt x="1961709" y="718991"/>
                  </a:lnTo>
                  <a:lnTo>
                    <a:pt x="1964878" y="726043"/>
                  </a:lnTo>
                  <a:lnTo>
                    <a:pt x="1968047" y="728516"/>
                  </a:lnTo>
                  <a:lnTo>
                    <a:pt x="1971217" y="729132"/>
                  </a:lnTo>
                  <a:lnTo>
                    <a:pt x="1974386" y="731050"/>
                  </a:lnTo>
                  <a:lnTo>
                    <a:pt x="1977555" y="731737"/>
                  </a:lnTo>
                  <a:lnTo>
                    <a:pt x="1980724" y="731736"/>
                  </a:lnTo>
                  <a:lnTo>
                    <a:pt x="1983893" y="719910"/>
                  </a:lnTo>
                  <a:lnTo>
                    <a:pt x="1987062" y="727714"/>
                  </a:lnTo>
                  <a:lnTo>
                    <a:pt x="1990232" y="726557"/>
                  </a:lnTo>
                  <a:lnTo>
                    <a:pt x="1993401" y="726057"/>
                  </a:lnTo>
                  <a:lnTo>
                    <a:pt x="1996570" y="729602"/>
                  </a:lnTo>
                  <a:lnTo>
                    <a:pt x="1999739" y="714742"/>
                  </a:lnTo>
                  <a:lnTo>
                    <a:pt x="2002908" y="714315"/>
                  </a:lnTo>
                  <a:lnTo>
                    <a:pt x="2006077" y="727389"/>
                  </a:lnTo>
                  <a:lnTo>
                    <a:pt x="2009247" y="723109"/>
                  </a:lnTo>
                  <a:lnTo>
                    <a:pt x="2012416" y="728096"/>
                  </a:lnTo>
                  <a:lnTo>
                    <a:pt x="2015585" y="730176"/>
                  </a:lnTo>
                  <a:lnTo>
                    <a:pt x="2018754" y="731737"/>
                  </a:lnTo>
                  <a:lnTo>
                    <a:pt x="2021923" y="731737"/>
                  </a:lnTo>
                  <a:lnTo>
                    <a:pt x="2025092" y="731737"/>
                  </a:lnTo>
                  <a:lnTo>
                    <a:pt x="2028261" y="731737"/>
                  </a:lnTo>
                  <a:lnTo>
                    <a:pt x="2031431" y="731737"/>
                  </a:lnTo>
                  <a:lnTo>
                    <a:pt x="2034600" y="731737"/>
                  </a:lnTo>
                  <a:lnTo>
                    <a:pt x="2037769" y="731737"/>
                  </a:lnTo>
                  <a:lnTo>
                    <a:pt x="2040938" y="731737"/>
                  </a:lnTo>
                  <a:lnTo>
                    <a:pt x="2044107" y="731737"/>
                  </a:lnTo>
                  <a:lnTo>
                    <a:pt x="2047276" y="731737"/>
                  </a:lnTo>
                  <a:lnTo>
                    <a:pt x="2050446" y="731737"/>
                  </a:lnTo>
                  <a:lnTo>
                    <a:pt x="2053615" y="730898"/>
                  </a:lnTo>
                  <a:lnTo>
                    <a:pt x="2056784" y="730101"/>
                  </a:lnTo>
                  <a:lnTo>
                    <a:pt x="2059953" y="731737"/>
                  </a:lnTo>
                  <a:lnTo>
                    <a:pt x="2063122" y="731737"/>
                  </a:lnTo>
                  <a:lnTo>
                    <a:pt x="2066291" y="731737"/>
                  </a:lnTo>
                  <a:lnTo>
                    <a:pt x="2069461" y="731737"/>
                  </a:lnTo>
                  <a:lnTo>
                    <a:pt x="2072630" y="731737"/>
                  </a:lnTo>
                  <a:lnTo>
                    <a:pt x="2075799" y="731737"/>
                  </a:lnTo>
                  <a:lnTo>
                    <a:pt x="2078968" y="731737"/>
                  </a:lnTo>
                  <a:lnTo>
                    <a:pt x="2082137" y="731737"/>
                  </a:lnTo>
                  <a:lnTo>
                    <a:pt x="2085306" y="731737"/>
                  </a:lnTo>
                  <a:lnTo>
                    <a:pt x="2088475" y="731737"/>
                  </a:lnTo>
                  <a:lnTo>
                    <a:pt x="2091645" y="731737"/>
                  </a:lnTo>
                  <a:lnTo>
                    <a:pt x="2094814" y="731737"/>
                  </a:lnTo>
                  <a:lnTo>
                    <a:pt x="2097983" y="731737"/>
                  </a:lnTo>
                  <a:lnTo>
                    <a:pt x="2101152" y="731737"/>
                  </a:lnTo>
                  <a:lnTo>
                    <a:pt x="2104321" y="731737"/>
                  </a:lnTo>
                  <a:lnTo>
                    <a:pt x="2107490" y="731737"/>
                  </a:lnTo>
                  <a:lnTo>
                    <a:pt x="2110660" y="731737"/>
                  </a:lnTo>
                  <a:lnTo>
                    <a:pt x="2113829" y="731737"/>
                  </a:lnTo>
                  <a:lnTo>
                    <a:pt x="2116998" y="731737"/>
                  </a:lnTo>
                  <a:lnTo>
                    <a:pt x="2120167" y="731737"/>
                  </a:lnTo>
                  <a:lnTo>
                    <a:pt x="2123336" y="731737"/>
                  </a:lnTo>
                  <a:lnTo>
                    <a:pt x="2126505" y="731737"/>
                  </a:lnTo>
                  <a:lnTo>
                    <a:pt x="2129675" y="731737"/>
                  </a:lnTo>
                  <a:lnTo>
                    <a:pt x="2132844" y="731737"/>
                  </a:lnTo>
                  <a:lnTo>
                    <a:pt x="2136013" y="731737"/>
                  </a:lnTo>
                  <a:lnTo>
                    <a:pt x="2139182" y="731737"/>
                  </a:lnTo>
                  <a:lnTo>
                    <a:pt x="2142351" y="731737"/>
                  </a:lnTo>
                  <a:lnTo>
                    <a:pt x="2145520" y="731737"/>
                  </a:lnTo>
                  <a:lnTo>
                    <a:pt x="2148690" y="731737"/>
                  </a:lnTo>
                  <a:lnTo>
                    <a:pt x="2151859" y="731737"/>
                  </a:lnTo>
                  <a:lnTo>
                    <a:pt x="2155028" y="730724"/>
                  </a:lnTo>
                  <a:lnTo>
                    <a:pt x="2158197" y="729103"/>
                  </a:lnTo>
                  <a:lnTo>
                    <a:pt x="2161366" y="721919"/>
                  </a:lnTo>
                  <a:lnTo>
                    <a:pt x="2164535" y="720316"/>
                  </a:lnTo>
                  <a:lnTo>
                    <a:pt x="2167704" y="724415"/>
                  </a:lnTo>
                  <a:lnTo>
                    <a:pt x="2170874" y="729429"/>
                  </a:lnTo>
                  <a:lnTo>
                    <a:pt x="2174043" y="716090"/>
                  </a:lnTo>
                  <a:lnTo>
                    <a:pt x="2177212" y="724875"/>
                  </a:lnTo>
                  <a:lnTo>
                    <a:pt x="2180381" y="720684"/>
                  </a:lnTo>
                  <a:lnTo>
                    <a:pt x="2183550" y="708424"/>
                  </a:lnTo>
                  <a:lnTo>
                    <a:pt x="2186719" y="710941"/>
                  </a:lnTo>
                  <a:lnTo>
                    <a:pt x="2189889" y="688553"/>
                  </a:lnTo>
                  <a:lnTo>
                    <a:pt x="2193058" y="683995"/>
                  </a:lnTo>
                  <a:lnTo>
                    <a:pt x="2196227" y="680790"/>
                  </a:lnTo>
                  <a:lnTo>
                    <a:pt x="2199396" y="697479"/>
                  </a:lnTo>
                  <a:lnTo>
                    <a:pt x="2202565" y="713939"/>
                  </a:lnTo>
                  <a:lnTo>
                    <a:pt x="2205734" y="715923"/>
                  </a:lnTo>
                  <a:lnTo>
                    <a:pt x="2208904" y="729688"/>
                  </a:lnTo>
                  <a:lnTo>
                    <a:pt x="2212073" y="731737"/>
                  </a:lnTo>
                  <a:lnTo>
                    <a:pt x="2215242" y="731737"/>
                  </a:lnTo>
                  <a:lnTo>
                    <a:pt x="2218411" y="731737"/>
                  </a:lnTo>
                  <a:lnTo>
                    <a:pt x="2221580" y="731737"/>
                  </a:lnTo>
                  <a:lnTo>
                    <a:pt x="2224749" y="731737"/>
                  </a:lnTo>
                  <a:lnTo>
                    <a:pt x="2227918" y="731737"/>
                  </a:lnTo>
                  <a:lnTo>
                    <a:pt x="2231088" y="731737"/>
                  </a:lnTo>
                  <a:lnTo>
                    <a:pt x="2234257" y="731737"/>
                  </a:lnTo>
                  <a:lnTo>
                    <a:pt x="2237426" y="731555"/>
                  </a:lnTo>
                  <a:lnTo>
                    <a:pt x="2240595" y="731737"/>
                  </a:lnTo>
                  <a:lnTo>
                    <a:pt x="2243764" y="731737"/>
                  </a:lnTo>
                  <a:lnTo>
                    <a:pt x="2246933" y="731737"/>
                  </a:lnTo>
                  <a:lnTo>
                    <a:pt x="2250103" y="731737"/>
                  </a:lnTo>
                  <a:lnTo>
                    <a:pt x="2253272" y="731737"/>
                  </a:lnTo>
                  <a:lnTo>
                    <a:pt x="2256441" y="731737"/>
                  </a:lnTo>
                  <a:lnTo>
                    <a:pt x="2259610" y="731737"/>
                  </a:lnTo>
                  <a:lnTo>
                    <a:pt x="2262779" y="731552"/>
                  </a:lnTo>
                  <a:lnTo>
                    <a:pt x="2265948" y="730509"/>
                  </a:lnTo>
                  <a:lnTo>
                    <a:pt x="2269118" y="731555"/>
                  </a:lnTo>
                  <a:lnTo>
                    <a:pt x="2272287" y="731737"/>
                  </a:lnTo>
                  <a:lnTo>
                    <a:pt x="2275456" y="731737"/>
                  </a:lnTo>
                  <a:lnTo>
                    <a:pt x="2278625" y="731737"/>
                  </a:lnTo>
                  <a:lnTo>
                    <a:pt x="2281794" y="731737"/>
                  </a:lnTo>
                  <a:lnTo>
                    <a:pt x="2284963" y="731737"/>
                  </a:lnTo>
                  <a:lnTo>
                    <a:pt x="2288133" y="731737"/>
                  </a:lnTo>
                  <a:lnTo>
                    <a:pt x="2291302" y="731737"/>
                  </a:lnTo>
                  <a:lnTo>
                    <a:pt x="2294471" y="731737"/>
                  </a:lnTo>
                  <a:lnTo>
                    <a:pt x="2297640" y="731737"/>
                  </a:lnTo>
                  <a:lnTo>
                    <a:pt x="2300809" y="731737"/>
                  </a:lnTo>
                  <a:lnTo>
                    <a:pt x="2303978" y="726834"/>
                  </a:lnTo>
                  <a:lnTo>
                    <a:pt x="2307147" y="727926"/>
                  </a:lnTo>
                  <a:lnTo>
                    <a:pt x="2310317" y="708868"/>
                  </a:lnTo>
                  <a:lnTo>
                    <a:pt x="2313486" y="720406"/>
                  </a:lnTo>
                  <a:lnTo>
                    <a:pt x="2316655" y="695681"/>
                  </a:lnTo>
                  <a:lnTo>
                    <a:pt x="2319824" y="686094"/>
                  </a:lnTo>
                  <a:lnTo>
                    <a:pt x="2322993" y="668813"/>
                  </a:lnTo>
                  <a:lnTo>
                    <a:pt x="2326162" y="633820"/>
                  </a:lnTo>
                  <a:lnTo>
                    <a:pt x="2329332" y="657365"/>
                  </a:lnTo>
                  <a:lnTo>
                    <a:pt x="2332501" y="616944"/>
                  </a:lnTo>
                  <a:lnTo>
                    <a:pt x="2335670" y="623985"/>
                  </a:lnTo>
                  <a:lnTo>
                    <a:pt x="2338839" y="637164"/>
                  </a:lnTo>
                  <a:lnTo>
                    <a:pt x="2342008" y="663048"/>
                  </a:lnTo>
                  <a:lnTo>
                    <a:pt x="2345177" y="690998"/>
                  </a:lnTo>
                  <a:lnTo>
                    <a:pt x="2348347" y="696251"/>
                  </a:lnTo>
                  <a:lnTo>
                    <a:pt x="2351516" y="711661"/>
                  </a:lnTo>
                  <a:lnTo>
                    <a:pt x="2354685" y="726591"/>
                  </a:lnTo>
                  <a:lnTo>
                    <a:pt x="2357854" y="721083"/>
                  </a:lnTo>
                  <a:lnTo>
                    <a:pt x="2361023" y="728418"/>
                  </a:lnTo>
                  <a:lnTo>
                    <a:pt x="2364192" y="724783"/>
                  </a:lnTo>
                  <a:lnTo>
                    <a:pt x="2367362" y="729868"/>
                  </a:lnTo>
                  <a:lnTo>
                    <a:pt x="2370531" y="731625"/>
                  </a:lnTo>
                  <a:lnTo>
                    <a:pt x="2373700" y="729925"/>
                  </a:lnTo>
                  <a:lnTo>
                    <a:pt x="2376869" y="725293"/>
                  </a:lnTo>
                  <a:lnTo>
                    <a:pt x="2380038" y="720925"/>
                  </a:lnTo>
                  <a:lnTo>
                    <a:pt x="2383207" y="713338"/>
                  </a:lnTo>
                  <a:lnTo>
                    <a:pt x="2386376" y="729852"/>
                  </a:lnTo>
                  <a:lnTo>
                    <a:pt x="2389546" y="730355"/>
                  </a:lnTo>
                  <a:lnTo>
                    <a:pt x="2392715" y="727601"/>
                  </a:lnTo>
                  <a:lnTo>
                    <a:pt x="2395884" y="730288"/>
                  </a:lnTo>
                  <a:lnTo>
                    <a:pt x="2399053" y="731737"/>
                  </a:lnTo>
                  <a:lnTo>
                    <a:pt x="2402222" y="731737"/>
                  </a:lnTo>
                  <a:lnTo>
                    <a:pt x="2405391" y="731737"/>
                  </a:lnTo>
                  <a:lnTo>
                    <a:pt x="2408561" y="731737"/>
                  </a:lnTo>
                  <a:lnTo>
                    <a:pt x="2411730" y="731737"/>
                  </a:lnTo>
                  <a:lnTo>
                    <a:pt x="2414899" y="731737"/>
                  </a:lnTo>
                  <a:lnTo>
                    <a:pt x="2418068" y="731737"/>
                  </a:lnTo>
                  <a:lnTo>
                    <a:pt x="2421237" y="731737"/>
                  </a:lnTo>
                  <a:lnTo>
                    <a:pt x="2424406" y="731737"/>
                  </a:lnTo>
                  <a:lnTo>
                    <a:pt x="2427576" y="731737"/>
                  </a:lnTo>
                  <a:lnTo>
                    <a:pt x="2430745" y="731737"/>
                  </a:lnTo>
                  <a:lnTo>
                    <a:pt x="2433914" y="731737"/>
                  </a:lnTo>
                  <a:lnTo>
                    <a:pt x="2437083" y="731737"/>
                  </a:lnTo>
                  <a:lnTo>
                    <a:pt x="2440252" y="731737"/>
                  </a:lnTo>
                  <a:lnTo>
                    <a:pt x="2443421" y="731737"/>
                  </a:lnTo>
                  <a:lnTo>
                    <a:pt x="2446590" y="731737"/>
                  </a:lnTo>
                  <a:lnTo>
                    <a:pt x="2449760" y="731737"/>
                  </a:lnTo>
                  <a:lnTo>
                    <a:pt x="2452929" y="731737"/>
                  </a:lnTo>
                  <a:lnTo>
                    <a:pt x="2456098" y="731737"/>
                  </a:lnTo>
                  <a:lnTo>
                    <a:pt x="2459267" y="731737"/>
                  </a:lnTo>
                  <a:lnTo>
                    <a:pt x="2462436" y="731737"/>
                  </a:lnTo>
                  <a:lnTo>
                    <a:pt x="2465605" y="731737"/>
                  </a:lnTo>
                  <a:lnTo>
                    <a:pt x="2468775" y="731737"/>
                  </a:lnTo>
                  <a:lnTo>
                    <a:pt x="2471944" y="731737"/>
                  </a:lnTo>
                  <a:lnTo>
                    <a:pt x="2475113" y="731737"/>
                  </a:lnTo>
                  <a:lnTo>
                    <a:pt x="2478282" y="731737"/>
                  </a:lnTo>
                  <a:lnTo>
                    <a:pt x="2481451" y="731737"/>
                  </a:lnTo>
                  <a:lnTo>
                    <a:pt x="2484620" y="731186"/>
                  </a:lnTo>
                  <a:lnTo>
                    <a:pt x="2487790" y="723442"/>
                  </a:lnTo>
                  <a:lnTo>
                    <a:pt x="2490959" y="722933"/>
                  </a:lnTo>
                  <a:lnTo>
                    <a:pt x="2494128" y="731272"/>
                  </a:lnTo>
                  <a:lnTo>
                    <a:pt x="2497297" y="702425"/>
                  </a:lnTo>
                  <a:lnTo>
                    <a:pt x="2500466" y="679206"/>
                  </a:lnTo>
                  <a:lnTo>
                    <a:pt x="2503635" y="698621"/>
                  </a:lnTo>
                  <a:lnTo>
                    <a:pt x="2506805" y="711826"/>
                  </a:lnTo>
                  <a:lnTo>
                    <a:pt x="2509974" y="723584"/>
                  </a:lnTo>
                  <a:lnTo>
                    <a:pt x="2513143" y="714428"/>
                  </a:lnTo>
                  <a:lnTo>
                    <a:pt x="2516312" y="712811"/>
                  </a:lnTo>
                  <a:lnTo>
                    <a:pt x="2519481" y="714995"/>
                  </a:lnTo>
                  <a:lnTo>
                    <a:pt x="2522650" y="704830"/>
                  </a:lnTo>
                  <a:lnTo>
                    <a:pt x="2525819" y="709726"/>
                  </a:lnTo>
                  <a:lnTo>
                    <a:pt x="2528989" y="713734"/>
                  </a:lnTo>
                  <a:lnTo>
                    <a:pt x="2532158" y="719563"/>
                  </a:lnTo>
                  <a:lnTo>
                    <a:pt x="2535327" y="722648"/>
                  </a:lnTo>
                  <a:lnTo>
                    <a:pt x="2538496" y="729152"/>
                  </a:lnTo>
                  <a:lnTo>
                    <a:pt x="2541665" y="726422"/>
                  </a:lnTo>
                  <a:lnTo>
                    <a:pt x="2544834" y="728195"/>
                  </a:lnTo>
                  <a:lnTo>
                    <a:pt x="2548004" y="731737"/>
                  </a:lnTo>
                  <a:lnTo>
                    <a:pt x="2551173" y="731737"/>
                  </a:lnTo>
                  <a:lnTo>
                    <a:pt x="2554342" y="731737"/>
                  </a:lnTo>
                  <a:lnTo>
                    <a:pt x="2557511" y="731305"/>
                  </a:lnTo>
                  <a:lnTo>
                    <a:pt x="2560680" y="729636"/>
                  </a:lnTo>
                  <a:lnTo>
                    <a:pt x="2563849" y="731737"/>
                  </a:lnTo>
                  <a:lnTo>
                    <a:pt x="2567019" y="707663"/>
                  </a:lnTo>
                  <a:lnTo>
                    <a:pt x="2570188" y="713527"/>
                  </a:lnTo>
                  <a:lnTo>
                    <a:pt x="2573357" y="725712"/>
                  </a:lnTo>
                  <a:lnTo>
                    <a:pt x="2576526" y="709193"/>
                  </a:lnTo>
                  <a:lnTo>
                    <a:pt x="2579695" y="679331"/>
                  </a:lnTo>
                  <a:lnTo>
                    <a:pt x="2582864" y="663976"/>
                  </a:lnTo>
                  <a:lnTo>
                    <a:pt x="2586033" y="645497"/>
                  </a:lnTo>
                  <a:lnTo>
                    <a:pt x="2589203" y="680299"/>
                  </a:lnTo>
                  <a:lnTo>
                    <a:pt x="2592372" y="660940"/>
                  </a:lnTo>
                  <a:lnTo>
                    <a:pt x="2595541" y="638074"/>
                  </a:lnTo>
                  <a:lnTo>
                    <a:pt x="2598710" y="691308"/>
                  </a:lnTo>
                  <a:lnTo>
                    <a:pt x="2601879" y="688032"/>
                  </a:lnTo>
                  <a:lnTo>
                    <a:pt x="2605048" y="693007"/>
                  </a:lnTo>
                  <a:lnTo>
                    <a:pt x="2608218" y="693095"/>
                  </a:lnTo>
                  <a:lnTo>
                    <a:pt x="2611387" y="712748"/>
                  </a:lnTo>
                  <a:lnTo>
                    <a:pt x="2614556" y="692271"/>
                  </a:lnTo>
                  <a:lnTo>
                    <a:pt x="2617725" y="677954"/>
                  </a:lnTo>
                  <a:lnTo>
                    <a:pt x="2620894" y="681532"/>
                  </a:lnTo>
                  <a:lnTo>
                    <a:pt x="2624063" y="694092"/>
                  </a:lnTo>
                  <a:lnTo>
                    <a:pt x="2627233" y="711485"/>
                  </a:lnTo>
                  <a:lnTo>
                    <a:pt x="2630402" y="720096"/>
                  </a:lnTo>
                  <a:lnTo>
                    <a:pt x="2633571" y="729817"/>
                  </a:lnTo>
                  <a:lnTo>
                    <a:pt x="2636740" y="714872"/>
                  </a:lnTo>
                  <a:lnTo>
                    <a:pt x="2639909" y="708394"/>
                  </a:lnTo>
                  <a:lnTo>
                    <a:pt x="2643078" y="717270"/>
                  </a:lnTo>
                  <a:lnTo>
                    <a:pt x="2646248" y="731705"/>
                  </a:lnTo>
                  <a:lnTo>
                    <a:pt x="2649417" y="731737"/>
                  </a:lnTo>
                  <a:lnTo>
                    <a:pt x="2652586" y="731737"/>
                  </a:lnTo>
                  <a:lnTo>
                    <a:pt x="2655755" y="731737"/>
                  </a:lnTo>
                  <a:lnTo>
                    <a:pt x="2658924" y="731737"/>
                  </a:lnTo>
                  <a:lnTo>
                    <a:pt x="2662093" y="731737"/>
                  </a:lnTo>
                  <a:lnTo>
                    <a:pt x="2665262" y="731737"/>
                  </a:lnTo>
                  <a:lnTo>
                    <a:pt x="2668432" y="731737"/>
                  </a:lnTo>
                  <a:lnTo>
                    <a:pt x="2671601" y="731737"/>
                  </a:lnTo>
                  <a:lnTo>
                    <a:pt x="2674770" y="731737"/>
                  </a:lnTo>
                  <a:lnTo>
                    <a:pt x="2677939" y="731737"/>
                  </a:lnTo>
                  <a:lnTo>
                    <a:pt x="2681108" y="731737"/>
                  </a:lnTo>
                  <a:lnTo>
                    <a:pt x="2684277" y="731737"/>
                  </a:lnTo>
                  <a:lnTo>
                    <a:pt x="2687447" y="731737"/>
                  </a:lnTo>
                  <a:lnTo>
                    <a:pt x="2690616" y="731737"/>
                  </a:lnTo>
                  <a:lnTo>
                    <a:pt x="2693785" y="731737"/>
                  </a:lnTo>
                  <a:lnTo>
                    <a:pt x="2696954" y="720298"/>
                  </a:lnTo>
                  <a:lnTo>
                    <a:pt x="2700123" y="718574"/>
                  </a:lnTo>
                  <a:lnTo>
                    <a:pt x="2703292" y="695247"/>
                  </a:lnTo>
                  <a:lnTo>
                    <a:pt x="2706462" y="691297"/>
                  </a:lnTo>
                  <a:lnTo>
                    <a:pt x="2709631" y="668399"/>
                  </a:lnTo>
                  <a:lnTo>
                    <a:pt x="2712800" y="657548"/>
                  </a:lnTo>
                  <a:lnTo>
                    <a:pt x="2715969" y="680042"/>
                  </a:lnTo>
                  <a:lnTo>
                    <a:pt x="2719138" y="696187"/>
                  </a:lnTo>
                  <a:lnTo>
                    <a:pt x="2722307" y="715155"/>
                  </a:lnTo>
                  <a:lnTo>
                    <a:pt x="2725477" y="701490"/>
                  </a:lnTo>
                  <a:lnTo>
                    <a:pt x="2728646" y="691302"/>
                  </a:lnTo>
                  <a:lnTo>
                    <a:pt x="2731815" y="716259"/>
                  </a:lnTo>
                  <a:lnTo>
                    <a:pt x="2734984" y="729276"/>
                  </a:lnTo>
                  <a:lnTo>
                    <a:pt x="2738153" y="731737"/>
                  </a:lnTo>
                  <a:lnTo>
                    <a:pt x="2741322" y="731737"/>
                  </a:lnTo>
                  <a:lnTo>
                    <a:pt x="2744491" y="731737"/>
                  </a:lnTo>
                  <a:lnTo>
                    <a:pt x="2747661" y="731737"/>
                  </a:lnTo>
                  <a:lnTo>
                    <a:pt x="2750830" y="731737"/>
                  </a:lnTo>
                  <a:lnTo>
                    <a:pt x="2753999" y="731737"/>
                  </a:lnTo>
                  <a:lnTo>
                    <a:pt x="2757168" y="731737"/>
                  </a:lnTo>
                  <a:lnTo>
                    <a:pt x="2760337" y="731737"/>
                  </a:lnTo>
                  <a:lnTo>
                    <a:pt x="2763506" y="731737"/>
                  </a:lnTo>
                  <a:lnTo>
                    <a:pt x="2766676" y="731737"/>
                  </a:lnTo>
                  <a:lnTo>
                    <a:pt x="2769845" y="731737"/>
                  </a:lnTo>
                  <a:lnTo>
                    <a:pt x="2773014" y="731737"/>
                  </a:lnTo>
                  <a:lnTo>
                    <a:pt x="2776183" y="731737"/>
                  </a:lnTo>
                  <a:lnTo>
                    <a:pt x="2779352" y="731737"/>
                  </a:lnTo>
                  <a:lnTo>
                    <a:pt x="2782521" y="731737"/>
                  </a:lnTo>
                  <a:lnTo>
                    <a:pt x="2785691" y="714355"/>
                  </a:lnTo>
                  <a:lnTo>
                    <a:pt x="2788860" y="714080"/>
                  </a:lnTo>
                  <a:lnTo>
                    <a:pt x="2792029" y="716435"/>
                  </a:lnTo>
                  <a:lnTo>
                    <a:pt x="2795198" y="724497"/>
                  </a:lnTo>
                  <a:lnTo>
                    <a:pt x="2798367" y="710039"/>
                  </a:lnTo>
                  <a:lnTo>
                    <a:pt x="2801536" y="705066"/>
                  </a:lnTo>
                  <a:lnTo>
                    <a:pt x="2804705" y="704617"/>
                  </a:lnTo>
                  <a:lnTo>
                    <a:pt x="2807875" y="716500"/>
                  </a:lnTo>
                  <a:lnTo>
                    <a:pt x="2811044" y="698061"/>
                  </a:lnTo>
                  <a:lnTo>
                    <a:pt x="2814213" y="705496"/>
                  </a:lnTo>
                  <a:lnTo>
                    <a:pt x="2817382" y="727106"/>
                  </a:lnTo>
                  <a:lnTo>
                    <a:pt x="2820551" y="730543"/>
                  </a:lnTo>
                  <a:lnTo>
                    <a:pt x="2823720" y="731737"/>
                  </a:lnTo>
                  <a:lnTo>
                    <a:pt x="2826890" y="730526"/>
                  </a:lnTo>
                  <a:lnTo>
                    <a:pt x="2830059" y="730782"/>
                  </a:lnTo>
                  <a:lnTo>
                    <a:pt x="2833228" y="731737"/>
                  </a:lnTo>
                  <a:lnTo>
                    <a:pt x="2836397" y="731737"/>
                  </a:lnTo>
                  <a:lnTo>
                    <a:pt x="2839566" y="731737"/>
                  </a:lnTo>
                  <a:lnTo>
                    <a:pt x="2842735" y="731737"/>
                  </a:lnTo>
                  <a:lnTo>
                    <a:pt x="2845905" y="731737"/>
                  </a:lnTo>
                  <a:lnTo>
                    <a:pt x="2849074" y="731737"/>
                  </a:lnTo>
                  <a:lnTo>
                    <a:pt x="2852243" y="731737"/>
                  </a:lnTo>
                  <a:lnTo>
                    <a:pt x="2855412" y="731737"/>
                  </a:lnTo>
                  <a:lnTo>
                    <a:pt x="2858581" y="731737"/>
                  </a:lnTo>
                  <a:lnTo>
                    <a:pt x="2861750" y="731737"/>
                  </a:lnTo>
                  <a:lnTo>
                    <a:pt x="2864920" y="731737"/>
                  </a:lnTo>
                  <a:lnTo>
                    <a:pt x="2868089" y="731737"/>
                  </a:lnTo>
                  <a:lnTo>
                    <a:pt x="2871258" y="722009"/>
                  </a:lnTo>
                  <a:lnTo>
                    <a:pt x="2874427" y="731737"/>
                  </a:lnTo>
                  <a:lnTo>
                    <a:pt x="2877596" y="729173"/>
                  </a:lnTo>
                  <a:lnTo>
                    <a:pt x="2880765" y="720387"/>
                  </a:lnTo>
                  <a:lnTo>
                    <a:pt x="2883934" y="702969"/>
                  </a:lnTo>
                  <a:lnTo>
                    <a:pt x="2887104" y="690003"/>
                  </a:lnTo>
                  <a:lnTo>
                    <a:pt x="2890273" y="707138"/>
                  </a:lnTo>
                  <a:lnTo>
                    <a:pt x="2893442" y="727638"/>
                  </a:lnTo>
                  <a:lnTo>
                    <a:pt x="2896611" y="731737"/>
                  </a:lnTo>
                  <a:lnTo>
                    <a:pt x="2899780" y="731737"/>
                  </a:lnTo>
                  <a:lnTo>
                    <a:pt x="2902949" y="731737"/>
                  </a:lnTo>
                  <a:lnTo>
                    <a:pt x="2906119" y="731737"/>
                  </a:lnTo>
                  <a:lnTo>
                    <a:pt x="2909288" y="731737"/>
                  </a:lnTo>
                  <a:lnTo>
                    <a:pt x="2912457" y="731737"/>
                  </a:lnTo>
                  <a:lnTo>
                    <a:pt x="2915626" y="731737"/>
                  </a:lnTo>
                  <a:lnTo>
                    <a:pt x="2918795" y="731737"/>
                  </a:lnTo>
                  <a:lnTo>
                    <a:pt x="2921964" y="731737"/>
                  </a:lnTo>
                  <a:lnTo>
                    <a:pt x="2925134" y="731737"/>
                  </a:lnTo>
                  <a:lnTo>
                    <a:pt x="2928303" y="731737"/>
                  </a:lnTo>
                  <a:lnTo>
                    <a:pt x="2931472" y="731737"/>
                  </a:lnTo>
                  <a:lnTo>
                    <a:pt x="2934641" y="731737"/>
                  </a:lnTo>
                  <a:lnTo>
                    <a:pt x="2937810" y="731737"/>
                  </a:lnTo>
                  <a:lnTo>
                    <a:pt x="2940979" y="731737"/>
                  </a:lnTo>
                  <a:lnTo>
                    <a:pt x="2944148" y="731737"/>
                  </a:lnTo>
                  <a:lnTo>
                    <a:pt x="2947318" y="731737"/>
                  </a:lnTo>
                  <a:lnTo>
                    <a:pt x="2950487" y="731737"/>
                  </a:lnTo>
                  <a:lnTo>
                    <a:pt x="2953656" y="731737"/>
                  </a:lnTo>
                  <a:lnTo>
                    <a:pt x="2956825" y="731737"/>
                  </a:lnTo>
                  <a:lnTo>
                    <a:pt x="2959994" y="731737"/>
                  </a:lnTo>
                  <a:lnTo>
                    <a:pt x="2963163" y="731737"/>
                  </a:lnTo>
                  <a:lnTo>
                    <a:pt x="2966333" y="731737"/>
                  </a:lnTo>
                  <a:lnTo>
                    <a:pt x="2969502" y="731737"/>
                  </a:lnTo>
                  <a:lnTo>
                    <a:pt x="2972671" y="731737"/>
                  </a:lnTo>
                  <a:lnTo>
                    <a:pt x="2975840" y="731737"/>
                  </a:lnTo>
                  <a:lnTo>
                    <a:pt x="2979009" y="731737"/>
                  </a:lnTo>
                  <a:lnTo>
                    <a:pt x="2982178" y="731737"/>
                  </a:lnTo>
                  <a:lnTo>
                    <a:pt x="2985348" y="731737"/>
                  </a:lnTo>
                  <a:lnTo>
                    <a:pt x="2988517" y="731737"/>
                  </a:lnTo>
                  <a:lnTo>
                    <a:pt x="2991686" y="731737"/>
                  </a:lnTo>
                  <a:lnTo>
                    <a:pt x="2994855" y="731737"/>
                  </a:lnTo>
                  <a:lnTo>
                    <a:pt x="2998024" y="731737"/>
                  </a:lnTo>
                  <a:lnTo>
                    <a:pt x="3001193" y="731737"/>
                  </a:lnTo>
                  <a:lnTo>
                    <a:pt x="3004363" y="731737"/>
                  </a:lnTo>
                  <a:lnTo>
                    <a:pt x="3007532" y="731737"/>
                  </a:lnTo>
                  <a:lnTo>
                    <a:pt x="3010701" y="731737"/>
                  </a:lnTo>
                  <a:lnTo>
                    <a:pt x="3013870" y="731737"/>
                  </a:lnTo>
                  <a:lnTo>
                    <a:pt x="3017039" y="731737"/>
                  </a:lnTo>
                  <a:lnTo>
                    <a:pt x="3020208" y="731737"/>
                  </a:lnTo>
                  <a:lnTo>
                    <a:pt x="3023377" y="731737"/>
                  </a:lnTo>
                  <a:lnTo>
                    <a:pt x="3026547" y="731737"/>
                  </a:lnTo>
                  <a:lnTo>
                    <a:pt x="3029716" y="731737"/>
                  </a:lnTo>
                  <a:lnTo>
                    <a:pt x="3032885" y="731737"/>
                  </a:lnTo>
                  <a:lnTo>
                    <a:pt x="3036054" y="731737"/>
                  </a:lnTo>
                  <a:lnTo>
                    <a:pt x="3039223" y="731737"/>
                  </a:lnTo>
                  <a:lnTo>
                    <a:pt x="3042392" y="731737"/>
                  </a:lnTo>
                  <a:lnTo>
                    <a:pt x="3045562" y="731737"/>
                  </a:lnTo>
                  <a:lnTo>
                    <a:pt x="3048731" y="731737"/>
                  </a:lnTo>
                  <a:lnTo>
                    <a:pt x="3051900" y="731737"/>
                  </a:lnTo>
                  <a:lnTo>
                    <a:pt x="3055069" y="731737"/>
                  </a:lnTo>
                  <a:lnTo>
                    <a:pt x="3058238" y="731737"/>
                  </a:lnTo>
                  <a:lnTo>
                    <a:pt x="3061407" y="731737"/>
                  </a:lnTo>
                  <a:lnTo>
                    <a:pt x="3064577" y="731737"/>
                  </a:lnTo>
                  <a:lnTo>
                    <a:pt x="3067746" y="731692"/>
                  </a:lnTo>
                  <a:lnTo>
                    <a:pt x="3070915" y="731737"/>
                  </a:lnTo>
                  <a:lnTo>
                    <a:pt x="3074084" y="731737"/>
                  </a:lnTo>
                  <a:lnTo>
                    <a:pt x="3077253" y="731737"/>
                  </a:lnTo>
                  <a:lnTo>
                    <a:pt x="3080422" y="731737"/>
                  </a:lnTo>
                  <a:lnTo>
                    <a:pt x="3083592" y="718318"/>
                  </a:lnTo>
                  <a:lnTo>
                    <a:pt x="3086761" y="721237"/>
                  </a:lnTo>
                  <a:lnTo>
                    <a:pt x="3089930" y="680269"/>
                  </a:lnTo>
                  <a:lnTo>
                    <a:pt x="3093099" y="685075"/>
                  </a:lnTo>
                  <a:lnTo>
                    <a:pt x="3096268" y="687985"/>
                  </a:lnTo>
                  <a:lnTo>
                    <a:pt x="3099437" y="699775"/>
                  </a:lnTo>
                  <a:lnTo>
                    <a:pt x="3102606" y="726883"/>
                  </a:lnTo>
                  <a:lnTo>
                    <a:pt x="3105776" y="712429"/>
                  </a:lnTo>
                  <a:lnTo>
                    <a:pt x="3108945" y="731737"/>
                  </a:lnTo>
                  <a:lnTo>
                    <a:pt x="3112114" y="717171"/>
                  </a:lnTo>
                  <a:lnTo>
                    <a:pt x="3115283" y="705903"/>
                  </a:lnTo>
                  <a:lnTo>
                    <a:pt x="3118452" y="730968"/>
                  </a:lnTo>
                  <a:lnTo>
                    <a:pt x="3121621" y="723285"/>
                  </a:lnTo>
                  <a:lnTo>
                    <a:pt x="3124791" y="731737"/>
                  </a:lnTo>
                  <a:lnTo>
                    <a:pt x="3127960" y="731737"/>
                  </a:lnTo>
                  <a:lnTo>
                    <a:pt x="3131129" y="731737"/>
                  </a:lnTo>
                  <a:lnTo>
                    <a:pt x="3134298" y="731737"/>
                  </a:lnTo>
                  <a:lnTo>
                    <a:pt x="3137467" y="731737"/>
                  </a:lnTo>
                  <a:lnTo>
                    <a:pt x="3140636" y="731737"/>
                  </a:lnTo>
                  <a:lnTo>
                    <a:pt x="3143806" y="731737"/>
                  </a:lnTo>
                  <a:lnTo>
                    <a:pt x="3146975" y="731737"/>
                  </a:lnTo>
                  <a:lnTo>
                    <a:pt x="3150144" y="731737"/>
                  </a:lnTo>
                  <a:lnTo>
                    <a:pt x="3153313" y="731737"/>
                  </a:lnTo>
                  <a:lnTo>
                    <a:pt x="3156482" y="731737"/>
                  </a:lnTo>
                  <a:lnTo>
                    <a:pt x="3159651" y="731737"/>
                  </a:lnTo>
                  <a:lnTo>
                    <a:pt x="3162820" y="731737"/>
                  </a:lnTo>
                  <a:lnTo>
                    <a:pt x="3165990" y="731737"/>
                  </a:lnTo>
                  <a:lnTo>
                    <a:pt x="3169159" y="731737"/>
                  </a:lnTo>
                  <a:lnTo>
                    <a:pt x="3172328" y="731737"/>
                  </a:lnTo>
                  <a:lnTo>
                    <a:pt x="3175497" y="728930"/>
                  </a:lnTo>
                  <a:lnTo>
                    <a:pt x="3178666" y="717592"/>
                  </a:lnTo>
                  <a:lnTo>
                    <a:pt x="3181835" y="717331"/>
                  </a:lnTo>
                  <a:lnTo>
                    <a:pt x="3185005" y="710141"/>
                  </a:lnTo>
                  <a:lnTo>
                    <a:pt x="3188174" y="723120"/>
                  </a:lnTo>
                  <a:lnTo>
                    <a:pt x="3191343" y="704167"/>
                  </a:lnTo>
                  <a:lnTo>
                    <a:pt x="3194512" y="701312"/>
                  </a:lnTo>
                  <a:lnTo>
                    <a:pt x="3197681" y="684261"/>
                  </a:lnTo>
                  <a:lnTo>
                    <a:pt x="3200850" y="640834"/>
                  </a:lnTo>
                  <a:lnTo>
                    <a:pt x="3204020" y="646203"/>
                  </a:lnTo>
                  <a:lnTo>
                    <a:pt x="3207189" y="613310"/>
                  </a:lnTo>
                  <a:lnTo>
                    <a:pt x="3210358" y="602943"/>
                  </a:lnTo>
                  <a:lnTo>
                    <a:pt x="3213527" y="632227"/>
                  </a:lnTo>
                  <a:lnTo>
                    <a:pt x="3216696" y="640620"/>
                  </a:lnTo>
                  <a:lnTo>
                    <a:pt x="3219865" y="671109"/>
                  </a:lnTo>
                  <a:lnTo>
                    <a:pt x="3223035" y="688481"/>
                  </a:lnTo>
                  <a:lnTo>
                    <a:pt x="3226204" y="690400"/>
                  </a:lnTo>
                  <a:lnTo>
                    <a:pt x="3229373" y="700815"/>
                  </a:lnTo>
                  <a:lnTo>
                    <a:pt x="3232542" y="710147"/>
                  </a:lnTo>
                  <a:lnTo>
                    <a:pt x="3235711" y="715881"/>
                  </a:lnTo>
                  <a:lnTo>
                    <a:pt x="3238880" y="720417"/>
                  </a:lnTo>
                  <a:lnTo>
                    <a:pt x="3242049" y="722586"/>
                  </a:lnTo>
                  <a:lnTo>
                    <a:pt x="3245219" y="712269"/>
                  </a:lnTo>
                  <a:lnTo>
                    <a:pt x="3248388" y="721303"/>
                  </a:lnTo>
                  <a:lnTo>
                    <a:pt x="3251557" y="691598"/>
                  </a:lnTo>
                  <a:lnTo>
                    <a:pt x="3254726" y="707450"/>
                  </a:lnTo>
                  <a:lnTo>
                    <a:pt x="3257895" y="718307"/>
                  </a:lnTo>
                  <a:lnTo>
                    <a:pt x="3261064" y="717142"/>
                  </a:lnTo>
                  <a:lnTo>
                    <a:pt x="3264234" y="731737"/>
                  </a:lnTo>
                  <a:lnTo>
                    <a:pt x="3267403" y="731737"/>
                  </a:lnTo>
                  <a:lnTo>
                    <a:pt x="3270572" y="731737"/>
                  </a:lnTo>
                  <a:lnTo>
                    <a:pt x="3273741" y="731737"/>
                  </a:lnTo>
                  <a:lnTo>
                    <a:pt x="3276910" y="731737"/>
                  </a:lnTo>
                  <a:lnTo>
                    <a:pt x="3280079" y="731737"/>
                  </a:lnTo>
                  <a:lnTo>
                    <a:pt x="3283249" y="731737"/>
                  </a:lnTo>
                  <a:lnTo>
                    <a:pt x="3286418" y="731737"/>
                  </a:lnTo>
                  <a:lnTo>
                    <a:pt x="3289587" y="713095"/>
                  </a:lnTo>
                  <a:lnTo>
                    <a:pt x="3292756" y="729637"/>
                  </a:lnTo>
                  <a:lnTo>
                    <a:pt x="3295925" y="720665"/>
                  </a:lnTo>
                  <a:lnTo>
                    <a:pt x="3299094" y="731737"/>
                  </a:lnTo>
                  <a:lnTo>
                    <a:pt x="3302263" y="731737"/>
                  </a:lnTo>
                  <a:lnTo>
                    <a:pt x="3305433" y="731737"/>
                  </a:lnTo>
                  <a:lnTo>
                    <a:pt x="3308602" y="731737"/>
                  </a:lnTo>
                  <a:lnTo>
                    <a:pt x="3311771" y="731737"/>
                  </a:lnTo>
                  <a:lnTo>
                    <a:pt x="3314940" y="731737"/>
                  </a:lnTo>
                  <a:lnTo>
                    <a:pt x="3318109" y="731737"/>
                  </a:lnTo>
                  <a:lnTo>
                    <a:pt x="3321278" y="731737"/>
                  </a:lnTo>
                  <a:lnTo>
                    <a:pt x="3324448" y="731737"/>
                  </a:lnTo>
                  <a:lnTo>
                    <a:pt x="3327617" y="731737"/>
                  </a:lnTo>
                  <a:lnTo>
                    <a:pt x="3330786" y="731737"/>
                  </a:lnTo>
                  <a:lnTo>
                    <a:pt x="3333955" y="731737"/>
                  </a:lnTo>
                  <a:lnTo>
                    <a:pt x="3337124" y="731737"/>
                  </a:lnTo>
                  <a:lnTo>
                    <a:pt x="3340293" y="731737"/>
                  </a:lnTo>
                  <a:lnTo>
                    <a:pt x="3343463" y="731737"/>
                  </a:lnTo>
                  <a:lnTo>
                    <a:pt x="3346632" y="731737"/>
                  </a:lnTo>
                  <a:lnTo>
                    <a:pt x="3349801" y="731737"/>
                  </a:lnTo>
                  <a:lnTo>
                    <a:pt x="3352970" y="731737"/>
                  </a:lnTo>
                  <a:lnTo>
                    <a:pt x="3356139" y="731737"/>
                  </a:lnTo>
                  <a:lnTo>
                    <a:pt x="3359308" y="731737"/>
                  </a:lnTo>
                  <a:lnTo>
                    <a:pt x="3362478" y="731737"/>
                  </a:lnTo>
                  <a:lnTo>
                    <a:pt x="3365647" y="731737"/>
                  </a:lnTo>
                  <a:lnTo>
                    <a:pt x="3368816" y="731737"/>
                  </a:lnTo>
                  <a:lnTo>
                    <a:pt x="3371985" y="716026"/>
                  </a:lnTo>
                  <a:lnTo>
                    <a:pt x="3375154" y="709192"/>
                  </a:lnTo>
                  <a:lnTo>
                    <a:pt x="3378323" y="714248"/>
                  </a:lnTo>
                  <a:lnTo>
                    <a:pt x="3381492" y="657126"/>
                  </a:lnTo>
                  <a:lnTo>
                    <a:pt x="3384662" y="686414"/>
                  </a:lnTo>
                  <a:lnTo>
                    <a:pt x="3387831" y="669339"/>
                  </a:lnTo>
                  <a:lnTo>
                    <a:pt x="3391000" y="703081"/>
                  </a:lnTo>
                  <a:lnTo>
                    <a:pt x="3394169" y="710343"/>
                  </a:lnTo>
                  <a:lnTo>
                    <a:pt x="3397338" y="679621"/>
                  </a:lnTo>
                  <a:lnTo>
                    <a:pt x="3400507" y="680379"/>
                  </a:lnTo>
                  <a:lnTo>
                    <a:pt x="3403677" y="680188"/>
                  </a:lnTo>
                  <a:lnTo>
                    <a:pt x="3406846" y="679621"/>
                  </a:lnTo>
                  <a:lnTo>
                    <a:pt x="3410015" y="678773"/>
                  </a:lnTo>
                  <a:lnTo>
                    <a:pt x="3413184" y="677489"/>
                  </a:lnTo>
                  <a:lnTo>
                    <a:pt x="3416353" y="711000"/>
                  </a:lnTo>
                  <a:lnTo>
                    <a:pt x="3419522" y="716537"/>
                  </a:lnTo>
                  <a:lnTo>
                    <a:pt x="3422692" y="730963"/>
                  </a:lnTo>
                  <a:lnTo>
                    <a:pt x="3425861" y="731737"/>
                  </a:lnTo>
                  <a:lnTo>
                    <a:pt x="3429030" y="731737"/>
                  </a:lnTo>
                  <a:lnTo>
                    <a:pt x="3432199" y="731737"/>
                  </a:lnTo>
                  <a:lnTo>
                    <a:pt x="3435368" y="731737"/>
                  </a:lnTo>
                  <a:lnTo>
                    <a:pt x="3438537" y="731737"/>
                  </a:lnTo>
                  <a:lnTo>
                    <a:pt x="3441707" y="731737"/>
                  </a:lnTo>
                  <a:lnTo>
                    <a:pt x="3444876" y="731737"/>
                  </a:lnTo>
                  <a:lnTo>
                    <a:pt x="3448045" y="731737"/>
                  </a:lnTo>
                  <a:lnTo>
                    <a:pt x="3451214" y="731737"/>
                  </a:lnTo>
                  <a:lnTo>
                    <a:pt x="3454383" y="731737"/>
                  </a:lnTo>
                  <a:lnTo>
                    <a:pt x="3457552" y="731737"/>
                  </a:lnTo>
                  <a:lnTo>
                    <a:pt x="3460721" y="724581"/>
                  </a:lnTo>
                  <a:lnTo>
                    <a:pt x="3463891" y="729542"/>
                  </a:lnTo>
                  <a:lnTo>
                    <a:pt x="3467060" y="729821"/>
                  </a:lnTo>
                  <a:lnTo>
                    <a:pt x="3470229" y="717884"/>
                  </a:lnTo>
                  <a:lnTo>
                    <a:pt x="3473398" y="718143"/>
                  </a:lnTo>
                  <a:lnTo>
                    <a:pt x="3476567" y="692461"/>
                  </a:lnTo>
                  <a:lnTo>
                    <a:pt x="3479736" y="697133"/>
                  </a:lnTo>
                  <a:lnTo>
                    <a:pt x="3482906" y="703571"/>
                  </a:lnTo>
                  <a:lnTo>
                    <a:pt x="3486075" y="663881"/>
                  </a:lnTo>
                  <a:lnTo>
                    <a:pt x="3489244" y="638199"/>
                  </a:lnTo>
                  <a:lnTo>
                    <a:pt x="3492413" y="650774"/>
                  </a:lnTo>
                  <a:lnTo>
                    <a:pt x="3495582" y="640058"/>
                  </a:lnTo>
                  <a:lnTo>
                    <a:pt x="3498751" y="650470"/>
                  </a:lnTo>
                  <a:lnTo>
                    <a:pt x="3501921" y="650674"/>
                  </a:lnTo>
                  <a:lnTo>
                    <a:pt x="3505090" y="683584"/>
                  </a:lnTo>
                  <a:lnTo>
                    <a:pt x="3508259" y="701083"/>
                  </a:lnTo>
                  <a:lnTo>
                    <a:pt x="3511428" y="706690"/>
                  </a:lnTo>
                  <a:lnTo>
                    <a:pt x="3514597" y="697091"/>
                  </a:lnTo>
                  <a:lnTo>
                    <a:pt x="3517766" y="715962"/>
                  </a:lnTo>
                  <a:lnTo>
                    <a:pt x="3520935" y="718566"/>
                  </a:lnTo>
                  <a:lnTo>
                    <a:pt x="3524105" y="721937"/>
                  </a:lnTo>
                  <a:lnTo>
                    <a:pt x="3527274" y="723308"/>
                  </a:lnTo>
                  <a:lnTo>
                    <a:pt x="3530443" y="722160"/>
                  </a:lnTo>
                  <a:lnTo>
                    <a:pt x="3533612" y="729644"/>
                  </a:lnTo>
                  <a:lnTo>
                    <a:pt x="3536781" y="729175"/>
                  </a:lnTo>
                  <a:lnTo>
                    <a:pt x="3539950" y="725124"/>
                  </a:lnTo>
                  <a:lnTo>
                    <a:pt x="3543120" y="723871"/>
                  </a:lnTo>
                  <a:lnTo>
                    <a:pt x="3546289" y="696523"/>
                  </a:lnTo>
                  <a:lnTo>
                    <a:pt x="3549458" y="694639"/>
                  </a:lnTo>
                  <a:lnTo>
                    <a:pt x="3552627" y="691368"/>
                  </a:lnTo>
                  <a:lnTo>
                    <a:pt x="3555796" y="692909"/>
                  </a:lnTo>
                  <a:lnTo>
                    <a:pt x="3558965" y="683278"/>
                  </a:lnTo>
                  <a:lnTo>
                    <a:pt x="3562135" y="702388"/>
                  </a:lnTo>
                  <a:lnTo>
                    <a:pt x="3565304" y="713163"/>
                  </a:lnTo>
                  <a:lnTo>
                    <a:pt x="3568473" y="711718"/>
                  </a:lnTo>
                  <a:lnTo>
                    <a:pt x="3571642" y="689055"/>
                  </a:lnTo>
                  <a:lnTo>
                    <a:pt x="3574811" y="673291"/>
                  </a:lnTo>
                  <a:lnTo>
                    <a:pt x="3577980" y="669260"/>
                  </a:lnTo>
                  <a:lnTo>
                    <a:pt x="3581150" y="671339"/>
                  </a:lnTo>
                  <a:lnTo>
                    <a:pt x="3584319" y="671353"/>
                  </a:lnTo>
                  <a:lnTo>
                    <a:pt x="3587488" y="670365"/>
                  </a:lnTo>
                  <a:lnTo>
                    <a:pt x="3590657" y="663693"/>
                  </a:lnTo>
                  <a:lnTo>
                    <a:pt x="3593826" y="668735"/>
                  </a:lnTo>
                  <a:lnTo>
                    <a:pt x="3596995" y="674730"/>
                  </a:lnTo>
                  <a:lnTo>
                    <a:pt x="3600164" y="675331"/>
                  </a:lnTo>
                  <a:lnTo>
                    <a:pt x="3603334" y="667476"/>
                  </a:lnTo>
                  <a:lnTo>
                    <a:pt x="3606503" y="652117"/>
                  </a:lnTo>
                  <a:lnTo>
                    <a:pt x="3609672" y="654839"/>
                  </a:lnTo>
                  <a:lnTo>
                    <a:pt x="3612841" y="634334"/>
                  </a:lnTo>
                  <a:lnTo>
                    <a:pt x="3616010" y="612450"/>
                  </a:lnTo>
                  <a:lnTo>
                    <a:pt x="3619179" y="605819"/>
                  </a:lnTo>
                  <a:lnTo>
                    <a:pt x="3622349" y="590375"/>
                  </a:lnTo>
                  <a:lnTo>
                    <a:pt x="3625518" y="601184"/>
                  </a:lnTo>
                  <a:lnTo>
                    <a:pt x="3628687" y="616309"/>
                  </a:lnTo>
                  <a:lnTo>
                    <a:pt x="3631856" y="632910"/>
                  </a:lnTo>
                  <a:lnTo>
                    <a:pt x="3635025" y="623689"/>
                  </a:lnTo>
                  <a:lnTo>
                    <a:pt x="3638194" y="621035"/>
                  </a:lnTo>
                  <a:lnTo>
                    <a:pt x="3641364" y="607402"/>
                  </a:lnTo>
                  <a:lnTo>
                    <a:pt x="3644533" y="596064"/>
                  </a:lnTo>
                  <a:lnTo>
                    <a:pt x="3647702" y="585357"/>
                  </a:lnTo>
                  <a:lnTo>
                    <a:pt x="3650871" y="574320"/>
                  </a:lnTo>
                  <a:lnTo>
                    <a:pt x="3654040" y="543951"/>
                  </a:lnTo>
                  <a:lnTo>
                    <a:pt x="3657209" y="482333"/>
                  </a:lnTo>
                  <a:lnTo>
                    <a:pt x="3660379" y="475084"/>
                  </a:lnTo>
                  <a:lnTo>
                    <a:pt x="3663548" y="489186"/>
                  </a:lnTo>
                  <a:lnTo>
                    <a:pt x="3666717" y="495211"/>
                  </a:lnTo>
                  <a:lnTo>
                    <a:pt x="3669886" y="474482"/>
                  </a:lnTo>
                  <a:lnTo>
                    <a:pt x="3673055" y="437988"/>
                  </a:lnTo>
                  <a:lnTo>
                    <a:pt x="3676224" y="414469"/>
                  </a:lnTo>
                  <a:lnTo>
                    <a:pt x="3679393" y="393027"/>
                  </a:lnTo>
                  <a:lnTo>
                    <a:pt x="3682563" y="341707"/>
                  </a:lnTo>
                  <a:lnTo>
                    <a:pt x="3685732" y="343515"/>
                  </a:lnTo>
                  <a:lnTo>
                    <a:pt x="3688901" y="311839"/>
                  </a:lnTo>
                  <a:lnTo>
                    <a:pt x="3692070" y="320745"/>
                  </a:lnTo>
                  <a:lnTo>
                    <a:pt x="3695239" y="265424"/>
                  </a:lnTo>
                  <a:lnTo>
                    <a:pt x="3698408" y="339928"/>
                  </a:lnTo>
                  <a:lnTo>
                    <a:pt x="3701578" y="354507"/>
                  </a:lnTo>
                  <a:lnTo>
                    <a:pt x="3704747" y="374336"/>
                  </a:lnTo>
                  <a:lnTo>
                    <a:pt x="3707916" y="322383"/>
                  </a:lnTo>
                  <a:lnTo>
                    <a:pt x="3711085" y="327664"/>
                  </a:lnTo>
                  <a:lnTo>
                    <a:pt x="3714254" y="337501"/>
                  </a:lnTo>
                  <a:lnTo>
                    <a:pt x="3717423" y="360339"/>
                  </a:lnTo>
                  <a:lnTo>
                    <a:pt x="3720593" y="241912"/>
                  </a:lnTo>
                  <a:lnTo>
                    <a:pt x="3723762" y="223417"/>
                  </a:lnTo>
                  <a:lnTo>
                    <a:pt x="3726931" y="245936"/>
                  </a:lnTo>
                  <a:lnTo>
                    <a:pt x="3730100" y="295250"/>
                  </a:lnTo>
                  <a:lnTo>
                    <a:pt x="3733269" y="349290"/>
                  </a:lnTo>
                  <a:lnTo>
                    <a:pt x="3736438" y="410551"/>
                  </a:lnTo>
                  <a:lnTo>
                    <a:pt x="3739607" y="477712"/>
                  </a:lnTo>
                  <a:lnTo>
                    <a:pt x="3742777" y="492495"/>
                  </a:lnTo>
                  <a:lnTo>
                    <a:pt x="3745946" y="466424"/>
                  </a:lnTo>
                  <a:lnTo>
                    <a:pt x="3749115" y="498581"/>
                  </a:lnTo>
                  <a:lnTo>
                    <a:pt x="3752284" y="496914"/>
                  </a:lnTo>
                  <a:lnTo>
                    <a:pt x="3755453" y="564982"/>
                  </a:lnTo>
                  <a:lnTo>
                    <a:pt x="3758622" y="588102"/>
                  </a:lnTo>
                  <a:lnTo>
                    <a:pt x="3761792" y="610327"/>
                  </a:lnTo>
                  <a:lnTo>
                    <a:pt x="3764961" y="628345"/>
                  </a:lnTo>
                  <a:lnTo>
                    <a:pt x="3768130" y="627066"/>
                  </a:lnTo>
                  <a:lnTo>
                    <a:pt x="3771299" y="639849"/>
                  </a:lnTo>
                  <a:lnTo>
                    <a:pt x="3774468" y="635396"/>
                  </a:lnTo>
                  <a:lnTo>
                    <a:pt x="3777637" y="628495"/>
                  </a:lnTo>
                  <a:lnTo>
                    <a:pt x="3780807" y="644458"/>
                  </a:lnTo>
                  <a:lnTo>
                    <a:pt x="3783976" y="658193"/>
                  </a:lnTo>
                  <a:lnTo>
                    <a:pt x="3787145" y="678010"/>
                  </a:lnTo>
                  <a:lnTo>
                    <a:pt x="3790314" y="677824"/>
                  </a:lnTo>
                  <a:lnTo>
                    <a:pt x="3793483" y="669879"/>
                  </a:lnTo>
                  <a:lnTo>
                    <a:pt x="3796652" y="658832"/>
                  </a:lnTo>
                  <a:lnTo>
                    <a:pt x="3799822" y="650867"/>
                  </a:lnTo>
                  <a:lnTo>
                    <a:pt x="3802991" y="654569"/>
                  </a:lnTo>
                  <a:lnTo>
                    <a:pt x="3806160" y="653875"/>
                  </a:lnTo>
                  <a:lnTo>
                    <a:pt x="3809329" y="649111"/>
                  </a:lnTo>
                  <a:lnTo>
                    <a:pt x="3812498" y="649434"/>
                  </a:lnTo>
                  <a:lnTo>
                    <a:pt x="3815667" y="645480"/>
                  </a:lnTo>
                  <a:lnTo>
                    <a:pt x="3818836" y="657228"/>
                  </a:lnTo>
                  <a:lnTo>
                    <a:pt x="3822006" y="672159"/>
                  </a:lnTo>
                  <a:lnTo>
                    <a:pt x="3825175" y="685586"/>
                  </a:lnTo>
                  <a:lnTo>
                    <a:pt x="3828344" y="688050"/>
                  </a:lnTo>
                  <a:lnTo>
                    <a:pt x="3831513" y="678729"/>
                  </a:lnTo>
                  <a:lnTo>
                    <a:pt x="3834682" y="672049"/>
                  </a:lnTo>
                  <a:lnTo>
                    <a:pt x="3837851" y="678079"/>
                  </a:lnTo>
                  <a:lnTo>
                    <a:pt x="3841021" y="699405"/>
                  </a:lnTo>
                  <a:lnTo>
                    <a:pt x="3844190" y="701164"/>
                  </a:lnTo>
                  <a:lnTo>
                    <a:pt x="3847359" y="712311"/>
                  </a:lnTo>
                  <a:lnTo>
                    <a:pt x="3850528" y="706678"/>
                  </a:lnTo>
                  <a:lnTo>
                    <a:pt x="3853697" y="708773"/>
                  </a:lnTo>
                  <a:lnTo>
                    <a:pt x="3856866" y="724645"/>
                  </a:lnTo>
                  <a:lnTo>
                    <a:pt x="3860036" y="718549"/>
                  </a:lnTo>
                  <a:lnTo>
                    <a:pt x="3863205" y="723893"/>
                  </a:lnTo>
                  <a:lnTo>
                    <a:pt x="3866374" y="719945"/>
                  </a:lnTo>
                  <a:lnTo>
                    <a:pt x="3869543" y="711709"/>
                  </a:lnTo>
                  <a:lnTo>
                    <a:pt x="3872712" y="723829"/>
                  </a:lnTo>
                  <a:lnTo>
                    <a:pt x="3875881" y="716721"/>
                  </a:lnTo>
                  <a:lnTo>
                    <a:pt x="3879050" y="725420"/>
                  </a:lnTo>
                  <a:lnTo>
                    <a:pt x="3882220" y="727751"/>
                  </a:lnTo>
                  <a:lnTo>
                    <a:pt x="3885389" y="726638"/>
                  </a:lnTo>
                  <a:lnTo>
                    <a:pt x="3888558" y="729327"/>
                  </a:lnTo>
                  <a:lnTo>
                    <a:pt x="3891727" y="729327"/>
                  </a:lnTo>
                  <a:lnTo>
                    <a:pt x="3894896" y="728410"/>
                  </a:lnTo>
                  <a:lnTo>
                    <a:pt x="3898065" y="729327"/>
                  </a:lnTo>
                  <a:lnTo>
                    <a:pt x="3901235" y="728256"/>
                  </a:lnTo>
                  <a:lnTo>
                    <a:pt x="3904404" y="727786"/>
                  </a:lnTo>
                  <a:lnTo>
                    <a:pt x="3907573" y="731737"/>
                  </a:lnTo>
                  <a:lnTo>
                    <a:pt x="3910742" y="731737"/>
                  </a:lnTo>
                  <a:lnTo>
                    <a:pt x="3913911" y="731737"/>
                  </a:lnTo>
                  <a:lnTo>
                    <a:pt x="3917080" y="731737"/>
                  </a:lnTo>
                  <a:lnTo>
                    <a:pt x="3920250" y="731737"/>
                  </a:lnTo>
                  <a:lnTo>
                    <a:pt x="3923419" y="731737"/>
                  </a:lnTo>
                  <a:lnTo>
                    <a:pt x="3926588" y="731737"/>
                  </a:lnTo>
                  <a:lnTo>
                    <a:pt x="3929757" y="731737"/>
                  </a:lnTo>
                  <a:lnTo>
                    <a:pt x="3932926" y="726172"/>
                  </a:lnTo>
                  <a:lnTo>
                    <a:pt x="3936095" y="730427"/>
                  </a:lnTo>
                  <a:lnTo>
                    <a:pt x="3939265" y="724368"/>
                  </a:lnTo>
                  <a:lnTo>
                    <a:pt x="3942434" y="713084"/>
                  </a:lnTo>
                  <a:lnTo>
                    <a:pt x="3945603" y="714854"/>
                  </a:lnTo>
                  <a:lnTo>
                    <a:pt x="3948772" y="722535"/>
                  </a:lnTo>
                  <a:lnTo>
                    <a:pt x="3951941" y="731737"/>
                  </a:lnTo>
                  <a:lnTo>
                    <a:pt x="3955110" y="717401"/>
                  </a:lnTo>
                  <a:lnTo>
                    <a:pt x="3958279" y="709244"/>
                  </a:lnTo>
                  <a:lnTo>
                    <a:pt x="3961449" y="703541"/>
                  </a:lnTo>
                  <a:lnTo>
                    <a:pt x="3964618" y="707989"/>
                  </a:lnTo>
                  <a:lnTo>
                    <a:pt x="3967787" y="700563"/>
                  </a:lnTo>
                  <a:lnTo>
                    <a:pt x="3970956" y="672198"/>
                  </a:lnTo>
                  <a:lnTo>
                    <a:pt x="3974125" y="700886"/>
                  </a:lnTo>
                  <a:lnTo>
                    <a:pt x="3977294" y="709443"/>
                  </a:lnTo>
                  <a:lnTo>
                    <a:pt x="3980464" y="722297"/>
                  </a:lnTo>
                  <a:lnTo>
                    <a:pt x="3983633" y="720947"/>
                  </a:lnTo>
                  <a:lnTo>
                    <a:pt x="3986802" y="720952"/>
                  </a:lnTo>
                  <a:lnTo>
                    <a:pt x="3989971" y="731737"/>
                  </a:lnTo>
                  <a:lnTo>
                    <a:pt x="3993140" y="731737"/>
                  </a:lnTo>
                  <a:lnTo>
                    <a:pt x="3996309" y="731737"/>
                  </a:lnTo>
                  <a:lnTo>
                    <a:pt x="3999479" y="702444"/>
                  </a:lnTo>
                  <a:lnTo>
                    <a:pt x="4002648" y="711001"/>
                  </a:lnTo>
                  <a:lnTo>
                    <a:pt x="4005817" y="671648"/>
                  </a:lnTo>
                  <a:lnTo>
                    <a:pt x="4008986" y="667925"/>
                  </a:lnTo>
                  <a:lnTo>
                    <a:pt x="4012155" y="638680"/>
                  </a:lnTo>
                  <a:lnTo>
                    <a:pt x="4015324" y="591962"/>
                  </a:lnTo>
                  <a:lnTo>
                    <a:pt x="4018494" y="642357"/>
                  </a:lnTo>
                  <a:lnTo>
                    <a:pt x="4021663" y="618840"/>
                  </a:lnTo>
                  <a:lnTo>
                    <a:pt x="4024832" y="621529"/>
                  </a:lnTo>
                  <a:lnTo>
                    <a:pt x="4028001" y="576574"/>
                  </a:lnTo>
                  <a:lnTo>
                    <a:pt x="4031170" y="507878"/>
                  </a:lnTo>
                  <a:lnTo>
                    <a:pt x="4034339" y="479757"/>
                  </a:lnTo>
                  <a:lnTo>
                    <a:pt x="4037508" y="482097"/>
                  </a:lnTo>
                  <a:lnTo>
                    <a:pt x="4040678" y="559227"/>
                  </a:lnTo>
                  <a:lnTo>
                    <a:pt x="4043847" y="581728"/>
                  </a:lnTo>
                  <a:lnTo>
                    <a:pt x="4047016" y="593991"/>
                  </a:lnTo>
                  <a:lnTo>
                    <a:pt x="4050185" y="594888"/>
                  </a:lnTo>
                  <a:lnTo>
                    <a:pt x="4053354" y="609290"/>
                  </a:lnTo>
                  <a:lnTo>
                    <a:pt x="4056523" y="611409"/>
                  </a:lnTo>
                  <a:lnTo>
                    <a:pt x="4059693" y="617002"/>
                  </a:lnTo>
                  <a:lnTo>
                    <a:pt x="4062862" y="585303"/>
                  </a:lnTo>
                  <a:lnTo>
                    <a:pt x="4066031" y="597275"/>
                  </a:lnTo>
                  <a:lnTo>
                    <a:pt x="4069200" y="601562"/>
                  </a:lnTo>
                  <a:lnTo>
                    <a:pt x="4072369" y="600356"/>
                  </a:lnTo>
                  <a:lnTo>
                    <a:pt x="4075538" y="579639"/>
                  </a:lnTo>
                  <a:lnTo>
                    <a:pt x="4078708" y="576995"/>
                  </a:lnTo>
                  <a:lnTo>
                    <a:pt x="4081877" y="555358"/>
                  </a:lnTo>
                  <a:lnTo>
                    <a:pt x="4085046" y="558536"/>
                  </a:lnTo>
                  <a:lnTo>
                    <a:pt x="4088215" y="510067"/>
                  </a:lnTo>
                  <a:lnTo>
                    <a:pt x="4091384" y="514501"/>
                  </a:lnTo>
                  <a:lnTo>
                    <a:pt x="4094553" y="514501"/>
                  </a:lnTo>
                  <a:lnTo>
                    <a:pt x="4097722" y="490944"/>
                  </a:lnTo>
                  <a:lnTo>
                    <a:pt x="4100892" y="499880"/>
                  </a:lnTo>
                  <a:lnTo>
                    <a:pt x="4104061" y="493265"/>
                  </a:lnTo>
                  <a:lnTo>
                    <a:pt x="4107230" y="479734"/>
                  </a:lnTo>
                  <a:lnTo>
                    <a:pt x="4110399" y="440103"/>
                  </a:lnTo>
                  <a:lnTo>
                    <a:pt x="4113568" y="436863"/>
                  </a:lnTo>
                  <a:lnTo>
                    <a:pt x="4116737" y="443306"/>
                  </a:lnTo>
                  <a:lnTo>
                    <a:pt x="4119907" y="443561"/>
                  </a:lnTo>
                  <a:lnTo>
                    <a:pt x="4123076" y="393452"/>
                  </a:lnTo>
                  <a:lnTo>
                    <a:pt x="4126245" y="367465"/>
                  </a:lnTo>
                  <a:lnTo>
                    <a:pt x="4129414" y="354913"/>
                  </a:lnTo>
                  <a:lnTo>
                    <a:pt x="4132583" y="332576"/>
                  </a:lnTo>
                  <a:lnTo>
                    <a:pt x="4135752" y="287956"/>
                  </a:lnTo>
                  <a:lnTo>
                    <a:pt x="4138922" y="285789"/>
                  </a:lnTo>
                  <a:lnTo>
                    <a:pt x="4142091" y="277838"/>
                  </a:lnTo>
                  <a:lnTo>
                    <a:pt x="4145260" y="245333"/>
                  </a:lnTo>
                  <a:lnTo>
                    <a:pt x="4148429" y="212095"/>
                  </a:lnTo>
                  <a:lnTo>
                    <a:pt x="4151598" y="197308"/>
                  </a:lnTo>
                  <a:lnTo>
                    <a:pt x="4154767" y="104535"/>
                  </a:lnTo>
                  <a:lnTo>
                    <a:pt x="4157937" y="63189"/>
                  </a:lnTo>
                  <a:lnTo>
                    <a:pt x="4161106" y="69764"/>
                  </a:lnTo>
                  <a:lnTo>
                    <a:pt x="4164275" y="64436"/>
                  </a:lnTo>
                  <a:lnTo>
                    <a:pt x="4167444" y="22122"/>
                  </a:lnTo>
                  <a:lnTo>
                    <a:pt x="4170613" y="26931"/>
                  </a:lnTo>
                  <a:lnTo>
                    <a:pt x="4173782" y="3576"/>
                  </a:lnTo>
                  <a:lnTo>
                    <a:pt x="4176951" y="27237"/>
                  </a:lnTo>
                  <a:lnTo>
                    <a:pt x="4180121" y="8082"/>
                  </a:lnTo>
                  <a:lnTo>
                    <a:pt x="4183290" y="0"/>
                  </a:lnTo>
                  <a:lnTo>
                    <a:pt x="4186459" y="5604"/>
                  </a:lnTo>
                  <a:lnTo>
                    <a:pt x="4189628" y="26703"/>
                  </a:lnTo>
                  <a:lnTo>
                    <a:pt x="4192797" y="35080"/>
                  </a:lnTo>
                  <a:lnTo>
                    <a:pt x="4195966" y="81304"/>
                  </a:lnTo>
                  <a:lnTo>
                    <a:pt x="4199136" y="82805"/>
                  </a:lnTo>
                  <a:lnTo>
                    <a:pt x="4202305" y="76715"/>
                  </a:lnTo>
                  <a:lnTo>
                    <a:pt x="4205474" y="113211"/>
                  </a:lnTo>
                  <a:lnTo>
                    <a:pt x="4208643" y="70747"/>
                  </a:lnTo>
                  <a:lnTo>
                    <a:pt x="4211812" y="193745"/>
                  </a:lnTo>
                  <a:lnTo>
                    <a:pt x="4214981" y="170040"/>
                  </a:lnTo>
                  <a:lnTo>
                    <a:pt x="4218151" y="250962"/>
                  </a:lnTo>
                  <a:lnTo>
                    <a:pt x="4221320" y="317557"/>
                  </a:lnTo>
                  <a:lnTo>
                    <a:pt x="4224489" y="362190"/>
                  </a:lnTo>
                  <a:lnTo>
                    <a:pt x="4227658" y="472831"/>
                  </a:lnTo>
                  <a:lnTo>
                    <a:pt x="4230827" y="378620"/>
                  </a:lnTo>
                  <a:lnTo>
                    <a:pt x="4233996" y="478749"/>
                  </a:lnTo>
                  <a:lnTo>
                    <a:pt x="4237165" y="518084"/>
                  </a:lnTo>
                  <a:lnTo>
                    <a:pt x="4240335" y="511899"/>
                  </a:lnTo>
                  <a:lnTo>
                    <a:pt x="4243504" y="515623"/>
                  </a:lnTo>
                  <a:lnTo>
                    <a:pt x="4246673" y="464876"/>
                  </a:lnTo>
                  <a:lnTo>
                    <a:pt x="4249842" y="554587"/>
                  </a:lnTo>
                  <a:lnTo>
                    <a:pt x="4253011" y="529431"/>
                  </a:lnTo>
                  <a:lnTo>
                    <a:pt x="4256180" y="502552"/>
                  </a:lnTo>
                  <a:lnTo>
                    <a:pt x="4259350" y="490955"/>
                  </a:lnTo>
                  <a:lnTo>
                    <a:pt x="4262519" y="526627"/>
                  </a:lnTo>
                  <a:lnTo>
                    <a:pt x="4265688" y="573853"/>
                  </a:lnTo>
                  <a:lnTo>
                    <a:pt x="4268857" y="587284"/>
                  </a:lnTo>
                  <a:lnTo>
                    <a:pt x="4272026" y="549318"/>
                  </a:lnTo>
                  <a:lnTo>
                    <a:pt x="4275195" y="591901"/>
                  </a:lnTo>
                  <a:lnTo>
                    <a:pt x="4278365" y="607419"/>
                  </a:lnTo>
                  <a:lnTo>
                    <a:pt x="4281534" y="584102"/>
                  </a:lnTo>
                  <a:lnTo>
                    <a:pt x="4284703" y="545559"/>
                  </a:lnTo>
                  <a:lnTo>
                    <a:pt x="4287872" y="505355"/>
                  </a:lnTo>
                  <a:lnTo>
                    <a:pt x="4291041" y="538862"/>
                  </a:lnTo>
                  <a:lnTo>
                    <a:pt x="4294210" y="588132"/>
                  </a:lnTo>
                  <a:lnTo>
                    <a:pt x="4297380" y="587394"/>
                  </a:lnTo>
                  <a:lnTo>
                    <a:pt x="4300549" y="613647"/>
                  </a:lnTo>
                  <a:lnTo>
                    <a:pt x="4303718" y="600490"/>
                  </a:lnTo>
                  <a:lnTo>
                    <a:pt x="4306887" y="538188"/>
                  </a:lnTo>
                  <a:lnTo>
                    <a:pt x="4310056" y="580936"/>
                  </a:lnTo>
                  <a:lnTo>
                    <a:pt x="4313225" y="521337"/>
                  </a:lnTo>
                  <a:lnTo>
                    <a:pt x="4316394" y="547666"/>
                  </a:lnTo>
                  <a:lnTo>
                    <a:pt x="4319564" y="558364"/>
                  </a:lnTo>
                  <a:lnTo>
                    <a:pt x="4322733" y="540289"/>
                  </a:lnTo>
                  <a:lnTo>
                    <a:pt x="4325902" y="549893"/>
                  </a:lnTo>
                  <a:lnTo>
                    <a:pt x="4329071" y="652549"/>
                  </a:lnTo>
                  <a:lnTo>
                    <a:pt x="4332240" y="615006"/>
                  </a:lnTo>
                  <a:lnTo>
                    <a:pt x="4335409" y="665894"/>
                  </a:lnTo>
                  <a:lnTo>
                    <a:pt x="4338579" y="646477"/>
                  </a:lnTo>
                  <a:lnTo>
                    <a:pt x="4341748" y="681047"/>
                  </a:lnTo>
                  <a:lnTo>
                    <a:pt x="4344917" y="676534"/>
                  </a:lnTo>
                  <a:lnTo>
                    <a:pt x="4348086" y="688860"/>
                  </a:lnTo>
                  <a:lnTo>
                    <a:pt x="4351255" y="687125"/>
                  </a:lnTo>
                  <a:lnTo>
                    <a:pt x="4354424" y="677165"/>
                  </a:lnTo>
                  <a:lnTo>
                    <a:pt x="4357594" y="679353"/>
                  </a:lnTo>
                  <a:lnTo>
                    <a:pt x="4360763" y="679003"/>
                  </a:lnTo>
                  <a:lnTo>
                    <a:pt x="4363932" y="684847"/>
                  </a:lnTo>
                  <a:lnTo>
                    <a:pt x="4367101" y="685596"/>
                  </a:lnTo>
                  <a:lnTo>
                    <a:pt x="4370270" y="683691"/>
                  </a:lnTo>
                  <a:lnTo>
                    <a:pt x="4373439" y="696740"/>
                  </a:lnTo>
                  <a:lnTo>
                    <a:pt x="4376609" y="697492"/>
                  </a:lnTo>
                  <a:lnTo>
                    <a:pt x="4379778" y="687589"/>
                  </a:lnTo>
                  <a:lnTo>
                    <a:pt x="4382947" y="691675"/>
                  </a:lnTo>
                  <a:lnTo>
                    <a:pt x="4386116" y="681894"/>
                  </a:lnTo>
                  <a:lnTo>
                    <a:pt x="4389285" y="662807"/>
                  </a:lnTo>
                  <a:lnTo>
                    <a:pt x="4392454" y="666157"/>
                  </a:lnTo>
                  <a:lnTo>
                    <a:pt x="4395623" y="648279"/>
                  </a:lnTo>
                  <a:lnTo>
                    <a:pt x="4398793" y="667923"/>
                  </a:lnTo>
                  <a:lnTo>
                    <a:pt x="4401962" y="676686"/>
                  </a:lnTo>
                  <a:lnTo>
                    <a:pt x="4405131" y="708409"/>
                  </a:lnTo>
                  <a:lnTo>
                    <a:pt x="4408300" y="727154"/>
                  </a:lnTo>
                  <a:lnTo>
                    <a:pt x="4411469" y="702068"/>
                  </a:lnTo>
                  <a:lnTo>
                    <a:pt x="4414638" y="715644"/>
                  </a:lnTo>
                  <a:lnTo>
                    <a:pt x="4417808" y="715924"/>
                  </a:lnTo>
                  <a:lnTo>
                    <a:pt x="4420977" y="727163"/>
                  </a:lnTo>
                  <a:lnTo>
                    <a:pt x="4424146" y="731737"/>
                  </a:lnTo>
                  <a:lnTo>
                    <a:pt x="4427315" y="717321"/>
                  </a:lnTo>
                  <a:lnTo>
                    <a:pt x="4430484" y="725014"/>
                  </a:lnTo>
                  <a:lnTo>
                    <a:pt x="4433653" y="717743"/>
                  </a:lnTo>
                  <a:lnTo>
                    <a:pt x="4436823" y="720913"/>
                  </a:lnTo>
                  <a:lnTo>
                    <a:pt x="4439992" y="731591"/>
                  </a:lnTo>
                  <a:lnTo>
                    <a:pt x="4443161" y="716763"/>
                  </a:lnTo>
                  <a:lnTo>
                    <a:pt x="4446330" y="721981"/>
                  </a:lnTo>
                  <a:lnTo>
                    <a:pt x="4449499" y="700530"/>
                  </a:lnTo>
                  <a:lnTo>
                    <a:pt x="4452668" y="696028"/>
                  </a:lnTo>
                  <a:lnTo>
                    <a:pt x="4455837" y="699525"/>
                  </a:lnTo>
                  <a:lnTo>
                    <a:pt x="4459007" y="686829"/>
                  </a:lnTo>
                  <a:lnTo>
                    <a:pt x="4462176" y="691947"/>
                  </a:lnTo>
                  <a:lnTo>
                    <a:pt x="4465345" y="694042"/>
                  </a:lnTo>
                  <a:lnTo>
                    <a:pt x="4468514" y="686513"/>
                  </a:lnTo>
                  <a:lnTo>
                    <a:pt x="4471683" y="701931"/>
                  </a:lnTo>
                  <a:lnTo>
                    <a:pt x="4474852" y="701563"/>
                  </a:lnTo>
                  <a:lnTo>
                    <a:pt x="4478022" y="707864"/>
                  </a:lnTo>
                  <a:lnTo>
                    <a:pt x="4481191" y="703855"/>
                  </a:lnTo>
                  <a:lnTo>
                    <a:pt x="4484360" y="704581"/>
                  </a:lnTo>
                  <a:lnTo>
                    <a:pt x="4487529" y="714276"/>
                  </a:lnTo>
                  <a:lnTo>
                    <a:pt x="4490698" y="711751"/>
                  </a:lnTo>
                  <a:lnTo>
                    <a:pt x="4493867" y="710928"/>
                  </a:lnTo>
                  <a:lnTo>
                    <a:pt x="4497037" y="706160"/>
                  </a:lnTo>
                  <a:lnTo>
                    <a:pt x="4500206" y="687237"/>
                  </a:lnTo>
                  <a:lnTo>
                    <a:pt x="4503375" y="688654"/>
                  </a:lnTo>
                  <a:lnTo>
                    <a:pt x="4506544" y="695737"/>
                  </a:lnTo>
                  <a:lnTo>
                    <a:pt x="4509713" y="731737"/>
                  </a:lnTo>
                  <a:lnTo>
                    <a:pt x="4512882" y="731737"/>
                  </a:lnTo>
                  <a:lnTo>
                    <a:pt x="4516052" y="731737"/>
                  </a:lnTo>
                  <a:lnTo>
                    <a:pt x="4519221" y="731737"/>
                  </a:lnTo>
                  <a:lnTo>
                    <a:pt x="4522390" y="731737"/>
                  </a:lnTo>
                  <a:lnTo>
                    <a:pt x="4525559" y="731737"/>
                  </a:lnTo>
                  <a:lnTo>
                    <a:pt x="4528728" y="731737"/>
                  </a:lnTo>
                  <a:lnTo>
                    <a:pt x="4531897" y="731737"/>
                  </a:lnTo>
                  <a:lnTo>
                    <a:pt x="4535066" y="731737"/>
                  </a:lnTo>
                  <a:lnTo>
                    <a:pt x="4538236" y="687231"/>
                  </a:lnTo>
                  <a:lnTo>
                    <a:pt x="4541405" y="667559"/>
                  </a:lnTo>
                  <a:lnTo>
                    <a:pt x="4544574" y="648210"/>
                  </a:lnTo>
                  <a:lnTo>
                    <a:pt x="4547743" y="627149"/>
                  </a:lnTo>
                  <a:lnTo>
                    <a:pt x="4550912" y="622107"/>
                  </a:lnTo>
                  <a:lnTo>
                    <a:pt x="4554081" y="621645"/>
                  </a:lnTo>
                  <a:lnTo>
                    <a:pt x="4557251" y="626403"/>
                  </a:lnTo>
                  <a:lnTo>
                    <a:pt x="4560420" y="638192"/>
                  </a:lnTo>
                  <a:lnTo>
                    <a:pt x="4563589" y="624093"/>
                  </a:lnTo>
                  <a:lnTo>
                    <a:pt x="4566758" y="614919"/>
                  </a:lnTo>
                  <a:lnTo>
                    <a:pt x="4569927" y="602238"/>
                  </a:lnTo>
                  <a:lnTo>
                    <a:pt x="4573096" y="626620"/>
                  </a:lnTo>
                  <a:lnTo>
                    <a:pt x="4576266" y="668838"/>
                  </a:lnTo>
                  <a:lnTo>
                    <a:pt x="4579435" y="650926"/>
                  </a:lnTo>
                  <a:lnTo>
                    <a:pt x="4582604" y="623341"/>
                  </a:lnTo>
                  <a:lnTo>
                    <a:pt x="4585773" y="643024"/>
                  </a:lnTo>
                  <a:lnTo>
                    <a:pt x="4588942" y="635334"/>
                  </a:lnTo>
                  <a:lnTo>
                    <a:pt x="4592111" y="645704"/>
                  </a:lnTo>
                  <a:lnTo>
                    <a:pt x="4595280" y="657831"/>
                  </a:lnTo>
                  <a:lnTo>
                    <a:pt x="4598450" y="645995"/>
                  </a:lnTo>
                  <a:lnTo>
                    <a:pt x="4601619" y="659907"/>
                  </a:lnTo>
                  <a:lnTo>
                    <a:pt x="4604788" y="698096"/>
                  </a:lnTo>
                  <a:lnTo>
                    <a:pt x="4607957" y="680795"/>
                  </a:lnTo>
                  <a:lnTo>
                    <a:pt x="4611126" y="668890"/>
                  </a:lnTo>
                  <a:lnTo>
                    <a:pt x="4614295" y="682890"/>
                  </a:lnTo>
                  <a:lnTo>
                    <a:pt x="4617465" y="678913"/>
                  </a:lnTo>
                  <a:lnTo>
                    <a:pt x="4620634" y="726732"/>
                  </a:lnTo>
                  <a:lnTo>
                    <a:pt x="4623803" y="731737"/>
                  </a:lnTo>
                  <a:lnTo>
                    <a:pt x="4626972" y="731737"/>
                  </a:lnTo>
                  <a:lnTo>
                    <a:pt x="4630141" y="731737"/>
                  </a:lnTo>
                  <a:lnTo>
                    <a:pt x="4633310" y="716857"/>
                  </a:lnTo>
                  <a:lnTo>
                    <a:pt x="4636480" y="731737"/>
                  </a:lnTo>
                  <a:lnTo>
                    <a:pt x="4639649" y="708167"/>
                  </a:lnTo>
                  <a:lnTo>
                    <a:pt x="4642818" y="699262"/>
                  </a:lnTo>
                  <a:lnTo>
                    <a:pt x="4645987" y="709350"/>
                  </a:lnTo>
                  <a:lnTo>
                    <a:pt x="4649156" y="703526"/>
                  </a:lnTo>
                  <a:lnTo>
                    <a:pt x="4652325" y="697922"/>
                  </a:lnTo>
                  <a:lnTo>
                    <a:pt x="4655495" y="667199"/>
                  </a:lnTo>
                  <a:lnTo>
                    <a:pt x="4658664" y="638909"/>
                  </a:lnTo>
                  <a:lnTo>
                    <a:pt x="4661833" y="636015"/>
                  </a:lnTo>
                  <a:lnTo>
                    <a:pt x="4665002" y="609657"/>
                  </a:lnTo>
                  <a:lnTo>
                    <a:pt x="4668171" y="608914"/>
                  </a:lnTo>
                  <a:lnTo>
                    <a:pt x="4671340" y="612692"/>
                  </a:lnTo>
                  <a:lnTo>
                    <a:pt x="4674509" y="616307"/>
                  </a:lnTo>
                  <a:lnTo>
                    <a:pt x="4677679" y="622289"/>
                  </a:lnTo>
                  <a:lnTo>
                    <a:pt x="4680848" y="627801"/>
                  </a:lnTo>
                  <a:lnTo>
                    <a:pt x="4684017" y="636286"/>
                  </a:lnTo>
                  <a:lnTo>
                    <a:pt x="4687186" y="641010"/>
                  </a:lnTo>
                  <a:lnTo>
                    <a:pt x="4690355" y="637699"/>
                  </a:lnTo>
                  <a:lnTo>
                    <a:pt x="4693524" y="633576"/>
                  </a:lnTo>
                  <a:lnTo>
                    <a:pt x="4696694" y="628193"/>
                  </a:lnTo>
                  <a:lnTo>
                    <a:pt x="4699863" y="606182"/>
                  </a:lnTo>
                  <a:lnTo>
                    <a:pt x="4703032" y="609264"/>
                  </a:lnTo>
                  <a:lnTo>
                    <a:pt x="4706201" y="616199"/>
                  </a:lnTo>
                  <a:lnTo>
                    <a:pt x="4709370" y="609717"/>
                  </a:lnTo>
                  <a:lnTo>
                    <a:pt x="4712539" y="605813"/>
                  </a:lnTo>
                  <a:lnTo>
                    <a:pt x="4715709" y="634169"/>
                  </a:lnTo>
                  <a:lnTo>
                    <a:pt x="4718878" y="641181"/>
                  </a:lnTo>
                  <a:lnTo>
                    <a:pt x="4722047" y="651269"/>
                  </a:lnTo>
                  <a:lnTo>
                    <a:pt x="4725216" y="659487"/>
                  </a:lnTo>
                  <a:lnTo>
                    <a:pt x="4728385" y="653242"/>
                  </a:lnTo>
                  <a:lnTo>
                    <a:pt x="4731554" y="640149"/>
                  </a:lnTo>
                  <a:lnTo>
                    <a:pt x="4734724" y="657945"/>
                  </a:lnTo>
                  <a:lnTo>
                    <a:pt x="4737893" y="678321"/>
                  </a:lnTo>
                  <a:lnTo>
                    <a:pt x="4741062" y="686689"/>
                  </a:lnTo>
                  <a:lnTo>
                    <a:pt x="4744231" y="690056"/>
                  </a:lnTo>
                  <a:lnTo>
                    <a:pt x="4747400" y="690359"/>
                  </a:lnTo>
                  <a:lnTo>
                    <a:pt x="4750569" y="680865"/>
                  </a:lnTo>
                  <a:lnTo>
                    <a:pt x="4753738" y="680890"/>
                  </a:lnTo>
                  <a:lnTo>
                    <a:pt x="4756908" y="671128"/>
                  </a:lnTo>
                  <a:lnTo>
                    <a:pt x="4760077" y="664381"/>
                  </a:lnTo>
                  <a:lnTo>
                    <a:pt x="4763246" y="638794"/>
                  </a:lnTo>
                  <a:lnTo>
                    <a:pt x="4766415" y="631842"/>
                  </a:lnTo>
                  <a:lnTo>
                    <a:pt x="4769584" y="629872"/>
                  </a:lnTo>
                  <a:lnTo>
                    <a:pt x="4772753" y="630738"/>
                  </a:lnTo>
                  <a:lnTo>
                    <a:pt x="4775923" y="614035"/>
                  </a:lnTo>
                  <a:lnTo>
                    <a:pt x="4779092" y="604325"/>
                  </a:lnTo>
                  <a:lnTo>
                    <a:pt x="4782261" y="584374"/>
                  </a:lnTo>
                  <a:lnTo>
                    <a:pt x="4785430" y="594435"/>
                  </a:lnTo>
                  <a:lnTo>
                    <a:pt x="4788599" y="603364"/>
                  </a:lnTo>
                  <a:lnTo>
                    <a:pt x="4791768" y="617331"/>
                  </a:lnTo>
                  <a:lnTo>
                    <a:pt x="4794938" y="592650"/>
                  </a:lnTo>
                  <a:lnTo>
                    <a:pt x="4798107" y="594872"/>
                  </a:lnTo>
                  <a:lnTo>
                    <a:pt x="4801276" y="588971"/>
                  </a:lnTo>
                  <a:lnTo>
                    <a:pt x="4804445" y="523077"/>
                  </a:lnTo>
                  <a:lnTo>
                    <a:pt x="4807614" y="518306"/>
                  </a:lnTo>
                  <a:lnTo>
                    <a:pt x="4810783" y="469356"/>
                  </a:lnTo>
                  <a:lnTo>
                    <a:pt x="4813952" y="447956"/>
                  </a:lnTo>
                  <a:lnTo>
                    <a:pt x="4817122" y="510100"/>
                  </a:lnTo>
                  <a:lnTo>
                    <a:pt x="4820291" y="507390"/>
                  </a:lnTo>
                  <a:lnTo>
                    <a:pt x="4823460" y="531447"/>
                  </a:lnTo>
                  <a:lnTo>
                    <a:pt x="4826629" y="525160"/>
                  </a:lnTo>
                  <a:lnTo>
                    <a:pt x="4829798" y="491209"/>
                  </a:lnTo>
                  <a:lnTo>
                    <a:pt x="4832967" y="521693"/>
                  </a:lnTo>
                  <a:lnTo>
                    <a:pt x="4836137" y="487787"/>
                  </a:lnTo>
                  <a:lnTo>
                    <a:pt x="4839306" y="486065"/>
                  </a:lnTo>
                  <a:lnTo>
                    <a:pt x="4842475" y="498123"/>
                  </a:lnTo>
                  <a:lnTo>
                    <a:pt x="4845644" y="506376"/>
                  </a:lnTo>
                  <a:lnTo>
                    <a:pt x="4848813" y="510150"/>
                  </a:lnTo>
                  <a:lnTo>
                    <a:pt x="4851982" y="505338"/>
                  </a:lnTo>
                  <a:lnTo>
                    <a:pt x="4855152" y="576135"/>
                  </a:lnTo>
                  <a:lnTo>
                    <a:pt x="4858321" y="591336"/>
                  </a:lnTo>
                  <a:lnTo>
                    <a:pt x="4861490" y="588174"/>
                  </a:lnTo>
                  <a:lnTo>
                    <a:pt x="4864659" y="624818"/>
                  </a:lnTo>
                  <a:lnTo>
                    <a:pt x="4867828" y="621043"/>
                  </a:lnTo>
                  <a:lnTo>
                    <a:pt x="4870997" y="605481"/>
                  </a:lnTo>
                  <a:lnTo>
                    <a:pt x="4874167" y="617492"/>
                  </a:lnTo>
                  <a:lnTo>
                    <a:pt x="4877336" y="600636"/>
                  </a:lnTo>
                  <a:lnTo>
                    <a:pt x="4880505" y="578272"/>
                  </a:lnTo>
                  <a:lnTo>
                    <a:pt x="4883674" y="586305"/>
                  </a:lnTo>
                  <a:lnTo>
                    <a:pt x="4886843" y="569280"/>
                  </a:lnTo>
                  <a:lnTo>
                    <a:pt x="4890012" y="559848"/>
                  </a:lnTo>
                  <a:lnTo>
                    <a:pt x="4893181" y="568866"/>
                  </a:lnTo>
                  <a:lnTo>
                    <a:pt x="4896351" y="571353"/>
                  </a:lnTo>
                  <a:lnTo>
                    <a:pt x="4899520" y="621647"/>
                  </a:lnTo>
                  <a:lnTo>
                    <a:pt x="4902689" y="643117"/>
                  </a:lnTo>
                  <a:lnTo>
                    <a:pt x="4905858" y="630890"/>
                  </a:lnTo>
                  <a:lnTo>
                    <a:pt x="4909027" y="636255"/>
                  </a:lnTo>
                  <a:lnTo>
                    <a:pt x="4912196" y="638131"/>
                  </a:lnTo>
                  <a:lnTo>
                    <a:pt x="4915366" y="673871"/>
                  </a:lnTo>
                  <a:lnTo>
                    <a:pt x="4918535" y="682151"/>
                  </a:lnTo>
                  <a:lnTo>
                    <a:pt x="4921704" y="683337"/>
                  </a:lnTo>
                  <a:lnTo>
                    <a:pt x="4924873" y="692912"/>
                  </a:lnTo>
                  <a:lnTo>
                    <a:pt x="4928042" y="693341"/>
                  </a:lnTo>
                  <a:lnTo>
                    <a:pt x="4931211" y="691335"/>
                  </a:lnTo>
                  <a:lnTo>
                    <a:pt x="4934381" y="692698"/>
                  </a:lnTo>
                  <a:lnTo>
                    <a:pt x="4937550" y="700796"/>
                  </a:lnTo>
                  <a:lnTo>
                    <a:pt x="4940719" y="700796"/>
                  </a:lnTo>
                  <a:lnTo>
                    <a:pt x="4943888" y="700221"/>
                  </a:lnTo>
                  <a:lnTo>
                    <a:pt x="4947057" y="706090"/>
                  </a:lnTo>
                  <a:lnTo>
                    <a:pt x="4950226" y="704696"/>
                  </a:lnTo>
                  <a:lnTo>
                    <a:pt x="4953395" y="711693"/>
                  </a:lnTo>
                  <a:lnTo>
                    <a:pt x="4956565" y="696101"/>
                  </a:lnTo>
                  <a:lnTo>
                    <a:pt x="4959734" y="703942"/>
                  </a:lnTo>
                  <a:lnTo>
                    <a:pt x="4962903" y="700598"/>
                  </a:lnTo>
                  <a:lnTo>
                    <a:pt x="4966072" y="712308"/>
                  </a:lnTo>
                  <a:lnTo>
                    <a:pt x="4969241" y="731737"/>
                  </a:lnTo>
                  <a:lnTo>
                    <a:pt x="4972410" y="731737"/>
                  </a:lnTo>
                  <a:lnTo>
                    <a:pt x="4975580" y="731737"/>
                  </a:lnTo>
                  <a:lnTo>
                    <a:pt x="4978749" y="724742"/>
                  </a:lnTo>
                  <a:lnTo>
                    <a:pt x="4981918" y="718027"/>
                  </a:lnTo>
                  <a:lnTo>
                    <a:pt x="4985087" y="718068"/>
                  </a:lnTo>
                  <a:lnTo>
                    <a:pt x="4988256" y="731737"/>
                  </a:lnTo>
                  <a:lnTo>
                    <a:pt x="4991425" y="731737"/>
                  </a:lnTo>
                  <a:lnTo>
                    <a:pt x="4994595" y="731737"/>
                  </a:lnTo>
                  <a:lnTo>
                    <a:pt x="4997764" y="731737"/>
                  </a:lnTo>
                  <a:lnTo>
                    <a:pt x="5000933" y="731737"/>
                  </a:lnTo>
                  <a:lnTo>
                    <a:pt x="5004102" y="726864"/>
                  </a:lnTo>
                  <a:lnTo>
                    <a:pt x="5007271" y="724801"/>
                  </a:lnTo>
                  <a:lnTo>
                    <a:pt x="5010440" y="727627"/>
                  </a:lnTo>
                  <a:lnTo>
                    <a:pt x="5013610" y="731737"/>
                  </a:lnTo>
                  <a:lnTo>
                    <a:pt x="5016779" y="731737"/>
                  </a:lnTo>
                  <a:lnTo>
                    <a:pt x="5019948" y="731737"/>
                  </a:lnTo>
                  <a:lnTo>
                    <a:pt x="5023117" y="731737"/>
                  </a:lnTo>
                  <a:lnTo>
                    <a:pt x="5026286" y="730257"/>
                  </a:lnTo>
                  <a:lnTo>
                    <a:pt x="5029455" y="731737"/>
                  </a:lnTo>
                  <a:lnTo>
                    <a:pt x="5032624" y="731737"/>
                  </a:lnTo>
                  <a:lnTo>
                    <a:pt x="5035794" y="731737"/>
                  </a:lnTo>
                  <a:lnTo>
                    <a:pt x="5038963" y="714249"/>
                  </a:lnTo>
                  <a:lnTo>
                    <a:pt x="5042132" y="731261"/>
                  </a:lnTo>
                  <a:lnTo>
                    <a:pt x="5045301" y="731737"/>
                  </a:lnTo>
                  <a:lnTo>
                    <a:pt x="5048470" y="722823"/>
                  </a:lnTo>
                  <a:lnTo>
                    <a:pt x="5051639" y="731737"/>
                  </a:lnTo>
                  <a:lnTo>
                    <a:pt x="5054809" y="723154"/>
                  </a:lnTo>
                  <a:lnTo>
                    <a:pt x="5057978" y="716808"/>
                  </a:lnTo>
                  <a:lnTo>
                    <a:pt x="5061147" y="731737"/>
                  </a:lnTo>
                  <a:lnTo>
                    <a:pt x="5064316" y="731737"/>
                  </a:lnTo>
                  <a:lnTo>
                    <a:pt x="5067485" y="731737"/>
                  </a:lnTo>
                  <a:lnTo>
                    <a:pt x="5070654" y="709958"/>
                  </a:lnTo>
                  <a:lnTo>
                    <a:pt x="5073824" y="697848"/>
                  </a:lnTo>
                  <a:lnTo>
                    <a:pt x="5076993" y="697239"/>
                  </a:lnTo>
                  <a:lnTo>
                    <a:pt x="5080162" y="697961"/>
                  </a:lnTo>
                  <a:lnTo>
                    <a:pt x="5083331" y="722579"/>
                  </a:lnTo>
                  <a:lnTo>
                    <a:pt x="5086500" y="714589"/>
                  </a:lnTo>
                  <a:lnTo>
                    <a:pt x="5089669" y="711597"/>
                  </a:lnTo>
                  <a:lnTo>
                    <a:pt x="5092839" y="729968"/>
                  </a:lnTo>
                  <a:lnTo>
                    <a:pt x="5096008" y="697942"/>
                  </a:lnTo>
                  <a:lnTo>
                    <a:pt x="5099177" y="682554"/>
                  </a:lnTo>
                  <a:lnTo>
                    <a:pt x="5102346" y="666550"/>
                  </a:lnTo>
                  <a:lnTo>
                    <a:pt x="5105515" y="699641"/>
                  </a:lnTo>
                  <a:lnTo>
                    <a:pt x="5108684" y="704867"/>
                  </a:lnTo>
                  <a:lnTo>
                    <a:pt x="5111853" y="676040"/>
                  </a:lnTo>
                  <a:lnTo>
                    <a:pt x="5115023" y="684754"/>
                  </a:lnTo>
                  <a:lnTo>
                    <a:pt x="5118192" y="712886"/>
                  </a:lnTo>
                  <a:lnTo>
                    <a:pt x="5121361" y="722589"/>
                  </a:lnTo>
                  <a:lnTo>
                    <a:pt x="5124530" y="722179"/>
                  </a:lnTo>
                  <a:lnTo>
                    <a:pt x="5127699" y="723568"/>
                  </a:lnTo>
                  <a:lnTo>
                    <a:pt x="5130868" y="730378"/>
                  </a:lnTo>
                  <a:lnTo>
                    <a:pt x="5134038" y="726276"/>
                  </a:lnTo>
                  <a:lnTo>
                    <a:pt x="5137207" y="727738"/>
                  </a:lnTo>
                  <a:lnTo>
                    <a:pt x="5140376" y="723307"/>
                  </a:lnTo>
                  <a:lnTo>
                    <a:pt x="5143545" y="724370"/>
                  </a:lnTo>
                  <a:lnTo>
                    <a:pt x="5146714" y="726835"/>
                  </a:lnTo>
                  <a:lnTo>
                    <a:pt x="5149883" y="727540"/>
                  </a:lnTo>
                  <a:lnTo>
                    <a:pt x="5153053" y="731737"/>
                  </a:lnTo>
                  <a:lnTo>
                    <a:pt x="5156222" y="731737"/>
                  </a:lnTo>
                  <a:lnTo>
                    <a:pt x="5159391" y="731737"/>
                  </a:lnTo>
                  <a:lnTo>
                    <a:pt x="5162560" y="731737"/>
                  </a:lnTo>
                  <a:lnTo>
                    <a:pt x="5165729" y="731737"/>
                  </a:lnTo>
                  <a:lnTo>
                    <a:pt x="5168898" y="731737"/>
                  </a:lnTo>
                  <a:lnTo>
                    <a:pt x="5172067" y="731737"/>
                  </a:lnTo>
                  <a:lnTo>
                    <a:pt x="5175237" y="731737"/>
                  </a:lnTo>
                  <a:lnTo>
                    <a:pt x="5178406" y="731737"/>
                  </a:lnTo>
                  <a:lnTo>
                    <a:pt x="5181575" y="731737"/>
                  </a:lnTo>
                  <a:lnTo>
                    <a:pt x="5184744" y="723634"/>
                  </a:lnTo>
                  <a:lnTo>
                    <a:pt x="5187913" y="719400"/>
                  </a:lnTo>
                  <a:lnTo>
                    <a:pt x="5191082" y="698553"/>
                  </a:lnTo>
                  <a:lnTo>
                    <a:pt x="5194252" y="708976"/>
                  </a:lnTo>
                  <a:lnTo>
                    <a:pt x="5197421" y="708046"/>
                  </a:lnTo>
                  <a:lnTo>
                    <a:pt x="5200590" y="689945"/>
                  </a:lnTo>
                  <a:lnTo>
                    <a:pt x="5203759" y="703890"/>
                  </a:lnTo>
                  <a:lnTo>
                    <a:pt x="5206928" y="695484"/>
                  </a:lnTo>
                  <a:lnTo>
                    <a:pt x="5210097" y="686485"/>
                  </a:lnTo>
                  <a:lnTo>
                    <a:pt x="5213267" y="682937"/>
                  </a:lnTo>
                  <a:lnTo>
                    <a:pt x="5216436" y="643963"/>
                  </a:lnTo>
                  <a:lnTo>
                    <a:pt x="5219605" y="615277"/>
                  </a:lnTo>
                  <a:lnTo>
                    <a:pt x="5222774" y="597648"/>
                  </a:lnTo>
                  <a:lnTo>
                    <a:pt x="5225943" y="632361"/>
                  </a:lnTo>
                  <a:lnTo>
                    <a:pt x="5229112" y="635392"/>
                  </a:lnTo>
                  <a:lnTo>
                    <a:pt x="5232282" y="641281"/>
                  </a:lnTo>
                  <a:lnTo>
                    <a:pt x="5235451" y="681464"/>
                  </a:lnTo>
                  <a:lnTo>
                    <a:pt x="5238620" y="680236"/>
                  </a:lnTo>
                  <a:lnTo>
                    <a:pt x="5241789" y="681312"/>
                  </a:lnTo>
                  <a:lnTo>
                    <a:pt x="5244958" y="690059"/>
                  </a:lnTo>
                  <a:lnTo>
                    <a:pt x="5248127" y="665023"/>
                  </a:lnTo>
                  <a:lnTo>
                    <a:pt x="5251296" y="684651"/>
                  </a:lnTo>
                  <a:lnTo>
                    <a:pt x="5254466" y="687089"/>
                  </a:lnTo>
                  <a:lnTo>
                    <a:pt x="5257635" y="706127"/>
                  </a:lnTo>
                  <a:lnTo>
                    <a:pt x="5260804" y="731737"/>
                  </a:lnTo>
                  <a:lnTo>
                    <a:pt x="5263973" y="731737"/>
                  </a:lnTo>
                  <a:lnTo>
                    <a:pt x="5267142" y="731737"/>
                  </a:lnTo>
                  <a:lnTo>
                    <a:pt x="5270311" y="731737"/>
                  </a:lnTo>
                  <a:lnTo>
                    <a:pt x="5273481" y="731737"/>
                  </a:lnTo>
                  <a:lnTo>
                    <a:pt x="5276650" y="731737"/>
                  </a:lnTo>
                  <a:lnTo>
                    <a:pt x="5279819" y="731737"/>
                  </a:lnTo>
                  <a:lnTo>
                    <a:pt x="5282988" y="731737"/>
                  </a:lnTo>
                  <a:lnTo>
                    <a:pt x="5286157" y="718388"/>
                  </a:lnTo>
                  <a:lnTo>
                    <a:pt x="5289326" y="726133"/>
                  </a:lnTo>
                  <a:lnTo>
                    <a:pt x="5292496" y="731737"/>
                  </a:lnTo>
                  <a:lnTo>
                    <a:pt x="5295665" y="731737"/>
                  </a:lnTo>
                  <a:lnTo>
                    <a:pt x="5298834" y="731737"/>
                  </a:lnTo>
                  <a:lnTo>
                    <a:pt x="5302003" y="731572"/>
                  </a:lnTo>
                  <a:lnTo>
                    <a:pt x="5305172" y="731737"/>
                  </a:lnTo>
                  <a:lnTo>
                    <a:pt x="5308341" y="731737"/>
                  </a:lnTo>
                  <a:lnTo>
                    <a:pt x="5311510" y="728961"/>
                  </a:lnTo>
                  <a:lnTo>
                    <a:pt x="5314680" y="728765"/>
                  </a:lnTo>
                  <a:lnTo>
                    <a:pt x="5317849" y="728278"/>
                  </a:lnTo>
                  <a:lnTo>
                    <a:pt x="5321018" y="719035"/>
                  </a:lnTo>
                  <a:lnTo>
                    <a:pt x="5324187" y="706532"/>
                  </a:lnTo>
                  <a:lnTo>
                    <a:pt x="5327356" y="707304"/>
                  </a:lnTo>
                  <a:lnTo>
                    <a:pt x="5330525" y="690168"/>
                  </a:lnTo>
                  <a:lnTo>
                    <a:pt x="5333695" y="694733"/>
                  </a:lnTo>
                  <a:lnTo>
                    <a:pt x="5336864" y="671650"/>
                  </a:lnTo>
                  <a:lnTo>
                    <a:pt x="5340033" y="673027"/>
                  </a:lnTo>
                  <a:lnTo>
                    <a:pt x="5343202" y="731737"/>
                  </a:lnTo>
                  <a:lnTo>
                    <a:pt x="5346371" y="731737"/>
                  </a:lnTo>
                  <a:lnTo>
                    <a:pt x="5349540" y="731737"/>
                  </a:lnTo>
                  <a:lnTo>
                    <a:pt x="5352710" y="731737"/>
                  </a:lnTo>
                  <a:lnTo>
                    <a:pt x="5355879" y="731737"/>
                  </a:lnTo>
                  <a:lnTo>
                    <a:pt x="5359048" y="731737"/>
                  </a:lnTo>
                  <a:lnTo>
                    <a:pt x="5362217" y="731737"/>
                  </a:lnTo>
                  <a:lnTo>
                    <a:pt x="5365386" y="728793"/>
                  </a:lnTo>
                  <a:lnTo>
                    <a:pt x="5368555" y="731737"/>
                  </a:lnTo>
                  <a:lnTo>
                    <a:pt x="5371725" y="701238"/>
                  </a:lnTo>
                  <a:lnTo>
                    <a:pt x="5374894" y="692048"/>
                  </a:lnTo>
                  <a:lnTo>
                    <a:pt x="5378063" y="636119"/>
                  </a:lnTo>
                  <a:lnTo>
                    <a:pt x="5381232" y="595175"/>
                  </a:lnTo>
                  <a:lnTo>
                    <a:pt x="5384401" y="621352"/>
                  </a:lnTo>
                  <a:lnTo>
                    <a:pt x="5387570" y="598953"/>
                  </a:lnTo>
                  <a:lnTo>
                    <a:pt x="5390739" y="633384"/>
                  </a:lnTo>
                  <a:lnTo>
                    <a:pt x="5393909" y="651001"/>
                  </a:lnTo>
                  <a:lnTo>
                    <a:pt x="5397078" y="630323"/>
                  </a:lnTo>
                  <a:lnTo>
                    <a:pt x="5400247" y="639331"/>
                  </a:lnTo>
                  <a:lnTo>
                    <a:pt x="5403416" y="568238"/>
                  </a:lnTo>
                  <a:lnTo>
                    <a:pt x="5406585" y="532930"/>
                  </a:lnTo>
                  <a:lnTo>
                    <a:pt x="5409754" y="545853"/>
                  </a:lnTo>
                  <a:lnTo>
                    <a:pt x="5412924" y="579121"/>
                  </a:lnTo>
                  <a:lnTo>
                    <a:pt x="5416093" y="623238"/>
                  </a:lnTo>
                  <a:lnTo>
                    <a:pt x="5419262" y="598529"/>
                  </a:lnTo>
                  <a:lnTo>
                    <a:pt x="5422431" y="599475"/>
                  </a:lnTo>
                  <a:lnTo>
                    <a:pt x="5425600" y="612214"/>
                  </a:lnTo>
                  <a:lnTo>
                    <a:pt x="5428769" y="589554"/>
                  </a:lnTo>
                  <a:lnTo>
                    <a:pt x="5431939" y="531626"/>
                  </a:lnTo>
                  <a:lnTo>
                    <a:pt x="5435108" y="531333"/>
                  </a:lnTo>
                  <a:lnTo>
                    <a:pt x="5438277" y="520079"/>
                  </a:lnTo>
                  <a:lnTo>
                    <a:pt x="5441446" y="581148"/>
                  </a:lnTo>
                  <a:lnTo>
                    <a:pt x="5444615" y="601121"/>
                  </a:lnTo>
                  <a:lnTo>
                    <a:pt x="5447784" y="614314"/>
                  </a:lnTo>
                  <a:lnTo>
                    <a:pt x="5450954" y="608163"/>
                  </a:lnTo>
                  <a:lnTo>
                    <a:pt x="5454123" y="603566"/>
                  </a:lnTo>
                  <a:lnTo>
                    <a:pt x="5457292" y="609022"/>
                  </a:lnTo>
                  <a:lnTo>
                    <a:pt x="5460461" y="552084"/>
                  </a:lnTo>
                  <a:lnTo>
                    <a:pt x="5463630" y="537914"/>
                  </a:lnTo>
                  <a:lnTo>
                    <a:pt x="5466799" y="514026"/>
                  </a:lnTo>
                  <a:lnTo>
                    <a:pt x="5469968" y="487642"/>
                  </a:lnTo>
                  <a:lnTo>
                    <a:pt x="5473138" y="418462"/>
                  </a:lnTo>
                  <a:lnTo>
                    <a:pt x="5476307" y="376159"/>
                  </a:lnTo>
                  <a:lnTo>
                    <a:pt x="5479476" y="290387"/>
                  </a:lnTo>
                  <a:lnTo>
                    <a:pt x="5482645" y="201088"/>
                  </a:lnTo>
                  <a:lnTo>
                    <a:pt x="5485814" y="219060"/>
                  </a:lnTo>
                  <a:lnTo>
                    <a:pt x="5488983" y="175973"/>
                  </a:lnTo>
                  <a:lnTo>
                    <a:pt x="5492153" y="142583"/>
                  </a:lnTo>
                  <a:lnTo>
                    <a:pt x="5495322" y="160440"/>
                  </a:lnTo>
                  <a:lnTo>
                    <a:pt x="5498491" y="152692"/>
                  </a:lnTo>
                  <a:lnTo>
                    <a:pt x="5501660" y="180190"/>
                  </a:lnTo>
                  <a:lnTo>
                    <a:pt x="5504829" y="132902"/>
                  </a:lnTo>
                  <a:lnTo>
                    <a:pt x="5507998" y="101573"/>
                  </a:lnTo>
                  <a:lnTo>
                    <a:pt x="5511168" y="468"/>
                  </a:lnTo>
                  <a:lnTo>
                    <a:pt x="5514337" y="23053"/>
                  </a:lnTo>
                  <a:lnTo>
                    <a:pt x="5517506" y="157371"/>
                  </a:lnTo>
                  <a:lnTo>
                    <a:pt x="5520675" y="123987"/>
                  </a:lnTo>
                  <a:lnTo>
                    <a:pt x="5523844" y="277223"/>
                  </a:lnTo>
                  <a:lnTo>
                    <a:pt x="5527013" y="309127"/>
                  </a:lnTo>
                  <a:lnTo>
                    <a:pt x="5530182" y="347182"/>
                  </a:lnTo>
                  <a:lnTo>
                    <a:pt x="5533352" y="348353"/>
                  </a:lnTo>
                  <a:lnTo>
                    <a:pt x="5536521" y="275646"/>
                  </a:lnTo>
                  <a:lnTo>
                    <a:pt x="5539690" y="243323"/>
                  </a:lnTo>
                  <a:lnTo>
                    <a:pt x="5542859" y="293429"/>
                  </a:lnTo>
                  <a:lnTo>
                    <a:pt x="5546028" y="226814"/>
                  </a:lnTo>
                  <a:lnTo>
                    <a:pt x="5549197" y="240911"/>
                  </a:lnTo>
                  <a:lnTo>
                    <a:pt x="5552367" y="253524"/>
                  </a:lnTo>
                  <a:lnTo>
                    <a:pt x="5555536" y="229354"/>
                  </a:lnTo>
                  <a:lnTo>
                    <a:pt x="5558705" y="272468"/>
                  </a:lnTo>
                  <a:lnTo>
                    <a:pt x="5561874" y="263259"/>
                  </a:lnTo>
                  <a:lnTo>
                    <a:pt x="5565043" y="311032"/>
                  </a:lnTo>
                  <a:lnTo>
                    <a:pt x="5568212" y="310583"/>
                  </a:lnTo>
                  <a:lnTo>
                    <a:pt x="5571382" y="307625"/>
                  </a:lnTo>
                  <a:lnTo>
                    <a:pt x="5574551" y="327530"/>
                  </a:lnTo>
                  <a:lnTo>
                    <a:pt x="5577720" y="325650"/>
                  </a:lnTo>
                  <a:lnTo>
                    <a:pt x="5580889" y="358897"/>
                  </a:lnTo>
                  <a:lnTo>
                    <a:pt x="5584058" y="366462"/>
                  </a:lnTo>
                  <a:lnTo>
                    <a:pt x="5587227" y="439174"/>
                  </a:lnTo>
                  <a:lnTo>
                    <a:pt x="5590397" y="453809"/>
                  </a:lnTo>
                  <a:lnTo>
                    <a:pt x="5593566" y="494287"/>
                  </a:lnTo>
                  <a:lnTo>
                    <a:pt x="5596735" y="508211"/>
                  </a:lnTo>
                  <a:lnTo>
                    <a:pt x="5599904" y="478279"/>
                  </a:lnTo>
                  <a:lnTo>
                    <a:pt x="5603073" y="490930"/>
                  </a:lnTo>
                  <a:lnTo>
                    <a:pt x="5606242" y="531796"/>
                  </a:lnTo>
                  <a:lnTo>
                    <a:pt x="5609411" y="572790"/>
                  </a:lnTo>
                  <a:lnTo>
                    <a:pt x="5612581" y="564143"/>
                  </a:lnTo>
                  <a:lnTo>
                    <a:pt x="5615750" y="571832"/>
                  </a:lnTo>
                  <a:lnTo>
                    <a:pt x="5618919" y="575226"/>
                  </a:lnTo>
                  <a:lnTo>
                    <a:pt x="5622088" y="572957"/>
                  </a:lnTo>
                  <a:lnTo>
                    <a:pt x="5625257" y="612223"/>
                  </a:lnTo>
                  <a:lnTo>
                    <a:pt x="5628426" y="558769"/>
                  </a:lnTo>
                  <a:lnTo>
                    <a:pt x="5631596" y="557135"/>
                  </a:lnTo>
                  <a:lnTo>
                    <a:pt x="5634765" y="547558"/>
                  </a:lnTo>
                  <a:lnTo>
                    <a:pt x="5637934" y="569583"/>
                  </a:lnTo>
                  <a:lnTo>
                    <a:pt x="5641103" y="611413"/>
                  </a:lnTo>
                  <a:lnTo>
                    <a:pt x="5644272" y="599982"/>
                  </a:lnTo>
                  <a:lnTo>
                    <a:pt x="5647441" y="623851"/>
                  </a:lnTo>
                  <a:lnTo>
                    <a:pt x="5650611" y="643156"/>
                  </a:lnTo>
                  <a:lnTo>
                    <a:pt x="5653780" y="650517"/>
                  </a:lnTo>
                  <a:lnTo>
                    <a:pt x="5656949" y="654799"/>
                  </a:lnTo>
                  <a:lnTo>
                    <a:pt x="5660118" y="654981"/>
                  </a:lnTo>
                  <a:lnTo>
                    <a:pt x="5663287" y="656679"/>
                  </a:lnTo>
                  <a:lnTo>
                    <a:pt x="5666456" y="658496"/>
                  </a:lnTo>
                  <a:lnTo>
                    <a:pt x="5669626" y="658056"/>
                  </a:lnTo>
                  <a:lnTo>
                    <a:pt x="5672795" y="651582"/>
                  </a:lnTo>
                  <a:lnTo>
                    <a:pt x="5675964" y="662876"/>
                  </a:lnTo>
                  <a:lnTo>
                    <a:pt x="5679133" y="663996"/>
                  </a:lnTo>
                  <a:lnTo>
                    <a:pt x="5682302" y="676668"/>
                  </a:lnTo>
                  <a:lnTo>
                    <a:pt x="5685471" y="682787"/>
                  </a:lnTo>
                  <a:lnTo>
                    <a:pt x="5688640" y="684596"/>
                  </a:lnTo>
                  <a:lnTo>
                    <a:pt x="5691810" y="688128"/>
                  </a:lnTo>
                  <a:lnTo>
                    <a:pt x="5694979" y="710140"/>
                  </a:lnTo>
                  <a:lnTo>
                    <a:pt x="5698148" y="709718"/>
                  </a:lnTo>
                  <a:lnTo>
                    <a:pt x="5701317" y="714945"/>
                  </a:lnTo>
                  <a:lnTo>
                    <a:pt x="5704486" y="705077"/>
                  </a:lnTo>
                  <a:lnTo>
                    <a:pt x="5707655" y="705011"/>
                  </a:lnTo>
                  <a:lnTo>
                    <a:pt x="5710825" y="696767"/>
                  </a:lnTo>
                  <a:lnTo>
                    <a:pt x="5713994" y="667910"/>
                  </a:lnTo>
                  <a:lnTo>
                    <a:pt x="5717163" y="657213"/>
                  </a:lnTo>
                  <a:lnTo>
                    <a:pt x="5720332" y="662887"/>
                  </a:lnTo>
                  <a:lnTo>
                    <a:pt x="5723501" y="698861"/>
                  </a:lnTo>
                  <a:lnTo>
                    <a:pt x="5726670" y="695912"/>
                  </a:lnTo>
                  <a:lnTo>
                    <a:pt x="5729840" y="713343"/>
                  </a:lnTo>
                  <a:lnTo>
                    <a:pt x="5733009" y="726884"/>
                  </a:lnTo>
                  <a:lnTo>
                    <a:pt x="5736178" y="704654"/>
                  </a:lnTo>
                  <a:lnTo>
                    <a:pt x="5739347" y="724538"/>
                  </a:lnTo>
                  <a:lnTo>
                    <a:pt x="5742516" y="713827"/>
                  </a:lnTo>
                  <a:lnTo>
                    <a:pt x="5745685" y="728684"/>
                  </a:lnTo>
                  <a:lnTo>
                    <a:pt x="5748854" y="700234"/>
                  </a:lnTo>
                  <a:lnTo>
                    <a:pt x="5752024" y="691795"/>
                  </a:lnTo>
                  <a:lnTo>
                    <a:pt x="5755193" y="649934"/>
                  </a:lnTo>
                  <a:lnTo>
                    <a:pt x="5758362" y="645371"/>
                  </a:lnTo>
                  <a:lnTo>
                    <a:pt x="5761531" y="653165"/>
                  </a:lnTo>
                  <a:lnTo>
                    <a:pt x="5764700" y="677051"/>
                  </a:lnTo>
                  <a:lnTo>
                    <a:pt x="5767869" y="679022"/>
                  </a:lnTo>
                  <a:lnTo>
                    <a:pt x="5771039" y="654057"/>
                  </a:lnTo>
                  <a:lnTo>
                    <a:pt x="5774208" y="581629"/>
                  </a:lnTo>
                  <a:lnTo>
                    <a:pt x="5777377" y="580597"/>
                  </a:lnTo>
                  <a:lnTo>
                    <a:pt x="5780546" y="592439"/>
                  </a:lnTo>
                  <a:lnTo>
                    <a:pt x="5783715" y="592959"/>
                  </a:lnTo>
                  <a:lnTo>
                    <a:pt x="5786884" y="584167"/>
                  </a:lnTo>
                  <a:lnTo>
                    <a:pt x="5790054" y="599017"/>
                  </a:lnTo>
                  <a:lnTo>
                    <a:pt x="5793223" y="634917"/>
                  </a:lnTo>
                  <a:lnTo>
                    <a:pt x="5796392" y="675589"/>
                  </a:lnTo>
                  <a:lnTo>
                    <a:pt x="5799561" y="677581"/>
                  </a:lnTo>
                  <a:lnTo>
                    <a:pt x="5802730" y="702535"/>
                  </a:lnTo>
                  <a:lnTo>
                    <a:pt x="5805899" y="698445"/>
                  </a:lnTo>
                  <a:lnTo>
                    <a:pt x="5809069" y="691270"/>
                  </a:lnTo>
                  <a:lnTo>
                    <a:pt x="5812238" y="701377"/>
                  </a:lnTo>
                  <a:lnTo>
                    <a:pt x="5815407" y="686239"/>
                  </a:lnTo>
                  <a:lnTo>
                    <a:pt x="5818576" y="690284"/>
                  </a:lnTo>
                  <a:lnTo>
                    <a:pt x="5821745" y="705119"/>
                  </a:lnTo>
                  <a:lnTo>
                    <a:pt x="5824914" y="691637"/>
                  </a:lnTo>
                  <a:lnTo>
                    <a:pt x="5828083" y="701910"/>
                  </a:lnTo>
                  <a:lnTo>
                    <a:pt x="5831253" y="706795"/>
                  </a:lnTo>
                  <a:lnTo>
                    <a:pt x="5834422" y="725274"/>
                  </a:lnTo>
                  <a:lnTo>
                    <a:pt x="5837591" y="722104"/>
                  </a:lnTo>
                  <a:lnTo>
                    <a:pt x="5840760" y="728587"/>
                  </a:lnTo>
                  <a:lnTo>
                    <a:pt x="5843929" y="726434"/>
                  </a:lnTo>
                  <a:lnTo>
                    <a:pt x="5847098" y="723022"/>
                  </a:lnTo>
                  <a:lnTo>
                    <a:pt x="5850268" y="709720"/>
                  </a:lnTo>
                  <a:lnTo>
                    <a:pt x="5853437" y="693252"/>
                  </a:lnTo>
                  <a:lnTo>
                    <a:pt x="5856606" y="690649"/>
                  </a:lnTo>
                  <a:lnTo>
                    <a:pt x="5859775" y="664398"/>
                  </a:lnTo>
                  <a:lnTo>
                    <a:pt x="5862944" y="648486"/>
                  </a:lnTo>
                  <a:lnTo>
                    <a:pt x="5866113" y="676845"/>
                  </a:lnTo>
                  <a:lnTo>
                    <a:pt x="5869283" y="672901"/>
                  </a:lnTo>
                  <a:lnTo>
                    <a:pt x="5872452" y="731737"/>
                  </a:lnTo>
                  <a:lnTo>
                    <a:pt x="5875621" y="731737"/>
                  </a:lnTo>
                  <a:lnTo>
                    <a:pt x="5878790" y="731737"/>
                  </a:lnTo>
                  <a:lnTo>
                    <a:pt x="5881959" y="731737"/>
                  </a:lnTo>
                  <a:lnTo>
                    <a:pt x="5885128" y="731737"/>
                  </a:lnTo>
                  <a:lnTo>
                    <a:pt x="5888297" y="731737"/>
                  </a:lnTo>
                  <a:lnTo>
                    <a:pt x="5891467" y="731737"/>
                  </a:lnTo>
                  <a:lnTo>
                    <a:pt x="5894636" y="731356"/>
                  </a:lnTo>
                  <a:lnTo>
                    <a:pt x="5897805" y="712533"/>
                  </a:lnTo>
                  <a:lnTo>
                    <a:pt x="5900974" y="696410"/>
                  </a:lnTo>
                  <a:lnTo>
                    <a:pt x="5904143" y="702285"/>
                  </a:lnTo>
                  <a:lnTo>
                    <a:pt x="5907312" y="722210"/>
                  </a:lnTo>
                  <a:lnTo>
                    <a:pt x="5910482" y="722689"/>
                  </a:lnTo>
                  <a:lnTo>
                    <a:pt x="5913651" y="730818"/>
                  </a:lnTo>
                  <a:lnTo>
                    <a:pt x="5916820" y="728249"/>
                  </a:lnTo>
                  <a:lnTo>
                    <a:pt x="5919989" y="720398"/>
                  </a:lnTo>
                  <a:lnTo>
                    <a:pt x="5923158" y="728503"/>
                  </a:lnTo>
                  <a:lnTo>
                    <a:pt x="5926327" y="721513"/>
                  </a:lnTo>
                  <a:lnTo>
                    <a:pt x="5929497" y="717107"/>
                  </a:lnTo>
                  <a:lnTo>
                    <a:pt x="5932666" y="711696"/>
                  </a:lnTo>
                  <a:lnTo>
                    <a:pt x="5935835" y="708135"/>
                  </a:lnTo>
                  <a:lnTo>
                    <a:pt x="5939004" y="710107"/>
                  </a:lnTo>
                  <a:lnTo>
                    <a:pt x="5942173" y="714685"/>
                  </a:lnTo>
                  <a:lnTo>
                    <a:pt x="5945342" y="731737"/>
                  </a:lnTo>
                  <a:lnTo>
                    <a:pt x="5948512" y="727057"/>
                  </a:lnTo>
                  <a:lnTo>
                    <a:pt x="5951681" y="724135"/>
                  </a:lnTo>
                  <a:lnTo>
                    <a:pt x="5954850" y="731737"/>
                  </a:lnTo>
                  <a:lnTo>
                    <a:pt x="5958019" y="716013"/>
                  </a:lnTo>
                  <a:lnTo>
                    <a:pt x="5961188" y="707197"/>
                  </a:lnTo>
                  <a:lnTo>
                    <a:pt x="5964357" y="688097"/>
                  </a:lnTo>
                  <a:lnTo>
                    <a:pt x="5967526" y="703617"/>
                  </a:lnTo>
                  <a:lnTo>
                    <a:pt x="5970696" y="727275"/>
                  </a:lnTo>
                  <a:lnTo>
                    <a:pt x="5973865" y="727586"/>
                  </a:lnTo>
                  <a:lnTo>
                    <a:pt x="5977034" y="729886"/>
                  </a:lnTo>
                  <a:lnTo>
                    <a:pt x="5980203" y="731093"/>
                  </a:lnTo>
                  <a:lnTo>
                    <a:pt x="5983372" y="724614"/>
                  </a:lnTo>
                  <a:lnTo>
                    <a:pt x="5986541" y="731737"/>
                  </a:lnTo>
                  <a:lnTo>
                    <a:pt x="5989711" y="731737"/>
                  </a:lnTo>
                  <a:lnTo>
                    <a:pt x="5992880" y="731737"/>
                  </a:lnTo>
                  <a:lnTo>
                    <a:pt x="5996049" y="726103"/>
                  </a:lnTo>
                  <a:lnTo>
                    <a:pt x="5999218" y="725983"/>
                  </a:lnTo>
                  <a:lnTo>
                    <a:pt x="6002387" y="725135"/>
                  </a:lnTo>
                  <a:lnTo>
                    <a:pt x="6005556" y="724491"/>
                  </a:lnTo>
                  <a:lnTo>
                    <a:pt x="6008726" y="726758"/>
                  </a:lnTo>
                  <a:lnTo>
                    <a:pt x="6011895" y="706886"/>
                  </a:lnTo>
                  <a:lnTo>
                    <a:pt x="6015064" y="704953"/>
                  </a:lnTo>
                  <a:lnTo>
                    <a:pt x="6018233" y="711063"/>
                  </a:lnTo>
                  <a:lnTo>
                    <a:pt x="6021402" y="702481"/>
                  </a:lnTo>
                  <a:lnTo>
                    <a:pt x="6024571" y="700378"/>
                  </a:lnTo>
                  <a:lnTo>
                    <a:pt x="6027741" y="683052"/>
                  </a:lnTo>
                  <a:lnTo>
                    <a:pt x="6030910" y="691041"/>
                  </a:lnTo>
                  <a:lnTo>
                    <a:pt x="6034079" y="707108"/>
                  </a:lnTo>
                  <a:lnTo>
                    <a:pt x="6037248" y="727430"/>
                  </a:lnTo>
                  <a:lnTo>
                    <a:pt x="6040417" y="714745"/>
                  </a:lnTo>
                  <a:lnTo>
                    <a:pt x="6043586" y="717776"/>
                  </a:lnTo>
                  <a:lnTo>
                    <a:pt x="6046755" y="731737"/>
                  </a:lnTo>
                  <a:lnTo>
                    <a:pt x="6049925" y="731737"/>
                  </a:lnTo>
                  <a:lnTo>
                    <a:pt x="6053094" y="731737"/>
                  </a:lnTo>
                  <a:lnTo>
                    <a:pt x="6056263" y="731737"/>
                  </a:lnTo>
                  <a:lnTo>
                    <a:pt x="6059432" y="731737"/>
                  </a:lnTo>
                  <a:lnTo>
                    <a:pt x="6062601" y="731737"/>
                  </a:lnTo>
                  <a:lnTo>
                    <a:pt x="6065770" y="731737"/>
                  </a:lnTo>
                  <a:lnTo>
                    <a:pt x="6068940" y="731737"/>
                  </a:lnTo>
                  <a:lnTo>
                    <a:pt x="6072109" y="731737"/>
                  </a:lnTo>
                  <a:lnTo>
                    <a:pt x="6075278" y="731737"/>
                  </a:lnTo>
                  <a:lnTo>
                    <a:pt x="6078447" y="731737"/>
                  </a:lnTo>
                  <a:lnTo>
                    <a:pt x="6081616" y="731737"/>
                  </a:lnTo>
                  <a:lnTo>
                    <a:pt x="6084785" y="731737"/>
                  </a:lnTo>
                  <a:lnTo>
                    <a:pt x="6087955" y="731737"/>
                  </a:lnTo>
                  <a:lnTo>
                    <a:pt x="6091124" y="731737"/>
                  </a:lnTo>
                  <a:lnTo>
                    <a:pt x="6094293" y="731737"/>
                  </a:lnTo>
                  <a:lnTo>
                    <a:pt x="6097462" y="731737"/>
                  </a:lnTo>
                  <a:lnTo>
                    <a:pt x="6100631" y="731737"/>
                  </a:lnTo>
                  <a:lnTo>
                    <a:pt x="6103800" y="731737"/>
                  </a:lnTo>
                  <a:lnTo>
                    <a:pt x="6106969" y="731737"/>
                  </a:lnTo>
                  <a:lnTo>
                    <a:pt x="6110139" y="731737"/>
                  </a:lnTo>
                  <a:lnTo>
                    <a:pt x="6113308" y="731737"/>
                  </a:lnTo>
                  <a:lnTo>
                    <a:pt x="6116477" y="731737"/>
                  </a:lnTo>
                  <a:lnTo>
                    <a:pt x="6119646" y="731737"/>
                  </a:lnTo>
                  <a:lnTo>
                    <a:pt x="6122815" y="731737"/>
                  </a:lnTo>
                  <a:lnTo>
                    <a:pt x="6125984" y="731737"/>
                  </a:lnTo>
                  <a:lnTo>
                    <a:pt x="6129154" y="731737"/>
                  </a:lnTo>
                  <a:lnTo>
                    <a:pt x="6132323" y="731737"/>
                  </a:lnTo>
                  <a:lnTo>
                    <a:pt x="6135492" y="712903"/>
                  </a:lnTo>
                  <a:lnTo>
                    <a:pt x="6138661" y="713279"/>
                  </a:lnTo>
                  <a:lnTo>
                    <a:pt x="6141830" y="688397"/>
                  </a:lnTo>
                  <a:lnTo>
                    <a:pt x="6144999" y="656563"/>
                  </a:lnTo>
                  <a:lnTo>
                    <a:pt x="6148169" y="644064"/>
                  </a:lnTo>
                  <a:lnTo>
                    <a:pt x="6151338" y="652967"/>
                  </a:lnTo>
                  <a:lnTo>
                    <a:pt x="6154507" y="663370"/>
                  </a:lnTo>
                  <a:lnTo>
                    <a:pt x="6157676" y="640714"/>
                  </a:lnTo>
                  <a:lnTo>
                    <a:pt x="6160845" y="606098"/>
                  </a:lnTo>
                  <a:lnTo>
                    <a:pt x="6164014" y="581659"/>
                  </a:lnTo>
                  <a:lnTo>
                    <a:pt x="6167184" y="569565"/>
                  </a:lnTo>
                  <a:lnTo>
                    <a:pt x="6170353" y="624058"/>
                  </a:lnTo>
                  <a:lnTo>
                    <a:pt x="6173522" y="665336"/>
                  </a:lnTo>
                  <a:lnTo>
                    <a:pt x="6176691" y="685964"/>
                  </a:lnTo>
                  <a:lnTo>
                    <a:pt x="6179860" y="676135"/>
                  </a:lnTo>
                  <a:lnTo>
                    <a:pt x="6183029" y="660723"/>
                  </a:lnTo>
                  <a:lnTo>
                    <a:pt x="6186198" y="691461"/>
                  </a:lnTo>
                  <a:lnTo>
                    <a:pt x="6189368" y="681898"/>
                  </a:lnTo>
                  <a:lnTo>
                    <a:pt x="6192537" y="714734"/>
                  </a:lnTo>
                  <a:lnTo>
                    <a:pt x="6195706" y="705419"/>
                  </a:lnTo>
                  <a:lnTo>
                    <a:pt x="6198875" y="704844"/>
                  </a:lnTo>
                  <a:lnTo>
                    <a:pt x="6202044" y="696030"/>
                  </a:lnTo>
                  <a:lnTo>
                    <a:pt x="6205213" y="697868"/>
                  </a:lnTo>
                  <a:lnTo>
                    <a:pt x="6208383" y="705485"/>
                  </a:lnTo>
                  <a:lnTo>
                    <a:pt x="6211552" y="712769"/>
                  </a:lnTo>
                  <a:lnTo>
                    <a:pt x="6214721" y="698002"/>
                  </a:lnTo>
                  <a:lnTo>
                    <a:pt x="6217890" y="693849"/>
                  </a:lnTo>
                  <a:lnTo>
                    <a:pt x="6221059" y="698053"/>
                  </a:lnTo>
                  <a:lnTo>
                    <a:pt x="6224228" y="666568"/>
                  </a:lnTo>
                  <a:lnTo>
                    <a:pt x="6227398" y="680310"/>
                  </a:lnTo>
                  <a:lnTo>
                    <a:pt x="6230567" y="663174"/>
                  </a:lnTo>
                  <a:lnTo>
                    <a:pt x="6233736" y="654112"/>
                  </a:lnTo>
                  <a:lnTo>
                    <a:pt x="6236905" y="662187"/>
                  </a:lnTo>
                  <a:lnTo>
                    <a:pt x="6240074" y="668686"/>
                  </a:lnTo>
                  <a:lnTo>
                    <a:pt x="6243243" y="699067"/>
                  </a:lnTo>
                  <a:lnTo>
                    <a:pt x="6246412" y="731737"/>
                  </a:lnTo>
                  <a:lnTo>
                    <a:pt x="6249582" y="722844"/>
                  </a:lnTo>
                  <a:lnTo>
                    <a:pt x="6252751" y="716743"/>
                  </a:lnTo>
                  <a:lnTo>
                    <a:pt x="6255920" y="705596"/>
                  </a:lnTo>
                  <a:lnTo>
                    <a:pt x="6259089" y="703488"/>
                  </a:lnTo>
                  <a:lnTo>
                    <a:pt x="6262258" y="710494"/>
                  </a:lnTo>
                  <a:lnTo>
                    <a:pt x="6265427" y="693245"/>
                  </a:lnTo>
                  <a:lnTo>
                    <a:pt x="6268597" y="721044"/>
                  </a:lnTo>
                  <a:lnTo>
                    <a:pt x="6271766" y="731737"/>
                  </a:lnTo>
                  <a:lnTo>
                    <a:pt x="6274935" y="716334"/>
                  </a:lnTo>
                  <a:lnTo>
                    <a:pt x="6278104" y="729577"/>
                  </a:lnTo>
                  <a:lnTo>
                    <a:pt x="6281273" y="714796"/>
                  </a:lnTo>
                  <a:lnTo>
                    <a:pt x="6284442" y="712928"/>
                  </a:lnTo>
                  <a:lnTo>
                    <a:pt x="6287612" y="718988"/>
                  </a:lnTo>
                  <a:lnTo>
                    <a:pt x="6290781" y="724835"/>
                  </a:lnTo>
                  <a:lnTo>
                    <a:pt x="6293950" y="713399"/>
                  </a:lnTo>
                  <a:lnTo>
                    <a:pt x="6297119" y="731694"/>
                  </a:lnTo>
                  <a:lnTo>
                    <a:pt x="6300288" y="731737"/>
                  </a:lnTo>
                  <a:lnTo>
                    <a:pt x="6303457" y="731737"/>
                  </a:lnTo>
                  <a:lnTo>
                    <a:pt x="6306627" y="731737"/>
                  </a:lnTo>
                  <a:lnTo>
                    <a:pt x="6309796" y="731737"/>
                  </a:lnTo>
                  <a:lnTo>
                    <a:pt x="6312965" y="731737"/>
                  </a:lnTo>
                  <a:lnTo>
                    <a:pt x="6316134" y="731737"/>
                  </a:lnTo>
                  <a:lnTo>
                    <a:pt x="6319303" y="731737"/>
                  </a:lnTo>
                  <a:lnTo>
                    <a:pt x="6322472" y="731737"/>
                  </a:lnTo>
                  <a:lnTo>
                    <a:pt x="6325641" y="719355"/>
                  </a:lnTo>
                  <a:lnTo>
                    <a:pt x="6328811" y="726244"/>
                  </a:lnTo>
                  <a:lnTo>
                    <a:pt x="6331980" y="723791"/>
                  </a:lnTo>
                  <a:lnTo>
                    <a:pt x="6335149" y="708372"/>
                  </a:lnTo>
                  <a:lnTo>
                    <a:pt x="6338318" y="688887"/>
                  </a:lnTo>
                  <a:lnTo>
                    <a:pt x="6341487" y="682017"/>
                  </a:lnTo>
                  <a:lnTo>
                    <a:pt x="6344656" y="674639"/>
                  </a:lnTo>
                  <a:lnTo>
                    <a:pt x="6347826" y="679109"/>
                  </a:lnTo>
                  <a:lnTo>
                    <a:pt x="6350995" y="710324"/>
                  </a:lnTo>
                  <a:lnTo>
                    <a:pt x="6354164" y="722568"/>
                  </a:lnTo>
                  <a:lnTo>
                    <a:pt x="6357333" y="723357"/>
                  </a:lnTo>
                  <a:lnTo>
                    <a:pt x="6360502" y="686059"/>
                  </a:lnTo>
                  <a:lnTo>
                    <a:pt x="6363671" y="693948"/>
                  </a:lnTo>
                  <a:lnTo>
                    <a:pt x="6366841" y="671894"/>
                  </a:lnTo>
                  <a:lnTo>
                    <a:pt x="6370010" y="686268"/>
                  </a:lnTo>
                  <a:lnTo>
                    <a:pt x="6373179" y="706585"/>
                  </a:lnTo>
                  <a:lnTo>
                    <a:pt x="6376348" y="731414"/>
                  </a:lnTo>
                  <a:lnTo>
                    <a:pt x="6379517" y="731737"/>
                  </a:lnTo>
                  <a:lnTo>
                    <a:pt x="6382686" y="731737"/>
                  </a:lnTo>
                  <a:lnTo>
                    <a:pt x="6385856" y="731737"/>
                  </a:lnTo>
                  <a:lnTo>
                    <a:pt x="6389025" y="731737"/>
                  </a:lnTo>
                  <a:lnTo>
                    <a:pt x="6392194" y="731737"/>
                  </a:lnTo>
                  <a:lnTo>
                    <a:pt x="6395363" y="731737"/>
                  </a:lnTo>
                  <a:lnTo>
                    <a:pt x="6398532" y="731737"/>
                  </a:lnTo>
                  <a:lnTo>
                    <a:pt x="6401701" y="731737"/>
                  </a:lnTo>
                  <a:lnTo>
                    <a:pt x="6404870" y="731737"/>
                  </a:lnTo>
                  <a:lnTo>
                    <a:pt x="6408040" y="731737"/>
                  </a:lnTo>
                  <a:lnTo>
                    <a:pt x="6411209" y="731737"/>
                  </a:lnTo>
                  <a:lnTo>
                    <a:pt x="6414378" y="731737"/>
                  </a:lnTo>
                  <a:lnTo>
                    <a:pt x="6417547" y="731737"/>
                  </a:lnTo>
                  <a:lnTo>
                    <a:pt x="6420716" y="731737"/>
                  </a:lnTo>
                  <a:lnTo>
                    <a:pt x="6423885" y="731737"/>
                  </a:lnTo>
                  <a:lnTo>
                    <a:pt x="6427055" y="731737"/>
                  </a:lnTo>
                  <a:lnTo>
                    <a:pt x="6430224" y="731737"/>
                  </a:lnTo>
                  <a:lnTo>
                    <a:pt x="6433393" y="731737"/>
                  </a:lnTo>
                  <a:lnTo>
                    <a:pt x="6436562" y="731737"/>
                  </a:lnTo>
                  <a:lnTo>
                    <a:pt x="6439731" y="731737"/>
                  </a:lnTo>
                  <a:lnTo>
                    <a:pt x="6442900" y="731737"/>
                  </a:lnTo>
                  <a:lnTo>
                    <a:pt x="6446070" y="731737"/>
                  </a:lnTo>
                  <a:lnTo>
                    <a:pt x="6449239" y="731737"/>
                  </a:lnTo>
                  <a:lnTo>
                    <a:pt x="6452408" y="731737"/>
                  </a:lnTo>
                  <a:lnTo>
                    <a:pt x="6455577" y="714053"/>
                  </a:lnTo>
                  <a:lnTo>
                    <a:pt x="6458746" y="724740"/>
                  </a:lnTo>
                  <a:lnTo>
                    <a:pt x="6461915" y="696328"/>
                  </a:lnTo>
                  <a:lnTo>
                    <a:pt x="6465084" y="719810"/>
                  </a:lnTo>
                  <a:lnTo>
                    <a:pt x="6468254" y="718257"/>
                  </a:lnTo>
                  <a:lnTo>
                    <a:pt x="6471423" y="714299"/>
                  </a:lnTo>
                  <a:lnTo>
                    <a:pt x="6474592" y="707705"/>
                  </a:lnTo>
                  <a:lnTo>
                    <a:pt x="6477761" y="713567"/>
                  </a:lnTo>
                  <a:lnTo>
                    <a:pt x="6480930" y="708731"/>
                  </a:lnTo>
                  <a:lnTo>
                    <a:pt x="6484099" y="702896"/>
                  </a:lnTo>
                  <a:lnTo>
                    <a:pt x="6487269" y="689866"/>
                  </a:lnTo>
                  <a:lnTo>
                    <a:pt x="6490438" y="633847"/>
                  </a:lnTo>
                  <a:lnTo>
                    <a:pt x="6493607" y="643003"/>
                  </a:lnTo>
                  <a:lnTo>
                    <a:pt x="6496776" y="616272"/>
                  </a:lnTo>
                  <a:lnTo>
                    <a:pt x="6499945" y="610706"/>
                  </a:lnTo>
                  <a:lnTo>
                    <a:pt x="6503114" y="613360"/>
                  </a:lnTo>
                  <a:lnTo>
                    <a:pt x="6506284" y="642923"/>
                  </a:lnTo>
                  <a:lnTo>
                    <a:pt x="6509453" y="687264"/>
                  </a:lnTo>
                  <a:lnTo>
                    <a:pt x="6512622" y="683037"/>
                  </a:lnTo>
                  <a:lnTo>
                    <a:pt x="6515791" y="697140"/>
                  </a:lnTo>
                  <a:lnTo>
                    <a:pt x="6518960" y="725451"/>
                  </a:lnTo>
                  <a:lnTo>
                    <a:pt x="6522129" y="721801"/>
                  </a:lnTo>
                  <a:lnTo>
                    <a:pt x="6525299" y="731734"/>
                  </a:lnTo>
                  <a:lnTo>
                    <a:pt x="6528468" y="731737"/>
                  </a:lnTo>
                  <a:lnTo>
                    <a:pt x="6531637" y="731737"/>
                  </a:lnTo>
                  <a:lnTo>
                    <a:pt x="6534806" y="731737"/>
                  </a:lnTo>
                  <a:lnTo>
                    <a:pt x="6537975" y="731737"/>
                  </a:lnTo>
                  <a:lnTo>
                    <a:pt x="6541144" y="731737"/>
                  </a:lnTo>
                  <a:lnTo>
                    <a:pt x="6544313" y="731737"/>
                  </a:lnTo>
                  <a:lnTo>
                    <a:pt x="6547483" y="731737"/>
                  </a:lnTo>
                  <a:lnTo>
                    <a:pt x="6550652" y="731737"/>
                  </a:lnTo>
                  <a:lnTo>
                    <a:pt x="6553821" y="731737"/>
                  </a:lnTo>
                  <a:lnTo>
                    <a:pt x="6556990" y="731737"/>
                  </a:lnTo>
                  <a:lnTo>
                    <a:pt x="6560159" y="731737"/>
                  </a:lnTo>
                  <a:lnTo>
                    <a:pt x="6563328" y="731737"/>
                  </a:lnTo>
                  <a:lnTo>
                    <a:pt x="6566498" y="731737"/>
                  </a:lnTo>
                  <a:lnTo>
                    <a:pt x="6569667" y="731737"/>
                  </a:lnTo>
                  <a:lnTo>
                    <a:pt x="6572836" y="731737"/>
                  </a:lnTo>
                  <a:lnTo>
                    <a:pt x="6576005" y="731621"/>
                  </a:lnTo>
                  <a:lnTo>
                    <a:pt x="6579174" y="731166"/>
                  </a:lnTo>
                  <a:lnTo>
                    <a:pt x="6582343" y="723741"/>
                  </a:lnTo>
                  <a:lnTo>
                    <a:pt x="6585513" y="714231"/>
                  </a:lnTo>
                  <a:lnTo>
                    <a:pt x="6588682" y="678755"/>
                  </a:lnTo>
                  <a:lnTo>
                    <a:pt x="6591851" y="710584"/>
                  </a:lnTo>
                  <a:lnTo>
                    <a:pt x="6595020" y="718624"/>
                  </a:lnTo>
                  <a:lnTo>
                    <a:pt x="6598189" y="731737"/>
                  </a:lnTo>
                  <a:lnTo>
                    <a:pt x="6601358" y="731737"/>
                  </a:lnTo>
                  <a:lnTo>
                    <a:pt x="6604527" y="731737"/>
                  </a:lnTo>
                  <a:lnTo>
                    <a:pt x="6607697" y="731737"/>
                  </a:lnTo>
                  <a:lnTo>
                    <a:pt x="6610866" y="731737"/>
                  </a:lnTo>
                  <a:lnTo>
                    <a:pt x="6614035" y="731737"/>
                  </a:lnTo>
                  <a:lnTo>
                    <a:pt x="6617204" y="731737"/>
                  </a:lnTo>
                  <a:lnTo>
                    <a:pt x="6620373" y="731737"/>
                  </a:lnTo>
                  <a:lnTo>
                    <a:pt x="6623542" y="731737"/>
                  </a:lnTo>
                  <a:lnTo>
                    <a:pt x="6626712" y="731737"/>
                  </a:lnTo>
                  <a:lnTo>
                    <a:pt x="6629881" y="731737"/>
                  </a:lnTo>
                  <a:lnTo>
                    <a:pt x="6633050" y="731737"/>
                  </a:lnTo>
                  <a:lnTo>
                    <a:pt x="6636219" y="731737"/>
                  </a:lnTo>
                  <a:lnTo>
                    <a:pt x="6639388" y="731737"/>
                  </a:lnTo>
                  <a:lnTo>
                    <a:pt x="6642557" y="731737"/>
                  </a:lnTo>
                  <a:lnTo>
                    <a:pt x="6645727" y="722201"/>
                  </a:lnTo>
                  <a:lnTo>
                    <a:pt x="6648896" y="727716"/>
                  </a:lnTo>
                  <a:lnTo>
                    <a:pt x="6652065" y="725744"/>
                  </a:lnTo>
                  <a:lnTo>
                    <a:pt x="6655234" y="731737"/>
                  </a:lnTo>
                  <a:lnTo>
                    <a:pt x="6658403" y="725993"/>
                  </a:lnTo>
                  <a:lnTo>
                    <a:pt x="6661572" y="673165"/>
                  </a:lnTo>
                  <a:lnTo>
                    <a:pt x="6664742" y="682433"/>
                  </a:lnTo>
                  <a:lnTo>
                    <a:pt x="6667911" y="682027"/>
                  </a:lnTo>
                  <a:lnTo>
                    <a:pt x="6671080" y="712935"/>
                  </a:lnTo>
                  <a:lnTo>
                    <a:pt x="6674249" y="731737"/>
                  </a:lnTo>
                  <a:lnTo>
                    <a:pt x="6677418" y="701829"/>
                  </a:lnTo>
                  <a:lnTo>
                    <a:pt x="6680587" y="719640"/>
                  </a:lnTo>
                  <a:lnTo>
                    <a:pt x="6683756" y="717327"/>
                  </a:lnTo>
                  <a:lnTo>
                    <a:pt x="6686926" y="716355"/>
                  </a:lnTo>
                  <a:lnTo>
                    <a:pt x="6690095" y="718623"/>
                  </a:lnTo>
                  <a:lnTo>
                    <a:pt x="6693264" y="731737"/>
                  </a:lnTo>
                  <a:lnTo>
                    <a:pt x="6696433" y="731737"/>
                  </a:lnTo>
                  <a:lnTo>
                    <a:pt x="6699602" y="717530"/>
                  </a:lnTo>
                  <a:lnTo>
                    <a:pt x="6702771" y="730944"/>
                  </a:lnTo>
                  <a:lnTo>
                    <a:pt x="6705941" y="731737"/>
                  </a:lnTo>
                  <a:lnTo>
                    <a:pt x="6709110" y="731737"/>
                  </a:lnTo>
                  <a:lnTo>
                    <a:pt x="6712279" y="731737"/>
                  </a:lnTo>
                  <a:lnTo>
                    <a:pt x="6715448" y="731737"/>
                  </a:lnTo>
                  <a:lnTo>
                    <a:pt x="6718617" y="731737"/>
                  </a:lnTo>
                  <a:lnTo>
                    <a:pt x="6721786" y="708558"/>
                  </a:lnTo>
                  <a:lnTo>
                    <a:pt x="6724956" y="707535"/>
                  </a:lnTo>
                  <a:lnTo>
                    <a:pt x="6728125" y="700106"/>
                  </a:lnTo>
                  <a:lnTo>
                    <a:pt x="6731294" y="683725"/>
                  </a:lnTo>
                  <a:lnTo>
                    <a:pt x="6734463" y="656589"/>
                  </a:lnTo>
                  <a:lnTo>
                    <a:pt x="6737632" y="643213"/>
                  </a:lnTo>
                  <a:lnTo>
                    <a:pt x="6740801" y="680776"/>
                  </a:lnTo>
                  <a:lnTo>
                    <a:pt x="6743971" y="679307"/>
                  </a:lnTo>
                  <a:lnTo>
                    <a:pt x="6747140" y="694238"/>
                  </a:lnTo>
                  <a:lnTo>
                    <a:pt x="6750309" y="686804"/>
                  </a:lnTo>
                  <a:lnTo>
                    <a:pt x="6753478" y="676809"/>
                  </a:lnTo>
                  <a:lnTo>
                    <a:pt x="6756647" y="675654"/>
                  </a:lnTo>
                  <a:lnTo>
                    <a:pt x="6759816" y="602862"/>
                  </a:lnTo>
                  <a:lnTo>
                    <a:pt x="6762985" y="606318"/>
                  </a:lnTo>
                  <a:lnTo>
                    <a:pt x="6766155" y="595985"/>
                  </a:lnTo>
                  <a:lnTo>
                    <a:pt x="6769324" y="588390"/>
                  </a:lnTo>
                  <a:lnTo>
                    <a:pt x="6772493" y="616298"/>
                  </a:lnTo>
                  <a:lnTo>
                    <a:pt x="6775662" y="646932"/>
                  </a:lnTo>
                  <a:lnTo>
                    <a:pt x="6778831" y="686361"/>
                  </a:lnTo>
                  <a:lnTo>
                    <a:pt x="6782000" y="697288"/>
                  </a:lnTo>
                  <a:lnTo>
                    <a:pt x="6785170" y="705280"/>
                  </a:lnTo>
                  <a:lnTo>
                    <a:pt x="6788339" y="727699"/>
                  </a:lnTo>
                  <a:lnTo>
                    <a:pt x="6791508" y="719619"/>
                  </a:lnTo>
                  <a:lnTo>
                    <a:pt x="6794677" y="731737"/>
                  </a:lnTo>
                  <a:lnTo>
                    <a:pt x="6797846" y="731737"/>
                  </a:lnTo>
                  <a:lnTo>
                    <a:pt x="6801015" y="731737"/>
                  </a:lnTo>
                  <a:lnTo>
                    <a:pt x="6804185" y="731737"/>
                  </a:lnTo>
                  <a:lnTo>
                    <a:pt x="6807354" y="731737"/>
                  </a:lnTo>
                  <a:lnTo>
                    <a:pt x="6810523" y="731737"/>
                  </a:lnTo>
                  <a:lnTo>
                    <a:pt x="6813692" y="726234"/>
                  </a:lnTo>
                  <a:lnTo>
                    <a:pt x="6816861" y="726050"/>
                  </a:lnTo>
                  <a:lnTo>
                    <a:pt x="6820030" y="703166"/>
                  </a:lnTo>
                  <a:lnTo>
                    <a:pt x="6823199" y="676186"/>
                  </a:lnTo>
                  <a:lnTo>
                    <a:pt x="6826369" y="674239"/>
                  </a:lnTo>
                  <a:lnTo>
                    <a:pt x="6829538" y="697555"/>
                  </a:lnTo>
                  <a:lnTo>
                    <a:pt x="6832707" y="711325"/>
                  </a:lnTo>
                  <a:lnTo>
                    <a:pt x="6835876" y="688740"/>
                  </a:lnTo>
                  <a:lnTo>
                    <a:pt x="6839045" y="675735"/>
                  </a:lnTo>
                  <a:lnTo>
                    <a:pt x="6842214" y="685580"/>
                  </a:lnTo>
                  <a:lnTo>
                    <a:pt x="6845384" y="721937"/>
                  </a:lnTo>
                  <a:lnTo>
                    <a:pt x="6848553" y="728583"/>
                  </a:lnTo>
                  <a:lnTo>
                    <a:pt x="6851722" y="728878"/>
                  </a:lnTo>
                  <a:lnTo>
                    <a:pt x="6854891" y="731737"/>
                  </a:lnTo>
                  <a:lnTo>
                    <a:pt x="6858060" y="731737"/>
                  </a:lnTo>
                  <a:lnTo>
                    <a:pt x="6861229" y="731737"/>
                  </a:lnTo>
                  <a:lnTo>
                    <a:pt x="6864399" y="731737"/>
                  </a:lnTo>
                  <a:lnTo>
                    <a:pt x="6867568" y="731737"/>
                  </a:lnTo>
                  <a:lnTo>
                    <a:pt x="6870737" y="731737"/>
                  </a:lnTo>
                  <a:lnTo>
                    <a:pt x="6873906" y="731737"/>
                  </a:lnTo>
                  <a:lnTo>
                    <a:pt x="6877075" y="731737"/>
                  </a:lnTo>
                  <a:lnTo>
                    <a:pt x="6880244" y="731737"/>
                  </a:lnTo>
                  <a:lnTo>
                    <a:pt x="6883414" y="731737"/>
                  </a:lnTo>
                  <a:lnTo>
                    <a:pt x="6886583" y="715173"/>
                  </a:lnTo>
                  <a:lnTo>
                    <a:pt x="6889752" y="712032"/>
                  </a:lnTo>
                  <a:lnTo>
                    <a:pt x="6892921" y="692587"/>
                  </a:lnTo>
                  <a:lnTo>
                    <a:pt x="6896090" y="667318"/>
                  </a:lnTo>
                  <a:lnTo>
                    <a:pt x="6899259" y="657695"/>
                  </a:lnTo>
                  <a:lnTo>
                    <a:pt x="6902428" y="658575"/>
                  </a:lnTo>
                  <a:lnTo>
                    <a:pt x="6905598" y="665103"/>
                  </a:lnTo>
                  <a:lnTo>
                    <a:pt x="6908767" y="652880"/>
                  </a:lnTo>
                  <a:lnTo>
                    <a:pt x="6911936" y="635740"/>
                  </a:lnTo>
                  <a:lnTo>
                    <a:pt x="6915105" y="631491"/>
                  </a:lnTo>
                  <a:lnTo>
                    <a:pt x="6918274" y="633919"/>
                  </a:lnTo>
                  <a:lnTo>
                    <a:pt x="6921443" y="658954"/>
                  </a:lnTo>
                  <a:lnTo>
                    <a:pt x="6924613" y="679625"/>
                  </a:lnTo>
                  <a:lnTo>
                    <a:pt x="6927782" y="661229"/>
                  </a:lnTo>
                  <a:lnTo>
                    <a:pt x="6930951" y="657437"/>
                  </a:lnTo>
                  <a:lnTo>
                    <a:pt x="6934120" y="682122"/>
                  </a:lnTo>
                  <a:lnTo>
                    <a:pt x="6937289" y="698977"/>
                  </a:lnTo>
                  <a:lnTo>
                    <a:pt x="6940458" y="709809"/>
                  </a:lnTo>
                  <a:lnTo>
                    <a:pt x="6943628" y="717216"/>
                  </a:lnTo>
                  <a:lnTo>
                    <a:pt x="6946797" y="731737"/>
                  </a:lnTo>
                  <a:lnTo>
                    <a:pt x="6949966" y="731737"/>
                  </a:lnTo>
                  <a:lnTo>
                    <a:pt x="6953135" y="731737"/>
                  </a:lnTo>
                  <a:lnTo>
                    <a:pt x="6956304" y="731737"/>
                  </a:lnTo>
                  <a:lnTo>
                    <a:pt x="6959473" y="731737"/>
                  </a:lnTo>
                  <a:lnTo>
                    <a:pt x="6962642" y="731737"/>
                  </a:lnTo>
                  <a:lnTo>
                    <a:pt x="6965812" y="731737"/>
                  </a:lnTo>
                  <a:lnTo>
                    <a:pt x="6968981" y="731737"/>
                  </a:lnTo>
                  <a:lnTo>
                    <a:pt x="6972150" y="731737"/>
                  </a:lnTo>
                  <a:lnTo>
                    <a:pt x="6975319" y="731737"/>
                  </a:lnTo>
                  <a:lnTo>
                    <a:pt x="6978488" y="731737"/>
                  </a:lnTo>
                  <a:lnTo>
                    <a:pt x="6981657" y="731737"/>
                  </a:lnTo>
                  <a:lnTo>
                    <a:pt x="6984827" y="731737"/>
                  </a:lnTo>
                  <a:lnTo>
                    <a:pt x="6987996" y="731737"/>
                  </a:lnTo>
                  <a:lnTo>
                    <a:pt x="6991165" y="731737"/>
                  </a:lnTo>
                  <a:lnTo>
                    <a:pt x="6994334" y="731737"/>
                  </a:lnTo>
                  <a:lnTo>
                    <a:pt x="6997503" y="731737"/>
                  </a:lnTo>
                  <a:lnTo>
                    <a:pt x="7000672" y="729341"/>
                  </a:lnTo>
                  <a:lnTo>
                    <a:pt x="7003842" y="725443"/>
                  </a:lnTo>
                  <a:lnTo>
                    <a:pt x="7007011" y="713698"/>
                  </a:lnTo>
                  <a:lnTo>
                    <a:pt x="7010180" y="693219"/>
                  </a:lnTo>
                  <a:lnTo>
                    <a:pt x="7013349" y="690322"/>
                  </a:lnTo>
                  <a:lnTo>
                    <a:pt x="7016518" y="657562"/>
                  </a:lnTo>
                  <a:lnTo>
                    <a:pt x="7019687" y="679980"/>
                  </a:lnTo>
                  <a:lnTo>
                    <a:pt x="7022857" y="697330"/>
                  </a:lnTo>
                  <a:lnTo>
                    <a:pt x="7026026" y="704176"/>
                  </a:lnTo>
                  <a:lnTo>
                    <a:pt x="7029195" y="709652"/>
                  </a:lnTo>
                  <a:lnTo>
                    <a:pt x="7032364" y="685636"/>
                  </a:lnTo>
                  <a:lnTo>
                    <a:pt x="7035533" y="700243"/>
                  </a:lnTo>
                  <a:lnTo>
                    <a:pt x="7038702" y="707467"/>
                  </a:lnTo>
                  <a:lnTo>
                    <a:pt x="7041871" y="683850"/>
                  </a:lnTo>
                  <a:lnTo>
                    <a:pt x="7045041" y="674200"/>
                  </a:lnTo>
                  <a:lnTo>
                    <a:pt x="7048210" y="662793"/>
                  </a:lnTo>
                  <a:lnTo>
                    <a:pt x="7051379" y="689270"/>
                  </a:lnTo>
                  <a:lnTo>
                    <a:pt x="7054548" y="731737"/>
                  </a:lnTo>
                  <a:lnTo>
                    <a:pt x="7057717" y="705379"/>
                  </a:lnTo>
                  <a:lnTo>
                    <a:pt x="7060886" y="719727"/>
                  </a:lnTo>
                  <a:lnTo>
                    <a:pt x="7064056" y="731625"/>
                  </a:lnTo>
                  <a:lnTo>
                    <a:pt x="7067225" y="731737"/>
                  </a:lnTo>
                  <a:lnTo>
                    <a:pt x="7070394" y="731737"/>
                  </a:lnTo>
                  <a:lnTo>
                    <a:pt x="7073563" y="731737"/>
                  </a:lnTo>
                  <a:lnTo>
                    <a:pt x="7076732" y="731737"/>
                  </a:lnTo>
                  <a:lnTo>
                    <a:pt x="7079901" y="731737"/>
                  </a:lnTo>
                  <a:lnTo>
                    <a:pt x="7083071" y="731737"/>
                  </a:lnTo>
                  <a:lnTo>
                    <a:pt x="7086240" y="731737"/>
                  </a:lnTo>
                  <a:lnTo>
                    <a:pt x="7089409" y="731737"/>
                  </a:lnTo>
                  <a:lnTo>
                    <a:pt x="7092578" y="731737"/>
                  </a:lnTo>
                  <a:lnTo>
                    <a:pt x="7095747" y="731737"/>
                  </a:lnTo>
                  <a:lnTo>
                    <a:pt x="7098916" y="727557"/>
                  </a:lnTo>
                  <a:lnTo>
                    <a:pt x="7102086" y="727516"/>
                  </a:lnTo>
                  <a:lnTo>
                    <a:pt x="7105255" y="729561"/>
                  </a:lnTo>
                  <a:lnTo>
                    <a:pt x="7108424" y="721697"/>
                  </a:lnTo>
                  <a:lnTo>
                    <a:pt x="7111593" y="715958"/>
                  </a:lnTo>
                  <a:lnTo>
                    <a:pt x="7114762" y="698096"/>
                  </a:lnTo>
                  <a:lnTo>
                    <a:pt x="7117931" y="697739"/>
                  </a:lnTo>
                  <a:lnTo>
                    <a:pt x="7121100" y="696068"/>
                  </a:lnTo>
                  <a:lnTo>
                    <a:pt x="7124270" y="679062"/>
                  </a:lnTo>
                  <a:lnTo>
                    <a:pt x="7127439" y="672268"/>
                  </a:lnTo>
                  <a:lnTo>
                    <a:pt x="7130608" y="666578"/>
                  </a:lnTo>
                  <a:lnTo>
                    <a:pt x="7133777" y="679858"/>
                  </a:lnTo>
                  <a:lnTo>
                    <a:pt x="7136946" y="686429"/>
                  </a:lnTo>
                  <a:lnTo>
                    <a:pt x="7140115" y="675733"/>
                  </a:lnTo>
                  <a:lnTo>
                    <a:pt x="7143285" y="700528"/>
                  </a:lnTo>
                  <a:lnTo>
                    <a:pt x="7146454" y="686639"/>
                  </a:lnTo>
                  <a:lnTo>
                    <a:pt x="7149623" y="691173"/>
                  </a:lnTo>
                  <a:lnTo>
                    <a:pt x="7152792" y="700317"/>
                  </a:lnTo>
                  <a:lnTo>
                    <a:pt x="7155961" y="694328"/>
                  </a:lnTo>
                  <a:lnTo>
                    <a:pt x="7159130" y="696613"/>
                  </a:lnTo>
                  <a:lnTo>
                    <a:pt x="7162300" y="702953"/>
                  </a:lnTo>
                  <a:lnTo>
                    <a:pt x="7165469" y="697760"/>
                  </a:lnTo>
                  <a:lnTo>
                    <a:pt x="7168638" y="708358"/>
                  </a:lnTo>
                  <a:lnTo>
                    <a:pt x="7171807" y="721676"/>
                  </a:lnTo>
                  <a:lnTo>
                    <a:pt x="7174976" y="731140"/>
                  </a:lnTo>
                  <a:lnTo>
                    <a:pt x="7178145" y="721973"/>
                  </a:lnTo>
                  <a:lnTo>
                    <a:pt x="7181314" y="731737"/>
                  </a:lnTo>
                  <a:lnTo>
                    <a:pt x="7184484" y="731737"/>
                  </a:lnTo>
                  <a:lnTo>
                    <a:pt x="7187653" y="723071"/>
                  </a:lnTo>
                  <a:lnTo>
                    <a:pt x="7190822" y="720324"/>
                  </a:lnTo>
                  <a:lnTo>
                    <a:pt x="7193991" y="692989"/>
                  </a:lnTo>
                  <a:lnTo>
                    <a:pt x="7197160" y="693700"/>
                  </a:lnTo>
                  <a:lnTo>
                    <a:pt x="7200329" y="655473"/>
                  </a:lnTo>
                  <a:lnTo>
                    <a:pt x="7203499" y="639724"/>
                  </a:lnTo>
                  <a:lnTo>
                    <a:pt x="7206668" y="640471"/>
                  </a:lnTo>
                  <a:lnTo>
                    <a:pt x="7209837" y="645943"/>
                  </a:lnTo>
                  <a:lnTo>
                    <a:pt x="7213006" y="657963"/>
                  </a:lnTo>
                  <a:lnTo>
                    <a:pt x="7216175" y="648165"/>
                  </a:lnTo>
                  <a:lnTo>
                    <a:pt x="7219344" y="631436"/>
                  </a:lnTo>
                  <a:lnTo>
                    <a:pt x="7222514" y="639556"/>
                  </a:lnTo>
                  <a:lnTo>
                    <a:pt x="7225683" y="640395"/>
                  </a:lnTo>
                  <a:lnTo>
                    <a:pt x="7228852" y="639512"/>
                  </a:lnTo>
                  <a:lnTo>
                    <a:pt x="7232021" y="657836"/>
                  </a:lnTo>
                  <a:lnTo>
                    <a:pt x="7235190" y="666669"/>
                  </a:lnTo>
                  <a:lnTo>
                    <a:pt x="7238359" y="654002"/>
                  </a:lnTo>
                  <a:lnTo>
                    <a:pt x="7241529" y="644941"/>
                  </a:lnTo>
                  <a:lnTo>
                    <a:pt x="7244698" y="657874"/>
                  </a:lnTo>
                  <a:lnTo>
                    <a:pt x="7247867" y="640832"/>
                  </a:lnTo>
                  <a:lnTo>
                    <a:pt x="7251036" y="622361"/>
                  </a:lnTo>
                  <a:lnTo>
                    <a:pt x="7254205" y="611382"/>
                  </a:lnTo>
                  <a:lnTo>
                    <a:pt x="7257374" y="642020"/>
                  </a:lnTo>
                  <a:lnTo>
                    <a:pt x="7260543" y="670596"/>
                  </a:lnTo>
                  <a:lnTo>
                    <a:pt x="7263713" y="667968"/>
                  </a:lnTo>
                  <a:lnTo>
                    <a:pt x="7266882" y="652772"/>
                  </a:lnTo>
                  <a:lnTo>
                    <a:pt x="7270051" y="661527"/>
                  </a:lnTo>
                  <a:lnTo>
                    <a:pt x="7273220" y="688128"/>
                  </a:lnTo>
                  <a:lnTo>
                    <a:pt x="7276389" y="708668"/>
                  </a:lnTo>
                  <a:lnTo>
                    <a:pt x="7279558" y="708130"/>
                  </a:lnTo>
                  <a:lnTo>
                    <a:pt x="7282728" y="706581"/>
                  </a:lnTo>
                  <a:lnTo>
                    <a:pt x="7285897" y="683349"/>
                  </a:lnTo>
                  <a:lnTo>
                    <a:pt x="7289066" y="690850"/>
                  </a:lnTo>
                  <a:lnTo>
                    <a:pt x="7292235" y="722645"/>
                  </a:lnTo>
                  <a:lnTo>
                    <a:pt x="7295404" y="705727"/>
                  </a:lnTo>
                  <a:lnTo>
                    <a:pt x="7298573" y="731737"/>
                  </a:lnTo>
                  <a:lnTo>
                    <a:pt x="7301743" y="713558"/>
                  </a:lnTo>
                  <a:lnTo>
                    <a:pt x="7304912" y="727483"/>
                  </a:lnTo>
                  <a:lnTo>
                    <a:pt x="7308081" y="722685"/>
                  </a:lnTo>
                  <a:lnTo>
                    <a:pt x="7311250" y="687981"/>
                  </a:lnTo>
                  <a:lnTo>
                    <a:pt x="7314419" y="681964"/>
                  </a:lnTo>
                  <a:lnTo>
                    <a:pt x="7317588" y="683359"/>
                  </a:lnTo>
                  <a:lnTo>
                    <a:pt x="7320758" y="717750"/>
                  </a:lnTo>
                  <a:lnTo>
                    <a:pt x="7323927" y="715198"/>
                  </a:lnTo>
                  <a:lnTo>
                    <a:pt x="7327096" y="706957"/>
                  </a:lnTo>
                  <a:lnTo>
                    <a:pt x="7330265" y="720510"/>
                  </a:lnTo>
                  <a:lnTo>
                    <a:pt x="7333434" y="701651"/>
                  </a:lnTo>
                  <a:lnTo>
                    <a:pt x="7336603" y="681077"/>
                  </a:lnTo>
                  <a:lnTo>
                    <a:pt x="7339772" y="698856"/>
                  </a:lnTo>
                  <a:lnTo>
                    <a:pt x="7342942" y="711211"/>
                  </a:lnTo>
                  <a:lnTo>
                    <a:pt x="7346111" y="713292"/>
                  </a:lnTo>
                  <a:lnTo>
                    <a:pt x="7349280" y="713232"/>
                  </a:lnTo>
                  <a:lnTo>
                    <a:pt x="7352449" y="716972"/>
                  </a:lnTo>
                  <a:lnTo>
                    <a:pt x="7355618" y="699848"/>
                  </a:lnTo>
                  <a:lnTo>
                    <a:pt x="7358787" y="709364"/>
                  </a:lnTo>
                  <a:lnTo>
                    <a:pt x="7361957" y="649813"/>
                  </a:lnTo>
                  <a:lnTo>
                    <a:pt x="7365126" y="654389"/>
                  </a:lnTo>
                  <a:lnTo>
                    <a:pt x="7368295" y="694407"/>
                  </a:lnTo>
                  <a:lnTo>
                    <a:pt x="7371464" y="709431"/>
                  </a:lnTo>
                  <a:lnTo>
                    <a:pt x="7374633" y="725895"/>
                  </a:lnTo>
                  <a:lnTo>
                    <a:pt x="7377802" y="718797"/>
                  </a:lnTo>
                  <a:lnTo>
                    <a:pt x="7380972" y="731737"/>
                  </a:lnTo>
                  <a:lnTo>
                    <a:pt x="7384141" y="731737"/>
                  </a:lnTo>
                  <a:lnTo>
                    <a:pt x="7387310" y="731737"/>
                  </a:lnTo>
                  <a:lnTo>
                    <a:pt x="7390479" y="731737"/>
                  </a:lnTo>
                  <a:lnTo>
                    <a:pt x="7393648" y="729751"/>
                  </a:lnTo>
                  <a:lnTo>
                    <a:pt x="7396817" y="730156"/>
                  </a:lnTo>
                  <a:lnTo>
                    <a:pt x="7399986" y="731737"/>
                  </a:lnTo>
                  <a:lnTo>
                    <a:pt x="7403156" y="729998"/>
                  </a:lnTo>
                  <a:lnTo>
                    <a:pt x="7406325" y="731737"/>
                  </a:lnTo>
                  <a:lnTo>
                    <a:pt x="7409494" y="731737"/>
                  </a:lnTo>
                  <a:lnTo>
                    <a:pt x="7412663" y="706050"/>
                  </a:lnTo>
                  <a:lnTo>
                    <a:pt x="7415832" y="686157"/>
                  </a:lnTo>
                  <a:lnTo>
                    <a:pt x="7419001" y="683301"/>
                  </a:lnTo>
                  <a:lnTo>
                    <a:pt x="7422171" y="629568"/>
                  </a:lnTo>
                  <a:lnTo>
                    <a:pt x="7425340" y="587486"/>
                  </a:lnTo>
                  <a:lnTo>
                    <a:pt x="7428509" y="583636"/>
                  </a:lnTo>
                  <a:lnTo>
                    <a:pt x="7431678" y="576689"/>
                  </a:lnTo>
                  <a:lnTo>
                    <a:pt x="7434847" y="601637"/>
                  </a:lnTo>
                  <a:lnTo>
                    <a:pt x="7438016" y="606119"/>
                  </a:lnTo>
                  <a:lnTo>
                    <a:pt x="7441186" y="636794"/>
                  </a:lnTo>
                  <a:lnTo>
                    <a:pt x="7444355" y="663188"/>
                  </a:lnTo>
                  <a:lnTo>
                    <a:pt x="7447524" y="677877"/>
                  </a:lnTo>
                  <a:lnTo>
                    <a:pt x="7450693" y="698938"/>
                  </a:lnTo>
                  <a:lnTo>
                    <a:pt x="7453862" y="649981"/>
                  </a:lnTo>
                  <a:lnTo>
                    <a:pt x="7457031" y="647421"/>
                  </a:lnTo>
                  <a:lnTo>
                    <a:pt x="7460201" y="673062"/>
                  </a:lnTo>
                  <a:lnTo>
                    <a:pt x="7463370" y="683078"/>
                  </a:lnTo>
                  <a:lnTo>
                    <a:pt x="7466539" y="719934"/>
                  </a:lnTo>
                  <a:lnTo>
                    <a:pt x="7469708" y="722771"/>
                  </a:lnTo>
                  <a:lnTo>
                    <a:pt x="7472877" y="731737"/>
                  </a:lnTo>
                  <a:lnTo>
                    <a:pt x="7476046" y="731737"/>
                  </a:lnTo>
                  <a:lnTo>
                    <a:pt x="7479215" y="726885"/>
                  </a:lnTo>
                  <a:lnTo>
                    <a:pt x="7482385" y="723491"/>
                  </a:lnTo>
                  <a:lnTo>
                    <a:pt x="7485554" y="723733"/>
                  </a:lnTo>
                  <a:lnTo>
                    <a:pt x="7488723" y="717441"/>
                  </a:lnTo>
                  <a:lnTo>
                    <a:pt x="7491892" y="717755"/>
                  </a:lnTo>
                  <a:lnTo>
                    <a:pt x="7495061" y="713541"/>
                  </a:lnTo>
                  <a:lnTo>
                    <a:pt x="7498230" y="723733"/>
                  </a:lnTo>
                  <a:lnTo>
                    <a:pt x="7501400" y="723078"/>
                  </a:lnTo>
                  <a:lnTo>
                    <a:pt x="7504569" y="717097"/>
                  </a:lnTo>
                  <a:lnTo>
                    <a:pt x="7507738" y="727511"/>
                  </a:lnTo>
                  <a:lnTo>
                    <a:pt x="7510907" y="726615"/>
                  </a:lnTo>
                  <a:lnTo>
                    <a:pt x="7514076" y="728860"/>
                  </a:lnTo>
                  <a:lnTo>
                    <a:pt x="7517245" y="731737"/>
                  </a:lnTo>
                  <a:lnTo>
                    <a:pt x="7520415" y="731737"/>
                  </a:lnTo>
                  <a:lnTo>
                    <a:pt x="7523584" y="731737"/>
                  </a:lnTo>
                  <a:lnTo>
                    <a:pt x="7526753" y="731737"/>
                  </a:lnTo>
                  <a:lnTo>
                    <a:pt x="7529922" y="731737"/>
                  </a:lnTo>
                  <a:lnTo>
                    <a:pt x="7533091" y="731737"/>
                  </a:lnTo>
                  <a:lnTo>
                    <a:pt x="7536260" y="731737"/>
                  </a:lnTo>
                  <a:lnTo>
                    <a:pt x="7539429" y="731737"/>
                  </a:lnTo>
                  <a:lnTo>
                    <a:pt x="7542599" y="731737"/>
                  </a:lnTo>
                  <a:lnTo>
                    <a:pt x="7545768" y="731737"/>
                  </a:lnTo>
                  <a:lnTo>
                    <a:pt x="7548937" y="731737"/>
                  </a:lnTo>
                  <a:lnTo>
                    <a:pt x="7552106" y="731737"/>
                  </a:lnTo>
                  <a:lnTo>
                    <a:pt x="7555275" y="731737"/>
                  </a:lnTo>
                  <a:lnTo>
                    <a:pt x="7558444" y="731737"/>
                  </a:lnTo>
                  <a:lnTo>
                    <a:pt x="7561614" y="731737"/>
                  </a:lnTo>
                  <a:lnTo>
                    <a:pt x="7564783" y="731737"/>
                  </a:lnTo>
                  <a:lnTo>
                    <a:pt x="7567952" y="731737"/>
                  </a:lnTo>
                  <a:lnTo>
                    <a:pt x="7571121" y="704035"/>
                  </a:lnTo>
                  <a:lnTo>
                    <a:pt x="7574290" y="705775"/>
                  </a:lnTo>
                  <a:lnTo>
                    <a:pt x="7577459" y="698053"/>
                  </a:lnTo>
                  <a:lnTo>
                    <a:pt x="7580629" y="636189"/>
                  </a:lnTo>
                  <a:lnTo>
                    <a:pt x="7583798" y="655582"/>
                  </a:lnTo>
                  <a:lnTo>
                    <a:pt x="7586967" y="657228"/>
                  </a:lnTo>
                  <a:lnTo>
                    <a:pt x="7590136" y="694632"/>
                  </a:lnTo>
                  <a:lnTo>
                    <a:pt x="7593305" y="704370"/>
                  </a:lnTo>
                  <a:lnTo>
                    <a:pt x="7596474" y="660890"/>
                  </a:lnTo>
                  <a:lnTo>
                    <a:pt x="7599644" y="655102"/>
                  </a:lnTo>
                  <a:lnTo>
                    <a:pt x="7602813" y="647250"/>
                  </a:lnTo>
                  <a:lnTo>
                    <a:pt x="7605982" y="691756"/>
                  </a:lnTo>
                  <a:lnTo>
                    <a:pt x="7609151" y="715605"/>
                  </a:lnTo>
                  <a:lnTo>
                    <a:pt x="7612320" y="695228"/>
                  </a:lnTo>
                  <a:lnTo>
                    <a:pt x="7615489" y="731737"/>
                  </a:lnTo>
                  <a:lnTo>
                    <a:pt x="7618658" y="731737"/>
                  </a:lnTo>
                  <a:lnTo>
                    <a:pt x="7621828" y="730930"/>
                  </a:lnTo>
                  <a:lnTo>
                    <a:pt x="7624997" y="731737"/>
                  </a:lnTo>
                  <a:lnTo>
                    <a:pt x="7628166" y="731737"/>
                  </a:lnTo>
                  <a:lnTo>
                    <a:pt x="7631335" y="731737"/>
                  </a:lnTo>
                  <a:lnTo>
                    <a:pt x="7634504" y="731737"/>
                  </a:lnTo>
                  <a:lnTo>
                    <a:pt x="7637673" y="731737"/>
                  </a:lnTo>
                  <a:lnTo>
                    <a:pt x="7640843" y="731737"/>
                  </a:lnTo>
                  <a:lnTo>
                    <a:pt x="7644012" y="731737"/>
                  </a:lnTo>
                  <a:lnTo>
                    <a:pt x="7647181" y="731737"/>
                  </a:lnTo>
                  <a:lnTo>
                    <a:pt x="7650350" y="731737"/>
                  </a:lnTo>
                  <a:lnTo>
                    <a:pt x="7653519" y="730651"/>
                  </a:lnTo>
                  <a:lnTo>
                    <a:pt x="7656688" y="718776"/>
                  </a:lnTo>
                  <a:lnTo>
                    <a:pt x="7659858" y="731737"/>
                  </a:lnTo>
                  <a:lnTo>
                    <a:pt x="7663027" y="720789"/>
                  </a:lnTo>
                  <a:lnTo>
                    <a:pt x="7666196" y="706959"/>
                  </a:lnTo>
                  <a:lnTo>
                    <a:pt x="7669365" y="685282"/>
                  </a:lnTo>
                  <a:lnTo>
                    <a:pt x="7672534" y="644187"/>
                  </a:lnTo>
                  <a:lnTo>
                    <a:pt x="7675703" y="656599"/>
                  </a:lnTo>
                  <a:lnTo>
                    <a:pt x="7678873" y="647749"/>
                  </a:lnTo>
                  <a:lnTo>
                    <a:pt x="7682042" y="658314"/>
                  </a:lnTo>
                  <a:lnTo>
                    <a:pt x="7685211" y="656772"/>
                  </a:lnTo>
                  <a:lnTo>
                    <a:pt x="7688380" y="637525"/>
                  </a:lnTo>
                  <a:lnTo>
                    <a:pt x="7691549" y="648973"/>
                  </a:lnTo>
                  <a:lnTo>
                    <a:pt x="7694718" y="685716"/>
                  </a:lnTo>
                  <a:lnTo>
                    <a:pt x="7697887" y="682443"/>
                  </a:lnTo>
                  <a:lnTo>
                    <a:pt x="7701057" y="687840"/>
                  </a:lnTo>
                  <a:lnTo>
                    <a:pt x="7704226" y="661489"/>
                  </a:lnTo>
                  <a:lnTo>
                    <a:pt x="7707395" y="657191"/>
                  </a:lnTo>
                  <a:lnTo>
                    <a:pt x="7710564" y="684491"/>
                  </a:lnTo>
                  <a:lnTo>
                    <a:pt x="7713733" y="685892"/>
                  </a:lnTo>
                  <a:lnTo>
                    <a:pt x="7716902" y="666733"/>
                  </a:lnTo>
                  <a:lnTo>
                    <a:pt x="7720072" y="663255"/>
                  </a:lnTo>
                  <a:lnTo>
                    <a:pt x="7723241" y="646056"/>
                  </a:lnTo>
                  <a:lnTo>
                    <a:pt x="7726410" y="638846"/>
                  </a:lnTo>
                  <a:lnTo>
                    <a:pt x="7729579" y="633399"/>
                  </a:lnTo>
                  <a:lnTo>
                    <a:pt x="7732748" y="593560"/>
                  </a:lnTo>
                  <a:lnTo>
                    <a:pt x="7735917" y="632841"/>
                  </a:lnTo>
                  <a:lnTo>
                    <a:pt x="7739087" y="653064"/>
                  </a:lnTo>
                  <a:lnTo>
                    <a:pt x="7742256" y="699432"/>
                  </a:lnTo>
                  <a:lnTo>
                    <a:pt x="7745425" y="700077"/>
                  </a:lnTo>
                  <a:lnTo>
                    <a:pt x="7748594" y="710282"/>
                  </a:lnTo>
                  <a:lnTo>
                    <a:pt x="7751763" y="722019"/>
                  </a:lnTo>
                  <a:lnTo>
                    <a:pt x="7754932" y="723364"/>
                  </a:lnTo>
                  <a:lnTo>
                    <a:pt x="7758101" y="731737"/>
                  </a:lnTo>
                  <a:lnTo>
                    <a:pt x="7761271" y="731093"/>
                  </a:lnTo>
                  <a:lnTo>
                    <a:pt x="7764440" y="731737"/>
                  </a:lnTo>
                  <a:lnTo>
                    <a:pt x="7767609" y="731737"/>
                  </a:lnTo>
                  <a:lnTo>
                    <a:pt x="7770778" y="731737"/>
                  </a:lnTo>
                  <a:lnTo>
                    <a:pt x="7773947" y="728498"/>
                  </a:lnTo>
                  <a:lnTo>
                    <a:pt x="7777116" y="722518"/>
                  </a:lnTo>
                  <a:lnTo>
                    <a:pt x="7780286" y="718520"/>
                  </a:lnTo>
                  <a:lnTo>
                    <a:pt x="7783455" y="726825"/>
                  </a:lnTo>
                  <a:lnTo>
                    <a:pt x="7786624" y="731737"/>
                  </a:lnTo>
                  <a:lnTo>
                    <a:pt x="7789793" y="731737"/>
                  </a:lnTo>
                  <a:lnTo>
                    <a:pt x="7792962" y="731737"/>
                  </a:lnTo>
                  <a:lnTo>
                    <a:pt x="7796131" y="731737"/>
                  </a:lnTo>
                  <a:lnTo>
                    <a:pt x="7799301" y="731737"/>
                  </a:lnTo>
                  <a:lnTo>
                    <a:pt x="7802470" y="731737"/>
                  </a:lnTo>
                  <a:lnTo>
                    <a:pt x="7805639" y="731737"/>
                  </a:lnTo>
                  <a:lnTo>
                    <a:pt x="7808808" y="731737"/>
                  </a:lnTo>
                  <a:lnTo>
                    <a:pt x="7811977" y="718227"/>
                  </a:lnTo>
                  <a:lnTo>
                    <a:pt x="7815146" y="724655"/>
                  </a:lnTo>
                  <a:lnTo>
                    <a:pt x="7818316" y="717760"/>
                  </a:lnTo>
                  <a:lnTo>
                    <a:pt x="7821485" y="716182"/>
                  </a:lnTo>
                  <a:lnTo>
                    <a:pt x="7824654" y="718599"/>
                  </a:lnTo>
                  <a:lnTo>
                    <a:pt x="7827823" y="682771"/>
                  </a:lnTo>
                  <a:lnTo>
                    <a:pt x="7830992" y="684257"/>
                  </a:lnTo>
                  <a:lnTo>
                    <a:pt x="7834161" y="692801"/>
                  </a:lnTo>
                  <a:lnTo>
                    <a:pt x="7837330" y="704260"/>
                  </a:lnTo>
                  <a:lnTo>
                    <a:pt x="7840500" y="728430"/>
                  </a:lnTo>
                  <a:lnTo>
                    <a:pt x="7843669" y="702637"/>
                  </a:lnTo>
                  <a:lnTo>
                    <a:pt x="7846838" y="731737"/>
                  </a:lnTo>
                  <a:lnTo>
                    <a:pt x="7850007" y="731737"/>
                  </a:lnTo>
                  <a:lnTo>
                    <a:pt x="7853176" y="731737"/>
                  </a:lnTo>
                  <a:lnTo>
                    <a:pt x="7856345" y="731737"/>
                  </a:lnTo>
                  <a:lnTo>
                    <a:pt x="7859515" y="724197"/>
                  </a:lnTo>
                  <a:lnTo>
                    <a:pt x="7862684" y="717249"/>
                  </a:lnTo>
                  <a:lnTo>
                    <a:pt x="7865853" y="695232"/>
                  </a:lnTo>
                  <a:lnTo>
                    <a:pt x="7869022" y="705974"/>
                  </a:lnTo>
                  <a:lnTo>
                    <a:pt x="7872191" y="714929"/>
                  </a:lnTo>
                  <a:lnTo>
                    <a:pt x="7875360" y="705540"/>
                  </a:lnTo>
                  <a:lnTo>
                    <a:pt x="7878530" y="705307"/>
                  </a:lnTo>
                  <a:lnTo>
                    <a:pt x="7881699" y="695635"/>
                  </a:lnTo>
                  <a:lnTo>
                    <a:pt x="7884868" y="688378"/>
                  </a:lnTo>
                  <a:lnTo>
                    <a:pt x="7888037" y="674549"/>
                  </a:lnTo>
                  <a:lnTo>
                    <a:pt x="7891206" y="641873"/>
                  </a:lnTo>
                  <a:lnTo>
                    <a:pt x="7894375" y="629856"/>
                  </a:lnTo>
                  <a:lnTo>
                    <a:pt x="7897544" y="640253"/>
                  </a:lnTo>
                  <a:lnTo>
                    <a:pt x="7900714" y="647036"/>
                  </a:lnTo>
                  <a:lnTo>
                    <a:pt x="7903883" y="661208"/>
                  </a:lnTo>
                  <a:lnTo>
                    <a:pt x="7907052" y="625864"/>
                  </a:lnTo>
                  <a:lnTo>
                    <a:pt x="7910221" y="642436"/>
                  </a:lnTo>
                  <a:lnTo>
                    <a:pt x="7913390" y="585987"/>
                  </a:lnTo>
                  <a:lnTo>
                    <a:pt x="7916559" y="562232"/>
                  </a:lnTo>
                  <a:lnTo>
                    <a:pt x="7919729" y="606799"/>
                  </a:lnTo>
                  <a:lnTo>
                    <a:pt x="7922898" y="615900"/>
                  </a:lnTo>
                  <a:lnTo>
                    <a:pt x="7926067" y="670845"/>
                  </a:lnTo>
                  <a:lnTo>
                    <a:pt x="7929236" y="692677"/>
                  </a:lnTo>
                  <a:lnTo>
                    <a:pt x="7932405" y="686728"/>
                  </a:lnTo>
                  <a:lnTo>
                    <a:pt x="7935574" y="700253"/>
                  </a:lnTo>
                  <a:lnTo>
                    <a:pt x="7938744" y="685486"/>
                  </a:lnTo>
                  <a:lnTo>
                    <a:pt x="7941913" y="697453"/>
                  </a:lnTo>
                  <a:lnTo>
                    <a:pt x="7945082" y="680831"/>
                  </a:lnTo>
                  <a:lnTo>
                    <a:pt x="7948251" y="656884"/>
                  </a:lnTo>
                  <a:lnTo>
                    <a:pt x="7951420" y="649098"/>
                  </a:lnTo>
                  <a:lnTo>
                    <a:pt x="7954589" y="643276"/>
                  </a:lnTo>
                  <a:lnTo>
                    <a:pt x="7957759" y="702738"/>
                  </a:lnTo>
                  <a:lnTo>
                    <a:pt x="7960928" y="688095"/>
                  </a:lnTo>
                  <a:lnTo>
                    <a:pt x="7964097" y="669898"/>
                  </a:lnTo>
                  <a:lnTo>
                    <a:pt x="7967266" y="669016"/>
                  </a:lnTo>
                  <a:lnTo>
                    <a:pt x="7970435" y="684151"/>
                  </a:lnTo>
                  <a:lnTo>
                    <a:pt x="7973604" y="712407"/>
                  </a:lnTo>
                  <a:lnTo>
                    <a:pt x="7976773" y="728332"/>
                  </a:lnTo>
                  <a:lnTo>
                    <a:pt x="7979943" y="729651"/>
                  </a:lnTo>
                  <a:lnTo>
                    <a:pt x="7983112" y="730234"/>
                  </a:lnTo>
                  <a:lnTo>
                    <a:pt x="7986281" y="714702"/>
                  </a:lnTo>
                  <a:lnTo>
                    <a:pt x="7989450" y="727917"/>
                  </a:lnTo>
                  <a:lnTo>
                    <a:pt x="7992619" y="728864"/>
                  </a:lnTo>
                  <a:lnTo>
                    <a:pt x="7995788" y="731737"/>
                  </a:lnTo>
                  <a:lnTo>
                    <a:pt x="7998958" y="731737"/>
                  </a:lnTo>
                  <a:lnTo>
                    <a:pt x="8002127" y="730140"/>
                  </a:lnTo>
                  <a:lnTo>
                    <a:pt x="8005296" y="731737"/>
                  </a:lnTo>
                  <a:lnTo>
                    <a:pt x="8008465" y="710257"/>
                  </a:lnTo>
                  <a:lnTo>
                    <a:pt x="8011634" y="690223"/>
                  </a:lnTo>
                  <a:lnTo>
                    <a:pt x="8014803" y="667639"/>
                  </a:lnTo>
                  <a:lnTo>
                    <a:pt x="8017973" y="677823"/>
                  </a:lnTo>
                  <a:lnTo>
                    <a:pt x="8021142" y="670829"/>
                  </a:lnTo>
                  <a:lnTo>
                    <a:pt x="8024311" y="656405"/>
                  </a:lnTo>
                  <a:lnTo>
                    <a:pt x="8027480" y="658952"/>
                  </a:lnTo>
                  <a:lnTo>
                    <a:pt x="8030649" y="604502"/>
                  </a:lnTo>
                  <a:lnTo>
                    <a:pt x="8033818" y="619406"/>
                  </a:lnTo>
                  <a:lnTo>
                    <a:pt x="8036988" y="580790"/>
                  </a:lnTo>
                  <a:lnTo>
                    <a:pt x="8040157" y="552557"/>
                  </a:lnTo>
                  <a:lnTo>
                    <a:pt x="8043326" y="559279"/>
                  </a:lnTo>
                  <a:lnTo>
                    <a:pt x="8046495" y="570572"/>
                  </a:lnTo>
                  <a:lnTo>
                    <a:pt x="8049664" y="575839"/>
                  </a:lnTo>
                  <a:lnTo>
                    <a:pt x="8052833" y="560001"/>
                  </a:lnTo>
                  <a:lnTo>
                    <a:pt x="8056002" y="569036"/>
                  </a:lnTo>
                  <a:lnTo>
                    <a:pt x="8059172" y="594112"/>
                  </a:lnTo>
                  <a:lnTo>
                    <a:pt x="8062341" y="614622"/>
                  </a:lnTo>
                  <a:lnTo>
                    <a:pt x="8065510" y="633915"/>
                  </a:lnTo>
                  <a:lnTo>
                    <a:pt x="8068679" y="632564"/>
                  </a:lnTo>
                  <a:lnTo>
                    <a:pt x="8071848" y="631128"/>
                  </a:lnTo>
                  <a:lnTo>
                    <a:pt x="8075017" y="640424"/>
                  </a:lnTo>
                  <a:lnTo>
                    <a:pt x="8078187" y="645651"/>
                  </a:lnTo>
                  <a:lnTo>
                    <a:pt x="8081356" y="670649"/>
                  </a:lnTo>
                  <a:lnTo>
                    <a:pt x="8084525" y="694909"/>
                  </a:lnTo>
                  <a:lnTo>
                    <a:pt x="8087694" y="697325"/>
                  </a:lnTo>
                  <a:lnTo>
                    <a:pt x="8090863" y="693491"/>
                  </a:lnTo>
                  <a:lnTo>
                    <a:pt x="8094032" y="687432"/>
                  </a:lnTo>
                  <a:lnTo>
                    <a:pt x="8097202" y="691997"/>
                  </a:lnTo>
                  <a:lnTo>
                    <a:pt x="8100371" y="699345"/>
                  </a:lnTo>
                  <a:lnTo>
                    <a:pt x="8103540" y="698880"/>
                  </a:lnTo>
                  <a:lnTo>
                    <a:pt x="8106709" y="681811"/>
                  </a:lnTo>
                  <a:lnTo>
                    <a:pt x="8109878" y="687538"/>
                  </a:lnTo>
                  <a:lnTo>
                    <a:pt x="8113047" y="712516"/>
                  </a:lnTo>
                  <a:lnTo>
                    <a:pt x="8116216" y="724477"/>
                  </a:lnTo>
                  <a:lnTo>
                    <a:pt x="8119386" y="727115"/>
                  </a:lnTo>
                  <a:lnTo>
                    <a:pt x="8122555" y="728984"/>
                  </a:lnTo>
                  <a:lnTo>
                    <a:pt x="8125724" y="719704"/>
                  </a:lnTo>
                  <a:lnTo>
                    <a:pt x="8128893" y="718530"/>
                  </a:lnTo>
                  <a:lnTo>
                    <a:pt x="8132062" y="731737"/>
                  </a:lnTo>
                  <a:lnTo>
                    <a:pt x="8135231" y="724492"/>
                  </a:lnTo>
                  <a:lnTo>
                    <a:pt x="8138401" y="726887"/>
                  </a:lnTo>
                  <a:lnTo>
                    <a:pt x="8141570" y="710333"/>
                  </a:lnTo>
                  <a:lnTo>
                    <a:pt x="8144739" y="700926"/>
                  </a:lnTo>
                  <a:lnTo>
                    <a:pt x="8147908" y="701816"/>
                  </a:lnTo>
                  <a:lnTo>
                    <a:pt x="8151077" y="674961"/>
                  </a:lnTo>
                  <a:lnTo>
                    <a:pt x="8154246" y="652154"/>
                  </a:lnTo>
                  <a:lnTo>
                    <a:pt x="8157416" y="658997"/>
                  </a:lnTo>
                  <a:lnTo>
                    <a:pt x="8160585" y="687063"/>
                  </a:lnTo>
                  <a:lnTo>
                    <a:pt x="8163754" y="728141"/>
                  </a:lnTo>
                  <a:lnTo>
                    <a:pt x="8166923" y="711621"/>
                  </a:lnTo>
                  <a:lnTo>
                    <a:pt x="8170092" y="728356"/>
                  </a:lnTo>
                  <a:lnTo>
                    <a:pt x="8173261" y="728284"/>
                  </a:lnTo>
                  <a:lnTo>
                    <a:pt x="8176431" y="727110"/>
                  </a:lnTo>
                  <a:lnTo>
                    <a:pt x="8179600" y="729236"/>
                  </a:lnTo>
                  <a:lnTo>
                    <a:pt x="8182769" y="698058"/>
                  </a:lnTo>
                  <a:lnTo>
                    <a:pt x="8185938" y="714351"/>
                  </a:lnTo>
                  <a:lnTo>
                    <a:pt x="8189107" y="690663"/>
                  </a:lnTo>
                  <a:lnTo>
                    <a:pt x="8192276" y="691347"/>
                  </a:lnTo>
                  <a:lnTo>
                    <a:pt x="8195445" y="707039"/>
                  </a:lnTo>
                  <a:lnTo>
                    <a:pt x="8198615" y="679450"/>
                  </a:lnTo>
                  <a:lnTo>
                    <a:pt x="8201784" y="716428"/>
                  </a:lnTo>
                  <a:lnTo>
                    <a:pt x="8204953" y="694751"/>
                  </a:lnTo>
                  <a:lnTo>
                    <a:pt x="8208122" y="695005"/>
                  </a:lnTo>
                  <a:lnTo>
                    <a:pt x="8211291" y="684923"/>
                  </a:lnTo>
                  <a:lnTo>
                    <a:pt x="8214460" y="642762"/>
                  </a:lnTo>
                  <a:lnTo>
                    <a:pt x="8217630" y="656445"/>
                  </a:lnTo>
                  <a:lnTo>
                    <a:pt x="8220799" y="652782"/>
                  </a:lnTo>
                  <a:lnTo>
                    <a:pt x="8223968" y="689656"/>
                  </a:lnTo>
                  <a:lnTo>
                    <a:pt x="8227137" y="710780"/>
                  </a:lnTo>
                  <a:lnTo>
                    <a:pt x="8230306" y="687089"/>
                  </a:lnTo>
                  <a:lnTo>
                    <a:pt x="8233475" y="695875"/>
                  </a:lnTo>
                  <a:lnTo>
                    <a:pt x="8236645" y="682173"/>
                  </a:lnTo>
                  <a:lnTo>
                    <a:pt x="8239814" y="656072"/>
                  </a:lnTo>
                  <a:lnTo>
                    <a:pt x="8242983" y="635837"/>
                  </a:lnTo>
                  <a:lnTo>
                    <a:pt x="8246152" y="633795"/>
                  </a:lnTo>
                  <a:lnTo>
                    <a:pt x="8249321" y="657192"/>
                  </a:lnTo>
                  <a:lnTo>
                    <a:pt x="8252490" y="693989"/>
                  </a:lnTo>
                  <a:lnTo>
                    <a:pt x="8255659" y="703132"/>
                  </a:lnTo>
                  <a:lnTo>
                    <a:pt x="8258829" y="696697"/>
                  </a:lnTo>
                  <a:lnTo>
                    <a:pt x="8261998" y="710734"/>
                  </a:lnTo>
                  <a:lnTo>
                    <a:pt x="8265167" y="699598"/>
                  </a:lnTo>
                  <a:lnTo>
                    <a:pt x="8268336" y="715803"/>
                  </a:lnTo>
                  <a:lnTo>
                    <a:pt x="8271505" y="731737"/>
                  </a:lnTo>
                  <a:lnTo>
                    <a:pt x="8274674" y="731737"/>
                  </a:lnTo>
                  <a:lnTo>
                    <a:pt x="8277844" y="693713"/>
                  </a:lnTo>
                  <a:lnTo>
                    <a:pt x="8281013" y="688672"/>
                  </a:lnTo>
                  <a:lnTo>
                    <a:pt x="8284182" y="674171"/>
                  </a:lnTo>
                  <a:lnTo>
                    <a:pt x="8287351" y="648230"/>
                  </a:lnTo>
                  <a:lnTo>
                    <a:pt x="8290520" y="609799"/>
                  </a:lnTo>
                  <a:lnTo>
                    <a:pt x="8293689" y="574029"/>
                  </a:lnTo>
                  <a:lnTo>
                    <a:pt x="8296859" y="579703"/>
                  </a:lnTo>
                  <a:lnTo>
                    <a:pt x="8300028" y="610823"/>
                  </a:lnTo>
                  <a:lnTo>
                    <a:pt x="8303197" y="576270"/>
                  </a:lnTo>
                  <a:lnTo>
                    <a:pt x="8306366" y="568115"/>
                  </a:lnTo>
                  <a:lnTo>
                    <a:pt x="8309535" y="543574"/>
                  </a:lnTo>
                  <a:lnTo>
                    <a:pt x="8312704" y="553577"/>
                  </a:lnTo>
                  <a:lnTo>
                    <a:pt x="8315874" y="576545"/>
                  </a:lnTo>
                  <a:lnTo>
                    <a:pt x="8319043" y="549664"/>
                  </a:lnTo>
                  <a:lnTo>
                    <a:pt x="8322212" y="564072"/>
                  </a:lnTo>
                  <a:lnTo>
                    <a:pt x="8325381" y="591112"/>
                  </a:lnTo>
                  <a:lnTo>
                    <a:pt x="8328550" y="612873"/>
                  </a:lnTo>
                  <a:lnTo>
                    <a:pt x="8331719" y="644292"/>
                  </a:lnTo>
                  <a:lnTo>
                    <a:pt x="8334888" y="647955"/>
                  </a:lnTo>
                  <a:lnTo>
                    <a:pt x="8338058" y="666259"/>
                  </a:lnTo>
                  <a:lnTo>
                    <a:pt x="8341227" y="683128"/>
                  </a:lnTo>
                  <a:lnTo>
                    <a:pt x="8344396" y="654985"/>
                  </a:lnTo>
                  <a:lnTo>
                    <a:pt x="8347565" y="662881"/>
                  </a:lnTo>
                  <a:lnTo>
                    <a:pt x="8350734" y="671120"/>
                  </a:lnTo>
                  <a:lnTo>
                    <a:pt x="8353903" y="678067"/>
                  </a:lnTo>
                  <a:lnTo>
                    <a:pt x="8357073" y="699238"/>
                  </a:lnTo>
                  <a:lnTo>
                    <a:pt x="8360242" y="702778"/>
                  </a:lnTo>
                  <a:lnTo>
                    <a:pt x="8363411" y="712572"/>
                  </a:lnTo>
                  <a:lnTo>
                    <a:pt x="8366580" y="712389"/>
                  </a:lnTo>
                  <a:lnTo>
                    <a:pt x="8369749" y="709190"/>
                  </a:lnTo>
                  <a:lnTo>
                    <a:pt x="8372918" y="711652"/>
                  </a:lnTo>
                  <a:lnTo>
                    <a:pt x="8376088" y="696344"/>
                  </a:lnTo>
                  <a:lnTo>
                    <a:pt x="8379257" y="701597"/>
                  </a:lnTo>
                  <a:lnTo>
                    <a:pt x="8382426" y="681933"/>
                  </a:lnTo>
                  <a:lnTo>
                    <a:pt x="8385595" y="666127"/>
                  </a:lnTo>
                  <a:lnTo>
                    <a:pt x="8388764" y="679093"/>
                  </a:lnTo>
                  <a:lnTo>
                    <a:pt x="8391933" y="682428"/>
                  </a:lnTo>
                  <a:lnTo>
                    <a:pt x="8395103" y="684854"/>
                  </a:lnTo>
                  <a:lnTo>
                    <a:pt x="8398272" y="679253"/>
                  </a:lnTo>
                  <a:lnTo>
                    <a:pt x="8401441" y="674340"/>
                  </a:lnTo>
                  <a:lnTo>
                    <a:pt x="8404610" y="661018"/>
                  </a:lnTo>
                  <a:lnTo>
                    <a:pt x="8407779" y="667509"/>
                  </a:lnTo>
                  <a:lnTo>
                    <a:pt x="8410948" y="640424"/>
                  </a:lnTo>
                  <a:lnTo>
                    <a:pt x="8414117" y="654864"/>
                  </a:lnTo>
                  <a:lnTo>
                    <a:pt x="8417287" y="645733"/>
                  </a:lnTo>
                  <a:lnTo>
                    <a:pt x="8420456" y="624551"/>
                  </a:lnTo>
                  <a:lnTo>
                    <a:pt x="8423625" y="646262"/>
                  </a:lnTo>
                  <a:lnTo>
                    <a:pt x="8426794" y="645558"/>
                  </a:lnTo>
                  <a:lnTo>
                    <a:pt x="8429963" y="687763"/>
                  </a:lnTo>
                  <a:lnTo>
                    <a:pt x="8433132" y="679227"/>
                  </a:lnTo>
                  <a:lnTo>
                    <a:pt x="8436302" y="614303"/>
                  </a:lnTo>
                  <a:lnTo>
                    <a:pt x="8439471" y="588645"/>
                  </a:lnTo>
                  <a:lnTo>
                    <a:pt x="8442640" y="582827"/>
                  </a:lnTo>
                  <a:lnTo>
                    <a:pt x="8445809" y="657007"/>
                  </a:lnTo>
                  <a:lnTo>
                    <a:pt x="8448978" y="657776"/>
                  </a:lnTo>
                  <a:lnTo>
                    <a:pt x="8452147" y="647285"/>
                  </a:lnTo>
                  <a:lnTo>
                    <a:pt x="8455317" y="696503"/>
                  </a:lnTo>
                  <a:lnTo>
                    <a:pt x="8458486" y="689095"/>
                  </a:lnTo>
                  <a:lnTo>
                    <a:pt x="8461655" y="702890"/>
                  </a:lnTo>
                  <a:lnTo>
                    <a:pt x="8464824" y="702126"/>
                  </a:lnTo>
                  <a:lnTo>
                    <a:pt x="8467993" y="694978"/>
                  </a:lnTo>
                  <a:lnTo>
                    <a:pt x="8471162" y="704136"/>
                  </a:lnTo>
                  <a:lnTo>
                    <a:pt x="8474331" y="705428"/>
                  </a:lnTo>
                  <a:lnTo>
                    <a:pt x="8477501" y="705118"/>
                  </a:lnTo>
                  <a:lnTo>
                    <a:pt x="8480670" y="704016"/>
                  </a:lnTo>
                  <a:lnTo>
                    <a:pt x="8483839" y="706452"/>
                  </a:lnTo>
                  <a:lnTo>
                    <a:pt x="8487008" y="699215"/>
                  </a:lnTo>
                  <a:lnTo>
                    <a:pt x="8490177" y="685313"/>
                  </a:lnTo>
                  <a:lnTo>
                    <a:pt x="8493346" y="672487"/>
                  </a:lnTo>
                  <a:lnTo>
                    <a:pt x="8496516" y="667182"/>
                  </a:lnTo>
                  <a:lnTo>
                    <a:pt x="8499685" y="664289"/>
                  </a:lnTo>
                  <a:lnTo>
                    <a:pt x="8502854" y="612994"/>
                  </a:lnTo>
                  <a:lnTo>
                    <a:pt x="8506023" y="590550"/>
                  </a:lnTo>
                  <a:lnTo>
                    <a:pt x="8509192" y="584429"/>
                  </a:lnTo>
                  <a:lnTo>
                    <a:pt x="8512361" y="567781"/>
                  </a:lnTo>
                  <a:lnTo>
                    <a:pt x="8515531" y="582656"/>
                  </a:lnTo>
                  <a:lnTo>
                    <a:pt x="8518700" y="536240"/>
                  </a:lnTo>
                  <a:lnTo>
                    <a:pt x="8521869" y="570201"/>
                  </a:lnTo>
                  <a:lnTo>
                    <a:pt x="8525038" y="542622"/>
                  </a:lnTo>
                  <a:lnTo>
                    <a:pt x="8528207" y="523117"/>
                  </a:lnTo>
                  <a:lnTo>
                    <a:pt x="8531376" y="511919"/>
                  </a:lnTo>
                  <a:lnTo>
                    <a:pt x="8534546" y="539874"/>
                  </a:lnTo>
                  <a:lnTo>
                    <a:pt x="8537715" y="603967"/>
                  </a:lnTo>
                  <a:lnTo>
                    <a:pt x="8540884" y="645299"/>
                  </a:lnTo>
                  <a:lnTo>
                    <a:pt x="8544053" y="606254"/>
                  </a:lnTo>
                  <a:lnTo>
                    <a:pt x="8547222" y="617922"/>
                  </a:lnTo>
                  <a:lnTo>
                    <a:pt x="8550391" y="661888"/>
                  </a:lnTo>
                  <a:lnTo>
                    <a:pt x="8553560" y="680330"/>
                  </a:lnTo>
                  <a:lnTo>
                    <a:pt x="8553560" y="731737"/>
                  </a:lnTo>
                  <a:lnTo>
                    <a:pt x="8550391" y="731737"/>
                  </a:lnTo>
                  <a:lnTo>
                    <a:pt x="8547222" y="731737"/>
                  </a:lnTo>
                  <a:lnTo>
                    <a:pt x="8544053" y="731737"/>
                  </a:lnTo>
                  <a:lnTo>
                    <a:pt x="8540884" y="731737"/>
                  </a:lnTo>
                  <a:lnTo>
                    <a:pt x="8537715" y="731737"/>
                  </a:lnTo>
                  <a:lnTo>
                    <a:pt x="8534546" y="731737"/>
                  </a:lnTo>
                  <a:lnTo>
                    <a:pt x="8531376" y="731737"/>
                  </a:lnTo>
                  <a:lnTo>
                    <a:pt x="8528207" y="731737"/>
                  </a:lnTo>
                  <a:lnTo>
                    <a:pt x="8525038" y="731737"/>
                  </a:lnTo>
                  <a:lnTo>
                    <a:pt x="8521869" y="731737"/>
                  </a:lnTo>
                  <a:lnTo>
                    <a:pt x="8518700" y="731737"/>
                  </a:lnTo>
                  <a:lnTo>
                    <a:pt x="8515531" y="731737"/>
                  </a:lnTo>
                  <a:lnTo>
                    <a:pt x="8512361" y="731737"/>
                  </a:lnTo>
                  <a:lnTo>
                    <a:pt x="8509192" y="731737"/>
                  </a:lnTo>
                  <a:lnTo>
                    <a:pt x="8506023" y="731737"/>
                  </a:lnTo>
                  <a:lnTo>
                    <a:pt x="8502854" y="731737"/>
                  </a:lnTo>
                  <a:lnTo>
                    <a:pt x="8499685" y="731737"/>
                  </a:lnTo>
                  <a:lnTo>
                    <a:pt x="8496516" y="731737"/>
                  </a:lnTo>
                  <a:lnTo>
                    <a:pt x="8493346" y="731737"/>
                  </a:lnTo>
                  <a:lnTo>
                    <a:pt x="8490177" y="731737"/>
                  </a:lnTo>
                  <a:lnTo>
                    <a:pt x="8487008" y="731737"/>
                  </a:lnTo>
                  <a:lnTo>
                    <a:pt x="8483839" y="731737"/>
                  </a:lnTo>
                  <a:lnTo>
                    <a:pt x="8480670" y="731737"/>
                  </a:lnTo>
                  <a:lnTo>
                    <a:pt x="8477501" y="731737"/>
                  </a:lnTo>
                  <a:lnTo>
                    <a:pt x="8474331" y="731737"/>
                  </a:lnTo>
                  <a:lnTo>
                    <a:pt x="8471162" y="731737"/>
                  </a:lnTo>
                  <a:lnTo>
                    <a:pt x="8467993" y="731737"/>
                  </a:lnTo>
                  <a:lnTo>
                    <a:pt x="8464824" y="731737"/>
                  </a:lnTo>
                  <a:lnTo>
                    <a:pt x="8461655" y="731737"/>
                  </a:lnTo>
                  <a:lnTo>
                    <a:pt x="8458486" y="731737"/>
                  </a:lnTo>
                  <a:lnTo>
                    <a:pt x="8455317" y="731737"/>
                  </a:lnTo>
                  <a:lnTo>
                    <a:pt x="8452147" y="731737"/>
                  </a:lnTo>
                  <a:lnTo>
                    <a:pt x="8448978" y="731737"/>
                  </a:lnTo>
                  <a:lnTo>
                    <a:pt x="8445809" y="731737"/>
                  </a:lnTo>
                  <a:lnTo>
                    <a:pt x="8442640" y="731737"/>
                  </a:lnTo>
                  <a:lnTo>
                    <a:pt x="8439471" y="731737"/>
                  </a:lnTo>
                  <a:lnTo>
                    <a:pt x="8436302" y="731737"/>
                  </a:lnTo>
                  <a:lnTo>
                    <a:pt x="8433132" y="731737"/>
                  </a:lnTo>
                  <a:lnTo>
                    <a:pt x="8429963" y="731737"/>
                  </a:lnTo>
                  <a:lnTo>
                    <a:pt x="8426794" y="731737"/>
                  </a:lnTo>
                  <a:lnTo>
                    <a:pt x="8423625" y="731737"/>
                  </a:lnTo>
                  <a:lnTo>
                    <a:pt x="8420456" y="731737"/>
                  </a:lnTo>
                  <a:lnTo>
                    <a:pt x="8417287" y="731737"/>
                  </a:lnTo>
                  <a:lnTo>
                    <a:pt x="8414117" y="731737"/>
                  </a:lnTo>
                  <a:lnTo>
                    <a:pt x="8410948" y="731737"/>
                  </a:lnTo>
                  <a:lnTo>
                    <a:pt x="8407779" y="731737"/>
                  </a:lnTo>
                  <a:lnTo>
                    <a:pt x="8404610" y="731737"/>
                  </a:lnTo>
                  <a:lnTo>
                    <a:pt x="8401441" y="731737"/>
                  </a:lnTo>
                  <a:lnTo>
                    <a:pt x="8398272" y="731737"/>
                  </a:lnTo>
                  <a:lnTo>
                    <a:pt x="8395103" y="731737"/>
                  </a:lnTo>
                  <a:lnTo>
                    <a:pt x="8391933" y="731737"/>
                  </a:lnTo>
                  <a:lnTo>
                    <a:pt x="8388764" y="731737"/>
                  </a:lnTo>
                  <a:lnTo>
                    <a:pt x="8385595" y="731737"/>
                  </a:lnTo>
                  <a:lnTo>
                    <a:pt x="8382426" y="731737"/>
                  </a:lnTo>
                  <a:lnTo>
                    <a:pt x="8379257" y="731737"/>
                  </a:lnTo>
                  <a:lnTo>
                    <a:pt x="8376088" y="731737"/>
                  </a:lnTo>
                  <a:lnTo>
                    <a:pt x="8372918" y="731737"/>
                  </a:lnTo>
                  <a:lnTo>
                    <a:pt x="8369749" y="731737"/>
                  </a:lnTo>
                  <a:lnTo>
                    <a:pt x="8366580" y="731737"/>
                  </a:lnTo>
                  <a:lnTo>
                    <a:pt x="8363411" y="731737"/>
                  </a:lnTo>
                  <a:lnTo>
                    <a:pt x="8360242" y="731737"/>
                  </a:lnTo>
                  <a:lnTo>
                    <a:pt x="8357073" y="731737"/>
                  </a:lnTo>
                  <a:lnTo>
                    <a:pt x="8353903" y="731737"/>
                  </a:lnTo>
                  <a:lnTo>
                    <a:pt x="8350734" y="731737"/>
                  </a:lnTo>
                  <a:lnTo>
                    <a:pt x="8347565" y="731737"/>
                  </a:lnTo>
                  <a:lnTo>
                    <a:pt x="8344396" y="731737"/>
                  </a:lnTo>
                  <a:lnTo>
                    <a:pt x="8341227" y="731737"/>
                  </a:lnTo>
                  <a:lnTo>
                    <a:pt x="8338058" y="731737"/>
                  </a:lnTo>
                  <a:lnTo>
                    <a:pt x="8334888" y="731737"/>
                  </a:lnTo>
                  <a:lnTo>
                    <a:pt x="8331719" y="731737"/>
                  </a:lnTo>
                  <a:lnTo>
                    <a:pt x="8328550" y="731737"/>
                  </a:lnTo>
                  <a:lnTo>
                    <a:pt x="8325381" y="731737"/>
                  </a:lnTo>
                  <a:lnTo>
                    <a:pt x="8322212" y="731737"/>
                  </a:lnTo>
                  <a:lnTo>
                    <a:pt x="8319043" y="731737"/>
                  </a:lnTo>
                  <a:lnTo>
                    <a:pt x="8315874" y="731737"/>
                  </a:lnTo>
                  <a:lnTo>
                    <a:pt x="8312704" y="731737"/>
                  </a:lnTo>
                  <a:lnTo>
                    <a:pt x="8309535" y="731737"/>
                  </a:lnTo>
                  <a:lnTo>
                    <a:pt x="8306366" y="731737"/>
                  </a:lnTo>
                  <a:lnTo>
                    <a:pt x="8303197" y="731737"/>
                  </a:lnTo>
                  <a:lnTo>
                    <a:pt x="8300028" y="731737"/>
                  </a:lnTo>
                  <a:lnTo>
                    <a:pt x="8296859" y="731737"/>
                  </a:lnTo>
                  <a:lnTo>
                    <a:pt x="8293689" y="731737"/>
                  </a:lnTo>
                  <a:lnTo>
                    <a:pt x="8290520" y="731737"/>
                  </a:lnTo>
                  <a:lnTo>
                    <a:pt x="8287351" y="731737"/>
                  </a:lnTo>
                  <a:lnTo>
                    <a:pt x="8284182" y="731737"/>
                  </a:lnTo>
                  <a:lnTo>
                    <a:pt x="8281013" y="731737"/>
                  </a:lnTo>
                  <a:lnTo>
                    <a:pt x="8277844" y="731737"/>
                  </a:lnTo>
                  <a:lnTo>
                    <a:pt x="8274674" y="731737"/>
                  </a:lnTo>
                  <a:lnTo>
                    <a:pt x="8271505" y="731737"/>
                  </a:lnTo>
                  <a:lnTo>
                    <a:pt x="8268336" y="731737"/>
                  </a:lnTo>
                  <a:lnTo>
                    <a:pt x="8265167" y="731737"/>
                  </a:lnTo>
                  <a:lnTo>
                    <a:pt x="8261998" y="731737"/>
                  </a:lnTo>
                  <a:lnTo>
                    <a:pt x="8258829" y="731737"/>
                  </a:lnTo>
                  <a:lnTo>
                    <a:pt x="8255659" y="731737"/>
                  </a:lnTo>
                  <a:lnTo>
                    <a:pt x="8252490" y="731737"/>
                  </a:lnTo>
                  <a:lnTo>
                    <a:pt x="8249321" y="731737"/>
                  </a:lnTo>
                  <a:lnTo>
                    <a:pt x="8246152" y="731737"/>
                  </a:lnTo>
                  <a:lnTo>
                    <a:pt x="8242983" y="731737"/>
                  </a:lnTo>
                  <a:lnTo>
                    <a:pt x="8239814" y="731737"/>
                  </a:lnTo>
                  <a:lnTo>
                    <a:pt x="8236645" y="731737"/>
                  </a:lnTo>
                  <a:lnTo>
                    <a:pt x="8233475" y="731737"/>
                  </a:lnTo>
                  <a:lnTo>
                    <a:pt x="8230306" y="731737"/>
                  </a:lnTo>
                  <a:lnTo>
                    <a:pt x="8227137" y="731737"/>
                  </a:lnTo>
                  <a:lnTo>
                    <a:pt x="8223968" y="731737"/>
                  </a:lnTo>
                  <a:lnTo>
                    <a:pt x="8220799" y="731737"/>
                  </a:lnTo>
                  <a:lnTo>
                    <a:pt x="8217630" y="731737"/>
                  </a:lnTo>
                  <a:lnTo>
                    <a:pt x="8214460" y="731737"/>
                  </a:lnTo>
                  <a:lnTo>
                    <a:pt x="8211291" y="731737"/>
                  </a:lnTo>
                  <a:lnTo>
                    <a:pt x="8208122" y="731737"/>
                  </a:lnTo>
                  <a:lnTo>
                    <a:pt x="8204953" y="731737"/>
                  </a:lnTo>
                  <a:lnTo>
                    <a:pt x="8201784" y="731737"/>
                  </a:lnTo>
                  <a:lnTo>
                    <a:pt x="8198615" y="731737"/>
                  </a:lnTo>
                  <a:lnTo>
                    <a:pt x="8195445" y="731737"/>
                  </a:lnTo>
                  <a:lnTo>
                    <a:pt x="8192276" y="731737"/>
                  </a:lnTo>
                  <a:lnTo>
                    <a:pt x="8189107" y="731737"/>
                  </a:lnTo>
                  <a:lnTo>
                    <a:pt x="8185938" y="731737"/>
                  </a:lnTo>
                  <a:lnTo>
                    <a:pt x="8182769" y="731737"/>
                  </a:lnTo>
                  <a:lnTo>
                    <a:pt x="8179600" y="731737"/>
                  </a:lnTo>
                  <a:lnTo>
                    <a:pt x="8176431" y="731737"/>
                  </a:lnTo>
                  <a:lnTo>
                    <a:pt x="8173261" y="731737"/>
                  </a:lnTo>
                  <a:lnTo>
                    <a:pt x="8170092" y="731737"/>
                  </a:lnTo>
                  <a:lnTo>
                    <a:pt x="8166923" y="731737"/>
                  </a:lnTo>
                  <a:lnTo>
                    <a:pt x="8163754" y="731737"/>
                  </a:lnTo>
                  <a:lnTo>
                    <a:pt x="8160585" y="731737"/>
                  </a:lnTo>
                  <a:lnTo>
                    <a:pt x="8157416" y="731737"/>
                  </a:lnTo>
                  <a:lnTo>
                    <a:pt x="8154246" y="731737"/>
                  </a:lnTo>
                  <a:lnTo>
                    <a:pt x="8151077" y="731737"/>
                  </a:lnTo>
                  <a:lnTo>
                    <a:pt x="8147908" y="731737"/>
                  </a:lnTo>
                  <a:lnTo>
                    <a:pt x="8144739" y="731737"/>
                  </a:lnTo>
                  <a:lnTo>
                    <a:pt x="8141570" y="731737"/>
                  </a:lnTo>
                  <a:lnTo>
                    <a:pt x="8138401" y="731737"/>
                  </a:lnTo>
                  <a:lnTo>
                    <a:pt x="8135231" y="731737"/>
                  </a:lnTo>
                  <a:lnTo>
                    <a:pt x="8132062" y="731737"/>
                  </a:lnTo>
                  <a:lnTo>
                    <a:pt x="8128893" y="731737"/>
                  </a:lnTo>
                  <a:lnTo>
                    <a:pt x="8125724" y="731737"/>
                  </a:lnTo>
                  <a:lnTo>
                    <a:pt x="8122555" y="731737"/>
                  </a:lnTo>
                  <a:lnTo>
                    <a:pt x="8119386" y="731737"/>
                  </a:lnTo>
                  <a:lnTo>
                    <a:pt x="8116216" y="731737"/>
                  </a:lnTo>
                  <a:lnTo>
                    <a:pt x="8113047" y="731737"/>
                  </a:lnTo>
                  <a:lnTo>
                    <a:pt x="8109878" y="731737"/>
                  </a:lnTo>
                  <a:lnTo>
                    <a:pt x="8106709" y="731737"/>
                  </a:lnTo>
                  <a:lnTo>
                    <a:pt x="8103540" y="731737"/>
                  </a:lnTo>
                  <a:lnTo>
                    <a:pt x="8100371" y="731737"/>
                  </a:lnTo>
                  <a:lnTo>
                    <a:pt x="8097202" y="731737"/>
                  </a:lnTo>
                  <a:lnTo>
                    <a:pt x="8094032" y="731737"/>
                  </a:lnTo>
                  <a:lnTo>
                    <a:pt x="8090863" y="731737"/>
                  </a:lnTo>
                  <a:lnTo>
                    <a:pt x="8087694" y="731737"/>
                  </a:lnTo>
                  <a:lnTo>
                    <a:pt x="8084525" y="731737"/>
                  </a:lnTo>
                  <a:lnTo>
                    <a:pt x="8081356" y="731737"/>
                  </a:lnTo>
                  <a:lnTo>
                    <a:pt x="8078187" y="731737"/>
                  </a:lnTo>
                  <a:lnTo>
                    <a:pt x="8075017" y="731737"/>
                  </a:lnTo>
                  <a:lnTo>
                    <a:pt x="8071848" y="731737"/>
                  </a:lnTo>
                  <a:lnTo>
                    <a:pt x="8068679" y="731737"/>
                  </a:lnTo>
                  <a:lnTo>
                    <a:pt x="8065510" y="731737"/>
                  </a:lnTo>
                  <a:lnTo>
                    <a:pt x="8062341" y="731737"/>
                  </a:lnTo>
                  <a:lnTo>
                    <a:pt x="8059172" y="731737"/>
                  </a:lnTo>
                  <a:lnTo>
                    <a:pt x="8056002" y="731737"/>
                  </a:lnTo>
                  <a:lnTo>
                    <a:pt x="8052833" y="731737"/>
                  </a:lnTo>
                  <a:lnTo>
                    <a:pt x="8049664" y="731737"/>
                  </a:lnTo>
                  <a:lnTo>
                    <a:pt x="8046495" y="731737"/>
                  </a:lnTo>
                  <a:lnTo>
                    <a:pt x="8043326" y="731737"/>
                  </a:lnTo>
                  <a:lnTo>
                    <a:pt x="8040157" y="731737"/>
                  </a:lnTo>
                  <a:lnTo>
                    <a:pt x="8036988" y="731737"/>
                  </a:lnTo>
                  <a:lnTo>
                    <a:pt x="8033818" y="731737"/>
                  </a:lnTo>
                  <a:lnTo>
                    <a:pt x="8030649" y="731737"/>
                  </a:lnTo>
                  <a:lnTo>
                    <a:pt x="8027480" y="731737"/>
                  </a:lnTo>
                  <a:lnTo>
                    <a:pt x="8024311" y="731737"/>
                  </a:lnTo>
                  <a:lnTo>
                    <a:pt x="8021142" y="731737"/>
                  </a:lnTo>
                  <a:lnTo>
                    <a:pt x="8017973" y="731737"/>
                  </a:lnTo>
                  <a:lnTo>
                    <a:pt x="8014803" y="731737"/>
                  </a:lnTo>
                  <a:lnTo>
                    <a:pt x="8011634" y="731737"/>
                  </a:lnTo>
                  <a:lnTo>
                    <a:pt x="8008465" y="731737"/>
                  </a:lnTo>
                  <a:lnTo>
                    <a:pt x="8005296" y="731737"/>
                  </a:lnTo>
                  <a:lnTo>
                    <a:pt x="8002127" y="731737"/>
                  </a:lnTo>
                  <a:lnTo>
                    <a:pt x="7998958" y="731737"/>
                  </a:lnTo>
                  <a:lnTo>
                    <a:pt x="7995788" y="731737"/>
                  </a:lnTo>
                  <a:lnTo>
                    <a:pt x="7992619" y="731737"/>
                  </a:lnTo>
                  <a:lnTo>
                    <a:pt x="7989450" y="731737"/>
                  </a:lnTo>
                  <a:lnTo>
                    <a:pt x="7986281" y="731737"/>
                  </a:lnTo>
                  <a:lnTo>
                    <a:pt x="7983112" y="731737"/>
                  </a:lnTo>
                  <a:lnTo>
                    <a:pt x="7979943" y="731737"/>
                  </a:lnTo>
                  <a:lnTo>
                    <a:pt x="7976773" y="731737"/>
                  </a:lnTo>
                  <a:lnTo>
                    <a:pt x="7973604" y="731737"/>
                  </a:lnTo>
                  <a:lnTo>
                    <a:pt x="7970435" y="731737"/>
                  </a:lnTo>
                  <a:lnTo>
                    <a:pt x="7967266" y="731737"/>
                  </a:lnTo>
                  <a:lnTo>
                    <a:pt x="7964097" y="731737"/>
                  </a:lnTo>
                  <a:lnTo>
                    <a:pt x="7960928" y="731737"/>
                  </a:lnTo>
                  <a:lnTo>
                    <a:pt x="7957759" y="731737"/>
                  </a:lnTo>
                  <a:lnTo>
                    <a:pt x="7954589" y="731737"/>
                  </a:lnTo>
                  <a:lnTo>
                    <a:pt x="7951420" y="731737"/>
                  </a:lnTo>
                  <a:lnTo>
                    <a:pt x="7948251" y="731737"/>
                  </a:lnTo>
                  <a:lnTo>
                    <a:pt x="7945082" y="731737"/>
                  </a:lnTo>
                  <a:lnTo>
                    <a:pt x="7941913" y="731737"/>
                  </a:lnTo>
                  <a:lnTo>
                    <a:pt x="7938744" y="731737"/>
                  </a:lnTo>
                  <a:lnTo>
                    <a:pt x="7935574" y="731737"/>
                  </a:lnTo>
                  <a:lnTo>
                    <a:pt x="7932405" y="731737"/>
                  </a:lnTo>
                  <a:lnTo>
                    <a:pt x="7929236" y="731737"/>
                  </a:lnTo>
                  <a:lnTo>
                    <a:pt x="7926067" y="731737"/>
                  </a:lnTo>
                  <a:lnTo>
                    <a:pt x="7922898" y="731737"/>
                  </a:lnTo>
                  <a:lnTo>
                    <a:pt x="7919729" y="731737"/>
                  </a:lnTo>
                  <a:lnTo>
                    <a:pt x="7916559" y="731737"/>
                  </a:lnTo>
                  <a:lnTo>
                    <a:pt x="7913390" y="731737"/>
                  </a:lnTo>
                  <a:lnTo>
                    <a:pt x="7910221" y="731737"/>
                  </a:lnTo>
                  <a:lnTo>
                    <a:pt x="7907052" y="731737"/>
                  </a:lnTo>
                  <a:lnTo>
                    <a:pt x="7903883" y="731737"/>
                  </a:lnTo>
                  <a:lnTo>
                    <a:pt x="7900714" y="731737"/>
                  </a:lnTo>
                  <a:lnTo>
                    <a:pt x="7897544" y="731737"/>
                  </a:lnTo>
                  <a:lnTo>
                    <a:pt x="7894375" y="731737"/>
                  </a:lnTo>
                  <a:lnTo>
                    <a:pt x="7891206" y="731737"/>
                  </a:lnTo>
                  <a:lnTo>
                    <a:pt x="7888037" y="731737"/>
                  </a:lnTo>
                  <a:lnTo>
                    <a:pt x="7884868" y="731737"/>
                  </a:lnTo>
                  <a:lnTo>
                    <a:pt x="7881699" y="731737"/>
                  </a:lnTo>
                  <a:lnTo>
                    <a:pt x="7878530" y="731737"/>
                  </a:lnTo>
                  <a:lnTo>
                    <a:pt x="7875360" y="731737"/>
                  </a:lnTo>
                  <a:lnTo>
                    <a:pt x="7872191" y="731737"/>
                  </a:lnTo>
                  <a:lnTo>
                    <a:pt x="7869022" y="731737"/>
                  </a:lnTo>
                  <a:lnTo>
                    <a:pt x="7865853" y="731737"/>
                  </a:lnTo>
                  <a:lnTo>
                    <a:pt x="7862684" y="731737"/>
                  </a:lnTo>
                  <a:lnTo>
                    <a:pt x="7859515" y="731737"/>
                  </a:lnTo>
                  <a:lnTo>
                    <a:pt x="7856345" y="731737"/>
                  </a:lnTo>
                  <a:lnTo>
                    <a:pt x="7853176" y="731737"/>
                  </a:lnTo>
                  <a:lnTo>
                    <a:pt x="7850007" y="731737"/>
                  </a:lnTo>
                  <a:lnTo>
                    <a:pt x="7846838" y="731737"/>
                  </a:lnTo>
                  <a:lnTo>
                    <a:pt x="7843669" y="731737"/>
                  </a:lnTo>
                  <a:lnTo>
                    <a:pt x="7840500" y="731737"/>
                  </a:lnTo>
                  <a:lnTo>
                    <a:pt x="7837330" y="731737"/>
                  </a:lnTo>
                  <a:lnTo>
                    <a:pt x="7834161" y="731737"/>
                  </a:lnTo>
                  <a:lnTo>
                    <a:pt x="7830992" y="731737"/>
                  </a:lnTo>
                  <a:lnTo>
                    <a:pt x="7827823" y="731737"/>
                  </a:lnTo>
                  <a:lnTo>
                    <a:pt x="7824654" y="731737"/>
                  </a:lnTo>
                  <a:lnTo>
                    <a:pt x="7821485" y="731737"/>
                  </a:lnTo>
                  <a:lnTo>
                    <a:pt x="7818316" y="731737"/>
                  </a:lnTo>
                  <a:lnTo>
                    <a:pt x="7815146" y="731737"/>
                  </a:lnTo>
                  <a:lnTo>
                    <a:pt x="7811977" y="731737"/>
                  </a:lnTo>
                  <a:lnTo>
                    <a:pt x="7808808" y="731737"/>
                  </a:lnTo>
                  <a:lnTo>
                    <a:pt x="7805639" y="731737"/>
                  </a:lnTo>
                  <a:lnTo>
                    <a:pt x="7802470" y="731737"/>
                  </a:lnTo>
                  <a:lnTo>
                    <a:pt x="7799301" y="731737"/>
                  </a:lnTo>
                  <a:lnTo>
                    <a:pt x="7796131" y="731737"/>
                  </a:lnTo>
                  <a:lnTo>
                    <a:pt x="7792962" y="731737"/>
                  </a:lnTo>
                  <a:lnTo>
                    <a:pt x="7789793" y="731737"/>
                  </a:lnTo>
                  <a:lnTo>
                    <a:pt x="7786624" y="731737"/>
                  </a:lnTo>
                  <a:lnTo>
                    <a:pt x="7783455" y="731737"/>
                  </a:lnTo>
                  <a:lnTo>
                    <a:pt x="7780286" y="731737"/>
                  </a:lnTo>
                  <a:lnTo>
                    <a:pt x="7777116" y="731737"/>
                  </a:lnTo>
                  <a:lnTo>
                    <a:pt x="7773947" y="731737"/>
                  </a:lnTo>
                  <a:lnTo>
                    <a:pt x="7770778" y="731737"/>
                  </a:lnTo>
                  <a:lnTo>
                    <a:pt x="7767609" y="731737"/>
                  </a:lnTo>
                  <a:lnTo>
                    <a:pt x="7764440" y="731737"/>
                  </a:lnTo>
                  <a:lnTo>
                    <a:pt x="7761271" y="731737"/>
                  </a:lnTo>
                  <a:lnTo>
                    <a:pt x="7758101" y="731737"/>
                  </a:lnTo>
                  <a:lnTo>
                    <a:pt x="7754932" y="731737"/>
                  </a:lnTo>
                  <a:lnTo>
                    <a:pt x="7751763" y="731737"/>
                  </a:lnTo>
                  <a:lnTo>
                    <a:pt x="7748594" y="731737"/>
                  </a:lnTo>
                  <a:lnTo>
                    <a:pt x="7745425" y="731737"/>
                  </a:lnTo>
                  <a:lnTo>
                    <a:pt x="7742256" y="731737"/>
                  </a:lnTo>
                  <a:lnTo>
                    <a:pt x="7739087" y="731737"/>
                  </a:lnTo>
                  <a:lnTo>
                    <a:pt x="7735917" y="731737"/>
                  </a:lnTo>
                  <a:lnTo>
                    <a:pt x="7732748" y="731737"/>
                  </a:lnTo>
                  <a:lnTo>
                    <a:pt x="7729579" y="731737"/>
                  </a:lnTo>
                  <a:lnTo>
                    <a:pt x="7726410" y="731737"/>
                  </a:lnTo>
                  <a:lnTo>
                    <a:pt x="7723241" y="731737"/>
                  </a:lnTo>
                  <a:lnTo>
                    <a:pt x="7720072" y="731737"/>
                  </a:lnTo>
                  <a:lnTo>
                    <a:pt x="7716902" y="731737"/>
                  </a:lnTo>
                  <a:lnTo>
                    <a:pt x="7713733" y="731737"/>
                  </a:lnTo>
                  <a:lnTo>
                    <a:pt x="7710564" y="731737"/>
                  </a:lnTo>
                  <a:lnTo>
                    <a:pt x="7707395" y="731737"/>
                  </a:lnTo>
                  <a:lnTo>
                    <a:pt x="7704226" y="731737"/>
                  </a:lnTo>
                  <a:lnTo>
                    <a:pt x="7701057" y="731737"/>
                  </a:lnTo>
                  <a:lnTo>
                    <a:pt x="7697887" y="731737"/>
                  </a:lnTo>
                  <a:lnTo>
                    <a:pt x="7694718" y="731737"/>
                  </a:lnTo>
                  <a:lnTo>
                    <a:pt x="7691549" y="731737"/>
                  </a:lnTo>
                  <a:lnTo>
                    <a:pt x="7688380" y="731737"/>
                  </a:lnTo>
                  <a:lnTo>
                    <a:pt x="7685211" y="731737"/>
                  </a:lnTo>
                  <a:lnTo>
                    <a:pt x="7682042" y="731737"/>
                  </a:lnTo>
                  <a:lnTo>
                    <a:pt x="7678873" y="731737"/>
                  </a:lnTo>
                  <a:lnTo>
                    <a:pt x="7675703" y="731737"/>
                  </a:lnTo>
                  <a:lnTo>
                    <a:pt x="7672534" y="731737"/>
                  </a:lnTo>
                  <a:lnTo>
                    <a:pt x="7669365" y="731737"/>
                  </a:lnTo>
                  <a:lnTo>
                    <a:pt x="7666196" y="731737"/>
                  </a:lnTo>
                  <a:lnTo>
                    <a:pt x="7663027" y="731737"/>
                  </a:lnTo>
                  <a:lnTo>
                    <a:pt x="7659858" y="731737"/>
                  </a:lnTo>
                  <a:lnTo>
                    <a:pt x="7656688" y="731737"/>
                  </a:lnTo>
                  <a:lnTo>
                    <a:pt x="7653519" y="731737"/>
                  </a:lnTo>
                  <a:lnTo>
                    <a:pt x="7650350" y="731737"/>
                  </a:lnTo>
                  <a:lnTo>
                    <a:pt x="7647181" y="731737"/>
                  </a:lnTo>
                  <a:lnTo>
                    <a:pt x="7644012" y="731737"/>
                  </a:lnTo>
                  <a:lnTo>
                    <a:pt x="7640843" y="731737"/>
                  </a:lnTo>
                  <a:lnTo>
                    <a:pt x="7637673" y="731737"/>
                  </a:lnTo>
                  <a:lnTo>
                    <a:pt x="7634504" y="731737"/>
                  </a:lnTo>
                  <a:lnTo>
                    <a:pt x="7631335" y="731737"/>
                  </a:lnTo>
                  <a:lnTo>
                    <a:pt x="7628166" y="731737"/>
                  </a:lnTo>
                  <a:lnTo>
                    <a:pt x="7624997" y="731737"/>
                  </a:lnTo>
                  <a:lnTo>
                    <a:pt x="7621828" y="731737"/>
                  </a:lnTo>
                  <a:lnTo>
                    <a:pt x="7618658" y="731737"/>
                  </a:lnTo>
                  <a:lnTo>
                    <a:pt x="7615489" y="731737"/>
                  </a:lnTo>
                  <a:lnTo>
                    <a:pt x="7612320" y="731737"/>
                  </a:lnTo>
                  <a:lnTo>
                    <a:pt x="7609151" y="731737"/>
                  </a:lnTo>
                  <a:lnTo>
                    <a:pt x="7605982" y="731737"/>
                  </a:lnTo>
                  <a:lnTo>
                    <a:pt x="7602813" y="731737"/>
                  </a:lnTo>
                  <a:lnTo>
                    <a:pt x="7599644" y="731737"/>
                  </a:lnTo>
                  <a:lnTo>
                    <a:pt x="7596474" y="731737"/>
                  </a:lnTo>
                  <a:lnTo>
                    <a:pt x="7593305" y="731737"/>
                  </a:lnTo>
                  <a:lnTo>
                    <a:pt x="7590136" y="731737"/>
                  </a:lnTo>
                  <a:lnTo>
                    <a:pt x="7586967" y="731737"/>
                  </a:lnTo>
                  <a:lnTo>
                    <a:pt x="7583798" y="731737"/>
                  </a:lnTo>
                  <a:lnTo>
                    <a:pt x="7580629" y="731737"/>
                  </a:lnTo>
                  <a:lnTo>
                    <a:pt x="7577459" y="731737"/>
                  </a:lnTo>
                  <a:lnTo>
                    <a:pt x="7574290" y="731737"/>
                  </a:lnTo>
                  <a:lnTo>
                    <a:pt x="7571121" y="731737"/>
                  </a:lnTo>
                  <a:lnTo>
                    <a:pt x="7567952" y="731737"/>
                  </a:lnTo>
                  <a:lnTo>
                    <a:pt x="7564783" y="731737"/>
                  </a:lnTo>
                  <a:lnTo>
                    <a:pt x="7561614" y="731737"/>
                  </a:lnTo>
                  <a:lnTo>
                    <a:pt x="7558444" y="731737"/>
                  </a:lnTo>
                  <a:lnTo>
                    <a:pt x="7555275" y="731737"/>
                  </a:lnTo>
                  <a:lnTo>
                    <a:pt x="7552106" y="731737"/>
                  </a:lnTo>
                  <a:lnTo>
                    <a:pt x="7548937" y="731737"/>
                  </a:lnTo>
                  <a:lnTo>
                    <a:pt x="7545768" y="731737"/>
                  </a:lnTo>
                  <a:lnTo>
                    <a:pt x="7542599" y="731737"/>
                  </a:lnTo>
                  <a:lnTo>
                    <a:pt x="7539429" y="731737"/>
                  </a:lnTo>
                  <a:lnTo>
                    <a:pt x="7536260" y="731737"/>
                  </a:lnTo>
                  <a:lnTo>
                    <a:pt x="7533091" y="731737"/>
                  </a:lnTo>
                  <a:lnTo>
                    <a:pt x="7529922" y="731737"/>
                  </a:lnTo>
                  <a:lnTo>
                    <a:pt x="7526753" y="731737"/>
                  </a:lnTo>
                  <a:lnTo>
                    <a:pt x="7523584" y="731737"/>
                  </a:lnTo>
                  <a:lnTo>
                    <a:pt x="7520415" y="731737"/>
                  </a:lnTo>
                  <a:lnTo>
                    <a:pt x="7517245" y="731737"/>
                  </a:lnTo>
                  <a:lnTo>
                    <a:pt x="7514076" y="731737"/>
                  </a:lnTo>
                  <a:lnTo>
                    <a:pt x="7510907" y="731737"/>
                  </a:lnTo>
                  <a:lnTo>
                    <a:pt x="7507738" y="731737"/>
                  </a:lnTo>
                  <a:lnTo>
                    <a:pt x="7504569" y="731737"/>
                  </a:lnTo>
                  <a:lnTo>
                    <a:pt x="7501400" y="731737"/>
                  </a:lnTo>
                  <a:lnTo>
                    <a:pt x="7498230" y="731737"/>
                  </a:lnTo>
                  <a:lnTo>
                    <a:pt x="7495061" y="731737"/>
                  </a:lnTo>
                  <a:lnTo>
                    <a:pt x="7491892" y="731737"/>
                  </a:lnTo>
                  <a:lnTo>
                    <a:pt x="7488723" y="731737"/>
                  </a:lnTo>
                  <a:lnTo>
                    <a:pt x="7485554" y="731737"/>
                  </a:lnTo>
                  <a:lnTo>
                    <a:pt x="7482385" y="731737"/>
                  </a:lnTo>
                  <a:lnTo>
                    <a:pt x="7479215" y="731737"/>
                  </a:lnTo>
                  <a:lnTo>
                    <a:pt x="7476046" y="731737"/>
                  </a:lnTo>
                  <a:lnTo>
                    <a:pt x="7472877" y="731737"/>
                  </a:lnTo>
                  <a:lnTo>
                    <a:pt x="7469708" y="731737"/>
                  </a:lnTo>
                  <a:lnTo>
                    <a:pt x="7466539" y="731737"/>
                  </a:lnTo>
                  <a:lnTo>
                    <a:pt x="7463370" y="731737"/>
                  </a:lnTo>
                  <a:lnTo>
                    <a:pt x="7460201" y="731737"/>
                  </a:lnTo>
                  <a:lnTo>
                    <a:pt x="7457031" y="731737"/>
                  </a:lnTo>
                  <a:lnTo>
                    <a:pt x="7453862" y="731737"/>
                  </a:lnTo>
                  <a:lnTo>
                    <a:pt x="7450693" y="731737"/>
                  </a:lnTo>
                  <a:lnTo>
                    <a:pt x="7447524" y="731737"/>
                  </a:lnTo>
                  <a:lnTo>
                    <a:pt x="7444355" y="731737"/>
                  </a:lnTo>
                  <a:lnTo>
                    <a:pt x="7441186" y="731737"/>
                  </a:lnTo>
                  <a:lnTo>
                    <a:pt x="7438016" y="731737"/>
                  </a:lnTo>
                  <a:lnTo>
                    <a:pt x="7434847" y="731737"/>
                  </a:lnTo>
                  <a:lnTo>
                    <a:pt x="7431678" y="731737"/>
                  </a:lnTo>
                  <a:lnTo>
                    <a:pt x="7428509" y="731737"/>
                  </a:lnTo>
                  <a:lnTo>
                    <a:pt x="7425340" y="731737"/>
                  </a:lnTo>
                  <a:lnTo>
                    <a:pt x="7422171" y="731737"/>
                  </a:lnTo>
                  <a:lnTo>
                    <a:pt x="7419001" y="731737"/>
                  </a:lnTo>
                  <a:lnTo>
                    <a:pt x="7415832" y="731737"/>
                  </a:lnTo>
                  <a:lnTo>
                    <a:pt x="7412663" y="731737"/>
                  </a:lnTo>
                  <a:lnTo>
                    <a:pt x="7409494" y="731737"/>
                  </a:lnTo>
                  <a:lnTo>
                    <a:pt x="7406325" y="731737"/>
                  </a:lnTo>
                  <a:lnTo>
                    <a:pt x="7403156" y="731737"/>
                  </a:lnTo>
                  <a:lnTo>
                    <a:pt x="7399986" y="731737"/>
                  </a:lnTo>
                  <a:lnTo>
                    <a:pt x="7396817" y="731737"/>
                  </a:lnTo>
                  <a:lnTo>
                    <a:pt x="7393648" y="731737"/>
                  </a:lnTo>
                  <a:lnTo>
                    <a:pt x="7390479" y="731737"/>
                  </a:lnTo>
                  <a:lnTo>
                    <a:pt x="7387310" y="731737"/>
                  </a:lnTo>
                  <a:lnTo>
                    <a:pt x="7384141" y="731737"/>
                  </a:lnTo>
                  <a:lnTo>
                    <a:pt x="7380972" y="731737"/>
                  </a:lnTo>
                  <a:lnTo>
                    <a:pt x="7377802" y="731737"/>
                  </a:lnTo>
                  <a:lnTo>
                    <a:pt x="7374633" y="731737"/>
                  </a:lnTo>
                  <a:lnTo>
                    <a:pt x="7371464" y="731737"/>
                  </a:lnTo>
                  <a:lnTo>
                    <a:pt x="7368295" y="731737"/>
                  </a:lnTo>
                  <a:lnTo>
                    <a:pt x="7365126" y="731737"/>
                  </a:lnTo>
                  <a:lnTo>
                    <a:pt x="7361957" y="731737"/>
                  </a:lnTo>
                  <a:lnTo>
                    <a:pt x="7358787" y="731737"/>
                  </a:lnTo>
                  <a:lnTo>
                    <a:pt x="7355618" y="731737"/>
                  </a:lnTo>
                  <a:lnTo>
                    <a:pt x="7352449" y="731737"/>
                  </a:lnTo>
                  <a:lnTo>
                    <a:pt x="7349280" y="731737"/>
                  </a:lnTo>
                  <a:lnTo>
                    <a:pt x="7346111" y="731737"/>
                  </a:lnTo>
                  <a:lnTo>
                    <a:pt x="7342942" y="731737"/>
                  </a:lnTo>
                  <a:lnTo>
                    <a:pt x="7339772" y="731737"/>
                  </a:lnTo>
                  <a:lnTo>
                    <a:pt x="7336603" y="731737"/>
                  </a:lnTo>
                  <a:lnTo>
                    <a:pt x="7333434" y="731737"/>
                  </a:lnTo>
                  <a:lnTo>
                    <a:pt x="7330265" y="731737"/>
                  </a:lnTo>
                  <a:lnTo>
                    <a:pt x="7327096" y="731737"/>
                  </a:lnTo>
                  <a:lnTo>
                    <a:pt x="7323927" y="731737"/>
                  </a:lnTo>
                  <a:lnTo>
                    <a:pt x="7320758" y="731737"/>
                  </a:lnTo>
                  <a:lnTo>
                    <a:pt x="7317588" y="731737"/>
                  </a:lnTo>
                  <a:lnTo>
                    <a:pt x="7314419" y="731737"/>
                  </a:lnTo>
                  <a:lnTo>
                    <a:pt x="7311250" y="731737"/>
                  </a:lnTo>
                  <a:lnTo>
                    <a:pt x="7308081" y="731737"/>
                  </a:lnTo>
                  <a:lnTo>
                    <a:pt x="7304912" y="731737"/>
                  </a:lnTo>
                  <a:lnTo>
                    <a:pt x="7301743" y="731737"/>
                  </a:lnTo>
                  <a:lnTo>
                    <a:pt x="7298573" y="731737"/>
                  </a:lnTo>
                  <a:lnTo>
                    <a:pt x="7295404" y="731737"/>
                  </a:lnTo>
                  <a:lnTo>
                    <a:pt x="7292235" y="731737"/>
                  </a:lnTo>
                  <a:lnTo>
                    <a:pt x="7289066" y="731737"/>
                  </a:lnTo>
                  <a:lnTo>
                    <a:pt x="7285897" y="731737"/>
                  </a:lnTo>
                  <a:lnTo>
                    <a:pt x="7282728" y="731737"/>
                  </a:lnTo>
                  <a:lnTo>
                    <a:pt x="7279558" y="731737"/>
                  </a:lnTo>
                  <a:lnTo>
                    <a:pt x="7276389" y="731737"/>
                  </a:lnTo>
                  <a:lnTo>
                    <a:pt x="7273220" y="731737"/>
                  </a:lnTo>
                  <a:lnTo>
                    <a:pt x="7270051" y="731737"/>
                  </a:lnTo>
                  <a:lnTo>
                    <a:pt x="7266882" y="731737"/>
                  </a:lnTo>
                  <a:lnTo>
                    <a:pt x="7263713" y="731737"/>
                  </a:lnTo>
                  <a:lnTo>
                    <a:pt x="7260543" y="731737"/>
                  </a:lnTo>
                  <a:lnTo>
                    <a:pt x="7257374" y="731737"/>
                  </a:lnTo>
                  <a:lnTo>
                    <a:pt x="7254205" y="731737"/>
                  </a:lnTo>
                  <a:lnTo>
                    <a:pt x="7251036" y="731737"/>
                  </a:lnTo>
                  <a:lnTo>
                    <a:pt x="7247867" y="731737"/>
                  </a:lnTo>
                  <a:lnTo>
                    <a:pt x="7244698" y="731737"/>
                  </a:lnTo>
                  <a:lnTo>
                    <a:pt x="7241529" y="731737"/>
                  </a:lnTo>
                  <a:lnTo>
                    <a:pt x="7238359" y="731737"/>
                  </a:lnTo>
                  <a:lnTo>
                    <a:pt x="7235190" y="731737"/>
                  </a:lnTo>
                  <a:lnTo>
                    <a:pt x="7232021" y="731737"/>
                  </a:lnTo>
                  <a:lnTo>
                    <a:pt x="7228852" y="731737"/>
                  </a:lnTo>
                  <a:lnTo>
                    <a:pt x="7225683" y="731737"/>
                  </a:lnTo>
                  <a:lnTo>
                    <a:pt x="7222514" y="731737"/>
                  </a:lnTo>
                  <a:lnTo>
                    <a:pt x="7219344" y="731737"/>
                  </a:lnTo>
                  <a:lnTo>
                    <a:pt x="7216175" y="731737"/>
                  </a:lnTo>
                  <a:lnTo>
                    <a:pt x="7213006" y="731737"/>
                  </a:lnTo>
                  <a:lnTo>
                    <a:pt x="7209837" y="731737"/>
                  </a:lnTo>
                  <a:lnTo>
                    <a:pt x="7206668" y="731737"/>
                  </a:lnTo>
                  <a:lnTo>
                    <a:pt x="7203499" y="731737"/>
                  </a:lnTo>
                  <a:lnTo>
                    <a:pt x="7200329" y="731737"/>
                  </a:lnTo>
                  <a:lnTo>
                    <a:pt x="7197160" y="731737"/>
                  </a:lnTo>
                  <a:lnTo>
                    <a:pt x="7193991" y="731737"/>
                  </a:lnTo>
                  <a:lnTo>
                    <a:pt x="7190822" y="731737"/>
                  </a:lnTo>
                  <a:lnTo>
                    <a:pt x="7187653" y="731737"/>
                  </a:lnTo>
                  <a:lnTo>
                    <a:pt x="7184484" y="731737"/>
                  </a:lnTo>
                  <a:lnTo>
                    <a:pt x="7181314" y="731737"/>
                  </a:lnTo>
                  <a:lnTo>
                    <a:pt x="7178145" y="731737"/>
                  </a:lnTo>
                  <a:lnTo>
                    <a:pt x="7174976" y="731737"/>
                  </a:lnTo>
                  <a:lnTo>
                    <a:pt x="7171807" y="731737"/>
                  </a:lnTo>
                  <a:lnTo>
                    <a:pt x="7168638" y="731737"/>
                  </a:lnTo>
                  <a:lnTo>
                    <a:pt x="7165469" y="731737"/>
                  </a:lnTo>
                  <a:lnTo>
                    <a:pt x="7162300" y="731737"/>
                  </a:lnTo>
                  <a:lnTo>
                    <a:pt x="7159130" y="731737"/>
                  </a:lnTo>
                  <a:lnTo>
                    <a:pt x="7155961" y="731737"/>
                  </a:lnTo>
                  <a:lnTo>
                    <a:pt x="7152792" y="731737"/>
                  </a:lnTo>
                  <a:lnTo>
                    <a:pt x="7149623" y="731737"/>
                  </a:lnTo>
                  <a:lnTo>
                    <a:pt x="7146454" y="731737"/>
                  </a:lnTo>
                  <a:lnTo>
                    <a:pt x="7143285" y="731737"/>
                  </a:lnTo>
                  <a:lnTo>
                    <a:pt x="7140115" y="731737"/>
                  </a:lnTo>
                  <a:lnTo>
                    <a:pt x="7136946" y="731737"/>
                  </a:lnTo>
                  <a:lnTo>
                    <a:pt x="7133777" y="731737"/>
                  </a:lnTo>
                  <a:lnTo>
                    <a:pt x="7130608" y="731737"/>
                  </a:lnTo>
                  <a:lnTo>
                    <a:pt x="7127439" y="731737"/>
                  </a:lnTo>
                  <a:lnTo>
                    <a:pt x="7124270" y="731737"/>
                  </a:lnTo>
                  <a:lnTo>
                    <a:pt x="7121100" y="731737"/>
                  </a:lnTo>
                  <a:lnTo>
                    <a:pt x="7117931" y="731737"/>
                  </a:lnTo>
                  <a:lnTo>
                    <a:pt x="7114762" y="731737"/>
                  </a:lnTo>
                  <a:lnTo>
                    <a:pt x="7111593" y="731737"/>
                  </a:lnTo>
                  <a:lnTo>
                    <a:pt x="7108424" y="731737"/>
                  </a:lnTo>
                  <a:lnTo>
                    <a:pt x="7105255" y="731737"/>
                  </a:lnTo>
                  <a:lnTo>
                    <a:pt x="7102086" y="731737"/>
                  </a:lnTo>
                  <a:lnTo>
                    <a:pt x="7098916" y="731737"/>
                  </a:lnTo>
                  <a:lnTo>
                    <a:pt x="7095747" y="731737"/>
                  </a:lnTo>
                  <a:lnTo>
                    <a:pt x="7092578" y="731737"/>
                  </a:lnTo>
                  <a:lnTo>
                    <a:pt x="7089409" y="731737"/>
                  </a:lnTo>
                  <a:lnTo>
                    <a:pt x="7086240" y="731737"/>
                  </a:lnTo>
                  <a:lnTo>
                    <a:pt x="7083071" y="731737"/>
                  </a:lnTo>
                  <a:lnTo>
                    <a:pt x="7079901" y="731737"/>
                  </a:lnTo>
                  <a:lnTo>
                    <a:pt x="7076732" y="731737"/>
                  </a:lnTo>
                  <a:lnTo>
                    <a:pt x="7073563" y="731737"/>
                  </a:lnTo>
                  <a:lnTo>
                    <a:pt x="7070394" y="731737"/>
                  </a:lnTo>
                  <a:lnTo>
                    <a:pt x="7067225" y="731737"/>
                  </a:lnTo>
                  <a:lnTo>
                    <a:pt x="7064056" y="731737"/>
                  </a:lnTo>
                  <a:lnTo>
                    <a:pt x="7060886" y="731737"/>
                  </a:lnTo>
                  <a:lnTo>
                    <a:pt x="7057717" y="731737"/>
                  </a:lnTo>
                  <a:lnTo>
                    <a:pt x="7054548" y="731737"/>
                  </a:lnTo>
                  <a:lnTo>
                    <a:pt x="7051379" y="731737"/>
                  </a:lnTo>
                  <a:lnTo>
                    <a:pt x="7048210" y="731737"/>
                  </a:lnTo>
                  <a:lnTo>
                    <a:pt x="7045041" y="731737"/>
                  </a:lnTo>
                  <a:lnTo>
                    <a:pt x="7041871" y="731737"/>
                  </a:lnTo>
                  <a:lnTo>
                    <a:pt x="7038702" y="731737"/>
                  </a:lnTo>
                  <a:lnTo>
                    <a:pt x="7035533" y="731737"/>
                  </a:lnTo>
                  <a:lnTo>
                    <a:pt x="7032364" y="731737"/>
                  </a:lnTo>
                  <a:lnTo>
                    <a:pt x="7029195" y="731737"/>
                  </a:lnTo>
                  <a:lnTo>
                    <a:pt x="7026026" y="731737"/>
                  </a:lnTo>
                  <a:lnTo>
                    <a:pt x="7022857" y="731737"/>
                  </a:lnTo>
                  <a:lnTo>
                    <a:pt x="7019687" y="731737"/>
                  </a:lnTo>
                  <a:lnTo>
                    <a:pt x="7016518" y="731737"/>
                  </a:lnTo>
                  <a:lnTo>
                    <a:pt x="7013349" y="731737"/>
                  </a:lnTo>
                  <a:lnTo>
                    <a:pt x="7010180" y="731737"/>
                  </a:lnTo>
                  <a:lnTo>
                    <a:pt x="7007011" y="731737"/>
                  </a:lnTo>
                  <a:lnTo>
                    <a:pt x="7003842" y="731737"/>
                  </a:lnTo>
                  <a:lnTo>
                    <a:pt x="7000672" y="731737"/>
                  </a:lnTo>
                  <a:lnTo>
                    <a:pt x="6997503" y="731737"/>
                  </a:lnTo>
                  <a:lnTo>
                    <a:pt x="6994334" y="731737"/>
                  </a:lnTo>
                  <a:lnTo>
                    <a:pt x="6991165" y="731737"/>
                  </a:lnTo>
                  <a:lnTo>
                    <a:pt x="6987996" y="731737"/>
                  </a:lnTo>
                  <a:lnTo>
                    <a:pt x="6984827" y="731737"/>
                  </a:lnTo>
                  <a:lnTo>
                    <a:pt x="6981657" y="731737"/>
                  </a:lnTo>
                  <a:lnTo>
                    <a:pt x="6978488" y="731737"/>
                  </a:lnTo>
                  <a:lnTo>
                    <a:pt x="6975319" y="731737"/>
                  </a:lnTo>
                  <a:lnTo>
                    <a:pt x="6972150" y="731737"/>
                  </a:lnTo>
                  <a:lnTo>
                    <a:pt x="6968981" y="731737"/>
                  </a:lnTo>
                  <a:lnTo>
                    <a:pt x="6965812" y="731737"/>
                  </a:lnTo>
                  <a:lnTo>
                    <a:pt x="6962642" y="731737"/>
                  </a:lnTo>
                  <a:lnTo>
                    <a:pt x="6959473" y="731737"/>
                  </a:lnTo>
                  <a:lnTo>
                    <a:pt x="6956304" y="731737"/>
                  </a:lnTo>
                  <a:lnTo>
                    <a:pt x="6953135" y="731737"/>
                  </a:lnTo>
                  <a:lnTo>
                    <a:pt x="6949966" y="731737"/>
                  </a:lnTo>
                  <a:lnTo>
                    <a:pt x="6946797" y="731737"/>
                  </a:lnTo>
                  <a:lnTo>
                    <a:pt x="6943628" y="731737"/>
                  </a:lnTo>
                  <a:lnTo>
                    <a:pt x="6940458" y="731737"/>
                  </a:lnTo>
                  <a:lnTo>
                    <a:pt x="6937289" y="731737"/>
                  </a:lnTo>
                  <a:lnTo>
                    <a:pt x="6934120" y="731737"/>
                  </a:lnTo>
                  <a:lnTo>
                    <a:pt x="6930951" y="731737"/>
                  </a:lnTo>
                  <a:lnTo>
                    <a:pt x="6927782" y="731737"/>
                  </a:lnTo>
                  <a:lnTo>
                    <a:pt x="6924613" y="731737"/>
                  </a:lnTo>
                  <a:lnTo>
                    <a:pt x="6921443" y="731737"/>
                  </a:lnTo>
                  <a:lnTo>
                    <a:pt x="6918274" y="731737"/>
                  </a:lnTo>
                  <a:lnTo>
                    <a:pt x="6915105" y="731737"/>
                  </a:lnTo>
                  <a:lnTo>
                    <a:pt x="6911936" y="731737"/>
                  </a:lnTo>
                  <a:lnTo>
                    <a:pt x="6908767" y="731737"/>
                  </a:lnTo>
                  <a:lnTo>
                    <a:pt x="6905598" y="731737"/>
                  </a:lnTo>
                  <a:lnTo>
                    <a:pt x="6902428" y="731737"/>
                  </a:lnTo>
                  <a:lnTo>
                    <a:pt x="6899259" y="731737"/>
                  </a:lnTo>
                  <a:lnTo>
                    <a:pt x="6896090" y="731737"/>
                  </a:lnTo>
                  <a:lnTo>
                    <a:pt x="6892921" y="731737"/>
                  </a:lnTo>
                  <a:lnTo>
                    <a:pt x="6889752" y="731737"/>
                  </a:lnTo>
                  <a:lnTo>
                    <a:pt x="6886583" y="731737"/>
                  </a:lnTo>
                  <a:lnTo>
                    <a:pt x="6883414" y="731737"/>
                  </a:lnTo>
                  <a:lnTo>
                    <a:pt x="6880244" y="731737"/>
                  </a:lnTo>
                  <a:lnTo>
                    <a:pt x="6877075" y="731737"/>
                  </a:lnTo>
                  <a:lnTo>
                    <a:pt x="6873906" y="731737"/>
                  </a:lnTo>
                  <a:lnTo>
                    <a:pt x="6870737" y="731737"/>
                  </a:lnTo>
                  <a:lnTo>
                    <a:pt x="6867568" y="731737"/>
                  </a:lnTo>
                  <a:lnTo>
                    <a:pt x="6864399" y="731737"/>
                  </a:lnTo>
                  <a:lnTo>
                    <a:pt x="6861229" y="731737"/>
                  </a:lnTo>
                  <a:lnTo>
                    <a:pt x="6858060" y="731737"/>
                  </a:lnTo>
                  <a:lnTo>
                    <a:pt x="6854891" y="731737"/>
                  </a:lnTo>
                  <a:lnTo>
                    <a:pt x="6851722" y="731737"/>
                  </a:lnTo>
                  <a:lnTo>
                    <a:pt x="6848553" y="731737"/>
                  </a:lnTo>
                  <a:lnTo>
                    <a:pt x="6845384" y="731737"/>
                  </a:lnTo>
                  <a:lnTo>
                    <a:pt x="6842214" y="731737"/>
                  </a:lnTo>
                  <a:lnTo>
                    <a:pt x="6839045" y="731737"/>
                  </a:lnTo>
                  <a:lnTo>
                    <a:pt x="6835876" y="731737"/>
                  </a:lnTo>
                  <a:lnTo>
                    <a:pt x="6832707" y="731737"/>
                  </a:lnTo>
                  <a:lnTo>
                    <a:pt x="6829538" y="731737"/>
                  </a:lnTo>
                  <a:lnTo>
                    <a:pt x="6826369" y="731737"/>
                  </a:lnTo>
                  <a:lnTo>
                    <a:pt x="6823199" y="731737"/>
                  </a:lnTo>
                  <a:lnTo>
                    <a:pt x="6820030" y="731737"/>
                  </a:lnTo>
                  <a:lnTo>
                    <a:pt x="6816861" y="731737"/>
                  </a:lnTo>
                  <a:lnTo>
                    <a:pt x="6813692" y="731737"/>
                  </a:lnTo>
                  <a:lnTo>
                    <a:pt x="6810523" y="731737"/>
                  </a:lnTo>
                  <a:lnTo>
                    <a:pt x="6807354" y="731737"/>
                  </a:lnTo>
                  <a:lnTo>
                    <a:pt x="6804185" y="731737"/>
                  </a:lnTo>
                  <a:lnTo>
                    <a:pt x="6801015" y="731737"/>
                  </a:lnTo>
                  <a:lnTo>
                    <a:pt x="6797846" y="731737"/>
                  </a:lnTo>
                  <a:lnTo>
                    <a:pt x="6794677" y="731737"/>
                  </a:lnTo>
                  <a:lnTo>
                    <a:pt x="6791508" y="731737"/>
                  </a:lnTo>
                  <a:lnTo>
                    <a:pt x="6788339" y="731737"/>
                  </a:lnTo>
                  <a:lnTo>
                    <a:pt x="6785170" y="731737"/>
                  </a:lnTo>
                  <a:lnTo>
                    <a:pt x="6782000" y="731737"/>
                  </a:lnTo>
                  <a:lnTo>
                    <a:pt x="6778831" y="731737"/>
                  </a:lnTo>
                  <a:lnTo>
                    <a:pt x="6775662" y="731737"/>
                  </a:lnTo>
                  <a:lnTo>
                    <a:pt x="6772493" y="731737"/>
                  </a:lnTo>
                  <a:lnTo>
                    <a:pt x="6769324" y="731737"/>
                  </a:lnTo>
                  <a:lnTo>
                    <a:pt x="6766155" y="731737"/>
                  </a:lnTo>
                  <a:lnTo>
                    <a:pt x="6762985" y="731737"/>
                  </a:lnTo>
                  <a:lnTo>
                    <a:pt x="6759816" y="731737"/>
                  </a:lnTo>
                  <a:lnTo>
                    <a:pt x="6756647" y="731737"/>
                  </a:lnTo>
                  <a:lnTo>
                    <a:pt x="6753478" y="731737"/>
                  </a:lnTo>
                  <a:lnTo>
                    <a:pt x="6750309" y="731737"/>
                  </a:lnTo>
                  <a:lnTo>
                    <a:pt x="6747140" y="731737"/>
                  </a:lnTo>
                  <a:lnTo>
                    <a:pt x="6743971" y="731737"/>
                  </a:lnTo>
                  <a:lnTo>
                    <a:pt x="6740801" y="731737"/>
                  </a:lnTo>
                  <a:lnTo>
                    <a:pt x="6737632" y="731737"/>
                  </a:lnTo>
                  <a:lnTo>
                    <a:pt x="6734463" y="731737"/>
                  </a:lnTo>
                  <a:lnTo>
                    <a:pt x="6731294" y="731737"/>
                  </a:lnTo>
                  <a:lnTo>
                    <a:pt x="6728125" y="731737"/>
                  </a:lnTo>
                  <a:lnTo>
                    <a:pt x="6724956" y="731737"/>
                  </a:lnTo>
                  <a:lnTo>
                    <a:pt x="6721786" y="731737"/>
                  </a:lnTo>
                  <a:lnTo>
                    <a:pt x="6718617" y="731737"/>
                  </a:lnTo>
                  <a:lnTo>
                    <a:pt x="6715448" y="731737"/>
                  </a:lnTo>
                  <a:lnTo>
                    <a:pt x="6712279" y="731737"/>
                  </a:lnTo>
                  <a:lnTo>
                    <a:pt x="6709110" y="731737"/>
                  </a:lnTo>
                  <a:lnTo>
                    <a:pt x="6705941" y="731737"/>
                  </a:lnTo>
                  <a:lnTo>
                    <a:pt x="6702771" y="731737"/>
                  </a:lnTo>
                  <a:lnTo>
                    <a:pt x="6699602" y="731737"/>
                  </a:lnTo>
                  <a:lnTo>
                    <a:pt x="6696433" y="731737"/>
                  </a:lnTo>
                  <a:lnTo>
                    <a:pt x="6693264" y="731737"/>
                  </a:lnTo>
                  <a:lnTo>
                    <a:pt x="6690095" y="731737"/>
                  </a:lnTo>
                  <a:lnTo>
                    <a:pt x="6686926" y="731737"/>
                  </a:lnTo>
                  <a:lnTo>
                    <a:pt x="6683756" y="731737"/>
                  </a:lnTo>
                  <a:lnTo>
                    <a:pt x="6680587" y="731737"/>
                  </a:lnTo>
                  <a:lnTo>
                    <a:pt x="6677418" y="731737"/>
                  </a:lnTo>
                  <a:lnTo>
                    <a:pt x="6674249" y="731737"/>
                  </a:lnTo>
                  <a:lnTo>
                    <a:pt x="6671080" y="731737"/>
                  </a:lnTo>
                  <a:lnTo>
                    <a:pt x="6667911" y="731737"/>
                  </a:lnTo>
                  <a:lnTo>
                    <a:pt x="6664742" y="731737"/>
                  </a:lnTo>
                  <a:lnTo>
                    <a:pt x="6661572" y="731737"/>
                  </a:lnTo>
                  <a:lnTo>
                    <a:pt x="6658403" y="731737"/>
                  </a:lnTo>
                  <a:lnTo>
                    <a:pt x="6655234" y="731737"/>
                  </a:lnTo>
                  <a:lnTo>
                    <a:pt x="6652065" y="731737"/>
                  </a:lnTo>
                  <a:lnTo>
                    <a:pt x="6648896" y="731737"/>
                  </a:lnTo>
                  <a:lnTo>
                    <a:pt x="6645727" y="731737"/>
                  </a:lnTo>
                  <a:lnTo>
                    <a:pt x="6642557" y="731737"/>
                  </a:lnTo>
                  <a:lnTo>
                    <a:pt x="6639388" y="731737"/>
                  </a:lnTo>
                  <a:lnTo>
                    <a:pt x="6636219" y="731737"/>
                  </a:lnTo>
                  <a:lnTo>
                    <a:pt x="6633050" y="731737"/>
                  </a:lnTo>
                  <a:lnTo>
                    <a:pt x="6629881" y="731737"/>
                  </a:lnTo>
                  <a:lnTo>
                    <a:pt x="6626712" y="731737"/>
                  </a:lnTo>
                  <a:lnTo>
                    <a:pt x="6623542" y="731737"/>
                  </a:lnTo>
                  <a:lnTo>
                    <a:pt x="6620373" y="731737"/>
                  </a:lnTo>
                  <a:lnTo>
                    <a:pt x="6617204" y="731737"/>
                  </a:lnTo>
                  <a:lnTo>
                    <a:pt x="6614035" y="731737"/>
                  </a:lnTo>
                  <a:lnTo>
                    <a:pt x="6610866" y="731737"/>
                  </a:lnTo>
                  <a:lnTo>
                    <a:pt x="6607697" y="731737"/>
                  </a:lnTo>
                  <a:lnTo>
                    <a:pt x="6604527" y="731737"/>
                  </a:lnTo>
                  <a:lnTo>
                    <a:pt x="6601358" y="731737"/>
                  </a:lnTo>
                  <a:lnTo>
                    <a:pt x="6598189" y="731737"/>
                  </a:lnTo>
                  <a:lnTo>
                    <a:pt x="6595020" y="731737"/>
                  </a:lnTo>
                  <a:lnTo>
                    <a:pt x="6591851" y="731737"/>
                  </a:lnTo>
                  <a:lnTo>
                    <a:pt x="6588682" y="731737"/>
                  </a:lnTo>
                  <a:lnTo>
                    <a:pt x="6585513" y="731737"/>
                  </a:lnTo>
                  <a:lnTo>
                    <a:pt x="6582343" y="731737"/>
                  </a:lnTo>
                  <a:lnTo>
                    <a:pt x="6579174" y="731737"/>
                  </a:lnTo>
                  <a:lnTo>
                    <a:pt x="6576005" y="731737"/>
                  </a:lnTo>
                  <a:lnTo>
                    <a:pt x="6572836" y="731737"/>
                  </a:lnTo>
                  <a:lnTo>
                    <a:pt x="6569667" y="731737"/>
                  </a:lnTo>
                  <a:lnTo>
                    <a:pt x="6566498" y="731737"/>
                  </a:lnTo>
                  <a:lnTo>
                    <a:pt x="6563328" y="731737"/>
                  </a:lnTo>
                  <a:lnTo>
                    <a:pt x="6560159" y="731737"/>
                  </a:lnTo>
                  <a:lnTo>
                    <a:pt x="6556990" y="731737"/>
                  </a:lnTo>
                  <a:lnTo>
                    <a:pt x="6553821" y="731737"/>
                  </a:lnTo>
                  <a:lnTo>
                    <a:pt x="6550652" y="731737"/>
                  </a:lnTo>
                  <a:lnTo>
                    <a:pt x="6547483" y="731737"/>
                  </a:lnTo>
                  <a:lnTo>
                    <a:pt x="6544313" y="731737"/>
                  </a:lnTo>
                  <a:lnTo>
                    <a:pt x="6541144" y="731737"/>
                  </a:lnTo>
                  <a:lnTo>
                    <a:pt x="6537975" y="731737"/>
                  </a:lnTo>
                  <a:lnTo>
                    <a:pt x="6534806" y="731737"/>
                  </a:lnTo>
                  <a:lnTo>
                    <a:pt x="6531637" y="731737"/>
                  </a:lnTo>
                  <a:lnTo>
                    <a:pt x="6528468" y="731737"/>
                  </a:lnTo>
                  <a:lnTo>
                    <a:pt x="6525299" y="731737"/>
                  </a:lnTo>
                  <a:lnTo>
                    <a:pt x="6522129" y="731737"/>
                  </a:lnTo>
                  <a:lnTo>
                    <a:pt x="6518960" y="731737"/>
                  </a:lnTo>
                  <a:lnTo>
                    <a:pt x="6515791" y="731737"/>
                  </a:lnTo>
                  <a:lnTo>
                    <a:pt x="6512622" y="731737"/>
                  </a:lnTo>
                  <a:lnTo>
                    <a:pt x="6509453" y="731737"/>
                  </a:lnTo>
                  <a:lnTo>
                    <a:pt x="6506284" y="731737"/>
                  </a:lnTo>
                  <a:lnTo>
                    <a:pt x="6503114" y="731737"/>
                  </a:lnTo>
                  <a:lnTo>
                    <a:pt x="6499945" y="731737"/>
                  </a:lnTo>
                  <a:lnTo>
                    <a:pt x="6496776" y="731737"/>
                  </a:lnTo>
                  <a:lnTo>
                    <a:pt x="6493607" y="731737"/>
                  </a:lnTo>
                  <a:lnTo>
                    <a:pt x="6490438" y="731737"/>
                  </a:lnTo>
                  <a:lnTo>
                    <a:pt x="6487269" y="731737"/>
                  </a:lnTo>
                  <a:lnTo>
                    <a:pt x="6484099" y="731737"/>
                  </a:lnTo>
                  <a:lnTo>
                    <a:pt x="6480930" y="731737"/>
                  </a:lnTo>
                  <a:lnTo>
                    <a:pt x="6477761" y="731737"/>
                  </a:lnTo>
                  <a:lnTo>
                    <a:pt x="6474592" y="731737"/>
                  </a:lnTo>
                  <a:lnTo>
                    <a:pt x="6471423" y="731737"/>
                  </a:lnTo>
                  <a:lnTo>
                    <a:pt x="6468254" y="731737"/>
                  </a:lnTo>
                  <a:lnTo>
                    <a:pt x="6465084" y="731737"/>
                  </a:lnTo>
                  <a:lnTo>
                    <a:pt x="6461915" y="731737"/>
                  </a:lnTo>
                  <a:lnTo>
                    <a:pt x="6458746" y="731737"/>
                  </a:lnTo>
                  <a:lnTo>
                    <a:pt x="6455577" y="731737"/>
                  </a:lnTo>
                  <a:lnTo>
                    <a:pt x="6452408" y="731737"/>
                  </a:lnTo>
                  <a:lnTo>
                    <a:pt x="6449239" y="731737"/>
                  </a:lnTo>
                  <a:lnTo>
                    <a:pt x="6446070" y="731737"/>
                  </a:lnTo>
                  <a:lnTo>
                    <a:pt x="6442900" y="731737"/>
                  </a:lnTo>
                  <a:lnTo>
                    <a:pt x="6439731" y="731737"/>
                  </a:lnTo>
                  <a:lnTo>
                    <a:pt x="6436562" y="731737"/>
                  </a:lnTo>
                  <a:lnTo>
                    <a:pt x="6433393" y="731737"/>
                  </a:lnTo>
                  <a:lnTo>
                    <a:pt x="6430224" y="731737"/>
                  </a:lnTo>
                  <a:lnTo>
                    <a:pt x="6427055" y="731737"/>
                  </a:lnTo>
                  <a:lnTo>
                    <a:pt x="6423885" y="731737"/>
                  </a:lnTo>
                  <a:lnTo>
                    <a:pt x="6420716" y="731737"/>
                  </a:lnTo>
                  <a:lnTo>
                    <a:pt x="6417547" y="731737"/>
                  </a:lnTo>
                  <a:lnTo>
                    <a:pt x="6414378" y="731737"/>
                  </a:lnTo>
                  <a:lnTo>
                    <a:pt x="6411209" y="731737"/>
                  </a:lnTo>
                  <a:lnTo>
                    <a:pt x="6408040" y="731737"/>
                  </a:lnTo>
                  <a:lnTo>
                    <a:pt x="6404870" y="731737"/>
                  </a:lnTo>
                  <a:lnTo>
                    <a:pt x="6401701" y="731737"/>
                  </a:lnTo>
                  <a:lnTo>
                    <a:pt x="6398532" y="731737"/>
                  </a:lnTo>
                  <a:lnTo>
                    <a:pt x="6395363" y="731737"/>
                  </a:lnTo>
                  <a:lnTo>
                    <a:pt x="6392194" y="731737"/>
                  </a:lnTo>
                  <a:lnTo>
                    <a:pt x="6389025" y="731737"/>
                  </a:lnTo>
                  <a:lnTo>
                    <a:pt x="6385856" y="731737"/>
                  </a:lnTo>
                  <a:lnTo>
                    <a:pt x="6382686" y="731737"/>
                  </a:lnTo>
                  <a:lnTo>
                    <a:pt x="6379517" y="731737"/>
                  </a:lnTo>
                  <a:lnTo>
                    <a:pt x="6376348" y="731737"/>
                  </a:lnTo>
                  <a:lnTo>
                    <a:pt x="6373179" y="731737"/>
                  </a:lnTo>
                  <a:lnTo>
                    <a:pt x="6370010" y="731737"/>
                  </a:lnTo>
                  <a:lnTo>
                    <a:pt x="6366841" y="731737"/>
                  </a:lnTo>
                  <a:lnTo>
                    <a:pt x="6363671" y="731737"/>
                  </a:lnTo>
                  <a:lnTo>
                    <a:pt x="6360502" y="731737"/>
                  </a:lnTo>
                  <a:lnTo>
                    <a:pt x="6357333" y="731737"/>
                  </a:lnTo>
                  <a:lnTo>
                    <a:pt x="6354164" y="731737"/>
                  </a:lnTo>
                  <a:lnTo>
                    <a:pt x="6350995" y="731737"/>
                  </a:lnTo>
                  <a:lnTo>
                    <a:pt x="6347826" y="731737"/>
                  </a:lnTo>
                  <a:lnTo>
                    <a:pt x="6344656" y="731737"/>
                  </a:lnTo>
                  <a:lnTo>
                    <a:pt x="6341487" y="731737"/>
                  </a:lnTo>
                  <a:lnTo>
                    <a:pt x="6338318" y="731737"/>
                  </a:lnTo>
                  <a:lnTo>
                    <a:pt x="6335149" y="731737"/>
                  </a:lnTo>
                  <a:lnTo>
                    <a:pt x="6331980" y="731737"/>
                  </a:lnTo>
                  <a:lnTo>
                    <a:pt x="6328811" y="731737"/>
                  </a:lnTo>
                  <a:lnTo>
                    <a:pt x="6325641" y="731737"/>
                  </a:lnTo>
                  <a:lnTo>
                    <a:pt x="6322472" y="731737"/>
                  </a:lnTo>
                  <a:lnTo>
                    <a:pt x="6319303" y="731737"/>
                  </a:lnTo>
                  <a:lnTo>
                    <a:pt x="6316134" y="731737"/>
                  </a:lnTo>
                  <a:lnTo>
                    <a:pt x="6312965" y="731737"/>
                  </a:lnTo>
                  <a:lnTo>
                    <a:pt x="6309796" y="731737"/>
                  </a:lnTo>
                  <a:lnTo>
                    <a:pt x="6306627" y="731737"/>
                  </a:lnTo>
                  <a:lnTo>
                    <a:pt x="6303457" y="731737"/>
                  </a:lnTo>
                  <a:lnTo>
                    <a:pt x="6300288" y="731737"/>
                  </a:lnTo>
                  <a:lnTo>
                    <a:pt x="6297119" y="731737"/>
                  </a:lnTo>
                  <a:lnTo>
                    <a:pt x="6293950" y="731737"/>
                  </a:lnTo>
                  <a:lnTo>
                    <a:pt x="6290781" y="731737"/>
                  </a:lnTo>
                  <a:lnTo>
                    <a:pt x="6287612" y="731737"/>
                  </a:lnTo>
                  <a:lnTo>
                    <a:pt x="6284442" y="731737"/>
                  </a:lnTo>
                  <a:lnTo>
                    <a:pt x="6281273" y="731737"/>
                  </a:lnTo>
                  <a:lnTo>
                    <a:pt x="6278104" y="731737"/>
                  </a:lnTo>
                  <a:lnTo>
                    <a:pt x="6274935" y="731737"/>
                  </a:lnTo>
                  <a:lnTo>
                    <a:pt x="6271766" y="731737"/>
                  </a:lnTo>
                  <a:lnTo>
                    <a:pt x="6268597" y="731737"/>
                  </a:lnTo>
                  <a:lnTo>
                    <a:pt x="6265427" y="731737"/>
                  </a:lnTo>
                  <a:lnTo>
                    <a:pt x="6262258" y="731737"/>
                  </a:lnTo>
                  <a:lnTo>
                    <a:pt x="6259089" y="731737"/>
                  </a:lnTo>
                  <a:lnTo>
                    <a:pt x="6255920" y="731737"/>
                  </a:lnTo>
                  <a:lnTo>
                    <a:pt x="6252751" y="731737"/>
                  </a:lnTo>
                  <a:lnTo>
                    <a:pt x="6249582" y="731737"/>
                  </a:lnTo>
                  <a:lnTo>
                    <a:pt x="6246412" y="731737"/>
                  </a:lnTo>
                  <a:lnTo>
                    <a:pt x="6243243" y="731737"/>
                  </a:lnTo>
                  <a:lnTo>
                    <a:pt x="6240074" y="731737"/>
                  </a:lnTo>
                  <a:lnTo>
                    <a:pt x="6236905" y="731737"/>
                  </a:lnTo>
                  <a:lnTo>
                    <a:pt x="6233736" y="731737"/>
                  </a:lnTo>
                  <a:lnTo>
                    <a:pt x="6230567" y="731737"/>
                  </a:lnTo>
                  <a:lnTo>
                    <a:pt x="6227398" y="731737"/>
                  </a:lnTo>
                  <a:lnTo>
                    <a:pt x="6224228" y="731737"/>
                  </a:lnTo>
                  <a:lnTo>
                    <a:pt x="6221059" y="731737"/>
                  </a:lnTo>
                  <a:lnTo>
                    <a:pt x="6217890" y="731737"/>
                  </a:lnTo>
                  <a:lnTo>
                    <a:pt x="6214721" y="731737"/>
                  </a:lnTo>
                  <a:lnTo>
                    <a:pt x="6211552" y="731737"/>
                  </a:lnTo>
                  <a:lnTo>
                    <a:pt x="6208383" y="731737"/>
                  </a:lnTo>
                  <a:lnTo>
                    <a:pt x="6205213" y="731737"/>
                  </a:lnTo>
                  <a:lnTo>
                    <a:pt x="6202044" y="731737"/>
                  </a:lnTo>
                  <a:lnTo>
                    <a:pt x="6198875" y="731737"/>
                  </a:lnTo>
                  <a:lnTo>
                    <a:pt x="6195706" y="731737"/>
                  </a:lnTo>
                  <a:lnTo>
                    <a:pt x="6192537" y="731737"/>
                  </a:lnTo>
                  <a:lnTo>
                    <a:pt x="6189368" y="731737"/>
                  </a:lnTo>
                  <a:lnTo>
                    <a:pt x="6186198" y="731737"/>
                  </a:lnTo>
                  <a:lnTo>
                    <a:pt x="6183029" y="731737"/>
                  </a:lnTo>
                  <a:lnTo>
                    <a:pt x="6179860" y="731737"/>
                  </a:lnTo>
                  <a:lnTo>
                    <a:pt x="6176691" y="731737"/>
                  </a:lnTo>
                  <a:lnTo>
                    <a:pt x="6173522" y="731737"/>
                  </a:lnTo>
                  <a:lnTo>
                    <a:pt x="6170353" y="731737"/>
                  </a:lnTo>
                  <a:lnTo>
                    <a:pt x="6167184" y="731737"/>
                  </a:lnTo>
                  <a:lnTo>
                    <a:pt x="6164014" y="731737"/>
                  </a:lnTo>
                  <a:lnTo>
                    <a:pt x="6160845" y="731737"/>
                  </a:lnTo>
                  <a:lnTo>
                    <a:pt x="6157676" y="731737"/>
                  </a:lnTo>
                  <a:lnTo>
                    <a:pt x="6154507" y="731737"/>
                  </a:lnTo>
                  <a:lnTo>
                    <a:pt x="6151338" y="731737"/>
                  </a:lnTo>
                  <a:lnTo>
                    <a:pt x="6148169" y="731737"/>
                  </a:lnTo>
                  <a:lnTo>
                    <a:pt x="6144999" y="731737"/>
                  </a:lnTo>
                  <a:lnTo>
                    <a:pt x="6141830" y="731737"/>
                  </a:lnTo>
                  <a:lnTo>
                    <a:pt x="6138661" y="731737"/>
                  </a:lnTo>
                  <a:lnTo>
                    <a:pt x="6135492" y="731737"/>
                  </a:lnTo>
                  <a:lnTo>
                    <a:pt x="6132323" y="731737"/>
                  </a:lnTo>
                  <a:lnTo>
                    <a:pt x="6129154" y="731737"/>
                  </a:lnTo>
                  <a:lnTo>
                    <a:pt x="6125984" y="731737"/>
                  </a:lnTo>
                  <a:lnTo>
                    <a:pt x="6122815" y="731737"/>
                  </a:lnTo>
                  <a:lnTo>
                    <a:pt x="6119646" y="731737"/>
                  </a:lnTo>
                  <a:lnTo>
                    <a:pt x="6116477" y="731737"/>
                  </a:lnTo>
                  <a:lnTo>
                    <a:pt x="6113308" y="731737"/>
                  </a:lnTo>
                  <a:lnTo>
                    <a:pt x="6110139" y="731737"/>
                  </a:lnTo>
                  <a:lnTo>
                    <a:pt x="6106969" y="731737"/>
                  </a:lnTo>
                  <a:lnTo>
                    <a:pt x="6103800" y="731737"/>
                  </a:lnTo>
                  <a:lnTo>
                    <a:pt x="6100631" y="731737"/>
                  </a:lnTo>
                  <a:lnTo>
                    <a:pt x="6097462" y="731737"/>
                  </a:lnTo>
                  <a:lnTo>
                    <a:pt x="6094293" y="731737"/>
                  </a:lnTo>
                  <a:lnTo>
                    <a:pt x="6091124" y="731737"/>
                  </a:lnTo>
                  <a:lnTo>
                    <a:pt x="6087955" y="731737"/>
                  </a:lnTo>
                  <a:lnTo>
                    <a:pt x="6084785" y="731737"/>
                  </a:lnTo>
                  <a:lnTo>
                    <a:pt x="6081616" y="731737"/>
                  </a:lnTo>
                  <a:lnTo>
                    <a:pt x="6078447" y="731737"/>
                  </a:lnTo>
                  <a:lnTo>
                    <a:pt x="6075278" y="731737"/>
                  </a:lnTo>
                  <a:lnTo>
                    <a:pt x="6072109" y="731737"/>
                  </a:lnTo>
                  <a:lnTo>
                    <a:pt x="6068940" y="731737"/>
                  </a:lnTo>
                  <a:lnTo>
                    <a:pt x="6065770" y="731737"/>
                  </a:lnTo>
                  <a:lnTo>
                    <a:pt x="6062601" y="731737"/>
                  </a:lnTo>
                  <a:lnTo>
                    <a:pt x="6059432" y="731737"/>
                  </a:lnTo>
                  <a:lnTo>
                    <a:pt x="6056263" y="731737"/>
                  </a:lnTo>
                  <a:lnTo>
                    <a:pt x="6053094" y="731737"/>
                  </a:lnTo>
                  <a:lnTo>
                    <a:pt x="6049925" y="731737"/>
                  </a:lnTo>
                  <a:lnTo>
                    <a:pt x="6046755" y="731737"/>
                  </a:lnTo>
                  <a:lnTo>
                    <a:pt x="6043586" y="731737"/>
                  </a:lnTo>
                  <a:lnTo>
                    <a:pt x="6040417" y="731737"/>
                  </a:lnTo>
                  <a:lnTo>
                    <a:pt x="6037248" y="731737"/>
                  </a:lnTo>
                  <a:lnTo>
                    <a:pt x="6034079" y="731737"/>
                  </a:lnTo>
                  <a:lnTo>
                    <a:pt x="6030910" y="731737"/>
                  </a:lnTo>
                  <a:lnTo>
                    <a:pt x="6027741" y="731737"/>
                  </a:lnTo>
                  <a:lnTo>
                    <a:pt x="6024571" y="731737"/>
                  </a:lnTo>
                  <a:lnTo>
                    <a:pt x="6021402" y="731737"/>
                  </a:lnTo>
                  <a:lnTo>
                    <a:pt x="6018233" y="731737"/>
                  </a:lnTo>
                  <a:lnTo>
                    <a:pt x="6015064" y="731737"/>
                  </a:lnTo>
                  <a:lnTo>
                    <a:pt x="6011895" y="731737"/>
                  </a:lnTo>
                  <a:lnTo>
                    <a:pt x="6008726" y="731737"/>
                  </a:lnTo>
                  <a:lnTo>
                    <a:pt x="6005556" y="731737"/>
                  </a:lnTo>
                  <a:lnTo>
                    <a:pt x="6002387" y="731737"/>
                  </a:lnTo>
                  <a:lnTo>
                    <a:pt x="5999218" y="731737"/>
                  </a:lnTo>
                  <a:lnTo>
                    <a:pt x="5996049" y="731737"/>
                  </a:lnTo>
                  <a:lnTo>
                    <a:pt x="5992880" y="731737"/>
                  </a:lnTo>
                  <a:lnTo>
                    <a:pt x="5989711" y="731737"/>
                  </a:lnTo>
                  <a:lnTo>
                    <a:pt x="5986541" y="731737"/>
                  </a:lnTo>
                  <a:lnTo>
                    <a:pt x="5983372" y="731737"/>
                  </a:lnTo>
                  <a:lnTo>
                    <a:pt x="5980203" y="731737"/>
                  </a:lnTo>
                  <a:lnTo>
                    <a:pt x="5977034" y="731737"/>
                  </a:lnTo>
                  <a:lnTo>
                    <a:pt x="5973865" y="731737"/>
                  </a:lnTo>
                  <a:lnTo>
                    <a:pt x="5970696" y="731737"/>
                  </a:lnTo>
                  <a:lnTo>
                    <a:pt x="5967526" y="731737"/>
                  </a:lnTo>
                  <a:lnTo>
                    <a:pt x="5964357" y="731737"/>
                  </a:lnTo>
                  <a:lnTo>
                    <a:pt x="5961188" y="731737"/>
                  </a:lnTo>
                  <a:lnTo>
                    <a:pt x="5958019" y="731737"/>
                  </a:lnTo>
                  <a:lnTo>
                    <a:pt x="5954850" y="731737"/>
                  </a:lnTo>
                  <a:lnTo>
                    <a:pt x="5951681" y="731737"/>
                  </a:lnTo>
                  <a:lnTo>
                    <a:pt x="5948512" y="731737"/>
                  </a:lnTo>
                  <a:lnTo>
                    <a:pt x="5945342" y="731737"/>
                  </a:lnTo>
                  <a:lnTo>
                    <a:pt x="5942173" y="731737"/>
                  </a:lnTo>
                  <a:lnTo>
                    <a:pt x="5939004" y="731737"/>
                  </a:lnTo>
                  <a:lnTo>
                    <a:pt x="5935835" y="731737"/>
                  </a:lnTo>
                  <a:lnTo>
                    <a:pt x="5932666" y="731737"/>
                  </a:lnTo>
                  <a:lnTo>
                    <a:pt x="5929497" y="731737"/>
                  </a:lnTo>
                  <a:lnTo>
                    <a:pt x="5926327" y="731737"/>
                  </a:lnTo>
                  <a:lnTo>
                    <a:pt x="5923158" y="731737"/>
                  </a:lnTo>
                  <a:lnTo>
                    <a:pt x="5919989" y="731737"/>
                  </a:lnTo>
                  <a:lnTo>
                    <a:pt x="5916820" y="731737"/>
                  </a:lnTo>
                  <a:lnTo>
                    <a:pt x="5913651" y="731737"/>
                  </a:lnTo>
                  <a:lnTo>
                    <a:pt x="5910482" y="731737"/>
                  </a:lnTo>
                  <a:lnTo>
                    <a:pt x="5907312" y="731737"/>
                  </a:lnTo>
                  <a:lnTo>
                    <a:pt x="5904143" y="731737"/>
                  </a:lnTo>
                  <a:lnTo>
                    <a:pt x="5900974" y="731737"/>
                  </a:lnTo>
                  <a:lnTo>
                    <a:pt x="5897805" y="731737"/>
                  </a:lnTo>
                  <a:lnTo>
                    <a:pt x="5894636" y="731737"/>
                  </a:lnTo>
                  <a:lnTo>
                    <a:pt x="5891467" y="731737"/>
                  </a:lnTo>
                  <a:lnTo>
                    <a:pt x="5888297" y="731737"/>
                  </a:lnTo>
                  <a:lnTo>
                    <a:pt x="5885128" y="731737"/>
                  </a:lnTo>
                  <a:lnTo>
                    <a:pt x="5881959" y="731737"/>
                  </a:lnTo>
                  <a:lnTo>
                    <a:pt x="5878790" y="731737"/>
                  </a:lnTo>
                  <a:lnTo>
                    <a:pt x="5875621" y="731737"/>
                  </a:lnTo>
                  <a:lnTo>
                    <a:pt x="5872452" y="731737"/>
                  </a:lnTo>
                  <a:lnTo>
                    <a:pt x="5869283" y="731737"/>
                  </a:lnTo>
                  <a:lnTo>
                    <a:pt x="5866113" y="731737"/>
                  </a:lnTo>
                  <a:lnTo>
                    <a:pt x="5862944" y="731737"/>
                  </a:lnTo>
                  <a:lnTo>
                    <a:pt x="5859775" y="731737"/>
                  </a:lnTo>
                  <a:lnTo>
                    <a:pt x="5856606" y="731737"/>
                  </a:lnTo>
                  <a:lnTo>
                    <a:pt x="5853437" y="731737"/>
                  </a:lnTo>
                  <a:lnTo>
                    <a:pt x="5850268" y="731737"/>
                  </a:lnTo>
                  <a:lnTo>
                    <a:pt x="5847098" y="731737"/>
                  </a:lnTo>
                  <a:lnTo>
                    <a:pt x="5843929" y="731737"/>
                  </a:lnTo>
                  <a:lnTo>
                    <a:pt x="5840760" y="731737"/>
                  </a:lnTo>
                  <a:lnTo>
                    <a:pt x="5837591" y="731737"/>
                  </a:lnTo>
                  <a:lnTo>
                    <a:pt x="5834422" y="731737"/>
                  </a:lnTo>
                  <a:lnTo>
                    <a:pt x="5831253" y="731737"/>
                  </a:lnTo>
                  <a:lnTo>
                    <a:pt x="5828083" y="731737"/>
                  </a:lnTo>
                  <a:lnTo>
                    <a:pt x="5824914" y="731737"/>
                  </a:lnTo>
                  <a:lnTo>
                    <a:pt x="5821745" y="731737"/>
                  </a:lnTo>
                  <a:lnTo>
                    <a:pt x="5818576" y="731737"/>
                  </a:lnTo>
                  <a:lnTo>
                    <a:pt x="5815407" y="731737"/>
                  </a:lnTo>
                  <a:lnTo>
                    <a:pt x="5812238" y="731737"/>
                  </a:lnTo>
                  <a:lnTo>
                    <a:pt x="5809069" y="731737"/>
                  </a:lnTo>
                  <a:lnTo>
                    <a:pt x="5805899" y="731737"/>
                  </a:lnTo>
                  <a:lnTo>
                    <a:pt x="5802730" y="731737"/>
                  </a:lnTo>
                  <a:lnTo>
                    <a:pt x="5799561" y="731737"/>
                  </a:lnTo>
                  <a:lnTo>
                    <a:pt x="5796392" y="731737"/>
                  </a:lnTo>
                  <a:lnTo>
                    <a:pt x="5793223" y="731737"/>
                  </a:lnTo>
                  <a:lnTo>
                    <a:pt x="5790054" y="731737"/>
                  </a:lnTo>
                  <a:lnTo>
                    <a:pt x="5786884" y="731737"/>
                  </a:lnTo>
                  <a:lnTo>
                    <a:pt x="5783715" y="731737"/>
                  </a:lnTo>
                  <a:lnTo>
                    <a:pt x="5780546" y="731737"/>
                  </a:lnTo>
                  <a:lnTo>
                    <a:pt x="5777377" y="731737"/>
                  </a:lnTo>
                  <a:lnTo>
                    <a:pt x="5774208" y="731737"/>
                  </a:lnTo>
                  <a:lnTo>
                    <a:pt x="5771039" y="731737"/>
                  </a:lnTo>
                  <a:lnTo>
                    <a:pt x="5767869" y="731737"/>
                  </a:lnTo>
                  <a:lnTo>
                    <a:pt x="5764700" y="731737"/>
                  </a:lnTo>
                  <a:lnTo>
                    <a:pt x="5761531" y="731737"/>
                  </a:lnTo>
                  <a:lnTo>
                    <a:pt x="5758362" y="731737"/>
                  </a:lnTo>
                  <a:lnTo>
                    <a:pt x="5755193" y="731737"/>
                  </a:lnTo>
                  <a:lnTo>
                    <a:pt x="5752024" y="731737"/>
                  </a:lnTo>
                  <a:lnTo>
                    <a:pt x="5748854" y="731737"/>
                  </a:lnTo>
                  <a:lnTo>
                    <a:pt x="5745685" y="731737"/>
                  </a:lnTo>
                  <a:lnTo>
                    <a:pt x="5742516" y="731737"/>
                  </a:lnTo>
                  <a:lnTo>
                    <a:pt x="5739347" y="731737"/>
                  </a:lnTo>
                  <a:lnTo>
                    <a:pt x="5736178" y="731737"/>
                  </a:lnTo>
                  <a:lnTo>
                    <a:pt x="5733009" y="731737"/>
                  </a:lnTo>
                  <a:lnTo>
                    <a:pt x="5729840" y="731737"/>
                  </a:lnTo>
                  <a:lnTo>
                    <a:pt x="5726670" y="731737"/>
                  </a:lnTo>
                  <a:lnTo>
                    <a:pt x="5723501" y="731737"/>
                  </a:lnTo>
                  <a:lnTo>
                    <a:pt x="5720332" y="731737"/>
                  </a:lnTo>
                  <a:lnTo>
                    <a:pt x="5717163" y="731737"/>
                  </a:lnTo>
                  <a:lnTo>
                    <a:pt x="5713994" y="731737"/>
                  </a:lnTo>
                  <a:lnTo>
                    <a:pt x="5710825" y="731737"/>
                  </a:lnTo>
                  <a:lnTo>
                    <a:pt x="5707655" y="731737"/>
                  </a:lnTo>
                  <a:lnTo>
                    <a:pt x="5704486" y="731737"/>
                  </a:lnTo>
                  <a:lnTo>
                    <a:pt x="5701317" y="731737"/>
                  </a:lnTo>
                  <a:lnTo>
                    <a:pt x="5698148" y="731737"/>
                  </a:lnTo>
                  <a:lnTo>
                    <a:pt x="5694979" y="731737"/>
                  </a:lnTo>
                  <a:lnTo>
                    <a:pt x="5691810" y="731737"/>
                  </a:lnTo>
                  <a:lnTo>
                    <a:pt x="5688640" y="731737"/>
                  </a:lnTo>
                  <a:lnTo>
                    <a:pt x="5685471" y="731737"/>
                  </a:lnTo>
                  <a:lnTo>
                    <a:pt x="5682302" y="731737"/>
                  </a:lnTo>
                  <a:lnTo>
                    <a:pt x="5679133" y="731737"/>
                  </a:lnTo>
                  <a:lnTo>
                    <a:pt x="5675964" y="731737"/>
                  </a:lnTo>
                  <a:lnTo>
                    <a:pt x="5672795" y="731737"/>
                  </a:lnTo>
                  <a:lnTo>
                    <a:pt x="5669626" y="731737"/>
                  </a:lnTo>
                  <a:lnTo>
                    <a:pt x="5666456" y="731737"/>
                  </a:lnTo>
                  <a:lnTo>
                    <a:pt x="5663287" y="731737"/>
                  </a:lnTo>
                  <a:lnTo>
                    <a:pt x="5660118" y="731737"/>
                  </a:lnTo>
                  <a:lnTo>
                    <a:pt x="5656949" y="731737"/>
                  </a:lnTo>
                  <a:lnTo>
                    <a:pt x="5653780" y="731737"/>
                  </a:lnTo>
                  <a:lnTo>
                    <a:pt x="5650611" y="731737"/>
                  </a:lnTo>
                  <a:lnTo>
                    <a:pt x="5647441" y="731737"/>
                  </a:lnTo>
                  <a:lnTo>
                    <a:pt x="5644272" y="731737"/>
                  </a:lnTo>
                  <a:lnTo>
                    <a:pt x="5641103" y="731737"/>
                  </a:lnTo>
                  <a:lnTo>
                    <a:pt x="5637934" y="731737"/>
                  </a:lnTo>
                  <a:lnTo>
                    <a:pt x="5634765" y="731737"/>
                  </a:lnTo>
                  <a:lnTo>
                    <a:pt x="5631596" y="731737"/>
                  </a:lnTo>
                  <a:lnTo>
                    <a:pt x="5628426" y="731737"/>
                  </a:lnTo>
                  <a:lnTo>
                    <a:pt x="5625257" y="731737"/>
                  </a:lnTo>
                  <a:lnTo>
                    <a:pt x="5622088" y="731737"/>
                  </a:lnTo>
                  <a:lnTo>
                    <a:pt x="5618919" y="731737"/>
                  </a:lnTo>
                  <a:lnTo>
                    <a:pt x="5615750" y="731737"/>
                  </a:lnTo>
                  <a:lnTo>
                    <a:pt x="5612581" y="731737"/>
                  </a:lnTo>
                  <a:lnTo>
                    <a:pt x="5609411" y="731737"/>
                  </a:lnTo>
                  <a:lnTo>
                    <a:pt x="5606242" y="731737"/>
                  </a:lnTo>
                  <a:lnTo>
                    <a:pt x="5603073" y="731737"/>
                  </a:lnTo>
                  <a:lnTo>
                    <a:pt x="5599904" y="731737"/>
                  </a:lnTo>
                  <a:lnTo>
                    <a:pt x="5596735" y="731737"/>
                  </a:lnTo>
                  <a:lnTo>
                    <a:pt x="5593566" y="731737"/>
                  </a:lnTo>
                  <a:lnTo>
                    <a:pt x="5590397" y="731737"/>
                  </a:lnTo>
                  <a:lnTo>
                    <a:pt x="5587227" y="731737"/>
                  </a:lnTo>
                  <a:lnTo>
                    <a:pt x="5584058" y="731737"/>
                  </a:lnTo>
                  <a:lnTo>
                    <a:pt x="5580889" y="731737"/>
                  </a:lnTo>
                  <a:lnTo>
                    <a:pt x="5577720" y="731737"/>
                  </a:lnTo>
                  <a:lnTo>
                    <a:pt x="5574551" y="731737"/>
                  </a:lnTo>
                  <a:lnTo>
                    <a:pt x="5571382" y="731737"/>
                  </a:lnTo>
                  <a:lnTo>
                    <a:pt x="5568212" y="731737"/>
                  </a:lnTo>
                  <a:lnTo>
                    <a:pt x="5565043" y="731737"/>
                  </a:lnTo>
                  <a:lnTo>
                    <a:pt x="5561874" y="731737"/>
                  </a:lnTo>
                  <a:lnTo>
                    <a:pt x="5558705" y="731737"/>
                  </a:lnTo>
                  <a:lnTo>
                    <a:pt x="5555536" y="731737"/>
                  </a:lnTo>
                  <a:lnTo>
                    <a:pt x="5552367" y="731737"/>
                  </a:lnTo>
                  <a:lnTo>
                    <a:pt x="5549197" y="731737"/>
                  </a:lnTo>
                  <a:lnTo>
                    <a:pt x="5546028" y="731737"/>
                  </a:lnTo>
                  <a:lnTo>
                    <a:pt x="5542859" y="731737"/>
                  </a:lnTo>
                  <a:lnTo>
                    <a:pt x="5539690" y="731737"/>
                  </a:lnTo>
                  <a:lnTo>
                    <a:pt x="5536521" y="731737"/>
                  </a:lnTo>
                  <a:lnTo>
                    <a:pt x="5533352" y="731737"/>
                  </a:lnTo>
                  <a:lnTo>
                    <a:pt x="5530182" y="731737"/>
                  </a:lnTo>
                  <a:lnTo>
                    <a:pt x="5527013" y="731737"/>
                  </a:lnTo>
                  <a:lnTo>
                    <a:pt x="5523844" y="731737"/>
                  </a:lnTo>
                  <a:lnTo>
                    <a:pt x="5520675" y="731737"/>
                  </a:lnTo>
                  <a:lnTo>
                    <a:pt x="5517506" y="731737"/>
                  </a:lnTo>
                  <a:lnTo>
                    <a:pt x="5514337" y="731737"/>
                  </a:lnTo>
                  <a:lnTo>
                    <a:pt x="5511168" y="731737"/>
                  </a:lnTo>
                  <a:lnTo>
                    <a:pt x="5507998" y="731737"/>
                  </a:lnTo>
                  <a:lnTo>
                    <a:pt x="5504829" y="731737"/>
                  </a:lnTo>
                  <a:lnTo>
                    <a:pt x="5501660" y="731737"/>
                  </a:lnTo>
                  <a:lnTo>
                    <a:pt x="5498491" y="731737"/>
                  </a:lnTo>
                  <a:lnTo>
                    <a:pt x="5495322" y="731737"/>
                  </a:lnTo>
                  <a:lnTo>
                    <a:pt x="5492153" y="731737"/>
                  </a:lnTo>
                  <a:lnTo>
                    <a:pt x="5488983" y="731737"/>
                  </a:lnTo>
                  <a:lnTo>
                    <a:pt x="5485814" y="731737"/>
                  </a:lnTo>
                  <a:lnTo>
                    <a:pt x="5482645" y="731737"/>
                  </a:lnTo>
                  <a:lnTo>
                    <a:pt x="5479476" y="731737"/>
                  </a:lnTo>
                  <a:lnTo>
                    <a:pt x="5476307" y="731737"/>
                  </a:lnTo>
                  <a:lnTo>
                    <a:pt x="5473138" y="731737"/>
                  </a:lnTo>
                  <a:lnTo>
                    <a:pt x="5469968" y="731737"/>
                  </a:lnTo>
                  <a:lnTo>
                    <a:pt x="5466799" y="731737"/>
                  </a:lnTo>
                  <a:lnTo>
                    <a:pt x="5463630" y="731737"/>
                  </a:lnTo>
                  <a:lnTo>
                    <a:pt x="5460461" y="731737"/>
                  </a:lnTo>
                  <a:lnTo>
                    <a:pt x="5457292" y="731737"/>
                  </a:lnTo>
                  <a:lnTo>
                    <a:pt x="5454123" y="731737"/>
                  </a:lnTo>
                  <a:lnTo>
                    <a:pt x="5450954" y="731737"/>
                  </a:lnTo>
                  <a:lnTo>
                    <a:pt x="5447784" y="731737"/>
                  </a:lnTo>
                  <a:lnTo>
                    <a:pt x="5444615" y="731737"/>
                  </a:lnTo>
                  <a:lnTo>
                    <a:pt x="5441446" y="731737"/>
                  </a:lnTo>
                  <a:lnTo>
                    <a:pt x="5438277" y="731737"/>
                  </a:lnTo>
                  <a:lnTo>
                    <a:pt x="5435108" y="731737"/>
                  </a:lnTo>
                  <a:lnTo>
                    <a:pt x="5431939" y="731737"/>
                  </a:lnTo>
                  <a:lnTo>
                    <a:pt x="5428769" y="731737"/>
                  </a:lnTo>
                  <a:lnTo>
                    <a:pt x="5425600" y="731737"/>
                  </a:lnTo>
                  <a:lnTo>
                    <a:pt x="5422431" y="731737"/>
                  </a:lnTo>
                  <a:lnTo>
                    <a:pt x="5419262" y="731737"/>
                  </a:lnTo>
                  <a:lnTo>
                    <a:pt x="5416093" y="731737"/>
                  </a:lnTo>
                  <a:lnTo>
                    <a:pt x="5412924" y="731737"/>
                  </a:lnTo>
                  <a:lnTo>
                    <a:pt x="5409754" y="731737"/>
                  </a:lnTo>
                  <a:lnTo>
                    <a:pt x="5406585" y="731737"/>
                  </a:lnTo>
                  <a:lnTo>
                    <a:pt x="5403416" y="731737"/>
                  </a:lnTo>
                  <a:lnTo>
                    <a:pt x="5400247" y="731737"/>
                  </a:lnTo>
                  <a:lnTo>
                    <a:pt x="5397078" y="731737"/>
                  </a:lnTo>
                  <a:lnTo>
                    <a:pt x="5393909" y="731737"/>
                  </a:lnTo>
                  <a:lnTo>
                    <a:pt x="5390739" y="731737"/>
                  </a:lnTo>
                  <a:lnTo>
                    <a:pt x="5387570" y="731737"/>
                  </a:lnTo>
                  <a:lnTo>
                    <a:pt x="5384401" y="731737"/>
                  </a:lnTo>
                  <a:lnTo>
                    <a:pt x="5381232" y="731737"/>
                  </a:lnTo>
                  <a:lnTo>
                    <a:pt x="5378063" y="731737"/>
                  </a:lnTo>
                  <a:lnTo>
                    <a:pt x="5374894" y="731737"/>
                  </a:lnTo>
                  <a:lnTo>
                    <a:pt x="5371725" y="731737"/>
                  </a:lnTo>
                  <a:lnTo>
                    <a:pt x="5368555" y="731737"/>
                  </a:lnTo>
                  <a:lnTo>
                    <a:pt x="5365386" y="731737"/>
                  </a:lnTo>
                  <a:lnTo>
                    <a:pt x="5362217" y="731737"/>
                  </a:lnTo>
                  <a:lnTo>
                    <a:pt x="5359048" y="731737"/>
                  </a:lnTo>
                  <a:lnTo>
                    <a:pt x="5355879" y="731737"/>
                  </a:lnTo>
                  <a:lnTo>
                    <a:pt x="5352710" y="731737"/>
                  </a:lnTo>
                  <a:lnTo>
                    <a:pt x="5349540" y="731737"/>
                  </a:lnTo>
                  <a:lnTo>
                    <a:pt x="5346371" y="731737"/>
                  </a:lnTo>
                  <a:lnTo>
                    <a:pt x="5343202" y="731737"/>
                  </a:lnTo>
                  <a:lnTo>
                    <a:pt x="5340033" y="731737"/>
                  </a:lnTo>
                  <a:lnTo>
                    <a:pt x="5336864" y="731737"/>
                  </a:lnTo>
                  <a:lnTo>
                    <a:pt x="5333695" y="731737"/>
                  </a:lnTo>
                  <a:lnTo>
                    <a:pt x="5330525" y="731737"/>
                  </a:lnTo>
                  <a:lnTo>
                    <a:pt x="5327356" y="731737"/>
                  </a:lnTo>
                  <a:lnTo>
                    <a:pt x="5324187" y="731737"/>
                  </a:lnTo>
                  <a:lnTo>
                    <a:pt x="5321018" y="731737"/>
                  </a:lnTo>
                  <a:lnTo>
                    <a:pt x="5317849" y="731737"/>
                  </a:lnTo>
                  <a:lnTo>
                    <a:pt x="5314680" y="731737"/>
                  </a:lnTo>
                  <a:lnTo>
                    <a:pt x="5311510" y="731737"/>
                  </a:lnTo>
                  <a:lnTo>
                    <a:pt x="5308341" y="731737"/>
                  </a:lnTo>
                  <a:lnTo>
                    <a:pt x="5305172" y="731737"/>
                  </a:lnTo>
                  <a:lnTo>
                    <a:pt x="5302003" y="731737"/>
                  </a:lnTo>
                  <a:lnTo>
                    <a:pt x="5298834" y="731737"/>
                  </a:lnTo>
                  <a:lnTo>
                    <a:pt x="5295665" y="731737"/>
                  </a:lnTo>
                  <a:lnTo>
                    <a:pt x="5292496" y="731737"/>
                  </a:lnTo>
                  <a:lnTo>
                    <a:pt x="5289326" y="731737"/>
                  </a:lnTo>
                  <a:lnTo>
                    <a:pt x="5286157" y="731737"/>
                  </a:lnTo>
                  <a:lnTo>
                    <a:pt x="5282988" y="731737"/>
                  </a:lnTo>
                  <a:lnTo>
                    <a:pt x="5279819" y="731737"/>
                  </a:lnTo>
                  <a:lnTo>
                    <a:pt x="5276650" y="731737"/>
                  </a:lnTo>
                  <a:lnTo>
                    <a:pt x="5273481" y="731737"/>
                  </a:lnTo>
                  <a:lnTo>
                    <a:pt x="5270311" y="731737"/>
                  </a:lnTo>
                  <a:lnTo>
                    <a:pt x="5267142" y="731737"/>
                  </a:lnTo>
                  <a:lnTo>
                    <a:pt x="5263973" y="731737"/>
                  </a:lnTo>
                  <a:lnTo>
                    <a:pt x="5260804" y="731737"/>
                  </a:lnTo>
                  <a:lnTo>
                    <a:pt x="5257635" y="731737"/>
                  </a:lnTo>
                  <a:lnTo>
                    <a:pt x="5254466" y="731737"/>
                  </a:lnTo>
                  <a:lnTo>
                    <a:pt x="5251296" y="731737"/>
                  </a:lnTo>
                  <a:lnTo>
                    <a:pt x="5248127" y="731737"/>
                  </a:lnTo>
                  <a:lnTo>
                    <a:pt x="5244958" y="731737"/>
                  </a:lnTo>
                  <a:lnTo>
                    <a:pt x="5241789" y="731737"/>
                  </a:lnTo>
                  <a:lnTo>
                    <a:pt x="5238620" y="731737"/>
                  </a:lnTo>
                  <a:lnTo>
                    <a:pt x="5235451" y="731737"/>
                  </a:lnTo>
                  <a:lnTo>
                    <a:pt x="5232282" y="731737"/>
                  </a:lnTo>
                  <a:lnTo>
                    <a:pt x="5229112" y="731737"/>
                  </a:lnTo>
                  <a:lnTo>
                    <a:pt x="5225943" y="731737"/>
                  </a:lnTo>
                  <a:lnTo>
                    <a:pt x="5222774" y="731737"/>
                  </a:lnTo>
                  <a:lnTo>
                    <a:pt x="5219605" y="731737"/>
                  </a:lnTo>
                  <a:lnTo>
                    <a:pt x="5216436" y="731737"/>
                  </a:lnTo>
                  <a:lnTo>
                    <a:pt x="5213267" y="731737"/>
                  </a:lnTo>
                  <a:lnTo>
                    <a:pt x="5210097" y="731737"/>
                  </a:lnTo>
                  <a:lnTo>
                    <a:pt x="5206928" y="731737"/>
                  </a:lnTo>
                  <a:lnTo>
                    <a:pt x="5203759" y="731737"/>
                  </a:lnTo>
                  <a:lnTo>
                    <a:pt x="5200590" y="731737"/>
                  </a:lnTo>
                  <a:lnTo>
                    <a:pt x="5197421" y="731737"/>
                  </a:lnTo>
                  <a:lnTo>
                    <a:pt x="5194252" y="731737"/>
                  </a:lnTo>
                  <a:lnTo>
                    <a:pt x="5191082" y="731737"/>
                  </a:lnTo>
                  <a:lnTo>
                    <a:pt x="5187913" y="731737"/>
                  </a:lnTo>
                  <a:lnTo>
                    <a:pt x="5184744" y="731737"/>
                  </a:lnTo>
                  <a:lnTo>
                    <a:pt x="5181575" y="731737"/>
                  </a:lnTo>
                  <a:lnTo>
                    <a:pt x="5178406" y="731737"/>
                  </a:lnTo>
                  <a:lnTo>
                    <a:pt x="5175237" y="731737"/>
                  </a:lnTo>
                  <a:lnTo>
                    <a:pt x="5172067" y="731737"/>
                  </a:lnTo>
                  <a:lnTo>
                    <a:pt x="5168898" y="731737"/>
                  </a:lnTo>
                  <a:lnTo>
                    <a:pt x="5165729" y="731737"/>
                  </a:lnTo>
                  <a:lnTo>
                    <a:pt x="5162560" y="731737"/>
                  </a:lnTo>
                  <a:lnTo>
                    <a:pt x="5159391" y="731737"/>
                  </a:lnTo>
                  <a:lnTo>
                    <a:pt x="5156222" y="731737"/>
                  </a:lnTo>
                  <a:lnTo>
                    <a:pt x="5153053" y="731737"/>
                  </a:lnTo>
                  <a:lnTo>
                    <a:pt x="5149883" y="731737"/>
                  </a:lnTo>
                  <a:lnTo>
                    <a:pt x="5146714" y="731737"/>
                  </a:lnTo>
                  <a:lnTo>
                    <a:pt x="5143545" y="731737"/>
                  </a:lnTo>
                  <a:lnTo>
                    <a:pt x="5140376" y="731737"/>
                  </a:lnTo>
                  <a:lnTo>
                    <a:pt x="5137207" y="731737"/>
                  </a:lnTo>
                  <a:lnTo>
                    <a:pt x="5134038" y="731737"/>
                  </a:lnTo>
                  <a:lnTo>
                    <a:pt x="5130868" y="731737"/>
                  </a:lnTo>
                  <a:lnTo>
                    <a:pt x="5127699" y="731737"/>
                  </a:lnTo>
                  <a:lnTo>
                    <a:pt x="5124530" y="731737"/>
                  </a:lnTo>
                  <a:lnTo>
                    <a:pt x="5121361" y="731737"/>
                  </a:lnTo>
                  <a:lnTo>
                    <a:pt x="5118192" y="731737"/>
                  </a:lnTo>
                  <a:lnTo>
                    <a:pt x="5115023" y="731737"/>
                  </a:lnTo>
                  <a:lnTo>
                    <a:pt x="5111853" y="731737"/>
                  </a:lnTo>
                  <a:lnTo>
                    <a:pt x="5108684" y="731737"/>
                  </a:lnTo>
                  <a:lnTo>
                    <a:pt x="5105515" y="731737"/>
                  </a:lnTo>
                  <a:lnTo>
                    <a:pt x="5102346" y="731737"/>
                  </a:lnTo>
                  <a:lnTo>
                    <a:pt x="5099177" y="731737"/>
                  </a:lnTo>
                  <a:lnTo>
                    <a:pt x="5096008" y="731737"/>
                  </a:lnTo>
                  <a:lnTo>
                    <a:pt x="5092839" y="731737"/>
                  </a:lnTo>
                  <a:lnTo>
                    <a:pt x="5089669" y="731737"/>
                  </a:lnTo>
                  <a:lnTo>
                    <a:pt x="5086500" y="731737"/>
                  </a:lnTo>
                  <a:lnTo>
                    <a:pt x="5083331" y="731737"/>
                  </a:lnTo>
                  <a:lnTo>
                    <a:pt x="5080162" y="731737"/>
                  </a:lnTo>
                  <a:lnTo>
                    <a:pt x="5076993" y="731737"/>
                  </a:lnTo>
                  <a:lnTo>
                    <a:pt x="5073824" y="731737"/>
                  </a:lnTo>
                  <a:lnTo>
                    <a:pt x="5070654" y="731737"/>
                  </a:lnTo>
                  <a:lnTo>
                    <a:pt x="5067485" y="731737"/>
                  </a:lnTo>
                  <a:lnTo>
                    <a:pt x="5064316" y="731737"/>
                  </a:lnTo>
                  <a:lnTo>
                    <a:pt x="5061147" y="731737"/>
                  </a:lnTo>
                  <a:lnTo>
                    <a:pt x="5057978" y="731737"/>
                  </a:lnTo>
                  <a:lnTo>
                    <a:pt x="5054809" y="731737"/>
                  </a:lnTo>
                  <a:lnTo>
                    <a:pt x="5051639" y="731737"/>
                  </a:lnTo>
                  <a:lnTo>
                    <a:pt x="5048470" y="731737"/>
                  </a:lnTo>
                  <a:lnTo>
                    <a:pt x="5045301" y="731737"/>
                  </a:lnTo>
                  <a:lnTo>
                    <a:pt x="5042132" y="731737"/>
                  </a:lnTo>
                  <a:lnTo>
                    <a:pt x="5038963" y="731737"/>
                  </a:lnTo>
                  <a:lnTo>
                    <a:pt x="5035794" y="731737"/>
                  </a:lnTo>
                  <a:lnTo>
                    <a:pt x="5032624" y="731737"/>
                  </a:lnTo>
                  <a:lnTo>
                    <a:pt x="5029455" y="731737"/>
                  </a:lnTo>
                  <a:lnTo>
                    <a:pt x="5026286" y="731737"/>
                  </a:lnTo>
                  <a:lnTo>
                    <a:pt x="5023117" y="731737"/>
                  </a:lnTo>
                  <a:lnTo>
                    <a:pt x="5019948" y="731737"/>
                  </a:lnTo>
                  <a:lnTo>
                    <a:pt x="5016779" y="731737"/>
                  </a:lnTo>
                  <a:lnTo>
                    <a:pt x="5013610" y="731737"/>
                  </a:lnTo>
                  <a:lnTo>
                    <a:pt x="5010440" y="731737"/>
                  </a:lnTo>
                  <a:lnTo>
                    <a:pt x="5007271" y="731737"/>
                  </a:lnTo>
                  <a:lnTo>
                    <a:pt x="5004102" y="731737"/>
                  </a:lnTo>
                  <a:lnTo>
                    <a:pt x="5000933" y="731737"/>
                  </a:lnTo>
                  <a:lnTo>
                    <a:pt x="4997764" y="731737"/>
                  </a:lnTo>
                  <a:lnTo>
                    <a:pt x="4994595" y="731737"/>
                  </a:lnTo>
                  <a:lnTo>
                    <a:pt x="4991425" y="731737"/>
                  </a:lnTo>
                  <a:lnTo>
                    <a:pt x="4988256" y="731737"/>
                  </a:lnTo>
                  <a:lnTo>
                    <a:pt x="4985087" y="731737"/>
                  </a:lnTo>
                  <a:lnTo>
                    <a:pt x="4981918" y="731737"/>
                  </a:lnTo>
                  <a:lnTo>
                    <a:pt x="4978749" y="731737"/>
                  </a:lnTo>
                  <a:lnTo>
                    <a:pt x="4975580" y="731737"/>
                  </a:lnTo>
                  <a:lnTo>
                    <a:pt x="4972410" y="731737"/>
                  </a:lnTo>
                  <a:lnTo>
                    <a:pt x="4969241" y="731737"/>
                  </a:lnTo>
                  <a:lnTo>
                    <a:pt x="4966072" y="731737"/>
                  </a:lnTo>
                  <a:lnTo>
                    <a:pt x="4962903" y="731737"/>
                  </a:lnTo>
                  <a:lnTo>
                    <a:pt x="4959734" y="731737"/>
                  </a:lnTo>
                  <a:lnTo>
                    <a:pt x="4956565" y="731737"/>
                  </a:lnTo>
                  <a:lnTo>
                    <a:pt x="4953395" y="731737"/>
                  </a:lnTo>
                  <a:lnTo>
                    <a:pt x="4950226" y="731737"/>
                  </a:lnTo>
                  <a:lnTo>
                    <a:pt x="4947057" y="731737"/>
                  </a:lnTo>
                  <a:lnTo>
                    <a:pt x="4943888" y="731737"/>
                  </a:lnTo>
                  <a:lnTo>
                    <a:pt x="4940719" y="731737"/>
                  </a:lnTo>
                  <a:lnTo>
                    <a:pt x="4937550" y="731737"/>
                  </a:lnTo>
                  <a:lnTo>
                    <a:pt x="4934381" y="731737"/>
                  </a:lnTo>
                  <a:lnTo>
                    <a:pt x="4931211" y="731737"/>
                  </a:lnTo>
                  <a:lnTo>
                    <a:pt x="4928042" y="731737"/>
                  </a:lnTo>
                  <a:lnTo>
                    <a:pt x="4924873" y="731737"/>
                  </a:lnTo>
                  <a:lnTo>
                    <a:pt x="4921704" y="731737"/>
                  </a:lnTo>
                  <a:lnTo>
                    <a:pt x="4918535" y="731737"/>
                  </a:lnTo>
                  <a:lnTo>
                    <a:pt x="4915366" y="731737"/>
                  </a:lnTo>
                  <a:lnTo>
                    <a:pt x="4912196" y="731737"/>
                  </a:lnTo>
                  <a:lnTo>
                    <a:pt x="4909027" y="731737"/>
                  </a:lnTo>
                  <a:lnTo>
                    <a:pt x="4905858" y="731737"/>
                  </a:lnTo>
                  <a:lnTo>
                    <a:pt x="4902689" y="731737"/>
                  </a:lnTo>
                  <a:lnTo>
                    <a:pt x="4899520" y="731737"/>
                  </a:lnTo>
                  <a:lnTo>
                    <a:pt x="4896351" y="731737"/>
                  </a:lnTo>
                  <a:lnTo>
                    <a:pt x="4893181" y="731737"/>
                  </a:lnTo>
                  <a:lnTo>
                    <a:pt x="4890012" y="731737"/>
                  </a:lnTo>
                  <a:lnTo>
                    <a:pt x="4886843" y="731737"/>
                  </a:lnTo>
                  <a:lnTo>
                    <a:pt x="4883674" y="731737"/>
                  </a:lnTo>
                  <a:lnTo>
                    <a:pt x="4880505" y="731737"/>
                  </a:lnTo>
                  <a:lnTo>
                    <a:pt x="4877336" y="731737"/>
                  </a:lnTo>
                  <a:lnTo>
                    <a:pt x="4874167" y="731737"/>
                  </a:lnTo>
                  <a:lnTo>
                    <a:pt x="4870997" y="731737"/>
                  </a:lnTo>
                  <a:lnTo>
                    <a:pt x="4867828" y="731737"/>
                  </a:lnTo>
                  <a:lnTo>
                    <a:pt x="4864659" y="731737"/>
                  </a:lnTo>
                  <a:lnTo>
                    <a:pt x="4861490" y="731737"/>
                  </a:lnTo>
                  <a:lnTo>
                    <a:pt x="4858321" y="731737"/>
                  </a:lnTo>
                  <a:lnTo>
                    <a:pt x="4855152" y="731737"/>
                  </a:lnTo>
                  <a:lnTo>
                    <a:pt x="4851982" y="731737"/>
                  </a:lnTo>
                  <a:lnTo>
                    <a:pt x="4848813" y="731737"/>
                  </a:lnTo>
                  <a:lnTo>
                    <a:pt x="4845644" y="731737"/>
                  </a:lnTo>
                  <a:lnTo>
                    <a:pt x="4842475" y="731737"/>
                  </a:lnTo>
                  <a:lnTo>
                    <a:pt x="4839306" y="731737"/>
                  </a:lnTo>
                  <a:lnTo>
                    <a:pt x="4836137" y="731737"/>
                  </a:lnTo>
                  <a:lnTo>
                    <a:pt x="4832967" y="731737"/>
                  </a:lnTo>
                  <a:lnTo>
                    <a:pt x="4829798" y="731737"/>
                  </a:lnTo>
                  <a:lnTo>
                    <a:pt x="4826629" y="731737"/>
                  </a:lnTo>
                  <a:lnTo>
                    <a:pt x="4823460" y="731737"/>
                  </a:lnTo>
                  <a:lnTo>
                    <a:pt x="4820291" y="731737"/>
                  </a:lnTo>
                  <a:lnTo>
                    <a:pt x="4817122" y="731737"/>
                  </a:lnTo>
                  <a:lnTo>
                    <a:pt x="4813952" y="731737"/>
                  </a:lnTo>
                  <a:lnTo>
                    <a:pt x="4810783" y="731737"/>
                  </a:lnTo>
                  <a:lnTo>
                    <a:pt x="4807614" y="731737"/>
                  </a:lnTo>
                  <a:lnTo>
                    <a:pt x="4804445" y="731737"/>
                  </a:lnTo>
                  <a:lnTo>
                    <a:pt x="4801276" y="731737"/>
                  </a:lnTo>
                  <a:lnTo>
                    <a:pt x="4798107" y="731737"/>
                  </a:lnTo>
                  <a:lnTo>
                    <a:pt x="4794938" y="731737"/>
                  </a:lnTo>
                  <a:lnTo>
                    <a:pt x="4791768" y="731737"/>
                  </a:lnTo>
                  <a:lnTo>
                    <a:pt x="4788599" y="731737"/>
                  </a:lnTo>
                  <a:lnTo>
                    <a:pt x="4785430" y="731737"/>
                  </a:lnTo>
                  <a:lnTo>
                    <a:pt x="4782261" y="731737"/>
                  </a:lnTo>
                  <a:lnTo>
                    <a:pt x="4779092" y="731737"/>
                  </a:lnTo>
                  <a:lnTo>
                    <a:pt x="4775923" y="731737"/>
                  </a:lnTo>
                  <a:lnTo>
                    <a:pt x="4772753" y="731737"/>
                  </a:lnTo>
                  <a:lnTo>
                    <a:pt x="4769584" y="731737"/>
                  </a:lnTo>
                  <a:lnTo>
                    <a:pt x="4766415" y="731737"/>
                  </a:lnTo>
                  <a:lnTo>
                    <a:pt x="4763246" y="731737"/>
                  </a:lnTo>
                  <a:lnTo>
                    <a:pt x="4760077" y="731737"/>
                  </a:lnTo>
                  <a:lnTo>
                    <a:pt x="4756908" y="731737"/>
                  </a:lnTo>
                  <a:lnTo>
                    <a:pt x="4753738" y="731737"/>
                  </a:lnTo>
                  <a:lnTo>
                    <a:pt x="4750569" y="731737"/>
                  </a:lnTo>
                  <a:lnTo>
                    <a:pt x="4747400" y="731737"/>
                  </a:lnTo>
                  <a:lnTo>
                    <a:pt x="4744231" y="731737"/>
                  </a:lnTo>
                  <a:lnTo>
                    <a:pt x="4741062" y="731737"/>
                  </a:lnTo>
                  <a:lnTo>
                    <a:pt x="4737893" y="731737"/>
                  </a:lnTo>
                  <a:lnTo>
                    <a:pt x="4734724" y="731737"/>
                  </a:lnTo>
                  <a:lnTo>
                    <a:pt x="4731554" y="731737"/>
                  </a:lnTo>
                  <a:lnTo>
                    <a:pt x="4728385" y="731737"/>
                  </a:lnTo>
                  <a:lnTo>
                    <a:pt x="4725216" y="731737"/>
                  </a:lnTo>
                  <a:lnTo>
                    <a:pt x="4722047" y="731737"/>
                  </a:lnTo>
                  <a:lnTo>
                    <a:pt x="4718878" y="731737"/>
                  </a:lnTo>
                  <a:lnTo>
                    <a:pt x="4715709" y="731737"/>
                  </a:lnTo>
                  <a:lnTo>
                    <a:pt x="4712539" y="731737"/>
                  </a:lnTo>
                  <a:lnTo>
                    <a:pt x="4709370" y="731737"/>
                  </a:lnTo>
                  <a:lnTo>
                    <a:pt x="4706201" y="731737"/>
                  </a:lnTo>
                  <a:lnTo>
                    <a:pt x="4703032" y="731737"/>
                  </a:lnTo>
                  <a:lnTo>
                    <a:pt x="4699863" y="731737"/>
                  </a:lnTo>
                  <a:lnTo>
                    <a:pt x="4696694" y="731737"/>
                  </a:lnTo>
                  <a:lnTo>
                    <a:pt x="4693524" y="731737"/>
                  </a:lnTo>
                  <a:lnTo>
                    <a:pt x="4690355" y="731737"/>
                  </a:lnTo>
                  <a:lnTo>
                    <a:pt x="4687186" y="731737"/>
                  </a:lnTo>
                  <a:lnTo>
                    <a:pt x="4684017" y="731737"/>
                  </a:lnTo>
                  <a:lnTo>
                    <a:pt x="4680848" y="731737"/>
                  </a:lnTo>
                  <a:lnTo>
                    <a:pt x="4677679" y="731737"/>
                  </a:lnTo>
                  <a:lnTo>
                    <a:pt x="4674509" y="731737"/>
                  </a:lnTo>
                  <a:lnTo>
                    <a:pt x="4671340" y="731737"/>
                  </a:lnTo>
                  <a:lnTo>
                    <a:pt x="4668171" y="731737"/>
                  </a:lnTo>
                  <a:lnTo>
                    <a:pt x="4665002" y="731737"/>
                  </a:lnTo>
                  <a:lnTo>
                    <a:pt x="4661833" y="731737"/>
                  </a:lnTo>
                  <a:lnTo>
                    <a:pt x="4658664" y="731737"/>
                  </a:lnTo>
                  <a:lnTo>
                    <a:pt x="4655495" y="731737"/>
                  </a:lnTo>
                  <a:lnTo>
                    <a:pt x="4652325" y="731737"/>
                  </a:lnTo>
                  <a:lnTo>
                    <a:pt x="4649156" y="731737"/>
                  </a:lnTo>
                  <a:lnTo>
                    <a:pt x="4645987" y="731737"/>
                  </a:lnTo>
                  <a:lnTo>
                    <a:pt x="4642818" y="731737"/>
                  </a:lnTo>
                  <a:lnTo>
                    <a:pt x="4639649" y="731737"/>
                  </a:lnTo>
                  <a:lnTo>
                    <a:pt x="4636480" y="731737"/>
                  </a:lnTo>
                  <a:lnTo>
                    <a:pt x="4633310" y="731737"/>
                  </a:lnTo>
                  <a:lnTo>
                    <a:pt x="4630141" y="731737"/>
                  </a:lnTo>
                  <a:lnTo>
                    <a:pt x="4626972" y="731737"/>
                  </a:lnTo>
                  <a:lnTo>
                    <a:pt x="4623803" y="731737"/>
                  </a:lnTo>
                  <a:lnTo>
                    <a:pt x="4620634" y="731737"/>
                  </a:lnTo>
                  <a:lnTo>
                    <a:pt x="4617465" y="731737"/>
                  </a:lnTo>
                  <a:lnTo>
                    <a:pt x="4614295" y="731737"/>
                  </a:lnTo>
                  <a:lnTo>
                    <a:pt x="4611126" y="731737"/>
                  </a:lnTo>
                  <a:lnTo>
                    <a:pt x="4607957" y="731737"/>
                  </a:lnTo>
                  <a:lnTo>
                    <a:pt x="4604788" y="731737"/>
                  </a:lnTo>
                  <a:lnTo>
                    <a:pt x="4601619" y="731737"/>
                  </a:lnTo>
                  <a:lnTo>
                    <a:pt x="4598450" y="731737"/>
                  </a:lnTo>
                  <a:lnTo>
                    <a:pt x="4595280" y="731737"/>
                  </a:lnTo>
                  <a:lnTo>
                    <a:pt x="4592111" y="731737"/>
                  </a:lnTo>
                  <a:lnTo>
                    <a:pt x="4588942" y="731737"/>
                  </a:lnTo>
                  <a:lnTo>
                    <a:pt x="4585773" y="731737"/>
                  </a:lnTo>
                  <a:lnTo>
                    <a:pt x="4582604" y="731737"/>
                  </a:lnTo>
                  <a:lnTo>
                    <a:pt x="4579435" y="731737"/>
                  </a:lnTo>
                  <a:lnTo>
                    <a:pt x="4576266" y="731737"/>
                  </a:lnTo>
                  <a:lnTo>
                    <a:pt x="4573096" y="731737"/>
                  </a:lnTo>
                  <a:lnTo>
                    <a:pt x="4569927" y="731737"/>
                  </a:lnTo>
                  <a:lnTo>
                    <a:pt x="4566758" y="731737"/>
                  </a:lnTo>
                  <a:lnTo>
                    <a:pt x="4563589" y="731737"/>
                  </a:lnTo>
                  <a:lnTo>
                    <a:pt x="4560420" y="731737"/>
                  </a:lnTo>
                  <a:lnTo>
                    <a:pt x="4557251" y="731737"/>
                  </a:lnTo>
                  <a:lnTo>
                    <a:pt x="4554081" y="731737"/>
                  </a:lnTo>
                  <a:lnTo>
                    <a:pt x="4550912" y="731737"/>
                  </a:lnTo>
                  <a:lnTo>
                    <a:pt x="4547743" y="731737"/>
                  </a:lnTo>
                  <a:lnTo>
                    <a:pt x="4544574" y="731737"/>
                  </a:lnTo>
                  <a:lnTo>
                    <a:pt x="4541405" y="731737"/>
                  </a:lnTo>
                  <a:lnTo>
                    <a:pt x="4538236" y="731737"/>
                  </a:lnTo>
                  <a:lnTo>
                    <a:pt x="4535066" y="731737"/>
                  </a:lnTo>
                  <a:lnTo>
                    <a:pt x="4531897" y="731737"/>
                  </a:lnTo>
                  <a:lnTo>
                    <a:pt x="4528728" y="731737"/>
                  </a:lnTo>
                  <a:lnTo>
                    <a:pt x="4525559" y="731737"/>
                  </a:lnTo>
                  <a:lnTo>
                    <a:pt x="4522390" y="731737"/>
                  </a:lnTo>
                  <a:lnTo>
                    <a:pt x="4519221" y="731737"/>
                  </a:lnTo>
                  <a:lnTo>
                    <a:pt x="4516052" y="731737"/>
                  </a:lnTo>
                  <a:lnTo>
                    <a:pt x="4512882" y="731737"/>
                  </a:lnTo>
                  <a:lnTo>
                    <a:pt x="4509713" y="731737"/>
                  </a:lnTo>
                  <a:lnTo>
                    <a:pt x="4506544" y="731737"/>
                  </a:lnTo>
                  <a:lnTo>
                    <a:pt x="4503375" y="731737"/>
                  </a:lnTo>
                  <a:lnTo>
                    <a:pt x="4500206" y="731737"/>
                  </a:lnTo>
                  <a:lnTo>
                    <a:pt x="4497037" y="731737"/>
                  </a:lnTo>
                  <a:lnTo>
                    <a:pt x="4493867" y="731737"/>
                  </a:lnTo>
                  <a:lnTo>
                    <a:pt x="4490698" y="731737"/>
                  </a:lnTo>
                  <a:lnTo>
                    <a:pt x="4487529" y="731737"/>
                  </a:lnTo>
                  <a:lnTo>
                    <a:pt x="4484360" y="731737"/>
                  </a:lnTo>
                  <a:lnTo>
                    <a:pt x="4481191" y="731737"/>
                  </a:lnTo>
                  <a:lnTo>
                    <a:pt x="4478022" y="731737"/>
                  </a:lnTo>
                  <a:lnTo>
                    <a:pt x="4474852" y="731737"/>
                  </a:lnTo>
                  <a:lnTo>
                    <a:pt x="4471683" y="731737"/>
                  </a:lnTo>
                  <a:lnTo>
                    <a:pt x="4468514" y="731737"/>
                  </a:lnTo>
                  <a:lnTo>
                    <a:pt x="4465345" y="731737"/>
                  </a:lnTo>
                  <a:lnTo>
                    <a:pt x="4462176" y="731737"/>
                  </a:lnTo>
                  <a:lnTo>
                    <a:pt x="4459007" y="731737"/>
                  </a:lnTo>
                  <a:lnTo>
                    <a:pt x="4455837" y="731737"/>
                  </a:lnTo>
                  <a:lnTo>
                    <a:pt x="4452668" y="731737"/>
                  </a:lnTo>
                  <a:lnTo>
                    <a:pt x="4449499" y="731737"/>
                  </a:lnTo>
                  <a:lnTo>
                    <a:pt x="4446330" y="731737"/>
                  </a:lnTo>
                  <a:lnTo>
                    <a:pt x="4443161" y="731737"/>
                  </a:lnTo>
                  <a:lnTo>
                    <a:pt x="4439992" y="731737"/>
                  </a:lnTo>
                  <a:lnTo>
                    <a:pt x="4436823" y="731737"/>
                  </a:lnTo>
                  <a:lnTo>
                    <a:pt x="4433653" y="731737"/>
                  </a:lnTo>
                  <a:lnTo>
                    <a:pt x="4430484" y="731737"/>
                  </a:lnTo>
                  <a:lnTo>
                    <a:pt x="4427315" y="731737"/>
                  </a:lnTo>
                  <a:lnTo>
                    <a:pt x="4424146" y="731737"/>
                  </a:lnTo>
                  <a:lnTo>
                    <a:pt x="4420977" y="731737"/>
                  </a:lnTo>
                  <a:lnTo>
                    <a:pt x="4417808" y="731737"/>
                  </a:lnTo>
                  <a:lnTo>
                    <a:pt x="4414638" y="731737"/>
                  </a:lnTo>
                  <a:lnTo>
                    <a:pt x="4411469" y="731737"/>
                  </a:lnTo>
                  <a:lnTo>
                    <a:pt x="4408300" y="731737"/>
                  </a:lnTo>
                  <a:lnTo>
                    <a:pt x="4405131" y="731737"/>
                  </a:lnTo>
                  <a:lnTo>
                    <a:pt x="4401962" y="731737"/>
                  </a:lnTo>
                  <a:lnTo>
                    <a:pt x="4398793" y="731737"/>
                  </a:lnTo>
                  <a:lnTo>
                    <a:pt x="4395623" y="731737"/>
                  </a:lnTo>
                  <a:lnTo>
                    <a:pt x="4392454" y="731737"/>
                  </a:lnTo>
                  <a:lnTo>
                    <a:pt x="4389285" y="731737"/>
                  </a:lnTo>
                  <a:lnTo>
                    <a:pt x="4386116" y="731737"/>
                  </a:lnTo>
                  <a:lnTo>
                    <a:pt x="4382947" y="731737"/>
                  </a:lnTo>
                  <a:lnTo>
                    <a:pt x="4379778" y="731737"/>
                  </a:lnTo>
                  <a:lnTo>
                    <a:pt x="4376609" y="731737"/>
                  </a:lnTo>
                  <a:lnTo>
                    <a:pt x="4373439" y="731737"/>
                  </a:lnTo>
                  <a:lnTo>
                    <a:pt x="4370270" y="731737"/>
                  </a:lnTo>
                  <a:lnTo>
                    <a:pt x="4367101" y="731737"/>
                  </a:lnTo>
                  <a:lnTo>
                    <a:pt x="4363932" y="731737"/>
                  </a:lnTo>
                  <a:lnTo>
                    <a:pt x="4360763" y="731737"/>
                  </a:lnTo>
                  <a:lnTo>
                    <a:pt x="4357594" y="731737"/>
                  </a:lnTo>
                  <a:lnTo>
                    <a:pt x="4354424" y="731737"/>
                  </a:lnTo>
                  <a:lnTo>
                    <a:pt x="4351255" y="731737"/>
                  </a:lnTo>
                  <a:lnTo>
                    <a:pt x="4348086" y="731737"/>
                  </a:lnTo>
                  <a:lnTo>
                    <a:pt x="4344917" y="731737"/>
                  </a:lnTo>
                  <a:lnTo>
                    <a:pt x="4341748" y="731737"/>
                  </a:lnTo>
                  <a:lnTo>
                    <a:pt x="4338579" y="731737"/>
                  </a:lnTo>
                  <a:lnTo>
                    <a:pt x="4335409" y="731737"/>
                  </a:lnTo>
                  <a:lnTo>
                    <a:pt x="4332240" y="731737"/>
                  </a:lnTo>
                  <a:lnTo>
                    <a:pt x="4329071" y="731737"/>
                  </a:lnTo>
                  <a:lnTo>
                    <a:pt x="4325902" y="731737"/>
                  </a:lnTo>
                  <a:lnTo>
                    <a:pt x="4322733" y="731737"/>
                  </a:lnTo>
                  <a:lnTo>
                    <a:pt x="4319564" y="731737"/>
                  </a:lnTo>
                  <a:lnTo>
                    <a:pt x="4316394" y="731737"/>
                  </a:lnTo>
                  <a:lnTo>
                    <a:pt x="4313225" y="731737"/>
                  </a:lnTo>
                  <a:lnTo>
                    <a:pt x="4310056" y="731737"/>
                  </a:lnTo>
                  <a:lnTo>
                    <a:pt x="4306887" y="731737"/>
                  </a:lnTo>
                  <a:lnTo>
                    <a:pt x="4303718" y="731737"/>
                  </a:lnTo>
                  <a:lnTo>
                    <a:pt x="4300549" y="731737"/>
                  </a:lnTo>
                  <a:lnTo>
                    <a:pt x="4297380" y="731737"/>
                  </a:lnTo>
                  <a:lnTo>
                    <a:pt x="4294210" y="731737"/>
                  </a:lnTo>
                  <a:lnTo>
                    <a:pt x="4291041" y="731737"/>
                  </a:lnTo>
                  <a:lnTo>
                    <a:pt x="4287872" y="731737"/>
                  </a:lnTo>
                  <a:lnTo>
                    <a:pt x="4284703" y="731737"/>
                  </a:lnTo>
                  <a:lnTo>
                    <a:pt x="4281534" y="731737"/>
                  </a:lnTo>
                  <a:lnTo>
                    <a:pt x="4278365" y="731737"/>
                  </a:lnTo>
                  <a:lnTo>
                    <a:pt x="4275195" y="731737"/>
                  </a:lnTo>
                  <a:lnTo>
                    <a:pt x="4272026" y="731737"/>
                  </a:lnTo>
                  <a:lnTo>
                    <a:pt x="4268857" y="731737"/>
                  </a:lnTo>
                  <a:lnTo>
                    <a:pt x="4265688" y="731737"/>
                  </a:lnTo>
                  <a:lnTo>
                    <a:pt x="4262519" y="731737"/>
                  </a:lnTo>
                  <a:lnTo>
                    <a:pt x="4259350" y="731737"/>
                  </a:lnTo>
                  <a:lnTo>
                    <a:pt x="4256180" y="731737"/>
                  </a:lnTo>
                  <a:lnTo>
                    <a:pt x="4253011" y="731737"/>
                  </a:lnTo>
                  <a:lnTo>
                    <a:pt x="4249842" y="731737"/>
                  </a:lnTo>
                  <a:lnTo>
                    <a:pt x="4246673" y="731737"/>
                  </a:lnTo>
                  <a:lnTo>
                    <a:pt x="4243504" y="731737"/>
                  </a:lnTo>
                  <a:lnTo>
                    <a:pt x="4240335" y="731737"/>
                  </a:lnTo>
                  <a:lnTo>
                    <a:pt x="4237165" y="731737"/>
                  </a:lnTo>
                  <a:lnTo>
                    <a:pt x="4233996" y="731737"/>
                  </a:lnTo>
                  <a:lnTo>
                    <a:pt x="4230827" y="731737"/>
                  </a:lnTo>
                  <a:lnTo>
                    <a:pt x="4227658" y="731737"/>
                  </a:lnTo>
                  <a:lnTo>
                    <a:pt x="4224489" y="731737"/>
                  </a:lnTo>
                  <a:lnTo>
                    <a:pt x="4221320" y="731737"/>
                  </a:lnTo>
                  <a:lnTo>
                    <a:pt x="4218151" y="731737"/>
                  </a:lnTo>
                  <a:lnTo>
                    <a:pt x="4214981" y="731737"/>
                  </a:lnTo>
                  <a:lnTo>
                    <a:pt x="4211812" y="731737"/>
                  </a:lnTo>
                  <a:lnTo>
                    <a:pt x="4208643" y="731737"/>
                  </a:lnTo>
                  <a:lnTo>
                    <a:pt x="4205474" y="731737"/>
                  </a:lnTo>
                  <a:lnTo>
                    <a:pt x="4202305" y="731737"/>
                  </a:lnTo>
                  <a:lnTo>
                    <a:pt x="4199136" y="731737"/>
                  </a:lnTo>
                  <a:lnTo>
                    <a:pt x="4195966" y="731737"/>
                  </a:lnTo>
                  <a:lnTo>
                    <a:pt x="4192797" y="731737"/>
                  </a:lnTo>
                  <a:lnTo>
                    <a:pt x="4189628" y="731737"/>
                  </a:lnTo>
                  <a:lnTo>
                    <a:pt x="4186459" y="731737"/>
                  </a:lnTo>
                  <a:lnTo>
                    <a:pt x="4183290" y="731737"/>
                  </a:lnTo>
                  <a:lnTo>
                    <a:pt x="4180121" y="731737"/>
                  </a:lnTo>
                  <a:lnTo>
                    <a:pt x="4176951" y="731737"/>
                  </a:lnTo>
                  <a:lnTo>
                    <a:pt x="4173782" y="731737"/>
                  </a:lnTo>
                  <a:lnTo>
                    <a:pt x="4170613" y="731737"/>
                  </a:lnTo>
                  <a:lnTo>
                    <a:pt x="4167444" y="731737"/>
                  </a:lnTo>
                  <a:lnTo>
                    <a:pt x="4164275" y="731737"/>
                  </a:lnTo>
                  <a:lnTo>
                    <a:pt x="4161106" y="731737"/>
                  </a:lnTo>
                  <a:lnTo>
                    <a:pt x="4157937" y="731737"/>
                  </a:lnTo>
                  <a:lnTo>
                    <a:pt x="4154767" y="731737"/>
                  </a:lnTo>
                  <a:lnTo>
                    <a:pt x="4151598" y="731737"/>
                  </a:lnTo>
                  <a:lnTo>
                    <a:pt x="4148429" y="731737"/>
                  </a:lnTo>
                  <a:lnTo>
                    <a:pt x="4145260" y="731737"/>
                  </a:lnTo>
                  <a:lnTo>
                    <a:pt x="4142091" y="731737"/>
                  </a:lnTo>
                  <a:lnTo>
                    <a:pt x="4138922" y="731737"/>
                  </a:lnTo>
                  <a:lnTo>
                    <a:pt x="4135752" y="731737"/>
                  </a:lnTo>
                  <a:lnTo>
                    <a:pt x="4132583" y="731737"/>
                  </a:lnTo>
                  <a:lnTo>
                    <a:pt x="4129414" y="731737"/>
                  </a:lnTo>
                  <a:lnTo>
                    <a:pt x="4126245" y="731737"/>
                  </a:lnTo>
                  <a:lnTo>
                    <a:pt x="4123076" y="731737"/>
                  </a:lnTo>
                  <a:lnTo>
                    <a:pt x="4119907" y="731737"/>
                  </a:lnTo>
                  <a:lnTo>
                    <a:pt x="4116737" y="731737"/>
                  </a:lnTo>
                  <a:lnTo>
                    <a:pt x="4113568" y="731737"/>
                  </a:lnTo>
                  <a:lnTo>
                    <a:pt x="4110399" y="731737"/>
                  </a:lnTo>
                  <a:lnTo>
                    <a:pt x="4107230" y="731737"/>
                  </a:lnTo>
                  <a:lnTo>
                    <a:pt x="4104061" y="731737"/>
                  </a:lnTo>
                  <a:lnTo>
                    <a:pt x="4100892" y="731737"/>
                  </a:lnTo>
                  <a:lnTo>
                    <a:pt x="4097722" y="731737"/>
                  </a:lnTo>
                  <a:lnTo>
                    <a:pt x="4094553" y="731737"/>
                  </a:lnTo>
                  <a:lnTo>
                    <a:pt x="4091384" y="731737"/>
                  </a:lnTo>
                  <a:lnTo>
                    <a:pt x="4088215" y="731737"/>
                  </a:lnTo>
                  <a:lnTo>
                    <a:pt x="4085046" y="731737"/>
                  </a:lnTo>
                  <a:lnTo>
                    <a:pt x="4081877" y="731737"/>
                  </a:lnTo>
                  <a:lnTo>
                    <a:pt x="4078708" y="731737"/>
                  </a:lnTo>
                  <a:lnTo>
                    <a:pt x="4075538" y="731737"/>
                  </a:lnTo>
                  <a:lnTo>
                    <a:pt x="4072369" y="731737"/>
                  </a:lnTo>
                  <a:lnTo>
                    <a:pt x="4069200" y="731737"/>
                  </a:lnTo>
                  <a:lnTo>
                    <a:pt x="4066031" y="731737"/>
                  </a:lnTo>
                  <a:lnTo>
                    <a:pt x="4062862" y="731737"/>
                  </a:lnTo>
                  <a:lnTo>
                    <a:pt x="4059693" y="731737"/>
                  </a:lnTo>
                  <a:lnTo>
                    <a:pt x="4056523" y="731737"/>
                  </a:lnTo>
                  <a:lnTo>
                    <a:pt x="4053354" y="731737"/>
                  </a:lnTo>
                  <a:lnTo>
                    <a:pt x="4050185" y="731737"/>
                  </a:lnTo>
                  <a:lnTo>
                    <a:pt x="4047016" y="731737"/>
                  </a:lnTo>
                  <a:lnTo>
                    <a:pt x="4043847" y="731737"/>
                  </a:lnTo>
                  <a:lnTo>
                    <a:pt x="4040678" y="731737"/>
                  </a:lnTo>
                  <a:lnTo>
                    <a:pt x="4037508" y="731737"/>
                  </a:lnTo>
                  <a:lnTo>
                    <a:pt x="4034339" y="731737"/>
                  </a:lnTo>
                  <a:lnTo>
                    <a:pt x="4031170" y="731737"/>
                  </a:lnTo>
                  <a:lnTo>
                    <a:pt x="4028001" y="731737"/>
                  </a:lnTo>
                  <a:lnTo>
                    <a:pt x="4024832" y="731737"/>
                  </a:lnTo>
                  <a:lnTo>
                    <a:pt x="4021663" y="731737"/>
                  </a:lnTo>
                  <a:lnTo>
                    <a:pt x="4018494" y="731737"/>
                  </a:lnTo>
                  <a:lnTo>
                    <a:pt x="4015324" y="731737"/>
                  </a:lnTo>
                  <a:lnTo>
                    <a:pt x="4012155" y="731737"/>
                  </a:lnTo>
                  <a:lnTo>
                    <a:pt x="4008986" y="731737"/>
                  </a:lnTo>
                  <a:lnTo>
                    <a:pt x="4005817" y="731737"/>
                  </a:lnTo>
                  <a:lnTo>
                    <a:pt x="4002648" y="731737"/>
                  </a:lnTo>
                  <a:lnTo>
                    <a:pt x="3999479" y="731737"/>
                  </a:lnTo>
                  <a:lnTo>
                    <a:pt x="3996309" y="731737"/>
                  </a:lnTo>
                  <a:lnTo>
                    <a:pt x="3993140" y="731737"/>
                  </a:lnTo>
                  <a:lnTo>
                    <a:pt x="3989971" y="731737"/>
                  </a:lnTo>
                  <a:lnTo>
                    <a:pt x="3986802" y="731737"/>
                  </a:lnTo>
                  <a:lnTo>
                    <a:pt x="3983633" y="731737"/>
                  </a:lnTo>
                  <a:lnTo>
                    <a:pt x="3980464" y="731737"/>
                  </a:lnTo>
                  <a:lnTo>
                    <a:pt x="3977294" y="731737"/>
                  </a:lnTo>
                  <a:lnTo>
                    <a:pt x="3974125" y="731737"/>
                  </a:lnTo>
                  <a:lnTo>
                    <a:pt x="3970956" y="731737"/>
                  </a:lnTo>
                  <a:lnTo>
                    <a:pt x="3967787" y="731737"/>
                  </a:lnTo>
                  <a:lnTo>
                    <a:pt x="3964618" y="731737"/>
                  </a:lnTo>
                  <a:lnTo>
                    <a:pt x="3961449" y="731737"/>
                  </a:lnTo>
                  <a:lnTo>
                    <a:pt x="3958279" y="731737"/>
                  </a:lnTo>
                  <a:lnTo>
                    <a:pt x="3955110" y="731737"/>
                  </a:lnTo>
                  <a:lnTo>
                    <a:pt x="3951941" y="731737"/>
                  </a:lnTo>
                  <a:lnTo>
                    <a:pt x="3948772" y="731737"/>
                  </a:lnTo>
                  <a:lnTo>
                    <a:pt x="3945603" y="731737"/>
                  </a:lnTo>
                  <a:lnTo>
                    <a:pt x="3942434" y="731737"/>
                  </a:lnTo>
                  <a:lnTo>
                    <a:pt x="3939265" y="731737"/>
                  </a:lnTo>
                  <a:lnTo>
                    <a:pt x="3936095" y="731737"/>
                  </a:lnTo>
                  <a:lnTo>
                    <a:pt x="3932926" y="731737"/>
                  </a:lnTo>
                  <a:lnTo>
                    <a:pt x="3929757" y="731737"/>
                  </a:lnTo>
                  <a:lnTo>
                    <a:pt x="3926588" y="731737"/>
                  </a:lnTo>
                  <a:lnTo>
                    <a:pt x="3923419" y="731737"/>
                  </a:lnTo>
                  <a:lnTo>
                    <a:pt x="3920250" y="731737"/>
                  </a:lnTo>
                  <a:lnTo>
                    <a:pt x="3917080" y="731737"/>
                  </a:lnTo>
                  <a:lnTo>
                    <a:pt x="3913911" y="731737"/>
                  </a:lnTo>
                  <a:lnTo>
                    <a:pt x="3910742" y="731737"/>
                  </a:lnTo>
                  <a:lnTo>
                    <a:pt x="3907573" y="731737"/>
                  </a:lnTo>
                  <a:lnTo>
                    <a:pt x="3904404" y="731737"/>
                  </a:lnTo>
                  <a:lnTo>
                    <a:pt x="3901235" y="731737"/>
                  </a:lnTo>
                  <a:lnTo>
                    <a:pt x="3898065" y="731737"/>
                  </a:lnTo>
                  <a:lnTo>
                    <a:pt x="3894896" y="731737"/>
                  </a:lnTo>
                  <a:lnTo>
                    <a:pt x="3891727" y="731737"/>
                  </a:lnTo>
                  <a:lnTo>
                    <a:pt x="3888558" y="731737"/>
                  </a:lnTo>
                  <a:lnTo>
                    <a:pt x="3885389" y="731737"/>
                  </a:lnTo>
                  <a:lnTo>
                    <a:pt x="3882220" y="731737"/>
                  </a:lnTo>
                  <a:lnTo>
                    <a:pt x="3879050" y="731737"/>
                  </a:lnTo>
                  <a:lnTo>
                    <a:pt x="3875881" y="731737"/>
                  </a:lnTo>
                  <a:lnTo>
                    <a:pt x="3872712" y="731737"/>
                  </a:lnTo>
                  <a:lnTo>
                    <a:pt x="3869543" y="731737"/>
                  </a:lnTo>
                  <a:lnTo>
                    <a:pt x="3866374" y="731737"/>
                  </a:lnTo>
                  <a:lnTo>
                    <a:pt x="3863205" y="731737"/>
                  </a:lnTo>
                  <a:lnTo>
                    <a:pt x="3860036" y="731737"/>
                  </a:lnTo>
                  <a:lnTo>
                    <a:pt x="3856866" y="731737"/>
                  </a:lnTo>
                  <a:lnTo>
                    <a:pt x="3853697" y="731737"/>
                  </a:lnTo>
                  <a:lnTo>
                    <a:pt x="3850528" y="731737"/>
                  </a:lnTo>
                  <a:lnTo>
                    <a:pt x="3847359" y="731737"/>
                  </a:lnTo>
                  <a:lnTo>
                    <a:pt x="3844190" y="731737"/>
                  </a:lnTo>
                  <a:lnTo>
                    <a:pt x="3841021" y="731737"/>
                  </a:lnTo>
                  <a:lnTo>
                    <a:pt x="3837851" y="731737"/>
                  </a:lnTo>
                  <a:lnTo>
                    <a:pt x="3834682" y="731737"/>
                  </a:lnTo>
                  <a:lnTo>
                    <a:pt x="3831513" y="731737"/>
                  </a:lnTo>
                  <a:lnTo>
                    <a:pt x="3828344" y="731737"/>
                  </a:lnTo>
                  <a:lnTo>
                    <a:pt x="3825175" y="731737"/>
                  </a:lnTo>
                  <a:lnTo>
                    <a:pt x="3822006" y="731737"/>
                  </a:lnTo>
                  <a:lnTo>
                    <a:pt x="3818836" y="731737"/>
                  </a:lnTo>
                  <a:lnTo>
                    <a:pt x="3815667" y="731737"/>
                  </a:lnTo>
                  <a:lnTo>
                    <a:pt x="3812498" y="731737"/>
                  </a:lnTo>
                  <a:lnTo>
                    <a:pt x="3809329" y="731737"/>
                  </a:lnTo>
                  <a:lnTo>
                    <a:pt x="3806160" y="731737"/>
                  </a:lnTo>
                  <a:lnTo>
                    <a:pt x="3802991" y="731737"/>
                  </a:lnTo>
                  <a:lnTo>
                    <a:pt x="3799822" y="731737"/>
                  </a:lnTo>
                  <a:lnTo>
                    <a:pt x="3796652" y="731737"/>
                  </a:lnTo>
                  <a:lnTo>
                    <a:pt x="3793483" y="731737"/>
                  </a:lnTo>
                  <a:lnTo>
                    <a:pt x="3790314" y="731737"/>
                  </a:lnTo>
                  <a:lnTo>
                    <a:pt x="3787145" y="731737"/>
                  </a:lnTo>
                  <a:lnTo>
                    <a:pt x="3783976" y="731737"/>
                  </a:lnTo>
                  <a:lnTo>
                    <a:pt x="3780807" y="731737"/>
                  </a:lnTo>
                  <a:lnTo>
                    <a:pt x="3777637" y="731737"/>
                  </a:lnTo>
                  <a:lnTo>
                    <a:pt x="3774468" y="731737"/>
                  </a:lnTo>
                  <a:lnTo>
                    <a:pt x="3771299" y="731737"/>
                  </a:lnTo>
                  <a:lnTo>
                    <a:pt x="3768130" y="731737"/>
                  </a:lnTo>
                  <a:lnTo>
                    <a:pt x="3764961" y="731737"/>
                  </a:lnTo>
                  <a:lnTo>
                    <a:pt x="3761792" y="731737"/>
                  </a:lnTo>
                  <a:lnTo>
                    <a:pt x="3758622" y="731737"/>
                  </a:lnTo>
                  <a:lnTo>
                    <a:pt x="3755453" y="731737"/>
                  </a:lnTo>
                  <a:lnTo>
                    <a:pt x="3752284" y="731737"/>
                  </a:lnTo>
                  <a:lnTo>
                    <a:pt x="3749115" y="731737"/>
                  </a:lnTo>
                  <a:lnTo>
                    <a:pt x="3745946" y="731737"/>
                  </a:lnTo>
                  <a:lnTo>
                    <a:pt x="3742777" y="731737"/>
                  </a:lnTo>
                  <a:lnTo>
                    <a:pt x="3739607" y="731737"/>
                  </a:lnTo>
                  <a:lnTo>
                    <a:pt x="3736438" y="731737"/>
                  </a:lnTo>
                  <a:lnTo>
                    <a:pt x="3733269" y="731737"/>
                  </a:lnTo>
                  <a:lnTo>
                    <a:pt x="3730100" y="731737"/>
                  </a:lnTo>
                  <a:lnTo>
                    <a:pt x="3726931" y="731737"/>
                  </a:lnTo>
                  <a:lnTo>
                    <a:pt x="3723762" y="731737"/>
                  </a:lnTo>
                  <a:lnTo>
                    <a:pt x="3720593" y="731737"/>
                  </a:lnTo>
                  <a:lnTo>
                    <a:pt x="3717423" y="731737"/>
                  </a:lnTo>
                  <a:lnTo>
                    <a:pt x="3714254" y="731737"/>
                  </a:lnTo>
                  <a:lnTo>
                    <a:pt x="3711085" y="731737"/>
                  </a:lnTo>
                  <a:lnTo>
                    <a:pt x="3707916" y="731737"/>
                  </a:lnTo>
                  <a:lnTo>
                    <a:pt x="3704747" y="731737"/>
                  </a:lnTo>
                  <a:lnTo>
                    <a:pt x="3701578" y="731737"/>
                  </a:lnTo>
                  <a:lnTo>
                    <a:pt x="3698408" y="731737"/>
                  </a:lnTo>
                  <a:lnTo>
                    <a:pt x="3695239" y="731737"/>
                  </a:lnTo>
                  <a:lnTo>
                    <a:pt x="3692070" y="731737"/>
                  </a:lnTo>
                  <a:lnTo>
                    <a:pt x="3688901" y="731737"/>
                  </a:lnTo>
                  <a:lnTo>
                    <a:pt x="3685732" y="731737"/>
                  </a:lnTo>
                  <a:lnTo>
                    <a:pt x="3682563" y="731737"/>
                  </a:lnTo>
                  <a:lnTo>
                    <a:pt x="3679393" y="731737"/>
                  </a:lnTo>
                  <a:lnTo>
                    <a:pt x="3676224" y="731737"/>
                  </a:lnTo>
                  <a:lnTo>
                    <a:pt x="3673055" y="731737"/>
                  </a:lnTo>
                  <a:lnTo>
                    <a:pt x="3669886" y="731737"/>
                  </a:lnTo>
                  <a:lnTo>
                    <a:pt x="3666717" y="731737"/>
                  </a:lnTo>
                  <a:lnTo>
                    <a:pt x="3663548" y="731737"/>
                  </a:lnTo>
                  <a:lnTo>
                    <a:pt x="3660379" y="731737"/>
                  </a:lnTo>
                  <a:lnTo>
                    <a:pt x="3657209" y="731737"/>
                  </a:lnTo>
                  <a:lnTo>
                    <a:pt x="3654040" y="731737"/>
                  </a:lnTo>
                  <a:lnTo>
                    <a:pt x="3650871" y="731737"/>
                  </a:lnTo>
                  <a:lnTo>
                    <a:pt x="3647702" y="731737"/>
                  </a:lnTo>
                  <a:lnTo>
                    <a:pt x="3644533" y="731737"/>
                  </a:lnTo>
                  <a:lnTo>
                    <a:pt x="3641364" y="731737"/>
                  </a:lnTo>
                  <a:lnTo>
                    <a:pt x="3638194" y="731737"/>
                  </a:lnTo>
                  <a:lnTo>
                    <a:pt x="3635025" y="731737"/>
                  </a:lnTo>
                  <a:lnTo>
                    <a:pt x="3631856" y="731737"/>
                  </a:lnTo>
                  <a:lnTo>
                    <a:pt x="3628687" y="731737"/>
                  </a:lnTo>
                  <a:lnTo>
                    <a:pt x="3625518" y="731737"/>
                  </a:lnTo>
                  <a:lnTo>
                    <a:pt x="3622349" y="731737"/>
                  </a:lnTo>
                  <a:lnTo>
                    <a:pt x="3619179" y="731737"/>
                  </a:lnTo>
                  <a:lnTo>
                    <a:pt x="3616010" y="731737"/>
                  </a:lnTo>
                  <a:lnTo>
                    <a:pt x="3612841" y="731737"/>
                  </a:lnTo>
                  <a:lnTo>
                    <a:pt x="3609672" y="731737"/>
                  </a:lnTo>
                  <a:lnTo>
                    <a:pt x="3606503" y="731737"/>
                  </a:lnTo>
                  <a:lnTo>
                    <a:pt x="3603334" y="731737"/>
                  </a:lnTo>
                  <a:lnTo>
                    <a:pt x="3600164" y="731737"/>
                  </a:lnTo>
                  <a:lnTo>
                    <a:pt x="3596995" y="731737"/>
                  </a:lnTo>
                  <a:lnTo>
                    <a:pt x="3593826" y="731737"/>
                  </a:lnTo>
                  <a:lnTo>
                    <a:pt x="3590657" y="731737"/>
                  </a:lnTo>
                  <a:lnTo>
                    <a:pt x="3587488" y="731737"/>
                  </a:lnTo>
                  <a:lnTo>
                    <a:pt x="3584319" y="731737"/>
                  </a:lnTo>
                  <a:lnTo>
                    <a:pt x="3581150" y="731737"/>
                  </a:lnTo>
                  <a:lnTo>
                    <a:pt x="3577980" y="731737"/>
                  </a:lnTo>
                  <a:lnTo>
                    <a:pt x="3574811" y="731737"/>
                  </a:lnTo>
                  <a:lnTo>
                    <a:pt x="3571642" y="731737"/>
                  </a:lnTo>
                  <a:lnTo>
                    <a:pt x="3568473" y="731737"/>
                  </a:lnTo>
                  <a:lnTo>
                    <a:pt x="3565304" y="731737"/>
                  </a:lnTo>
                  <a:lnTo>
                    <a:pt x="3562135" y="731737"/>
                  </a:lnTo>
                  <a:lnTo>
                    <a:pt x="3558965" y="731737"/>
                  </a:lnTo>
                  <a:lnTo>
                    <a:pt x="3555796" y="731737"/>
                  </a:lnTo>
                  <a:lnTo>
                    <a:pt x="3552627" y="731737"/>
                  </a:lnTo>
                  <a:lnTo>
                    <a:pt x="3549458" y="731737"/>
                  </a:lnTo>
                  <a:lnTo>
                    <a:pt x="3546289" y="731737"/>
                  </a:lnTo>
                  <a:lnTo>
                    <a:pt x="3543120" y="731737"/>
                  </a:lnTo>
                  <a:lnTo>
                    <a:pt x="3539950" y="731737"/>
                  </a:lnTo>
                  <a:lnTo>
                    <a:pt x="3536781" y="731737"/>
                  </a:lnTo>
                  <a:lnTo>
                    <a:pt x="3533612" y="731737"/>
                  </a:lnTo>
                  <a:lnTo>
                    <a:pt x="3530443" y="731737"/>
                  </a:lnTo>
                  <a:lnTo>
                    <a:pt x="3527274" y="731737"/>
                  </a:lnTo>
                  <a:lnTo>
                    <a:pt x="3524105" y="731737"/>
                  </a:lnTo>
                  <a:lnTo>
                    <a:pt x="3520935" y="731737"/>
                  </a:lnTo>
                  <a:lnTo>
                    <a:pt x="3517766" y="731737"/>
                  </a:lnTo>
                  <a:lnTo>
                    <a:pt x="3514597" y="731737"/>
                  </a:lnTo>
                  <a:lnTo>
                    <a:pt x="3511428" y="731737"/>
                  </a:lnTo>
                  <a:lnTo>
                    <a:pt x="3508259" y="731737"/>
                  </a:lnTo>
                  <a:lnTo>
                    <a:pt x="3505090" y="731737"/>
                  </a:lnTo>
                  <a:lnTo>
                    <a:pt x="3501921" y="731737"/>
                  </a:lnTo>
                  <a:lnTo>
                    <a:pt x="3498751" y="731737"/>
                  </a:lnTo>
                  <a:lnTo>
                    <a:pt x="3495582" y="731737"/>
                  </a:lnTo>
                  <a:lnTo>
                    <a:pt x="3492413" y="731737"/>
                  </a:lnTo>
                  <a:lnTo>
                    <a:pt x="3489244" y="731737"/>
                  </a:lnTo>
                  <a:lnTo>
                    <a:pt x="3486075" y="731737"/>
                  </a:lnTo>
                  <a:lnTo>
                    <a:pt x="3482906" y="731737"/>
                  </a:lnTo>
                  <a:lnTo>
                    <a:pt x="3479736" y="731737"/>
                  </a:lnTo>
                  <a:lnTo>
                    <a:pt x="3476567" y="731737"/>
                  </a:lnTo>
                  <a:lnTo>
                    <a:pt x="3473398" y="731737"/>
                  </a:lnTo>
                  <a:lnTo>
                    <a:pt x="3470229" y="731737"/>
                  </a:lnTo>
                  <a:lnTo>
                    <a:pt x="3467060" y="731737"/>
                  </a:lnTo>
                  <a:lnTo>
                    <a:pt x="3463891" y="731737"/>
                  </a:lnTo>
                  <a:lnTo>
                    <a:pt x="3460721" y="731737"/>
                  </a:lnTo>
                  <a:lnTo>
                    <a:pt x="3457552" y="731737"/>
                  </a:lnTo>
                  <a:lnTo>
                    <a:pt x="3454383" y="731737"/>
                  </a:lnTo>
                  <a:lnTo>
                    <a:pt x="3451214" y="731737"/>
                  </a:lnTo>
                  <a:lnTo>
                    <a:pt x="3448045" y="731737"/>
                  </a:lnTo>
                  <a:lnTo>
                    <a:pt x="3444876" y="731737"/>
                  </a:lnTo>
                  <a:lnTo>
                    <a:pt x="3441707" y="731737"/>
                  </a:lnTo>
                  <a:lnTo>
                    <a:pt x="3438537" y="731737"/>
                  </a:lnTo>
                  <a:lnTo>
                    <a:pt x="3435368" y="731737"/>
                  </a:lnTo>
                  <a:lnTo>
                    <a:pt x="3432199" y="731737"/>
                  </a:lnTo>
                  <a:lnTo>
                    <a:pt x="3429030" y="731737"/>
                  </a:lnTo>
                  <a:lnTo>
                    <a:pt x="3425861" y="731737"/>
                  </a:lnTo>
                  <a:lnTo>
                    <a:pt x="3422692" y="731737"/>
                  </a:lnTo>
                  <a:lnTo>
                    <a:pt x="3419522" y="731737"/>
                  </a:lnTo>
                  <a:lnTo>
                    <a:pt x="3416353" y="731737"/>
                  </a:lnTo>
                  <a:lnTo>
                    <a:pt x="3413184" y="731737"/>
                  </a:lnTo>
                  <a:lnTo>
                    <a:pt x="3410015" y="731737"/>
                  </a:lnTo>
                  <a:lnTo>
                    <a:pt x="3406846" y="731737"/>
                  </a:lnTo>
                  <a:lnTo>
                    <a:pt x="3403677" y="731737"/>
                  </a:lnTo>
                  <a:lnTo>
                    <a:pt x="3400507" y="731737"/>
                  </a:lnTo>
                  <a:lnTo>
                    <a:pt x="3397338" y="731737"/>
                  </a:lnTo>
                  <a:lnTo>
                    <a:pt x="3394169" y="731737"/>
                  </a:lnTo>
                  <a:lnTo>
                    <a:pt x="3391000" y="731737"/>
                  </a:lnTo>
                  <a:lnTo>
                    <a:pt x="3387831" y="731737"/>
                  </a:lnTo>
                  <a:lnTo>
                    <a:pt x="3384662" y="731737"/>
                  </a:lnTo>
                  <a:lnTo>
                    <a:pt x="3381492" y="731737"/>
                  </a:lnTo>
                  <a:lnTo>
                    <a:pt x="3378323" y="731737"/>
                  </a:lnTo>
                  <a:lnTo>
                    <a:pt x="3375154" y="731737"/>
                  </a:lnTo>
                  <a:lnTo>
                    <a:pt x="3371985" y="731737"/>
                  </a:lnTo>
                  <a:lnTo>
                    <a:pt x="3368816" y="731737"/>
                  </a:lnTo>
                  <a:lnTo>
                    <a:pt x="3365647" y="731737"/>
                  </a:lnTo>
                  <a:lnTo>
                    <a:pt x="3362478" y="731737"/>
                  </a:lnTo>
                  <a:lnTo>
                    <a:pt x="3359308" y="731737"/>
                  </a:lnTo>
                  <a:lnTo>
                    <a:pt x="3356139" y="731737"/>
                  </a:lnTo>
                  <a:lnTo>
                    <a:pt x="3352970" y="731737"/>
                  </a:lnTo>
                  <a:lnTo>
                    <a:pt x="3349801" y="731737"/>
                  </a:lnTo>
                  <a:lnTo>
                    <a:pt x="3346632" y="731737"/>
                  </a:lnTo>
                  <a:lnTo>
                    <a:pt x="3343463" y="731737"/>
                  </a:lnTo>
                  <a:lnTo>
                    <a:pt x="3340293" y="731737"/>
                  </a:lnTo>
                  <a:lnTo>
                    <a:pt x="3337124" y="731737"/>
                  </a:lnTo>
                  <a:lnTo>
                    <a:pt x="3333955" y="731737"/>
                  </a:lnTo>
                  <a:lnTo>
                    <a:pt x="3330786" y="731737"/>
                  </a:lnTo>
                  <a:lnTo>
                    <a:pt x="3327617" y="731737"/>
                  </a:lnTo>
                  <a:lnTo>
                    <a:pt x="3324448" y="731737"/>
                  </a:lnTo>
                  <a:lnTo>
                    <a:pt x="3321278" y="731737"/>
                  </a:lnTo>
                  <a:lnTo>
                    <a:pt x="3318109" y="731737"/>
                  </a:lnTo>
                  <a:lnTo>
                    <a:pt x="3314940" y="731737"/>
                  </a:lnTo>
                  <a:lnTo>
                    <a:pt x="3311771" y="731737"/>
                  </a:lnTo>
                  <a:lnTo>
                    <a:pt x="3308602" y="731737"/>
                  </a:lnTo>
                  <a:lnTo>
                    <a:pt x="3305433" y="731737"/>
                  </a:lnTo>
                  <a:lnTo>
                    <a:pt x="3302263" y="731737"/>
                  </a:lnTo>
                  <a:lnTo>
                    <a:pt x="3299094" y="731737"/>
                  </a:lnTo>
                  <a:lnTo>
                    <a:pt x="3295925" y="731737"/>
                  </a:lnTo>
                  <a:lnTo>
                    <a:pt x="3292756" y="731737"/>
                  </a:lnTo>
                  <a:lnTo>
                    <a:pt x="3289587" y="731737"/>
                  </a:lnTo>
                  <a:lnTo>
                    <a:pt x="3286418" y="731737"/>
                  </a:lnTo>
                  <a:lnTo>
                    <a:pt x="3283249" y="731737"/>
                  </a:lnTo>
                  <a:lnTo>
                    <a:pt x="3280079" y="731737"/>
                  </a:lnTo>
                  <a:lnTo>
                    <a:pt x="3276910" y="731737"/>
                  </a:lnTo>
                  <a:lnTo>
                    <a:pt x="3273741" y="731737"/>
                  </a:lnTo>
                  <a:lnTo>
                    <a:pt x="3270572" y="731737"/>
                  </a:lnTo>
                  <a:lnTo>
                    <a:pt x="3267403" y="731737"/>
                  </a:lnTo>
                  <a:lnTo>
                    <a:pt x="3264234" y="731737"/>
                  </a:lnTo>
                  <a:lnTo>
                    <a:pt x="3261064" y="731737"/>
                  </a:lnTo>
                  <a:lnTo>
                    <a:pt x="3257895" y="731737"/>
                  </a:lnTo>
                  <a:lnTo>
                    <a:pt x="3254726" y="731737"/>
                  </a:lnTo>
                  <a:lnTo>
                    <a:pt x="3251557" y="731737"/>
                  </a:lnTo>
                  <a:lnTo>
                    <a:pt x="3248388" y="731737"/>
                  </a:lnTo>
                  <a:lnTo>
                    <a:pt x="3245219" y="731737"/>
                  </a:lnTo>
                  <a:lnTo>
                    <a:pt x="3242049" y="731737"/>
                  </a:lnTo>
                  <a:lnTo>
                    <a:pt x="3238880" y="731737"/>
                  </a:lnTo>
                  <a:lnTo>
                    <a:pt x="3235711" y="731737"/>
                  </a:lnTo>
                  <a:lnTo>
                    <a:pt x="3232542" y="731737"/>
                  </a:lnTo>
                  <a:lnTo>
                    <a:pt x="3229373" y="731737"/>
                  </a:lnTo>
                  <a:lnTo>
                    <a:pt x="3226204" y="731737"/>
                  </a:lnTo>
                  <a:lnTo>
                    <a:pt x="3223035" y="731737"/>
                  </a:lnTo>
                  <a:lnTo>
                    <a:pt x="3219865" y="731737"/>
                  </a:lnTo>
                  <a:lnTo>
                    <a:pt x="3216696" y="731737"/>
                  </a:lnTo>
                  <a:lnTo>
                    <a:pt x="3213527" y="731737"/>
                  </a:lnTo>
                  <a:lnTo>
                    <a:pt x="3210358" y="731737"/>
                  </a:lnTo>
                  <a:lnTo>
                    <a:pt x="3207189" y="731737"/>
                  </a:lnTo>
                  <a:lnTo>
                    <a:pt x="3204020" y="731737"/>
                  </a:lnTo>
                  <a:lnTo>
                    <a:pt x="3200850" y="731737"/>
                  </a:lnTo>
                  <a:lnTo>
                    <a:pt x="3197681" y="731737"/>
                  </a:lnTo>
                  <a:lnTo>
                    <a:pt x="3194512" y="731737"/>
                  </a:lnTo>
                  <a:lnTo>
                    <a:pt x="3191343" y="731737"/>
                  </a:lnTo>
                  <a:lnTo>
                    <a:pt x="3188174" y="731737"/>
                  </a:lnTo>
                  <a:lnTo>
                    <a:pt x="3185005" y="731737"/>
                  </a:lnTo>
                  <a:lnTo>
                    <a:pt x="3181835" y="731737"/>
                  </a:lnTo>
                  <a:lnTo>
                    <a:pt x="3178666" y="731737"/>
                  </a:lnTo>
                  <a:lnTo>
                    <a:pt x="3175497" y="731737"/>
                  </a:lnTo>
                  <a:lnTo>
                    <a:pt x="3172328" y="731737"/>
                  </a:lnTo>
                  <a:lnTo>
                    <a:pt x="3169159" y="731737"/>
                  </a:lnTo>
                  <a:lnTo>
                    <a:pt x="3165990" y="731737"/>
                  </a:lnTo>
                  <a:lnTo>
                    <a:pt x="3162820" y="731737"/>
                  </a:lnTo>
                  <a:lnTo>
                    <a:pt x="3159651" y="731737"/>
                  </a:lnTo>
                  <a:lnTo>
                    <a:pt x="3156482" y="731737"/>
                  </a:lnTo>
                  <a:lnTo>
                    <a:pt x="3153313" y="731737"/>
                  </a:lnTo>
                  <a:lnTo>
                    <a:pt x="3150144" y="731737"/>
                  </a:lnTo>
                  <a:lnTo>
                    <a:pt x="3146975" y="731737"/>
                  </a:lnTo>
                  <a:lnTo>
                    <a:pt x="3143806" y="731737"/>
                  </a:lnTo>
                  <a:lnTo>
                    <a:pt x="3140636" y="731737"/>
                  </a:lnTo>
                  <a:lnTo>
                    <a:pt x="3137467" y="731737"/>
                  </a:lnTo>
                  <a:lnTo>
                    <a:pt x="3134298" y="731737"/>
                  </a:lnTo>
                  <a:lnTo>
                    <a:pt x="3131129" y="731737"/>
                  </a:lnTo>
                  <a:lnTo>
                    <a:pt x="3127960" y="731737"/>
                  </a:lnTo>
                  <a:lnTo>
                    <a:pt x="3124791" y="731737"/>
                  </a:lnTo>
                  <a:lnTo>
                    <a:pt x="3121621" y="731737"/>
                  </a:lnTo>
                  <a:lnTo>
                    <a:pt x="3118452" y="731737"/>
                  </a:lnTo>
                  <a:lnTo>
                    <a:pt x="3115283" y="731737"/>
                  </a:lnTo>
                  <a:lnTo>
                    <a:pt x="3112114" y="731737"/>
                  </a:lnTo>
                  <a:lnTo>
                    <a:pt x="3108945" y="731737"/>
                  </a:lnTo>
                  <a:lnTo>
                    <a:pt x="3105776" y="731737"/>
                  </a:lnTo>
                  <a:lnTo>
                    <a:pt x="3102606" y="731737"/>
                  </a:lnTo>
                  <a:lnTo>
                    <a:pt x="3099437" y="731737"/>
                  </a:lnTo>
                  <a:lnTo>
                    <a:pt x="3096268" y="731737"/>
                  </a:lnTo>
                  <a:lnTo>
                    <a:pt x="3093099" y="731737"/>
                  </a:lnTo>
                  <a:lnTo>
                    <a:pt x="3089930" y="731737"/>
                  </a:lnTo>
                  <a:lnTo>
                    <a:pt x="3086761" y="731737"/>
                  </a:lnTo>
                  <a:lnTo>
                    <a:pt x="3083592" y="731737"/>
                  </a:lnTo>
                  <a:lnTo>
                    <a:pt x="3080422" y="731737"/>
                  </a:lnTo>
                  <a:lnTo>
                    <a:pt x="3077253" y="731737"/>
                  </a:lnTo>
                  <a:lnTo>
                    <a:pt x="3074084" y="731737"/>
                  </a:lnTo>
                  <a:lnTo>
                    <a:pt x="3070915" y="731737"/>
                  </a:lnTo>
                  <a:lnTo>
                    <a:pt x="3067746" y="731737"/>
                  </a:lnTo>
                  <a:lnTo>
                    <a:pt x="3064577" y="731737"/>
                  </a:lnTo>
                  <a:lnTo>
                    <a:pt x="3061407" y="731737"/>
                  </a:lnTo>
                  <a:lnTo>
                    <a:pt x="3058238" y="731737"/>
                  </a:lnTo>
                  <a:lnTo>
                    <a:pt x="3055069" y="731737"/>
                  </a:lnTo>
                  <a:lnTo>
                    <a:pt x="3051900" y="731737"/>
                  </a:lnTo>
                  <a:lnTo>
                    <a:pt x="3048731" y="731737"/>
                  </a:lnTo>
                  <a:lnTo>
                    <a:pt x="3045562" y="731737"/>
                  </a:lnTo>
                  <a:lnTo>
                    <a:pt x="3042392" y="731737"/>
                  </a:lnTo>
                  <a:lnTo>
                    <a:pt x="3039223" y="731737"/>
                  </a:lnTo>
                  <a:lnTo>
                    <a:pt x="3036054" y="731737"/>
                  </a:lnTo>
                  <a:lnTo>
                    <a:pt x="3032885" y="731737"/>
                  </a:lnTo>
                  <a:lnTo>
                    <a:pt x="3029716" y="731737"/>
                  </a:lnTo>
                  <a:lnTo>
                    <a:pt x="3026547" y="731737"/>
                  </a:lnTo>
                  <a:lnTo>
                    <a:pt x="3023377" y="731737"/>
                  </a:lnTo>
                  <a:lnTo>
                    <a:pt x="3020208" y="731737"/>
                  </a:lnTo>
                  <a:lnTo>
                    <a:pt x="3017039" y="731737"/>
                  </a:lnTo>
                  <a:lnTo>
                    <a:pt x="3013870" y="731737"/>
                  </a:lnTo>
                  <a:lnTo>
                    <a:pt x="3010701" y="731737"/>
                  </a:lnTo>
                  <a:lnTo>
                    <a:pt x="3007532" y="731737"/>
                  </a:lnTo>
                  <a:lnTo>
                    <a:pt x="3004363" y="731737"/>
                  </a:lnTo>
                  <a:lnTo>
                    <a:pt x="3001193" y="731737"/>
                  </a:lnTo>
                  <a:lnTo>
                    <a:pt x="2998024" y="731737"/>
                  </a:lnTo>
                  <a:lnTo>
                    <a:pt x="2994855" y="731737"/>
                  </a:lnTo>
                  <a:lnTo>
                    <a:pt x="2991686" y="731737"/>
                  </a:lnTo>
                  <a:lnTo>
                    <a:pt x="2988517" y="731737"/>
                  </a:lnTo>
                  <a:lnTo>
                    <a:pt x="2985348" y="731737"/>
                  </a:lnTo>
                  <a:lnTo>
                    <a:pt x="2982178" y="731737"/>
                  </a:lnTo>
                  <a:lnTo>
                    <a:pt x="2979009" y="731737"/>
                  </a:lnTo>
                  <a:lnTo>
                    <a:pt x="2975840" y="731737"/>
                  </a:lnTo>
                  <a:lnTo>
                    <a:pt x="2972671" y="731737"/>
                  </a:lnTo>
                  <a:lnTo>
                    <a:pt x="2969502" y="731737"/>
                  </a:lnTo>
                  <a:lnTo>
                    <a:pt x="2966333" y="731737"/>
                  </a:lnTo>
                  <a:lnTo>
                    <a:pt x="2963163" y="731737"/>
                  </a:lnTo>
                  <a:lnTo>
                    <a:pt x="2959994" y="731737"/>
                  </a:lnTo>
                  <a:lnTo>
                    <a:pt x="2956825" y="731737"/>
                  </a:lnTo>
                  <a:lnTo>
                    <a:pt x="2953656" y="731737"/>
                  </a:lnTo>
                  <a:lnTo>
                    <a:pt x="2950487" y="731737"/>
                  </a:lnTo>
                  <a:lnTo>
                    <a:pt x="2947318" y="731737"/>
                  </a:lnTo>
                  <a:lnTo>
                    <a:pt x="2944148" y="731737"/>
                  </a:lnTo>
                  <a:lnTo>
                    <a:pt x="2940979" y="731737"/>
                  </a:lnTo>
                  <a:lnTo>
                    <a:pt x="2937810" y="731737"/>
                  </a:lnTo>
                  <a:lnTo>
                    <a:pt x="2934641" y="731737"/>
                  </a:lnTo>
                  <a:lnTo>
                    <a:pt x="2931472" y="731737"/>
                  </a:lnTo>
                  <a:lnTo>
                    <a:pt x="2928303" y="731737"/>
                  </a:lnTo>
                  <a:lnTo>
                    <a:pt x="2925134" y="731737"/>
                  </a:lnTo>
                  <a:lnTo>
                    <a:pt x="2921964" y="731737"/>
                  </a:lnTo>
                  <a:lnTo>
                    <a:pt x="2918795" y="731737"/>
                  </a:lnTo>
                  <a:lnTo>
                    <a:pt x="2915626" y="731737"/>
                  </a:lnTo>
                  <a:lnTo>
                    <a:pt x="2912457" y="731737"/>
                  </a:lnTo>
                  <a:lnTo>
                    <a:pt x="2909288" y="731737"/>
                  </a:lnTo>
                  <a:lnTo>
                    <a:pt x="2906119" y="731737"/>
                  </a:lnTo>
                  <a:lnTo>
                    <a:pt x="2902949" y="731737"/>
                  </a:lnTo>
                  <a:lnTo>
                    <a:pt x="2899780" y="731737"/>
                  </a:lnTo>
                  <a:lnTo>
                    <a:pt x="2896611" y="731737"/>
                  </a:lnTo>
                  <a:lnTo>
                    <a:pt x="2893442" y="731737"/>
                  </a:lnTo>
                  <a:lnTo>
                    <a:pt x="2890273" y="731737"/>
                  </a:lnTo>
                  <a:lnTo>
                    <a:pt x="2887104" y="731737"/>
                  </a:lnTo>
                  <a:lnTo>
                    <a:pt x="2883934" y="731737"/>
                  </a:lnTo>
                  <a:lnTo>
                    <a:pt x="2880765" y="731737"/>
                  </a:lnTo>
                  <a:lnTo>
                    <a:pt x="2877596" y="731737"/>
                  </a:lnTo>
                  <a:lnTo>
                    <a:pt x="2874427" y="731737"/>
                  </a:lnTo>
                  <a:lnTo>
                    <a:pt x="2871258" y="731737"/>
                  </a:lnTo>
                  <a:lnTo>
                    <a:pt x="2868089" y="731737"/>
                  </a:lnTo>
                  <a:lnTo>
                    <a:pt x="2864920" y="731737"/>
                  </a:lnTo>
                  <a:lnTo>
                    <a:pt x="2861750" y="731737"/>
                  </a:lnTo>
                  <a:lnTo>
                    <a:pt x="2858581" y="731737"/>
                  </a:lnTo>
                  <a:lnTo>
                    <a:pt x="2855412" y="731737"/>
                  </a:lnTo>
                  <a:lnTo>
                    <a:pt x="2852243" y="731737"/>
                  </a:lnTo>
                  <a:lnTo>
                    <a:pt x="2849074" y="731737"/>
                  </a:lnTo>
                  <a:lnTo>
                    <a:pt x="2845905" y="731737"/>
                  </a:lnTo>
                  <a:lnTo>
                    <a:pt x="2842735" y="731737"/>
                  </a:lnTo>
                  <a:lnTo>
                    <a:pt x="2839566" y="731737"/>
                  </a:lnTo>
                  <a:lnTo>
                    <a:pt x="2836397" y="731737"/>
                  </a:lnTo>
                  <a:lnTo>
                    <a:pt x="2833228" y="731737"/>
                  </a:lnTo>
                  <a:lnTo>
                    <a:pt x="2830059" y="731737"/>
                  </a:lnTo>
                  <a:lnTo>
                    <a:pt x="2826890" y="731737"/>
                  </a:lnTo>
                  <a:lnTo>
                    <a:pt x="2823720" y="731737"/>
                  </a:lnTo>
                  <a:lnTo>
                    <a:pt x="2820551" y="731737"/>
                  </a:lnTo>
                  <a:lnTo>
                    <a:pt x="2817382" y="731737"/>
                  </a:lnTo>
                  <a:lnTo>
                    <a:pt x="2814213" y="731737"/>
                  </a:lnTo>
                  <a:lnTo>
                    <a:pt x="2811044" y="731737"/>
                  </a:lnTo>
                  <a:lnTo>
                    <a:pt x="2807875" y="731737"/>
                  </a:lnTo>
                  <a:lnTo>
                    <a:pt x="2804705" y="731737"/>
                  </a:lnTo>
                  <a:lnTo>
                    <a:pt x="2801536" y="731737"/>
                  </a:lnTo>
                  <a:lnTo>
                    <a:pt x="2798367" y="731737"/>
                  </a:lnTo>
                  <a:lnTo>
                    <a:pt x="2795198" y="731737"/>
                  </a:lnTo>
                  <a:lnTo>
                    <a:pt x="2792029" y="731737"/>
                  </a:lnTo>
                  <a:lnTo>
                    <a:pt x="2788860" y="731737"/>
                  </a:lnTo>
                  <a:lnTo>
                    <a:pt x="2785691" y="731737"/>
                  </a:lnTo>
                  <a:lnTo>
                    <a:pt x="2782521" y="731737"/>
                  </a:lnTo>
                  <a:lnTo>
                    <a:pt x="2779352" y="731737"/>
                  </a:lnTo>
                  <a:lnTo>
                    <a:pt x="2776183" y="731737"/>
                  </a:lnTo>
                  <a:lnTo>
                    <a:pt x="2773014" y="731737"/>
                  </a:lnTo>
                  <a:lnTo>
                    <a:pt x="2769845" y="731737"/>
                  </a:lnTo>
                  <a:lnTo>
                    <a:pt x="2766676" y="731737"/>
                  </a:lnTo>
                  <a:lnTo>
                    <a:pt x="2763506" y="731737"/>
                  </a:lnTo>
                  <a:lnTo>
                    <a:pt x="2760337" y="731737"/>
                  </a:lnTo>
                  <a:lnTo>
                    <a:pt x="2757168" y="731737"/>
                  </a:lnTo>
                  <a:lnTo>
                    <a:pt x="2753999" y="731737"/>
                  </a:lnTo>
                  <a:lnTo>
                    <a:pt x="2750830" y="731737"/>
                  </a:lnTo>
                  <a:lnTo>
                    <a:pt x="2747661" y="731737"/>
                  </a:lnTo>
                  <a:lnTo>
                    <a:pt x="2744491" y="731737"/>
                  </a:lnTo>
                  <a:lnTo>
                    <a:pt x="2741322" y="731737"/>
                  </a:lnTo>
                  <a:lnTo>
                    <a:pt x="2738153" y="731737"/>
                  </a:lnTo>
                  <a:lnTo>
                    <a:pt x="2734984" y="731737"/>
                  </a:lnTo>
                  <a:lnTo>
                    <a:pt x="2731815" y="731737"/>
                  </a:lnTo>
                  <a:lnTo>
                    <a:pt x="2728646" y="731737"/>
                  </a:lnTo>
                  <a:lnTo>
                    <a:pt x="2725477" y="731737"/>
                  </a:lnTo>
                  <a:lnTo>
                    <a:pt x="2722307" y="731737"/>
                  </a:lnTo>
                  <a:lnTo>
                    <a:pt x="2719138" y="731737"/>
                  </a:lnTo>
                  <a:lnTo>
                    <a:pt x="2715969" y="731737"/>
                  </a:lnTo>
                  <a:lnTo>
                    <a:pt x="2712800" y="731737"/>
                  </a:lnTo>
                  <a:lnTo>
                    <a:pt x="2709631" y="731737"/>
                  </a:lnTo>
                  <a:lnTo>
                    <a:pt x="2706462" y="731737"/>
                  </a:lnTo>
                  <a:lnTo>
                    <a:pt x="2703292" y="731737"/>
                  </a:lnTo>
                  <a:lnTo>
                    <a:pt x="2700123" y="731737"/>
                  </a:lnTo>
                  <a:lnTo>
                    <a:pt x="2696954" y="731737"/>
                  </a:lnTo>
                  <a:lnTo>
                    <a:pt x="2693785" y="731737"/>
                  </a:lnTo>
                  <a:lnTo>
                    <a:pt x="2690616" y="731737"/>
                  </a:lnTo>
                  <a:lnTo>
                    <a:pt x="2687447" y="731737"/>
                  </a:lnTo>
                  <a:lnTo>
                    <a:pt x="2684277" y="731737"/>
                  </a:lnTo>
                  <a:lnTo>
                    <a:pt x="2681108" y="731737"/>
                  </a:lnTo>
                  <a:lnTo>
                    <a:pt x="2677939" y="731737"/>
                  </a:lnTo>
                  <a:lnTo>
                    <a:pt x="2674770" y="731737"/>
                  </a:lnTo>
                  <a:lnTo>
                    <a:pt x="2671601" y="731737"/>
                  </a:lnTo>
                  <a:lnTo>
                    <a:pt x="2668432" y="731737"/>
                  </a:lnTo>
                  <a:lnTo>
                    <a:pt x="2665262" y="731737"/>
                  </a:lnTo>
                  <a:lnTo>
                    <a:pt x="2662093" y="731737"/>
                  </a:lnTo>
                  <a:lnTo>
                    <a:pt x="2658924" y="731737"/>
                  </a:lnTo>
                  <a:lnTo>
                    <a:pt x="2655755" y="731737"/>
                  </a:lnTo>
                  <a:lnTo>
                    <a:pt x="2652586" y="731737"/>
                  </a:lnTo>
                  <a:lnTo>
                    <a:pt x="2649417" y="731737"/>
                  </a:lnTo>
                  <a:lnTo>
                    <a:pt x="2646248" y="731737"/>
                  </a:lnTo>
                  <a:lnTo>
                    <a:pt x="2643078" y="731737"/>
                  </a:lnTo>
                  <a:lnTo>
                    <a:pt x="2639909" y="731737"/>
                  </a:lnTo>
                  <a:lnTo>
                    <a:pt x="2636740" y="731737"/>
                  </a:lnTo>
                  <a:lnTo>
                    <a:pt x="2633571" y="731737"/>
                  </a:lnTo>
                  <a:lnTo>
                    <a:pt x="2630402" y="731737"/>
                  </a:lnTo>
                  <a:lnTo>
                    <a:pt x="2627233" y="731737"/>
                  </a:lnTo>
                  <a:lnTo>
                    <a:pt x="2624063" y="731737"/>
                  </a:lnTo>
                  <a:lnTo>
                    <a:pt x="2620894" y="731737"/>
                  </a:lnTo>
                  <a:lnTo>
                    <a:pt x="2617725" y="731737"/>
                  </a:lnTo>
                  <a:lnTo>
                    <a:pt x="2614556" y="731737"/>
                  </a:lnTo>
                  <a:lnTo>
                    <a:pt x="2611387" y="731737"/>
                  </a:lnTo>
                  <a:lnTo>
                    <a:pt x="2608218" y="731737"/>
                  </a:lnTo>
                  <a:lnTo>
                    <a:pt x="2605048" y="731737"/>
                  </a:lnTo>
                  <a:lnTo>
                    <a:pt x="2601879" y="731737"/>
                  </a:lnTo>
                  <a:lnTo>
                    <a:pt x="2598710" y="731737"/>
                  </a:lnTo>
                  <a:lnTo>
                    <a:pt x="2595541" y="731737"/>
                  </a:lnTo>
                  <a:lnTo>
                    <a:pt x="2592372" y="731737"/>
                  </a:lnTo>
                  <a:lnTo>
                    <a:pt x="2589203" y="731737"/>
                  </a:lnTo>
                  <a:lnTo>
                    <a:pt x="2586033" y="731737"/>
                  </a:lnTo>
                  <a:lnTo>
                    <a:pt x="2582864" y="731737"/>
                  </a:lnTo>
                  <a:lnTo>
                    <a:pt x="2579695" y="731737"/>
                  </a:lnTo>
                  <a:lnTo>
                    <a:pt x="2576526" y="731737"/>
                  </a:lnTo>
                  <a:lnTo>
                    <a:pt x="2573357" y="731737"/>
                  </a:lnTo>
                  <a:lnTo>
                    <a:pt x="2570188" y="731737"/>
                  </a:lnTo>
                  <a:lnTo>
                    <a:pt x="2567019" y="731737"/>
                  </a:lnTo>
                  <a:lnTo>
                    <a:pt x="2563849" y="731737"/>
                  </a:lnTo>
                  <a:lnTo>
                    <a:pt x="2560680" y="731737"/>
                  </a:lnTo>
                  <a:lnTo>
                    <a:pt x="2557511" y="731737"/>
                  </a:lnTo>
                  <a:lnTo>
                    <a:pt x="2554342" y="731737"/>
                  </a:lnTo>
                  <a:lnTo>
                    <a:pt x="2551173" y="731737"/>
                  </a:lnTo>
                  <a:lnTo>
                    <a:pt x="2548004" y="731737"/>
                  </a:lnTo>
                  <a:lnTo>
                    <a:pt x="2544834" y="731737"/>
                  </a:lnTo>
                  <a:lnTo>
                    <a:pt x="2541665" y="731737"/>
                  </a:lnTo>
                  <a:lnTo>
                    <a:pt x="2538496" y="731737"/>
                  </a:lnTo>
                  <a:lnTo>
                    <a:pt x="2535327" y="731737"/>
                  </a:lnTo>
                  <a:lnTo>
                    <a:pt x="2532158" y="731737"/>
                  </a:lnTo>
                  <a:lnTo>
                    <a:pt x="2528989" y="731737"/>
                  </a:lnTo>
                  <a:lnTo>
                    <a:pt x="2525819" y="731737"/>
                  </a:lnTo>
                  <a:lnTo>
                    <a:pt x="2522650" y="731737"/>
                  </a:lnTo>
                  <a:lnTo>
                    <a:pt x="2519481" y="731737"/>
                  </a:lnTo>
                  <a:lnTo>
                    <a:pt x="2516312" y="731737"/>
                  </a:lnTo>
                  <a:lnTo>
                    <a:pt x="2513143" y="731737"/>
                  </a:lnTo>
                  <a:lnTo>
                    <a:pt x="2509974" y="731737"/>
                  </a:lnTo>
                  <a:lnTo>
                    <a:pt x="2506805" y="731737"/>
                  </a:lnTo>
                  <a:lnTo>
                    <a:pt x="2503635" y="731737"/>
                  </a:lnTo>
                  <a:lnTo>
                    <a:pt x="2500466" y="731737"/>
                  </a:lnTo>
                  <a:lnTo>
                    <a:pt x="2497297" y="731737"/>
                  </a:lnTo>
                  <a:lnTo>
                    <a:pt x="2494128" y="731737"/>
                  </a:lnTo>
                  <a:lnTo>
                    <a:pt x="2490959" y="731737"/>
                  </a:lnTo>
                  <a:lnTo>
                    <a:pt x="2487790" y="731737"/>
                  </a:lnTo>
                  <a:lnTo>
                    <a:pt x="2484620" y="731737"/>
                  </a:lnTo>
                  <a:lnTo>
                    <a:pt x="2481451" y="731737"/>
                  </a:lnTo>
                  <a:lnTo>
                    <a:pt x="2478282" y="731737"/>
                  </a:lnTo>
                  <a:lnTo>
                    <a:pt x="2475113" y="731737"/>
                  </a:lnTo>
                  <a:lnTo>
                    <a:pt x="2471944" y="731737"/>
                  </a:lnTo>
                  <a:lnTo>
                    <a:pt x="2468775" y="731737"/>
                  </a:lnTo>
                  <a:lnTo>
                    <a:pt x="2465605" y="731737"/>
                  </a:lnTo>
                  <a:lnTo>
                    <a:pt x="2462436" y="731737"/>
                  </a:lnTo>
                  <a:lnTo>
                    <a:pt x="2459267" y="731737"/>
                  </a:lnTo>
                  <a:lnTo>
                    <a:pt x="2456098" y="731737"/>
                  </a:lnTo>
                  <a:lnTo>
                    <a:pt x="2452929" y="731737"/>
                  </a:lnTo>
                  <a:lnTo>
                    <a:pt x="2449760" y="731737"/>
                  </a:lnTo>
                  <a:lnTo>
                    <a:pt x="2446590" y="731737"/>
                  </a:lnTo>
                  <a:lnTo>
                    <a:pt x="2443421" y="731737"/>
                  </a:lnTo>
                  <a:lnTo>
                    <a:pt x="2440252" y="731737"/>
                  </a:lnTo>
                  <a:lnTo>
                    <a:pt x="2437083" y="731737"/>
                  </a:lnTo>
                  <a:lnTo>
                    <a:pt x="2433914" y="731737"/>
                  </a:lnTo>
                  <a:lnTo>
                    <a:pt x="2430745" y="731737"/>
                  </a:lnTo>
                  <a:lnTo>
                    <a:pt x="2427576" y="731737"/>
                  </a:lnTo>
                  <a:lnTo>
                    <a:pt x="2424406" y="731737"/>
                  </a:lnTo>
                  <a:lnTo>
                    <a:pt x="2421237" y="731737"/>
                  </a:lnTo>
                  <a:lnTo>
                    <a:pt x="2418068" y="731737"/>
                  </a:lnTo>
                  <a:lnTo>
                    <a:pt x="2414899" y="731737"/>
                  </a:lnTo>
                  <a:lnTo>
                    <a:pt x="2411730" y="731737"/>
                  </a:lnTo>
                  <a:lnTo>
                    <a:pt x="2408561" y="731737"/>
                  </a:lnTo>
                  <a:lnTo>
                    <a:pt x="2405391" y="731737"/>
                  </a:lnTo>
                  <a:lnTo>
                    <a:pt x="2402222" y="731737"/>
                  </a:lnTo>
                  <a:lnTo>
                    <a:pt x="2399053" y="731737"/>
                  </a:lnTo>
                  <a:lnTo>
                    <a:pt x="2395884" y="731737"/>
                  </a:lnTo>
                  <a:lnTo>
                    <a:pt x="2392715" y="731737"/>
                  </a:lnTo>
                  <a:lnTo>
                    <a:pt x="2389546" y="731737"/>
                  </a:lnTo>
                  <a:lnTo>
                    <a:pt x="2386376" y="731737"/>
                  </a:lnTo>
                  <a:lnTo>
                    <a:pt x="2383207" y="731737"/>
                  </a:lnTo>
                  <a:lnTo>
                    <a:pt x="2380038" y="731737"/>
                  </a:lnTo>
                  <a:lnTo>
                    <a:pt x="2376869" y="731737"/>
                  </a:lnTo>
                  <a:lnTo>
                    <a:pt x="2373700" y="731737"/>
                  </a:lnTo>
                  <a:lnTo>
                    <a:pt x="2370531" y="731737"/>
                  </a:lnTo>
                  <a:lnTo>
                    <a:pt x="2367362" y="731737"/>
                  </a:lnTo>
                  <a:lnTo>
                    <a:pt x="2364192" y="731737"/>
                  </a:lnTo>
                  <a:lnTo>
                    <a:pt x="2361023" y="731737"/>
                  </a:lnTo>
                  <a:lnTo>
                    <a:pt x="2357854" y="731737"/>
                  </a:lnTo>
                  <a:lnTo>
                    <a:pt x="2354685" y="731737"/>
                  </a:lnTo>
                  <a:lnTo>
                    <a:pt x="2351516" y="731737"/>
                  </a:lnTo>
                  <a:lnTo>
                    <a:pt x="2348347" y="731737"/>
                  </a:lnTo>
                  <a:lnTo>
                    <a:pt x="2345177" y="731737"/>
                  </a:lnTo>
                  <a:lnTo>
                    <a:pt x="2342008" y="731737"/>
                  </a:lnTo>
                  <a:lnTo>
                    <a:pt x="2338839" y="731737"/>
                  </a:lnTo>
                  <a:lnTo>
                    <a:pt x="2335670" y="731737"/>
                  </a:lnTo>
                  <a:lnTo>
                    <a:pt x="2332501" y="731737"/>
                  </a:lnTo>
                  <a:lnTo>
                    <a:pt x="2329332" y="731737"/>
                  </a:lnTo>
                  <a:lnTo>
                    <a:pt x="2326162" y="731737"/>
                  </a:lnTo>
                  <a:lnTo>
                    <a:pt x="2322993" y="731737"/>
                  </a:lnTo>
                  <a:lnTo>
                    <a:pt x="2319824" y="731737"/>
                  </a:lnTo>
                  <a:lnTo>
                    <a:pt x="2316655" y="731737"/>
                  </a:lnTo>
                  <a:lnTo>
                    <a:pt x="2313486" y="731737"/>
                  </a:lnTo>
                  <a:lnTo>
                    <a:pt x="2310317" y="731737"/>
                  </a:lnTo>
                  <a:lnTo>
                    <a:pt x="2307147" y="731737"/>
                  </a:lnTo>
                  <a:lnTo>
                    <a:pt x="2303978" y="731737"/>
                  </a:lnTo>
                  <a:lnTo>
                    <a:pt x="2300809" y="731737"/>
                  </a:lnTo>
                  <a:lnTo>
                    <a:pt x="2297640" y="731737"/>
                  </a:lnTo>
                  <a:lnTo>
                    <a:pt x="2294471" y="731737"/>
                  </a:lnTo>
                  <a:lnTo>
                    <a:pt x="2291302" y="731737"/>
                  </a:lnTo>
                  <a:lnTo>
                    <a:pt x="2288133" y="731737"/>
                  </a:lnTo>
                  <a:lnTo>
                    <a:pt x="2284963" y="731737"/>
                  </a:lnTo>
                  <a:lnTo>
                    <a:pt x="2281794" y="731737"/>
                  </a:lnTo>
                  <a:lnTo>
                    <a:pt x="2278625" y="731737"/>
                  </a:lnTo>
                  <a:lnTo>
                    <a:pt x="2275456" y="731737"/>
                  </a:lnTo>
                  <a:lnTo>
                    <a:pt x="2272287" y="731737"/>
                  </a:lnTo>
                  <a:lnTo>
                    <a:pt x="2269118" y="731737"/>
                  </a:lnTo>
                  <a:lnTo>
                    <a:pt x="2265948" y="731737"/>
                  </a:lnTo>
                  <a:lnTo>
                    <a:pt x="2262779" y="731737"/>
                  </a:lnTo>
                  <a:lnTo>
                    <a:pt x="2259610" y="731737"/>
                  </a:lnTo>
                  <a:lnTo>
                    <a:pt x="2256441" y="731737"/>
                  </a:lnTo>
                  <a:lnTo>
                    <a:pt x="2253272" y="731737"/>
                  </a:lnTo>
                  <a:lnTo>
                    <a:pt x="2250103" y="731737"/>
                  </a:lnTo>
                  <a:lnTo>
                    <a:pt x="2246933" y="731737"/>
                  </a:lnTo>
                  <a:lnTo>
                    <a:pt x="2243764" y="731737"/>
                  </a:lnTo>
                  <a:lnTo>
                    <a:pt x="2240595" y="731737"/>
                  </a:lnTo>
                  <a:lnTo>
                    <a:pt x="2237426" y="731737"/>
                  </a:lnTo>
                  <a:lnTo>
                    <a:pt x="2234257" y="731737"/>
                  </a:lnTo>
                  <a:lnTo>
                    <a:pt x="2231088" y="731737"/>
                  </a:lnTo>
                  <a:lnTo>
                    <a:pt x="2227918" y="731737"/>
                  </a:lnTo>
                  <a:lnTo>
                    <a:pt x="2224749" y="731737"/>
                  </a:lnTo>
                  <a:lnTo>
                    <a:pt x="2221580" y="731737"/>
                  </a:lnTo>
                  <a:lnTo>
                    <a:pt x="2218411" y="731737"/>
                  </a:lnTo>
                  <a:lnTo>
                    <a:pt x="2215242" y="731737"/>
                  </a:lnTo>
                  <a:lnTo>
                    <a:pt x="2212073" y="731737"/>
                  </a:lnTo>
                  <a:lnTo>
                    <a:pt x="2208904" y="731737"/>
                  </a:lnTo>
                  <a:lnTo>
                    <a:pt x="2205734" y="731737"/>
                  </a:lnTo>
                  <a:lnTo>
                    <a:pt x="2202565" y="731737"/>
                  </a:lnTo>
                  <a:lnTo>
                    <a:pt x="2199396" y="731737"/>
                  </a:lnTo>
                  <a:lnTo>
                    <a:pt x="2196227" y="731737"/>
                  </a:lnTo>
                  <a:lnTo>
                    <a:pt x="2193058" y="731737"/>
                  </a:lnTo>
                  <a:lnTo>
                    <a:pt x="2189889" y="731737"/>
                  </a:lnTo>
                  <a:lnTo>
                    <a:pt x="2186719" y="731737"/>
                  </a:lnTo>
                  <a:lnTo>
                    <a:pt x="2183550" y="731737"/>
                  </a:lnTo>
                  <a:lnTo>
                    <a:pt x="2180381" y="731737"/>
                  </a:lnTo>
                  <a:lnTo>
                    <a:pt x="2177212" y="731737"/>
                  </a:lnTo>
                  <a:lnTo>
                    <a:pt x="2174043" y="731737"/>
                  </a:lnTo>
                  <a:lnTo>
                    <a:pt x="2170874" y="731737"/>
                  </a:lnTo>
                  <a:lnTo>
                    <a:pt x="2167704" y="731737"/>
                  </a:lnTo>
                  <a:lnTo>
                    <a:pt x="2164535" y="731737"/>
                  </a:lnTo>
                  <a:lnTo>
                    <a:pt x="2161366" y="731737"/>
                  </a:lnTo>
                  <a:lnTo>
                    <a:pt x="2158197" y="731737"/>
                  </a:lnTo>
                  <a:lnTo>
                    <a:pt x="2155028" y="731737"/>
                  </a:lnTo>
                  <a:lnTo>
                    <a:pt x="2151859" y="731737"/>
                  </a:lnTo>
                  <a:lnTo>
                    <a:pt x="2148690" y="731737"/>
                  </a:lnTo>
                  <a:lnTo>
                    <a:pt x="2145520" y="731737"/>
                  </a:lnTo>
                  <a:lnTo>
                    <a:pt x="2142351" y="731737"/>
                  </a:lnTo>
                  <a:lnTo>
                    <a:pt x="2139182" y="731737"/>
                  </a:lnTo>
                  <a:lnTo>
                    <a:pt x="2136013" y="731737"/>
                  </a:lnTo>
                  <a:lnTo>
                    <a:pt x="2132844" y="731737"/>
                  </a:lnTo>
                  <a:lnTo>
                    <a:pt x="2129675" y="731737"/>
                  </a:lnTo>
                  <a:lnTo>
                    <a:pt x="2126505" y="731737"/>
                  </a:lnTo>
                  <a:lnTo>
                    <a:pt x="2123336" y="731737"/>
                  </a:lnTo>
                  <a:lnTo>
                    <a:pt x="2120167" y="731737"/>
                  </a:lnTo>
                  <a:lnTo>
                    <a:pt x="2116998" y="731737"/>
                  </a:lnTo>
                  <a:lnTo>
                    <a:pt x="2113829" y="731737"/>
                  </a:lnTo>
                  <a:lnTo>
                    <a:pt x="2110660" y="731737"/>
                  </a:lnTo>
                  <a:lnTo>
                    <a:pt x="2107490" y="731737"/>
                  </a:lnTo>
                  <a:lnTo>
                    <a:pt x="2104321" y="731737"/>
                  </a:lnTo>
                  <a:lnTo>
                    <a:pt x="2101152" y="731737"/>
                  </a:lnTo>
                  <a:lnTo>
                    <a:pt x="2097983" y="731737"/>
                  </a:lnTo>
                  <a:lnTo>
                    <a:pt x="2094814" y="731737"/>
                  </a:lnTo>
                  <a:lnTo>
                    <a:pt x="2091645" y="731737"/>
                  </a:lnTo>
                  <a:lnTo>
                    <a:pt x="2088475" y="731737"/>
                  </a:lnTo>
                  <a:lnTo>
                    <a:pt x="2085306" y="731737"/>
                  </a:lnTo>
                  <a:lnTo>
                    <a:pt x="2082137" y="731737"/>
                  </a:lnTo>
                  <a:lnTo>
                    <a:pt x="2078968" y="731737"/>
                  </a:lnTo>
                  <a:lnTo>
                    <a:pt x="2075799" y="731737"/>
                  </a:lnTo>
                  <a:lnTo>
                    <a:pt x="2072630" y="731737"/>
                  </a:lnTo>
                  <a:lnTo>
                    <a:pt x="2069461" y="731737"/>
                  </a:lnTo>
                  <a:lnTo>
                    <a:pt x="2066291" y="731737"/>
                  </a:lnTo>
                  <a:lnTo>
                    <a:pt x="2063122" y="731737"/>
                  </a:lnTo>
                  <a:lnTo>
                    <a:pt x="2059953" y="731737"/>
                  </a:lnTo>
                  <a:lnTo>
                    <a:pt x="2056784" y="731737"/>
                  </a:lnTo>
                  <a:lnTo>
                    <a:pt x="2053615" y="731737"/>
                  </a:lnTo>
                  <a:lnTo>
                    <a:pt x="2050446" y="731737"/>
                  </a:lnTo>
                  <a:lnTo>
                    <a:pt x="2047276" y="731737"/>
                  </a:lnTo>
                  <a:lnTo>
                    <a:pt x="2044107" y="731737"/>
                  </a:lnTo>
                  <a:lnTo>
                    <a:pt x="2040938" y="731737"/>
                  </a:lnTo>
                  <a:lnTo>
                    <a:pt x="2037769" y="731737"/>
                  </a:lnTo>
                  <a:lnTo>
                    <a:pt x="2034600" y="731737"/>
                  </a:lnTo>
                  <a:lnTo>
                    <a:pt x="2031431" y="731737"/>
                  </a:lnTo>
                  <a:lnTo>
                    <a:pt x="2028261" y="731737"/>
                  </a:lnTo>
                  <a:lnTo>
                    <a:pt x="2025092" y="731737"/>
                  </a:lnTo>
                  <a:lnTo>
                    <a:pt x="2021923" y="731737"/>
                  </a:lnTo>
                  <a:lnTo>
                    <a:pt x="2018754" y="731737"/>
                  </a:lnTo>
                  <a:lnTo>
                    <a:pt x="2015585" y="731737"/>
                  </a:lnTo>
                  <a:lnTo>
                    <a:pt x="2012416" y="731737"/>
                  </a:lnTo>
                  <a:lnTo>
                    <a:pt x="2009247" y="731737"/>
                  </a:lnTo>
                  <a:lnTo>
                    <a:pt x="2006077" y="731737"/>
                  </a:lnTo>
                  <a:lnTo>
                    <a:pt x="2002908" y="731737"/>
                  </a:lnTo>
                  <a:lnTo>
                    <a:pt x="1999739" y="731737"/>
                  </a:lnTo>
                  <a:lnTo>
                    <a:pt x="1996570" y="731737"/>
                  </a:lnTo>
                  <a:lnTo>
                    <a:pt x="1993401" y="731737"/>
                  </a:lnTo>
                  <a:lnTo>
                    <a:pt x="1990232" y="731737"/>
                  </a:lnTo>
                  <a:lnTo>
                    <a:pt x="1987062" y="731737"/>
                  </a:lnTo>
                  <a:lnTo>
                    <a:pt x="1983893" y="731737"/>
                  </a:lnTo>
                  <a:lnTo>
                    <a:pt x="1980724" y="731737"/>
                  </a:lnTo>
                  <a:lnTo>
                    <a:pt x="1977555" y="731737"/>
                  </a:lnTo>
                  <a:lnTo>
                    <a:pt x="1974386" y="731737"/>
                  </a:lnTo>
                  <a:lnTo>
                    <a:pt x="1971217" y="731737"/>
                  </a:lnTo>
                  <a:lnTo>
                    <a:pt x="1968047" y="731737"/>
                  </a:lnTo>
                  <a:lnTo>
                    <a:pt x="1964878" y="731737"/>
                  </a:lnTo>
                  <a:lnTo>
                    <a:pt x="1961709" y="731737"/>
                  </a:lnTo>
                  <a:lnTo>
                    <a:pt x="1958540" y="731737"/>
                  </a:lnTo>
                  <a:lnTo>
                    <a:pt x="1955371" y="731737"/>
                  </a:lnTo>
                  <a:lnTo>
                    <a:pt x="1952202" y="731737"/>
                  </a:lnTo>
                  <a:lnTo>
                    <a:pt x="1949032" y="731737"/>
                  </a:lnTo>
                  <a:lnTo>
                    <a:pt x="1945863" y="731737"/>
                  </a:lnTo>
                  <a:lnTo>
                    <a:pt x="1942694" y="731737"/>
                  </a:lnTo>
                  <a:lnTo>
                    <a:pt x="1939525" y="731737"/>
                  </a:lnTo>
                  <a:lnTo>
                    <a:pt x="1936356" y="731737"/>
                  </a:lnTo>
                  <a:lnTo>
                    <a:pt x="1933187" y="731737"/>
                  </a:lnTo>
                  <a:lnTo>
                    <a:pt x="1930018" y="731737"/>
                  </a:lnTo>
                  <a:lnTo>
                    <a:pt x="1926848" y="731737"/>
                  </a:lnTo>
                  <a:lnTo>
                    <a:pt x="1923679" y="731737"/>
                  </a:lnTo>
                  <a:lnTo>
                    <a:pt x="1920510" y="731737"/>
                  </a:lnTo>
                  <a:lnTo>
                    <a:pt x="1917341" y="731737"/>
                  </a:lnTo>
                  <a:lnTo>
                    <a:pt x="1914172" y="731737"/>
                  </a:lnTo>
                  <a:lnTo>
                    <a:pt x="1911003" y="731737"/>
                  </a:lnTo>
                  <a:lnTo>
                    <a:pt x="1907833" y="731737"/>
                  </a:lnTo>
                  <a:lnTo>
                    <a:pt x="1904664" y="731737"/>
                  </a:lnTo>
                  <a:lnTo>
                    <a:pt x="1901495" y="731737"/>
                  </a:lnTo>
                  <a:lnTo>
                    <a:pt x="1898326" y="731737"/>
                  </a:lnTo>
                  <a:lnTo>
                    <a:pt x="1895157" y="731737"/>
                  </a:lnTo>
                  <a:lnTo>
                    <a:pt x="1891988" y="731737"/>
                  </a:lnTo>
                  <a:lnTo>
                    <a:pt x="1888818" y="731737"/>
                  </a:lnTo>
                  <a:lnTo>
                    <a:pt x="1885649" y="731737"/>
                  </a:lnTo>
                  <a:lnTo>
                    <a:pt x="1882480" y="731737"/>
                  </a:lnTo>
                  <a:lnTo>
                    <a:pt x="1879311" y="731737"/>
                  </a:lnTo>
                  <a:lnTo>
                    <a:pt x="1876142" y="731737"/>
                  </a:lnTo>
                  <a:lnTo>
                    <a:pt x="1872973" y="731737"/>
                  </a:lnTo>
                  <a:lnTo>
                    <a:pt x="1869803" y="731737"/>
                  </a:lnTo>
                  <a:lnTo>
                    <a:pt x="1866634" y="731737"/>
                  </a:lnTo>
                  <a:lnTo>
                    <a:pt x="1863465" y="731737"/>
                  </a:lnTo>
                  <a:lnTo>
                    <a:pt x="1860296" y="731737"/>
                  </a:lnTo>
                  <a:lnTo>
                    <a:pt x="1857127" y="731737"/>
                  </a:lnTo>
                  <a:lnTo>
                    <a:pt x="1853958" y="731737"/>
                  </a:lnTo>
                  <a:lnTo>
                    <a:pt x="1850789" y="731737"/>
                  </a:lnTo>
                  <a:lnTo>
                    <a:pt x="1847619" y="731737"/>
                  </a:lnTo>
                  <a:lnTo>
                    <a:pt x="1844450" y="731737"/>
                  </a:lnTo>
                  <a:lnTo>
                    <a:pt x="1841281" y="731737"/>
                  </a:lnTo>
                  <a:lnTo>
                    <a:pt x="1838112" y="731737"/>
                  </a:lnTo>
                  <a:lnTo>
                    <a:pt x="1834943" y="731737"/>
                  </a:lnTo>
                  <a:lnTo>
                    <a:pt x="1831774" y="731737"/>
                  </a:lnTo>
                  <a:lnTo>
                    <a:pt x="1828604" y="731737"/>
                  </a:lnTo>
                  <a:lnTo>
                    <a:pt x="1825435" y="731737"/>
                  </a:lnTo>
                  <a:lnTo>
                    <a:pt x="1822266" y="731737"/>
                  </a:lnTo>
                  <a:lnTo>
                    <a:pt x="1819097" y="731737"/>
                  </a:lnTo>
                  <a:lnTo>
                    <a:pt x="1815928" y="731737"/>
                  </a:lnTo>
                  <a:lnTo>
                    <a:pt x="1812759" y="731737"/>
                  </a:lnTo>
                  <a:lnTo>
                    <a:pt x="1809589" y="731737"/>
                  </a:lnTo>
                  <a:lnTo>
                    <a:pt x="1806420" y="731737"/>
                  </a:lnTo>
                  <a:lnTo>
                    <a:pt x="1803251" y="731737"/>
                  </a:lnTo>
                  <a:lnTo>
                    <a:pt x="1800082" y="731737"/>
                  </a:lnTo>
                  <a:lnTo>
                    <a:pt x="1796913" y="731737"/>
                  </a:lnTo>
                  <a:lnTo>
                    <a:pt x="1793744" y="731737"/>
                  </a:lnTo>
                  <a:lnTo>
                    <a:pt x="1790575" y="731737"/>
                  </a:lnTo>
                  <a:lnTo>
                    <a:pt x="1787405" y="731737"/>
                  </a:lnTo>
                  <a:lnTo>
                    <a:pt x="1784236" y="731737"/>
                  </a:lnTo>
                  <a:lnTo>
                    <a:pt x="1781067" y="731737"/>
                  </a:lnTo>
                  <a:lnTo>
                    <a:pt x="1777898" y="731737"/>
                  </a:lnTo>
                  <a:lnTo>
                    <a:pt x="1774729" y="731737"/>
                  </a:lnTo>
                  <a:lnTo>
                    <a:pt x="1771560" y="731737"/>
                  </a:lnTo>
                  <a:lnTo>
                    <a:pt x="1768390" y="731737"/>
                  </a:lnTo>
                  <a:lnTo>
                    <a:pt x="1765221" y="731737"/>
                  </a:lnTo>
                  <a:lnTo>
                    <a:pt x="1762052" y="731737"/>
                  </a:lnTo>
                  <a:lnTo>
                    <a:pt x="1758883" y="731737"/>
                  </a:lnTo>
                  <a:lnTo>
                    <a:pt x="1755714" y="731737"/>
                  </a:lnTo>
                  <a:lnTo>
                    <a:pt x="1752545" y="731737"/>
                  </a:lnTo>
                  <a:lnTo>
                    <a:pt x="1749375" y="731737"/>
                  </a:lnTo>
                  <a:lnTo>
                    <a:pt x="1746206" y="731737"/>
                  </a:lnTo>
                  <a:lnTo>
                    <a:pt x="1743037" y="731737"/>
                  </a:lnTo>
                  <a:lnTo>
                    <a:pt x="1739868" y="731737"/>
                  </a:lnTo>
                  <a:lnTo>
                    <a:pt x="1736699" y="731737"/>
                  </a:lnTo>
                  <a:lnTo>
                    <a:pt x="1733530" y="731737"/>
                  </a:lnTo>
                  <a:lnTo>
                    <a:pt x="1730360" y="731737"/>
                  </a:lnTo>
                  <a:lnTo>
                    <a:pt x="1727191" y="731737"/>
                  </a:lnTo>
                  <a:lnTo>
                    <a:pt x="1724022" y="731737"/>
                  </a:lnTo>
                  <a:lnTo>
                    <a:pt x="1720853" y="731737"/>
                  </a:lnTo>
                  <a:lnTo>
                    <a:pt x="1717684" y="731737"/>
                  </a:lnTo>
                  <a:lnTo>
                    <a:pt x="1714515" y="731737"/>
                  </a:lnTo>
                  <a:lnTo>
                    <a:pt x="1711346" y="731737"/>
                  </a:lnTo>
                  <a:lnTo>
                    <a:pt x="1708176" y="731737"/>
                  </a:lnTo>
                  <a:lnTo>
                    <a:pt x="1705007" y="731737"/>
                  </a:lnTo>
                  <a:lnTo>
                    <a:pt x="1701838" y="731737"/>
                  </a:lnTo>
                  <a:lnTo>
                    <a:pt x="1698669" y="731737"/>
                  </a:lnTo>
                  <a:lnTo>
                    <a:pt x="1695500" y="731737"/>
                  </a:lnTo>
                  <a:lnTo>
                    <a:pt x="1692331" y="731737"/>
                  </a:lnTo>
                  <a:lnTo>
                    <a:pt x="1689161" y="731737"/>
                  </a:lnTo>
                  <a:lnTo>
                    <a:pt x="1685992" y="731737"/>
                  </a:lnTo>
                  <a:lnTo>
                    <a:pt x="1682823" y="731737"/>
                  </a:lnTo>
                  <a:lnTo>
                    <a:pt x="1679654" y="731737"/>
                  </a:lnTo>
                  <a:lnTo>
                    <a:pt x="1676485" y="731737"/>
                  </a:lnTo>
                  <a:lnTo>
                    <a:pt x="1673316" y="731737"/>
                  </a:lnTo>
                  <a:lnTo>
                    <a:pt x="1670146" y="731737"/>
                  </a:lnTo>
                  <a:lnTo>
                    <a:pt x="1666977" y="731737"/>
                  </a:lnTo>
                  <a:lnTo>
                    <a:pt x="1663808" y="731737"/>
                  </a:lnTo>
                  <a:lnTo>
                    <a:pt x="1660639" y="731737"/>
                  </a:lnTo>
                  <a:lnTo>
                    <a:pt x="1657470" y="731737"/>
                  </a:lnTo>
                  <a:lnTo>
                    <a:pt x="1654301" y="731737"/>
                  </a:lnTo>
                  <a:lnTo>
                    <a:pt x="1651131" y="731737"/>
                  </a:lnTo>
                  <a:lnTo>
                    <a:pt x="1647962" y="731737"/>
                  </a:lnTo>
                  <a:lnTo>
                    <a:pt x="1644793" y="731737"/>
                  </a:lnTo>
                  <a:lnTo>
                    <a:pt x="1641624" y="731737"/>
                  </a:lnTo>
                  <a:lnTo>
                    <a:pt x="1638455" y="731737"/>
                  </a:lnTo>
                  <a:lnTo>
                    <a:pt x="1635286" y="731737"/>
                  </a:lnTo>
                  <a:lnTo>
                    <a:pt x="1632117" y="731737"/>
                  </a:lnTo>
                  <a:lnTo>
                    <a:pt x="1628947" y="731737"/>
                  </a:lnTo>
                  <a:lnTo>
                    <a:pt x="1625778" y="731737"/>
                  </a:lnTo>
                  <a:lnTo>
                    <a:pt x="1622609" y="731737"/>
                  </a:lnTo>
                  <a:lnTo>
                    <a:pt x="1619440" y="731737"/>
                  </a:lnTo>
                  <a:lnTo>
                    <a:pt x="1616271" y="731737"/>
                  </a:lnTo>
                  <a:lnTo>
                    <a:pt x="1613102" y="731737"/>
                  </a:lnTo>
                  <a:lnTo>
                    <a:pt x="1609932" y="731737"/>
                  </a:lnTo>
                  <a:lnTo>
                    <a:pt x="1606763" y="731737"/>
                  </a:lnTo>
                  <a:lnTo>
                    <a:pt x="1603594" y="731737"/>
                  </a:lnTo>
                  <a:lnTo>
                    <a:pt x="1600425" y="731737"/>
                  </a:lnTo>
                  <a:lnTo>
                    <a:pt x="1597256" y="731737"/>
                  </a:lnTo>
                  <a:lnTo>
                    <a:pt x="1594087" y="731737"/>
                  </a:lnTo>
                  <a:lnTo>
                    <a:pt x="1590917" y="731737"/>
                  </a:lnTo>
                  <a:lnTo>
                    <a:pt x="1587748" y="731737"/>
                  </a:lnTo>
                  <a:lnTo>
                    <a:pt x="1584579" y="731737"/>
                  </a:lnTo>
                  <a:lnTo>
                    <a:pt x="1581410" y="731737"/>
                  </a:lnTo>
                  <a:lnTo>
                    <a:pt x="1578241" y="731737"/>
                  </a:lnTo>
                  <a:lnTo>
                    <a:pt x="1575072" y="731737"/>
                  </a:lnTo>
                  <a:lnTo>
                    <a:pt x="1571903" y="731737"/>
                  </a:lnTo>
                  <a:lnTo>
                    <a:pt x="1568733" y="731737"/>
                  </a:lnTo>
                  <a:lnTo>
                    <a:pt x="1565564" y="731737"/>
                  </a:lnTo>
                  <a:lnTo>
                    <a:pt x="1562395" y="731737"/>
                  </a:lnTo>
                  <a:lnTo>
                    <a:pt x="1559226" y="731737"/>
                  </a:lnTo>
                  <a:lnTo>
                    <a:pt x="1556057" y="731737"/>
                  </a:lnTo>
                  <a:lnTo>
                    <a:pt x="1552888" y="731737"/>
                  </a:lnTo>
                  <a:lnTo>
                    <a:pt x="1549718" y="731737"/>
                  </a:lnTo>
                  <a:lnTo>
                    <a:pt x="1546549" y="731737"/>
                  </a:lnTo>
                  <a:lnTo>
                    <a:pt x="1543380" y="731737"/>
                  </a:lnTo>
                  <a:lnTo>
                    <a:pt x="1540211" y="731737"/>
                  </a:lnTo>
                  <a:lnTo>
                    <a:pt x="1537042" y="731737"/>
                  </a:lnTo>
                  <a:lnTo>
                    <a:pt x="1533873" y="731737"/>
                  </a:lnTo>
                  <a:lnTo>
                    <a:pt x="1530703" y="731737"/>
                  </a:lnTo>
                  <a:lnTo>
                    <a:pt x="1527534" y="731737"/>
                  </a:lnTo>
                  <a:lnTo>
                    <a:pt x="1524365" y="731737"/>
                  </a:lnTo>
                  <a:lnTo>
                    <a:pt x="1521196" y="731737"/>
                  </a:lnTo>
                  <a:lnTo>
                    <a:pt x="1518027" y="731737"/>
                  </a:lnTo>
                  <a:lnTo>
                    <a:pt x="1514858" y="731737"/>
                  </a:lnTo>
                  <a:lnTo>
                    <a:pt x="1511688" y="731737"/>
                  </a:lnTo>
                  <a:lnTo>
                    <a:pt x="1508519" y="731737"/>
                  </a:lnTo>
                  <a:lnTo>
                    <a:pt x="1505350" y="731737"/>
                  </a:lnTo>
                  <a:lnTo>
                    <a:pt x="1502181" y="731737"/>
                  </a:lnTo>
                  <a:lnTo>
                    <a:pt x="1499012" y="731737"/>
                  </a:lnTo>
                  <a:lnTo>
                    <a:pt x="1495843" y="731737"/>
                  </a:lnTo>
                  <a:lnTo>
                    <a:pt x="1492674" y="731737"/>
                  </a:lnTo>
                  <a:lnTo>
                    <a:pt x="1489504" y="731737"/>
                  </a:lnTo>
                  <a:lnTo>
                    <a:pt x="1486335" y="731737"/>
                  </a:lnTo>
                  <a:lnTo>
                    <a:pt x="1483166" y="731737"/>
                  </a:lnTo>
                  <a:lnTo>
                    <a:pt x="1479997" y="731737"/>
                  </a:lnTo>
                  <a:lnTo>
                    <a:pt x="1476828" y="731737"/>
                  </a:lnTo>
                  <a:lnTo>
                    <a:pt x="1473659" y="731737"/>
                  </a:lnTo>
                  <a:lnTo>
                    <a:pt x="1470489" y="731737"/>
                  </a:lnTo>
                  <a:lnTo>
                    <a:pt x="1467320" y="731737"/>
                  </a:lnTo>
                  <a:lnTo>
                    <a:pt x="1464151" y="731737"/>
                  </a:lnTo>
                  <a:lnTo>
                    <a:pt x="1460982" y="731737"/>
                  </a:lnTo>
                  <a:lnTo>
                    <a:pt x="1457813" y="731737"/>
                  </a:lnTo>
                  <a:lnTo>
                    <a:pt x="1454644" y="731737"/>
                  </a:lnTo>
                  <a:lnTo>
                    <a:pt x="1451474" y="731737"/>
                  </a:lnTo>
                  <a:lnTo>
                    <a:pt x="1448305" y="731737"/>
                  </a:lnTo>
                  <a:lnTo>
                    <a:pt x="1445136" y="731737"/>
                  </a:lnTo>
                  <a:lnTo>
                    <a:pt x="1441967" y="731737"/>
                  </a:lnTo>
                  <a:lnTo>
                    <a:pt x="1438798" y="731737"/>
                  </a:lnTo>
                  <a:lnTo>
                    <a:pt x="1435629" y="731737"/>
                  </a:lnTo>
                  <a:lnTo>
                    <a:pt x="1432460" y="731737"/>
                  </a:lnTo>
                  <a:lnTo>
                    <a:pt x="1429290" y="731737"/>
                  </a:lnTo>
                  <a:lnTo>
                    <a:pt x="1426121" y="731737"/>
                  </a:lnTo>
                  <a:lnTo>
                    <a:pt x="1422952" y="731737"/>
                  </a:lnTo>
                  <a:lnTo>
                    <a:pt x="1419783" y="731737"/>
                  </a:lnTo>
                  <a:lnTo>
                    <a:pt x="1416614" y="731737"/>
                  </a:lnTo>
                  <a:lnTo>
                    <a:pt x="1413445" y="731737"/>
                  </a:lnTo>
                  <a:lnTo>
                    <a:pt x="1410275" y="731737"/>
                  </a:lnTo>
                  <a:lnTo>
                    <a:pt x="1407106" y="731737"/>
                  </a:lnTo>
                  <a:lnTo>
                    <a:pt x="1403937" y="731737"/>
                  </a:lnTo>
                  <a:lnTo>
                    <a:pt x="1400768" y="731737"/>
                  </a:lnTo>
                  <a:lnTo>
                    <a:pt x="1397599" y="731737"/>
                  </a:lnTo>
                  <a:lnTo>
                    <a:pt x="1394430" y="731737"/>
                  </a:lnTo>
                  <a:lnTo>
                    <a:pt x="1391260" y="731737"/>
                  </a:lnTo>
                  <a:lnTo>
                    <a:pt x="1388091" y="731737"/>
                  </a:lnTo>
                  <a:lnTo>
                    <a:pt x="1384922" y="731737"/>
                  </a:lnTo>
                  <a:lnTo>
                    <a:pt x="1381753" y="731737"/>
                  </a:lnTo>
                  <a:lnTo>
                    <a:pt x="1378584" y="731737"/>
                  </a:lnTo>
                  <a:lnTo>
                    <a:pt x="1375415" y="731737"/>
                  </a:lnTo>
                  <a:lnTo>
                    <a:pt x="1372245" y="731737"/>
                  </a:lnTo>
                  <a:lnTo>
                    <a:pt x="1369076" y="731737"/>
                  </a:lnTo>
                  <a:lnTo>
                    <a:pt x="1365907" y="731737"/>
                  </a:lnTo>
                  <a:lnTo>
                    <a:pt x="1362738" y="731737"/>
                  </a:lnTo>
                  <a:lnTo>
                    <a:pt x="1359569" y="731737"/>
                  </a:lnTo>
                  <a:lnTo>
                    <a:pt x="1356400" y="731737"/>
                  </a:lnTo>
                  <a:lnTo>
                    <a:pt x="1353231" y="731737"/>
                  </a:lnTo>
                  <a:lnTo>
                    <a:pt x="1350061" y="731737"/>
                  </a:lnTo>
                  <a:lnTo>
                    <a:pt x="1346892" y="731737"/>
                  </a:lnTo>
                  <a:lnTo>
                    <a:pt x="1343723" y="731737"/>
                  </a:lnTo>
                  <a:lnTo>
                    <a:pt x="1340554" y="731737"/>
                  </a:lnTo>
                  <a:lnTo>
                    <a:pt x="1337385" y="731737"/>
                  </a:lnTo>
                  <a:lnTo>
                    <a:pt x="1334216" y="731737"/>
                  </a:lnTo>
                  <a:lnTo>
                    <a:pt x="1331046" y="731737"/>
                  </a:lnTo>
                  <a:lnTo>
                    <a:pt x="1327877" y="731737"/>
                  </a:lnTo>
                  <a:lnTo>
                    <a:pt x="1324708" y="731737"/>
                  </a:lnTo>
                  <a:lnTo>
                    <a:pt x="1321539" y="731737"/>
                  </a:lnTo>
                  <a:lnTo>
                    <a:pt x="1318370" y="731737"/>
                  </a:lnTo>
                  <a:lnTo>
                    <a:pt x="1315201" y="731737"/>
                  </a:lnTo>
                  <a:lnTo>
                    <a:pt x="1312031" y="731737"/>
                  </a:lnTo>
                  <a:lnTo>
                    <a:pt x="1308862" y="731737"/>
                  </a:lnTo>
                  <a:lnTo>
                    <a:pt x="1305693" y="731737"/>
                  </a:lnTo>
                  <a:lnTo>
                    <a:pt x="1302524" y="731737"/>
                  </a:lnTo>
                  <a:lnTo>
                    <a:pt x="1299355" y="731737"/>
                  </a:lnTo>
                  <a:lnTo>
                    <a:pt x="1296186" y="731737"/>
                  </a:lnTo>
                  <a:lnTo>
                    <a:pt x="1293016" y="731737"/>
                  </a:lnTo>
                  <a:lnTo>
                    <a:pt x="1289847" y="731737"/>
                  </a:lnTo>
                  <a:lnTo>
                    <a:pt x="1286678" y="731737"/>
                  </a:lnTo>
                  <a:lnTo>
                    <a:pt x="1283509" y="731737"/>
                  </a:lnTo>
                  <a:lnTo>
                    <a:pt x="1280340" y="731737"/>
                  </a:lnTo>
                  <a:lnTo>
                    <a:pt x="1277171" y="731737"/>
                  </a:lnTo>
                  <a:lnTo>
                    <a:pt x="1274002" y="731737"/>
                  </a:lnTo>
                  <a:lnTo>
                    <a:pt x="1270832" y="731737"/>
                  </a:lnTo>
                  <a:lnTo>
                    <a:pt x="1267663" y="731737"/>
                  </a:lnTo>
                  <a:lnTo>
                    <a:pt x="1264494" y="731737"/>
                  </a:lnTo>
                  <a:lnTo>
                    <a:pt x="1261325" y="731737"/>
                  </a:lnTo>
                  <a:lnTo>
                    <a:pt x="1258156" y="731737"/>
                  </a:lnTo>
                  <a:lnTo>
                    <a:pt x="1254987" y="731737"/>
                  </a:lnTo>
                  <a:lnTo>
                    <a:pt x="1251817" y="731737"/>
                  </a:lnTo>
                  <a:lnTo>
                    <a:pt x="1248648" y="731737"/>
                  </a:lnTo>
                  <a:lnTo>
                    <a:pt x="1245479" y="731737"/>
                  </a:lnTo>
                  <a:lnTo>
                    <a:pt x="1242310" y="731737"/>
                  </a:lnTo>
                  <a:lnTo>
                    <a:pt x="1239141" y="731737"/>
                  </a:lnTo>
                  <a:lnTo>
                    <a:pt x="1235972" y="731737"/>
                  </a:lnTo>
                  <a:lnTo>
                    <a:pt x="1232802" y="731737"/>
                  </a:lnTo>
                  <a:lnTo>
                    <a:pt x="1229633" y="731737"/>
                  </a:lnTo>
                  <a:lnTo>
                    <a:pt x="1226464" y="731737"/>
                  </a:lnTo>
                  <a:lnTo>
                    <a:pt x="1223295" y="731737"/>
                  </a:lnTo>
                  <a:lnTo>
                    <a:pt x="1220126" y="731737"/>
                  </a:lnTo>
                  <a:lnTo>
                    <a:pt x="1216957" y="731737"/>
                  </a:lnTo>
                  <a:lnTo>
                    <a:pt x="1213788" y="731737"/>
                  </a:lnTo>
                  <a:lnTo>
                    <a:pt x="1210618" y="731737"/>
                  </a:lnTo>
                  <a:lnTo>
                    <a:pt x="1207449" y="731737"/>
                  </a:lnTo>
                  <a:lnTo>
                    <a:pt x="1204280" y="731737"/>
                  </a:lnTo>
                  <a:lnTo>
                    <a:pt x="1201111" y="731737"/>
                  </a:lnTo>
                  <a:lnTo>
                    <a:pt x="1197942" y="731737"/>
                  </a:lnTo>
                  <a:lnTo>
                    <a:pt x="1194773" y="731737"/>
                  </a:lnTo>
                  <a:lnTo>
                    <a:pt x="1191603" y="731737"/>
                  </a:lnTo>
                  <a:lnTo>
                    <a:pt x="1188434" y="731737"/>
                  </a:lnTo>
                  <a:lnTo>
                    <a:pt x="1185265" y="731737"/>
                  </a:lnTo>
                  <a:lnTo>
                    <a:pt x="1182096" y="731737"/>
                  </a:lnTo>
                  <a:lnTo>
                    <a:pt x="1178927" y="731737"/>
                  </a:lnTo>
                  <a:lnTo>
                    <a:pt x="1175758" y="731737"/>
                  </a:lnTo>
                  <a:lnTo>
                    <a:pt x="1172588" y="731737"/>
                  </a:lnTo>
                  <a:lnTo>
                    <a:pt x="1169419" y="731737"/>
                  </a:lnTo>
                  <a:lnTo>
                    <a:pt x="1166250" y="731737"/>
                  </a:lnTo>
                  <a:lnTo>
                    <a:pt x="1163081" y="731737"/>
                  </a:lnTo>
                  <a:lnTo>
                    <a:pt x="1159912" y="731737"/>
                  </a:lnTo>
                  <a:lnTo>
                    <a:pt x="1156743" y="731737"/>
                  </a:lnTo>
                  <a:lnTo>
                    <a:pt x="1153573" y="731737"/>
                  </a:lnTo>
                  <a:lnTo>
                    <a:pt x="1150404" y="731737"/>
                  </a:lnTo>
                  <a:lnTo>
                    <a:pt x="1147235" y="731737"/>
                  </a:lnTo>
                  <a:lnTo>
                    <a:pt x="1144066" y="731737"/>
                  </a:lnTo>
                  <a:lnTo>
                    <a:pt x="1140897" y="731737"/>
                  </a:lnTo>
                  <a:lnTo>
                    <a:pt x="1137728" y="731737"/>
                  </a:lnTo>
                  <a:lnTo>
                    <a:pt x="1134559" y="731737"/>
                  </a:lnTo>
                  <a:lnTo>
                    <a:pt x="1131389" y="731737"/>
                  </a:lnTo>
                  <a:lnTo>
                    <a:pt x="1128220" y="731737"/>
                  </a:lnTo>
                  <a:lnTo>
                    <a:pt x="1125051" y="731737"/>
                  </a:lnTo>
                  <a:lnTo>
                    <a:pt x="1121882" y="731737"/>
                  </a:lnTo>
                  <a:lnTo>
                    <a:pt x="1118713" y="731737"/>
                  </a:lnTo>
                  <a:lnTo>
                    <a:pt x="1115544" y="731737"/>
                  </a:lnTo>
                  <a:lnTo>
                    <a:pt x="1112374" y="731737"/>
                  </a:lnTo>
                  <a:lnTo>
                    <a:pt x="1109205" y="731737"/>
                  </a:lnTo>
                  <a:lnTo>
                    <a:pt x="1106036" y="731737"/>
                  </a:lnTo>
                  <a:lnTo>
                    <a:pt x="1102867" y="731737"/>
                  </a:lnTo>
                  <a:lnTo>
                    <a:pt x="1099698" y="731737"/>
                  </a:lnTo>
                  <a:lnTo>
                    <a:pt x="1096529" y="731737"/>
                  </a:lnTo>
                  <a:lnTo>
                    <a:pt x="1093359" y="731737"/>
                  </a:lnTo>
                  <a:lnTo>
                    <a:pt x="1090190" y="731737"/>
                  </a:lnTo>
                  <a:lnTo>
                    <a:pt x="1087021" y="731737"/>
                  </a:lnTo>
                  <a:lnTo>
                    <a:pt x="1083852" y="731737"/>
                  </a:lnTo>
                  <a:lnTo>
                    <a:pt x="1080683" y="731737"/>
                  </a:lnTo>
                  <a:lnTo>
                    <a:pt x="1077514" y="731737"/>
                  </a:lnTo>
                  <a:lnTo>
                    <a:pt x="1074345" y="731737"/>
                  </a:lnTo>
                  <a:lnTo>
                    <a:pt x="1071175" y="731737"/>
                  </a:lnTo>
                  <a:lnTo>
                    <a:pt x="1068006" y="731737"/>
                  </a:lnTo>
                  <a:lnTo>
                    <a:pt x="1064837" y="731737"/>
                  </a:lnTo>
                  <a:lnTo>
                    <a:pt x="1061668" y="731737"/>
                  </a:lnTo>
                  <a:lnTo>
                    <a:pt x="1058499" y="731737"/>
                  </a:lnTo>
                  <a:lnTo>
                    <a:pt x="1055330" y="731737"/>
                  </a:lnTo>
                  <a:lnTo>
                    <a:pt x="1052160" y="731737"/>
                  </a:lnTo>
                  <a:lnTo>
                    <a:pt x="1048991" y="731737"/>
                  </a:lnTo>
                  <a:lnTo>
                    <a:pt x="1045822" y="731737"/>
                  </a:lnTo>
                  <a:lnTo>
                    <a:pt x="1042653" y="731737"/>
                  </a:lnTo>
                  <a:lnTo>
                    <a:pt x="1039484" y="731737"/>
                  </a:lnTo>
                  <a:lnTo>
                    <a:pt x="1036315" y="731737"/>
                  </a:lnTo>
                  <a:lnTo>
                    <a:pt x="1033145" y="731737"/>
                  </a:lnTo>
                  <a:lnTo>
                    <a:pt x="1029976" y="731737"/>
                  </a:lnTo>
                  <a:lnTo>
                    <a:pt x="1026807" y="731737"/>
                  </a:lnTo>
                  <a:lnTo>
                    <a:pt x="1023638" y="731737"/>
                  </a:lnTo>
                  <a:lnTo>
                    <a:pt x="1020469" y="731737"/>
                  </a:lnTo>
                  <a:lnTo>
                    <a:pt x="1017300" y="731737"/>
                  </a:lnTo>
                  <a:lnTo>
                    <a:pt x="1014130" y="731737"/>
                  </a:lnTo>
                  <a:lnTo>
                    <a:pt x="1010961" y="731737"/>
                  </a:lnTo>
                  <a:lnTo>
                    <a:pt x="1007792" y="731737"/>
                  </a:lnTo>
                  <a:lnTo>
                    <a:pt x="1004623" y="731737"/>
                  </a:lnTo>
                  <a:lnTo>
                    <a:pt x="1001454" y="731737"/>
                  </a:lnTo>
                  <a:lnTo>
                    <a:pt x="998285" y="731737"/>
                  </a:lnTo>
                  <a:lnTo>
                    <a:pt x="995116" y="731737"/>
                  </a:lnTo>
                  <a:lnTo>
                    <a:pt x="991946" y="731737"/>
                  </a:lnTo>
                  <a:lnTo>
                    <a:pt x="988777" y="731737"/>
                  </a:lnTo>
                  <a:lnTo>
                    <a:pt x="985608" y="731737"/>
                  </a:lnTo>
                  <a:lnTo>
                    <a:pt x="982439" y="731737"/>
                  </a:lnTo>
                  <a:lnTo>
                    <a:pt x="979270" y="731737"/>
                  </a:lnTo>
                  <a:lnTo>
                    <a:pt x="976101" y="731737"/>
                  </a:lnTo>
                  <a:lnTo>
                    <a:pt x="972931" y="731737"/>
                  </a:lnTo>
                  <a:lnTo>
                    <a:pt x="969762" y="731737"/>
                  </a:lnTo>
                  <a:lnTo>
                    <a:pt x="966593" y="731737"/>
                  </a:lnTo>
                  <a:lnTo>
                    <a:pt x="963424" y="731737"/>
                  </a:lnTo>
                  <a:lnTo>
                    <a:pt x="960255" y="731737"/>
                  </a:lnTo>
                  <a:lnTo>
                    <a:pt x="957086" y="731737"/>
                  </a:lnTo>
                  <a:lnTo>
                    <a:pt x="953916" y="731737"/>
                  </a:lnTo>
                  <a:lnTo>
                    <a:pt x="950747" y="731737"/>
                  </a:lnTo>
                  <a:lnTo>
                    <a:pt x="947578" y="731737"/>
                  </a:lnTo>
                  <a:lnTo>
                    <a:pt x="944409" y="731737"/>
                  </a:lnTo>
                  <a:lnTo>
                    <a:pt x="941240" y="731737"/>
                  </a:lnTo>
                  <a:lnTo>
                    <a:pt x="938071" y="731737"/>
                  </a:lnTo>
                  <a:lnTo>
                    <a:pt x="934901" y="731737"/>
                  </a:lnTo>
                  <a:lnTo>
                    <a:pt x="931732" y="731737"/>
                  </a:lnTo>
                  <a:lnTo>
                    <a:pt x="928563" y="731737"/>
                  </a:lnTo>
                  <a:lnTo>
                    <a:pt x="925394" y="731737"/>
                  </a:lnTo>
                  <a:lnTo>
                    <a:pt x="922225" y="731737"/>
                  </a:lnTo>
                  <a:lnTo>
                    <a:pt x="919056" y="731737"/>
                  </a:lnTo>
                  <a:lnTo>
                    <a:pt x="915887" y="731737"/>
                  </a:lnTo>
                  <a:lnTo>
                    <a:pt x="912717" y="731737"/>
                  </a:lnTo>
                  <a:lnTo>
                    <a:pt x="909548" y="731737"/>
                  </a:lnTo>
                  <a:lnTo>
                    <a:pt x="906379" y="731737"/>
                  </a:lnTo>
                  <a:lnTo>
                    <a:pt x="903210" y="731737"/>
                  </a:lnTo>
                  <a:lnTo>
                    <a:pt x="900041" y="731737"/>
                  </a:lnTo>
                  <a:lnTo>
                    <a:pt x="896872" y="731737"/>
                  </a:lnTo>
                  <a:lnTo>
                    <a:pt x="893702" y="731737"/>
                  </a:lnTo>
                  <a:lnTo>
                    <a:pt x="890533" y="731737"/>
                  </a:lnTo>
                  <a:lnTo>
                    <a:pt x="887364" y="731737"/>
                  </a:lnTo>
                  <a:lnTo>
                    <a:pt x="884195" y="731737"/>
                  </a:lnTo>
                  <a:lnTo>
                    <a:pt x="881026" y="731737"/>
                  </a:lnTo>
                  <a:lnTo>
                    <a:pt x="877857" y="731737"/>
                  </a:lnTo>
                  <a:lnTo>
                    <a:pt x="874687" y="731737"/>
                  </a:lnTo>
                  <a:lnTo>
                    <a:pt x="871518" y="731737"/>
                  </a:lnTo>
                  <a:lnTo>
                    <a:pt x="868349" y="731737"/>
                  </a:lnTo>
                  <a:lnTo>
                    <a:pt x="865180" y="731737"/>
                  </a:lnTo>
                  <a:lnTo>
                    <a:pt x="862011" y="731737"/>
                  </a:lnTo>
                  <a:lnTo>
                    <a:pt x="858842" y="731737"/>
                  </a:lnTo>
                  <a:lnTo>
                    <a:pt x="855673" y="731737"/>
                  </a:lnTo>
                  <a:lnTo>
                    <a:pt x="852503" y="731737"/>
                  </a:lnTo>
                  <a:lnTo>
                    <a:pt x="849334" y="731737"/>
                  </a:lnTo>
                  <a:lnTo>
                    <a:pt x="846165" y="731737"/>
                  </a:lnTo>
                  <a:lnTo>
                    <a:pt x="842996" y="731737"/>
                  </a:lnTo>
                  <a:lnTo>
                    <a:pt x="839827" y="731737"/>
                  </a:lnTo>
                  <a:lnTo>
                    <a:pt x="836658" y="731737"/>
                  </a:lnTo>
                  <a:lnTo>
                    <a:pt x="833488" y="731737"/>
                  </a:lnTo>
                  <a:lnTo>
                    <a:pt x="830319" y="731737"/>
                  </a:lnTo>
                  <a:lnTo>
                    <a:pt x="827150" y="731737"/>
                  </a:lnTo>
                  <a:lnTo>
                    <a:pt x="823981" y="731737"/>
                  </a:lnTo>
                  <a:lnTo>
                    <a:pt x="820812" y="731737"/>
                  </a:lnTo>
                  <a:lnTo>
                    <a:pt x="817643" y="731737"/>
                  </a:lnTo>
                  <a:lnTo>
                    <a:pt x="814473" y="731737"/>
                  </a:lnTo>
                  <a:lnTo>
                    <a:pt x="811304" y="731737"/>
                  </a:lnTo>
                  <a:lnTo>
                    <a:pt x="808135" y="731737"/>
                  </a:lnTo>
                  <a:lnTo>
                    <a:pt x="804966" y="731737"/>
                  </a:lnTo>
                  <a:lnTo>
                    <a:pt x="801797" y="731737"/>
                  </a:lnTo>
                  <a:lnTo>
                    <a:pt x="798628" y="731737"/>
                  </a:lnTo>
                  <a:lnTo>
                    <a:pt x="795458" y="731737"/>
                  </a:lnTo>
                  <a:lnTo>
                    <a:pt x="792289" y="731737"/>
                  </a:lnTo>
                  <a:lnTo>
                    <a:pt x="789120" y="731737"/>
                  </a:lnTo>
                  <a:lnTo>
                    <a:pt x="785951" y="731737"/>
                  </a:lnTo>
                  <a:lnTo>
                    <a:pt x="782782" y="731737"/>
                  </a:lnTo>
                  <a:lnTo>
                    <a:pt x="779613" y="731737"/>
                  </a:lnTo>
                  <a:lnTo>
                    <a:pt x="776444" y="731737"/>
                  </a:lnTo>
                  <a:lnTo>
                    <a:pt x="773274" y="731737"/>
                  </a:lnTo>
                  <a:lnTo>
                    <a:pt x="770105" y="731737"/>
                  </a:lnTo>
                  <a:lnTo>
                    <a:pt x="766936" y="731737"/>
                  </a:lnTo>
                  <a:lnTo>
                    <a:pt x="763767" y="731737"/>
                  </a:lnTo>
                  <a:lnTo>
                    <a:pt x="760598" y="731737"/>
                  </a:lnTo>
                  <a:lnTo>
                    <a:pt x="757429" y="731737"/>
                  </a:lnTo>
                  <a:lnTo>
                    <a:pt x="754259" y="731737"/>
                  </a:lnTo>
                  <a:lnTo>
                    <a:pt x="751090" y="731737"/>
                  </a:lnTo>
                  <a:lnTo>
                    <a:pt x="747921" y="731737"/>
                  </a:lnTo>
                  <a:lnTo>
                    <a:pt x="744752" y="731737"/>
                  </a:lnTo>
                  <a:lnTo>
                    <a:pt x="741583" y="731737"/>
                  </a:lnTo>
                  <a:lnTo>
                    <a:pt x="738414" y="731737"/>
                  </a:lnTo>
                  <a:lnTo>
                    <a:pt x="735244" y="731737"/>
                  </a:lnTo>
                  <a:lnTo>
                    <a:pt x="732075" y="731737"/>
                  </a:lnTo>
                  <a:lnTo>
                    <a:pt x="728906" y="731737"/>
                  </a:lnTo>
                  <a:lnTo>
                    <a:pt x="725737" y="731737"/>
                  </a:lnTo>
                  <a:lnTo>
                    <a:pt x="722568" y="731737"/>
                  </a:lnTo>
                  <a:lnTo>
                    <a:pt x="719399" y="731737"/>
                  </a:lnTo>
                  <a:lnTo>
                    <a:pt x="716230" y="731737"/>
                  </a:lnTo>
                  <a:lnTo>
                    <a:pt x="713060" y="731737"/>
                  </a:lnTo>
                  <a:lnTo>
                    <a:pt x="709891" y="731737"/>
                  </a:lnTo>
                  <a:lnTo>
                    <a:pt x="706722" y="731737"/>
                  </a:lnTo>
                  <a:lnTo>
                    <a:pt x="703553" y="731737"/>
                  </a:lnTo>
                  <a:lnTo>
                    <a:pt x="700384" y="731737"/>
                  </a:lnTo>
                  <a:lnTo>
                    <a:pt x="697215" y="731737"/>
                  </a:lnTo>
                  <a:lnTo>
                    <a:pt x="694045" y="731737"/>
                  </a:lnTo>
                  <a:lnTo>
                    <a:pt x="690876" y="731737"/>
                  </a:lnTo>
                  <a:lnTo>
                    <a:pt x="687707" y="731737"/>
                  </a:lnTo>
                  <a:lnTo>
                    <a:pt x="684538" y="731737"/>
                  </a:lnTo>
                  <a:lnTo>
                    <a:pt x="681369" y="731737"/>
                  </a:lnTo>
                  <a:lnTo>
                    <a:pt x="678200" y="731737"/>
                  </a:lnTo>
                  <a:lnTo>
                    <a:pt x="675030" y="731737"/>
                  </a:lnTo>
                  <a:lnTo>
                    <a:pt x="671861" y="731737"/>
                  </a:lnTo>
                  <a:lnTo>
                    <a:pt x="668692" y="731737"/>
                  </a:lnTo>
                  <a:lnTo>
                    <a:pt x="665523" y="731737"/>
                  </a:lnTo>
                  <a:lnTo>
                    <a:pt x="662354" y="731737"/>
                  </a:lnTo>
                  <a:lnTo>
                    <a:pt x="659185" y="731737"/>
                  </a:lnTo>
                  <a:lnTo>
                    <a:pt x="656015" y="731737"/>
                  </a:lnTo>
                  <a:lnTo>
                    <a:pt x="652846" y="731737"/>
                  </a:lnTo>
                  <a:lnTo>
                    <a:pt x="649677" y="731737"/>
                  </a:lnTo>
                  <a:lnTo>
                    <a:pt x="646508" y="731737"/>
                  </a:lnTo>
                  <a:lnTo>
                    <a:pt x="643339" y="731737"/>
                  </a:lnTo>
                  <a:lnTo>
                    <a:pt x="640170" y="731737"/>
                  </a:lnTo>
                  <a:lnTo>
                    <a:pt x="637001" y="731737"/>
                  </a:lnTo>
                  <a:lnTo>
                    <a:pt x="633831" y="731737"/>
                  </a:lnTo>
                  <a:lnTo>
                    <a:pt x="630662" y="731737"/>
                  </a:lnTo>
                  <a:lnTo>
                    <a:pt x="627493" y="731737"/>
                  </a:lnTo>
                  <a:lnTo>
                    <a:pt x="624324" y="731737"/>
                  </a:lnTo>
                  <a:lnTo>
                    <a:pt x="621155" y="731737"/>
                  </a:lnTo>
                  <a:lnTo>
                    <a:pt x="617986" y="731737"/>
                  </a:lnTo>
                  <a:lnTo>
                    <a:pt x="614816" y="731737"/>
                  </a:lnTo>
                  <a:lnTo>
                    <a:pt x="611647" y="731737"/>
                  </a:lnTo>
                  <a:lnTo>
                    <a:pt x="608478" y="731737"/>
                  </a:lnTo>
                  <a:lnTo>
                    <a:pt x="605309" y="731737"/>
                  </a:lnTo>
                  <a:lnTo>
                    <a:pt x="602140" y="731737"/>
                  </a:lnTo>
                  <a:lnTo>
                    <a:pt x="598971" y="731737"/>
                  </a:lnTo>
                  <a:lnTo>
                    <a:pt x="595801" y="731737"/>
                  </a:lnTo>
                  <a:lnTo>
                    <a:pt x="592632" y="731737"/>
                  </a:lnTo>
                  <a:lnTo>
                    <a:pt x="589463" y="731737"/>
                  </a:lnTo>
                  <a:lnTo>
                    <a:pt x="586294" y="731737"/>
                  </a:lnTo>
                  <a:lnTo>
                    <a:pt x="583125" y="731737"/>
                  </a:lnTo>
                  <a:lnTo>
                    <a:pt x="579956" y="731737"/>
                  </a:lnTo>
                  <a:lnTo>
                    <a:pt x="576786" y="731737"/>
                  </a:lnTo>
                  <a:lnTo>
                    <a:pt x="573617" y="731737"/>
                  </a:lnTo>
                  <a:lnTo>
                    <a:pt x="570448" y="731737"/>
                  </a:lnTo>
                  <a:lnTo>
                    <a:pt x="567279" y="731737"/>
                  </a:lnTo>
                  <a:lnTo>
                    <a:pt x="564110" y="731737"/>
                  </a:lnTo>
                  <a:lnTo>
                    <a:pt x="560941" y="731737"/>
                  </a:lnTo>
                  <a:lnTo>
                    <a:pt x="557772" y="731737"/>
                  </a:lnTo>
                  <a:lnTo>
                    <a:pt x="554602" y="731737"/>
                  </a:lnTo>
                  <a:lnTo>
                    <a:pt x="551433" y="731737"/>
                  </a:lnTo>
                  <a:lnTo>
                    <a:pt x="548264" y="731737"/>
                  </a:lnTo>
                  <a:lnTo>
                    <a:pt x="545095" y="731737"/>
                  </a:lnTo>
                  <a:lnTo>
                    <a:pt x="541926" y="731737"/>
                  </a:lnTo>
                  <a:lnTo>
                    <a:pt x="538757" y="731737"/>
                  </a:lnTo>
                  <a:lnTo>
                    <a:pt x="535587" y="731737"/>
                  </a:lnTo>
                  <a:lnTo>
                    <a:pt x="532418" y="731737"/>
                  </a:lnTo>
                  <a:lnTo>
                    <a:pt x="529249" y="731737"/>
                  </a:lnTo>
                  <a:lnTo>
                    <a:pt x="526080" y="731737"/>
                  </a:lnTo>
                  <a:lnTo>
                    <a:pt x="522911" y="731737"/>
                  </a:lnTo>
                  <a:lnTo>
                    <a:pt x="519742" y="731737"/>
                  </a:lnTo>
                  <a:lnTo>
                    <a:pt x="516572" y="731737"/>
                  </a:lnTo>
                  <a:lnTo>
                    <a:pt x="513403" y="731737"/>
                  </a:lnTo>
                  <a:lnTo>
                    <a:pt x="510234" y="731737"/>
                  </a:lnTo>
                  <a:lnTo>
                    <a:pt x="507065" y="731737"/>
                  </a:lnTo>
                  <a:lnTo>
                    <a:pt x="503896" y="731737"/>
                  </a:lnTo>
                  <a:lnTo>
                    <a:pt x="500727" y="731737"/>
                  </a:lnTo>
                  <a:lnTo>
                    <a:pt x="497558" y="731737"/>
                  </a:lnTo>
                  <a:lnTo>
                    <a:pt x="494388" y="731737"/>
                  </a:lnTo>
                  <a:lnTo>
                    <a:pt x="491219" y="731737"/>
                  </a:lnTo>
                  <a:lnTo>
                    <a:pt x="488050" y="731737"/>
                  </a:lnTo>
                  <a:lnTo>
                    <a:pt x="484881" y="731737"/>
                  </a:lnTo>
                  <a:lnTo>
                    <a:pt x="481712" y="731737"/>
                  </a:lnTo>
                  <a:lnTo>
                    <a:pt x="478543" y="731737"/>
                  </a:lnTo>
                  <a:lnTo>
                    <a:pt x="475373" y="731737"/>
                  </a:lnTo>
                  <a:lnTo>
                    <a:pt x="472204" y="731737"/>
                  </a:lnTo>
                  <a:lnTo>
                    <a:pt x="469035" y="731737"/>
                  </a:lnTo>
                  <a:lnTo>
                    <a:pt x="465866" y="731737"/>
                  </a:lnTo>
                  <a:lnTo>
                    <a:pt x="462697" y="731737"/>
                  </a:lnTo>
                  <a:lnTo>
                    <a:pt x="459528" y="731737"/>
                  </a:lnTo>
                  <a:lnTo>
                    <a:pt x="456358" y="731737"/>
                  </a:lnTo>
                  <a:lnTo>
                    <a:pt x="453189" y="731737"/>
                  </a:lnTo>
                  <a:lnTo>
                    <a:pt x="450020" y="731737"/>
                  </a:lnTo>
                  <a:lnTo>
                    <a:pt x="446851" y="731737"/>
                  </a:lnTo>
                  <a:lnTo>
                    <a:pt x="443682" y="731737"/>
                  </a:lnTo>
                  <a:lnTo>
                    <a:pt x="440513" y="731737"/>
                  </a:lnTo>
                  <a:lnTo>
                    <a:pt x="437343" y="731737"/>
                  </a:lnTo>
                  <a:lnTo>
                    <a:pt x="434174" y="731737"/>
                  </a:lnTo>
                  <a:lnTo>
                    <a:pt x="431005" y="731737"/>
                  </a:lnTo>
                  <a:lnTo>
                    <a:pt x="427836" y="731737"/>
                  </a:lnTo>
                  <a:lnTo>
                    <a:pt x="424667" y="731737"/>
                  </a:lnTo>
                  <a:lnTo>
                    <a:pt x="421498" y="731737"/>
                  </a:lnTo>
                  <a:lnTo>
                    <a:pt x="418329" y="731737"/>
                  </a:lnTo>
                  <a:lnTo>
                    <a:pt x="415159" y="731737"/>
                  </a:lnTo>
                  <a:lnTo>
                    <a:pt x="411990" y="731737"/>
                  </a:lnTo>
                  <a:lnTo>
                    <a:pt x="408821" y="731737"/>
                  </a:lnTo>
                  <a:lnTo>
                    <a:pt x="405652" y="731737"/>
                  </a:lnTo>
                  <a:lnTo>
                    <a:pt x="402483" y="731737"/>
                  </a:lnTo>
                  <a:lnTo>
                    <a:pt x="399314" y="731737"/>
                  </a:lnTo>
                  <a:lnTo>
                    <a:pt x="396144" y="731737"/>
                  </a:lnTo>
                  <a:lnTo>
                    <a:pt x="392975" y="731737"/>
                  </a:lnTo>
                  <a:lnTo>
                    <a:pt x="389806" y="731737"/>
                  </a:lnTo>
                  <a:lnTo>
                    <a:pt x="386637" y="731737"/>
                  </a:lnTo>
                  <a:lnTo>
                    <a:pt x="383468" y="731737"/>
                  </a:lnTo>
                  <a:lnTo>
                    <a:pt x="380299" y="731737"/>
                  </a:lnTo>
                  <a:lnTo>
                    <a:pt x="377129" y="731737"/>
                  </a:lnTo>
                  <a:lnTo>
                    <a:pt x="373960" y="731737"/>
                  </a:lnTo>
                  <a:lnTo>
                    <a:pt x="370791" y="731737"/>
                  </a:lnTo>
                  <a:lnTo>
                    <a:pt x="367622" y="731737"/>
                  </a:lnTo>
                  <a:lnTo>
                    <a:pt x="364453" y="731737"/>
                  </a:lnTo>
                  <a:lnTo>
                    <a:pt x="361284" y="731737"/>
                  </a:lnTo>
                  <a:lnTo>
                    <a:pt x="358115" y="731737"/>
                  </a:lnTo>
                  <a:lnTo>
                    <a:pt x="354945" y="731737"/>
                  </a:lnTo>
                  <a:lnTo>
                    <a:pt x="351776" y="731737"/>
                  </a:lnTo>
                  <a:lnTo>
                    <a:pt x="348607" y="731737"/>
                  </a:lnTo>
                  <a:lnTo>
                    <a:pt x="345438" y="731737"/>
                  </a:lnTo>
                  <a:lnTo>
                    <a:pt x="342269" y="731737"/>
                  </a:lnTo>
                  <a:lnTo>
                    <a:pt x="339100" y="731737"/>
                  </a:lnTo>
                  <a:lnTo>
                    <a:pt x="335930" y="731737"/>
                  </a:lnTo>
                  <a:lnTo>
                    <a:pt x="332761" y="731737"/>
                  </a:lnTo>
                  <a:lnTo>
                    <a:pt x="329592" y="731737"/>
                  </a:lnTo>
                  <a:lnTo>
                    <a:pt x="326423" y="731737"/>
                  </a:lnTo>
                  <a:lnTo>
                    <a:pt x="323254" y="731737"/>
                  </a:lnTo>
                  <a:lnTo>
                    <a:pt x="320085" y="731737"/>
                  </a:lnTo>
                  <a:lnTo>
                    <a:pt x="316915" y="731737"/>
                  </a:lnTo>
                  <a:lnTo>
                    <a:pt x="313746" y="731737"/>
                  </a:lnTo>
                  <a:lnTo>
                    <a:pt x="310577" y="731737"/>
                  </a:lnTo>
                  <a:lnTo>
                    <a:pt x="307408" y="731737"/>
                  </a:lnTo>
                  <a:lnTo>
                    <a:pt x="304239" y="731737"/>
                  </a:lnTo>
                  <a:lnTo>
                    <a:pt x="301070" y="731737"/>
                  </a:lnTo>
                  <a:lnTo>
                    <a:pt x="297900" y="731737"/>
                  </a:lnTo>
                  <a:lnTo>
                    <a:pt x="294731" y="731737"/>
                  </a:lnTo>
                  <a:lnTo>
                    <a:pt x="291562" y="731737"/>
                  </a:lnTo>
                  <a:lnTo>
                    <a:pt x="288393" y="731737"/>
                  </a:lnTo>
                  <a:lnTo>
                    <a:pt x="285224" y="731737"/>
                  </a:lnTo>
                  <a:lnTo>
                    <a:pt x="282055" y="731737"/>
                  </a:lnTo>
                  <a:lnTo>
                    <a:pt x="278886" y="731737"/>
                  </a:lnTo>
                  <a:lnTo>
                    <a:pt x="275716" y="731737"/>
                  </a:lnTo>
                  <a:lnTo>
                    <a:pt x="272547" y="731737"/>
                  </a:lnTo>
                  <a:lnTo>
                    <a:pt x="269378" y="731737"/>
                  </a:lnTo>
                  <a:lnTo>
                    <a:pt x="266209" y="731737"/>
                  </a:lnTo>
                  <a:lnTo>
                    <a:pt x="263040" y="731737"/>
                  </a:lnTo>
                  <a:lnTo>
                    <a:pt x="259871" y="731737"/>
                  </a:lnTo>
                  <a:lnTo>
                    <a:pt x="256701" y="731737"/>
                  </a:lnTo>
                  <a:lnTo>
                    <a:pt x="253532" y="731737"/>
                  </a:lnTo>
                  <a:lnTo>
                    <a:pt x="250363" y="731737"/>
                  </a:lnTo>
                  <a:lnTo>
                    <a:pt x="247194" y="731737"/>
                  </a:lnTo>
                  <a:lnTo>
                    <a:pt x="244025" y="731737"/>
                  </a:lnTo>
                  <a:lnTo>
                    <a:pt x="240856" y="731737"/>
                  </a:lnTo>
                  <a:lnTo>
                    <a:pt x="237686" y="731737"/>
                  </a:lnTo>
                  <a:lnTo>
                    <a:pt x="234517" y="731737"/>
                  </a:lnTo>
                  <a:lnTo>
                    <a:pt x="231348" y="731737"/>
                  </a:lnTo>
                  <a:lnTo>
                    <a:pt x="228179" y="731737"/>
                  </a:lnTo>
                  <a:lnTo>
                    <a:pt x="225010" y="731737"/>
                  </a:lnTo>
                  <a:lnTo>
                    <a:pt x="221841" y="731737"/>
                  </a:lnTo>
                  <a:lnTo>
                    <a:pt x="218671" y="731737"/>
                  </a:lnTo>
                  <a:lnTo>
                    <a:pt x="215502" y="731737"/>
                  </a:lnTo>
                  <a:lnTo>
                    <a:pt x="212333" y="731737"/>
                  </a:lnTo>
                  <a:lnTo>
                    <a:pt x="209164" y="731737"/>
                  </a:lnTo>
                  <a:lnTo>
                    <a:pt x="205995" y="731737"/>
                  </a:lnTo>
                  <a:lnTo>
                    <a:pt x="202826" y="731737"/>
                  </a:lnTo>
                  <a:lnTo>
                    <a:pt x="199657" y="731737"/>
                  </a:lnTo>
                  <a:lnTo>
                    <a:pt x="196487" y="731737"/>
                  </a:lnTo>
                  <a:lnTo>
                    <a:pt x="193318" y="731737"/>
                  </a:lnTo>
                  <a:lnTo>
                    <a:pt x="190149" y="731737"/>
                  </a:lnTo>
                  <a:lnTo>
                    <a:pt x="186980" y="731737"/>
                  </a:lnTo>
                  <a:lnTo>
                    <a:pt x="183811" y="731737"/>
                  </a:lnTo>
                  <a:lnTo>
                    <a:pt x="180642" y="731737"/>
                  </a:lnTo>
                  <a:lnTo>
                    <a:pt x="177472" y="731737"/>
                  </a:lnTo>
                  <a:lnTo>
                    <a:pt x="174303" y="731737"/>
                  </a:lnTo>
                  <a:lnTo>
                    <a:pt x="171134" y="731737"/>
                  </a:lnTo>
                  <a:lnTo>
                    <a:pt x="167965" y="731737"/>
                  </a:lnTo>
                  <a:lnTo>
                    <a:pt x="164796" y="731737"/>
                  </a:lnTo>
                  <a:lnTo>
                    <a:pt x="161627" y="731737"/>
                  </a:lnTo>
                  <a:lnTo>
                    <a:pt x="158457" y="731737"/>
                  </a:lnTo>
                  <a:lnTo>
                    <a:pt x="155288" y="731737"/>
                  </a:lnTo>
                  <a:lnTo>
                    <a:pt x="152119" y="731737"/>
                  </a:lnTo>
                  <a:lnTo>
                    <a:pt x="148950" y="731737"/>
                  </a:lnTo>
                  <a:lnTo>
                    <a:pt x="145781" y="731737"/>
                  </a:lnTo>
                  <a:lnTo>
                    <a:pt x="142612" y="731737"/>
                  </a:lnTo>
                  <a:lnTo>
                    <a:pt x="139443" y="731737"/>
                  </a:lnTo>
                  <a:lnTo>
                    <a:pt x="136273" y="731737"/>
                  </a:lnTo>
                  <a:lnTo>
                    <a:pt x="133104" y="731737"/>
                  </a:lnTo>
                  <a:lnTo>
                    <a:pt x="129935" y="731737"/>
                  </a:lnTo>
                  <a:lnTo>
                    <a:pt x="126766" y="731737"/>
                  </a:lnTo>
                  <a:lnTo>
                    <a:pt x="123597" y="731737"/>
                  </a:lnTo>
                  <a:lnTo>
                    <a:pt x="120428" y="731737"/>
                  </a:lnTo>
                  <a:lnTo>
                    <a:pt x="117258" y="731737"/>
                  </a:lnTo>
                  <a:lnTo>
                    <a:pt x="114089" y="731737"/>
                  </a:lnTo>
                  <a:lnTo>
                    <a:pt x="110920" y="731737"/>
                  </a:lnTo>
                  <a:lnTo>
                    <a:pt x="107751" y="731737"/>
                  </a:lnTo>
                  <a:lnTo>
                    <a:pt x="104582" y="731737"/>
                  </a:lnTo>
                  <a:lnTo>
                    <a:pt x="101413" y="731737"/>
                  </a:lnTo>
                  <a:lnTo>
                    <a:pt x="98243" y="731737"/>
                  </a:lnTo>
                  <a:lnTo>
                    <a:pt x="95074" y="731737"/>
                  </a:lnTo>
                  <a:lnTo>
                    <a:pt x="91905" y="731737"/>
                  </a:lnTo>
                  <a:lnTo>
                    <a:pt x="88736" y="731737"/>
                  </a:lnTo>
                  <a:lnTo>
                    <a:pt x="85567" y="731737"/>
                  </a:lnTo>
                  <a:lnTo>
                    <a:pt x="82398" y="731737"/>
                  </a:lnTo>
                  <a:lnTo>
                    <a:pt x="79228" y="731737"/>
                  </a:lnTo>
                  <a:lnTo>
                    <a:pt x="76059" y="731737"/>
                  </a:lnTo>
                  <a:lnTo>
                    <a:pt x="72890" y="731737"/>
                  </a:lnTo>
                  <a:lnTo>
                    <a:pt x="69721" y="731737"/>
                  </a:lnTo>
                  <a:lnTo>
                    <a:pt x="66552" y="731737"/>
                  </a:lnTo>
                  <a:lnTo>
                    <a:pt x="63383" y="731737"/>
                  </a:lnTo>
                  <a:lnTo>
                    <a:pt x="60214" y="731737"/>
                  </a:lnTo>
                  <a:lnTo>
                    <a:pt x="57044" y="731737"/>
                  </a:lnTo>
                  <a:lnTo>
                    <a:pt x="53875" y="731737"/>
                  </a:lnTo>
                  <a:lnTo>
                    <a:pt x="50706" y="731737"/>
                  </a:lnTo>
                  <a:lnTo>
                    <a:pt x="47537" y="731737"/>
                  </a:lnTo>
                  <a:lnTo>
                    <a:pt x="44368" y="731737"/>
                  </a:lnTo>
                  <a:lnTo>
                    <a:pt x="41199" y="731737"/>
                  </a:lnTo>
                  <a:lnTo>
                    <a:pt x="38029" y="731737"/>
                  </a:lnTo>
                  <a:lnTo>
                    <a:pt x="34860" y="731737"/>
                  </a:lnTo>
                  <a:lnTo>
                    <a:pt x="31691" y="731737"/>
                  </a:lnTo>
                  <a:lnTo>
                    <a:pt x="28522" y="731737"/>
                  </a:lnTo>
                  <a:lnTo>
                    <a:pt x="25353" y="731737"/>
                  </a:lnTo>
                  <a:lnTo>
                    <a:pt x="22184" y="731737"/>
                  </a:lnTo>
                  <a:lnTo>
                    <a:pt x="19014" y="731737"/>
                  </a:lnTo>
                  <a:lnTo>
                    <a:pt x="15845" y="731737"/>
                  </a:lnTo>
                  <a:lnTo>
                    <a:pt x="12676" y="731737"/>
                  </a:lnTo>
                  <a:lnTo>
                    <a:pt x="9507" y="731737"/>
                  </a:lnTo>
                  <a:lnTo>
                    <a:pt x="6338" y="731737"/>
                  </a:lnTo>
                  <a:lnTo>
                    <a:pt x="3169" y="731737"/>
                  </a:lnTo>
                  <a:lnTo>
                    <a:pt x="0" y="73173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44934" y="5647712"/>
              <a:ext cx="8553560" cy="731737"/>
            </a:xfrm>
            <a:custGeom>
              <a:avLst/>
              <a:pathLst>
                <a:path w="8553560" h="731737">
                  <a:moveTo>
                    <a:pt x="0" y="686564"/>
                  </a:moveTo>
                  <a:lnTo>
                    <a:pt x="3169" y="690261"/>
                  </a:lnTo>
                  <a:lnTo>
                    <a:pt x="6338" y="683259"/>
                  </a:lnTo>
                  <a:lnTo>
                    <a:pt x="9507" y="693936"/>
                  </a:lnTo>
                  <a:lnTo>
                    <a:pt x="12676" y="674184"/>
                  </a:lnTo>
                  <a:lnTo>
                    <a:pt x="15845" y="687171"/>
                  </a:lnTo>
                  <a:lnTo>
                    <a:pt x="19014" y="657525"/>
                  </a:lnTo>
                  <a:lnTo>
                    <a:pt x="22184" y="633270"/>
                  </a:lnTo>
                  <a:lnTo>
                    <a:pt x="25353" y="624640"/>
                  </a:lnTo>
                  <a:lnTo>
                    <a:pt x="28522" y="623556"/>
                  </a:lnTo>
                  <a:lnTo>
                    <a:pt x="31691" y="622051"/>
                  </a:lnTo>
                  <a:lnTo>
                    <a:pt x="34860" y="618247"/>
                  </a:lnTo>
                  <a:lnTo>
                    <a:pt x="38029" y="620169"/>
                  </a:lnTo>
                  <a:lnTo>
                    <a:pt x="41199" y="616533"/>
                  </a:lnTo>
                  <a:lnTo>
                    <a:pt x="44368" y="635724"/>
                  </a:lnTo>
                  <a:lnTo>
                    <a:pt x="47537" y="625426"/>
                  </a:lnTo>
                  <a:lnTo>
                    <a:pt x="50706" y="656371"/>
                  </a:lnTo>
                  <a:lnTo>
                    <a:pt x="53875" y="649729"/>
                  </a:lnTo>
                  <a:lnTo>
                    <a:pt x="57044" y="658457"/>
                  </a:lnTo>
                  <a:lnTo>
                    <a:pt x="60214" y="697155"/>
                  </a:lnTo>
                  <a:lnTo>
                    <a:pt x="63383" y="713910"/>
                  </a:lnTo>
                  <a:lnTo>
                    <a:pt x="66552" y="731737"/>
                  </a:lnTo>
                  <a:lnTo>
                    <a:pt x="66552" y="731737"/>
                  </a:lnTo>
                  <a:lnTo>
                    <a:pt x="69721" y="731737"/>
                  </a:lnTo>
                  <a:lnTo>
                    <a:pt x="72890" y="731737"/>
                  </a:lnTo>
                  <a:lnTo>
                    <a:pt x="76059" y="722210"/>
                  </a:lnTo>
                  <a:lnTo>
                    <a:pt x="79228" y="731737"/>
                  </a:lnTo>
                  <a:lnTo>
                    <a:pt x="79228" y="731737"/>
                  </a:lnTo>
                  <a:lnTo>
                    <a:pt x="82398" y="731737"/>
                  </a:lnTo>
                  <a:lnTo>
                    <a:pt x="85567" y="721839"/>
                  </a:lnTo>
                  <a:lnTo>
                    <a:pt x="88736" y="723445"/>
                  </a:lnTo>
                  <a:lnTo>
                    <a:pt x="91905" y="705996"/>
                  </a:lnTo>
                  <a:lnTo>
                    <a:pt x="95074" y="708943"/>
                  </a:lnTo>
                  <a:lnTo>
                    <a:pt x="98243" y="687797"/>
                  </a:lnTo>
                  <a:lnTo>
                    <a:pt x="101413" y="659482"/>
                  </a:lnTo>
                  <a:lnTo>
                    <a:pt x="104582" y="637623"/>
                  </a:lnTo>
                  <a:lnTo>
                    <a:pt x="107751" y="655064"/>
                  </a:lnTo>
                  <a:lnTo>
                    <a:pt x="110920" y="676232"/>
                  </a:lnTo>
                  <a:lnTo>
                    <a:pt x="114089" y="677911"/>
                  </a:lnTo>
                  <a:lnTo>
                    <a:pt x="117258" y="652318"/>
                  </a:lnTo>
                  <a:lnTo>
                    <a:pt x="120428" y="668500"/>
                  </a:lnTo>
                  <a:lnTo>
                    <a:pt x="123597" y="695481"/>
                  </a:lnTo>
                  <a:lnTo>
                    <a:pt x="126766" y="710962"/>
                  </a:lnTo>
                  <a:lnTo>
                    <a:pt x="129935" y="727383"/>
                  </a:lnTo>
                  <a:lnTo>
                    <a:pt x="133104" y="726553"/>
                  </a:lnTo>
                  <a:lnTo>
                    <a:pt x="136273" y="728288"/>
                  </a:lnTo>
                  <a:lnTo>
                    <a:pt x="139443" y="731737"/>
                  </a:lnTo>
                  <a:lnTo>
                    <a:pt x="139443" y="731737"/>
                  </a:lnTo>
                  <a:lnTo>
                    <a:pt x="142612" y="731737"/>
                  </a:lnTo>
                  <a:lnTo>
                    <a:pt x="145781" y="729434"/>
                  </a:lnTo>
                  <a:lnTo>
                    <a:pt x="148950" y="719507"/>
                  </a:lnTo>
                  <a:lnTo>
                    <a:pt x="152119" y="717914"/>
                  </a:lnTo>
                  <a:lnTo>
                    <a:pt x="155288" y="728741"/>
                  </a:lnTo>
                  <a:lnTo>
                    <a:pt x="158457" y="731737"/>
                  </a:lnTo>
                  <a:lnTo>
                    <a:pt x="158457" y="731737"/>
                  </a:lnTo>
                  <a:lnTo>
                    <a:pt x="161627" y="727339"/>
                  </a:lnTo>
                  <a:lnTo>
                    <a:pt x="164796" y="708621"/>
                  </a:lnTo>
                  <a:lnTo>
                    <a:pt x="167965" y="702100"/>
                  </a:lnTo>
                  <a:lnTo>
                    <a:pt x="171134" y="693734"/>
                  </a:lnTo>
                  <a:lnTo>
                    <a:pt x="174303" y="707517"/>
                  </a:lnTo>
                  <a:lnTo>
                    <a:pt x="177472" y="706582"/>
                  </a:lnTo>
                  <a:lnTo>
                    <a:pt x="180642" y="731737"/>
                  </a:lnTo>
                  <a:lnTo>
                    <a:pt x="180642" y="731737"/>
                  </a:lnTo>
                  <a:lnTo>
                    <a:pt x="183811" y="728385"/>
                  </a:lnTo>
                  <a:lnTo>
                    <a:pt x="186980" y="731737"/>
                  </a:lnTo>
                  <a:lnTo>
                    <a:pt x="186980" y="731737"/>
                  </a:lnTo>
                  <a:lnTo>
                    <a:pt x="190149" y="725619"/>
                  </a:lnTo>
                  <a:lnTo>
                    <a:pt x="193318" y="703019"/>
                  </a:lnTo>
                  <a:lnTo>
                    <a:pt x="196487" y="705436"/>
                  </a:lnTo>
                  <a:lnTo>
                    <a:pt x="199657" y="686551"/>
                  </a:lnTo>
                  <a:lnTo>
                    <a:pt x="202826" y="667754"/>
                  </a:lnTo>
                  <a:lnTo>
                    <a:pt x="205995" y="660800"/>
                  </a:lnTo>
                  <a:lnTo>
                    <a:pt x="209164" y="635262"/>
                  </a:lnTo>
                  <a:lnTo>
                    <a:pt x="212333" y="634300"/>
                  </a:lnTo>
                  <a:lnTo>
                    <a:pt x="215502" y="654320"/>
                  </a:lnTo>
                  <a:lnTo>
                    <a:pt x="218671" y="677372"/>
                  </a:lnTo>
                  <a:lnTo>
                    <a:pt x="221841" y="701363"/>
                  </a:lnTo>
                  <a:lnTo>
                    <a:pt x="225010" y="670413"/>
                  </a:lnTo>
                  <a:lnTo>
                    <a:pt x="228179" y="689785"/>
                  </a:lnTo>
                  <a:lnTo>
                    <a:pt x="231348" y="705286"/>
                  </a:lnTo>
                  <a:lnTo>
                    <a:pt x="234517" y="715015"/>
                  </a:lnTo>
                  <a:lnTo>
                    <a:pt x="237686" y="730259"/>
                  </a:lnTo>
                  <a:lnTo>
                    <a:pt x="240856" y="714040"/>
                  </a:lnTo>
                  <a:lnTo>
                    <a:pt x="244025" y="731737"/>
                  </a:lnTo>
                  <a:lnTo>
                    <a:pt x="244025" y="731737"/>
                  </a:lnTo>
                  <a:lnTo>
                    <a:pt x="247194" y="731737"/>
                  </a:lnTo>
                  <a:lnTo>
                    <a:pt x="250363" y="731737"/>
                  </a:lnTo>
                  <a:lnTo>
                    <a:pt x="253532" y="731737"/>
                  </a:lnTo>
                  <a:lnTo>
                    <a:pt x="256701" y="731737"/>
                  </a:lnTo>
                  <a:lnTo>
                    <a:pt x="259871" y="731737"/>
                  </a:lnTo>
                  <a:lnTo>
                    <a:pt x="263040" y="731737"/>
                  </a:lnTo>
                  <a:lnTo>
                    <a:pt x="266209" y="731737"/>
                  </a:lnTo>
                  <a:lnTo>
                    <a:pt x="269378" y="728855"/>
                  </a:lnTo>
                  <a:lnTo>
                    <a:pt x="272547" y="726106"/>
                  </a:lnTo>
                  <a:lnTo>
                    <a:pt x="275716" y="731737"/>
                  </a:lnTo>
                  <a:lnTo>
                    <a:pt x="275716" y="731737"/>
                  </a:lnTo>
                  <a:lnTo>
                    <a:pt x="278886" y="731737"/>
                  </a:lnTo>
                  <a:lnTo>
                    <a:pt x="282055" y="731737"/>
                  </a:lnTo>
                  <a:lnTo>
                    <a:pt x="285224" y="725969"/>
                  </a:lnTo>
                  <a:lnTo>
                    <a:pt x="288393" y="731276"/>
                  </a:lnTo>
                  <a:lnTo>
                    <a:pt x="291562" y="729070"/>
                  </a:lnTo>
                  <a:lnTo>
                    <a:pt x="294731" y="722702"/>
                  </a:lnTo>
                  <a:lnTo>
                    <a:pt x="297900" y="713711"/>
                  </a:lnTo>
                  <a:lnTo>
                    <a:pt x="301070" y="694890"/>
                  </a:lnTo>
                  <a:lnTo>
                    <a:pt x="304239" y="706216"/>
                  </a:lnTo>
                  <a:lnTo>
                    <a:pt x="307408" y="683310"/>
                  </a:lnTo>
                  <a:lnTo>
                    <a:pt x="310577" y="668815"/>
                  </a:lnTo>
                  <a:lnTo>
                    <a:pt x="313746" y="652425"/>
                  </a:lnTo>
                  <a:lnTo>
                    <a:pt x="316915" y="653231"/>
                  </a:lnTo>
                  <a:lnTo>
                    <a:pt x="320085" y="670377"/>
                  </a:lnTo>
                  <a:lnTo>
                    <a:pt x="323254" y="680815"/>
                  </a:lnTo>
                  <a:lnTo>
                    <a:pt x="326423" y="663063"/>
                  </a:lnTo>
                  <a:lnTo>
                    <a:pt x="329592" y="673851"/>
                  </a:lnTo>
                  <a:lnTo>
                    <a:pt x="332761" y="659044"/>
                  </a:lnTo>
                  <a:lnTo>
                    <a:pt x="335930" y="652806"/>
                  </a:lnTo>
                  <a:lnTo>
                    <a:pt x="339100" y="607649"/>
                  </a:lnTo>
                  <a:lnTo>
                    <a:pt x="342269" y="605645"/>
                  </a:lnTo>
                  <a:lnTo>
                    <a:pt x="345438" y="612521"/>
                  </a:lnTo>
                  <a:lnTo>
                    <a:pt x="348607" y="583936"/>
                  </a:lnTo>
                  <a:lnTo>
                    <a:pt x="351776" y="596344"/>
                  </a:lnTo>
                  <a:lnTo>
                    <a:pt x="354945" y="600379"/>
                  </a:lnTo>
                  <a:lnTo>
                    <a:pt x="358115" y="577308"/>
                  </a:lnTo>
                  <a:lnTo>
                    <a:pt x="361284" y="608918"/>
                  </a:lnTo>
                  <a:lnTo>
                    <a:pt x="364453" y="660720"/>
                  </a:lnTo>
                  <a:lnTo>
                    <a:pt x="367622" y="659171"/>
                  </a:lnTo>
                  <a:lnTo>
                    <a:pt x="370791" y="691341"/>
                  </a:lnTo>
                  <a:lnTo>
                    <a:pt x="373960" y="691101"/>
                  </a:lnTo>
                  <a:lnTo>
                    <a:pt x="377129" y="698168"/>
                  </a:lnTo>
                  <a:lnTo>
                    <a:pt x="380299" y="710498"/>
                  </a:lnTo>
                  <a:lnTo>
                    <a:pt x="383468" y="707465"/>
                  </a:lnTo>
                  <a:lnTo>
                    <a:pt x="386637" y="704315"/>
                  </a:lnTo>
                  <a:lnTo>
                    <a:pt x="389806" y="701322"/>
                  </a:lnTo>
                  <a:lnTo>
                    <a:pt x="392975" y="706365"/>
                  </a:lnTo>
                  <a:lnTo>
                    <a:pt x="396144" y="701572"/>
                  </a:lnTo>
                  <a:lnTo>
                    <a:pt x="399314" y="700773"/>
                  </a:lnTo>
                  <a:lnTo>
                    <a:pt x="402483" y="685199"/>
                  </a:lnTo>
                  <a:lnTo>
                    <a:pt x="405652" y="682009"/>
                  </a:lnTo>
                  <a:lnTo>
                    <a:pt x="408821" y="668357"/>
                  </a:lnTo>
                  <a:lnTo>
                    <a:pt x="411990" y="660282"/>
                  </a:lnTo>
                  <a:lnTo>
                    <a:pt x="415159" y="675652"/>
                  </a:lnTo>
                  <a:lnTo>
                    <a:pt x="418329" y="665300"/>
                  </a:lnTo>
                  <a:lnTo>
                    <a:pt x="421498" y="639188"/>
                  </a:lnTo>
                  <a:lnTo>
                    <a:pt x="424667" y="649713"/>
                  </a:lnTo>
                  <a:lnTo>
                    <a:pt x="427836" y="647900"/>
                  </a:lnTo>
                  <a:lnTo>
                    <a:pt x="431005" y="650843"/>
                  </a:lnTo>
                  <a:lnTo>
                    <a:pt x="434174" y="631120"/>
                  </a:lnTo>
                  <a:lnTo>
                    <a:pt x="437343" y="628784"/>
                  </a:lnTo>
                  <a:lnTo>
                    <a:pt x="440513" y="632592"/>
                  </a:lnTo>
                  <a:lnTo>
                    <a:pt x="443682" y="616387"/>
                  </a:lnTo>
                  <a:lnTo>
                    <a:pt x="446851" y="630823"/>
                  </a:lnTo>
                  <a:lnTo>
                    <a:pt x="450020" y="638848"/>
                  </a:lnTo>
                  <a:lnTo>
                    <a:pt x="453189" y="642142"/>
                  </a:lnTo>
                  <a:lnTo>
                    <a:pt x="456358" y="641176"/>
                  </a:lnTo>
                  <a:lnTo>
                    <a:pt x="459528" y="640032"/>
                  </a:lnTo>
                  <a:lnTo>
                    <a:pt x="462697" y="673052"/>
                  </a:lnTo>
                  <a:lnTo>
                    <a:pt x="465866" y="682476"/>
                  </a:lnTo>
                  <a:lnTo>
                    <a:pt x="469035" y="691011"/>
                  </a:lnTo>
                  <a:lnTo>
                    <a:pt x="472204" y="700951"/>
                  </a:lnTo>
                  <a:lnTo>
                    <a:pt x="475373" y="713490"/>
                  </a:lnTo>
                  <a:lnTo>
                    <a:pt x="478543" y="712799"/>
                  </a:lnTo>
                  <a:lnTo>
                    <a:pt x="481712" y="701138"/>
                  </a:lnTo>
                  <a:lnTo>
                    <a:pt x="484881" y="708719"/>
                  </a:lnTo>
                  <a:lnTo>
                    <a:pt x="488050" y="662501"/>
                  </a:lnTo>
                  <a:lnTo>
                    <a:pt x="491219" y="672944"/>
                  </a:lnTo>
                  <a:lnTo>
                    <a:pt x="494388" y="645628"/>
                  </a:lnTo>
                  <a:lnTo>
                    <a:pt x="497558" y="639412"/>
                  </a:lnTo>
                  <a:lnTo>
                    <a:pt x="500727" y="631201"/>
                  </a:lnTo>
                  <a:lnTo>
                    <a:pt x="503896" y="629532"/>
                  </a:lnTo>
                  <a:lnTo>
                    <a:pt x="507065" y="628164"/>
                  </a:lnTo>
                  <a:lnTo>
                    <a:pt x="510234" y="640728"/>
                  </a:lnTo>
                  <a:lnTo>
                    <a:pt x="513403" y="645031"/>
                  </a:lnTo>
                  <a:lnTo>
                    <a:pt x="516572" y="668552"/>
                  </a:lnTo>
                  <a:lnTo>
                    <a:pt x="519742" y="667058"/>
                  </a:lnTo>
                  <a:lnTo>
                    <a:pt x="522911" y="666947"/>
                  </a:lnTo>
                  <a:lnTo>
                    <a:pt x="526080" y="687998"/>
                  </a:lnTo>
                  <a:lnTo>
                    <a:pt x="529249" y="683078"/>
                  </a:lnTo>
                  <a:lnTo>
                    <a:pt x="532418" y="668546"/>
                  </a:lnTo>
                  <a:lnTo>
                    <a:pt x="535587" y="665730"/>
                  </a:lnTo>
                  <a:lnTo>
                    <a:pt x="538757" y="679882"/>
                  </a:lnTo>
                  <a:lnTo>
                    <a:pt x="541926" y="690553"/>
                  </a:lnTo>
                  <a:lnTo>
                    <a:pt x="545095" y="718719"/>
                  </a:lnTo>
                  <a:lnTo>
                    <a:pt x="548264" y="731737"/>
                  </a:lnTo>
                  <a:lnTo>
                    <a:pt x="548264" y="731737"/>
                  </a:lnTo>
                  <a:lnTo>
                    <a:pt x="551433" y="727314"/>
                  </a:lnTo>
                  <a:lnTo>
                    <a:pt x="554602" y="726303"/>
                  </a:lnTo>
                  <a:lnTo>
                    <a:pt x="557772" y="708033"/>
                  </a:lnTo>
                  <a:lnTo>
                    <a:pt x="560941" y="712723"/>
                  </a:lnTo>
                  <a:lnTo>
                    <a:pt x="564110" y="711039"/>
                  </a:lnTo>
                  <a:lnTo>
                    <a:pt x="567279" y="686879"/>
                  </a:lnTo>
                  <a:lnTo>
                    <a:pt x="570448" y="667465"/>
                  </a:lnTo>
                  <a:lnTo>
                    <a:pt x="573617" y="666321"/>
                  </a:lnTo>
                  <a:lnTo>
                    <a:pt x="576786" y="686750"/>
                  </a:lnTo>
                  <a:lnTo>
                    <a:pt x="579956" y="703840"/>
                  </a:lnTo>
                  <a:lnTo>
                    <a:pt x="583125" y="706624"/>
                  </a:lnTo>
                  <a:lnTo>
                    <a:pt x="586294" y="697057"/>
                  </a:lnTo>
                  <a:lnTo>
                    <a:pt x="589463" y="717029"/>
                  </a:lnTo>
                  <a:lnTo>
                    <a:pt x="592632" y="716371"/>
                  </a:lnTo>
                  <a:lnTo>
                    <a:pt x="595801" y="723217"/>
                  </a:lnTo>
                  <a:lnTo>
                    <a:pt x="598971" y="707602"/>
                  </a:lnTo>
                  <a:lnTo>
                    <a:pt x="602140" y="678485"/>
                  </a:lnTo>
                  <a:lnTo>
                    <a:pt x="605309" y="671914"/>
                  </a:lnTo>
                  <a:lnTo>
                    <a:pt x="608478" y="666067"/>
                  </a:lnTo>
                  <a:lnTo>
                    <a:pt x="611647" y="666040"/>
                  </a:lnTo>
                  <a:lnTo>
                    <a:pt x="614816" y="664805"/>
                  </a:lnTo>
                  <a:lnTo>
                    <a:pt x="617986" y="676622"/>
                  </a:lnTo>
                  <a:lnTo>
                    <a:pt x="621155" y="705537"/>
                  </a:lnTo>
                  <a:lnTo>
                    <a:pt x="624324" y="718478"/>
                  </a:lnTo>
                  <a:lnTo>
                    <a:pt x="627493" y="716453"/>
                  </a:lnTo>
                  <a:lnTo>
                    <a:pt x="630662" y="730841"/>
                  </a:lnTo>
                  <a:lnTo>
                    <a:pt x="633831" y="731737"/>
                  </a:lnTo>
                  <a:lnTo>
                    <a:pt x="633831" y="731737"/>
                  </a:lnTo>
                  <a:lnTo>
                    <a:pt x="637001" y="731737"/>
                  </a:lnTo>
                  <a:lnTo>
                    <a:pt x="640170" y="731737"/>
                  </a:lnTo>
                  <a:lnTo>
                    <a:pt x="643339" y="731737"/>
                  </a:lnTo>
                  <a:lnTo>
                    <a:pt x="646508" y="731737"/>
                  </a:lnTo>
                  <a:lnTo>
                    <a:pt x="649677" y="731737"/>
                  </a:lnTo>
                  <a:lnTo>
                    <a:pt x="652846" y="731737"/>
                  </a:lnTo>
                  <a:lnTo>
                    <a:pt x="656015" y="731737"/>
                  </a:lnTo>
                  <a:lnTo>
                    <a:pt x="659185" y="731737"/>
                  </a:lnTo>
                  <a:lnTo>
                    <a:pt x="662354" y="723895"/>
                  </a:lnTo>
                  <a:lnTo>
                    <a:pt x="665523" y="728797"/>
                  </a:lnTo>
                  <a:lnTo>
                    <a:pt x="668692" y="721112"/>
                  </a:lnTo>
                  <a:lnTo>
                    <a:pt x="671861" y="712328"/>
                  </a:lnTo>
                  <a:lnTo>
                    <a:pt x="675030" y="698237"/>
                  </a:lnTo>
                  <a:lnTo>
                    <a:pt x="678200" y="711656"/>
                  </a:lnTo>
                  <a:lnTo>
                    <a:pt x="681369" y="713132"/>
                  </a:lnTo>
                  <a:lnTo>
                    <a:pt x="684538" y="730700"/>
                  </a:lnTo>
                  <a:lnTo>
                    <a:pt x="687707" y="709422"/>
                  </a:lnTo>
                  <a:lnTo>
                    <a:pt x="690876" y="721833"/>
                  </a:lnTo>
                  <a:lnTo>
                    <a:pt x="694045" y="720222"/>
                  </a:lnTo>
                  <a:lnTo>
                    <a:pt x="697215" y="714255"/>
                  </a:lnTo>
                  <a:lnTo>
                    <a:pt x="700384" y="699665"/>
                  </a:lnTo>
                  <a:lnTo>
                    <a:pt x="703553" y="668656"/>
                  </a:lnTo>
                  <a:lnTo>
                    <a:pt x="706722" y="662625"/>
                  </a:lnTo>
                  <a:lnTo>
                    <a:pt x="709891" y="650202"/>
                  </a:lnTo>
                  <a:lnTo>
                    <a:pt x="713060" y="659859"/>
                  </a:lnTo>
                  <a:lnTo>
                    <a:pt x="716230" y="660887"/>
                  </a:lnTo>
                  <a:lnTo>
                    <a:pt x="719399" y="658930"/>
                  </a:lnTo>
                  <a:lnTo>
                    <a:pt x="722568" y="682110"/>
                  </a:lnTo>
                  <a:lnTo>
                    <a:pt x="725737" y="672569"/>
                  </a:lnTo>
                  <a:lnTo>
                    <a:pt x="728906" y="680629"/>
                  </a:lnTo>
                  <a:lnTo>
                    <a:pt x="732075" y="711346"/>
                  </a:lnTo>
                  <a:lnTo>
                    <a:pt x="735244" y="703995"/>
                  </a:lnTo>
                  <a:lnTo>
                    <a:pt x="738414" y="711728"/>
                  </a:lnTo>
                  <a:lnTo>
                    <a:pt x="741583" y="719993"/>
                  </a:lnTo>
                  <a:lnTo>
                    <a:pt x="744752" y="728210"/>
                  </a:lnTo>
                  <a:lnTo>
                    <a:pt x="747921" y="731737"/>
                  </a:lnTo>
                  <a:lnTo>
                    <a:pt x="747921" y="731737"/>
                  </a:lnTo>
                  <a:lnTo>
                    <a:pt x="751090" y="713327"/>
                  </a:lnTo>
                  <a:lnTo>
                    <a:pt x="754259" y="708541"/>
                  </a:lnTo>
                  <a:lnTo>
                    <a:pt x="757429" y="703840"/>
                  </a:lnTo>
                  <a:lnTo>
                    <a:pt x="760598" y="672212"/>
                  </a:lnTo>
                  <a:lnTo>
                    <a:pt x="763767" y="675506"/>
                  </a:lnTo>
                  <a:lnTo>
                    <a:pt x="766936" y="690001"/>
                  </a:lnTo>
                  <a:lnTo>
                    <a:pt x="770105" y="704703"/>
                  </a:lnTo>
                  <a:lnTo>
                    <a:pt x="773274" y="724098"/>
                  </a:lnTo>
                  <a:lnTo>
                    <a:pt x="776444" y="707383"/>
                  </a:lnTo>
                  <a:lnTo>
                    <a:pt x="779613" y="731455"/>
                  </a:lnTo>
                  <a:lnTo>
                    <a:pt x="782782" y="726899"/>
                  </a:lnTo>
                  <a:lnTo>
                    <a:pt x="785951" y="727220"/>
                  </a:lnTo>
                  <a:lnTo>
                    <a:pt x="789120" y="731737"/>
                  </a:lnTo>
                  <a:lnTo>
                    <a:pt x="789120" y="731737"/>
                  </a:lnTo>
                  <a:lnTo>
                    <a:pt x="792289" y="729036"/>
                  </a:lnTo>
                  <a:lnTo>
                    <a:pt x="795458" y="731737"/>
                  </a:lnTo>
                  <a:lnTo>
                    <a:pt x="795458" y="731737"/>
                  </a:lnTo>
                  <a:lnTo>
                    <a:pt x="798628" y="731737"/>
                  </a:lnTo>
                  <a:lnTo>
                    <a:pt x="801797" y="731737"/>
                  </a:lnTo>
                  <a:lnTo>
                    <a:pt x="804966" y="731737"/>
                  </a:lnTo>
                  <a:lnTo>
                    <a:pt x="808135" y="725546"/>
                  </a:lnTo>
                  <a:lnTo>
                    <a:pt x="811304" y="721253"/>
                  </a:lnTo>
                  <a:lnTo>
                    <a:pt x="814473" y="708725"/>
                  </a:lnTo>
                  <a:lnTo>
                    <a:pt x="817643" y="697849"/>
                  </a:lnTo>
                  <a:lnTo>
                    <a:pt x="820812" y="684640"/>
                  </a:lnTo>
                  <a:lnTo>
                    <a:pt x="823981" y="680512"/>
                  </a:lnTo>
                  <a:lnTo>
                    <a:pt x="827150" y="672475"/>
                  </a:lnTo>
                  <a:lnTo>
                    <a:pt x="830319" y="665305"/>
                  </a:lnTo>
                  <a:lnTo>
                    <a:pt x="833488" y="639897"/>
                  </a:lnTo>
                  <a:lnTo>
                    <a:pt x="836658" y="651331"/>
                  </a:lnTo>
                  <a:lnTo>
                    <a:pt x="839827" y="643557"/>
                  </a:lnTo>
                  <a:lnTo>
                    <a:pt x="842996" y="644795"/>
                  </a:lnTo>
                  <a:lnTo>
                    <a:pt x="846165" y="653594"/>
                  </a:lnTo>
                  <a:lnTo>
                    <a:pt x="849334" y="687302"/>
                  </a:lnTo>
                  <a:lnTo>
                    <a:pt x="852503" y="712141"/>
                  </a:lnTo>
                  <a:lnTo>
                    <a:pt x="855673" y="719002"/>
                  </a:lnTo>
                  <a:lnTo>
                    <a:pt x="858842" y="719454"/>
                  </a:lnTo>
                  <a:lnTo>
                    <a:pt x="862011" y="720887"/>
                  </a:lnTo>
                  <a:lnTo>
                    <a:pt x="865180" y="714849"/>
                  </a:lnTo>
                  <a:lnTo>
                    <a:pt x="868349" y="704706"/>
                  </a:lnTo>
                  <a:lnTo>
                    <a:pt x="871518" y="707161"/>
                  </a:lnTo>
                  <a:lnTo>
                    <a:pt x="874687" y="709715"/>
                  </a:lnTo>
                  <a:lnTo>
                    <a:pt x="877857" y="710603"/>
                  </a:lnTo>
                  <a:lnTo>
                    <a:pt x="881026" y="705938"/>
                  </a:lnTo>
                  <a:lnTo>
                    <a:pt x="884195" y="698991"/>
                  </a:lnTo>
                  <a:lnTo>
                    <a:pt x="887364" y="699817"/>
                  </a:lnTo>
                  <a:lnTo>
                    <a:pt x="890533" y="708224"/>
                  </a:lnTo>
                  <a:lnTo>
                    <a:pt x="893702" y="717519"/>
                  </a:lnTo>
                  <a:lnTo>
                    <a:pt x="896872" y="714291"/>
                  </a:lnTo>
                  <a:lnTo>
                    <a:pt x="900041" y="725484"/>
                  </a:lnTo>
                  <a:lnTo>
                    <a:pt x="903210" y="731737"/>
                  </a:lnTo>
                  <a:lnTo>
                    <a:pt x="903210" y="731737"/>
                  </a:lnTo>
                  <a:lnTo>
                    <a:pt x="906379" y="730617"/>
                  </a:lnTo>
                  <a:lnTo>
                    <a:pt x="909548" y="731737"/>
                  </a:lnTo>
                  <a:lnTo>
                    <a:pt x="909548" y="731737"/>
                  </a:lnTo>
                  <a:lnTo>
                    <a:pt x="912717" y="731737"/>
                  </a:lnTo>
                  <a:lnTo>
                    <a:pt x="915887" y="730683"/>
                  </a:lnTo>
                  <a:lnTo>
                    <a:pt x="919056" y="724985"/>
                  </a:lnTo>
                  <a:lnTo>
                    <a:pt x="922225" y="714912"/>
                  </a:lnTo>
                  <a:lnTo>
                    <a:pt x="925394" y="723014"/>
                  </a:lnTo>
                  <a:lnTo>
                    <a:pt x="928563" y="712329"/>
                  </a:lnTo>
                  <a:lnTo>
                    <a:pt x="931732" y="700119"/>
                  </a:lnTo>
                  <a:lnTo>
                    <a:pt x="934901" y="689517"/>
                  </a:lnTo>
                  <a:lnTo>
                    <a:pt x="938071" y="707498"/>
                  </a:lnTo>
                  <a:lnTo>
                    <a:pt x="941240" y="726237"/>
                  </a:lnTo>
                  <a:lnTo>
                    <a:pt x="944409" y="721750"/>
                  </a:lnTo>
                  <a:lnTo>
                    <a:pt x="947578" y="726884"/>
                  </a:lnTo>
                  <a:lnTo>
                    <a:pt x="950747" y="709102"/>
                  </a:lnTo>
                  <a:lnTo>
                    <a:pt x="953916" y="714548"/>
                  </a:lnTo>
                  <a:lnTo>
                    <a:pt x="957086" y="720892"/>
                  </a:lnTo>
                  <a:lnTo>
                    <a:pt x="960255" y="696582"/>
                  </a:lnTo>
                  <a:lnTo>
                    <a:pt x="963424" y="682677"/>
                  </a:lnTo>
                  <a:lnTo>
                    <a:pt x="966593" y="685649"/>
                  </a:lnTo>
                  <a:lnTo>
                    <a:pt x="969762" y="706688"/>
                  </a:lnTo>
                  <a:lnTo>
                    <a:pt x="972931" y="708107"/>
                  </a:lnTo>
                  <a:lnTo>
                    <a:pt x="976101" y="707532"/>
                  </a:lnTo>
                  <a:lnTo>
                    <a:pt x="979270" y="708901"/>
                  </a:lnTo>
                  <a:lnTo>
                    <a:pt x="982439" y="692895"/>
                  </a:lnTo>
                  <a:lnTo>
                    <a:pt x="985608" y="704081"/>
                  </a:lnTo>
                  <a:lnTo>
                    <a:pt x="988777" y="692950"/>
                  </a:lnTo>
                  <a:lnTo>
                    <a:pt x="991946" y="695588"/>
                  </a:lnTo>
                  <a:lnTo>
                    <a:pt x="995116" y="697238"/>
                  </a:lnTo>
                  <a:lnTo>
                    <a:pt x="998285" y="690348"/>
                  </a:lnTo>
                  <a:lnTo>
                    <a:pt x="1001454" y="672328"/>
                  </a:lnTo>
                  <a:lnTo>
                    <a:pt x="1004623" y="666434"/>
                  </a:lnTo>
                  <a:lnTo>
                    <a:pt x="1007792" y="689789"/>
                  </a:lnTo>
                  <a:lnTo>
                    <a:pt x="1010961" y="707862"/>
                  </a:lnTo>
                  <a:lnTo>
                    <a:pt x="1014130" y="713994"/>
                  </a:lnTo>
                  <a:lnTo>
                    <a:pt x="1017300" y="723797"/>
                  </a:lnTo>
                  <a:lnTo>
                    <a:pt x="1020469" y="715671"/>
                  </a:lnTo>
                  <a:lnTo>
                    <a:pt x="1023638" y="717130"/>
                  </a:lnTo>
                  <a:lnTo>
                    <a:pt x="1026807" y="715543"/>
                  </a:lnTo>
                  <a:lnTo>
                    <a:pt x="1029976" y="726620"/>
                  </a:lnTo>
                  <a:lnTo>
                    <a:pt x="1033145" y="719971"/>
                  </a:lnTo>
                  <a:lnTo>
                    <a:pt x="1036315" y="717842"/>
                  </a:lnTo>
                  <a:lnTo>
                    <a:pt x="1039484" y="717020"/>
                  </a:lnTo>
                  <a:lnTo>
                    <a:pt x="1042653" y="690091"/>
                  </a:lnTo>
                  <a:lnTo>
                    <a:pt x="1045822" y="690977"/>
                  </a:lnTo>
                  <a:lnTo>
                    <a:pt x="1048991" y="697680"/>
                  </a:lnTo>
                  <a:lnTo>
                    <a:pt x="1052160" y="712087"/>
                  </a:lnTo>
                  <a:lnTo>
                    <a:pt x="1055330" y="724563"/>
                  </a:lnTo>
                  <a:lnTo>
                    <a:pt x="1058499" y="721291"/>
                  </a:lnTo>
                  <a:lnTo>
                    <a:pt x="1061668" y="728764"/>
                  </a:lnTo>
                  <a:lnTo>
                    <a:pt x="1064837" y="731737"/>
                  </a:lnTo>
                  <a:lnTo>
                    <a:pt x="1064837" y="731737"/>
                  </a:lnTo>
                  <a:lnTo>
                    <a:pt x="1068006" y="731737"/>
                  </a:lnTo>
                  <a:lnTo>
                    <a:pt x="1071175" y="731737"/>
                  </a:lnTo>
                  <a:lnTo>
                    <a:pt x="1074345" y="729831"/>
                  </a:lnTo>
                  <a:lnTo>
                    <a:pt x="1077514" y="731737"/>
                  </a:lnTo>
                  <a:lnTo>
                    <a:pt x="1077514" y="731737"/>
                  </a:lnTo>
                  <a:lnTo>
                    <a:pt x="1080683" y="722076"/>
                  </a:lnTo>
                  <a:lnTo>
                    <a:pt x="1083852" y="730325"/>
                  </a:lnTo>
                  <a:lnTo>
                    <a:pt x="1087021" y="731737"/>
                  </a:lnTo>
                  <a:lnTo>
                    <a:pt x="1087021" y="731737"/>
                  </a:lnTo>
                  <a:lnTo>
                    <a:pt x="1090190" y="720767"/>
                  </a:lnTo>
                  <a:lnTo>
                    <a:pt x="1093359" y="722206"/>
                  </a:lnTo>
                  <a:lnTo>
                    <a:pt x="1096529" y="708363"/>
                  </a:lnTo>
                  <a:lnTo>
                    <a:pt x="1099698" y="727365"/>
                  </a:lnTo>
                  <a:lnTo>
                    <a:pt x="1102867" y="722310"/>
                  </a:lnTo>
                  <a:lnTo>
                    <a:pt x="1106036" y="698686"/>
                  </a:lnTo>
                  <a:lnTo>
                    <a:pt x="1109205" y="706039"/>
                  </a:lnTo>
                  <a:lnTo>
                    <a:pt x="1112374" y="706637"/>
                  </a:lnTo>
                  <a:lnTo>
                    <a:pt x="1115544" y="726064"/>
                  </a:lnTo>
                  <a:lnTo>
                    <a:pt x="1118713" y="713560"/>
                  </a:lnTo>
                  <a:lnTo>
                    <a:pt x="1121882" y="722319"/>
                  </a:lnTo>
                  <a:lnTo>
                    <a:pt x="1125051" y="727316"/>
                  </a:lnTo>
                  <a:lnTo>
                    <a:pt x="1128220" y="724752"/>
                  </a:lnTo>
                  <a:lnTo>
                    <a:pt x="1131389" y="721183"/>
                  </a:lnTo>
                  <a:lnTo>
                    <a:pt x="1134559" y="701747"/>
                  </a:lnTo>
                  <a:lnTo>
                    <a:pt x="1137728" y="679021"/>
                  </a:lnTo>
                  <a:lnTo>
                    <a:pt x="1140897" y="687066"/>
                  </a:lnTo>
                  <a:lnTo>
                    <a:pt x="1144066" y="694869"/>
                  </a:lnTo>
                  <a:lnTo>
                    <a:pt x="1147235" y="723534"/>
                  </a:lnTo>
                  <a:lnTo>
                    <a:pt x="1150404" y="719033"/>
                  </a:lnTo>
                  <a:lnTo>
                    <a:pt x="1153573" y="730204"/>
                  </a:lnTo>
                  <a:lnTo>
                    <a:pt x="1156743" y="731737"/>
                  </a:lnTo>
                  <a:lnTo>
                    <a:pt x="1156743" y="731737"/>
                  </a:lnTo>
                  <a:lnTo>
                    <a:pt x="1159912" y="731737"/>
                  </a:lnTo>
                  <a:lnTo>
                    <a:pt x="1163081" y="731267"/>
                  </a:lnTo>
                  <a:lnTo>
                    <a:pt x="1166250" y="728876"/>
                  </a:lnTo>
                  <a:lnTo>
                    <a:pt x="1169419" y="727263"/>
                  </a:lnTo>
                  <a:lnTo>
                    <a:pt x="1172588" y="724901"/>
                  </a:lnTo>
                  <a:lnTo>
                    <a:pt x="1175758" y="727153"/>
                  </a:lnTo>
                  <a:lnTo>
                    <a:pt x="1178927" y="725907"/>
                  </a:lnTo>
                  <a:lnTo>
                    <a:pt x="1182096" y="713740"/>
                  </a:lnTo>
                  <a:lnTo>
                    <a:pt x="1185265" y="714772"/>
                  </a:lnTo>
                  <a:lnTo>
                    <a:pt x="1188434" y="704203"/>
                  </a:lnTo>
                  <a:lnTo>
                    <a:pt x="1191603" y="681183"/>
                  </a:lnTo>
                  <a:lnTo>
                    <a:pt x="1194773" y="683677"/>
                  </a:lnTo>
                  <a:lnTo>
                    <a:pt x="1197942" y="710184"/>
                  </a:lnTo>
                  <a:lnTo>
                    <a:pt x="1201111" y="726336"/>
                  </a:lnTo>
                  <a:lnTo>
                    <a:pt x="1204280" y="727231"/>
                  </a:lnTo>
                  <a:lnTo>
                    <a:pt x="1207449" y="731737"/>
                  </a:lnTo>
                  <a:lnTo>
                    <a:pt x="1207449" y="731737"/>
                  </a:lnTo>
                  <a:lnTo>
                    <a:pt x="1210618" y="719424"/>
                  </a:lnTo>
                  <a:lnTo>
                    <a:pt x="1213788" y="714430"/>
                  </a:lnTo>
                  <a:lnTo>
                    <a:pt x="1216957" y="710324"/>
                  </a:lnTo>
                  <a:lnTo>
                    <a:pt x="1220126" y="691041"/>
                  </a:lnTo>
                  <a:lnTo>
                    <a:pt x="1223295" y="682662"/>
                  </a:lnTo>
                  <a:lnTo>
                    <a:pt x="1226464" y="697930"/>
                  </a:lnTo>
                  <a:lnTo>
                    <a:pt x="1229633" y="715068"/>
                  </a:lnTo>
                  <a:lnTo>
                    <a:pt x="1232802" y="720206"/>
                  </a:lnTo>
                  <a:lnTo>
                    <a:pt x="1235972" y="730387"/>
                  </a:lnTo>
                  <a:lnTo>
                    <a:pt x="1239141" y="731737"/>
                  </a:lnTo>
                  <a:lnTo>
                    <a:pt x="1239141" y="731737"/>
                  </a:lnTo>
                  <a:lnTo>
                    <a:pt x="1242310" y="731737"/>
                  </a:lnTo>
                  <a:lnTo>
                    <a:pt x="1245479" y="731737"/>
                  </a:lnTo>
                  <a:lnTo>
                    <a:pt x="1248648" y="731737"/>
                  </a:lnTo>
                  <a:lnTo>
                    <a:pt x="1251817" y="731737"/>
                  </a:lnTo>
                  <a:lnTo>
                    <a:pt x="1254987" y="731737"/>
                  </a:lnTo>
                  <a:lnTo>
                    <a:pt x="1258156" y="731737"/>
                  </a:lnTo>
                  <a:lnTo>
                    <a:pt x="1261325" y="728216"/>
                  </a:lnTo>
                  <a:lnTo>
                    <a:pt x="1264494" y="727116"/>
                  </a:lnTo>
                  <a:lnTo>
                    <a:pt x="1267663" y="730629"/>
                  </a:lnTo>
                  <a:lnTo>
                    <a:pt x="1270832" y="730671"/>
                  </a:lnTo>
                  <a:lnTo>
                    <a:pt x="1274002" y="731737"/>
                  </a:lnTo>
                  <a:lnTo>
                    <a:pt x="1274002" y="731737"/>
                  </a:lnTo>
                  <a:lnTo>
                    <a:pt x="1277171" y="731737"/>
                  </a:lnTo>
                  <a:lnTo>
                    <a:pt x="1280340" y="731737"/>
                  </a:lnTo>
                  <a:lnTo>
                    <a:pt x="1283509" y="731737"/>
                  </a:lnTo>
                  <a:lnTo>
                    <a:pt x="1286678" y="731737"/>
                  </a:lnTo>
                  <a:lnTo>
                    <a:pt x="1289847" y="731737"/>
                  </a:lnTo>
                  <a:lnTo>
                    <a:pt x="1293016" y="731737"/>
                  </a:lnTo>
                  <a:lnTo>
                    <a:pt x="1296186" y="731737"/>
                  </a:lnTo>
                  <a:lnTo>
                    <a:pt x="1299355" y="731737"/>
                  </a:lnTo>
                  <a:lnTo>
                    <a:pt x="1302524" y="728104"/>
                  </a:lnTo>
                  <a:lnTo>
                    <a:pt x="1305693" y="731737"/>
                  </a:lnTo>
                  <a:lnTo>
                    <a:pt x="1305693" y="731737"/>
                  </a:lnTo>
                  <a:lnTo>
                    <a:pt x="1308862" y="727720"/>
                  </a:lnTo>
                  <a:lnTo>
                    <a:pt x="1312031" y="704998"/>
                  </a:lnTo>
                  <a:lnTo>
                    <a:pt x="1315201" y="719499"/>
                  </a:lnTo>
                  <a:lnTo>
                    <a:pt x="1318370" y="708325"/>
                  </a:lnTo>
                  <a:lnTo>
                    <a:pt x="1321539" y="700183"/>
                  </a:lnTo>
                  <a:lnTo>
                    <a:pt x="1324708" y="696138"/>
                  </a:lnTo>
                  <a:lnTo>
                    <a:pt x="1327877" y="649349"/>
                  </a:lnTo>
                  <a:lnTo>
                    <a:pt x="1331046" y="644155"/>
                  </a:lnTo>
                  <a:lnTo>
                    <a:pt x="1334216" y="647476"/>
                  </a:lnTo>
                  <a:lnTo>
                    <a:pt x="1337385" y="659747"/>
                  </a:lnTo>
                  <a:lnTo>
                    <a:pt x="1340554" y="661563"/>
                  </a:lnTo>
                  <a:lnTo>
                    <a:pt x="1343723" y="643933"/>
                  </a:lnTo>
                  <a:lnTo>
                    <a:pt x="1346892" y="673080"/>
                  </a:lnTo>
                  <a:lnTo>
                    <a:pt x="1350061" y="694164"/>
                  </a:lnTo>
                  <a:lnTo>
                    <a:pt x="1353231" y="704818"/>
                  </a:lnTo>
                  <a:lnTo>
                    <a:pt x="1356400" y="722966"/>
                  </a:lnTo>
                  <a:lnTo>
                    <a:pt x="1359569" y="717106"/>
                  </a:lnTo>
                  <a:lnTo>
                    <a:pt x="1362738" y="731323"/>
                  </a:lnTo>
                  <a:lnTo>
                    <a:pt x="1365907" y="731452"/>
                  </a:lnTo>
                  <a:lnTo>
                    <a:pt x="1369076" y="731737"/>
                  </a:lnTo>
                  <a:lnTo>
                    <a:pt x="1369076" y="731737"/>
                  </a:lnTo>
                  <a:lnTo>
                    <a:pt x="1372245" y="731737"/>
                  </a:lnTo>
                  <a:lnTo>
                    <a:pt x="1375415" y="731737"/>
                  </a:lnTo>
                  <a:lnTo>
                    <a:pt x="1378584" y="725283"/>
                  </a:lnTo>
                  <a:lnTo>
                    <a:pt x="1381753" y="721636"/>
                  </a:lnTo>
                  <a:lnTo>
                    <a:pt x="1384922" y="711265"/>
                  </a:lnTo>
                  <a:lnTo>
                    <a:pt x="1388091" y="703365"/>
                  </a:lnTo>
                  <a:lnTo>
                    <a:pt x="1391260" y="704246"/>
                  </a:lnTo>
                  <a:lnTo>
                    <a:pt x="1394430" y="698029"/>
                  </a:lnTo>
                  <a:lnTo>
                    <a:pt x="1397599" y="689048"/>
                  </a:lnTo>
                  <a:lnTo>
                    <a:pt x="1400768" y="669225"/>
                  </a:lnTo>
                  <a:lnTo>
                    <a:pt x="1403937" y="631311"/>
                  </a:lnTo>
                  <a:lnTo>
                    <a:pt x="1407106" y="619813"/>
                  </a:lnTo>
                  <a:lnTo>
                    <a:pt x="1410275" y="601757"/>
                  </a:lnTo>
                  <a:lnTo>
                    <a:pt x="1413445" y="618527"/>
                  </a:lnTo>
                  <a:lnTo>
                    <a:pt x="1416614" y="626618"/>
                  </a:lnTo>
                  <a:lnTo>
                    <a:pt x="1419783" y="654678"/>
                  </a:lnTo>
                  <a:lnTo>
                    <a:pt x="1422952" y="691020"/>
                  </a:lnTo>
                  <a:lnTo>
                    <a:pt x="1426121" y="698836"/>
                  </a:lnTo>
                  <a:lnTo>
                    <a:pt x="1429290" y="715455"/>
                  </a:lnTo>
                  <a:lnTo>
                    <a:pt x="1432460" y="720124"/>
                  </a:lnTo>
                  <a:lnTo>
                    <a:pt x="1435629" y="719244"/>
                  </a:lnTo>
                  <a:lnTo>
                    <a:pt x="1438798" y="727738"/>
                  </a:lnTo>
                  <a:lnTo>
                    <a:pt x="1441967" y="723464"/>
                  </a:lnTo>
                  <a:lnTo>
                    <a:pt x="1445136" y="728053"/>
                  </a:lnTo>
                  <a:lnTo>
                    <a:pt x="1448305" y="731737"/>
                  </a:lnTo>
                  <a:lnTo>
                    <a:pt x="1448305" y="731737"/>
                  </a:lnTo>
                  <a:lnTo>
                    <a:pt x="1451474" y="727622"/>
                  </a:lnTo>
                  <a:lnTo>
                    <a:pt x="1454644" y="731619"/>
                  </a:lnTo>
                  <a:lnTo>
                    <a:pt x="1457813" y="731737"/>
                  </a:lnTo>
                  <a:lnTo>
                    <a:pt x="1457813" y="731737"/>
                  </a:lnTo>
                  <a:lnTo>
                    <a:pt x="1460982" y="731737"/>
                  </a:lnTo>
                  <a:lnTo>
                    <a:pt x="1464151" y="731737"/>
                  </a:lnTo>
                  <a:lnTo>
                    <a:pt x="1467320" y="731737"/>
                  </a:lnTo>
                  <a:lnTo>
                    <a:pt x="1470489" y="731737"/>
                  </a:lnTo>
                  <a:lnTo>
                    <a:pt x="1473659" y="731737"/>
                  </a:lnTo>
                  <a:lnTo>
                    <a:pt x="1476828" y="731737"/>
                  </a:lnTo>
                  <a:lnTo>
                    <a:pt x="1479997" y="731737"/>
                  </a:lnTo>
                  <a:lnTo>
                    <a:pt x="1483166" y="728424"/>
                  </a:lnTo>
                  <a:lnTo>
                    <a:pt x="1486335" y="731737"/>
                  </a:lnTo>
                  <a:lnTo>
                    <a:pt x="1486335" y="731737"/>
                  </a:lnTo>
                  <a:lnTo>
                    <a:pt x="1489504" y="731737"/>
                  </a:lnTo>
                  <a:lnTo>
                    <a:pt x="1492674" y="720831"/>
                  </a:lnTo>
                  <a:lnTo>
                    <a:pt x="1495843" y="731737"/>
                  </a:lnTo>
                  <a:lnTo>
                    <a:pt x="1495843" y="731737"/>
                  </a:lnTo>
                  <a:lnTo>
                    <a:pt x="1499012" y="731737"/>
                  </a:lnTo>
                  <a:lnTo>
                    <a:pt x="1502181" y="731737"/>
                  </a:lnTo>
                  <a:lnTo>
                    <a:pt x="1505350" y="731737"/>
                  </a:lnTo>
                  <a:lnTo>
                    <a:pt x="1508519" y="731737"/>
                  </a:lnTo>
                  <a:lnTo>
                    <a:pt x="1511688" y="731737"/>
                  </a:lnTo>
                  <a:lnTo>
                    <a:pt x="1514858" y="726037"/>
                  </a:lnTo>
                  <a:lnTo>
                    <a:pt x="1518027" y="730343"/>
                  </a:lnTo>
                  <a:lnTo>
                    <a:pt x="1521196" y="729294"/>
                  </a:lnTo>
                  <a:lnTo>
                    <a:pt x="1524365" y="731737"/>
                  </a:lnTo>
                  <a:lnTo>
                    <a:pt x="1524365" y="731737"/>
                  </a:lnTo>
                  <a:lnTo>
                    <a:pt x="1527534" y="731737"/>
                  </a:lnTo>
                  <a:lnTo>
                    <a:pt x="1530703" y="721526"/>
                  </a:lnTo>
                  <a:lnTo>
                    <a:pt x="1533873" y="731737"/>
                  </a:lnTo>
                  <a:lnTo>
                    <a:pt x="1533873" y="731737"/>
                  </a:lnTo>
                  <a:lnTo>
                    <a:pt x="1537042" y="731737"/>
                  </a:lnTo>
                  <a:lnTo>
                    <a:pt x="1540211" y="727827"/>
                  </a:lnTo>
                  <a:lnTo>
                    <a:pt x="1543380" y="715354"/>
                  </a:lnTo>
                  <a:lnTo>
                    <a:pt x="1546549" y="717050"/>
                  </a:lnTo>
                  <a:lnTo>
                    <a:pt x="1549718" y="724552"/>
                  </a:lnTo>
                  <a:lnTo>
                    <a:pt x="1552888" y="720949"/>
                  </a:lnTo>
                  <a:lnTo>
                    <a:pt x="1556057" y="712960"/>
                  </a:lnTo>
                  <a:lnTo>
                    <a:pt x="1559226" y="722036"/>
                  </a:lnTo>
                  <a:lnTo>
                    <a:pt x="1562395" y="724037"/>
                  </a:lnTo>
                  <a:lnTo>
                    <a:pt x="1565564" y="727974"/>
                  </a:lnTo>
                  <a:lnTo>
                    <a:pt x="1568733" y="728620"/>
                  </a:lnTo>
                  <a:lnTo>
                    <a:pt x="1571903" y="720199"/>
                  </a:lnTo>
                  <a:lnTo>
                    <a:pt x="1575072" y="723342"/>
                  </a:lnTo>
                  <a:lnTo>
                    <a:pt x="1578241" y="710031"/>
                  </a:lnTo>
                  <a:lnTo>
                    <a:pt x="1581410" y="721051"/>
                  </a:lnTo>
                  <a:lnTo>
                    <a:pt x="1584579" y="731178"/>
                  </a:lnTo>
                  <a:lnTo>
                    <a:pt x="1587748" y="731737"/>
                  </a:lnTo>
                  <a:lnTo>
                    <a:pt x="1587748" y="731737"/>
                  </a:lnTo>
                  <a:lnTo>
                    <a:pt x="1590917" y="727151"/>
                  </a:lnTo>
                  <a:lnTo>
                    <a:pt x="1594087" y="717791"/>
                  </a:lnTo>
                  <a:lnTo>
                    <a:pt x="1597256" y="728518"/>
                  </a:lnTo>
                  <a:lnTo>
                    <a:pt x="1600425" y="730452"/>
                  </a:lnTo>
                  <a:lnTo>
                    <a:pt x="1603594" y="731737"/>
                  </a:lnTo>
                  <a:lnTo>
                    <a:pt x="1603594" y="731737"/>
                  </a:lnTo>
                  <a:lnTo>
                    <a:pt x="1606763" y="731737"/>
                  </a:lnTo>
                  <a:lnTo>
                    <a:pt x="1609932" y="731737"/>
                  </a:lnTo>
                  <a:lnTo>
                    <a:pt x="1613102" y="727202"/>
                  </a:lnTo>
                  <a:lnTo>
                    <a:pt x="1616271" y="731737"/>
                  </a:lnTo>
                  <a:lnTo>
                    <a:pt x="1619440" y="731737"/>
                  </a:lnTo>
                  <a:lnTo>
                    <a:pt x="1622609" y="731737"/>
                  </a:lnTo>
                  <a:lnTo>
                    <a:pt x="1625778" y="731737"/>
                  </a:lnTo>
                  <a:lnTo>
                    <a:pt x="1628947" y="708063"/>
                  </a:lnTo>
                  <a:lnTo>
                    <a:pt x="1632117" y="717580"/>
                  </a:lnTo>
                  <a:lnTo>
                    <a:pt x="1635286" y="709182"/>
                  </a:lnTo>
                  <a:lnTo>
                    <a:pt x="1638455" y="697925"/>
                  </a:lnTo>
                  <a:lnTo>
                    <a:pt x="1641624" y="689765"/>
                  </a:lnTo>
                  <a:lnTo>
                    <a:pt x="1644793" y="666818"/>
                  </a:lnTo>
                  <a:lnTo>
                    <a:pt x="1647962" y="706096"/>
                  </a:lnTo>
                  <a:lnTo>
                    <a:pt x="1651131" y="704328"/>
                  </a:lnTo>
                  <a:lnTo>
                    <a:pt x="1654301" y="703991"/>
                  </a:lnTo>
                  <a:lnTo>
                    <a:pt x="1657470" y="694992"/>
                  </a:lnTo>
                  <a:lnTo>
                    <a:pt x="1660639" y="679247"/>
                  </a:lnTo>
                  <a:lnTo>
                    <a:pt x="1663808" y="686649"/>
                  </a:lnTo>
                  <a:lnTo>
                    <a:pt x="1666977" y="668909"/>
                  </a:lnTo>
                  <a:lnTo>
                    <a:pt x="1670146" y="646851"/>
                  </a:lnTo>
                  <a:lnTo>
                    <a:pt x="1673316" y="679078"/>
                  </a:lnTo>
                  <a:lnTo>
                    <a:pt x="1676485" y="709975"/>
                  </a:lnTo>
                  <a:lnTo>
                    <a:pt x="1679654" y="710197"/>
                  </a:lnTo>
                  <a:lnTo>
                    <a:pt x="1682823" y="729657"/>
                  </a:lnTo>
                  <a:lnTo>
                    <a:pt x="1685992" y="706435"/>
                  </a:lnTo>
                  <a:lnTo>
                    <a:pt x="1689161" y="726339"/>
                  </a:lnTo>
                  <a:lnTo>
                    <a:pt x="1692331" y="721726"/>
                  </a:lnTo>
                  <a:lnTo>
                    <a:pt x="1695500" y="720823"/>
                  </a:lnTo>
                  <a:lnTo>
                    <a:pt x="1698669" y="730319"/>
                  </a:lnTo>
                  <a:lnTo>
                    <a:pt x="1701838" y="726150"/>
                  </a:lnTo>
                  <a:lnTo>
                    <a:pt x="1705007" y="731737"/>
                  </a:lnTo>
                  <a:lnTo>
                    <a:pt x="1705007" y="731737"/>
                  </a:lnTo>
                  <a:lnTo>
                    <a:pt x="1708176" y="731737"/>
                  </a:lnTo>
                  <a:lnTo>
                    <a:pt x="1711346" y="731737"/>
                  </a:lnTo>
                  <a:lnTo>
                    <a:pt x="1714515" y="731737"/>
                  </a:lnTo>
                  <a:lnTo>
                    <a:pt x="1717684" y="731737"/>
                  </a:lnTo>
                  <a:lnTo>
                    <a:pt x="1720853" y="731737"/>
                  </a:lnTo>
                  <a:lnTo>
                    <a:pt x="1724022" y="729602"/>
                  </a:lnTo>
                  <a:lnTo>
                    <a:pt x="1727191" y="731737"/>
                  </a:lnTo>
                  <a:lnTo>
                    <a:pt x="1727191" y="731737"/>
                  </a:lnTo>
                  <a:lnTo>
                    <a:pt x="1730360" y="731737"/>
                  </a:lnTo>
                  <a:lnTo>
                    <a:pt x="1733530" y="726317"/>
                  </a:lnTo>
                  <a:lnTo>
                    <a:pt x="1736699" y="731737"/>
                  </a:lnTo>
                  <a:lnTo>
                    <a:pt x="1736699" y="731737"/>
                  </a:lnTo>
                  <a:lnTo>
                    <a:pt x="1739868" y="718134"/>
                  </a:lnTo>
                  <a:lnTo>
                    <a:pt x="1743037" y="727924"/>
                  </a:lnTo>
                  <a:lnTo>
                    <a:pt x="1746206" y="724615"/>
                  </a:lnTo>
                  <a:lnTo>
                    <a:pt x="1749375" y="728399"/>
                  </a:lnTo>
                  <a:lnTo>
                    <a:pt x="1752545" y="731737"/>
                  </a:lnTo>
                  <a:lnTo>
                    <a:pt x="1752545" y="731737"/>
                  </a:lnTo>
                  <a:lnTo>
                    <a:pt x="1755714" y="722307"/>
                  </a:lnTo>
                  <a:lnTo>
                    <a:pt x="1758883" y="715620"/>
                  </a:lnTo>
                  <a:lnTo>
                    <a:pt x="1762052" y="731737"/>
                  </a:lnTo>
                  <a:lnTo>
                    <a:pt x="1762052" y="731737"/>
                  </a:lnTo>
                  <a:lnTo>
                    <a:pt x="1765221" y="719997"/>
                  </a:lnTo>
                  <a:lnTo>
                    <a:pt x="1768390" y="731737"/>
                  </a:lnTo>
                  <a:lnTo>
                    <a:pt x="1768390" y="731737"/>
                  </a:lnTo>
                  <a:lnTo>
                    <a:pt x="1771560" y="728698"/>
                  </a:lnTo>
                  <a:lnTo>
                    <a:pt x="1774729" y="730140"/>
                  </a:lnTo>
                  <a:lnTo>
                    <a:pt x="1777898" y="731737"/>
                  </a:lnTo>
                  <a:lnTo>
                    <a:pt x="1777898" y="731737"/>
                  </a:lnTo>
                  <a:lnTo>
                    <a:pt x="1781067" y="718889"/>
                  </a:lnTo>
                  <a:lnTo>
                    <a:pt x="1784236" y="722931"/>
                  </a:lnTo>
                  <a:lnTo>
                    <a:pt x="1787405" y="720456"/>
                  </a:lnTo>
                  <a:lnTo>
                    <a:pt x="1790575" y="728397"/>
                  </a:lnTo>
                  <a:lnTo>
                    <a:pt x="1793744" y="731737"/>
                  </a:lnTo>
                  <a:lnTo>
                    <a:pt x="1793744" y="731737"/>
                  </a:lnTo>
                  <a:lnTo>
                    <a:pt x="1796913" y="726722"/>
                  </a:lnTo>
                  <a:lnTo>
                    <a:pt x="1800082" y="729643"/>
                  </a:lnTo>
                  <a:lnTo>
                    <a:pt x="1803251" y="731737"/>
                  </a:lnTo>
                  <a:lnTo>
                    <a:pt x="1803251" y="731737"/>
                  </a:lnTo>
                  <a:lnTo>
                    <a:pt x="1806420" y="731737"/>
                  </a:lnTo>
                  <a:lnTo>
                    <a:pt x="1809589" y="731470"/>
                  </a:lnTo>
                  <a:lnTo>
                    <a:pt x="1812759" y="715521"/>
                  </a:lnTo>
                  <a:lnTo>
                    <a:pt x="1815928" y="705857"/>
                  </a:lnTo>
                  <a:lnTo>
                    <a:pt x="1819097" y="705242"/>
                  </a:lnTo>
                  <a:lnTo>
                    <a:pt x="1822266" y="691534"/>
                  </a:lnTo>
                  <a:lnTo>
                    <a:pt x="1825435" y="702521"/>
                  </a:lnTo>
                  <a:lnTo>
                    <a:pt x="1828604" y="698212"/>
                  </a:lnTo>
                  <a:lnTo>
                    <a:pt x="1831774" y="696860"/>
                  </a:lnTo>
                  <a:lnTo>
                    <a:pt x="1834943" y="693482"/>
                  </a:lnTo>
                  <a:lnTo>
                    <a:pt x="1838112" y="650220"/>
                  </a:lnTo>
                  <a:lnTo>
                    <a:pt x="1841281" y="647920"/>
                  </a:lnTo>
                  <a:lnTo>
                    <a:pt x="1844450" y="660633"/>
                  </a:lnTo>
                  <a:lnTo>
                    <a:pt x="1847619" y="652835"/>
                  </a:lnTo>
                  <a:lnTo>
                    <a:pt x="1850789" y="653861"/>
                  </a:lnTo>
                  <a:lnTo>
                    <a:pt x="1853958" y="644431"/>
                  </a:lnTo>
                  <a:lnTo>
                    <a:pt x="1857127" y="678857"/>
                  </a:lnTo>
                  <a:lnTo>
                    <a:pt x="1860296" y="664167"/>
                  </a:lnTo>
                  <a:lnTo>
                    <a:pt x="1863465" y="666769"/>
                  </a:lnTo>
                  <a:lnTo>
                    <a:pt x="1866634" y="681623"/>
                  </a:lnTo>
                  <a:lnTo>
                    <a:pt x="1869803" y="669096"/>
                  </a:lnTo>
                  <a:lnTo>
                    <a:pt x="1872973" y="720868"/>
                  </a:lnTo>
                  <a:lnTo>
                    <a:pt x="1876142" y="721902"/>
                  </a:lnTo>
                  <a:lnTo>
                    <a:pt x="1879311" y="726339"/>
                  </a:lnTo>
                  <a:lnTo>
                    <a:pt x="1882480" y="731737"/>
                  </a:lnTo>
                  <a:lnTo>
                    <a:pt x="1882480" y="731737"/>
                  </a:lnTo>
                  <a:lnTo>
                    <a:pt x="1885649" y="728095"/>
                  </a:lnTo>
                  <a:lnTo>
                    <a:pt x="1888818" y="731737"/>
                  </a:lnTo>
                  <a:lnTo>
                    <a:pt x="1888818" y="731737"/>
                  </a:lnTo>
                  <a:lnTo>
                    <a:pt x="1891988" y="731737"/>
                  </a:lnTo>
                  <a:lnTo>
                    <a:pt x="1895157" y="730087"/>
                  </a:lnTo>
                  <a:lnTo>
                    <a:pt x="1898326" y="731737"/>
                  </a:lnTo>
                  <a:lnTo>
                    <a:pt x="1898326" y="731737"/>
                  </a:lnTo>
                  <a:lnTo>
                    <a:pt x="1901495" y="731737"/>
                  </a:lnTo>
                  <a:lnTo>
                    <a:pt x="1904664" y="731737"/>
                  </a:lnTo>
                  <a:lnTo>
                    <a:pt x="1907833" y="727158"/>
                  </a:lnTo>
                  <a:lnTo>
                    <a:pt x="1911003" y="729738"/>
                  </a:lnTo>
                  <a:lnTo>
                    <a:pt x="1914172" y="726392"/>
                  </a:lnTo>
                  <a:lnTo>
                    <a:pt x="1917341" y="719451"/>
                  </a:lnTo>
                  <a:lnTo>
                    <a:pt x="1920510" y="716292"/>
                  </a:lnTo>
                  <a:lnTo>
                    <a:pt x="1923679" y="711957"/>
                  </a:lnTo>
                  <a:lnTo>
                    <a:pt x="1926848" y="711126"/>
                  </a:lnTo>
                  <a:lnTo>
                    <a:pt x="1930018" y="717104"/>
                  </a:lnTo>
                  <a:lnTo>
                    <a:pt x="1933187" y="711083"/>
                  </a:lnTo>
                  <a:lnTo>
                    <a:pt x="1936356" y="718796"/>
                  </a:lnTo>
                  <a:lnTo>
                    <a:pt x="1939525" y="727997"/>
                  </a:lnTo>
                  <a:lnTo>
                    <a:pt x="1942694" y="707753"/>
                  </a:lnTo>
                  <a:lnTo>
                    <a:pt x="1945863" y="705331"/>
                  </a:lnTo>
                  <a:lnTo>
                    <a:pt x="1949032" y="723147"/>
                  </a:lnTo>
                  <a:lnTo>
                    <a:pt x="1952202" y="726185"/>
                  </a:lnTo>
                  <a:lnTo>
                    <a:pt x="1955371" y="708821"/>
                  </a:lnTo>
                  <a:lnTo>
                    <a:pt x="1958540" y="711016"/>
                  </a:lnTo>
                  <a:lnTo>
                    <a:pt x="1961709" y="718991"/>
                  </a:lnTo>
                  <a:lnTo>
                    <a:pt x="1964878" y="726043"/>
                  </a:lnTo>
                  <a:lnTo>
                    <a:pt x="1968047" y="728516"/>
                  </a:lnTo>
                  <a:lnTo>
                    <a:pt x="1971217" y="729132"/>
                  </a:lnTo>
                  <a:lnTo>
                    <a:pt x="1974386" y="731050"/>
                  </a:lnTo>
                  <a:lnTo>
                    <a:pt x="1977555" y="731737"/>
                  </a:lnTo>
                  <a:lnTo>
                    <a:pt x="1977555" y="731737"/>
                  </a:lnTo>
                  <a:lnTo>
                    <a:pt x="1980724" y="731736"/>
                  </a:lnTo>
                  <a:lnTo>
                    <a:pt x="1983893" y="719910"/>
                  </a:lnTo>
                  <a:lnTo>
                    <a:pt x="1987062" y="727714"/>
                  </a:lnTo>
                  <a:lnTo>
                    <a:pt x="1990232" y="726557"/>
                  </a:lnTo>
                  <a:lnTo>
                    <a:pt x="1993401" y="726057"/>
                  </a:lnTo>
                  <a:lnTo>
                    <a:pt x="1996570" y="729602"/>
                  </a:lnTo>
                  <a:lnTo>
                    <a:pt x="1999739" y="714742"/>
                  </a:lnTo>
                  <a:lnTo>
                    <a:pt x="2002908" y="714315"/>
                  </a:lnTo>
                  <a:lnTo>
                    <a:pt x="2006077" y="727389"/>
                  </a:lnTo>
                  <a:lnTo>
                    <a:pt x="2009247" y="723109"/>
                  </a:lnTo>
                  <a:lnTo>
                    <a:pt x="2012416" y="728096"/>
                  </a:lnTo>
                  <a:lnTo>
                    <a:pt x="2015585" y="730176"/>
                  </a:lnTo>
                  <a:lnTo>
                    <a:pt x="2018754" y="731737"/>
                  </a:lnTo>
                  <a:lnTo>
                    <a:pt x="2018754" y="731737"/>
                  </a:lnTo>
                  <a:lnTo>
                    <a:pt x="2021923" y="731737"/>
                  </a:lnTo>
                  <a:lnTo>
                    <a:pt x="2025092" y="731737"/>
                  </a:lnTo>
                  <a:lnTo>
                    <a:pt x="2028261" y="731737"/>
                  </a:lnTo>
                  <a:lnTo>
                    <a:pt x="2031431" y="731737"/>
                  </a:lnTo>
                  <a:lnTo>
                    <a:pt x="2034600" y="731737"/>
                  </a:lnTo>
                  <a:lnTo>
                    <a:pt x="2037769" y="731737"/>
                  </a:lnTo>
                  <a:lnTo>
                    <a:pt x="2040938" y="731737"/>
                  </a:lnTo>
                  <a:lnTo>
                    <a:pt x="2044107" y="731737"/>
                  </a:lnTo>
                  <a:lnTo>
                    <a:pt x="2047276" y="731737"/>
                  </a:lnTo>
                  <a:lnTo>
                    <a:pt x="2050446" y="731737"/>
                  </a:lnTo>
                  <a:lnTo>
                    <a:pt x="2053615" y="730898"/>
                  </a:lnTo>
                  <a:lnTo>
                    <a:pt x="2056784" y="730101"/>
                  </a:lnTo>
                  <a:lnTo>
                    <a:pt x="2059953" y="731737"/>
                  </a:lnTo>
                  <a:lnTo>
                    <a:pt x="2059953" y="731737"/>
                  </a:lnTo>
                  <a:lnTo>
                    <a:pt x="2063122" y="731737"/>
                  </a:lnTo>
                  <a:lnTo>
                    <a:pt x="2066291" y="731737"/>
                  </a:lnTo>
                  <a:lnTo>
                    <a:pt x="2069461" y="731737"/>
                  </a:lnTo>
                  <a:lnTo>
                    <a:pt x="2072630" y="731737"/>
                  </a:lnTo>
                  <a:lnTo>
                    <a:pt x="2075799" y="731737"/>
                  </a:lnTo>
                  <a:lnTo>
                    <a:pt x="2078968" y="731737"/>
                  </a:lnTo>
                  <a:lnTo>
                    <a:pt x="2082137" y="731737"/>
                  </a:lnTo>
                  <a:lnTo>
                    <a:pt x="2085306" y="731737"/>
                  </a:lnTo>
                  <a:lnTo>
                    <a:pt x="2088475" y="731737"/>
                  </a:lnTo>
                  <a:lnTo>
                    <a:pt x="2091645" y="731737"/>
                  </a:lnTo>
                  <a:lnTo>
                    <a:pt x="2094814" y="731737"/>
                  </a:lnTo>
                  <a:lnTo>
                    <a:pt x="2097983" y="731737"/>
                  </a:lnTo>
                  <a:lnTo>
                    <a:pt x="2101152" y="731737"/>
                  </a:lnTo>
                  <a:lnTo>
                    <a:pt x="2104321" y="731737"/>
                  </a:lnTo>
                  <a:lnTo>
                    <a:pt x="2107490" y="731737"/>
                  </a:lnTo>
                  <a:lnTo>
                    <a:pt x="2110660" y="731737"/>
                  </a:lnTo>
                  <a:lnTo>
                    <a:pt x="2113829" y="731737"/>
                  </a:lnTo>
                  <a:lnTo>
                    <a:pt x="2116998" y="731737"/>
                  </a:lnTo>
                  <a:lnTo>
                    <a:pt x="2120167" y="731737"/>
                  </a:lnTo>
                  <a:lnTo>
                    <a:pt x="2123336" y="731737"/>
                  </a:lnTo>
                  <a:lnTo>
                    <a:pt x="2126505" y="731737"/>
                  </a:lnTo>
                  <a:lnTo>
                    <a:pt x="2129675" y="731737"/>
                  </a:lnTo>
                  <a:lnTo>
                    <a:pt x="2132844" y="731737"/>
                  </a:lnTo>
                  <a:lnTo>
                    <a:pt x="2136013" y="731737"/>
                  </a:lnTo>
                  <a:lnTo>
                    <a:pt x="2139182" y="731737"/>
                  </a:lnTo>
                  <a:lnTo>
                    <a:pt x="2142351" y="731737"/>
                  </a:lnTo>
                  <a:lnTo>
                    <a:pt x="2145520" y="731737"/>
                  </a:lnTo>
                  <a:lnTo>
                    <a:pt x="2148690" y="731737"/>
                  </a:lnTo>
                  <a:lnTo>
                    <a:pt x="2151859" y="731737"/>
                  </a:lnTo>
                  <a:lnTo>
                    <a:pt x="2155028" y="730724"/>
                  </a:lnTo>
                  <a:lnTo>
                    <a:pt x="2158197" y="729103"/>
                  </a:lnTo>
                  <a:lnTo>
                    <a:pt x="2161366" y="721919"/>
                  </a:lnTo>
                  <a:lnTo>
                    <a:pt x="2164535" y="720316"/>
                  </a:lnTo>
                  <a:lnTo>
                    <a:pt x="2167704" y="724415"/>
                  </a:lnTo>
                  <a:lnTo>
                    <a:pt x="2170874" y="729429"/>
                  </a:lnTo>
                  <a:lnTo>
                    <a:pt x="2174043" y="716090"/>
                  </a:lnTo>
                  <a:lnTo>
                    <a:pt x="2177212" y="724875"/>
                  </a:lnTo>
                  <a:lnTo>
                    <a:pt x="2180381" y="720684"/>
                  </a:lnTo>
                  <a:lnTo>
                    <a:pt x="2183550" y="708424"/>
                  </a:lnTo>
                  <a:lnTo>
                    <a:pt x="2186719" y="710941"/>
                  </a:lnTo>
                  <a:lnTo>
                    <a:pt x="2189889" y="688553"/>
                  </a:lnTo>
                  <a:lnTo>
                    <a:pt x="2193058" y="683995"/>
                  </a:lnTo>
                  <a:lnTo>
                    <a:pt x="2196227" y="680790"/>
                  </a:lnTo>
                  <a:lnTo>
                    <a:pt x="2199396" y="697479"/>
                  </a:lnTo>
                  <a:lnTo>
                    <a:pt x="2202565" y="713939"/>
                  </a:lnTo>
                  <a:lnTo>
                    <a:pt x="2205734" y="715923"/>
                  </a:lnTo>
                  <a:lnTo>
                    <a:pt x="2208904" y="729688"/>
                  </a:lnTo>
                  <a:lnTo>
                    <a:pt x="2212073" y="731737"/>
                  </a:lnTo>
                  <a:lnTo>
                    <a:pt x="2212073" y="731737"/>
                  </a:lnTo>
                  <a:lnTo>
                    <a:pt x="2215242" y="731737"/>
                  </a:lnTo>
                  <a:lnTo>
                    <a:pt x="2218411" y="731737"/>
                  </a:lnTo>
                  <a:lnTo>
                    <a:pt x="2221580" y="731737"/>
                  </a:lnTo>
                  <a:lnTo>
                    <a:pt x="2224749" y="731737"/>
                  </a:lnTo>
                  <a:lnTo>
                    <a:pt x="2227918" y="731737"/>
                  </a:lnTo>
                  <a:lnTo>
                    <a:pt x="2231088" y="731737"/>
                  </a:lnTo>
                  <a:lnTo>
                    <a:pt x="2234257" y="731737"/>
                  </a:lnTo>
                  <a:lnTo>
                    <a:pt x="2237426" y="731555"/>
                  </a:lnTo>
                  <a:lnTo>
                    <a:pt x="2240595" y="731737"/>
                  </a:lnTo>
                  <a:lnTo>
                    <a:pt x="2240595" y="731737"/>
                  </a:lnTo>
                  <a:lnTo>
                    <a:pt x="2243764" y="731737"/>
                  </a:lnTo>
                  <a:lnTo>
                    <a:pt x="2246933" y="731737"/>
                  </a:lnTo>
                  <a:lnTo>
                    <a:pt x="2250103" y="731737"/>
                  </a:lnTo>
                  <a:lnTo>
                    <a:pt x="2253272" y="731737"/>
                  </a:lnTo>
                  <a:lnTo>
                    <a:pt x="2256441" y="731737"/>
                  </a:lnTo>
                  <a:lnTo>
                    <a:pt x="2259610" y="731737"/>
                  </a:lnTo>
                  <a:lnTo>
                    <a:pt x="2262779" y="731552"/>
                  </a:lnTo>
                  <a:lnTo>
                    <a:pt x="2265948" y="730509"/>
                  </a:lnTo>
                  <a:lnTo>
                    <a:pt x="2269118" y="731555"/>
                  </a:lnTo>
                  <a:lnTo>
                    <a:pt x="2272287" y="731737"/>
                  </a:lnTo>
                  <a:lnTo>
                    <a:pt x="2272287" y="731737"/>
                  </a:lnTo>
                  <a:lnTo>
                    <a:pt x="2275456" y="731737"/>
                  </a:lnTo>
                  <a:lnTo>
                    <a:pt x="2278625" y="731737"/>
                  </a:lnTo>
                  <a:lnTo>
                    <a:pt x="2281794" y="731737"/>
                  </a:lnTo>
                  <a:lnTo>
                    <a:pt x="2284963" y="731737"/>
                  </a:lnTo>
                  <a:lnTo>
                    <a:pt x="2288133" y="731737"/>
                  </a:lnTo>
                  <a:lnTo>
                    <a:pt x="2291302" y="731737"/>
                  </a:lnTo>
                  <a:lnTo>
                    <a:pt x="2294471" y="731737"/>
                  </a:lnTo>
                  <a:lnTo>
                    <a:pt x="2297640" y="731737"/>
                  </a:lnTo>
                  <a:lnTo>
                    <a:pt x="2300809" y="731737"/>
                  </a:lnTo>
                  <a:lnTo>
                    <a:pt x="2303978" y="726834"/>
                  </a:lnTo>
                  <a:lnTo>
                    <a:pt x="2307147" y="727926"/>
                  </a:lnTo>
                  <a:lnTo>
                    <a:pt x="2310317" y="708868"/>
                  </a:lnTo>
                  <a:lnTo>
                    <a:pt x="2313486" y="720406"/>
                  </a:lnTo>
                  <a:lnTo>
                    <a:pt x="2316655" y="695681"/>
                  </a:lnTo>
                  <a:lnTo>
                    <a:pt x="2319824" y="686094"/>
                  </a:lnTo>
                  <a:lnTo>
                    <a:pt x="2322993" y="668813"/>
                  </a:lnTo>
                  <a:lnTo>
                    <a:pt x="2326162" y="633820"/>
                  </a:lnTo>
                  <a:lnTo>
                    <a:pt x="2329332" y="657365"/>
                  </a:lnTo>
                  <a:lnTo>
                    <a:pt x="2332501" y="616944"/>
                  </a:lnTo>
                  <a:lnTo>
                    <a:pt x="2335670" y="623985"/>
                  </a:lnTo>
                  <a:lnTo>
                    <a:pt x="2338839" y="637164"/>
                  </a:lnTo>
                  <a:lnTo>
                    <a:pt x="2342008" y="663048"/>
                  </a:lnTo>
                  <a:lnTo>
                    <a:pt x="2345177" y="690998"/>
                  </a:lnTo>
                  <a:lnTo>
                    <a:pt x="2348347" y="696251"/>
                  </a:lnTo>
                  <a:lnTo>
                    <a:pt x="2351516" y="711661"/>
                  </a:lnTo>
                  <a:lnTo>
                    <a:pt x="2354685" y="726591"/>
                  </a:lnTo>
                  <a:lnTo>
                    <a:pt x="2357854" y="721083"/>
                  </a:lnTo>
                  <a:lnTo>
                    <a:pt x="2361023" y="728418"/>
                  </a:lnTo>
                  <a:lnTo>
                    <a:pt x="2364192" y="724783"/>
                  </a:lnTo>
                  <a:lnTo>
                    <a:pt x="2367362" y="729868"/>
                  </a:lnTo>
                  <a:lnTo>
                    <a:pt x="2370531" y="731625"/>
                  </a:lnTo>
                  <a:lnTo>
                    <a:pt x="2373700" y="729925"/>
                  </a:lnTo>
                  <a:lnTo>
                    <a:pt x="2376869" y="725293"/>
                  </a:lnTo>
                  <a:lnTo>
                    <a:pt x="2380038" y="720925"/>
                  </a:lnTo>
                  <a:lnTo>
                    <a:pt x="2383207" y="713338"/>
                  </a:lnTo>
                  <a:lnTo>
                    <a:pt x="2386376" y="729852"/>
                  </a:lnTo>
                  <a:lnTo>
                    <a:pt x="2389546" y="730355"/>
                  </a:lnTo>
                  <a:lnTo>
                    <a:pt x="2392715" y="727601"/>
                  </a:lnTo>
                  <a:lnTo>
                    <a:pt x="2395884" y="730288"/>
                  </a:lnTo>
                  <a:lnTo>
                    <a:pt x="2399053" y="731737"/>
                  </a:lnTo>
                  <a:lnTo>
                    <a:pt x="2399053" y="731737"/>
                  </a:lnTo>
                  <a:lnTo>
                    <a:pt x="2402222" y="731737"/>
                  </a:lnTo>
                  <a:lnTo>
                    <a:pt x="2405391" y="731737"/>
                  </a:lnTo>
                  <a:lnTo>
                    <a:pt x="2408561" y="731737"/>
                  </a:lnTo>
                  <a:lnTo>
                    <a:pt x="2411730" y="731737"/>
                  </a:lnTo>
                  <a:lnTo>
                    <a:pt x="2414899" y="731737"/>
                  </a:lnTo>
                  <a:lnTo>
                    <a:pt x="2418068" y="731737"/>
                  </a:lnTo>
                  <a:lnTo>
                    <a:pt x="2421237" y="731737"/>
                  </a:lnTo>
                  <a:lnTo>
                    <a:pt x="2424406" y="731737"/>
                  </a:lnTo>
                  <a:lnTo>
                    <a:pt x="2427576" y="731737"/>
                  </a:lnTo>
                  <a:lnTo>
                    <a:pt x="2430745" y="731737"/>
                  </a:lnTo>
                  <a:lnTo>
                    <a:pt x="2433914" y="731737"/>
                  </a:lnTo>
                  <a:lnTo>
                    <a:pt x="2437083" y="731737"/>
                  </a:lnTo>
                  <a:lnTo>
                    <a:pt x="2440252" y="731737"/>
                  </a:lnTo>
                  <a:lnTo>
                    <a:pt x="2443421" y="731737"/>
                  </a:lnTo>
                  <a:lnTo>
                    <a:pt x="2446590" y="731737"/>
                  </a:lnTo>
                  <a:lnTo>
                    <a:pt x="2449760" y="731737"/>
                  </a:lnTo>
                  <a:lnTo>
                    <a:pt x="2452929" y="731737"/>
                  </a:lnTo>
                  <a:lnTo>
                    <a:pt x="2456098" y="731737"/>
                  </a:lnTo>
                  <a:lnTo>
                    <a:pt x="2459267" y="731737"/>
                  </a:lnTo>
                  <a:lnTo>
                    <a:pt x="2462436" y="731737"/>
                  </a:lnTo>
                  <a:lnTo>
                    <a:pt x="2465605" y="731737"/>
                  </a:lnTo>
                  <a:lnTo>
                    <a:pt x="2468775" y="731737"/>
                  </a:lnTo>
                  <a:lnTo>
                    <a:pt x="2471944" y="731737"/>
                  </a:lnTo>
                  <a:lnTo>
                    <a:pt x="2475113" y="731737"/>
                  </a:lnTo>
                  <a:lnTo>
                    <a:pt x="2478282" y="731737"/>
                  </a:lnTo>
                  <a:lnTo>
                    <a:pt x="2481451" y="731737"/>
                  </a:lnTo>
                  <a:lnTo>
                    <a:pt x="2484620" y="731186"/>
                  </a:lnTo>
                  <a:lnTo>
                    <a:pt x="2487790" y="723442"/>
                  </a:lnTo>
                  <a:lnTo>
                    <a:pt x="2490959" y="722933"/>
                  </a:lnTo>
                  <a:lnTo>
                    <a:pt x="2494128" y="731272"/>
                  </a:lnTo>
                  <a:lnTo>
                    <a:pt x="2497297" y="702425"/>
                  </a:lnTo>
                  <a:lnTo>
                    <a:pt x="2500466" y="679206"/>
                  </a:lnTo>
                  <a:lnTo>
                    <a:pt x="2503635" y="698621"/>
                  </a:lnTo>
                  <a:lnTo>
                    <a:pt x="2506805" y="711826"/>
                  </a:lnTo>
                  <a:lnTo>
                    <a:pt x="2509974" y="723584"/>
                  </a:lnTo>
                  <a:lnTo>
                    <a:pt x="2513143" y="714428"/>
                  </a:lnTo>
                  <a:lnTo>
                    <a:pt x="2516312" y="712811"/>
                  </a:lnTo>
                  <a:lnTo>
                    <a:pt x="2519481" y="714995"/>
                  </a:lnTo>
                  <a:lnTo>
                    <a:pt x="2522650" y="704830"/>
                  </a:lnTo>
                  <a:lnTo>
                    <a:pt x="2525819" y="709726"/>
                  </a:lnTo>
                  <a:lnTo>
                    <a:pt x="2528989" y="713734"/>
                  </a:lnTo>
                  <a:lnTo>
                    <a:pt x="2532158" y="719563"/>
                  </a:lnTo>
                  <a:lnTo>
                    <a:pt x="2535327" y="722648"/>
                  </a:lnTo>
                  <a:lnTo>
                    <a:pt x="2538496" y="729152"/>
                  </a:lnTo>
                  <a:lnTo>
                    <a:pt x="2541665" y="726422"/>
                  </a:lnTo>
                  <a:lnTo>
                    <a:pt x="2544834" y="728195"/>
                  </a:lnTo>
                  <a:lnTo>
                    <a:pt x="2548004" y="731737"/>
                  </a:lnTo>
                  <a:lnTo>
                    <a:pt x="2548004" y="731737"/>
                  </a:lnTo>
                  <a:lnTo>
                    <a:pt x="2551173" y="731737"/>
                  </a:lnTo>
                  <a:lnTo>
                    <a:pt x="2554342" y="731737"/>
                  </a:lnTo>
                  <a:lnTo>
                    <a:pt x="2557511" y="731305"/>
                  </a:lnTo>
                  <a:lnTo>
                    <a:pt x="2560680" y="729636"/>
                  </a:lnTo>
                  <a:lnTo>
                    <a:pt x="2563849" y="731737"/>
                  </a:lnTo>
                  <a:lnTo>
                    <a:pt x="2563849" y="731737"/>
                  </a:lnTo>
                  <a:lnTo>
                    <a:pt x="2567019" y="707663"/>
                  </a:lnTo>
                  <a:lnTo>
                    <a:pt x="2570188" y="713527"/>
                  </a:lnTo>
                  <a:lnTo>
                    <a:pt x="2573357" y="725712"/>
                  </a:lnTo>
                  <a:lnTo>
                    <a:pt x="2576526" y="709193"/>
                  </a:lnTo>
                  <a:lnTo>
                    <a:pt x="2579695" y="679331"/>
                  </a:lnTo>
                  <a:lnTo>
                    <a:pt x="2582864" y="663976"/>
                  </a:lnTo>
                  <a:lnTo>
                    <a:pt x="2586033" y="645497"/>
                  </a:lnTo>
                  <a:lnTo>
                    <a:pt x="2589203" y="680299"/>
                  </a:lnTo>
                  <a:lnTo>
                    <a:pt x="2592372" y="660940"/>
                  </a:lnTo>
                  <a:lnTo>
                    <a:pt x="2595541" y="638074"/>
                  </a:lnTo>
                  <a:lnTo>
                    <a:pt x="2598710" y="691308"/>
                  </a:lnTo>
                  <a:lnTo>
                    <a:pt x="2601879" y="688032"/>
                  </a:lnTo>
                  <a:lnTo>
                    <a:pt x="2605048" y="693007"/>
                  </a:lnTo>
                  <a:lnTo>
                    <a:pt x="2608218" y="693095"/>
                  </a:lnTo>
                  <a:lnTo>
                    <a:pt x="2611387" y="712748"/>
                  </a:lnTo>
                  <a:lnTo>
                    <a:pt x="2614556" y="692271"/>
                  </a:lnTo>
                  <a:lnTo>
                    <a:pt x="2617725" y="677954"/>
                  </a:lnTo>
                  <a:lnTo>
                    <a:pt x="2620894" y="681532"/>
                  </a:lnTo>
                  <a:lnTo>
                    <a:pt x="2624063" y="694092"/>
                  </a:lnTo>
                  <a:lnTo>
                    <a:pt x="2627233" y="711485"/>
                  </a:lnTo>
                  <a:lnTo>
                    <a:pt x="2630402" y="720096"/>
                  </a:lnTo>
                  <a:lnTo>
                    <a:pt x="2633571" y="729817"/>
                  </a:lnTo>
                  <a:lnTo>
                    <a:pt x="2636740" y="714872"/>
                  </a:lnTo>
                  <a:lnTo>
                    <a:pt x="2639909" y="708394"/>
                  </a:lnTo>
                  <a:lnTo>
                    <a:pt x="2643078" y="717270"/>
                  </a:lnTo>
                  <a:lnTo>
                    <a:pt x="2646248" y="731705"/>
                  </a:lnTo>
                  <a:lnTo>
                    <a:pt x="2649417" y="731737"/>
                  </a:lnTo>
                  <a:lnTo>
                    <a:pt x="2649417" y="731737"/>
                  </a:lnTo>
                  <a:lnTo>
                    <a:pt x="2652586" y="731737"/>
                  </a:lnTo>
                  <a:lnTo>
                    <a:pt x="2655755" y="731737"/>
                  </a:lnTo>
                  <a:lnTo>
                    <a:pt x="2658924" y="731737"/>
                  </a:lnTo>
                  <a:lnTo>
                    <a:pt x="2662093" y="731737"/>
                  </a:lnTo>
                  <a:lnTo>
                    <a:pt x="2665262" y="731737"/>
                  </a:lnTo>
                  <a:lnTo>
                    <a:pt x="2668432" y="731737"/>
                  </a:lnTo>
                  <a:lnTo>
                    <a:pt x="2671601" y="731737"/>
                  </a:lnTo>
                  <a:lnTo>
                    <a:pt x="2674770" y="731737"/>
                  </a:lnTo>
                  <a:lnTo>
                    <a:pt x="2677939" y="731737"/>
                  </a:lnTo>
                  <a:lnTo>
                    <a:pt x="2681108" y="731737"/>
                  </a:lnTo>
                  <a:lnTo>
                    <a:pt x="2684277" y="731737"/>
                  </a:lnTo>
                  <a:lnTo>
                    <a:pt x="2687447" y="731737"/>
                  </a:lnTo>
                  <a:lnTo>
                    <a:pt x="2690616" y="731737"/>
                  </a:lnTo>
                  <a:lnTo>
                    <a:pt x="2693785" y="731737"/>
                  </a:lnTo>
                  <a:lnTo>
                    <a:pt x="2696954" y="720298"/>
                  </a:lnTo>
                  <a:lnTo>
                    <a:pt x="2700123" y="718574"/>
                  </a:lnTo>
                  <a:lnTo>
                    <a:pt x="2703292" y="695247"/>
                  </a:lnTo>
                  <a:lnTo>
                    <a:pt x="2706462" y="691297"/>
                  </a:lnTo>
                  <a:lnTo>
                    <a:pt x="2709631" y="668399"/>
                  </a:lnTo>
                  <a:lnTo>
                    <a:pt x="2712800" y="657548"/>
                  </a:lnTo>
                  <a:lnTo>
                    <a:pt x="2715969" y="680042"/>
                  </a:lnTo>
                  <a:lnTo>
                    <a:pt x="2719138" y="696187"/>
                  </a:lnTo>
                  <a:lnTo>
                    <a:pt x="2722307" y="715155"/>
                  </a:lnTo>
                  <a:lnTo>
                    <a:pt x="2725477" y="701490"/>
                  </a:lnTo>
                  <a:lnTo>
                    <a:pt x="2728646" y="691302"/>
                  </a:lnTo>
                  <a:lnTo>
                    <a:pt x="2731815" y="716259"/>
                  </a:lnTo>
                  <a:lnTo>
                    <a:pt x="2734984" y="729276"/>
                  </a:lnTo>
                  <a:lnTo>
                    <a:pt x="2738153" y="731737"/>
                  </a:lnTo>
                  <a:lnTo>
                    <a:pt x="2738153" y="731737"/>
                  </a:lnTo>
                  <a:lnTo>
                    <a:pt x="2741322" y="731737"/>
                  </a:lnTo>
                  <a:lnTo>
                    <a:pt x="2744491" y="731737"/>
                  </a:lnTo>
                  <a:lnTo>
                    <a:pt x="2747661" y="731737"/>
                  </a:lnTo>
                  <a:lnTo>
                    <a:pt x="2750830" y="731737"/>
                  </a:lnTo>
                  <a:lnTo>
                    <a:pt x="2753999" y="731737"/>
                  </a:lnTo>
                  <a:lnTo>
                    <a:pt x="2757168" y="731737"/>
                  </a:lnTo>
                  <a:lnTo>
                    <a:pt x="2760337" y="731737"/>
                  </a:lnTo>
                  <a:lnTo>
                    <a:pt x="2763506" y="731737"/>
                  </a:lnTo>
                  <a:lnTo>
                    <a:pt x="2766676" y="731737"/>
                  </a:lnTo>
                  <a:lnTo>
                    <a:pt x="2769845" y="731737"/>
                  </a:lnTo>
                  <a:lnTo>
                    <a:pt x="2773014" y="731737"/>
                  </a:lnTo>
                  <a:lnTo>
                    <a:pt x="2776183" y="731737"/>
                  </a:lnTo>
                  <a:lnTo>
                    <a:pt x="2779352" y="731737"/>
                  </a:lnTo>
                  <a:lnTo>
                    <a:pt x="2782521" y="731737"/>
                  </a:lnTo>
                  <a:lnTo>
                    <a:pt x="2785691" y="714355"/>
                  </a:lnTo>
                  <a:lnTo>
                    <a:pt x="2788860" y="714080"/>
                  </a:lnTo>
                  <a:lnTo>
                    <a:pt x="2792029" y="716435"/>
                  </a:lnTo>
                  <a:lnTo>
                    <a:pt x="2795198" y="724497"/>
                  </a:lnTo>
                  <a:lnTo>
                    <a:pt x="2798367" y="710039"/>
                  </a:lnTo>
                  <a:lnTo>
                    <a:pt x="2801536" y="705066"/>
                  </a:lnTo>
                  <a:lnTo>
                    <a:pt x="2804705" y="704617"/>
                  </a:lnTo>
                  <a:lnTo>
                    <a:pt x="2807875" y="716500"/>
                  </a:lnTo>
                  <a:lnTo>
                    <a:pt x="2811044" y="698061"/>
                  </a:lnTo>
                  <a:lnTo>
                    <a:pt x="2814213" y="705496"/>
                  </a:lnTo>
                  <a:lnTo>
                    <a:pt x="2817382" y="727106"/>
                  </a:lnTo>
                  <a:lnTo>
                    <a:pt x="2820551" y="730543"/>
                  </a:lnTo>
                  <a:lnTo>
                    <a:pt x="2823720" y="731737"/>
                  </a:lnTo>
                  <a:lnTo>
                    <a:pt x="2823720" y="731737"/>
                  </a:lnTo>
                  <a:lnTo>
                    <a:pt x="2826890" y="730526"/>
                  </a:lnTo>
                  <a:lnTo>
                    <a:pt x="2830059" y="730782"/>
                  </a:lnTo>
                  <a:lnTo>
                    <a:pt x="2833228" y="731737"/>
                  </a:lnTo>
                  <a:lnTo>
                    <a:pt x="2833228" y="731737"/>
                  </a:lnTo>
                  <a:lnTo>
                    <a:pt x="2836397" y="731737"/>
                  </a:lnTo>
                  <a:lnTo>
                    <a:pt x="2839566" y="731737"/>
                  </a:lnTo>
                  <a:lnTo>
                    <a:pt x="2842735" y="731737"/>
                  </a:lnTo>
                  <a:lnTo>
                    <a:pt x="2845905" y="731737"/>
                  </a:lnTo>
                  <a:lnTo>
                    <a:pt x="2849074" y="731737"/>
                  </a:lnTo>
                  <a:lnTo>
                    <a:pt x="2852243" y="731737"/>
                  </a:lnTo>
                  <a:lnTo>
                    <a:pt x="2855412" y="731737"/>
                  </a:lnTo>
                  <a:lnTo>
                    <a:pt x="2858581" y="731737"/>
                  </a:lnTo>
                  <a:lnTo>
                    <a:pt x="2861750" y="731737"/>
                  </a:lnTo>
                  <a:lnTo>
                    <a:pt x="2864920" y="731737"/>
                  </a:lnTo>
                  <a:lnTo>
                    <a:pt x="2868089" y="731737"/>
                  </a:lnTo>
                  <a:lnTo>
                    <a:pt x="2871258" y="722009"/>
                  </a:lnTo>
                  <a:lnTo>
                    <a:pt x="2874427" y="731737"/>
                  </a:lnTo>
                  <a:lnTo>
                    <a:pt x="2874427" y="731737"/>
                  </a:lnTo>
                  <a:lnTo>
                    <a:pt x="2877596" y="729173"/>
                  </a:lnTo>
                  <a:lnTo>
                    <a:pt x="2880765" y="720387"/>
                  </a:lnTo>
                  <a:lnTo>
                    <a:pt x="2883934" y="702969"/>
                  </a:lnTo>
                  <a:lnTo>
                    <a:pt x="2887104" y="690003"/>
                  </a:lnTo>
                  <a:lnTo>
                    <a:pt x="2890273" y="707138"/>
                  </a:lnTo>
                  <a:lnTo>
                    <a:pt x="2893442" y="727638"/>
                  </a:lnTo>
                  <a:lnTo>
                    <a:pt x="2896611" y="731737"/>
                  </a:lnTo>
                  <a:lnTo>
                    <a:pt x="2896611" y="731737"/>
                  </a:lnTo>
                  <a:lnTo>
                    <a:pt x="2899780" y="731737"/>
                  </a:lnTo>
                  <a:lnTo>
                    <a:pt x="2902949" y="731737"/>
                  </a:lnTo>
                  <a:lnTo>
                    <a:pt x="2906119" y="731737"/>
                  </a:lnTo>
                  <a:lnTo>
                    <a:pt x="2909288" y="731737"/>
                  </a:lnTo>
                  <a:lnTo>
                    <a:pt x="2912457" y="731737"/>
                  </a:lnTo>
                  <a:lnTo>
                    <a:pt x="2915626" y="731737"/>
                  </a:lnTo>
                  <a:lnTo>
                    <a:pt x="2918795" y="731737"/>
                  </a:lnTo>
                  <a:lnTo>
                    <a:pt x="2921964" y="731737"/>
                  </a:lnTo>
                  <a:lnTo>
                    <a:pt x="2925134" y="731737"/>
                  </a:lnTo>
                  <a:lnTo>
                    <a:pt x="2928303" y="731737"/>
                  </a:lnTo>
                  <a:lnTo>
                    <a:pt x="2931472" y="731737"/>
                  </a:lnTo>
                  <a:lnTo>
                    <a:pt x="2934641" y="731737"/>
                  </a:lnTo>
                  <a:lnTo>
                    <a:pt x="2937810" y="731737"/>
                  </a:lnTo>
                  <a:lnTo>
                    <a:pt x="2940979" y="731737"/>
                  </a:lnTo>
                  <a:lnTo>
                    <a:pt x="2944148" y="731737"/>
                  </a:lnTo>
                  <a:lnTo>
                    <a:pt x="2947318" y="731737"/>
                  </a:lnTo>
                  <a:lnTo>
                    <a:pt x="2950487" y="731737"/>
                  </a:lnTo>
                  <a:lnTo>
                    <a:pt x="2953656" y="731737"/>
                  </a:lnTo>
                  <a:lnTo>
                    <a:pt x="2956825" y="731737"/>
                  </a:lnTo>
                  <a:lnTo>
                    <a:pt x="2959994" y="731737"/>
                  </a:lnTo>
                  <a:lnTo>
                    <a:pt x="2963163" y="731737"/>
                  </a:lnTo>
                  <a:lnTo>
                    <a:pt x="2966333" y="731737"/>
                  </a:lnTo>
                  <a:lnTo>
                    <a:pt x="2969502" y="731737"/>
                  </a:lnTo>
                  <a:lnTo>
                    <a:pt x="2972671" y="731737"/>
                  </a:lnTo>
                  <a:lnTo>
                    <a:pt x="2975840" y="731737"/>
                  </a:lnTo>
                  <a:lnTo>
                    <a:pt x="2979009" y="731737"/>
                  </a:lnTo>
                  <a:lnTo>
                    <a:pt x="2982178" y="731737"/>
                  </a:lnTo>
                  <a:lnTo>
                    <a:pt x="2985348" y="731737"/>
                  </a:lnTo>
                  <a:lnTo>
                    <a:pt x="2988517" y="731737"/>
                  </a:lnTo>
                  <a:lnTo>
                    <a:pt x="2991686" y="731737"/>
                  </a:lnTo>
                  <a:lnTo>
                    <a:pt x="2994855" y="731737"/>
                  </a:lnTo>
                  <a:lnTo>
                    <a:pt x="2998024" y="731737"/>
                  </a:lnTo>
                  <a:lnTo>
                    <a:pt x="3001193" y="731737"/>
                  </a:lnTo>
                  <a:lnTo>
                    <a:pt x="3004363" y="731737"/>
                  </a:lnTo>
                  <a:lnTo>
                    <a:pt x="3007532" y="731737"/>
                  </a:lnTo>
                  <a:lnTo>
                    <a:pt x="3010701" y="731737"/>
                  </a:lnTo>
                  <a:lnTo>
                    <a:pt x="3013870" y="731737"/>
                  </a:lnTo>
                  <a:lnTo>
                    <a:pt x="3017039" y="731737"/>
                  </a:lnTo>
                  <a:lnTo>
                    <a:pt x="3020208" y="731737"/>
                  </a:lnTo>
                  <a:lnTo>
                    <a:pt x="3023377" y="731737"/>
                  </a:lnTo>
                  <a:lnTo>
                    <a:pt x="3026547" y="731737"/>
                  </a:lnTo>
                  <a:lnTo>
                    <a:pt x="3029716" y="731737"/>
                  </a:lnTo>
                  <a:lnTo>
                    <a:pt x="3032885" y="731737"/>
                  </a:lnTo>
                  <a:lnTo>
                    <a:pt x="3036054" y="731737"/>
                  </a:lnTo>
                  <a:lnTo>
                    <a:pt x="3039223" y="731737"/>
                  </a:lnTo>
                  <a:lnTo>
                    <a:pt x="3042392" y="731737"/>
                  </a:lnTo>
                  <a:lnTo>
                    <a:pt x="3045562" y="731737"/>
                  </a:lnTo>
                  <a:lnTo>
                    <a:pt x="3048731" y="731737"/>
                  </a:lnTo>
                  <a:lnTo>
                    <a:pt x="3051900" y="731737"/>
                  </a:lnTo>
                  <a:lnTo>
                    <a:pt x="3055069" y="731737"/>
                  </a:lnTo>
                  <a:lnTo>
                    <a:pt x="3058238" y="731737"/>
                  </a:lnTo>
                  <a:lnTo>
                    <a:pt x="3061407" y="731737"/>
                  </a:lnTo>
                  <a:lnTo>
                    <a:pt x="3064577" y="731737"/>
                  </a:lnTo>
                  <a:lnTo>
                    <a:pt x="3067746" y="731692"/>
                  </a:lnTo>
                  <a:lnTo>
                    <a:pt x="3070915" y="731737"/>
                  </a:lnTo>
                  <a:lnTo>
                    <a:pt x="3070915" y="731737"/>
                  </a:lnTo>
                  <a:lnTo>
                    <a:pt x="3074084" y="731737"/>
                  </a:lnTo>
                  <a:lnTo>
                    <a:pt x="3077253" y="731737"/>
                  </a:lnTo>
                  <a:lnTo>
                    <a:pt x="3080422" y="731737"/>
                  </a:lnTo>
                  <a:lnTo>
                    <a:pt x="3083592" y="718318"/>
                  </a:lnTo>
                  <a:lnTo>
                    <a:pt x="3086761" y="721237"/>
                  </a:lnTo>
                  <a:lnTo>
                    <a:pt x="3089930" y="680269"/>
                  </a:lnTo>
                  <a:lnTo>
                    <a:pt x="3093099" y="685075"/>
                  </a:lnTo>
                  <a:lnTo>
                    <a:pt x="3096268" y="687985"/>
                  </a:lnTo>
                  <a:lnTo>
                    <a:pt x="3099437" y="699775"/>
                  </a:lnTo>
                  <a:lnTo>
                    <a:pt x="3102606" y="726883"/>
                  </a:lnTo>
                  <a:lnTo>
                    <a:pt x="3105776" y="712429"/>
                  </a:lnTo>
                  <a:lnTo>
                    <a:pt x="3108945" y="731737"/>
                  </a:lnTo>
                  <a:lnTo>
                    <a:pt x="3108945" y="731737"/>
                  </a:lnTo>
                  <a:lnTo>
                    <a:pt x="3112114" y="717171"/>
                  </a:lnTo>
                  <a:lnTo>
                    <a:pt x="3115283" y="705903"/>
                  </a:lnTo>
                  <a:lnTo>
                    <a:pt x="3118452" y="730968"/>
                  </a:lnTo>
                  <a:lnTo>
                    <a:pt x="3121621" y="723285"/>
                  </a:lnTo>
                  <a:lnTo>
                    <a:pt x="3124791" y="731737"/>
                  </a:lnTo>
                  <a:lnTo>
                    <a:pt x="3124791" y="731737"/>
                  </a:lnTo>
                  <a:lnTo>
                    <a:pt x="3127960" y="731737"/>
                  </a:lnTo>
                  <a:lnTo>
                    <a:pt x="3131129" y="731737"/>
                  </a:lnTo>
                  <a:lnTo>
                    <a:pt x="3134298" y="731737"/>
                  </a:lnTo>
                  <a:lnTo>
                    <a:pt x="3137467" y="731737"/>
                  </a:lnTo>
                  <a:lnTo>
                    <a:pt x="3140636" y="731737"/>
                  </a:lnTo>
                  <a:lnTo>
                    <a:pt x="3143806" y="731737"/>
                  </a:lnTo>
                  <a:lnTo>
                    <a:pt x="3146975" y="731737"/>
                  </a:lnTo>
                  <a:lnTo>
                    <a:pt x="3150144" y="731737"/>
                  </a:lnTo>
                  <a:lnTo>
                    <a:pt x="3153313" y="731737"/>
                  </a:lnTo>
                  <a:lnTo>
                    <a:pt x="3156482" y="731737"/>
                  </a:lnTo>
                  <a:lnTo>
                    <a:pt x="3159651" y="731737"/>
                  </a:lnTo>
                  <a:lnTo>
                    <a:pt x="3162820" y="731737"/>
                  </a:lnTo>
                  <a:lnTo>
                    <a:pt x="3165990" y="731737"/>
                  </a:lnTo>
                  <a:lnTo>
                    <a:pt x="3169159" y="731737"/>
                  </a:lnTo>
                  <a:lnTo>
                    <a:pt x="3172328" y="731737"/>
                  </a:lnTo>
                  <a:lnTo>
                    <a:pt x="3175497" y="728930"/>
                  </a:lnTo>
                  <a:lnTo>
                    <a:pt x="3178666" y="717592"/>
                  </a:lnTo>
                  <a:lnTo>
                    <a:pt x="3181835" y="717331"/>
                  </a:lnTo>
                  <a:lnTo>
                    <a:pt x="3185005" y="710141"/>
                  </a:lnTo>
                  <a:lnTo>
                    <a:pt x="3188174" y="723120"/>
                  </a:lnTo>
                  <a:lnTo>
                    <a:pt x="3191343" y="704167"/>
                  </a:lnTo>
                  <a:lnTo>
                    <a:pt x="3194512" y="701312"/>
                  </a:lnTo>
                  <a:lnTo>
                    <a:pt x="3197681" y="684261"/>
                  </a:lnTo>
                  <a:lnTo>
                    <a:pt x="3200850" y="640834"/>
                  </a:lnTo>
                  <a:lnTo>
                    <a:pt x="3204020" y="646203"/>
                  </a:lnTo>
                  <a:lnTo>
                    <a:pt x="3207189" y="613310"/>
                  </a:lnTo>
                  <a:lnTo>
                    <a:pt x="3210358" y="602943"/>
                  </a:lnTo>
                  <a:lnTo>
                    <a:pt x="3213527" y="632227"/>
                  </a:lnTo>
                  <a:lnTo>
                    <a:pt x="3216696" y="640620"/>
                  </a:lnTo>
                  <a:lnTo>
                    <a:pt x="3219865" y="671109"/>
                  </a:lnTo>
                  <a:lnTo>
                    <a:pt x="3223035" y="688481"/>
                  </a:lnTo>
                  <a:lnTo>
                    <a:pt x="3226204" y="690400"/>
                  </a:lnTo>
                  <a:lnTo>
                    <a:pt x="3229373" y="700815"/>
                  </a:lnTo>
                  <a:lnTo>
                    <a:pt x="3232542" y="710147"/>
                  </a:lnTo>
                  <a:lnTo>
                    <a:pt x="3235711" y="715881"/>
                  </a:lnTo>
                  <a:lnTo>
                    <a:pt x="3238880" y="720417"/>
                  </a:lnTo>
                  <a:lnTo>
                    <a:pt x="3242049" y="722586"/>
                  </a:lnTo>
                  <a:lnTo>
                    <a:pt x="3245219" y="712269"/>
                  </a:lnTo>
                  <a:lnTo>
                    <a:pt x="3248388" y="721303"/>
                  </a:lnTo>
                  <a:lnTo>
                    <a:pt x="3251557" y="691598"/>
                  </a:lnTo>
                  <a:lnTo>
                    <a:pt x="3254726" y="707450"/>
                  </a:lnTo>
                  <a:lnTo>
                    <a:pt x="3257895" y="718307"/>
                  </a:lnTo>
                  <a:lnTo>
                    <a:pt x="3261064" y="717142"/>
                  </a:lnTo>
                  <a:lnTo>
                    <a:pt x="3264234" y="731737"/>
                  </a:lnTo>
                  <a:lnTo>
                    <a:pt x="3264234" y="731737"/>
                  </a:lnTo>
                  <a:lnTo>
                    <a:pt x="3267403" y="731737"/>
                  </a:lnTo>
                  <a:lnTo>
                    <a:pt x="3270572" y="731737"/>
                  </a:lnTo>
                  <a:lnTo>
                    <a:pt x="3273741" y="731737"/>
                  </a:lnTo>
                  <a:lnTo>
                    <a:pt x="3276910" y="731737"/>
                  </a:lnTo>
                  <a:lnTo>
                    <a:pt x="3280079" y="731737"/>
                  </a:lnTo>
                  <a:lnTo>
                    <a:pt x="3283249" y="731737"/>
                  </a:lnTo>
                  <a:lnTo>
                    <a:pt x="3286418" y="731737"/>
                  </a:lnTo>
                  <a:lnTo>
                    <a:pt x="3289587" y="713095"/>
                  </a:lnTo>
                  <a:lnTo>
                    <a:pt x="3292756" y="729637"/>
                  </a:lnTo>
                  <a:lnTo>
                    <a:pt x="3295925" y="720665"/>
                  </a:lnTo>
                  <a:lnTo>
                    <a:pt x="3299094" y="731737"/>
                  </a:lnTo>
                  <a:lnTo>
                    <a:pt x="3299094" y="731737"/>
                  </a:lnTo>
                  <a:lnTo>
                    <a:pt x="3302263" y="731737"/>
                  </a:lnTo>
                  <a:lnTo>
                    <a:pt x="3305433" y="731737"/>
                  </a:lnTo>
                  <a:lnTo>
                    <a:pt x="3308602" y="731737"/>
                  </a:lnTo>
                  <a:lnTo>
                    <a:pt x="3311771" y="731737"/>
                  </a:lnTo>
                  <a:lnTo>
                    <a:pt x="3314940" y="731737"/>
                  </a:lnTo>
                  <a:lnTo>
                    <a:pt x="3318109" y="731737"/>
                  </a:lnTo>
                  <a:lnTo>
                    <a:pt x="3321278" y="731737"/>
                  </a:lnTo>
                  <a:lnTo>
                    <a:pt x="3324448" y="731737"/>
                  </a:lnTo>
                  <a:lnTo>
                    <a:pt x="3327617" y="731737"/>
                  </a:lnTo>
                  <a:lnTo>
                    <a:pt x="3330786" y="731737"/>
                  </a:lnTo>
                  <a:lnTo>
                    <a:pt x="3333955" y="731737"/>
                  </a:lnTo>
                  <a:lnTo>
                    <a:pt x="3337124" y="731737"/>
                  </a:lnTo>
                  <a:lnTo>
                    <a:pt x="3340293" y="731737"/>
                  </a:lnTo>
                  <a:lnTo>
                    <a:pt x="3343463" y="731737"/>
                  </a:lnTo>
                  <a:lnTo>
                    <a:pt x="3346632" y="731737"/>
                  </a:lnTo>
                  <a:lnTo>
                    <a:pt x="3349801" y="731737"/>
                  </a:lnTo>
                  <a:lnTo>
                    <a:pt x="3352970" y="731737"/>
                  </a:lnTo>
                  <a:lnTo>
                    <a:pt x="3356139" y="731737"/>
                  </a:lnTo>
                  <a:lnTo>
                    <a:pt x="3359308" y="731737"/>
                  </a:lnTo>
                  <a:lnTo>
                    <a:pt x="3362478" y="731737"/>
                  </a:lnTo>
                  <a:lnTo>
                    <a:pt x="3365647" y="731737"/>
                  </a:lnTo>
                  <a:lnTo>
                    <a:pt x="3368816" y="731737"/>
                  </a:lnTo>
                  <a:lnTo>
                    <a:pt x="3371985" y="716026"/>
                  </a:lnTo>
                  <a:lnTo>
                    <a:pt x="3375154" y="709192"/>
                  </a:lnTo>
                  <a:lnTo>
                    <a:pt x="3378323" y="714248"/>
                  </a:lnTo>
                  <a:lnTo>
                    <a:pt x="3381492" y="657126"/>
                  </a:lnTo>
                  <a:lnTo>
                    <a:pt x="3384662" y="686414"/>
                  </a:lnTo>
                  <a:lnTo>
                    <a:pt x="3387831" y="669339"/>
                  </a:lnTo>
                  <a:lnTo>
                    <a:pt x="3391000" y="703081"/>
                  </a:lnTo>
                  <a:lnTo>
                    <a:pt x="3394169" y="710343"/>
                  </a:lnTo>
                  <a:lnTo>
                    <a:pt x="3397338" y="679621"/>
                  </a:lnTo>
                  <a:lnTo>
                    <a:pt x="3400507" y="680379"/>
                  </a:lnTo>
                  <a:lnTo>
                    <a:pt x="3403677" y="680188"/>
                  </a:lnTo>
                  <a:lnTo>
                    <a:pt x="3406846" y="679621"/>
                  </a:lnTo>
                  <a:lnTo>
                    <a:pt x="3410015" y="678773"/>
                  </a:lnTo>
                  <a:lnTo>
                    <a:pt x="3413184" y="677489"/>
                  </a:lnTo>
                  <a:lnTo>
                    <a:pt x="3416353" y="711000"/>
                  </a:lnTo>
                  <a:lnTo>
                    <a:pt x="3419522" y="716537"/>
                  </a:lnTo>
                  <a:lnTo>
                    <a:pt x="3422692" y="730963"/>
                  </a:lnTo>
                  <a:lnTo>
                    <a:pt x="3425861" y="731737"/>
                  </a:lnTo>
                  <a:lnTo>
                    <a:pt x="3425861" y="731737"/>
                  </a:lnTo>
                  <a:lnTo>
                    <a:pt x="3429030" y="731737"/>
                  </a:lnTo>
                  <a:lnTo>
                    <a:pt x="3432199" y="731737"/>
                  </a:lnTo>
                  <a:lnTo>
                    <a:pt x="3435368" y="731737"/>
                  </a:lnTo>
                  <a:lnTo>
                    <a:pt x="3438537" y="731737"/>
                  </a:lnTo>
                  <a:lnTo>
                    <a:pt x="3441707" y="731737"/>
                  </a:lnTo>
                  <a:lnTo>
                    <a:pt x="3444876" y="731737"/>
                  </a:lnTo>
                  <a:lnTo>
                    <a:pt x="3448045" y="731737"/>
                  </a:lnTo>
                  <a:lnTo>
                    <a:pt x="3451214" y="731737"/>
                  </a:lnTo>
                  <a:lnTo>
                    <a:pt x="3454383" y="731737"/>
                  </a:lnTo>
                  <a:lnTo>
                    <a:pt x="3457552" y="731737"/>
                  </a:lnTo>
                  <a:lnTo>
                    <a:pt x="3460721" y="724581"/>
                  </a:lnTo>
                  <a:lnTo>
                    <a:pt x="3463891" y="729542"/>
                  </a:lnTo>
                  <a:lnTo>
                    <a:pt x="3467060" y="729821"/>
                  </a:lnTo>
                  <a:lnTo>
                    <a:pt x="3470229" y="717884"/>
                  </a:lnTo>
                  <a:lnTo>
                    <a:pt x="3473398" y="718143"/>
                  </a:lnTo>
                  <a:lnTo>
                    <a:pt x="3476567" y="692461"/>
                  </a:lnTo>
                  <a:lnTo>
                    <a:pt x="3479736" y="697133"/>
                  </a:lnTo>
                  <a:lnTo>
                    <a:pt x="3482906" y="703571"/>
                  </a:lnTo>
                  <a:lnTo>
                    <a:pt x="3486075" y="663881"/>
                  </a:lnTo>
                  <a:lnTo>
                    <a:pt x="3489244" y="638199"/>
                  </a:lnTo>
                  <a:lnTo>
                    <a:pt x="3492413" y="650774"/>
                  </a:lnTo>
                  <a:lnTo>
                    <a:pt x="3495582" y="640058"/>
                  </a:lnTo>
                  <a:lnTo>
                    <a:pt x="3498751" y="650470"/>
                  </a:lnTo>
                  <a:lnTo>
                    <a:pt x="3501921" y="650674"/>
                  </a:lnTo>
                  <a:lnTo>
                    <a:pt x="3505090" y="683584"/>
                  </a:lnTo>
                  <a:lnTo>
                    <a:pt x="3508259" y="701083"/>
                  </a:lnTo>
                  <a:lnTo>
                    <a:pt x="3511428" y="706690"/>
                  </a:lnTo>
                  <a:lnTo>
                    <a:pt x="3514597" y="697091"/>
                  </a:lnTo>
                  <a:lnTo>
                    <a:pt x="3517766" y="715962"/>
                  </a:lnTo>
                  <a:lnTo>
                    <a:pt x="3520935" y="718566"/>
                  </a:lnTo>
                  <a:lnTo>
                    <a:pt x="3524105" y="721937"/>
                  </a:lnTo>
                  <a:lnTo>
                    <a:pt x="3527274" y="723308"/>
                  </a:lnTo>
                  <a:lnTo>
                    <a:pt x="3530443" y="722160"/>
                  </a:lnTo>
                  <a:lnTo>
                    <a:pt x="3533612" y="729644"/>
                  </a:lnTo>
                  <a:lnTo>
                    <a:pt x="3536781" y="729175"/>
                  </a:lnTo>
                  <a:lnTo>
                    <a:pt x="3539950" y="725124"/>
                  </a:lnTo>
                  <a:lnTo>
                    <a:pt x="3543120" y="723871"/>
                  </a:lnTo>
                  <a:lnTo>
                    <a:pt x="3546289" y="696523"/>
                  </a:lnTo>
                  <a:lnTo>
                    <a:pt x="3549458" y="694639"/>
                  </a:lnTo>
                  <a:lnTo>
                    <a:pt x="3552627" y="691368"/>
                  </a:lnTo>
                  <a:lnTo>
                    <a:pt x="3555796" y="692909"/>
                  </a:lnTo>
                  <a:lnTo>
                    <a:pt x="3558965" y="683278"/>
                  </a:lnTo>
                  <a:lnTo>
                    <a:pt x="3562135" y="702388"/>
                  </a:lnTo>
                  <a:lnTo>
                    <a:pt x="3565304" y="713163"/>
                  </a:lnTo>
                  <a:lnTo>
                    <a:pt x="3568473" y="711718"/>
                  </a:lnTo>
                  <a:lnTo>
                    <a:pt x="3571642" y="689055"/>
                  </a:lnTo>
                  <a:lnTo>
                    <a:pt x="3574811" y="673291"/>
                  </a:lnTo>
                  <a:lnTo>
                    <a:pt x="3577980" y="669260"/>
                  </a:lnTo>
                  <a:lnTo>
                    <a:pt x="3581150" y="671339"/>
                  </a:lnTo>
                  <a:lnTo>
                    <a:pt x="3584319" y="671353"/>
                  </a:lnTo>
                  <a:lnTo>
                    <a:pt x="3587488" y="670365"/>
                  </a:lnTo>
                  <a:lnTo>
                    <a:pt x="3590657" y="663693"/>
                  </a:lnTo>
                  <a:lnTo>
                    <a:pt x="3593826" y="668735"/>
                  </a:lnTo>
                  <a:lnTo>
                    <a:pt x="3596995" y="674730"/>
                  </a:lnTo>
                  <a:lnTo>
                    <a:pt x="3600164" y="675331"/>
                  </a:lnTo>
                  <a:lnTo>
                    <a:pt x="3603334" y="667476"/>
                  </a:lnTo>
                  <a:lnTo>
                    <a:pt x="3606503" y="652117"/>
                  </a:lnTo>
                  <a:lnTo>
                    <a:pt x="3609672" y="654839"/>
                  </a:lnTo>
                  <a:lnTo>
                    <a:pt x="3612841" y="634334"/>
                  </a:lnTo>
                  <a:lnTo>
                    <a:pt x="3616010" y="612450"/>
                  </a:lnTo>
                  <a:lnTo>
                    <a:pt x="3619179" y="605819"/>
                  </a:lnTo>
                  <a:lnTo>
                    <a:pt x="3622349" y="590375"/>
                  </a:lnTo>
                  <a:lnTo>
                    <a:pt x="3625518" y="601184"/>
                  </a:lnTo>
                  <a:lnTo>
                    <a:pt x="3628687" y="616309"/>
                  </a:lnTo>
                  <a:lnTo>
                    <a:pt x="3631856" y="632910"/>
                  </a:lnTo>
                  <a:lnTo>
                    <a:pt x="3635025" y="623689"/>
                  </a:lnTo>
                  <a:lnTo>
                    <a:pt x="3638194" y="621035"/>
                  </a:lnTo>
                  <a:lnTo>
                    <a:pt x="3641364" y="607402"/>
                  </a:lnTo>
                  <a:lnTo>
                    <a:pt x="3644533" y="596064"/>
                  </a:lnTo>
                  <a:lnTo>
                    <a:pt x="3647702" y="585357"/>
                  </a:lnTo>
                  <a:lnTo>
                    <a:pt x="3650871" y="574320"/>
                  </a:lnTo>
                  <a:lnTo>
                    <a:pt x="3654040" y="543951"/>
                  </a:lnTo>
                  <a:lnTo>
                    <a:pt x="3657209" y="482333"/>
                  </a:lnTo>
                  <a:lnTo>
                    <a:pt x="3660379" y="475084"/>
                  </a:lnTo>
                  <a:lnTo>
                    <a:pt x="3663548" y="489186"/>
                  </a:lnTo>
                  <a:lnTo>
                    <a:pt x="3666717" y="495211"/>
                  </a:lnTo>
                  <a:lnTo>
                    <a:pt x="3669886" y="474482"/>
                  </a:lnTo>
                  <a:lnTo>
                    <a:pt x="3673055" y="437988"/>
                  </a:lnTo>
                  <a:lnTo>
                    <a:pt x="3676224" y="414469"/>
                  </a:lnTo>
                  <a:lnTo>
                    <a:pt x="3679393" y="393027"/>
                  </a:lnTo>
                  <a:lnTo>
                    <a:pt x="3682563" y="341707"/>
                  </a:lnTo>
                  <a:lnTo>
                    <a:pt x="3685732" y="343515"/>
                  </a:lnTo>
                  <a:lnTo>
                    <a:pt x="3688901" y="311839"/>
                  </a:lnTo>
                  <a:lnTo>
                    <a:pt x="3692070" y="320745"/>
                  </a:lnTo>
                  <a:lnTo>
                    <a:pt x="3695239" y="265424"/>
                  </a:lnTo>
                  <a:lnTo>
                    <a:pt x="3698408" y="339928"/>
                  </a:lnTo>
                  <a:lnTo>
                    <a:pt x="3701578" y="354507"/>
                  </a:lnTo>
                  <a:lnTo>
                    <a:pt x="3704747" y="374336"/>
                  </a:lnTo>
                  <a:lnTo>
                    <a:pt x="3707916" y="322383"/>
                  </a:lnTo>
                  <a:lnTo>
                    <a:pt x="3711085" y="327664"/>
                  </a:lnTo>
                  <a:lnTo>
                    <a:pt x="3714254" y="337501"/>
                  </a:lnTo>
                  <a:lnTo>
                    <a:pt x="3717423" y="360339"/>
                  </a:lnTo>
                  <a:lnTo>
                    <a:pt x="3720593" y="241912"/>
                  </a:lnTo>
                  <a:lnTo>
                    <a:pt x="3723762" y="223417"/>
                  </a:lnTo>
                  <a:lnTo>
                    <a:pt x="3726931" y="245936"/>
                  </a:lnTo>
                  <a:lnTo>
                    <a:pt x="3730100" y="295250"/>
                  </a:lnTo>
                  <a:lnTo>
                    <a:pt x="3733269" y="349290"/>
                  </a:lnTo>
                  <a:lnTo>
                    <a:pt x="3736438" y="410551"/>
                  </a:lnTo>
                  <a:lnTo>
                    <a:pt x="3739607" y="477712"/>
                  </a:lnTo>
                  <a:lnTo>
                    <a:pt x="3742777" y="492495"/>
                  </a:lnTo>
                  <a:lnTo>
                    <a:pt x="3745946" y="466424"/>
                  </a:lnTo>
                  <a:lnTo>
                    <a:pt x="3749115" y="498581"/>
                  </a:lnTo>
                  <a:lnTo>
                    <a:pt x="3752284" y="496914"/>
                  </a:lnTo>
                  <a:lnTo>
                    <a:pt x="3755453" y="564982"/>
                  </a:lnTo>
                  <a:lnTo>
                    <a:pt x="3758622" y="588102"/>
                  </a:lnTo>
                  <a:lnTo>
                    <a:pt x="3761792" y="610327"/>
                  </a:lnTo>
                  <a:lnTo>
                    <a:pt x="3764961" y="628345"/>
                  </a:lnTo>
                  <a:lnTo>
                    <a:pt x="3768130" y="627066"/>
                  </a:lnTo>
                  <a:lnTo>
                    <a:pt x="3771299" y="639849"/>
                  </a:lnTo>
                  <a:lnTo>
                    <a:pt x="3774468" y="635396"/>
                  </a:lnTo>
                  <a:lnTo>
                    <a:pt x="3777637" y="628495"/>
                  </a:lnTo>
                  <a:lnTo>
                    <a:pt x="3780807" y="644458"/>
                  </a:lnTo>
                  <a:lnTo>
                    <a:pt x="3783976" y="658193"/>
                  </a:lnTo>
                  <a:lnTo>
                    <a:pt x="3787145" y="678010"/>
                  </a:lnTo>
                  <a:lnTo>
                    <a:pt x="3790314" y="677824"/>
                  </a:lnTo>
                  <a:lnTo>
                    <a:pt x="3793483" y="669879"/>
                  </a:lnTo>
                  <a:lnTo>
                    <a:pt x="3796652" y="658832"/>
                  </a:lnTo>
                  <a:lnTo>
                    <a:pt x="3799822" y="650867"/>
                  </a:lnTo>
                  <a:lnTo>
                    <a:pt x="3802991" y="654569"/>
                  </a:lnTo>
                  <a:lnTo>
                    <a:pt x="3806160" y="653875"/>
                  </a:lnTo>
                  <a:lnTo>
                    <a:pt x="3809329" y="649111"/>
                  </a:lnTo>
                  <a:lnTo>
                    <a:pt x="3812498" y="649434"/>
                  </a:lnTo>
                  <a:lnTo>
                    <a:pt x="3815667" y="645480"/>
                  </a:lnTo>
                  <a:lnTo>
                    <a:pt x="3818836" y="657228"/>
                  </a:lnTo>
                  <a:lnTo>
                    <a:pt x="3822006" y="672159"/>
                  </a:lnTo>
                  <a:lnTo>
                    <a:pt x="3825175" y="685586"/>
                  </a:lnTo>
                  <a:lnTo>
                    <a:pt x="3828344" y="688050"/>
                  </a:lnTo>
                  <a:lnTo>
                    <a:pt x="3831513" y="678729"/>
                  </a:lnTo>
                  <a:lnTo>
                    <a:pt x="3834682" y="672049"/>
                  </a:lnTo>
                  <a:lnTo>
                    <a:pt x="3837851" y="678079"/>
                  </a:lnTo>
                  <a:lnTo>
                    <a:pt x="3841021" y="699405"/>
                  </a:lnTo>
                  <a:lnTo>
                    <a:pt x="3844190" y="701164"/>
                  </a:lnTo>
                  <a:lnTo>
                    <a:pt x="3847359" y="712311"/>
                  </a:lnTo>
                  <a:lnTo>
                    <a:pt x="3850528" y="706678"/>
                  </a:lnTo>
                  <a:lnTo>
                    <a:pt x="3853697" y="708773"/>
                  </a:lnTo>
                  <a:lnTo>
                    <a:pt x="3856866" y="724645"/>
                  </a:lnTo>
                  <a:lnTo>
                    <a:pt x="3860036" y="718549"/>
                  </a:lnTo>
                  <a:lnTo>
                    <a:pt x="3863205" y="723893"/>
                  </a:lnTo>
                  <a:lnTo>
                    <a:pt x="3866374" y="719945"/>
                  </a:lnTo>
                  <a:lnTo>
                    <a:pt x="3869543" y="711709"/>
                  </a:lnTo>
                  <a:lnTo>
                    <a:pt x="3872712" y="723829"/>
                  </a:lnTo>
                  <a:lnTo>
                    <a:pt x="3875881" y="716721"/>
                  </a:lnTo>
                  <a:lnTo>
                    <a:pt x="3879050" y="725420"/>
                  </a:lnTo>
                  <a:lnTo>
                    <a:pt x="3882220" y="727751"/>
                  </a:lnTo>
                  <a:lnTo>
                    <a:pt x="3885389" y="726638"/>
                  </a:lnTo>
                  <a:lnTo>
                    <a:pt x="3888558" y="729327"/>
                  </a:lnTo>
                  <a:lnTo>
                    <a:pt x="3891727" y="729327"/>
                  </a:lnTo>
                  <a:lnTo>
                    <a:pt x="3894896" y="728410"/>
                  </a:lnTo>
                  <a:lnTo>
                    <a:pt x="3898065" y="729327"/>
                  </a:lnTo>
                  <a:lnTo>
                    <a:pt x="3901235" y="728256"/>
                  </a:lnTo>
                  <a:lnTo>
                    <a:pt x="3904404" y="727786"/>
                  </a:lnTo>
                  <a:lnTo>
                    <a:pt x="3907573" y="731737"/>
                  </a:lnTo>
                  <a:lnTo>
                    <a:pt x="3907573" y="731737"/>
                  </a:lnTo>
                  <a:lnTo>
                    <a:pt x="3910742" y="731737"/>
                  </a:lnTo>
                  <a:lnTo>
                    <a:pt x="3913911" y="731737"/>
                  </a:lnTo>
                  <a:lnTo>
                    <a:pt x="3917080" y="731737"/>
                  </a:lnTo>
                  <a:lnTo>
                    <a:pt x="3920250" y="731737"/>
                  </a:lnTo>
                  <a:lnTo>
                    <a:pt x="3923419" y="731737"/>
                  </a:lnTo>
                  <a:lnTo>
                    <a:pt x="3926588" y="731737"/>
                  </a:lnTo>
                  <a:lnTo>
                    <a:pt x="3929757" y="731737"/>
                  </a:lnTo>
                  <a:lnTo>
                    <a:pt x="3932926" y="726172"/>
                  </a:lnTo>
                  <a:lnTo>
                    <a:pt x="3936095" y="730427"/>
                  </a:lnTo>
                  <a:lnTo>
                    <a:pt x="3939265" y="724368"/>
                  </a:lnTo>
                  <a:lnTo>
                    <a:pt x="3942434" y="713084"/>
                  </a:lnTo>
                  <a:lnTo>
                    <a:pt x="3945603" y="714854"/>
                  </a:lnTo>
                  <a:lnTo>
                    <a:pt x="3948772" y="722535"/>
                  </a:lnTo>
                  <a:lnTo>
                    <a:pt x="3951941" y="731737"/>
                  </a:lnTo>
                  <a:lnTo>
                    <a:pt x="3951941" y="731737"/>
                  </a:lnTo>
                  <a:lnTo>
                    <a:pt x="3955110" y="717401"/>
                  </a:lnTo>
                  <a:lnTo>
                    <a:pt x="3958279" y="709244"/>
                  </a:lnTo>
                  <a:lnTo>
                    <a:pt x="3961449" y="703541"/>
                  </a:lnTo>
                  <a:lnTo>
                    <a:pt x="3964618" y="707989"/>
                  </a:lnTo>
                  <a:lnTo>
                    <a:pt x="3967787" y="700563"/>
                  </a:lnTo>
                  <a:lnTo>
                    <a:pt x="3970956" y="672198"/>
                  </a:lnTo>
                  <a:lnTo>
                    <a:pt x="3974125" y="700886"/>
                  </a:lnTo>
                  <a:lnTo>
                    <a:pt x="3977294" y="709443"/>
                  </a:lnTo>
                  <a:lnTo>
                    <a:pt x="3980464" y="722297"/>
                  </a:lnTo>
                  <a:lnTo>
                    <a:pt x="3983633" y="720947"/>
                  </a:lnTo>
                  <a:lnTo>
                    <a:pt x="3986802" y="720952"/>
                  </a:lnTo>
                  <a:lnTo>
                    <a:pt x="3989971" y="731737"/>
                  </a:lnTo>
                  <a:lnTo>
                    <a:pt x="3989971" y="731737"/>
                  </a:lnTo>
                  <a:lnTo>
                    <a:pt x="3993140" y="731737"/>
                  </a:lnTo>
                  <a:lnTo>
                    <a:pt x="3996309" y="731737"/>
                  </a:lnTo>
                  <a:lnTo>
                    <a:pt x="3999479" y="702444"/>
                  </a:lnTo>
                  <a:lnTo>
                    <a:pt x="4002648" y="711001"/>
                  </a:lnTo>
                  <a:lnTo>
                    <a:pt x="4005817" y="671648"/>
                  </a:lnTo>
                  <a:lnTo>
                    <a:pt x="4008986" y="667925"/>
                  </a:lnTo>
                  <a:lnTo>
                    <a:pt x="4012155" y="638680"/>
                  </a:lnTo>
                  <a:lnTo>
                    <a:pt x="4015324" y="591962"/>
                  </a:lnTo>
                  <a:lnTo>
                    <a:pt x="4018494" y="642357"/>
                  </a:lnTo>
                  <a:lnTo>
                    <a:pt x="4021663" y="618840"/>
                  </a:lnTo>
                  <a:lnTo>
                    <a:pt x="4024832" y="621529"/>
                  </a:lnTo>
                  <a:lnTo>
                    <a:pt x="4028001" y="576574"/>
                  </a:lnTo>
                  <a:lnTo>
                    <a:pt x="4031170" y="507878"/>
                  </a:lnTo>
                  <a:lnTo>
                    <a:pt x="4034339" y="479757"/>
                  </a:lnTo>
                  <a:lnTo>
                    <a:pt x="4037508" y="482097"/>
                  </a:lnTo>
                  <a:lnTo>
                    <a:pt x="4040678" y="559227"/>
                  </a:lnTo>
                  <a:lnTo>
                    <a:pt x="4043847" y="581728"/>
                  </a:lnTo>
                  <a:lnTo>
                    <a:pt x="4047016" y="593991"/>
                  </a:lnTo>
                  <a:lnTo>
                    <a:pt x="4050185" y="594888"/>
                  </a:lnTo>
                  <a:lnTo>
                    <a:pt x="4053354" y="609290"/>
                  </a:lnTo>
                  <a:lnTo>
                    <a:pt x="4056523" y="611409"/>
                  </a:lnTo>
                  <a:lnTo>
                    <a:pt x="4059693" y="617002"/>
                  </a:lnTo>
                  <a:lnTo>
                    <a:pt x="4062862" y="585303"/>
                  </a:lnTo>
                  <a:lnTo>
                    <a:pt x="4066031" y="597275"/>
                  </a:lnTo>
                  <a:lnTo>
                    <a:pt x="4069200" y="601562"/>
                  </a:lnTo>
                  <a:lnTo>
                    <a:pt x="4072369" y="600356"/>
                  </a:lnTo>
                  <a:lnTo>
                    <a:pt x="4075538" y="579639"/>
                  </a:lnTo>
                  <a:lnTo>
                    <a:pt x="4078708" y="576995"/>
                  </a:lnTo>
                  <a:lnTo>
                    <a:pt x="4081877" y="555358"/>
                  </a:lnTo>
                  <a:lnTo>
                    <a:pt x="4085046" y="558536"/>
                  </a:lnTo>
                  <a:lnTo>
                    <a:pt x="4088215" y="510067"/>
                  </a:lnTo>
                  <a:lnTo>
                    <a:pt x="4091384" y="514501"/>
                  </a:lnTo>
                  <a:lnTo>
                    <a:pt x="4094553" y="514501"/>
                  </a:lnTo>
                  <a:lnTo>
                    <a:pt x="4097722" y="490944"/>
                  </a:lnTo>
                  <a:lnTo>
                    <a:pt x="4100892" y="499880"/>
                  </a:lnTo>
                  <a:lnTo>
                    <a:pt x="4104061" y="493265"/>
                  </a:lnTo>
                  <a:lnTo>
                    <a:pt x="4107230" y="479734"/>
                  </a:lnTo>
                  <a:lnTo>
                    <a:pt x="4110399" y="440103"/>
                  </a:lnTo>
                  <a:lnTo>
                    <a:pt x="4113568" y="436863"/>
                  </a:lnTo>
                  <a:lnTo>
                    <a:pt x="4116737" y="443306"/>
                  </a:lnTo>
                  <a:lnTo>
                    <a:pt x="4119907" y="443561"/>
                  </a:lnTo>
                  <a:lnTo>
                    <a:pt x="4123076" y="393452"/>
                  </a:lnTo>
                  <a:lnTo>
                    <a:pt x="4126245" y="367465"/>
                  </a:lnTo>
                  <a:lnTo>
                    <a:pt x="4129414" y="354913"/>
                  </a:lnTo>
                  <a:lnTo>
                    <a:pt x="4132583" y="332576"/>
                  </a:lnTo>
                  <a:lnTo>
                    <a:pt x="4135752" y="287956"/>
                  </a:lnTo>
                  <a:lnTo>
                    <a:pt x="4138922" y="285789"/>
                  </a:lnTo>
                  <a:lnTo>
                    <a:pt x="4142091" y="277838"/>
                  </a:lnTo>
                  <a:lnTo>
                    <a:pt x="4145260" y="245333"/>
                  </a:lnTo>
                  <a:lnTo>
                    <a:pt x="4148429" y="212095"/>
                  </a:lnTo>
                  <a:lnTo>
                    <a:pt x="4151598" y="197308"/>
                  </a:lnTo>
                  <a:lnTo>
                    <a:pt x="4154767" y="104535"/>
                  </a:lnTo>
                  <a:lnTo>
                    <a:pt x="4157937" y="63189"/>
                  </a:lnTo>
                  <a:lnTo>
                    <a:pt x="4161106" y="69764"/>
                  </a:lnTo>
                  <a:lnTo>
                    <a:pt x="4164275" y="64436"/>
                  </a:lnTo>
                  <a:lnTo>
                    <a:pt x="4167444" y="22122"/>
                  </a:lnTo>
                  <a:lnTo>
                    <a:pt x="4170613" y="26931"/>
                  </a:lnTo>
                  <a:lnTo>
                    <a:pt x="4173782" y="3576"/>
                  </a:lnTo>
                  <a:lnTo>
                    <a:pt x="4176951" y="27237"/>
                  </a:lnTo>
                  <a:lnTo>
                    <a:pt x="4180121" y="8082"/>
                  </a:lnTo>
                  <a:lnTo>
                    <a:pt x="4183290" y="0"/>
                  </a:lnTo>
                  <a:lnTo>
                    <a:pt x="4186459" y="5604"/>
                  </a:lnTo>
                  <a:lnTo>
                    <a:pt x="4189628" y="26703"/>
                  </a:lnTo>
                  <a:lnTo>
                    <a:pt x="4192797" y="35080"/>
                  </a:lnTo>
                  <a:lnTo>
                    <a:pt x="4195966" y="81304"/>
                  </a:lnTo>
                  <a:lnTo>
                    <a:pt x="4199136" y="82805"/>
                  </a:lnTo>
                  <a:lnTo>
                    <a:pt x="4202305" y="76715"/>
                  </a:lnTo>
                  <a:lnTo>
                    <a:pt x="4205474" y="113211"/>
                  </a:lnTo>
                  <a:lnTo>
                    <a:pt x="4208643" y="70747"/>
                  </a:lnTo>
                  <a:lnTo>
                    <a:pt x="4211812" y="193745"/>
                  </a:lnTo>
                  <a:lnTo>
                    <a:pt x="4214981" y="170040"/>
                  </a:lnTo>
                  <a:lnTo>
                    <a:pt x="4218151" y="250962"/>
                  </a:lnTo>
                  <a:lnTo>
                    <a:pt x="4221320" y="317557"/>
                  </a:lnTo>
                  <a:lnTo>
                    <a:pt x="4224489" y="362190"/>
                  </a:lnTo>
                  <a:lnTo>
                    <a:pt x="4227658" y="472831"/>
                  </a:lnTo>
                  <a:lnTo>
                    <a:pt x="4230827" y="378620"/>
                  </a:lnTo>
                  <a:lnTo>
                    <a:pt x="4233996" y="478749"/>
                  </a:lnTo>
                  <a:lnTo>
                    <a:pt x="4237165" y="518084"/>
                  </a:lnTo>
                  <a:lnTo>
                    <a:pt x="4240335" y="511899"/>
                  </a:lnTo>
                  <a:lnTo>
                    <a:pt x="4243504" y="515623"/>
                  </a:lnTo>
                  <a:lnTo>
                    <a:pt x="4246673" y="464876"/>
                  </a:lnTo>
                  <a:lnTo>
                    <a:pt x="4249842" y="554587"/>
                  </a:lnTo>
                  <a:lnTo>
                    <a:pt x="4253011" y="529431"/>
                  </a:lnTo>
                  <a:lnTo>
                    <a:pt x="4256180" y="502552"/>
                  </a:lnTo>
                  <a:lnTo>
                    <a:pt x="4259350" y="490955"/>
                  </a:lnTo>
                  <a:lnTo>
                    <a:pt x="4262519" y="526627"/>
                  </a:lnTo>
                  <a:lnTo>
                    <a:pt x="4265688" y="573853"/>
                  </a:lnTo>
                  <a:lnTo>
                    <a:pt x="4268857" y="587284"/>
                  </a:lnTo>
                  <a:lnTo>
                    <a:pt x="4272026" y="549318"/>
                  </a:lnTo>
                  <a:lnTo>
                    <a:pt x="4275195" y="591901"/>
                  </a:lnTo>
                  <a:lnTo>
                    <a:pt x="4278365" y="607419"/>
                  </a:lnTo>
                  <a:lnTo>
                    <a:pt x="4281534" y="584102"/>
                  </a:lnTo>
                  <a:lnTo>
                    <a:pt x="4284703" y="545559"/>
                  </a:lnTo>
                  <a:lnTo>
                    <a:pt x="4287872" y="505355"/>
                  </a:lnTo>
                  <a:lnTo>
                    <a:pt x="4291041" y="538862"/>
                  </a:lnTo>
                  <a:lnTo>
                    <a:pt x="4294210" y="588132"/>
                  </a:lnTo>
                  <a:lnTo>
                    <a:pt x="4297380" y="587394"/>
                  </a:lnTo>
                  <a:lnTo>
                    <a:pt x="4300549" y="613647"/>
                  </a:lnTo>
                  <a:lnTo>
                    <a:pt x="4303718" y="600490"/>
                  </a:lnTo>
                  <a:lnTo>
                    <a:pt x="4306887" y="538188"/>
                  </a:lnTo>
                  <a:lnTo>
                    <a:pt x="4310056" y="580936"/>
                  </a:lnTo>
                  <a:lnTo>
                    <a:pt x="4313225" y="521337"/>
                  </a:lnTo>
                  <a:lnTo>
                    <a:pt x="4316394" y="547666"/>
                  </a:lnTo>
                  <a:lnTo>
                    <a:pt x="4319564" y="558364"/>
                  </a:lnTo>
                  <a:lnTo>
                    <a:pt x="4322733" y="540289"/>
                  </a:lnTo>
                  <a:lnTo>
                    <a:pt x="4325902" y="549893"/>
                  </a:lnTo>
                  <a:lnTo>
                    <a:pt x="4329071" y="652549"/>
                  </a:lnTo>
                  <a:lnTo>
                    <a:pt x="4332240" y="615006"/>
                  </a:lnTo>
                  <a:lnTo>
                    <a:pt x="4335409" y="665894"/>
                  </a:lnTo>
                  <a:lnTo>
                    <a:pt x="4338579" y="646477"/>
                  </a:lnTo>
                  <a:lnTo>
                    <a:pt x="4341748" y="681047"/>
                  </a:lnTo>
                  <a:lnTo>
                    <a:pt x="4344917" y="676534"/>
                  </a:lnTo>
                  <a:lnTo>
                    <a:pt x="4348086" y="688860"/>
                  </a:lnTo>
                  <a:lnTo>
                    <a:pt x="4351255" y="687125"/>
                  </a:lnTo>
                  <a:lnTo>
                    <a:pt x="4354424" y="677165"/>
                  </a:lnTo>
                  <a:lnTo>
                    <a:pt x="4357594" y="679353"/>
                  </a:lnTo>
                  <a:lnTo>
                    <a:pt x="4360763" y="679003"/>
                  </a:lnTo>
                  <a:lnTo>
                    <a:pt x="4363932" y="684847"/>
                  </a:lnTo>
                  <a:lnTo>
                    <a:pt x="4367101" y="685596"/>
                  </a:lnTo>
                  <a:lnTo>
                    <a:pt x="4370270" y="683691"/>
                  </a:lnTo>
                  <a:lnTo>
                    <a:pt x="4373439" y="696740"/>
                  </a:lnTo>
                  <a:lnTo>
                    <a:pt x="4376609" y="697492"/>
                  </a:lnTo>
                  <a:lnTo>
                    <a:pt x="4379778" y="687589"/>
                  </a:lnTo>
                  <a:lnTo>
                    <a:pt x="4382947" y="691675"/>
                  </a:lnTo>
                  <a:lnTo>
                    <a:pt x="4386116" y="681894"/>
                  </a:lnTo>
                  <a:lnTo>
                    <a:pt x="4389285" y="662807"/>
                  </a:lnTo>
                  <a:lnTo>
                    <a:pt x="4392454" y="666157"/>
                  </a:lnTo>
                  <a:lnTo>
                    <a:pt x="4395623" y="648279"/>
                  </a:lnTo>
                  <a:lnTo>
                    <a:pt x="4398793" y="667923"/>
                  </a:lnTo>
                  <a:lnTo>
                    <a:pt x="4401962" y="676686"/>
                  </a:lnTo>
                  <a:lnTo>
                    <a:pt x="4405131" y="708409"/>
                  </a:lnTo>
                  <a:lnTo>
                    <a:pt x="4408300" y="727154"/>
                  </a:lnTo>
                  <a:lnTo>
                    <a:pt x="4411469" y="702068"/>
                  </a:lnTo>
                  <a:lnTo>
                    <a:pt x="4414638" y="715644"/>
                  </a:lnTo>
                  <a:lnTo>
                    <a:pt x="4417808" y="715924"/>
                  </a:lnTo>
                  <a:lnTo>
                    <a:pt x="4420977" y="727163"/>
                  </a:lnTo>
                  <a:lnTo>
                    <a:pt x="4424146" y="731737"/>
                  </a:lnTo>
                  <a:lnTo>
                    <a:pt x="4424146" y="731737"/>
                  </a:lnTo>
                  <a:lnTo>
                    <a:pt x="4427315" y="717321"/>
                  </a:lnTo>
                  <a:lnTo>
                    <a:pt x="4430484" y="725014"/>
                  </a:lnTo>
                  <a:lnTo>
                    <a:pt x="4433653" y="717743"/>
                  </a:lnTo>
                  <a:lnTo>
                    <a:pt x="4436823" y="720913"/>
                  </a:lnTo>
                  <a:lnTo>
                    <a:pt x="4439992" y="731591"/>
                  </a:lnTo>
                  <a:lnTo>
                    <a:pt x="4443161" y="716763"/>
                  </a:lnTo>
                  <a:lnTo>
                    <a:pt x="4446330" y="721981"/>
                  </a:lnTo>
                  <a:lnTo>
                    <a:pt x="4449499" y="700530"/>
                  </a:lnTo>
                  <a:lnTo>
                    <a:pt x="4452668" y="696028"/>
                  </a:lnTo>
                  <a:lnTo>
                    <a:pt x="4455837" y="699525"/>
                  </a:lnTo>
                  <a:lnTo>
                    <a:pt x="4459007" y="686829"/>
                  </a:lnTo>
                  <a:lnTo>
                    <a:pt x="4462176" y="691947"/>
                  </a:lnTo>
                  <a:lnTo>
                    <a:pt x="4465345" y="694042"/>
                  </a:lnTo>
                  <a:lnTo>
                    <a:pt x="4468514" y="686513"/>
                  </a:lnTo>
                  <a:lnTo>
                    <a:pt x="4471683" y="701931"/>
                  </a:lnTo>
                  <a:lnTo>
                    <a:pt x="4474852" y="701563"/>
                  </a:lnTo>
                  <a:lnTo>
                    <a:pt x="4478022" y="707864"/>
                  </a:lnTo>
                  <a:lnTo>
                    <a:pt x="4481191" y="703855"/>
                  </a:lnTo>
                  <a:lnTo>
                    <a:pt x="4484360" y="704581"/>
                  </a:lnTo>
                  <a:lnTo>
                    <a:pt x="4487529" y="714276"/>
                  </a:lnTo>
                  <a:lnTo>
                    <a:pt x="4490698" y="711751"/>
                  </a:lnTo>
                  <a:lnTo>
                    <a:pt x="4493867" y="710928"/>
                  </a:lnTo>
                  <a:lnTo>
                    <a:pt x="4497037" y="706160"/>
                  </a:lnTo>
                  <a:lnTo>
                    <a:pt x="4500206" y="687237"/>
                  </a:lnTo>
                  <a:lnTo>
                    <a:pt x="4503375" y="688654"/>
                  </a:lnTo>
                  <a:lnTo>
                    <a:pt x="4506544" y="695737"/>
                  </a:lnTo>
                  <a:lnTo>
                    <a:pt x="4509713" y="731737"/>
                  </a:lnTo>
                  <a:lnTo>
                    <a:pt x="4509713" y="731737"/>
                  </a:lnTo>
                  <a:lnTo>
                    <a:pt x="4512882" y="731737"/>
                  </a:lnTo>
                  <a:lnTo>
                    <a:pt x="4516052" y="731737"/>
                  </a:lnTo>
                  <a:lnTo>
                    <a:pt x="4519221" y="731737"/>
                  </a:lnTo>
                  <a:lnTo>
                    <a:pt x="4522390" y="731737"/>
                  </a:lnTo>
                  <a:lnTo>
                    <a:pt x="4525559" y="731737"/>
                  </a:lnTo>
                  <a:lnTo>
                    <a:pt x="4528728" y="731737"/>
                  </a:lnTo>
                  <a:lnTo>
                    <a:pt x="4531897" y="731737"/>
                  </a:lnTo>
                  <a:lnTo>
                    <a:pt x="4535066" y="731737"/>
                  </a:lnTo>
                  <a:lnTo>
                    <a:pt x="4538236" y="687231"/>
                  </a:lnTo>
                  <a:lnTo>
                    <a:pt x="4541405" y="667559"/>
                  </a:lnTo>
                  <a:lnTo>
                    <a:pt x="4544574" y="648210"/>
                  </a:lnTo>
                  <a:lnTo>
                    <a:pt x="4547743" y="627149"/>
                  </a:lnTo>
                  <a:lnTo>
                    <a:pt x="4550912" y="622107"/>
                  </a:lnTo>
                  <a:lnTo>
                    <a:pt x="4554081" y="621645"/>
                  </a:lnTo>
                  <a:lnTo>
                    <a:pt x="4557251" y="626403"/>
                  </a:lnTo>
                  <a:lnTo>
                    <a:pt x="4560420" y="638192"/>
                  </a:lnTo>
                  <a:lnTo>
                    <a:pt x="4563589" y="624093"/>
                  </a:lnTo>
                  <a:lnTo>
                    <a:pt x="4566758" y="614919"/>
                  </a:lnTo>
                  <a:lnTo>
                    <a:pt x="4569927" y="602238"/>
                  </a:lnTo>
                  <a:lnTo>
                    <a:pt x="4573096" y="626620"/>
                  </a:lnTo>
                  <a:lnTo>
                    <a:pt x="4576266" y="668838"/>
                  </a:lnTo>
                  <a:lnTo>
                    <a:pt x="4579435" y="650926"/>
                  </a:lnTo>
                  <a:lnTo>
                    <a:pt x="4582604" y="623341"/>
                  </a:lnTo>
                  <a:lnTo>
                    <a:pt x="4585773" y="643024"/>
                  </a:lnTo>
                  <a:lnTo>
                    <a:pt x="4588942" y="635334"/>
                  </a:lnTo>
                  <a:lnTo>
                    <a:pt x="4592111" y="645704"/>
                  </a:lnTo>
                  <a:lnTo>
                    <a:pt x="4595280" y="657831"/>
                  </a:lnTo>
                  <a:lnTo>
                    <a:pt x="4598450" y="645995"/>
                  </a:lnTo>
                  <a:lnTo>
                    <a:pt x="4601619" y="659907"/>
                  </a:lnTo>
                  <a:lnTo>
                    <a:pt x="4604788" y="698096"/>
                  </a:lnTo>
                  <a:lnTo>
                    <a:pt x="4607957" y="680795"/>
                  </a:lnTo>
                  <a:lnTo>
                    <a:pt x="4611126" y="668890"/>
                  </a:lnTo>
                  <a:lnTo>
                    <a:pt x="4614295" y="682890"/>
                  </a:lnTo>
                  <a:lnTo>
                    <a:pt x="4617465" y="678913"/>
                  </a:lnTo>
                  <a:lnTo>
                    <a:pt x="4620634" y="726732"/>
                  </a:lnTo>
                  <a:lnTo>
                    <a:pt x="4623803" y="731737"/>
                  </a:lnTo>
                  <a:lnTo>
                    <a:pt x="4623803" y="731737"/>
                  </a:lnTo>
                  <a:lnTo>
                    <a:pt x="4626972" y="731737"/>
                  </a:lnTo>
                  <a:lnTo>
                    <a:pt x="4630141" y="731737"/>
                  </a:lnTo>
                  <a:lnTo>
                    <a:pt x="4633310" y="716857"/>
                  </a:lnTo>
                  <a:lnTo>
                    <a:pt x="4636480" y="731737"/>
                  </a:lnTo>
                  <a:lnTo>
                    <a:pt x="4636480" y="731737"/>
                  </a:lnTo>
                  <a:lnTo>
                    <a:pt x="4639649" y="708167"/>
                  </a:lnTo>
                  <a:lnTo>
                    <a:pt x="4642818" y="699262"/>
                  </a:lnTo>
                  <a:lnTo>
                    <a:pt x="4645987" y="709350"/>
                  </a:lnTo>
                  <a:lnTo>
                    <a:pt x="4649156" y="703526"/>
                  </a:lnTo>
                  <a:lnTo>
                    <a:pt x="4652325" y="697922"/>
                  </a:lnTo>
                  <a:lnTo>
                    <a:pt x="4655495" y="667199"/>
                  </a:lnTo>
                  <a:lnTo>
                    <a:pt x="4658664" y="638909"/>
                  </a:lnTo>
                  <a:lnTo>
                    <a:pt x="4661833" y="636015"/>
                  </a:lnTo>
                  <a:lnTo>
                    <a:pt x="4665002" y="609657"/>
                  </a:lnTo>
                  <a:lnTo>
                    <a:pt x="4668171" y="608914"/>
                  </a:lnTo>
                  <a:lnTo>
                    <a:pt x="4671340" y="612692"/>
                  </a:lnTo>
                  <a:lnTo>
                    <a:pt x="4674509" y="616307"/>
                  </a:lnTo>
                  <a:lnTo>
                    <a:pt x="4677679" y="622289"/>
                  </a:lnTo>
                  <a:lnTo>
                    <a:pt x="4680848" y="627801"/>
                  </a:lnTo>
                  <a:lnTo>
                    <a:pt x="4684017" y="636286"/>
                  </a:lnTo>
                  <a:lnTo>
                    <a:pt x="4687186" y="641010"/>
                  </a:lnTo>
                  <a:lnTo>
                    <a:pt x="4690355" y="637699"/>
                  </a:lnTo>
                  <a:lnTo>
                    <a:pt x="4693524" y="633576"/>
                  </a:lnTo>
                  <a:lnTo>
                    <a:pt x="4696694" y="628193"/>
                  </a:lnTo>
                  <a:lnTo>
                    <a:pt x="4699863" y="606182"/>
                  </a:lnTo>
                  <a:lnTo>
                    <a:pt x="4703032" y="609264"/>
                  </a:lnTo>
                  <a:lnTo>
                    <a:pt x="4706201" y="616199"/>
                  </a:lnTo>
                  <a:lnTo>
                    <a:pt x="4709370" y="609717"/>
                  </a:lnTo>
                  <a:lnTo>
                    <a:pt x="4712539" y="605813"/>
                  </a:lnTo>
                  <a:lnTo>
                    <a:pt x="4715709" y="634169"/>
                  </a:lnTo>
                  <a:lnTo>
                    <a:pt x="4718878" y="641181"/>
                  </a:lnTo>
                  <a:lnTo>
                    <a:pt x="4722047" y="651269"/>
                  </a:lnTo>
                  <a:lnTo>
                    <a:pt x="4725216" y="659487"/>
                  </a:lnTo>
                  <a:lnTo>
                    <a:pt x="4728385" y="653242"/>
                  </a:lnTo>
                  <a:lnTo>
                    <a:pt x="4731554" y="640149"/>
                  </a:lnTo>
                  <a:lnTo>
                    <a:pt x="4734724" y="657945"/>
                  </a:lnTo>
                  <a:lnTo>
                    <a:pt x="4737893" y="678321"/>
                  </a:lnTo>
                  <a:lnTo>
                    <a:pt x="4741062" y="686689"/>
                  </a:lnTo>
                  <a:lnTo>
                    <a:pt x="4744231" y="690056"/>
                  </a:lnTo>
                  <a:lnTo>
                    <a:pt x="4747400" y="690359"/>
                  </a:lnTo>
                  <a:lnTo>
                    <a:pt x="4750569" y="680865"/>
                  </a:lnTo>
                  <a:lnTo>
                    <a:pt x="4753738" y="680890"/>
                  </a:lnTo>
                  <a:lnTo>
                    <a:pt x="4756908" y="671128"/>
                  </a:lnTo>
                  <a:lnTo>
                    <a:pt x="4760077" y="664381"/>
                  </a:lnTo>
                  <a:lnTo>
                    <a:pt x="4763246" y="638794"/>
                  </a:lnTo>
                  <a:lnTo>
                    <a:pt x="4766415" y="631842"/>
                  </a:lnTo>
                  <a:lnTo>
                    <a:pt x="4769584" y="629872"/>
                  </a:lnTo>
                  <a:lnTo>
                    <a:pt x="4772753" y="630738"/>
                  </a:lnTo>
                  <a:lnTo>
                    <a:pt x="4775923" y="614035"/>
                  </a:lnTo>
                  <a:lnTo>
                    <a:pt x="4779092" y="604325"/>
                  </a:lnTo>
                  <a:lnTo>
                    <a:pt x="4782261" y="584374"/>
                  </a:lnTo>
                  <a:lnTo>
                    <a:pt x="4785430" y="594435"/>
                  </a:lnTo>
                  <a:lnTo>
                    <a:pt x="4788599" y="603364"/>
                  </a:lnTo>
                  <a:lnTo>
                    <a:pt x="4791768" y="617331"/>
                  </a:lnTo>
                  <a:lnTo>
                    <a:pt x="4794938" y="592650"/>
                  </a:lnTo>
                  <a:lnTo>
                    <a:pt x="4798107" y="594872"/>
                  </a:lnTo>
                  <a:lnTo>
                    <a:pt x="4801276" y="588971"/>
                  </a:lnTo>
                  <a:lnTo>
                    <a:pt x="4804445" y="523077"/>
                  </a:lnTo>
                  <a:lnTo>
                    <a:pt x="4807614" y="518306"/>
                  </a:lnTo>
                  <a:lnTo>
                    <a:pt x="4810783" y="469356"/>
                  </a:lnTo>
                  <a:lnTo>
                    <a:pt x="4813952" y="447956"/>
                  </a:lnTo>
                  <a:lnTo>
                    <a:pt x="4817122" y="510100"/>
                  </a:lnTo>
                  <a:lnTo>
                    <a:pt x="4820291" y="507390"/>
                  </a:lnTo>
                  <a:lnTo>
                    <a:pt x="4823460" y="531447"/>
                  </a:lnTo>
                  <a:lnTo>
                    <a:pt x="4826629" y="525160"/>
                  </a:lnTo>
                  <a:lnTo>
                    <a:pt x="4829798" y="491209"/>
                  </a:lnTo>
                  <a:lnTo>
                    <a:pt x="4832967" y="521693"/>
                  </a:lnTo>
                  <a:lnTo>
                    <a:pt x="4836137" y="487787"/>
                  </a:lnTo>
                  <a:lnTo>
                    <a:pt x="4839306" y="486065"/>
                  </a:lnTo>
                  <a:lnTo>
                    <a:pt x="4842475" y="498123"/>
                  </a:lnTo>
                  <a:lnTo>
                    <a:pt x="4845644" y="506376"/>
                  </a:lnTo>
                  <a:lnTo>
                    <a:pt x="4848813" y="510150"/>
                  </a:lnTo>
                  <a:lnTo>
                    <a:pt x="4851982" y="505338"/>
                  </a:lnTo>
                  <a:lnTo>
                    <a:pt x="4855152" y="576135"/>
                  </a:lnTo>
                  <a:lnTo>
                    <a:pt x="4858321" y="591336"/>
                  </a:lnTo>
                  <a:lnTo>
                    <a:pt x="4861490" y="588174"/>
                  </a:lnTo>
                  <a:lnTo>
                    <a:pt x="4864659" y="624818"/>
                  </a:lnTo>
                  <a:lnTo>
                    <a:pt x="4867828" y="621043"/>
                  </a:lnTo>
                  <a:lnTo>
                    <a:pt x="4870997" y="605481"/>
                  </a:lnTo>
                  <a:lnTo>
                    <a:pt x="4874167" y="617492"/>
                  </a:lnTo>
                  <a:lnTo>
                    <a:pt x="4877336" y="600636"/>
                  </a:lnTo>
                  <a:lnTo>
                    <a:pt x="4880505" y="578272"/>
                  </a:lnTo>
                  <a:lnTo>
                    <a:pt x="4883674" y="586305"/>
                  </a:lnTo>
                  <a:lnTo>
                    <a:pt x="4886843" y="569280"/>
                  </a:lnTo>
                  <a:lnTo>
                    <a:pt x="4890012" y="559848"/>
                  </a:lnTo>
                  <a:lnTo>
                    <a:pt x="4893181" y="568866"/>
                  </a:lnTo>
                  <a:lnTo>
                    <a:pt x="4896351" y="571353"/>
                  </a:lnTo>
                  <a:lnTo>
                    <a:pt x="4899520" y="621647"/>
                  </a:lnTo>
                  <a:lnTo>
                    <a:pt x="4902689" y="643117"/>
                  </a:lnTo>
                  <a:lnTo>
                    <a:pt x="4905858" y="630890"/>
                  </a:lnTo>
                  <a:lnTo>
                    <a:pt x="4909027" y="636255"/>
                  </a:lnTo>
                  <a:lnTo>
                    <a:pt x="4912196" y="638131"/>
                  </a:lnTo>
                  <a:lnTo>
                    <a:pt x="4915366" y="673871"/>
                  </a:lnTo>
                  <a:lnTo>
                    <a:pt x="4918535" y="682151"/>
                  </a:lnTo>
                  <a:lnTo>
                    <a:pt x="4921704" y="683337"/>
                  </a:lnTo>
                  <a:lnTo>
                    <a:pt x="4924873" y="692912"/>
                  </a:lnTo>
                  <a:lnTo>
                    <a:pt x="4928042" y="693341"/>
                  </a:lnTo>
                  <a:lnTo>
                    <a:pt x="4931211" y="691335"/>
                  </a:lnTo>
                  <a:lnTo>
                    <a:pt x="4934381" y="692698"/>
                  </a:lnTo>
                  <a:lnTo>
                    <a:pt x="4937550" y="700796"/>
                  </a:lnTo>
                  <a:lnTo>
                    <a:pt x="4940719" y="700796"/>
                  </a:lnTo>
                  <a:lnTo>
                    <a:pt x="4943888" y="700221"/>
                  </a:lnTo>
                  <a:lnTo>
                    <a:pt x="4947057" y="706090"/>
                  </a:lnTo>
                  <a:lnTo>
                    <a:pt x="4950226" y="704696"/>
                  </a:lnTo>
                  <a:lnTo>
                    <a:pt x="4953395" y="711693"/>
                  </a:lnTo>
                  <a:lnTo>
                    <a:pt x="4956565" y="696101"/>
                  </a:lnTo>
                  <a:lnTo>
                    <a:pt x="4959734" y="703942"/>
                  </a:lnTo>
                  <a:lnTo>
                    <a:pt x="4962903" y="700598"/>
                  </a:lnTo>
                  <a:lnTo>
                    <a:pt x="4966072" y="712308"/>
                  </a:lnTo>
                  <a:lnTo>
                    <a:pt x="4969241" y="731737"/>
                  </a:lnTo>
                  <a:lnTo>
                    <a:pt x="4969241" y="731737"/>
                  </a:lnTo>
                  <a:lnTo>
                    <a:pt x="4972410" y="731737"/>
                  </a:lnTo>
                  <a:lnTo>
                    <a:pt x="4975580" y="731737"/>
                  </a:lnTo>
                  <a:lnTo>
                    <a:pt x="4978749" y="724742"/>
                  </a:lnTo>
                  <a:lnTo>
                    <a:pt x="4981918" y="718027"/>
                  </a:lnTo>
                  <a:lnTo>
                    <a:pt x="4985087" y="718068"/>
                  </a:lnTo>
                  <a:lnTo>
                    <a:pt x="4988256" y="731737"/>
                  </a:lnTo>
                  <a:lnTo>
                    <a:pt x="4988256" y="731737"/>
                  </a:lnTo>
                  <a:lnTo>
                    <a:pt x="4991425" y="731737"/>
                  </a:lnTo>
                  <a:lnTo>
                    <a:pt x="4994595" y="731737"/>
                  </a:lnTo>
                  <a:lnTo>
                    <a:pt x="4997764" y="731737"/>
                  </a:lnTo>
                  <a:lnTo>
                    <a:pt x="5000933" y="731737"/>
                  </a:lnTo>
                  <a:lnTo>
                    <a:pt x="5004102" y="726864"/>
                  </a:lnTo>
                  <a:lnTo>
                    <a:pt x="5007271" y="724801"/>
                  </a:lnTo>
                  <a:lnTo>
                    <a:pt x="5010440" y="727627"/>
                  </a:lnTo>
                  <a:lnTo>
                    <a:pt x="5013610" y="731737"/>
                  </a:lnTo>
                  <a:lnTo>
                    <a:pt x="5013610" y="731737"/>
                  </a:lnTo>
                  <a:lnTo>
                    <a:pt x="5016779" y="731737"/>
                  </a:lnTo>
                  <a:lnTo>
                    <a:pt x="5019948" y="731737"/>
                  </a:lnTo>
                  <a:lnTo>
                    <a:pt x="5023117" y="731737"/>
                  </a:lnTo>
                  <a:lnTo>
                    <a:pt x="5026286" y="730257"/>
                  </a:lnTo>
                  <a:lnTo>
                    <a:pt x="5029455" y="731737"/>
                  </a:lnTo>
                  <a:lnTo>
                    <a:pt x="5029455" y="731737"/>
                  </a:lnTo>
                  <a:lnTo>
                    <a:pt x="5032624" y="731737"/>
                  </a:lnTo>
                  <a:lnTo>
                    <a:pt x="5035794" y="731737"/>
                  </a:lnTo>
                  <a:lnTo>
                    <a:pt x="5038963" y="714249"/>
                  </a:lnTo>
                  <a:lnTo>
                    <a:pt x="5042132" y="731261"/>
                  </a:lnTo>
                  <a:lnTo>
                    <a:pt x="5045301" y="731737"/>
                  </a:lnTo>
                  <a:lnTo>
                    <a:pt x="5045301" y="731737"/>
                  </a:lnTo>
                  <a:lnTo>
                    <a:pt x="5048470" y="722823"/>
                  </a:lnTo>
                  <a:lnTo>
                    <a:pt x="5051639" y="731737"/>
                  </a:lnTo>
                  <a:lnTo>
                    <a:pt x="5051639" y="731737"/>
                  </a:lnTo>
                  <a:lnTo>
                    <a:pt x="5054809" y="723154"/>
                  </a:lnTo>
                  <a:lnTo>
                    <a:pt x="5057978" y="716808"/>
                  </a:lnTo>
                  <a:lnTo>
                    <a:pt x="5061147" y="731737"/>
                  </a:lnTo>
                  <a:lnTo>
                    <a:pt x="5061147" y="731737"/>
                  </a:lnTo>
                  <a:lnTo>
                    <a:pt x="5064316" y="731737"/>
                  </a:lnTo>
                  <a:lnTo>
                    <a:pt x="5067485" y="731737"/>
                  </a:lnTo>
                  <a:lnTo>
                    <a:pt x="5070654" y="709958"/>
                  </a:lnTo>
                  <a:lnTo>
                    <a:pt x="5073824" y="697848"/>
                  </a:lnTo>
                  <a:lnTo>
                    <a:pt x="5076993" y="697239"/>
                  </a:lnTo>
                  <a:lnTo>
                    <a:pt x="5080162" y="697961"/>
                  </a:lnTo>
                  <a:lnTo>
                    <a:pt x="5083331" y="722579"/>
                  </a:lnTo>
                  <a:lnTo>
                    <a:pt x="5086500" y="714589"/>
                  </a:lnTo>
                  <a:lnTo>
                    <a:pt x="5089669" y="711597"/>
                  </a:lnTo>
                  <a:lnTo>
                    <a:pt x="5092839" y="729968"/>
                  </a:lnTo>
                  <a:lnTo>
                    <a:pt x="5096008" y="697942"/>
                  </a:lnTo>
                  <a:lnTo>
                    <a:pt x="5099177" y="682554"/>
                  </a:lnTo>
                  <a:lnTo>
                    <a:pt x="5102346" y="666550"/>
                  </a:lnTo>
                  <a:lnTo>
                    <a:pt x="5105515" y="699641"/>
                  </a:lnTo>
                  <a:lnTo>
                    <a:pt x="5108684" y="704867"/>
                  </a:lnTo>
                  <a:lnTo>
                    <a:pt x="5111853" y="676040"/>
                  </a:lnTo>
                  <a:lnTo>
                    <a:pt x="5115023" y="684754"/>
                  </a:lnTo>
                  <a:lnTo>
                    <a:pt x="5118192" y="712886"/>
                  </a:lnTo>
                  <a:lnTo>
                    <a:pt x="5121361" y="722589"/>
                  </a:lnTo>
                  <a:lnTo>
                    <a:pt x="5124530" y="722179"/>
                  </a:lnTo>
                  <a:lnTo>
                    <a:pt x="5127699" y="723568"/>
                  </a:lnTo>
                  <a:lnTo>
                    <a:pt x="5130868" y="730378"/>
                  </a:lnTo>
                  <a:lnTo>
                    <a:pt x="5134038" y="726276"/>
                  </a:lnTo>
                  <a:lnTo>
                    <a:pt x="5137207" y="727738"/>
                  </a:lnTo>
                  <a:lnTo>
                    <a:pt x="5140376" y="723307"/>
                  </a:lnTo>
                  <a:lnTo>
                    <a:pt x="5143545" y="724370"/>
                  </a:lnTo>
                  <a:lnTo>
                    <a:pt x="5146714" y="726835"/>
                  </a:lnTo>
                  <a:lnTo>
                    <a:pt x="5149883" y="727540"/>
                  </a:lnTo>
                  <a:lnTo>
                    <a:pt x="5153053" y="731737"/>
                  </a:lnTo>
                  <a:lnTo>
                    <a:pt x="5153053" y="731737"/>
                  </a:lnTo>
                  <a:lnTo>
                    <a:pt x="5156222" y="731737"/>
                  </a:lnTo>
                  <a:lnTo>
                    <a:pt x="5159391" y="731737"/>
                  </a:lnTo>
                  <a:lnTo>
                    <a:pt x="5162560" y="731737"/>
                  </a:lnTo>
                  <a:lnTo>
                    <a:pt x="5165729" y="731737"/>
                  </a:lnTo>
                  <a:lnTo>
                    <a:pt x="5168898" y="731737"/>
                  </a:lnTo>
                  <a:lnTo>
                    <a:pt x="5172067" y="731737"/>
                  </a:lnTo>
                  <a:lnTo>
                    <a:pt x="5175237" y="731737"/>
                  </a:lnTo>
                  <a:lnTo>
                    <a:pt x="5178406" y="731737"/>
                  </a:lnTo>
                  <a:lnTo>
                    <a:pt x="5181575" y="731737"/>
                  </a:lnTo>
                  <a:lnTo>
                    <a:pt x="5184744" y="723634"/>
                  </a:lnTo>
                  <a:lnTo>
                    <a:pt x="5187913" y="719400"/>
                  </a:lnTo>
                  <a:lnTo>
                    <a:pt x="5191082" y="698553"/>
                  </a:lnTo>
                  <a:lnTo>
                    <a:pt x="5194252" y="708976"/>
                  </a:lnTo>
                  <a:lnTo>
                    <a:pt x="5197421" y="708046"/>
                  </a:lnTo>
                  <a:lnTo>
                    <a:pt x="5200590" y="689945"/>
                  </a:lnTo>
                  <a:lnTo>
                    <a:pt x="5203759" y="703890"/>
                  </a:lnTo>
                  <a:lnTo>
                    <a:pt x="5206928" y="695484"/>
                  </a:lnTo>
                  <a:lnTo>
                    <a:pt x="5210097" y="686485"/>
                  </a:lnTo>
                  <a:lnTo>
                    <a:pt x="5213267" y="682937"/>
                  </a:lnTo>
                  <a:lnTo>
                    <a:pt x="5216436" y="643963"/>
                  </a:lnTo>
                  <a:lnTo>
                    <a:pt x="5219605" y="615277"/>
                  </a:lnTo>
                  <a:lnTo>
                    <a:pt x="5222774" y="597648"/>
                  </a:lnTo>
                  <a:lnTo>
                    <a:pt x="5225943" y="632361"/>
                  </a:lnTo>
                  <a:lnTo>
                    <a:pt x="5229112" y="635392"/>
                  </a:lnTo>
                  <a:lnTo>
                    <a:pt x="5232282" y="641281"/>
                  </a:lnTo>
                  <a:lnTo>
                    <a:pt x="5235451" y="681464"/>
                  </a:lnTo>
                  <a:lnTo>
                    <a:pt x="5238620" y="680236"/>
                  </a:lnTo>
                  <a:lnTo>
                    <a:pt x="5241789" y="681312"/>
                  </a:lnTo>
                  <a:lnTo>
                    <a:pt x="5244958" y="690059"/>
                  </a:lnTo>
                  <a:lnTo>
                    <a:pt x="5248127" y="665023"/>
                  </a:lnTo>
                  <a:lnTo>
                    <a:pt x="5251296" y="684651"/>
                  </a:lnTo>
                  <a:lnTo>
                    <a:pt x="5254466" y="687089"/>
                  </a:lnTo>
                  <a:lnTo>
                    <a:pt x="5257635" y="706127"/>
                  </a:lnTo>
                  <a:lnTo>
                    <a:pt x="5260804" y="731737"/>
                  </a:lnTo>
                  <a:lnTo>
                    <a:pt x="5260804" y="731737"/>
                  </a:lnTo>
                  <a:lnTo>
                    <a:pt x="5263973" y="731737"/>
                  </a:lnTo>
                  <a:lnTo>
                    <a:pt x="5267142" y="731737"/>
                  </a:lnTo>
                  <a:lnTo>
                    <a:pt x="5270311" y="731737"/>
                  </a:lnTo>
                  <a:lnTo>
                    <a:pt x="5273481" y="731737"/>
                  </a:lnTo>
                  <a:lnTo>
                    <a:pt x="5276650" y="731737"/>
                  </a:lnTo>
                  <a:lnTo>
                    <a:pt x="5279819" y="731737"/>
                  </a:lnTo>
                  <a:lnTo>
                    <a:pt x="5282988" y="731737"/>
                  </a:lnTo>
                  <a:lnTo>
                    <a:pt x="5286157" y="718388"/>
                  </a:lnTo>
                  <a:lnTo>
                    <a:pt x="5289326" y="726133"/>
                  </a:lnTo>
                  <a:lnTo>
                    <a:pt x="5292496" y="731737"/>
                  </a:lnTo>
                  <a:lnTo>
                    <a:pt x="5292496" y="731737"/>
                  </a:lnTo>
                  <a:lnTo>
                    <a:pt x="5295665" y="731737"/>
                  </a:lnTo>
                  <a:lnTo>
                    <a:pt x="5298834" y="731737"/>
                  </a:lnTo>
                  <a:lnTo>
                    <a:pt x="5302003" y="731572"/>
                  </a:lnTo>
                  <a:lnTo>
                    <a:pt x="5305172" y="731737"/>
                  </a:lnTo>
                  <a:lnTo>
                    <a:pt x="5305172" y="731737"/>
                  </a:lnTo>
                  <a:lnTo>
                    <a:pt x="5308341" y="731737"/>
                  </a:lnTo>
                  <a:lnTo>
                    <a:pt x="5311510" y="728961"/>
                  </a:lnTo>
                  <a:lnTo>
                    <a:pt x="5314680" y="728765"/>
                  </a:lnTo>
                  <a:lnTo>
                    <a:pt x="5317849" y="728278"/>
                  </a:lnTo>
                  <a:lnTo>
                    <a:pt x="5321018" y="719035"/>
                  </a:lnTo>
                  <a:lnTo>
                    <a:pt x="5324187" y="706532"/>
                  </a:lnTo>
                  <a:lnTo>
                    <a:pt x="5327356" y="707304"/>
                  </a:lnTo>
                  <a:lnTo>
                    <a:pt x="5330525" y="690168"/>
                  </a:lnTo>
                  <a:lnTo>
                    <a:pt x="5333695" y="694733"/>
                  </a:lnTo>
                  <a:lnTo>
                    <a:pt x="5336864" y="671650"/>
                  </a:lnTo>
                  <a:lnTo>
                    <a:pt x="5340033" y="673027"/>
                  </a:lnTo>
                  <a:lnTo>
                    <a:pt x="5343202" y="731737"/>
                  </a:lnTo>
                  <a:lnTo>
                    <a:pt x="5343202" y="731737"/>
                  </a:lnTo>
                  <a:lnTo>
                    <a:pt x="5346371" y="731737"/>
                  </a:lnTo>
                  <a:lnTo>
                    <a:pt x="5349540" y="731737"/>
                  </a:lnTo>
                  <a:lnTo>
                    <a:pt x="5352710" y="731737"/>
                  </a:lnTo>
                  <a:lnTo>
                    <a:pt x="5355879" y="731737"/>
                  </a:lnTo>
                  <a:lnTo>
                    <a:pt x="5359048" y="731737"/>
                  </a:lnTo>
                  <a:lnTo>
                    <a:pt x="5362217" y="731737"/>
                  </a:lnTo>
                  <a:lnTo>
                    <a:pt x="5365386" y="728793"/>
                  </a:lnTo>
                  <a:lnTo>
                    <a:pt x="5368555" y="731737"/>
                  </a:lnTo>
                  <a:lnTo>
                    <a:pt x="5368555" y="731737"/>
                  </a:lnTo>
                  <a:lnTo>
                    <a:pt x="5371725" y="701238"/>
                  </a:lnTo>
                  <a:lnTo>
                    <a:pt x="5374894" y="692048"/>
                  </a:lnTo>
                  <a:lnTo>
                    <a:pt x="5378063" y="636119"/>
                  </a:lnTo>
                  <a:lnTo>
                    <a:pt x="5381232" y="595175"/>
                  </a:lnTo>
                  <a:lnTo>
                    <a:pt x="5384401" y="621352"/>
                  </a:lnTo>
                  <a:lnTo>
                    <a:pt x="5387570" y="598953"/>
                  </a:lnTo>
                  <a:lnTo>
                    <a:pt x="5390739" y="633384"/>
                  </a:lnTo>
                  <a:lnTo>
                    <a:pt x="5393909" y="651001"/>
                  </a:lnTo>
                  <a:lnTo>
                    <a:pt x="5397078" y="630323"/>
                  </a:lnTo>
                  <a:lnTo>
                    <a:pt x="5400247" y="639331"/>
                  </a:lnTo>
                  <a:lnTo>
                    <a:pt x="5403416" y="568238"/>
                  </a:lnTo>
                  <a:lnTo>
                    <a:pt x="5406585" y="532930"/>
                  </a:lnTo>
                  <a:lnTo>
                    <a:pt x="5409754" y="545853"/>
                  </a:lnTo>
                  <a:lnTo>
                    <a:pt x="5412924" y="579121"/>
                  </a:lnTo>
                  <a:lnTo>
                    <a:pt x="5416093" y="623238"/>
                  </a:lnTo>
                  <a:lnTo>
                    <a:pt x="5419262" y="598529"/>
                  </a:lnTo>
                  <a:lnTo>
                    <a:pt x="5422431" y="599475"/>
                  </a:lnTo>
                  <a:lnTo>
                    <a:pt x="5425600" y="612214"/>
                  </a:lnTo>
                  <a:lnTo>
                    <a:pt x="5428769" y="589554"/>
                  </a:lnTo>
                  <a:lnTo>
                    <a:pt x="5431939" y="531626"/>
                  </a:lnTo>
                  <a:lnTo>
                    <a:pt x="5435108" y="531333"/>
                  </a:lnTo>
                  <a:lnTo>
                    <a:pt x="5438277" y="520079"/>
                  </a:lnTo>
                  <a:lnTo>
                    <a:pt x="5441446" y="581148"/>
                  </a:lnTo>
                  <a:lnTo>
                    <a:pt x="5444615" y="601121"/>
                  </a:lnTo>
                  <a:lnTo>
                    <a:pt x="5447784" y="614314"/>
                  </a:lnTo>
                  <a:lnTo>
                    <a:pt x="5450954" y="608163"/>
                  </a:lnTo>
                  <a:lnTo>
                    <a:pt x="5454123" y="603566"/>
                  </a:lnTo>
                  <a:lnTo>
                    <a:pt x="5457292" y="609022"/>
                  </a:lnTo>
                  <a:lnTo>
                    <a:pt x="5460461" y="552084"/>
                  </a:lnTo>
                  <a:lnTo>
                    <a:pt x="5463630" y="537914"/>
                  </a:lnTo>
                  <a:lnTo>
                    <a:pt x="5466799" y="514026"/>
                  </a:lnTo>
                  <a:lnTo>
                    <a:pt x="5469968" y="487642"/>
                  </a:lnTo>
                  <a:lnTo>
                    <a:pt x="5473138" y="418462"/>
                  </a:lnTo>
                  <a:lnTo>
                    <a:pt x="5476307" y="376159"/>
                  </a:lnTo>
                  <a:lnTo>
                    <a:pt x="5479476" y="290387"/>
                  </a:lnTo>
                  <a:lnTo>
                    <a:pt x="5482645" y="201088"/>
                  </a:lnTo>
                  <a:lnTo>
                    <a:pt x="5485814" y="219060"/>
                  </a:lnTo>
                  <a:lnTo>
                    <a:pt x="5488983" y="175973"/>
                  </a:lnTo>
                  <a:lnTo>
                    <a:pt x="5492153" y="142583"/>
                  </a:lnTo>
                  <a:lnTo>
                    <a:pt x="5495322" y="160440"/>
                  </a:lnTo>
                  <a:lnTo>
                    <a:pt x="5498491" y="152692"/>
                  </a:lnTo>
                  <a:lnTo>
                    <a:pt x="5501660" y="180190"/>
                  </a:lnTo>
                  <a:lnTo>
                    <a:pt x="5504829" y="132902"/>
                  </a:lnTo>
                  <a:lnTo>
                    <a:pt x="5507998" y="101573"/>
                  </a:lnTo>
                  <a:lnTo>
                    <a:pt x="5511168" y="468"/>
                  </a:lnTo>
                  <a:lnTo>
                    <a:pt x="5514337" y="23053"/>
                  </a:lnTo>
                  <a:lnTo>
                    <a:pt x="5517506" y="157371"/>
                  </a:lnTo>
                  <a:lnTo>
                    <a:pt x="5520675" y="123987"/>
                  </a:lnTo>
                  <a:lnTo>
                    <a:pt x="5523844" y="277223"/>
                  </a:lnTo>
                  <a:lnTo>
                    <a:pt x="5527013" y="309127"/>
                  </a:lnTo>
                  <a:lnTo>
                    <a:pt x="5530182" y="347182"/>
                  </a:lnTo>
                  <a:lnTo>
                    <a:pt x="5533352" y="348353"/>
                  </a:lnTo>
                  <a:lnTo>
                    <a:pt x="5536521" y="275646"/>
                  </a:lnTo>
                  <a:lnTo>
                    <a:pt x="5539690" y="243323"/>
                  </a:lnTo>
                  <a:lnTo>
                    <a:pt x="5542859" y="293429"/>
                  </a:lnTo>
                  <a:lnTo>
                    <a:pt x="5546028" y="226814"/>
                  </a:lnTo>
                  <a:lnTo>
                    <a:pt x="5549197" y="240911"/>
                  </a:lnTo>
                  <a:lnTo>
                    <a:pt x="5552367" y="253524"/>
                  </a:lnTo>
                  <a:lnTo>
                    <a:pt x="5555536" y="229354"/>
                  </a:lnTo>
                  <a:lnTo>
                    <a:pt x="5558705" y="272468"/>
                  </a:lnTo>
                  <a:lnTo>
                    <a:pt x="5561874" y="263259"/>
                  </a:lnTo>
                  <a:lnTo>
                    <a:pt x="5565043" y="311032"/>
                  </a:lnTo>
                  <a:lnTo>
                    <a:pt x="5568212" y="310583"/>
                  </a:lnTo>
                  <a:lnTo>
                    <a:pt x="5571382" y="307625"/>
                  </a:lnTo>
                  <a:lnTo>
                    <a:pt x="5574551" y="327530"/>
                  </a:lnTo>
                  <a:lnTo>
                    <a:pt x="5577720" y="325650"/>
                  </a:lnTo>
                  <a:lnTo>
                    <a:pt x="5580889" y="358897"/>
                  </a:lnTo>
                  <a:lnTo>
                    <a:pt x="5584058" y="366462"/>
                  </a:lnTo>
                  <a:lnTo>
                    <a:pt x="5587227" y="439174"/>
                  </a:lnTo>
                  <a:lnTo>
                    <a:pt x="5590397" y="453809"/>
                  </a:lnTo>
                  <a:lnTo>
                    <a:pt x="5593566" y="494287"/>
                  </a:lnTo>
                  <a:lnTo>
                    <a:pt x="5596735" y="508211"/>
                  </a:lnTo>
                  <a:lnTo>
                    <a:pt x="5599904" y="478279"/>
                  </a:lnTo>
                  <a:lnTo>
                    <a:pt x="5603073" y="490930"/>
                  </a:lnTo>
                  <a:lnTo>
                    <a:pt x="5606242" y="531796"/>
                  </a:lnTo>
                  <a:lnTo>
                    <a:pt x="5609411" y="572790"/>
                  </a:lnTo>
                  <a:lnTo>
                    <a:pt x="5612581" y="564143"/>
                  </a:lnTo>
                  <a:lnTo>
                    <a:pt x="5615750" y="571832"/>
                  </a:lnTo>
                  <a:lnTo>
                    <a:pt x="5618919" y="575226"/>
                  </a:lnTo>
                  <a:lnTo>
                    <a:pt x="5622088" y="572957"/>
                  </a:lnTo>
                  <a:lnTo>
                    <a:pt x="5625257" y="612223"/>
                  </a:lnTo>
                  <a:lnTo>
                    <a:pt x="5628426" y="558769"/>
                  </a:lnTo>
                  <a:lnTo>
                    <a:pt x="5631596" y="557135"/>
                  </a:lnTo>
                  <a:lnTo>
                    <a:pt x="5634765" y="547558"/>
                  </a:lnTo>
                  <a:lnTo>
                    <a:pt x="5637934" y="569583"/>
                  </a:lnTo>
                  <a:lnTo>
                    <a:pt x="5641103" y="611413"/>
                  </a:lnTo>
                  <a:lnTo>
                    <a:pt x="5644272" y="599982"/>
                  </a:lnTo>
                  <a:lnTo>
                    <a:pt x="5647441" y="623851"/>
                  </a:lnTo>
                  <a:lnTo>
                    <a:pt x="5650611" y="643156"/>
                  </a:lnTo>
                  <a:lnTo>
                    <a:pt x="5653780" y="650517"/>
                  </a:lnTo>
                  <a:lnTo>
                    <a:pt x="5656949" y="654799"/>
                  </a:lnTo>
                  <a:lnTo>
                    <a:pt x="5660118" y="654981"/>
                  </a:lnTo>
                  <a:lnTo>
                    <a:pt x="5663287" y="656679"/>
                  </a:lnTo>
                  <a:lnTo>
                    <a:pt x="5666456" y="658496"/>
                  </a:lnTo>
                  <a:lnTo>
                    <a:pt x="5669626" y="658056"/>
                  </a:lnTo>
                  <a:lnTo>
                    <a:pt x="5672795" y="651582"/>
                  </a:lnTo>
                  <a:lnTo>
                    <a:pt x="5675964" y="662876"/>
                  </a:lnTo>
                  <a:lnTo>
                    <a:pt x="5679133" y="663996"/>
                  </a:lnTo>
                  <a:lnTo>
                    <a:pt x="5682302" y="676668"/>
                  </a:lnTo>
                  <a:lnTo>
                    <a:pt x="5685471" y="682787"/>
                  </a:lnTo>
                  <a:lnTo>
                    <a:pt x="5688640" y="684596"/>
                  </a:lnTo>
                  <a:lnTo>
                    <a:pt x="5691810" y="688128"/>
                  </a:lnTo>
                  <a:lnTo>
                    <a:pt x="5694979" y="710140"/>
                  </a:lnTo>
                  <a:lnTo>
                    <a:pt x="5698148" y="709718"/>
                  </a:lnTo>
                  <a:lnTo>
                    <a:pt x="5701317" y="714945"/>
                  </a:lnTo>
                  <a:lnTo>
                    <a:pt x="5704486" y="705077"/>
                  </a:lnTo>
                  <a:lnTo>
                    <a:pt x="5707655" y="705011"/>
                  </a:lnTo>
                  <a:lnTo>
                    <a:pt x="5710825" y="696767"/>
                  </a:lnTo>
                  <a:lnTo>
                    <a:pt x="5713994" y="667910"/>
                  </a:lnTo>
                  <a:lnTo>
                    <a:pt x="5717163" y="657213"/>
                  </a:lnTo>
                  <a:lnTo>
                    <a:pt x="5720332" y="662887"/>
                  </a:lnTo>
                  <a:lnTo>
                    <a:pt x="5723501" y="698861"/>
                  </a:lnTo>
                  <a:lnTo>
                    <a:pt x="5726670" y="695912"/>
                  </a:lnTo>
                  <a:lnTo>
                    <a:pt x="5729840" y="713343"/>
                  </a:lnTo>
                  <a:lnTo>
                    <a:pt x="5733009" y="726884"/>
                  </a:lnTo>
                  <a:lnTo>
                    <a:pt x="5736178" y="704654"/>
                  </a:lnTo>
                  <a:lnTo>
                    <a:pt x="5739347" y="724538"/>
                  </a:lnTo>
                  <a:lnTo>
                    <a:pt x="5742516" y="713827"/>
                  </a:lnTo>
                  <a:lnTo>
                    <a:pt x="5745685" y="728684"/>
                  </a:lnTo>
                  <a:lnTo>
                    <a:pt x="5748854" y="700234"/>
                  </a:lnTo>
                  <a:lnTo>
                    <a:pt x="5752024" y="691795"/>
                  </a:lnTo>
                  <a:lnTo>
                    <a:pt x="5755193" y="649934"/>
                  </a:lnTo>
                  <a:lnTo>
                    <a:pt x="5758362" y="645371"/>
                  </a:lnTo>
                  <a:lnTo>
                    <a:pt x="5761531" y="653165"/>
                  </a:lnTo>
                  <a:lnTo>
                    <a:pt x="5764700" y="677051"/>
                  </a:lnTo>
                  <a:lnTo>
                    <a:pt x="5767869" y="679022"/>
                  </a:lnTo>
                  <a:lnTo>
                    <a:pt x="5771039" y="654057"/>
                  </a:lnTo>
                  <a:lnTo>
                    <a:pt x="5774208" y="581629"/>
                  </a:lnTo>
                  <a:lnTo>
                    <a:pt x="5777377" y="580597"/>
                  </a:lnTo>
                  <a:lnTo>
                    <a:pt x="5780546" y="592439"/>
                  </a:lnTo>
                  <a:lnTo>
                    <a:pt x="5783715" y="592959"/>
                  </a:lnTo>
                  <a:lnTo>
                    <a:pt x="5786884" y="584167"/>
                  </a:lnTo>
                  <a:lnTo>
                    <a:pt x="5790054" y="599017"/>
                  </a:lnTo>
                  <a:lnTo>
                    <a:pt x="5793223" y="634917"/>
                  </a:lnTo>
                  <a:lnTo>
                    <a:pt x="5796392" y="675589"/>
                  </a:lnTo>
                  <a:lnTo>
                    <a:pt x="5799561" y="677581"/>
                  </a:lnTo>
                  <a:lnTo>
                    <a:pt x="5802730" y="702535"/>
                  </a:lnTo>
                  <a:lnTo>
                    <a:pt x="5805899" y="698445"/>
                  </a:lnTo>
                  <a:lnTo>
                    <a:pt x="5809069" y="691270"/>
                  </a:lnTo>
                  <a:lnTo>
                    <a:pt x="5812238" y="701377"/>
                  </a:lnTo>
                  <a:lnTo>
                    <a:pt x="5815407" y="686239"/>
                  </a:lnTo>
                  <a:lnTo>
                    <a:pt x="5818576" y="690284"/>
                  </a:lnTo>
                  <a:lnTo>
                    <a:pt x="5821745" y="705119"/>
                  </a:lnTo>
                  <a:lnTo>
                    <a:pt x="5824914" y="691637"/>
                  </a:lnTo>
                  <a:lnTo>
                    <a:pt x="5828083" y="701910"/>
                  </a:lnTo>
                  <a:lnTo>
                    <a:pt x="5831253" y="706795"/>
                  </a:lnTo>
                  <a:lnTo>
                    <a:pt x="5834422" y="725274"/>
                  </a:lnTo>
                  <a:lnTo>
                    <a:pt x="5837591" y="722104"/>
                  </a:lnTo>
                  <a:lnTo>
                    <a:pt x="5840760" y="728587"/>
                  </a:lnTo>
                  <a:lnTo>
                    <a:pt x="5843929" y="726434"/>
                  </a:lnTo>
                  <a:lnTo>
                    <a:pt x="5847098" y="723022"/>
                  </a:lnTo>
                  <a:lnTo>
                    <a:pt x="5850268" y="709720"/>
                  </a:lnTo>
                  <a:lnTo>
                    <a:pt x="5853437" y="693252"/>
                  </a:lnTo>
                  <a:lnTo>
                    <a:pt x="5856606" y="690649"/>
                  </a:lnTo>
                  <a:lnTo>
                    <a:pt x="5859775" y="664398"/>
                  </a:lnTo>
                  <a:lnTo>
                    <a:pt x="5862944" y="648486"/>
                  </a:lnTo>
                  <a:lnTo>
                    <a:pt x="5866113" y="676845"/>
                  </a:lnTo>
                  <a:lnTo>
                    <a:pt x="5869283" y="672901"/>
                  </a:lnTo>
                  <a:lnTo>
                    <a:pt x="5872452" y="731737"/>
                  </a:lnTo>
                  <a:lnTo>
                    <a:pt x="5872452" y="731737"/>
                  </a:lnTo>
                  <a:lnTo>
                    <a:pt x="5875621" y="731737"/>
                  </a:lnTo>
                  <a:lnTo>
                    <a:pt x="5878790" y="731737"/>
                  </a:lnTo>
                  <a:lnTo>
                    <a:pt x="5881959" y="731737"/>
                  </a:lnTo>
                  <a:lnTo>
                    <a:pt x="5885128" y="731737"/>
                  </a:lnTo>
                  <a:lnTo>
                    <a:pt x="5888297" y="731737"/>
                  </a:lnTo>
                  <a:lnTo>
                    <a:pt x="5891467" y="731737"/>
                  </a:lnTo>
                  <a:lnTo>
                    <a:pt x="5894636" y="731356"/>
                  </a:lnTo>
                  <a:lnTo>
                    <a:pt x="5897805" y="712533"/>
                  </a:lnTo>
                  <a:lnTo>
                    <a:pt x="5900974" y="696410"/>
                  </a:lnTo>
                  <a:lnTo>
                    <a:pt x="5904143" y="702285"/>
                  </a:lnTo>
                  <a:lnTo>
                    <a:pt x="5907312" y="722210"/>
                  </a:lnTo>
                  <a:lnTo>
                    <a:pt x="5910482" y="722689"/>
                  </a:lnTo>
                  <a:lnTo>
                    <a:pt x="5913651" y="730818"/>
                  </a:lnTo>
                  <a:lnTo>
                    <a:pt x="5916820" y="728249"/>
                  </a:lnTo>
                  <a:lnTo>
                    <a:pt x="5919989" y="720398"/>
                  </a:lnTo>
                  <a:lnTo>
                    <a:pt x="5923158" y="728503"/>
                  </a:lnTo>
                  <a:lnTo>
                    <a:pt x="5926327" y="721513"/>
                  </a:lnTo>
                  <a:lnTo>
                    <a:pt x="5929497" y="717107"/>
                  </a:lnTo>
                  <a:lnTo>
                    <a:pt x="5932666" y="711696"/>
                  </a:lnTo>
                  <a:lnTo>
                    <a:pt x="5935835" y="708135"/>
                  </a:lnTo>
                  <a:lnTo>
                    <a:pt x="5939004" y="710107"/>
                  </a:lnTo>
                  <a:lnTo>
                    <a:pt x="5942173" y="714685"/>
                  </a:lnTo>
                  <a:lnTo>
                    <a:pt x="5945342" y="731737"/>
                  </a:lnTo>
                  <a:lnTo>
                    <a:pt x="5945342" y="731737"/>
                  </a:lnTo>
                  <a:lnTo>
                    <a:pt x="5948512" y="727057"/>
                  </a:lnTo>
                  <a:lnTo>
                    <a:pt x="5951681" y="724135"/>
                  </a:lnTo>
                  <a:lnTo>
                    <a:pt x="5954850" y="731737"/>
                  </a:lnTo>
                  <a:lnTo>
                    <a:pt x="5954850" y="731737"/>
                  </a:lnTo>
                  <a:lnTo>
                    <a:pt x="5958019" y="716013"/>
                  </a:lnTo>
                  <a:lnTo>
                    <a:pt x="5961188" y="707197"/>
                  </a:lnTo>
                  <a:lnTo>
                    <a:pt x="5964357" y="688097"/>
                  </a:lnTo>
                  <a:lnTo>
                    <a:pt x="5967526" y="703617"/>
                  </a:lnTo>
                  <a:lnTo>
                    <a:pt x="5970696" y="727275"/>
                  </a:lnTo>
                  <a:lnTo>
                    <a:pt x="5973865" y="727586"/>
                  </a:lnTo>
                  <a:lnTo>
                    <a:pt x="5977034" y="729886"/>
                  </a:lnTo>
                  <a:lnTo>
                    <a:pt x="5980203" y="731093"/>
                  </a:lnTo>
                  <a:lnTo>
                    <a:pt x="5983372" y="724614"/>
                  </a:lnTo>
                  <a:lnTo>
                    <a:pt x="5986541" y="731737"/>
                  </a:lnTo>
                  <a:lnTo>
                    <a:pt x="5986541" y="731737"/>
                  </a:lnTo>
                  <a:lnTo>
                    <a:pt x="5989711" y="731737"/>
                  </a:lnTo>
                  <a:lnTo>
                    <a:pt x="5992880" y="731737"/>
                  </a:lnTo>
                  <a:lnTo>
                    <a:pt x="5996049" y="726103"/>
                  </a:lnTo>
                  <a:lnTo>
                    <a:pt x="5999218" y="725983"/>
                  </a:lnTo>
                  <a:lnTo>
                    <a:pt x="6002387" y="725135"/>
                  </a:lnTo>
                  <a:lnTo>
                    <a:pt x="6005556" y="724491"/>
                  </a:lnTo>
                  <a:lnTo>
                    <a:pt x="6008726" y="726758"/>
                  </a:lnTo>
                  <a:lnTo>
                    <a:pt x="6011895" y="706886"/>
                  </a:lnTo>
                  <a:lnTo>
                    <a:pt x="6015064" y="704953"/>
                  </a:lnTo>
                  <a:lnTo>
                    <a:pt x="6018233" y="711063"/>
                  </a:lnTo>
                  <a:lnTo>
                    <a:pt x="6021402" y="702481"/>
                  </a:lnTo>
                  <a:lnTo>
                    <a:pt x="6024571" y="700378"/>
                  </a:lnTo>
                  <a:lnTo>
                    <a:pt x="6027741" y="683052"/>
                  </a:lnTo>
                  <a:lnTo>
                    <a:pt x="6030910" y="691041"/>
                  </a:lnTo>
                  <a:lnTo>
                    <a:pt x="6034079" y="707108"/>
                  </a:lnTo>
                  <a:lnTo>
                    <a:pt x="6037248" y="727430"/>
                  </a:lnTo>
                  <a:lnTo>
                    <a:pt x="6040417" y="714745"/>
                  </a:lnTo>
                  <a:lnTo>
                    <a:pt x="6043586" y="717776"/>
                  </a:lnTo>
                  <a:lnTo>
                    <a:pt x="6046755" y="731737"/>
                  </a:lnTo>
                  <a:lnTo>
                    <a:pt x="6046755" y="731737"/>
                  </a:lnTo>
                  <a:lnTo>
                    <a:pt x="6049925" y="731737"/>
                  </a:lnTo>
                  <a:lnTo>
                    <a:pt x="6053094" y="731737"/>
                  </a:lnTo>
                  <a:lnTo>
                    <a:pt x="6056263" y="731737"/>
                  </a:lnTo>
                  <a:lnTo>
                    <a:pt x="6059432" y="731737"/>
                  </a:lnTo>
                  <a:lnTo>
                    <a:pt x="6062601" y="731737"/>
                  </a:lnTo>
                  <a:lnTo>
                    <a:pt x="6065770" y="731737"/>
                  </a:lnTo>
                  <a:lnTo>
                    <a:pt x="6068940" y="731737"/>
                  </a:lnTo>
                  <a:lnTo>
                    <a:pt x="6072109" y="731737"/>
                  </a:lnTo>
                  <a:lnTo>
                    <a:pt x="6075278" y="731737"/>
                  </a:lnTo>
                  <a:lnTo>
                    <a:pt x="6078447" y="731737"/>
                  </a:lnTo>
                  <a:lnTo>
                    <a:pt x="6081616" y="731737"/>
                  </a:lnTo>
                  <a:lnTo>
                    <a:pt x="6084785" y="731737"/>
                  </a:lnTo>
                  <a:lnTo>
                    <a:pt x="6087955" y="731737"/>
                  </a:lnTo>
                  <a:lnTo>
                    <a:pt x="6091124" y="731737"/>
                  </a:lnTo>
                  <a:lnTo>
                    <a:pt x="6094293" y="731737"/>
                  </a:lnTo>
                  <a:lnTo>
                    <a:pt x="6097462" y="731737"/>
                  </a:lnTo>
                  <a:lnTo>
                    <a:pt x="6100631" y="731737"/>
                  </a:lnTo>
                  <a:lnTo>
                    <a:pt x="6103800" y="731737"/>
                  </a:lnTo>
                  <a:lnTo>
                    <a:pt x="6106969" y="731737"/>
                  </a:lnTo>
                  <a:lnTo>
                    <a:pt x="6110139" y="731737"/>
                  </a:lnTo>
                  <a:lnTo>
                    <a:pt x="6113308" y="731737"/>
                  </a:lnTo>
                  <a:lnTo>
                    <a:pt x="6116477" y="731737"/>
                  </a:lnTo>
                  <a:lnTo>
                    <a:pt x="6119646" y="731737"/>
                  </a:lnTo>
                  <a:lnTo>
                    <a:pt x="6122815" y="731737"/>
                  </a:lnTo>
                  <a:lnTo>
                    <a:pt x="6125984" y="731737"/>
                  </a:lnTo>
                  <a:lnTo>
                    <a:pt x="6129154" y="731737"/>
                  </a:lnTo>
                  <a:lnTo>
                    <a:pt x="6132323" y="731737"/>
                  </a:lnTo>
                  <a:lnTo>
                    <a:pt x="6135492" y="712903"/>
                  </a:lnTo>
                  <a:lnTo>
                    <a:pt x="6138661" y="713279"/>
                  </a:lnTo>
                  <a:lnTo>
                    <a:pt x="6141830" y="688397"/>
                  </a:lnTo>
                  <a:lnTo>
                    <a:pt x="6144999" y="656563"/>
                  </a:lnTo>
                  <a:lnTo>
                    <a:pt x="6148169" y="644064"/>
                  </a:lnTo>
                  <a:lnTo>
                    <a:pt x="6151338" y="652967"/>
                  </a:lnTo>
                  <a:lnTo>
                    <a:pt x="6154507" y="663370"/>
                  </a:lnTo>
                  <a:lnTo>
                    <a:pt x="6157676" y="640714"/>
                  </a:lnTo>
                  <a:lnTo>
                    <a:pt x="6160845" y="606098"/>
                  </a:lnTo>
                  <a:lnTo>
                    <a:pt x="6164014" y="581659"/>
                  </a:lnTo>
                  <a:lnTo>
                    <a:pt x="6167184" y="569565"/>
                  </a:lnTo>
                  <a:lnTo>
                    <a:pt x="6170353" y="624058"/>
                  </a:lnTo>
                  <a:lnTo>
                    <a:pt x="6173522" y="665336"/>
                  </a:lnTo>
                  <a:lnTo>
                    <a:pt x="6176691" y="685964"/>
                  </a:lnTo>
                  <a:lnTo>
                    <a:pt x="6179860" y="676135"/>
                  </a:lnTo>
                  <a:lnTo>
                    <a:pt x="6183029" y="660723"/>
                  </a:lnTo>
                  <a:lnTo>
                    <a:pt x="6186198" y="691461"/>
                  </a:lnTo>
                  <a:lnTo>
                    <a:pt x="6189368" y="681898"/>
                  </a:lnTo>
                  <a:lnTo>
                    <a:pt x="6192537" y="714734"/>
                  </a:lnTo>
                  <a:lnTo>
                    <a:pt x="6195706" y="705419"/>
                  </a:lnTo>
                  <a:lnTo>
                    <a:pt x="6198875" y="704844"/>
                  </a:lnTo>
                  <a:lnTo>
                    <a:pt x="6202044" y="696030"/>
                  </a:lnTo>
                  <a:lnTo>
                    <a:pt x="6205213" y="697868"/>
                  </a:lnTo>
                  <a:lnTo>
                    <a:pt x="6208383" y="705485"/>
                  </a:lnTo>
                  <a:lnTo>
                    <a:pt x="6211552" y="712769"/>
                  </a:lnTo>
                  <a:lnTo>
                    <a:pt x="6214721" y="698002"/>
                  </a:lnTo>
                  <a:lnTo>
                    <a:pt x="6217890" y="693849"/>
                  </a:lnTo>
                  <a:lnTo>
                    <a:pt x="6221059" y="698053"/>
                  </a:lnTo>
                  <a:lnTo>
                    <a:pt x="6224228" y="666568"/>
                  </a:lnTo>
                  <a:lnTo>
                    <a:pt x="6227398" y="680310"/>
                  </a:lnTo>
                  <a:lnTo>
                    <a:pt x="6230567" y="663174"/>
                  </a:lnTo>
                  <a:lnTo>
                    <a:pt x="6233736" y="654112"/>
                  </a:lnTo>
                  <a:lnTo>
                    <a:pt x="6236905" y="662187"/>
                  </a:lnTo>
                  <a:lnTo>
                    <a:pt x="6240074" y="668686"/>
                  </a:lnTo>
                  <a:lnTo>
                    <a:pt x="6243243" y="699067"/>
                  </a:lnTo>
                  <a:lnTo>
                    <a:pt x="6246412" y="731737"/>
                  </a:lnTo>
                  <a:lnTo>
                    <a:pt x="6246412" y="731737"/>
                  </a:lnTo>
                  <a:lnTo>
                    <a:pt x="6249582" y="722844"/>
                  </a:lnTo>
                  <a:lnTo>
                    <a:pt x="6252751" y="716743"/>
                  </a:lnTo>
                  <a:lnTo>
                    <a:pt x="6255920" y="705596"/>
                  </a:lnTo>
                  <a:lnTo>
                    <a:pt x="6259089" y="703488"/>
                  </a:lnTo>
                  <a:lnTo>
                    <a:pt x="6262258" y="710494"/>
                  </a:lnTo>
                  <a:lnTo>
                    <a:pt x="6265427" y="693245"/>
                  </a:lnTo>
                  <a:lnTo>
                    <a:pt x="6268597" y="721044"/>
                  </a:lnTo>
                  <a:lnTo>
                    <a:pt x="6271766" y="731737"/>
                  </a:lnTo>
                  <a:lnTo>
                    <a:pt x="6271766" y="731737"/>
                  </a:lnTo>
                  <a:lnTo>
                    <a:pt x="6274935" y="716334"/>
                  </a:lnTo>
                  <a:lnTo>
                    <a:pt x="6278104" y="729577"/>
                  </a:lnTo>
                  <a:lnTo>
                    <a:pt x="6281273" y="714796"/>
                  </a:lnTo>
                  <a:lnTo>
                    <a:pt x="6284442" y="712928"/>
                  </a:lnTo>
                  <a:lnTo>
                    <a:pt x="6287612" y="718988"/>
                  </a:lnTo>
                  <a:lnTo>
                    <a:pt x="6290781" y="724835"/>
                  </a:lnTo>
                  <a:lnTo>
                    <a:pt x="6293950" y="713399"/>
                  </a:lnTo>
                  <a:lnTo>
                    <a:pt x="6297119" y="731694"/>
                  </a:lnTo>
                  <a:lnTo>
                    <a:pt x="6300288" y="731737"/>
                  </a:lnTo>
                  <a:lnTo>
                    <a:pt x="6303457" y="731737"/>
                  </a:lnTo>
                  <a:lnTo>
                    <a:pt x="6306627" y="731737"/>
                  </a:lnTo>
                  <a:lnTo>
                    <a:pt x="6309796" y="731737"/>
                  </a:lnTo>
                  <a:lnTo>
                    <a:pt x="6312965" y="731737"/>
                  </a:lnTo>
                  <a:lnTo>
                    <a:pt x="6316134" y="731737"/>
                  </a:lnTo>
                  <a:lnTo>
                    <a:pt x="6319303" y="731737"/>
                  </a:lnTo>
                  <a:lnTo>
                    <a:pt x="6322472" y="731737"/>
                  </a:lnTo>
                  <a:lnTo>
                    <a:pt x="6325641" y="719355"/>
                  </a:lnTo>
                  <a:lnTo>
                    <a:pt x="6328811" y="726244"/>
                  </a:lnTo>
                  <a:lnTo>
                    <a:pt x="6331980" y="723791"/>
                  </a:lnTo>
                  <a:lnTo>
                    <a:pt x="6335149" y="708372"/>
                  </a:lnTo>
                  <a:lnTo>
                    <a:pt x="6338318" y="688887"/>
                  </a:lnTo>
                  <a:lnTo>
                    <a:pt x="6341487" y="682017"/>
                  </a:lnTo>
                  <a:lnTo>
                    <a:pt x="6344656" y="674639"/>
                  </a:lnTo>
                  <a:lnTo>
                    <a:pt x="6347826" y="679109"/>
                  </a:lnTo>
                  <a:lnTo>
                    <a:pt x="6350995" y="710324"/>
                  </a:lnTo>
                  <a:lnTo>
                    <a:pt x="6354164" y="722568"/>
                  </a:lnTo>
                  <a:lnTo>
                    <a:pt x="6357333" y="723357"/>
                  </a:lnTo>
                  <a:lnTo>
                    <a:pt x="6360502" y="686059"/>
                  </a:lnTo>
                  <a:lnTo>
                    <a:pt x="6363671" y="693948"/>
                  </a:lnTo>
                  <a:lnTo>
                    <a:pt x="6366841" y="671894"/>
                  </a:lnTo>
                  <a:lnTo>
                    <a:pt x="6370010" y="686268"/>
                  </a:lnTo>
                  <a:lnTo>
                    <a:pt x="6373179" y="706585"/>
                  </a:lnTo>
                  <a:lnTo>
                    <a:pt x="6376348" y="731414"/>
                  </a:lnTo>
                  <a:lnTo>
                    <a:pt x="6379517" y="731737"/>
                  </a:lnTo>
                  <a:lnTo>
                    <a:pt x="6379517" y="731737"/>
                  </a:lnTo>
                  <a:lnTo>
                    <a:pt x="6382686" y="731737"/>
                  </a:lnTo>
                  <a:lnTo>
                    <a:pt x="6385856" y="731737"/>
                  </a:lnTo>
                  <a:lnTo>
                    <a:pt x="6389025" y="731737"/>
                  </a:lnTo>
                  <a:lnTo>
                    <a:pt x="6392194" y="731737"/>
                  </a:lnTo>
                  <a:lnTo>
                    <a:pt x="6395363" y="731737"/>
                  </a:lnTo>
                  <a:lnTo>
                    <a:pt x="6398532" y="731737"/>
                  </a:lnTo>
                  <a:lnTo>
                    <a:pt x="6401701" y="731737"/>
                  </a:lnTo>
                  <a:lnTo>
                    <a:pt x="6404870" y="731737"/>
                  </a:lnTo>
                  <a:lnTo>
                    <a:pt x="6408040" y="731737"/>
                  </a:lnTo>
                  <a:lnTo>
                    <a:pt x="6411209" y="731737"/>
                  </a:lnTo>
                  <a:lnTo>
                    <a:pt x="6414378" y="731737"/>
                  </a:lnTo>
                  <a:lnTo>
                    <a:pt x="6417547" y="731737"/>
                  </a:lnTo>
                  <a:lnTo>
                    <a:pt x="6420716" y="731737"/>
                  </a:lnTo>
                  <a:lnTo>
                    <a:pt x="6423885" y="731737"/>
                  </a:lnTo>
                  <a:lnTo>
                    <a:pt x="6427055" y="731737"/>
                  </a:lnTo>
                  <a:lnTo>
                    <a:pt x="6430224" y="731737"/>
                  </a:lnTo>
                  <a:lnTo>
                    <a:pt x="6433393" y="731737"/>
                  </a:lnTo>
                  <a:lnTo>
                    <a:pt x="6436562" y="731737"/>
                  </a:lnTo>
                  <a:lnTo>
                    <a:pt x="6439731" y="731737"/>
                  </a:lnTo>
                  <a:lnTo>
                    <a:pt x="6442900" y="731737"/>
                  </a:lnTo>
                  <a:lnTo>
                    <a:pt x="6446070" y="731737"/>
                  </a:lnTo>
                  <a:lnTo>
                    <a:pt x="6449239" y="731737"/>
                  </a:lnTo>
                  <a:lnTo>
                    <a:pt x="6452408" y="731737"/>
                  </a:lnTo>
                  <a:lnTo>
                    <a:pt x="6455577" y="714053"/>
                  </a:lnTo>
                  <a:lnTo>
                    <a:pt x="6458746" y="724740"/>
                  </a:lnTo>
                  <a:lnTo>
                    <a:pt x="6461915" y="696328"/>
                  </a:lnTo>
                  <a:lnTo>
                    <a:pt x="6465084" y="719810"/>
                  </a:lnTo>
                  <a:lnTo>
                    <a:pt x="6468254" y="718257"/>
                  </a:lnTo>
                  <a:lnTo>
                    <a:pt x="6471423" y="714299"/>
                  </a:lnTo>
                  <a:lnTo>
                    <a:pt x="6474592" y="707705"/>
                  </a:lnTo>
                  <a:lnTo>
                    <a:pt x="6477761" y="713567"/>
                  </a:lnTo>
                  <a:lnTo>
                    <a:pt x="6480930" y="708731"/>
                  </a:lnTo>
                  <a:lnTo>
                    <a:pt x="6484099" y="702896"/>
                  </a:lnTo>
                  <a:lnTo>
                    <a:pt x="6487269" y="689866"/>
                  </a:lnTo>
                  <a:lnTo>
                    <a:pt x="6490438" y="633847"/>
                  </a:lnTo>
                  <a:lnTo>
                    <a:pt x="6493607" y="643003"/>
                  </a:lnTo>
                  <a:lnTo>
                    <a:pt x="6496776" y="616272"/>
                  </a:lnTo>
                  <a:lnTo>
                    <a:pt x="6499945" y="610706"/>
                  </a:lnTo>
                  <a:lnTo>
                    <a:pt x="6503114" y="613360"/>
                  </a:lnTo>
                  <a:lnTo>
                    <a:pt x="6506284" y="642923"/>
                  </a:lnTo>
                  <a:lnTo>
                    <a:pt x="6509453" y="687264"/>
                  </a:lnTo>
                  <a:lnTo>
                    <a:pt x="6512622" y="683037"/>
                  </a:lnTo>
                  <a:lnTo>
                    <a:pt x="6515791" y="697140"/>
                  </a:lnTo>
                  <a:lnTo>
                    <a:pt x="6518960" y="725451"/>
                  </a:lnTo>
                  <a:lnTo>
                    <a:pt x="6522129" y="721801"/>
                  </a:lnTo>
                  <a:lnTo>
                    <a:pt x="6525299" y="731734"/>
                  </a:lnTo>
                  <a:lnTo>
                    <a:pt x="6528468" y="731737"/>
                  </a:lnTo>
                  <a:lnTo>
                    <a:pt x="6528468" y="731737"/>
                  </a:lnTo>
                  <a:lnTo>
                    <a:pt x="6531637" y="731737"/>
                  </a:lnTo>
                  <a:lnTo>
                    <a:pt x="6534806" y="731737"/>
                  </a:lnTo>
                  <a:lnTo>
                    <a:pt x="6537975" y="731737"/>
                  </a:lnTo>
                  <a:lnTo>
                    <a:pt x="6541144" y="731737"/>
                  </a:lnTo>
                  <a:lnTo>
                    <a:pt x="6544313" y="731737"/>
                  </a:lnTo>
                  <a:lnTo>
                    <a:pt x="6547483" y="731737"/>
                  </a:lnTo>
                  <a:lnTo>
                    <a:pt x="6550652" y="731737"/>
                  </a:lnTo>
                  <a:lnTo>
                    <a:pt x="6553821" y="731737"/>
                  </a:lnTo>
                  <a:lnTo>
                    <a:pt x="6556990" y="731737"/>
                  </a:lnTo>
                  <a:lnTo>
                    <a:pt x="6560159" y="731737"/>
                  </a:lnTo>
                  <a:lnTo>
                    <a:pt x="6563328" y="731737"/>
                  </a:lnTo>
                  <a:lnTo>
                    <a:pt x="6566498" y="731737"/>
                  </a:lnTo>
                  <a:lnTo>
                    <a:pt x="6569667" y="731737"/>
                  </a:lnTo>
                  <a:lnTo>
                    <a:pt x="6572836" y="731737"/>
                  </a:lnTo>
                  <a:lnTo>
                    <a:pt x="6576005" y="731621"/>
                  </a:lnTo>
                  <a:lnTo>
                    <a:pt x="6579174" y="731166"/>
                  </a:lnTo>
                  <a:lnTo>
                    <a:pt x="6582343" y="723741"/>
                  </a:lnTo>
                  <a:lnTo>
                    <a:pt x="6585513" y="714231"/>
                  </a:lnTo>
                  <a:lnTo>
                    <a:pt x="6588682" y="678755"/>
                  </a:lnTo>
                  <a:lnTo>
                    <a:pt x="6591851" y="710584"/>
                  </a:lnTo>
                  <a:lnTo>
                    <a:pt x="6595020" y="718624"/>
                  </a:lnTo>
                  <a:lnTo>
                    <a:pt x="6598189" y="731737"/>
                  </a:lnTo>
                  <a:lnTo>
                    <a:pt x="6598189" y="731737"/>
                  </a:lnTo>
                  <a:lnTo>
                    <a:pt x="6601358" y="731737"/>
                  </a:lnTo>
                  <a:lnTo>
                    <a:pt x="6604527" y="731737"/>
                  </a:lnTo>
                  <a:lnTo>
                    <a:pt x="6607697" y="731737"/>
                  </a:lnTo>
                  <a:lnTo>
                    <a:pt x="6610866" y="731737"/>
                  </a:lnTo>
                  <a:lnTo>
                    <a:pt x="6614035" y="731737"/>
                  </a:lnTo>
                  <a:lnTo>
                    <a:pt x="6617204" y="731737"/>
                  </a:lnTo>
                  <a:lnTo>
                    <a:pt x="6620373" y="731737"/>
                  </a:lnTo>
                  <a:lnTo>
                    <a:pt x="6623542" y="731737"/>
                  </a:lnTo>
                  <a:lnTo>
                    <a:pt x="6626712" y="731737"/>
                  </a:lnTo>
                  <a:lnTo>
                    <a:pt x="6629881" y="731737"/>
                  </a:lnTo>
                  <a:lnTo>
                    <a:pt x="6633050" y="731737"/>
                  </a:lnTo>
                  <a:lnTo>
                    <a:pt x="6636219" y="731737"/>
                  </a:lnTo>
                  <a:lnTo>
                    <a:pt x="6639388" y="731737"/>
                  </a:lnTo>
                  <a:lnTo>
                    <a:pt x="6642557" y="731737"/>
                  </a:lnTo>
                  <a:lnTo>
                    <a:pt x="6645727" y="722201"/>
                  </a:lnTo>
                  <a:lnTo>
                    <a:pt x="6648896" y="727716"/>
                  </a:lnTo>
                  <a:lnTo>
                    <a:pt x="6652065" y="725744"/>
                  </a:lnTo>
                  <a:lnTo>
                    <a:pt x="6655234" y="731737"/>
                  </a:lnTo>
                  <a:lnTo>
                    <a:pt x="6655234" y="731737"/>
                  </a:lnTo>
                  <a:lnTo>
                    <a:pt x="6658403" y="725993"/>
                  </a:lnTo>
                  <a:lnTo>
                    <a:pt x="6661572" y="673165"/>
                  </a:lnTo>
                  <a:lnTo>
                    <a:pt x="6664742" y="682433"/>
                  </a:lnTo>
                  <a:lnTo>
                    <a:pt x="6667911" y="682027"/>
                  </a:lnTo>
                  <a:lnTo>
                    <a:pt x="6671080" y="712935"/>
                  </a:lnTo>
                  <a:lnTo>
                    <a:pt x="6674249" y="731737"/>
                  </a:lnTo>
                  <a:lnTo>
                    <a:pt x="6674249" y="731737"/>
                  </a:lnTo>
                  <a:lnTo>
                    <a:pt x="6677418" y="701829"/>
                  </a:lnTo>
                  <a:lnTo>
                    <a:pt x="6680587" y="719640"/>
                  </a:lnTo>
                  <a:lnTo>
                    <a:pt x="6683756" y="717327"/>
                  </a:lnTo>
                  <a:lnTo>
                    <a:pt x="6686926" y="716355"/>
                  </a:lnTo>
                  <a:lnTo>
                    <a:pt x="6690095" y="718623"/>
                  </a:lnTo>
                  <a:lnTo>
                    <a:pt x="6693264" y="731737"/>
                  </a:lnTo>
                  <a:lnTo>
                    <a:pt x="6693264" y="731737"/>
                  </a:lnTo>
                  <a:lnTo>
                    <a:pt x="6696433" y="731737"/>
                  </a:lnTo>
                  <a:lnTo>
                    <a:pt x="6699602" y="717530"/>
                  </a:lnTo>
                  <a:lnTo>
                    <a:pt x="6702771" y="730944"/>
                  </a:lnTo>
                  <a:lnTo>
                    <a:pt x="6705941" y="731737"/>
                  </a:lnTo>
                  <a:lnTo>
                    <a:pt x="6705941" y="731737"/>
                  </a:lnTo>
                  <a:lnTo>
                    <a:pt x="6709110" y="731737"/>
                  </a:lnTo>
                  <a:lnTo>
                    <a:pt x="6712279" y="731737"/>
                  </a:lnTo>
                  <a:lnTo>
                    <a:pt x="6715448" y="731737"/>
                  </a:lnTo>
                  <a:lnTo>
                    <a:pt x="6718617" y="731737"/>
                  </a:lnTo>
                  <a:lnTo>
                    <a:pt x="6721786" y="708558"/>
                  </a:lnTo>
                  <a:lnTo>
                    <a:pt x="6724956" y="707535"/>
                  </a:lnTo>
                  <a:lnTo>
                    <a:pt x="6728125" y="700106"/>
                  </a:lnTo>
                  <a:lnTo>
                    <a:pt x="6731294" y="683725"/>
                  </a:lnTo>
                  <a:lnTo>
                    <a:pt x="6734463" y="656589"/>
                  </a:lnTo>
                  <a:lnTo>
                    <a:pt x="6737632" y="643213"/>
                  </a:lnTo>
                  <a:lnTo>
                    <a:pt x="6740801" y="680776"/>
                  </a:lnTo>
                  <a:lnTo>
                    <a:pt x="6743971" y="679307"/>
                  </a:lnTo>
                  <a:lnTo>
                    <a:pt x="6747140" y="694238"/>
                  </a:lnTo>
                  <a:lnTo>
                    <a:pt x="6750309" y="686804"/>
                  </a:lnTo>
                  <a:lnTo>
                    <a:pt x="6753478" y="676809"/>
                  </a:lnTo>
                  <a:lnTo>
                    <a:pt x="6756647" y="675654"/>
                  </a:lnTo>
                  <a:lnTo>
                    <a:pt x="6759816" y="602862"/>
                  </a:lnTo>
                  <a:lnTo>
                    <a:pt x="6762985" y="606318"/>
                  </a:lnTo>
                  <a:lnTo>
                    <a:pt x="6766155" y="595985"/>
                  </a:lnTo>
                  <a:lnTo>
                    <a:pt x="6769324" y="588390"/>
                  </a:lnTo>
                  <a:lnTo>
                    <a:pt x="6772493" y="616298"/>
                  </a:lnTo>
                  <a:lnTo>
                    <a:pt x="6775662" y="646932"/>
                  </a:lnTo>
                  <a:lnTo>
                    <a:pt x="6778831" y="686361"/>
                  </a:lnTo>
                  <a:lnTo>
                    <a:pt x="6782000" y="697288"/>
                  </a:lnTo>
                  <a:lnTo>
                    <a:pt x="6785170" y="705280"/>
                  </a:lnTo>
                  <a:lnTo>
                    <a:pt x="6788339" y="727699"/>
                  </a:lnTo>
                  <a:lnTo>
                    <a:pt x="6791508" y="719619"/>
                  </a:lnTo>
                  <a:lnTo>
                    <a:pt x="6794677" y="731737"/>
                  </a:lnTo>
                  <a:lnTo>
                    <a:pt x="6794677" y="731737"/>
                  </a:lnTo>
                  <a:lnTo>
                    <a:pt x="6797846" y="731737"/>
                  </a:lnTo>
                  <a:lnTo>
                    <a:pt x="6801015" y="731737"/>
                  </a:lnTo>
                  <a:lnTo>
                    <a:pt x="6804185" y="731737"/>
                  </a:lnTo>
                  <a:lnTo>
                    <a:pt x="6807354" y="731737"/>
                  </a:lnTo>
                  <a:lnTo>
                    <a:pt x="6810523" y="731737"/>
                  </a:lnTo>
                  <a:lnTo>
                    <a:pt x="6813692" y="726234"/>
                  </a:lnTo>
                  <a:lnTo>
                    <a:pt x="6816861" y="726050"/>
                  </a:lnTo>
                  <a:lnTo>
                    <a:pt x="6820030" y="703166"/>
                  </a:lnTo>
                  <a:lnTo>
                    <a:pt x="6823199" y="676186"/>
                  </a:lnTo>
                  <a:lnTo>
                    <a:pt x="6826369" y="674239"/>
                  </a:lnTo>
                  <a:lnTo>
                    <a:pt x="6829538" y="697555"/>
                  </a:lnTo>
                  <a:lnTo>
                    <a:pt x="6832707" y="711325"/>
                  </a:lnTo>
                  <a:lnTo>
                    <a:pt x="6835876" y="688740"/>
                  </a:lnTo>
                  <a:lnTo>
                    <a:pt x="6839045" y="675735"/>
                  </a:lnTo>
                  <a:lnTo>
                    <a:pt x="6842214" y="685580"/>
                  </a:lnTo>
                  <a:lnTo>
                    <a:pt x="6845384" y="721937"/>
                  </a:lnTo>
                  <a:lnTo>
                    <a:pt x="6848553" y="728583"/>
                  </a:lnTo>
                  <a:lnTo>
                    <a:pt x="6851722" y="728878"/>
                  </a:lnTo>
                  <a:lnTo>
                    <a:pt x="6854891" y="731737"/>
                  </a:lnTo>
                  <a:lnTo>
                    <a:pt x="6854891" y="731737"/>
                  </a:lnTo>
                  <a:lnTo>
                    <a:pt x="6858060" y="731737"/>
                  </a:lnTo>
                  <a:lnTo>
                    <a:pt x="6861229" y="731737"/>
                  </a:lnTo>
                  <a:lnTo>
                    <a:pt x="6864399" y="731737"/>
                  </a:lnTo>
                  <a:lnTo>
                    <a:pt x="6867568" y="731737"/>
                  </a:lnTo>
                  <a:lnTo>
                    <a:pt x="6870737" y="731737"/>
                  </a:lnTo>
                  <a:lnTo>
                    <a:pt x="6873906" y="731737"/>
                  </a:lnTo>
                  <a:lnTo>
                    <a:pt x="6877075" y="731737"/>
                  </a:lnTo>
                  <a:lnTo>
                    <a:pt x="6880244" y="731737"/>
                  </a:lnTo>
                  <a:lnTo>
                    <a:pt x="6883414" y="731737"/>
                  </a:lnTo>
                  <a:lnTo>
                    <a:pt x="6886583" y="715173"/>
                  </a:lnTo>
                  <a:lnTo>
                    <a:pt x="6889752" y="712032"/>
                  </a:lnTo>
                  <a:lnTo>
                    <a:pt x="6892921" y="692587"/>
                  </a:lnTo>
                  <a:lnTo>
                    <a:pt x="6896090" y="667318"/>
                  </a:lnTo>
                  <a:lnTo>
                    <a:pt x="6899259" y="657695"/>
                  </a:lnTo>
                  <a:lnTo>
                    <a:pt x="6902428" y="658575"/>
                  </a:lnTo>
                  <a:lnTo>
                    <a:pt x="6905598" y="665103"/>
                  </a:lnTo>
                  <a:lnTo>
                    <a:pt x="6908767" y="652880"/>
                  </a:lnTo>
                  <a:lnTo>
                    <a:pt x="6911936" y="635740"/>
                  </a:lnTo>
                  <a:lnTo>
                    <a:pt x="6915105" y="631491"/>
                  </a:lnTo>
                  <a:lnTo>
                    <a:pt x="6918274" y="633919"/>
                  </a:lnTo>
                  <a:lnTo>
                    <a:pt x="6921443" y="658954"/>
                  </a:lnTo>
                  <a:lnTo>
                    <a:pt x="6924613" y="679625"/>
                  </a:lnTo>
                  <a:lnTo>
                    <a:pt x="6927782" y="661229"/>
                  </a:lnTo>
                  <a:lnTo>
                    <a:pt x="6930951" y="657437"/>
                  </a:lnTo>
                  <a:lnTo>
                    <a:pt x="6934120" y="682122"/>
                  </a:lnTo>
                  <a:lnTo>
                    <a:pt x="6937289" y="698977"/>
                  </a:lnTo>
                  <a:lnTo>
                    <a:pt x="6940458" y="709809"/>
                  </a:lnTo>
                  <a:lnTo>
                    <a:pt x="6943628" y="717216"/>
                  </a:lnTo>
                  <a:lnTo>
                    <a:pt x="6946797" y="731737"/>
                  </a:lnTo>
                  <a:lnTo>
                    <a:pt x="6946797" y="731737"/>
                  </a:lnTo>
                  <a:lnTo>
                    <a:pt x="6949966" y="731737"/>
                  </a:lnTo>
                  <a:lnTo>
                    <a:pt x="6953135" y="731737"/>
                  </a:lnTo>
                  <a:lnTo>
                    <a:pt x="6956304" y="731737"/>
                  </a:lnTo>
                  <a:lnTo>
                    <a:pt x="6959473" y="731737"/>
                  </a:lnTo>
                  <a:lnTo>
                    <a:pt x="6962642" y="731737"/>
                  </a:lnTo>
                  <a:lnTo>
                    <a:pt x="6965812" y="731737"/>
                  </a:lnTo>
                  <a:lnTo>
                    <a:pt x="6968981" y="731737"/>
                  </a:lnTo>
                  <a:lnTo>
                    <a:pt x="6972150" y="731737"/>
                  </a:lnTo>
                  <a:lnTo>
                    <a:pt x="6975319" y="731737"/>
                  </a:lnTo>
                  <a:lnTo>
                    <a:pt x="6978488" y="731737"/>
                  </a:lnTo>
                  <a:lnTo>
                    <a:pt x="6981657" y="731737"/>
                  </a:lnTo>
                  <a:lnTo>
                    <a:pt x="6984827" y="731737"/>
                  </a:lnTo>
                  <a:lnTo>
                    <a:pt x="6987996" y="731737"/>
                  </a:lnTo>
                  <a:lnTo>
                    <a:pt x="6991165" y="731737"/>
                  </a:lnTo>
                  <a:lnTo>
                    <a:pt x="6994334" y="731737"/>
                  </a:lnTo>
                  <a:lnTo>
                    <a:pt x="6997503" y="731737"/>
                  </a:lnTo>
                  <a:lnTo>
                    <a:pt x="7000672" y="729341"/>
                  </a:lnTo>
                  <a:lnTo>
                    <a:pt x="7003842" y="725443"/>
                  </a:lnTo>
                  <a:lnTo>
                    <a:pt x="7007011" y="713698"/>
                  </a:lnTo>
                  <a:lnTo>
                    <a:pt x="7010180" y="693219"/>
                  </a:lnTo>
                  <a:lnTo>
                    <a:pt x="7013349" y="690322"/>
                  </a:lnTo>
                  <a:lnTo>
                    <a:pt x="7016518" y="657562"/>
                  </a:lnTo>
                  <a:lnTo>
                    <a:pt x="7019687" y="679980"/>
                  </a:lnTo>
                  <a:lnTo>
                    <a:pt x="7022857" y="697330"/>
                  </a:lnTo>
                  <a:lnTo>
                    <a:pt x="7026026" y="704176"/>
                  </a:lnTo>
                  <a:lnTo>
                    <a:pt x="7029195" y="709652"/>
                  </a:lnTo>
                  <a:lnTo>
                    <a:pt x="7032364" y="685636"/>
                  </a:lnTo>
                  <a:lnTo>
                    <a:pt x="7035533" y="700243"/>
                  </a:lnTo>
                  <a:lnTo>
                    <a:pt x="7038702" y="707467"/>
                  </a:lnTo>
                  <a:lnTo>
                    <a:pt x="7041871" y="683850"/>
                  </a:lnTo>
                  <a:lnTo>
                    <a:pt x="7045041" y="674200"/>
                  </a:lnTo>
                  <a:lnTo>
                    <a:pt x="7048210" y="662793"/>
                  </a:lnTo>
                  <a:lnTo>
                    <a:pt x="7051379" y="689270"/>
                  </a:lnTo>
                  <a:lnTo>
                    <a:pt x="7054548" y="731737"/>
                  </a:lnTo>
                  <a:lnTo>
                    <a:pt x="7054548" y="731737"/>
                  </a:lnTo>
                  <a:lnTo>
                    <a:pt x="7057717" y="705379"/>
                  </a:lnTo>
                  <a:lnTo>
                    <a:pt x="7060886" y="719727"/>
                  </a:lnTo>
                  <a:lnTo>
                    <a:pt x="7064056" y="731625"/>
                  </a:lnTo>
                  <a:lnTo>
                    <a:pt x="7067225" y="731737"/>
                  </a:lnTo>
                  <a:lnTo>
                    <a:pt x="7067225" y="731737"/>
                  </a:lnTo>
                  <a:lnTo>
                    <a:pt x="7070394" y="731737"/>
                  </a:lnTo>
                  <a:lnTo>
                    <a:pt x="7073563" y="731737"/>
                  </a:lnTo>
                  <a:lnTo>
                    <a:pt x="7076732" y="731737"/>
                  </a:lnTo>
                  <a:lnTo>
                    <a:pt x="7079901" y="731737"/>
                  </a:lnTo>
                  <a:lnTo>
                    <a:pt x="7083071" y="731737"/>
                  </a:lnTo>
                  <a:lnTo>
                    <a:pt x="7086240" y="731737"/>
                  </a:lnTo>
                  <a:lnTo>
                    <a:pt x="7089409" y="731737"/>
                  </a:lnTo>
                  <a:lnTo>
                    <a:pt x="7092578" y="731737"/>
                  </a:lnTo>
                  <a:lnTo>
                    <a:pt x="7095747" y="731737"/>
                  </a:lnTo>
                  <a:lnTo>
                    <a:pt x="7098916" y="727557"/>
                  </a:lnTo>
                  <a:lnTo>
                    <a:pt x="7102086" y="727516"/>
                  </a:lnTo>
                  <a:lnTo>
                    <a:pt x="7105255" y="729561"/>
                  </a:lnTo>
                  <a:lnTo>
                    <a:pt x="7108424" y="721697"/>
                  </a:lnTo>
                  <a:lnTo>
                    <a:pt x="7111593" y="715958"/>
                  </a:lnTo>
                  <a:lnTo>
                    <a:pt x="7114762" y="698096"/>
                  </a:lnTo>
                  <a:lnTo>
                    <a:pt x="7117931" y="697739"/>
                  </a:lnTo>
                  <a:lnTo>
                    <a:pt x="7121100" y="696068"/>
                  </a:lnTo>
                  <a:lnTo>
                    <a:pt x="7124270" y="679062"/>
                  </a:lnTo>
                  <a:lnTo>
                    <a:pt x="7127439" y="672268"/>
                  </a:lnTo>
                  <a:lnTo>
                    <a:pt x="7130608" y="666578"/>
                  </a:lnTo>
                  <a:lnTo>
                    <a:pt x="7133777" y="679858"/>
                  </a:lnTo>
                  <a:lnTo>
                    <a:pt x="7136946" y="686429"/>
                  </a:lnTo>
                  <a:lnTo>
                    <a:pt x="7140115" y="675733"/>
                  </a:lnTo>
                  <a:lnTo>
                    <a:pt x="7143285" y="700528"/>
                  </a:lnTo>
                  <a:lnTo>
                    <a:pt x="7146454" y="686639"/>
                  </a:lnTo>
                  <a:lnTo>
                    <a:pt x="7149623" y="691173"/>
                  </a:lnTo>
                  <a:lnTo>
                    <a:pt x="7152792" y="700317"/>
                  </a:lnTo>
                  <a:lnTo>
                    <a:pt x="7155961" y="694328"/>
                  </a:lnTo>
                  <a:lnTo>
                    <a:pt x="7159130" y="696613"/>
                  </a:lnTo>
                  <a:lnTo>
                    <a:pt x="7162300" y="702953"/>
                  </a:lnTo>
                  <a:lnTo>
                    <a:pt x="7165469" y="697760"/>
                  </a:lnTo>
                  <a:lnTo>
                    <a:pt x="7168638" y="708358"/>
                  </a:lnTo>
                  <a:lnTo>
                    <a:pt x="7171807" y="721676"/>
                  </a:lnTo>
                  <a:lnTo>
                    <a:pt x="7174976" y="731140"/>
                  </a:lnTo>
                  <a:lnTo>
                    <a:pt x="7178145" y="721973"/>
                  </a:lnTo>
                  <a:lnTo>
                    <a:pt x="7181314" y="731737"/>
                  </a:lnTo>
                  <a:lnTo>
                    <a:pt x="7181314" y="731737"/>
                  </a:lnTo>
                  <a:lnTo>
                    <a:pt x="7184484" y="731737"/>
                  </a:lnTo>
                  <a:lnTo>
                    <a:pt x="7187653" y="723071"/>
                  </a:lnTo>
                  <a:lnTo>
                    <a:pt x="7190822" y="720324"/>
                  </a:lnTo>
                  <a:lnTo>
                    <a:pt x="7193991" y="692989"/>
                  </a:lnTo>
                  <a:lnTo>
                    <a:pt x="7197160" y="693700"/>
                  </a:lnTo>
                  <a:lnTo>
                    <a:pt x="7200329" y="655473"/>
                  </a:lnTo>
                  <a:lnTo>
                    <a:pt x="7203499" y="639724"/>
                  </a:lnTo>
                  <a:lnTo>
                    <a:pt x="7206668" y="640471"/>
                  </a:lnTo>
                  <a:lnTo>
                    <a:pt x="7209837" y="645943"/>
                  </a:lnTo>
                  <a:lnTo>
                    <a:pt x="7213006" y="657963"/>
                  </a:lnTo>
                  <a:lnTo>
                    <a:pt x="7216175" y="648165"/>
                  </a:lnTo>
                  <a:lnTo>
                    <a:pt x="7219344" y="631436"/>
                  </a:lnTo>
                  <a:lnTo>
                    <a:pt x="7222514" y="639556"/>
                  </a:lnTo>
                  <a:lnTo>
                    <a:pt x="7225683" y="640395"/>
                  </a:lnTo>
                  <a:lnTo>
                    <a:pt x="7228852" y="639512"/>
                  </a:lnTo>
                  <a:lnTo>
                    <a:pt x="7232021" y="657836"/>
                  </a:lnTo>
                  <a:lnTo>
                    <a:pt x="7235190" y="666669"/>
                  </a:lnTo>
                  <a:lnTo>
                    <a:pt x="7238359" y="654002"/>
                  </a:lnTo>
                  <a:lnTo>
                    <a:pt x="7241529" y="644941"/>
                  </a:lnTo>
                  <a:lnTo>
                    <a:pt x="7244698" y="657874"/>
                  </a:lnTo>
                  <a:lnTo>
                    <a:pt x="7247867" y="640832"/>
                  </a:lnTo>
                  <a:lnTo>
                    <a:pt x="7251036" y="622361"/>
                  </a:lnTo>
                  <a:lnTo>
                    <a:pt x="7254205" y="611382"/>
                  </a:lnTo>
                  <a:lnTo>
                    <a:pt x="7257374" y="642020"/>
                  </a:lnTo>
                  <a:lnTo>
                    <a:pt x="7260543" y="670596"/>
                  </a:lnTo>
                  <a:lnTo>
                    <a:pt x="7263713" y="667968"/>
                  </a:lnTo>
                  <a:lnTo>
                    <a:pt x="7266882" y="652772"/>
                  </a:lnTo>
                  <a:lnTo>
                    <a:pt x="7270051" y="661527"/>
                  </a:lnTo>
                  <a:lnTo>
                    <a:pt x="7273220" y="688128"/>
                  </a:lnTo>
                  <a:lnTo>
                    <a:pt x="7276389" y="708668"/>
                  </a:lnTo>
                  <a:lnTo>
                    <a:pt x="7279558" y="708130"/>
                  </a:lnTo>
                  <a:lnTo>
                    <a:pt x="7282728" y="706581"/>
                  </a:lnTo>
                  <a:lnTo>
                    <a:pt x="7285897" y="683349"/>
                  </a:lnTo>
                  <a:lnTo>
                    <a:pt x="7289066" y="690850"/>
                  </a:lnTo>
                  <a:lnTo>
                    <a:pt x="7292235" y="722645"/>
                  </a:lnTo>
                  <a:lnTo>
                    <a:pt x="7295404" y="705727"/>
                  </a:lnTo>
                  <a:lnTo>
                    <a:pt x="7298573" y="731737"/>
                  </a:lnTo>
                  <a:lnTo>
                    <a:pt x="7298573" y="731737"/>
                  </a:lnTo>
                  <a:lnTo>
                    <a:pt x="7301743" y="713558"/>
                  </a:lnTo>
                  <a:lnTo>
                    <a:pt x="7304912" y="727483"/>
                  </a:lnTo>
                  <a:lnTo>
                    <a:pt x="7308081" y="722685"/>
                  </a:lnTo>
                  <a:lnTo>
                    <a:pt x="7311250" y="687981"/>
                  </a:lnTo>
                  <a:lnTo>
                    <a:pt x="7314419" y="681964"/>
                  </a:lnTo>
                  <a:lnTo>
                    <a:pt x="7317588" y="683359"/>
                  </a:lnTo>
                  <a:lnTo>
                    <a:pt x="7320758" y="717750"/>
                  </a:lnTo>
                  <a:lnTo>
                    <a:pt x="7323927" y="715198"/>
                  </a:lnTo>
                  <a:lnTo>
                    <a:pt x="7327096" y="706957"/>
                  </a:lnTo>
                  <a:lnTo>
                    <a:pt x="7330265" y="720510"/>
                  </a:lnTo>
                  <a:lnTo>
                    <a:pt x="7333434" y="701651"/>
                  </a:lnTo>
                  <a:lnTo>
                    <a:pt x="7336603" y="681077"/>
                  </a:lnTo>
                  <a:lnTo>
                    <a:pt x="7339772" y="698856"/>
                  </a:lnTo>
                  <a:lnTo>
                    <a:pt x="7342942" y="711211"/>
                  </a:lnTo>
                  <a:lnTo>
                    <a:pt x="7346111" y="713292"/>
                  </a:lnTo>
                  <a:lnTo>
                    <a:pt x="7349280" y="713232"/>
                  </a:lnTo>
                  <a:lnTo>
                    <a:pt x="7352449" y="716972"/>
                  </a:lnTo>
                  <a:lnTo>
                    <a:pt x="7355618" y="699848"/>
                  </a:lnTo>
                  <a:lnTo>
                    <a:pt x="7358787" y="709364"/>
                  </a:lnTo>
                  <a:lnTo>
                    <a:pt x="7361957" y="649813"/>
                  </a:lnTo>
                  <a:lnTo>
                    <a:pt x="7365126" y="654389"/>
                  </a:lnTo>
                  <a:lnTo>
                    <a:pt x="7368295" y="694407"/>
                  </a:lnTo>
                  <a:lnTo>
                    <a:pt x="7371464" y="709431"/>
                  </a:lnTo>
                  <a:lnTo>
                    <a:pt x="7374633" y="725895"/>
                  </a:lnTo>
                  <a:lnTo>
                    <a:pt x="7377802" y="718797"/>
                  </a:lnTo>
                  <a:lnTo>
                    <a:pt x="7380972" y="731737"/>
                  </a:lnTo>
                  <a:lnTo>
                    <a:pt x="7380972" y="731737"/>
                  </a:lnTo>
                  <a:lnTo>
                    <a:pt x="7384141" y="731737"/>
                  </a:lnTo>
                  <a:lnTo>
                    <a:pt x="7387310" y="731737"/>
                  </a:lnTo>
                  <a:lnTo>
                    <a:pt x="7390479" y="731737"/>
                  </a:lnTo>
                  <a:lnTo>
                    <a:pt x="7393648" y="729751"/>
                  </a:lnTo>
                  <a:lnTo>
                    <a:pt x="7396817" y="730156"/>
                  </a:lnTo>
                  <a:lnTo>
                    <a:pt x="7399986" y="731737"/>
                  </a:lnTo>
                  <a:lnTo>
                    <a:pt x="7399986" y="731737"/>
                  </a:lnTo>
                  <a:lnTo>
                    <a:pt x="7403156" y="729998"/>
                  </a:lnTo>
                  <a:lnTo>
                    <a:pt x="7406325" y="731737"/>
                  </a:lnTo>
                  <a:lnTo>
                    <a:pt x="7406325" y="731737"/>
                  </a:lnTo>
                  <a:lnTo>
                    <a:pt x="7409494" y="731737"/>
                  </a:lnTo>
                  <a:lnTo>
                    <a:pt x="7412663" y="706050"/>
                  </a:lnTo>
                  <a:lnTo>
                    <a:pt x="7415832" y="686157"/>
                  </a:lnTo>
                  <a:lnTo>
                    <a:pt x="7419001" y="683301"/>
                  </a:lnTo>
                  <a:lnTo>
                    <a:pt x="7422171" y="629568"/>
                  </a:lnTo>
                  <a:lnTo>
                    <a:pt x="7425340" y="587486"/>
                  </a:lnTo>
                  <a:lnTo>
                    <a:pt x="7428509" y="583636"/>
                  </a:lnTo>
                  <a:lnTo>
                    <a:pt x="7431678" y="576689"/>
                  </a:lnTo>
                  <a:lnTo>
                    <a:pt x="7434847" y="601637"/>
                  </a:lnTo>
                  <a:lnTo>
                    <a:pt x="7438016" y="606119"/>
                  </a:lnTo>
                  <a:lnTo>
                    <a:pt x="7441186" y="636794"/>
                  </a:lnTo>
                  <a:lnTo>
                    <a:pt x="7444355" y="663188"/>
                  </a:lnTo>
                  <a:lnTo>
                    <a:pt x="7447524" y="677877"/>
                  </a:lnTo>
                  <a:lnTo>
                    <a:pt x="7450693" y="698938"/>
                  </a:lnTo>
                  <a:lnTo>
                    <a:pt x="7453862" y="649981"/>
                  </a:lnTo>
                  <a:lnTo>
                    <a:pt x="7457031" y="647421"/>
                  </a:lnTo>
                  <a:lnTo>
                    <a:pt x="7460201" y="673062"/>
                  </a:lnTo>
                  <a:lnTo>
                    <a:pt x="7463370" y="683078"/>
                  </a:lnTo>
                  <a:lnTo>
                    <a:pt x="7466539" y="719934"/>
                  </a:lnTo>
                  <a:lnTo>
                    <a:pt x="7469708" y="722771"/>
                  </a:lnTo>
                  <a:lnTo>
                    <a:pt x="7472877" y="731737"/>
                  </a:lnTo>
                  <a:lnTo>
                    <a:pt x="7472877" y="731737"/>
                  </a:lnTo>
                  <a:lnTo>
                    <a:pt x="7476046" y="731737"/>
                  </a:lnTo>
                  <a:lnTo>
                    <a:pt x="7479215" y="726885"/>
                  </a:lnTo>
                  <a:lnTo>
                    <a:pt x="7482385" y="723491"/>
                  </a:lnTo>
                  <a:lnTo>
                    <a:pt x="7485554" y="723733"/>
                  </a:lnTo>
                  <a:lnTo>
                    <a:pt x="7488723" y="717441"/>
                  </a:lnTo>
                  <a:lnTo>
                    <a:pt x="7491892" y="717755"/>
                  </a:lnTo>
                  <a:lnTo>
                    <a:pt x="7495061" y="713541"/>
                  </a:lnTo>
                  <a:lnTo>
                    <a:pt x="7498230" y="723733"/>
                  </a:lnTo>
                  <a:lnTo>
                    <a:pt x="7501400" y="723078"/>
                  </a:lnTo>
                  <a:lnTo>
                    <a:pt x="7504569" y="717097"/>
                  </a:lnTo>
                  <a:lnTo>
                    <a:pt x="7507738" y="727511"/>
                  </a:lnTo>
                  <a:lnTo>
                    <a:pt x="7510907" y="726615"/>
                  </a:lnTo>
                  <a:lnTo>
                    <a:pt x="7514076" y="728860"/>
                  </a:lnTo>
                  <a:lnTo>
                    <a:pt x="7517245" y="731737"/>
                  </a:lnTo>
                  <a:lnTo>
                    <a:pt x="7517245" y="731737"/>
                  </a:lnTo>
                  <a:lnTo>
                    <a:pt x="7520415" y="731737"/>
                  </a:lnTo>
                  <a:lnTo>
                    <a:pt x="7523584" y="731737"/>
                  </a:lnTo>
                  <a:lnTo>
                    <a:pt x="7526753" y="731737"/>
                  </a:lnTo>
                  <a:lnTo>
                    <a:pt x="7529922" y="731737"/>
                  </a:lnTo>
                  <a:lnTo>
                    <a:pt x="7533091" y="731737"/>
                  </a:lnTo>
                  <a:lnTo>
                    <a:pt x="7536260" y="731737"/>
                  </a:lnTo>
                  <a:lnTo>
                    <a:pt x="7539429" y="731737"/>
                  </a:lnTo>
                  <a:lnTo>
                    <a:pt x="7542599" y="731737"/>
                  </a:lnTo>
                  <a:lnTo>
                    <a:pt x="7545768" y="731737"/>
                  </a:lnTo>
                  <a:lnTo>
                    <a:pt x="7548937" y="731737"/>
                  </a:lnTo>
                  <a:lnTo>
                    <a:pt x="7552106" y="731737"/>
                  </a:lnTo>
                  <a:lnTo>
                    <a:pt x="7555275" y="731737"/>
                  </a:lnTo>
                  <a:lnTo>
                    <a:pt x="7558444" y="731737"/>
                  </a:lnTo>
                  <a:lnTo>
                    <a:pt x="7561614" y="731737"/>
                  </a:lnTo>
                  <a:lnTo>
                    <a:pt x="7564783" y="731737"/>
                  </a:lnTo>
                  <a:lnTo>
                    <a:pt x="7567952" y="731737"/>
                  </a:lnTo>
                  <a:lnTo>
                    <a:pt x="7571121" y="704035"/>
                  </a:lnTo>
                  <a:lnTo>
                    <a:pt x="7574290" y="705775"/>
                  </a:lnTo>
                  <a:lnTo>
                    <a:pt x="7577459" y="698053"/>
                  </a:lnTo>
                  <a:lnTo>
                    <a:pt x="7580629" y="636189"/>
                  </a:lnTo>
                  <a:lnTo>
                    <a:pt x="7583798" y="655582"/>
                  </a:lnTo>
                  <a:lnTo>
                    <a:pt x="7586967" y="657228"/>
                  </a:lnTo>
                  <a:lnTo>
                    <a:pt x="7590136" y="694632"/>
                  </a:lnTo>
                  <a:lnTo>
                    <a:pt x="7593305" y="704370"/>
                  </a:lnTo>
                  <a:lnTo>
                    <a:pt x="7596474" y="660890"/>
                  </a:lnTo>
                  <a:lnTo>
                    <a:pt x="7599644" y="655102"/>
                  </a:lnTo>
                  <a:lnTo>
                    <a:pt x="7602813" y="647250"/>
                  </a:lnTo>
                  <a:lnTo>
                    <a:pt x="7605982" y="691756"/>
                  </a:lnTo>
                  <a:lnTo>
                    <a:pt x="7609151" y="715605"/>
                  </a:lnTo>
                  <a:lnTo>
                    <a:pt x="7612320" y="695228"/>
                  </a:lnTo>
                  <a:lnTo>
                    <a:pt x="7615489" y="731737"/>
                  </a:lnTo>
                  <a:lnTo>
                    <a:pt x="7615489" y="731737"/>
                  </a:lnTo>
                  <a:lnTo>
                    <a:pt x="7618658" y="731737"/>
                  </a:lnTo>
                  <a:lnTo>
                    <a:pt x="7621828" y="730930"/>
                  </a:lnTo>
                  <a:lnTo>
                    <a:pt x="7624997" y="731737"/>
                  </a:lnTo>
                  <a:lnTo>
                    <a:pt x="7624997" y="731737"/>
                  </a:lnTo>
                  <a:lnTo>
                    <a:pt x="7628166" y="731737"/>
                  </a:lnTo>
                  <a:lnTo>
                    <a:pt x="7631335" y="731737"/>
                  </a:lnTo>
                  <a:lnTo>
                    <a:pt x="7634504" y="731737"/>
                  </a:lnTo>
                  <a:lnTo>
                    <a:pt x="7637673" y="731737"/>
                  </a:lnTo>
                  <a:lnTo>
                    <a:pt x="7640843" y="731737"/>
                  </a:lnTo>
                  <a:lnTo>
                    <a:pt x="7644012" y="731737"/>
                  </a:lnTo>
                  <a:lnTo>
                    <a:pt x="7647181" y="731737"/>
                  </a:lnTo>
                  <a:lnTo>
                    <a:pt x="7650350" y="731737"/>
                  </a:lnTo>
                  <a:lnTo>
                    <a:pt x="7653519" y="730651"/>
                  </a:lnTo>
                  <a:lnTo>
                    <a:pt x="7656688" y="718776"/>
                  </a:lnTo>
                  <a:lnTo>
                    <a:pt x="7659858" y="731737"/>
                  </a:lnTo>
                  <a:lnTo>
                    <a:pt x="7659858" y="731737"/>
                  </a:lnTo>
                  <a:lnTo>
                    <a:pt x="7663027" y="720789"/>
                  </a:lnTo>
                  <a:lnTo>
                    <a:pt x="7666196" y="706959"/>
                  </a:lnTo>
                  <a:lnTo>
                    <a:pt x="7669365" y="685282"/>
                  </a:lnTo>
                  <a:lnTo>
                    <a:pt x="7672534" y="644187"/>
                  </a:lnTo>
                  <a:lnTo>
                    <a:pt x="7675703" y="656599"/>
                  </a:lnTo>
                  <a:lnTo>
                    <a:pt x="7678873" y="647749"/>
                  </a:lnTo>
                  <a:lnTo>
                    <a:pt x="7682042" y="658314"/>
                  </a:lnTo>
                  <a:lnTo>
                    <a:pt x="7685211" y="656772"/>
                  </a:lnTo>
                  <a:lnTo>
                    <a:pt x="7688380" y="637525"/>
                  </a:lnTo>
                  <a:lnTo>
                    <a:pt x="7691549" y="648973"/>
                  </a:lnTo>
                  <a:lnTo>
                    <a:pt x="7694718" y="685716"/>
                  </a:lnTo>
                  <a:lnTo>
                    <a:pt x="7697887" y="682443"/>
                  </a:lnTo>
                  <a:lnTo>
                    <a:pt x="7701057" y="687840"/>
                  </a:lnTo>
                  <a:lnTo>
                    <a:pt x="7704226" y="661489"/>
                  </a:lnTo>
                  <a:lnTo>
                    <a:pt x="7707395" y="657191"/>
                  </a:lnTo>
                  <a:lnTo>
                    <a:pt x="7710564" y="684491"/>
                  </a:lnTo>
                  <a:lnTo>
                    <a:pt x="7713733" y="685892"/>
                  </a:lnTo>
                  <a:lnTo>
                    <a:pt x="7716902" y="666733"/>
                  </a:lnTo>
                  <a:lnTo>
                    <a:pt x="7720072" y="663255"/>
                  </a:lnTo>
                  <a:lnTo>
                    <a:pt x="7723241" y="646056"/>
                  </a:lnTo>
                  <a:lnTo>
                    <a:pt x="7726410" y="638846"/>
                  </a:lnTo>
                  <a:lnTo>
                    <a:pt x="7729579" y="633399"/>
                  </a:lnTo>
                  <a:lnTo>
                    <a:pt x="7732748" y="593560"/>
                  </a:lnTo>
                  <a:lnTo>
                    <a:pt x="7735917" y="632841"/>
                  </a:lnTo>
                  <a:lnTo>
                    <a:pt x="7739087" y="653064"/>
                  </a:lnTo>
                  <a:lnTo>
                    <a:pt x="7742256" y="699432"/>
                  </a:lnTo>
                  <a:lnTo>
                    <a:pt x="7745425" y="700077"/>
                  </a:lnTo>
                  <a:lnTo>
                    <a:pt x="7748594" y="710282"/>
                  </a:lnTo>
                  <a:lnTo>
                    <a:pt x="7751763" y="722019"/>
                  </a:lnTo>
                  <a:lnTo>
                    <a:pt x="7754932" y="723364"/>
                  </a:lnTo>
                  <a:lnTo>
                    <a:pt x="7758101" y="731737"/>
                  </a:lnTo>
                  <a:lnTo>
                    <a:pt x="7758101" y="731737"/>
                  </a:lnTo>
                  <a:lnTo>
                    <a:pt x="7761271" y="731093"/>
                  </a:lnTo>
                  <a:lnTo>
                    <a:pt x="7764440" y="731737"/>
                  </a:lnTo>
                  <a:lnTo>
                    <a:pt x="7764440" y="731737"/>
                  </a:lnTo>
                  <a:lnTo>
                    <a:pt x="7767609" y="731737"/>
                  </a:lnTo>
                  <a:lnTo>
                    <a:pt x="7770778" y="731737"/>
                  </a:lnTo>
                  <a:lnTo>
                    <a:pt x="7773947" y="728498"/>
                  </a:lnTo>
                  <a:lnTo>
                    <a:pt x="7777116" y="722518"/>
                  </a:lnTo>
                  <a:lnTo>
                    <a:pt x="7780286" y="718520"/>
                  </a:lnTo>
                  <a:lnTo>
                    <a:pt x="7783455" y="726825"/>
                  </a:lnTo>
                  <a:lnTo>
                    <a:pt x="7786624" y="731737"/>
                  </a:lnTo>
                  <a:lnTo>
                    <a:pt x="7786624" y="731737"/>
                  </a:lnTo>
                  <a:lnTo>
                    <a:pt x="7789793" y="731737"/>
                  </a:lnTo>
                  <a:lnTo>
                    <a:pt x="7792962" y="731737"/>
                  </a:lnTo>
                  <a:lnTo>
                    <a:pt x="7796131" y="731737"/>
                  </a:lnTo>
                  <a:lnTo>
                    <a:pt x="7799301" y="731737"/>
                  </a:lnTo>
                  <a:lnTo>
                    <a:pt x="7802470" y="731737"/>
                  </a:lnTo>
                  <a:lnTo>
                    <a:pt x="7805639" y="731737"/>
                  </a:lnTo>
                  <a:lnTo>
                    <a:pt x="7808808" y="731737"/>
                  </a:lnTo>
                  <a:lnTo>
                    <a:pt x="7811977" y="718227"/>
                  </a:lnTo>
                  <a:lnTo>
                    <a:pt x="7815146" y="724655"/>
                  </a:lnTo>
                  <a:lnTo>
                    <a:pt x="7818316" y="717760"/>
                  </a:lnTo>
                  <a:lnTo>
                    <a:pt x="7821485" y="716182"/>
                  </a:lnTo>
                  <a:lnTo>
                    <a:pt x="7824654" y="718599"/>
                  </a:lnTo>
                  <a:lnTo>
                    <a:pt x="7827823" y="682771"/>
                  </a:lnTo>
                  <a:lnTo>
                    <a:pt x="7830992" y="684257"/>
                  </a:lnTo>
                  <a:lnTo>
                    <a:pt x="7834161" y="692801"/>
                  </a:lnTo>
                  <a:lnTo>
                    <a:pt x="7837330" y="704260"/>
                  </a:lnTo>
                  <a:lnTo>
                    <a:pt x="7840500" y="728430"/>
                  </a:lnTo>
                  <a:lnTo>
                    <a:pt x="7843669" y="702637"/>
                  </a:lnTo>
                  <a:lnTo>
                    <a:pt x="7846838" y="731737"/>
                  </a:lnTo>
                  <a:lnTo>
                    <a:pt x="7846838" y="731737"/>
                  </a:lnTo>
                  <a:lnTo>
                    <a:pt x="7850007" y="731737"/>
                  </a:lnTo>
                  <a:lnTo>
                    <a:pt x="7853176" y="731737"/>
                  </a:lnTo>
                  <a:lnTo>
                    <a:pt x="7856345" y="731737"/>
                  </a:lnTo>
                  <a:lnTo>
                    <a:pt x="7859515" y="724197"/>
                  </a:lnTo>
                  <a:lnTo>
                    <a:pt x="7862684" y="717249"/>
                  </a:lnTo>
                  <a:lnTo>
                    <a:pt x="7865853" y="695232"/>
                  </a:lnTo>
                  <a:lnTo>
                    <a:pt x="7869022" y="705974"/>
                  </a:lnTo>
                  <a:lnTo>
                    <a:pt x="7872191" y="714929"/>
                  </a:lnTo>
                  <a:lnTo>
                    <a:pt x="7875360" y="705540"/>
                  </a:lnTo>
                  <a:lnTo>
                    <a:pt x="7878530" y="705307"/>
                  </a:lnTo>
                  <a:lnTo>
                    <a:pt x="7881699" y="695635"/>
                  </a:lnTo>
                  <a:lnTo>
                    <a:pt x="7884868" y="688378"/>
                  </a:lnTo>
                  <a:lnTo>
                    <a:pt x="7888037" y="674549"/>
                  </a:lnTo>
                  <a:lnTo>
                    <a:pt x="7891206" y="641873"/>
                  </a:lnTo>
                  <a:lnTo>
                    <a:pt x="7894375" y="629856"/>
                  </a:lnTo>
                  <a:lnTo>
                    <a:pt x="7897544" y="640253"/>
                  </a:lnTo>
                  <a:lnTo>
                    <a:pt x="7900714" y="647036"/>
                  </a:lnTo>
                  <a:lnTo>
                    <a:pt x="7903883" y="661208"/>
                  </a:lnTo>
                  <a:lnTo>
                    <a:pt x="7907052" y="625864"/>
                  </a:lnTo>
                  <a:lnTo>
                    <a:pt x="7910221" y="642436"/>
                  </a:lnTo>
                  <a:lnTo>
                    <a:pt x="7913390" y="585987"/>
                  </a:lnTo>
                  <a:lnTo>
                    <a:pt x="7916559" y="562232"/>
                  </a:lnTo>
                  <a:lnTo>
                    <a:pt x="7919729" y="606799"/>
                  </a:lnTo>
                  <a:lnTo>
                    <a:pt x="7922898" y="615900"/>
                  </a:lnTo>
                  <a:lnTo>
                    <a:pt x="7926067" y="670845"/>
                  </a:lnTo>
                  <a:lnTo>
                    <a:pt x="7929236" y="692677"/>
                  </a:lnTo>
                  <a:lnTo>
                    <a:pt x="7932405" y="686728"/>
                  </a:lnTo>
                  <a:lnTo>
                    <a:pt x="7935574" y="700253"/>
                  </a:lnTo>
                  <a:lnTo>
                    <a:pt x="7938744" y="685486"/>
                  </a:lnTo>
                  <a:lnTo>
                    <a:pt x="7941913" y="697453"/>
                  </a:lnTo>
                  <a:lnTo>
                    <a:pt x="7945082" y="680831"/>
                  </a:lnTo>
                  <a:lnTo>
                    <a:pt x="7948251" y="656884"/>
                  </a:lnTo>
                  <a:lnTo>
                    <a:pt x="7951420" y="649098"/>
                  </a:lnTo>
                  <a:lnTo>
                    <a:pt x="7954589" y="643276"/>
                  </a:lnTo>
                  <a:lnTo>
                    <a:pt x="7957759" y="702738"/>
                  </a:lnTo>
                  <a:lnTo>
                    <a:pt x="7960928" y="688095"/>
                  </a:lnTo>
                  <a:lnTo>
                    <a:pt x="7964097" y="669898"/>
                  </a:lnTo>
                  <a:lnTo>
                    <a:pt x="7967266" y="669016"/>
                  </a:lnTo>
                  <a:lnTo>
                    <a:pt x="7970435" y="684151"/>
                  </a:lnTo>
                  <a:lnTo>
                    <a:pt x="7973604" y="712407"/>
                  </a:lnTo>
                  <a:lnTo>
                    <a:pt x="7976773" y="728332"/>
                  </a:lnTo>
                  <a:lnTo>
                    <a:pt x="7979943" y="729651"/>
                  </a:lnTo>
                  <a:lnTo>
                    <a:pt x="7983112" y="730234"/>
                  </a:lnTo>
                  <a:lnTo>
                    <a:pt x="7986281" y="714702"/>
                  </a:lnTo>
                  <a:lnTo>
                    <a:pt x="7989450" y="727917"/>
                  </a:lnTo>
                  <a:lnTo>
                    <a:pt x="7992619" y="728864"/>
                  </a:lnTo>
                  <a:lnTo>
                    <a:pt x="7995788" y="731737"/>
                  </a:lnTo>
                  <a:lnTo>
                    <a:pt x="7995788" y="731737"/>
                  </a:lnTo>
                  <a:lnTo>
                    <a:pt x="7998958" y="731737"/>
                  </a:lnTo>
                  <a:lnTo>
                    <a:pt x="8002127" y="730140"/>
                  </a:lnTo>
                  <a:lnTo>
                    <a:pt x="8005296" y="731737"/>
                  </a:lnTo>
                  <a:lnTo>
                    <a:pt x="8005296" y="731737"/>
                  </a:lnTo>
                  <a:lnTo>
                    <a:pt x="8008465" y="710257"/>
                  </a:lnTo>
                  <a:lnTo>
                    <a:pt x="8011634" y="690223"/>
                  </a:lnTo>
                  <a:lnTo>
                    <a:pt x="8014803" y="667639"/>
                  </a:lnTo>
                  <a:lnTo>
                    <a:pt x="8017973" y="677823"/>
                  </a:lnTo>
                  <a:lnTo>
                    <a:pt x="8021142" y="670829"/>
                  </a:lnTo>
                  <a:lnTo>
                    <a:pt x="8024311" y="656405"/>
                  </a:lnTo>
                  <a:lnTo>
                    <a:pt x="8027480" y="658952"/>
                  </a:lnTo>
                  <a:lnTo>
                    <a:pt x="8030649" y="604502"/>
                  </a:lnTo>
                  <a:lnTo>
                    <a:pt x="8033818" y="619406"/>
                  </a:lnTo>
                  <a:lnTo>
                    <a:pt x="8036988" y="580790"/>
                  </a:lnTo>
                  <a:lnTo>
                    <a:pt x="8040157" y="552557"/>
                  </a:lnTo>
                  <a:lnTo>
                    <a:pt x="8043326" y="559279"/>
                  </a:lnTo>
                  <a:lnTo>
                    <a:pt x="8046495" y="570572"/>
                  </a:lnTo>
                  <a:lnTo>
                    <a:pt x="8049664" y="575839"/>
                  </a:lnTo>
                  <a:lnTo>
                    <a:pt x="8052833" y="560001"/>
                  </a:lnTo>
                  <a:lnTo>
                    <a:pt x="8056002" y="569036"/>
                  </a:lnTo>
                  <a:lnTo>
                    <a:pt x="8059172" y="594112"/>
                  </a:lnTo>
                  <a:lnTo>
                    <a:pt x="8062341" y="614622"/>
                  </a:lnTo>
                  <a:lnTo>
                    <a:pt x="8065510" y="633915"/>
                  </a:lnTo>
                  <a:lnTo>
                    <a:pt x="8068679" y="632564"/>
                  </a:lnTo>
                  <a:lnTo>
                    <a:pt x="8071848" y="631128"/>
                  </a:lnTo>
                  <a:lnTo>
                    <a:pt x="8075017" y="640424"/>
                  </a:lnTo>
                  <a:lnTo>
                    <a:pt x="8078187" y="645651"/>
                  </a:lnTo>
                  <a:lnTo>
                    <a:pt x="8081356" y="670649"/>
                  </a:lnTo>
                  <a:lnTo>
                    <a:pt x="8084525" y="694909"/>
                  </a:lnTo>
                  <a:lnTo>
                    <a:pt x="8087694" y="697325"/>
                  </a:lnTo>
                  <a:lnTo>
                    <a:pt x="8090863" y="693491"/>
                  </a:lnTo>
                  <a:lnTo>
                    <a:pt x="8094032" y="687432"/>
                  </a:lnTo>
                  <a:lnTo>
                    <a:pt x="8097202" y="691997"/>
                  </a:lnTo>
                  <a:lnTo>
                    <a:pt x="8100371" y="699345"/>
                  </a:lnTo>
                  <a:lnTo>
                    <a:pt x="8103540" y="698880"/>
                  </a:lnTo>
                  <a:lnTo>
                    <a:pt x="8106709" y="681811"/>
                  </a:lnTo>
                  <a:lnTo>
                    <a:pt x="8109878" y="687538"/>
                  </a:lnTo>
                  <a:lnTo>
                    <a:pt x="8113047" y="712516"/>
                  </a:lnTo>
                  <a:lnTo>
                    <a:pt x="8116216" y="724477"/>
                  </a:lnTo>
                  <a:lnTo>
                    <a:pt x="8119386" y="727115"/>
                  </a:lnTo>
                  <a:lnTo>
                    <a:pt x="8122555" y="728984"/>
                  </a:lnTo>
                  <a:lnTo>
                    <a:pt x="8125724" y="719704"/>
                  </a:lnTo>
                  <a:lnTo>
                    <a:pt x="8128893" y="718530"/>
                  </a:lnTo>
                  <a:lnTo>
                    <a:pt x="8132062" y="731737"/>
                  </a:lnTo>
                  <a:lnTo>
                    <a:pt x="8132062" y="731737"/>
                  </a:lnTo>
                  <a:lnTo>
                    <a:pt x="8135231" y="724492"/>
                  </a:lnTo>
                  <a:lnTo>
                    <a:pt x="8138401" y="726887"/>
                  </a:lnTo>
                  <a:lnTo>
                    <a:pt x="8141570" y="710333"/>
                  </a:lnTo>
                  <a:lnTo>
                    <a:pt x="8144739" y="700926"/>
                  </a:lnTo>
                  <a:lnTo>
                    <a:pt x="8147908" y="701816"/>
                  </a:lnTo>
                  <a:lnTo>
                    <a:pt x="8151077" y="674961"/>
                  </a:lnTo>
                  <a:lnTo>
                    <a:pt x="8154246" y="652154"/>
                  </a:lnTo>
                  <a:lnTo>
                    <a:pt x="8157416" y="658997"/>
                  </a:lnTo>
                  <a:lnTo>
                    <a:pt x="8160585" y="687063"/>
                  </a:lnTo>
                  <a:lnTo>
                    <a:pt x="8163754" y="728141"/>
                  </a:lnTo>
                  <a:lnTo>
                    <a:pt x="8166923" y="711621"/>
                  </a:lnTo>
                  <a:lnTo>
                    <a:pt x="8170092" y="728356"/>
                  </a:lnTo>
                  <a:lnTo>
                    <a:pt x="8173261" y="728284"/>
                  </a:lnTo>
                  <a:lnTo>
                    <a:pt x="8176431" y="727110"/>
                  </a:lnTo>
                  <a:lnTo>
                    <a:pt x="8179600" y="729236"/>
                  </a:lnTo>
                  <a:lnTo>
                    <a:pt x="8182769" y="698058"/>
                  </a:lnTo>
                  <a:lnTo>
                    <a:pt x="8185938" y="714351"/>
                  </a:lnTo>
                  <a:lnTo>
                    <a:pt x="8189107" y="690663"/>
                  </a:lnTo>
                  <a:lnTo>
                    <a:pt x="8192276" y="691347"/>
                  </a:lnTo>
                  <a:lnTo>
                    <a:pt x="8195445" y="707039"/>
                  </a:lnTo>
                  <a:lnTo>
                    <a:pt x="8198615" y="679450"/>
                  </a:lnTo>
                  <a:lnTo>
                    <a:pt x="8201784" y="716428"/>
                  </a:lnTo>
                  <a:lnTo>
                    <a:pt x="8204953" y="694751"/>
                  </a:lnTo>
                  <a:lnTo>
                    <a:pt x="8208122" y="695005"/>
                  </a:lnTo>
                  <a:lnTo>
                    <a:pt x="8211291" y="684923"/>
                  </a:lnTo>
                  <a:lnTo>
                    <a:pt x="8214460" y="642762"/>
                  </a:lnTo>
                  <a:lnTo>
                    <a:pt x="8217630" y="656445"/>
                  </a:lnTo>
                  <a:lnTo>
                    <a:pt x="8220799" y="652782"/>
                  </a:lnTo>
                  <a:lnTo>
                    <a:pt x="8223968" y="689656"/>
                  </a:lnTo>
                  <a:lnTo>
                    <a:pt x="8227137" y="710780"/>
                  </a:lnTo>
                  <a:lnTo>
                    <a:pt x="8230306" y="687089"/>
                  </a:lnTo>
                  <a:lnTo>
                    <a:pt x="8233475" y="695875"/>
                  </a:lnTo>
                  <a:lnTo>
                    <a:pt x="8236645" y="682173"/>
                  </a:lnTo>
                  <a:lnTo>
                    <a:pt x="8239814" y="656072"/>
                  </a:lnTo>
                  <a:lnTo>
                    <a:pt x="8242983" y="635837"/>
                  </a:lnTo>
                  <a:lnTo>
                    <a:pt x="8246152" y="633795"/>
                  </a:lnTo>
                  <a:lnTo>
                    <a:pt x="8249321" y="657192"/>
                  </a:lnTo>
                  <a:lnTo>
                    <a:pt x="8252490" y="693989"/>
                  </a:lnTo>
                  <a:lnTo>
                    <a:pt x="8255659" y="703132"/>
                  </a:lnTo>
                  <a:lnTo>
                    <a:pt x="8258829" y="696697"/>
                  </a:lnTo>
                  <a:lnTo>
                    <a:pt x="8261998" y="710734"/>
                  </a:lnTo>
                  <a:lnTo>
                    <a:pt x="8265167" y="699598"/>
                  </a:lnTo>
                  <a:lnTo>
                    <a:pt x="8268336" y="715803"/>
                  </a:lnTo>
                  <a:lnTo>
                    <a:pt x="8271505" y="731737"/>
                  </a:lnTo>
                  <a:lnTo>
                    <a:pt x="8271505" y="731737"/>
                  </a:lnTo>
                  <a:lnTo>
                    <a:pt x="8274674" y="731737"/>
                  </a:lnTo>
                  <a:lnTo>
                    <a:pt x="8277844" y="693713"/>
                  </a:lnTo>
                  <a:lnTo>
                    <a:pt x="8281013" y="688672"/>
                  </a:lnTo>
                  <a:lnTo>
                    <a:pt x="8284182" y="674171"/>
                  </a:lnTo>
                  <a:lnTo>
                    <a:pt x="8287351" y="648230"/>
                  </a:lnTo>
                  <a:lnTo>
                    <a:pt x="8290520" y="609799"/>
                  </a:lnTo>
                  <a:lnTo>
                    <a:pt x="8293689" y="574029"/>
                  </a:lnTo>
                  <a:lnTo>
                    <a:pt x="8296859" y="579703"/>
                  </a:lnTo>
                  <a:lnTo>
                    <a:pt x="8300028" y="610823"/>
                  </a:lnTo>
                  <a:lnTo>
                    <a:pt x="8303197" y="576270"/>
                  </a:lnTo>
                  <a:lnTo>
                    <a:pt x="8306366" y="568115"/>
                  </a:lnTo>
                  <a:lnTo>
                    <a:pt x="8309535" y="543574"/>
                  </a:lnTo>
                  <a:lnTo>
                    <a:pt x="8312704" y="553577"/>
                  </a:lnTo>
                  <a:lnTo>
                    <a:pt x="8315874" y="576545"/>
                  </a:lnTo>
                  <a:lnTo>
                    <a:pt x="8319043" y="549664"/>
                  </a:lnTo>
                  <a:lnTo>
                    <a:pt x="8322212" y="564072"/>
                  </a:lnTo>
                  <a:lnTo>
                    <a:pt x="8325381" y="591112"/>
                  </a:lnTo>
                  <a:lnTo>
                    <a:pt x="8328550" y="612873"/>
                  </a:lnTo>
                  <a:lnTo>
                    <a:pt x="8331719" y="644292"/>
                  </a:lnTo>
                  <a:lnTo>
                    <a:pt x="8334888" y="647955"/>
                  </a:lnTo>
                  <a:lnTo>
                    <a:pt x="8338058" y="666259"/>
                  </a:lnTo>
                  <a:lnTo>
                    <a:pt x="8341227" y="683128"/>
                  </a:lnTo>
                  <a:lnTo>
                    <a:pt x="8344396" y="654985"/>
                  </a:lnTo>
                  <a:lnTo>
                    <a:pt x="8347565" y="662881"/>
                  </a:lnTo>
                  <a:lnTo>
                    <a:pt x="8350734" y="671120"/>
                  </a:lnTo>
                  <a:lnTo>
                    <a:pt x="8353903" y="678067"/>
                  </a:lnTo>
                  <a:lnTo>
                    <a:pt x="8357073" y="699238"/>
                  </a:lnTo>
                  <a:lnTo>
                    <a:pt x="8360242" y="702778"/>
                  </a:lnTo>
                  <a:lnTo>
                    <a:pt x="8363411" y="712572"/>
                  </a:lnTo>
                  <a:lnTo>
                    <a:pt x="8366580" y="712389"/>
                  </a:lnTo>
                  <a:lnTo>
                    <a:pt x="8369749" y="709190"/>
                  </a:lnTo>
                  <a:lnTo>
                    <a:pt x="8372918" y="711652"/>
                  </a:lnTo>
                  <a:lnTo>
                    <a:pt x="8376088" y="696344"/>
                  </a:lnTo>
                  <a:lnTo>
                    <a:pt x="8379257" y="701597"/>
                  </a:lnTo>
                  <a:lnTo>
                    <a:pt x="8382426" y="681933"/>
                  </a:lnTo>
                  <a:lnTo>
                    <a:pt x="8385595" y="666127"/>
                  </a:lnTo>
                  <a:lnTo>
                    <a:pt x="8388764" y="679093"/>
                  </a:lnTo>
                  <a:lnTo>
                    <a:pt x="8391933" y="682428"/>
                  </a:lnTo>
                  <a:lnTo>
                    <a:pt x="8395103" y="684854"/>
                  </a:lnTo>
                  <a:lnTo>
                    <a:pt x="8398272" y="679253"/>
                  </a:lnTo>
                  <a:lnTo>
                    <a:pt x="8401441" y="674340"/>
                  </a:lnTo>
                  <a:lnTo>
                    <a:pt x="8404610" y="661018"/>
                  </a:lnTo>
                  <a:lnTo>
                    <a:pt x="8407779" y="667509"/>
                  </a:lnTo>
                  <a:lnTo>
                    <a:pt x="8410948" y="640424"/>
                  </a:lnTo>
                  <a:lnTo>
                    <a:pt x="8414117" y="654864"/>
                  </a:lnTo>
                  <a:lnTo>
                    <a:pt x="8417287" y="645733"/>
                  </a:lnTo>
                  <a:lnTo>
                    <a:pt x="8420456" y="624551"/>
                  </a:lnTo>
                  <a:lnTo>
                    <a:pt x="8423625" y="646262"/>
                  </a:lnTo>
                  <a:lnTo>
                    <a:pt x="8426794" y="645558"/>
                  </a:lnTo>
                  <a:lnTo>
                    <a:pt x="8429963" y="687763"/>
                  </a:lnTo>
                  <a:lnTo>
                    <a:pt x="8433132" y="679227"/>
                  </a:lnTo>
                  <a:lnTo>
                    <a:pt x="8436302" y="614303"/>
                  </a:lnTo>
                  <a:lnTo>
                    <a:pt x="8439471" y="588645"/>
                  </a:lnTo>
                  <a:lnTo>
                    <a:pt x="8442640" y="582827"/>
                  </a:lnTo>
                  <a:lnTo>
                    <a:pt x="8445809" y="657007"/>
                  </a:lnTo>
                  <a:lnTo>
                    <a:pt x="8448978" y="657776"/>
                  </a:lnTo>
                  <a:lnTo>
                    <a:pt x="8452147" y="647285"/>
                  </a:lnTo>
                  <a:lnTo>
                    <a:pt x="8455317" y="696503"/>
                  </a:lnTo>
                  <a:lnTo>
                    <a:pt x="8458486" y="689095"/>
                  </a:lnTo>
                  <a:lnTo>
                    <a:pt x="8461655" y="702890"/>
                  </a:lnTo>
                  <a:lnTo>
                    <a:pt x="8464824" y="702126"/>
                  </a:lnTo>
                  <a:lnTo>
                    <a:pt x="8467993" y="694978"/>
                  </a:lnTo>
                  <a:lnTo>
                    <a:pt x="8471162" y="704136"/>
                  </a:lnTo>
                  <a:lnTo>
                    <a:pt x="8474331" y="705428"/>
                  </a:lnTo>
                  <a:lnTo>
                    <a:pt x="8477501" y="705118"/>
                  </a:lnTo>
                  <a:lnTo>
                    <a:pt x="8480670" y="704016"/>
                  </a:lnTo>
                  <a:lnTo>
                    <a:pt x="8483839" y="706452"/>
                  </a:lnTo>
                  <a:lnTo>
                    <a:pt x="8487008" y="699215"/>
                  </a:lnTo>
                  <a:lnTo>
                    <a:pt x="8490177" y="685313"/>
                  </a:lnTo>
                  <a:lnTo>
                    <a:pt x="8493346" y="672487"/>
                  </a:lnTo>
                  <a:lnTo>
                    <a:pt x="8496516" y="667182"/>
                  </a:lnTo>
                  <a:lnTo>
                    <a:pt x="8499685" y="664289"/>
                  </a:lnTo>
                  <a:lnTo>
                    <a:pt x="8502854" y="612994"/>
                  </a:lnTo>
                  <a:lnTo>
                    <a:pt x="8506023" y="590550"/>
                  </a:lnTo>
                  <a:lnTo>
                    <a:pt x="8509192" y="584429"/>
                  </a:lnTo>
                  <a:lnTo>
                    <a:pt x="8512361" y="567781"/>
                  </a:lnTo>
                  <a:lnTo>
                    <a:pt x="8515531" y="582656"/>
                  </a:lnTo>
                  <a:lnTo>
                    <a:pt x="8518700" y="536240"/>
                  </a:lnTo>
                  <a:lnTo>
                    <a:pt x="8521869" y="570201"/>
                  </a:lnTo>
                  <a:lnTo>
                    <a:pt x="8525038" y="542622"/>
                  </a:lnTo>
                  <a:lnTo>
                    <a:pt x="8528207" y="523117"/>
                  </a:lnTo>
                  <a:lnTo>
                    <a:pt x="8531376" y="511919"/>
                  </a:lnTo>
                  <a:lnTo>
                    <a:pt x="8534546" y="539874"/>
                  </a:lnTo>
                  <a:lnTo>
                    <a:pt x="8537715" y="603967"/>
                  </a:lnTo>
                  <a:lnTo>
                    <a:pt x="8540884" y="645299"/>
                  </a:lnTo>
                  <a:lnTo>
                    <a:pt x="8544053" y="606254"/>
                  </a:lnTo>
                  <a:lnTo>
                    <a:pt x="8547222" y="617922"/>
                  </a:lnTo>
                  <a:lnTo>
                    <a:pt x="8550391" y="661888"/>
                  </a:lnTo>
                  <a:lnTo>
                    <a:pt x="8553560" y="680330"/>
                  </a:lnTo>
                  <a:lnTo>
                    <a:pt x="8553560" y="6803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0391" y="0"/>
                  </a:lnTo>
                  <a:lnTo>
                    <a:pt x="8547222" y="0"/>
                  </a:lnTo>
                  <a:lnTo>
                    <a:pt x="8544053" y="0"/>
                  </a:lnTo>
                  <a:lnTo>
                    <a:pt x="8540884" y="0"/>
                  </a:lnTo>
                  <a:lnTo>
                    <a:pt x="8537715" y="0"/>
                  </a:lnTo>
                  <a:lnTo>
                    <a:pt x="8534546" y="0"/>
                  </a:lnTo>
                  <a:lnTo>
                    <a:pt x="8531376" y="0"/>
                  </a:lnTo>
                  <a:lnTo>
                    <a:pt x="8528207" y="0"/>
                  </a:lnTo>
                  <a:lnTo>
                    <a:pt x="8525038" y="0"/>
                  </a:lnTo>
                  <a:lnTo>
                    <a:pt x="8521869" y="0"/>
                  </a:lnTo>
                  <a:lnTo>
                    <a:pt x="8518700" y="0"/>
                  </a:lnTo>
                  <a:lnTo>
                    <a:pt x="8515531" y="0"/>
                  </a:lnTo>
                  <a:lnTo>
                    <a:pt x="8512361" y="0"/>
                  </a:lnTo>
                  <a:lnTo>
                    <a:pt x="8509192" y="0"/>
                  </a:lnTo>
                  <a:lnTo>
                    <a:pt x="8506023" y="0"/>
                  </a:lnTo>
                  <a:lnTo>
                    <a:pt x="8502854" y="0"/>
                  </a:lnTo>
                  <a:lnTo>
                    <a:pt x="8499685" y="0"/>
                  </a:lnTo>
                  <a:lnTo>
                    <a:pt x="8496516" y="0"/>
                  </a:lnTo>
                  <a:lnTo>
                    <a:pt x="8493346" y="0"/>
                  </a:lnTo>
                  <a:lnTo>
                    <a:pt x="8490177" y="0"/>
                  </a:lnTo>
                  <a:lnTo>
                    <a:pt x="8487008" y="0"/>
                  </a:lnTo>
                  <a:lnTo>
                    <a:pt x="8483839" y="0"/>
                  </a:lnTo>
                  <a:lnTo>
                    <a:pt x="8480670" y="0"/>
                  </a:lnTo>
                  <a:lnTo>
                    <a:pt x="8477501" y="0"/>
                  </a:lnTo>
                  <a:lnTo>
                    <a:pt x="8474331" y="0"/>
                  </a:lnTo>
                  <a:lnTo>
                    <a:pt x="8471162" y="0"/>
                  </a:lnTo>
                  <a:lnTo>
                    <a:pt x="8467993" y="0"/>
                  </a:lnTo>
                  <a:lnTo>
                    <a:pt x="8464824" y="0"/>
                  </a:lnTo>
                  <a:lnTo>
                    <a:pt x="8461655" y="0"/>
                  </a:lnTo>
                  <a:lnTo>
                    <a:pt x="8458486" y="0"/>
                  </a:lnTo>
                  <a:lnTo>
                    <a:pt x="8455317" y="0"/>
                  </a:lnTo>
                  <a:lnTo>
                    <a:pt x="8452147" y="0"/>
                  </a:lnTo>
                  <a:lnTo>
                    <a:pt x="8448978" y="0"/>
                  </a:lnTo>
                  <a:lnTo>
                    <a:pt x="8445809" y="0"/>
                  </a:lnTo>
                  <a:lnTo>
                    <a:pt x="8442640" y="0"/>
                  </a:lnTo>
                  <a:lnTo>
                    <a:pt x="8439471" y="0"/>
                  </a:lnTo>
                  <a:lnTo>
                    <a:pt x="8436302" y="0"/>
                  </a:lnTo>
                  <a:lnTo>
                    <a:pt x="8433132" y="0"/>
                  </a:lnTo>
                  <a:lnTo>
                    <a:pt x="8429963" y="0"/>
                  </a:lnTo>
                  <a:lnTo>
                    <a:pt x="8426794" y="0"/>
                  </a:lnTo>
                  <a:lnTo>
                    <a:pt x="8423625" y="0"/>
                  </a:lnTo>
                  <a:lnTo>
                    <a:pt x="8420456" y="0"/>
                  </a:lnTo>
                  <a:lnTo>
                    <a:pt x="8417287" y="0"/>
                  </a:lnTo>
                  <a:lnTo>
                    <a:pt x="8414117" y="0"/>
                  </a:lnTo>
                  <a:lnTo>
                    <a:pt x="8410948" y="0"/>
                  </a:lnTo>
                  <a:lnTo>
                    <a:pt x="8407779" y="0"/>
                  </a:lnTo>
                  <a:lnTo>
                    <a:pt x="8404610" y="0"/>
                  </a:lnTo>
                  <a:lnTo>
                    <a:pt x="8401441" y="0"/>
                  </a:lnTo>
                  <a:lnTo>
                    <a:pt x="8398272" y="0"/>
                  </a:lnTo>
                  <a:lnTo>
                    <a:pt x="8395103" y="0"/>
                  </a:lnTo>
                  <a:lnTo>
                    <a:pt x="8391933" y="0"/>
                  </a:lnTo>
                  <a:lnTo>
                    <a:pt x="8388764" y="0"/>
                  </a:lnTo>
                  <a:lnTo>
                    <a:pt x="8385595" y="0"/>
                  </a:lnTo>
                  <a:lnTo>
                    <a:pt x="8382426" y="0"/>
                  </a:lnTo>
                  <a:lnTo>
                    <a:pt x="8379257" y="0"/>
                  </a:lnTo>
                  <a:lnTo>
                    <a:pt x="8376088" y="0"/>
                  </a:lnTo>
                  <a:lnTo>
                    <a:pt x="8372918" y="0"/>
                  </a:lnTo>
                  <a:lnTo>
                    <a:pt x="8369749" y="0"/>
                  </a:lnTo>
                  <a:lnTo>
                    <a:pt x="8366580" y="0"/>
                  </a:lnTo>
                  <a:lnTo>
                    <a:pt x="8363411" y="0"/>
                  </a:lnTo>
                  <a:lnTo>
                    <a:pt x="8360242" y="0"/>
                  </a:lnTo>
                  <a:lnTo>
                    <a:pt x="8357073" y="0"/>
                  </a:lnTo>
                  <a:lnTo>
                    <a:pt x="8353903" y="0"/>
                  </a:lnTo>
                  <a:lnTo>
                    <a:pt x="8350734" y="0"/>
                  </a:lnTo>
                  <a:lnTo>
                    <a:pt x="8347565" y="0"/>
                  </a:lnTo>
                  <a:lnTo>
                    <a:pt x="8344396" y="0"/>
                  </a:lnTo>
                  <a:lnTo>
                    <a:pt x="8341227" y="0"/>
                  </a:lnTo>
                  <a:lnTo>
                    <a:pt x="8338058" y="0"/>
                  </a:lnTo>
                  <a:lnTo>
                    <a:pt x="8334888" y="0"/>
                  </a:lnTo>
                  <a:lnTo>
                    <a:pt x="8331719" y="0"/>
                  </a:lnTo>
                  <a:lnTo>
                    <a:pt x="8328550" y="0"/>
                  </a:lnTo>
                  <a:lnTo>
                    <a:pt x="8325381" y="0"/>
                  </a:lnTo>
                  <a:lnTo>
                    <a:pt x="8322212" y="0"/>
                  </a:lnTo>
                  <a:lnTo>
                    <a:pt x="8319043" y="0"/>
                  </a:lnTo>
                  <a:lnTo>
                    <a:pt x="8315874" y="0"/>
                  </a:lnTo>
                  <a:lnTo>
                    <a:pt x="8312704" y="0"/>
                  </a:lnTo>
                  <a:lnTo>
                    <a:pt x="8309535" y="0"/>
                  </a:lnTo>
                  <a:lnTo>
                    <a:pt x="8306366" y="0"/>
                  </a:lnTo>
                  <a:lnTo>
                    <a:pt x="8303197" y="0"/>
                  </a:lnTo>
                  <a:lnTo>
                    <a:pt x="8300028" y="0"/>
                  </a:lnTo>
                  <a:lnTo>
                    <a:pt x="8296859" y="0"/>
                  </a:lnTo>
                  <a:lnTo>
                    <a:pt x="8293689" y="0"/>
                  </a:lnTo>
                  <a:lnTo>
                    <a:pt x="8290520" y="0"/>
                  </a:lnTo>
                  <a:lnTo>
                    <a:pt x="8287351" y="0"/>
                  </a:lnTo>
                  <a:lnTo>
                    <a:pt x="8284182" y="0"/>
                  </a:lnTo>
                  <a:lnTo>
                    <a:pt x="8281013" y="0"/>
                  </a:lnTo>
                  <a:lnTo>
                    <a:pt x="8277844" y="0"/>
                  </a:lnTo>
                  <a:lnTo>
                    <a:pt x="8274674" y="0"/>
                  </a:lnTo>
                  <a:lnTo>
                    <a:pt x="8271505" y="0"/>
                  </a:lnTo>
                  <a:lnTo>
                    <a:pt x="8268336" y="0"/>
                  </a:lnTo>
                  <a:lnTo>
                    <a:pt x="8265167" y="0"/>
                  </a:lnTo>
                  <a:lnTo>
                    <a:pt x="8261998" y="0"/>
                  </a:lnTo>
                  <a:lnTo>
                    <a:pt x="8258829" y="0"/>
                  </a:lnTo>
                  <a:lnTo>
                    <a:pt x="8255659" y="0"/>
                  </a:lnTo>
                  <a:lnTo>
                    <a:pt x="8252490" y="0"/>
                  </a:lnTo>
                  <a:lnTo>
                    <a:pt x="8249321" y="0"/>
                  </a:lnTo>
                  <a:lnTo>
                    <a:pt x="8246152" y="0"/>
                  </a:lnTo>
                  <a:lnTo>
                    <a:pt x="8242983" y="0"/>
                  </a:lnTo>
                  <a:lnTo>
                    <a:pt x="8239814" y="0"/>
                  </a:lnTo>
                  <a:lnTo>
                    <a:pt x="8236645" y="0"/>
                  </a:lnTo>
                  <a:lnTo>
                    <a:pt x="8233475" y="0"/>
                  </a:lnTo>
                  <a:lnTo>
                    <a:pt x="8230306" y="0"/>
                  </a:lnTo>
                  <a:lnTo>
                    <a:pt x="8227137" y="0"/>
                  </a:lnTo>
                  <a:lnTo>
                    <a:pt x="8223968" y="0"/>
                  </a:lnTo>
                  <a:lnTo>
                    <a:pt x="8220799" y="0"/>
                  </a:lnTo>
                  <a:lnTo>
                    <a:pt x="8217630" y="0"/>
                  </a:lnTo>
                  <a:lnTo>
                    <a:pt x="8214460" y="0"/>
                  </a:lnTo>
                  <a:lnTo>
                    <a:pt x="8211291" y="0"/>
                  </a:lnTo>
                  <a:lnTo>
                    <a:pt x="8208122" y="0"/>
                  </a:lnTo>
                  <a:lnTo>
                    <a:pt x="8204953" y="0"/>
                  </a:lnTo>
                  <a:lnTo>
                    <a:pt x="8201784" y="0"/>
                  </a:lnTo>
                  <a:lnTo>
                    <a:pt x="8198615" y="0"/>
                  </a:lnTo>
                  <a:lnTo>
                    <a:pt x="8195445" y="0"/>
                  </a:lnTo>
                  <a:lnTo>
                    <a:pt x="8192276" y="0"/>
                  </a:lnTo>
                  <a:lnTo>
                    <a:pt x="8189107" y="0"/>
                  </a:lnTo>
                  <a:lnTo>
                    <a:pt x="8185938" y="0"/>
                  </a:lnTo>
                  <a:lnTo>
                    <a:pt x="8182769" y="0"/>
                  </a:lnTo>
                  <a:lnTo>
                    <a:pt x="8179600" y="0"/>
                  </a:lnTo>
                  <a:lnTo>
                    <a:pt x="8176431" y="0"/>
                  </a:lnTo>
                  <a:lnTo>
                    <a:pt x="8173261" y="0"/>
                  </a:lnTo>
                  <a:lnTo>
                    <a:pt x="8170092" y="0"/>
                  </a:lnTo>
                  <a:lnTo>
                    <a:pt x="8166923" y="0"/>
                  </a:lnTo>
                  <a:lnTo>
                    <a:pt x="8163754" y="0"/>
                  </a:lnTo>
                  <a:lnTo>
                    <a:pt x="8160585" y="0"/>
                  </a:lnTo>
                  <a:lnTo>
                    <a:pt x="8157416" y="0"/>
                  </a:lnTo>
                  <a:lnTo>
                    <a:pt x="8154246" y="0"/>
                  </a:lnTo>
                  <a:lnTo>
                    <a:pt x="8151077" y="0"/>
                  </a:lnTo>
                  <a:lnTo>
                    <a:pt x="8147908" y="0"/>
                  </a:lnTo>
                  <a:lnTo>
                    <a:pt x="8144739" y="0"/>
                  </a:lnTo>
                  <a:lnTo>
                    <a:pt x="8141570" y="0"/>
                  </a:lnTo>
                  <a:lnTo>
                    <a:pt x="8138401" y="0"/>
                  </a:lnTo>
                  <a:lnTo>
                    <a:pt x="8135231" y="0"/>
                  </a:lnTo>
                  <a:lnTo>
                    <a:pt x="8132062" y="0"/>
                  </a:lnTo>
                  <a:lnTo>
                    <a:pt x="8128893" y="0"/>
                  </a:lnTo>
                  <a:lnTo>
                    <a:pt x="8125724" y="0"/>
                  </a:lnTo>
                  <a:lnTo>
                    <a:pt x="8122555" y="0"/>
                  </a:lnTo>
                  <a:lnTo>
                    <a:pt x="8119386" y="0"/>
                  </a:lnTo>
                  <a:lnTo>
                    <a:pt x="8116216" y="0"/>
                  </a:lnTo>
                  <a:lnTo>
                    <a:pt x="8113047" y="0"/>
                  </a:lnTo>
                  <a:lnTo>
                    <a:pt x="8109878" y="0"/>
                  </a:lnTo>
                  <a:lnTo>
                    <a:pt x="8106709" y="0"/>
                  </a:lnTo>
                  <a:lnTo>
                    <a:pt x="8103540" y="0"/>
                  </a:lnTo>
                  <a:lnTo>
                    <a:pt x="8100371" y="0"/>
                  </a:lnTo>
                  <a:lnTo>
                    <a:pt x="8097202" y="0"/>
                  </a:lnTo>
                  <a:lnTo>
                    <a:pt x="8094032" y="0"/>
                  </a:lnTo>
                  <a:lnTo>
                    <a:pt x="8090863" y="0"/>
                  </a:lnTo>
                  <a:lnTo>
                    <a:pt x="8087694" y="0"/>
                  </a:lnTo>
                  <a:lnTo>
                    <a:pt x="8084525" y="0"/>
                  </a:lnTo>
                  <a:lnTo>
                    <a:pt x="8081356" y="0"/>
                  </a:lnTo>
                  <a:lnTo>
                    <a:pt x="8078187" y="0"/>
                  </a:lnTo>
                  <a:lnTo>
                    <a:pt x="8075017" y="0"/>
                  </a:lnTo>
                  <a:lnTo>
                    <a:pt x="8071848" y="0"/>
                  </a:lnTo>
                  <a:lnTo>
                    <a:pt x="8068679" y="0"/>
                  </a:lnTo>
                  <a:lnTo>
                    <a:pt x="8065510" y="0"/>
                  </a:lnTo>
                  <a:lnTo>
                    <a:pt x="8062341" y="0"/>
                  </a:lnTo>
                  <a:lnTo>
                    <a:pt x="8059172" y="0"/>
                  </a:lnTo>
                  <a:lnTo>
                    <a:pt x="8056002" y="0"/>
                  </a:lnTo>
                  <a:lnTo>
                    <a:pt x="8052833" y="0"/>
                  </a:lnTo>
                  <a:lnTo>
                    <a:pt x="8049664" y="0"/>
                  </a:lnTo>
                  <a:lnTo>
                    <a:pt x="8046495" y="0"/>
                  </a:lnTo>
                  <a:lnTo>
                    <a:pt x="8043326" y="0"/>
                  </a:lnTo>
                  <a:lnTo>
                    <a:pt x="8040157" y="0"/>
                  </a:lnTo>
                  <a:lnTo>
                    <a:pt x="8036988" y="0"/>
                  </a:lnTo>
                  <a:lnTo>
                    <a:pt x="8033818" y="0"/>
                  </a:lnTo>
                  <a:lnTo>
                    <a:pt x="8030649" y="0"/>
                  </a:lnTo>
                  <a:lnTo>
                    <a:pt x="8027480" y="0"/>
                  </a:lnTo>
                  <a:lnTo>
                    <a:pt x="8024311" y="0"/>
                  </a:lnTo>
                  <a:lnTo>
                    <a:pt x="8021142" y="0"/>
                  </a:lnTo>
                  <a:lnTo>
                    <a:pt x="8017973" y="0"/>
                  </a:lnTo>
                  <a:lnTo>
                    <a:pt x="8014803" y="0"/>
                  </a:lnTo>
                  <a:lnTo>
                    <a:pt x="8011634" y="0"/>
                  </a:lnTo>
                  <a:lnTo>
                    <a:pt x="8008465" y="0"/>
                  </a:lnTo>
                  <a:lnTo>
                    <a:pt x="8005296" y="0"/>
                  </a:lnTo>
                  <a:lnTo>
                    <a:pt x="8002127" y="0"/>
                  </a:lnTo>
                  <a:lnTo>
                    <a:pt x="7998958" y="0"/>
                  </a:lnTo>
                  <a:lnTo>
                    <a:pt x="7995788" y="0"/>
                  </a:lnTo>
                  <a:lnTo>
                    <a:pt x="7992619" y="0"/>
                  </a:lnTo>
                  <a:lnTo>
                    <a:pt x="7989450" y="0"/>
                  </a:lnTo>
                  <a:lnTo>
                    <a:pt x="7986281" y="0"/>
                  </a:lnTo>
                  <a:lnTo>
                    <a:pt x="7983112" y="0"/>
                  </a:lnTo>
                  <a:lnTo>
                    <a:pt x="7979943" y="0"/>
                  </a:lnTo>
                  <a:lnTo>
                    <a:pt x="7976773" y="0"/>
                  </a:lnTo>
                  <a:lnTo>
                    <a:pt x="7973604" y="0"/>
                  </a:lnTo>
                  <a:lnTo>
                    <a:pt x="7970435" y="0"/>
                  </a:lnTo>
                  <a:lnTo>
                    <a:pt x="7967266" y="0"/>
                  </a:lnTo>
                  <a:lnTo>
                    <a:pt x="7964097" y="0"/>
                  </a:lnTo>
                  <a:lnTo>
                    <a:pt x="7960928" y="0"/>
                  </a:lnTo>
                  <a:lnTo>
                    <a:pt x="7957759" y="0"/>
                  </a:lnTo>
                  <a:lnTo>
                    <a:pt x="7954589" y="0"/>
                  </a:lnTo>
                  <a:lnTo>
                    <a:pt x="7951420" y="0"/>
                  </a:lnTo>
                  <a:lnTo>
                    <a:pt x="7948251" y="0"/>
                  </a:lnTo>
                  <a:lnTo>
                    <a:pt x="7945082" y="0"/>
                  </a:lnTo>
                  <a:lnTo>
                    <a:pt x="7941913" y="0"/>
                  </a:lnTo>
                  <a:lnTo>
                    <a:pt x="7938744" y="0"/>
                  </a:lnTo>
                  <a:lnTo>
                    <a:pt x="7935574" y="0"/>
                  </a:lnTo>
                  <a:lnTo>
                    <a:pt x="7932405" y="0"/>
                  </a:lnTo>
                  <a:lnTo>
                    <a:pt x="7929236" y="0"/>
                  </a:lnTo>
                  <a:lnTo>
                    <a:pt x="7926067" y="0"/>
                  </a:lnTo>
                  <a:lnTo>
                    <a:pt x="7922898" y="0"/>
                  </a:lnTo>
                  <a:lnTo>
                    <a:pt x="7919729" y="0"/>
                  </a:lnTo>
                  <a:lnTo>
                    <a:pt x="7916559" y="0"/>
                  </a:lnTo>
                  <a:lnTo>
                    <a:pt x="7913390" y="0"/>
                  </a:lnTo>
                  <a:lnTo>
                    <a:pt x="7910221" y="0"/>
                  </a:lnTo>
                  <a:lnTo>
                    <a:pt x="7907052" y="0"/>
                  </a:lnTo>
                  <a:lnTo>
                    <a:pt x="7903883" y="0"/>
                  </a:lnTo>
                  <a:lnTo>
                    <a:pt x="7900714" y="0"/>
                  </a:lnTo>
                  <a:lnTo>
                    <a:pt x="7897544" y="0"/>
                  </a:lnTo>
                  <a:lnTo>
                    <a:pt x="7894375" y="0"/>
                  </a:lnTo>
                  <a:lnTo>
                    <a:pt x="7891206" y="0"/>
                  </a:lnTo>
                  <a:lnTo>
                    <a:pt x="7888037" y="0"/>
                  </a:lnTo>
                  <a:lnTo>
                    <a:pt x="7884868" y="0"/>
                  </a:lnTo>
                  <a:lnTo>
                    <a:pt x="7881699" y="0"/>
                  </a:lnTo>
                  <a:lnTo>
                    <a:pt x="7878530" y="0"/>
                  </a:lnTo>
                  <a:lnTo>
                    <a:pt x="7875360" y="0"/>
                  </a:lnTo>
                  <a:lnTo>
                    <a:pt x="7872191" y="0"/>
                  </a:lnTo>
                  <a:lnTo>
                    <a:pt x="7869022" y="0"/>
                  </a:lnTo>
                  <a:lnTo>
                    <a:pt x="7865853" y="0"/>
                  </a:lnTo>
                  <a:lnTo>
                    <a:pt x="7862684" y="0"/>
                  </a:lnTo>
                  <a:lnTo>
                    <a:pt x="7859515" y="0"/>
                  </a:lnTo>
                  <a:lnTo>
                    <a:pt x="7856345" y="0"/>
                  </a:lnTo>
                  <a:lnTo>
                    <a:pt x="7853176" y="0"/>
                  </a:lnTo>
                  <a:lnTo>
                    <a:pt x="7850007" y="0"/>
                  </a:lnTo>
                  <a:lnTo>
                    <a:pt x="7846838" y="0"/>
                  </a:lnTo>
                  <a:lnTo>
                    <a:pt x="7843669" y="0"/>
                  </a:lnTo>
                  <a:lnTo>
                    <a:pt x="7840500" y="0"/>
                  </a:lnTo>
                  <a:lnTo>
                    <a:pt x="7837330" y="0"/>
                  </a:lnTo>
                  <a:lnTo>
                    <a:pt x="7834161" y="0"/>
                  </a:lnTo>
                  <a:lnTo>
                    <a:pt x="7830992" y="0"/>
                  </a:lnTo>
                  <a:lnTo>
                    <a:pt x="7827823" y="0"/>
                  </a:lnTo>
                  <a:lnTo>
                    <a:pt x="7824654" y="0"/>
                  </a:lnTo>
                  <a:lnTo>
                    <a:pt x="7821485" y="0"/>
                  </a:lnTo>
                  <a:lnTo>
                    <a:pt x="7818316" y="0"/>
                  </a:lnTo>
                  <a:lnTo>
                    <a:pt x="7815146" y="0"/>
                  </a:lnTo>
                  <a:lnTo>
                    <a:pt x="7811977" y="0"/>
                  </a:lnTo>
                  <a:lnTo>
                    <a:pt x="7808808" y="0"/>
                  </a:lnTo>
                  <a:lnTo>
                    <a:pt x="7805639" y="0"/>
                  </a:lnTo>
                  <a:lnTo>
                    <a:pt x="7802470" y="0"/>
                  </a:lnTo>
                  <a:lnTo>
                    <a:pt x="7799301" y="0"/>
                  </a:lnTo>
                  <a:lnTo>
                    <a:pt x="7796131" y="0"/>
                  </a:lnTo>
                  <a:lnTo>
                    <a:pt x="7792962" y="0"/>
                  </a:lnTo>
                  <a:lnTo>
                    <a:pt x="7789793" y="0"/>
                  </a:lnTo>
                  <a:lnTo>
                    <a:pt x="7786624" y="0"/>
                  </a:lnTo>
                  <a:lnTo>
                    <a:pt x="7783455" y="0"/>
                  </a:lnTo>
                  <a:lnTo>
                    <a:pt x="7780286" y="0"/>
                  </a:lnTo>
                  <a:lnTo>
                    <a:pt x="7777116" y="0"/>
                  </a:lnTo>
                  <a:lnTo>
                    <a:pt x="7773947" y="0"/>
                  </a:lnTo>
                  <a:lnTo>
                    <a:pt x="7770778" y="0"/>
                  </a:lnTo>
                  <a:lnTo>
                    <a:pt x="7767609" y="0"/>
                  </a:lnTo>
                  <a:lnTo>
                    <a:pt x="7764440" y="0"/>
                  </a:lnTo>
                  <a:lnTo>
                    <a:pt x="7761271" y="0"/>
                  </a:lnTo>
                  <a:lnTo>
                    <a:pt x="7758101" y="0"/>
                  </a:lnTo>
                  <a:lnTo>
                    <a:pt x="7754932" y="0"/>
                  </a:lnTo>
                  <a:lnTo>
                    <a:pt x="7751763" y="0"/>
                  </a:lnTo>
                  <a:lnTo>
                    <a:pt x="7748594" y="0"/>
                  </a:lnTo>
                  <a:lnTo>
                    <a:pt x="7745425" y="0"/>
                  </a:lnTo>
                  <a:lnTo>
                    <a:pt x="7742256" y="0"/>
                  </a:lnTo>
                  <a:lnTo>
                    <a:pt x="7739087" y="0"/>
                  </a:lnTo>
                  <a:lnTo>
                    <a:pt x="7735917" y="0"/>
                  </a:lnTo>
                  <a:lnTo>
                    <a:pt x="7732748" y="0"/>
                  </a:lnTo>
                  <a:lnTo>
                    <a:pt x="7729579" y="0"/>
                  </a:lnTo>
                  <a:lnTo>
                    <a:pt x="7726410" y="0"/>
                  </a:lnTo>
                  <a:lnTo>
                    <a:pt x="7723241" y="0"/>
                  </a:lnTo>
                  <a:lnTo>
                    <a:pt x="7720072" y="0"/>
                  </a:lnTo>
                  <a:lnTo>
                    <a:pt x="7716902" y="0"/>
                  </a:lnTo>
                  <a:lnTo>
                    <a:pt x="7713733" y="0"/>
                  </a:lnTo>
                  <a:lnTo>
                    <a:pt x="7710564" y="0"/>
                  </a:lnTo>
                  <a:lnTo>
                    <a:pt x="7707395" y="0"/>
                  </a:lnTo>
                  <a:lnTo>
                    <a:pt x="7704226" y="0"/>
                  </a:lnTo>
                  <a:lnTo>
                    <a:pt x="7701057" y="0"/>
                  </a:lnTo>
                  <a:lnTo>
                    <a:pt x="7697887" y="0"/>
                  </a:lnTo>
                  <a:lnTo>
                    <a:pt x="7694718" y="0"/>
                  </a:lnTo>
                  <a:lnTo>
                    <a:pt x="7691549" y="0"/>
                  </a:lnTo>
                  <a:lnTo>
                    <a:pt x="7688380" y="0"/>
                  </a:lnTo>
                  <a:lnTo>
                    <a:pt x="7685211" y="0"/>
                  </a:lnTo>
                  <a:lnTo>
                    <a:pt x="7682042" y="0"/>
                  </a:lnTo>
                  <a:lnTo>
                    <a:pt x="7678873" y="0"/>
                  </a:lnTo>
                  <a:lnTo>
                    <a:pt x="7675703" y="0"/>
                  </a:lnTo>
                  <a:lnTo>
                    <a:pt x="7672534" y="0"/>
                  </a:lnTo>
                  <a:lnTo>
                    <a:pt x="7669365" y="0"/>
                  </a:lnTo>
                  <a:lnTo>
                    <a:pt x="7666196" y="0"/>
                  </a:lnTo>
                  <a:lnTo>
                    <a:pt x="7663027" y="0"/>
                  </a:lnTo>
                  <a:lnTo>
                    <a:pt x="7659858" y="0"/>
                  </a:lnTo>
                  <a:lnTo>
                    <a:pt x="7656688" y="0"/>
                  </a:lnTo>
                  <a:lnTo>
                    <a:pt x="7653519" y="0"/>
                  </a:lnTo>
                  <a:lnTo>
                    <a:pt x="7650350" y="0"/>
                  </a:lnTo>
                  <a:lnTo>
                    <a:pt x="7647181" y="0"/>
                  </a:lnTo>
                  <a:lnTo>
                    <a:pt x="7644012" y="0"/>
                  </a:lnTo>
                  <a:lnTo>
                    <a:pt x="7640843" y="0"/>
                  </a:lnTo>
                  <a:lnTo>
                    <a:pt x="7637673" y="0"/>
                  </a:lnTo>
                  <a:lnTo>
                    <a:pt x="7634504" y="0"/>
                  </a:lnTo>
                  <a:lnTo>
                    <a:pt x="7631335" y="0"/>
                  </a:lnTo>
                  <a:lnTo>
                    <a:pt x="7628166" y="0"/>
                  </a:lnTo>
                  <a:lnTo>
                    <a:pt x="7624997" y="0"/>
                  </a:lnTo>
                  <a:lnTo>
                    <a:pt x="7621828" y="0"/>
                  </a:lnTo>
                  <a:lnTo>
                    <a:pt x="7618658" y="0"/>
                  </a:lnTo>
                  <a:lnTo>
                    <a:pt x="7615489" y="0"/>
                  </a:lnTo>
                  <a:lnTo>
                    <a:pt x="7612320" y="0"/>
                  </a:lnTo>
                  <a:lnTo>
                    <a:pt x="7609151" y="0"/>
                  </a:lnTo>
                  <a:lnTo>
                    <a:pt x="7605982" y="0"/>
                  </a:lnTo>
                  <a:lnTo>
                    <a:pt x="7602813" y="0"/>
                  </a:lnTo>
                  <a:lnTo>
                    <a:pt x="7599644" y="0"/>
                  </a:lnTo>
                  <a:lnTo>
                    <a:pt x="7596474" y="0"/>
                  </a:lnTo>
                  <a:lnTo>
                    <a:pt x="7593305" y="0"/>
                  </a:lnTo>
                  <a:lnTo>
                    <a:pt x="7590136" y="0"/>
                  </a:lnTo>
                  <a:lnTo>
                    <a:pt x="7586967" y="0"/>
                  </a:lnTo>
                  <a:lnTo>
                    <a:pt x="7583798" y="0"/>
                  </a:lnTo>
                  <a:lnTo>
                    <a:pt x="7580629" y="0"/>
                  </a:lnTo>
                  <a:lnTo>
                    <a:pt x="7577459" y="0"/>
                  </a:lnTo>
                  <a:lnTo>
                    <a:pt x="7574290" y="0"/>
                  </a:lnTo>
                  <a:lnTo>
                    <a:pt x="7571121" y="0"/>
                  </a:lnTo>
                  <a:lnTo>
                    <a:pt x="7567952" y="0"/>
                  </a:lnTo>
                  <a:lnTo>
                    <a:pt x="7564783" y="0"/>
                  </a:lnTo>
                  <a:lnTo>
                    <a:pt x="7561614" y="0"/>
                  </a:lnTo>
                  <a:lnTo>
                    <a:pt x="7558444" y="0"/>
                  </a:lnTo>
                  <a:lnTo>
                    <a:pt x="7555275" y="0"/>
                  </a:lnTo>
                  <a:lnTo>
                    <a:pt x="7552106" y="0"/>
                  </a:lnTo>
                  <a:lnTo>
                    <a:pt x="7548937" y="0"/>
                  </a:lnTo>
                  <a:lnTo>
                    <a:pt x="7545768" y="0"/>
                  </a:lnTo>
                  <a:lnTo>
                    <a:pt x="7542599" y="0"/>
                  </a:lnTo>
                  <a:lnTo>
                    <a:pt x="7539429" y="0"/>
                  </a:lnTo>
                  <a:lnTo>
                    <a:pt x="7536260" y="0"/>
                  </a:lnTo>
                  <a:lnTo>
                    <a:pt x="7533091" y="0"/>
                  </a:lnTo>
                  <a:lnTo>
                    <a:pt x="7529922" y="0"/>
                  </a:lnTo>
                  <a:lnTo>
                    <a:pt x="7526753" y="0"/>
                  </a:lnTo>
                  <a:lnTo>
                    <a:pt x="7523584" y="0"/>
                  </a:lnTo>
                  <a:lnTo>
                    <a:pt x="7520415" y="0"/>
                  </a:lnTo>
                  <a:lnTo>
                    <a:pt x="7517245" y="0"/>
                  </a:lnTo>
                  <a:lnTo>
                    <a:pt x="7514076" y="0"/>
                  </a:lnTo>
                  <a:lnTo>
                    <a:pt x="7510907" y="0"/>
                  </a:lnTo>
                  <a:lnTo>
                    <a:pt x="7507738" y="0"/>
                  </a:lnTo>
                  <a:lnTo>
                    <a:pt x="7504569" y="0"/>
                  </a:lnTo>
                  <a:lnTo>
                    <a:pt x="7501400" y="0"/>
                  </a:lnTo>
                  <a:lnTo>
                    <a:pt x="7498230" y="0"/>
                  </a:lnTo>
                  <a:lnTo>
                    <a:pt x="7495061" y="0"/>
                  </a:lnTo>
                  <a:lnTo>
                    <a:pt x="7491892" y="0"/>
                  </a:lnTo>
                  <a:lnTo>
                    <a:pt x="7488723" y="0"/>
                  </a:lnTo>
                  <a:lnTo>
                    <a:pt x="7485554" y="0"/>
                  </a:lnTo>
                  <a:lnTo>
                    <a:pt x="7482385" y="0"/>
                  </a:lnTo>
                  <a:lnTo>
                    <a:pt x="7479215" y="0"/>
                  </a:lnTo>
                  <a:lnTo>
                    <a:pt x="7476046" y="0"/>
                  </a:lnTo>
                  <a:lnTo>
                    <a:pt x="7472877" y="0"/>
                  </a:lnTo>
                  <a:lnTo>
                    <a:pt x="7469708" y="0"/>
                  </a:lnTo>
                  <a:lnTo>
                    <a:pt x="7466539" y="0"/>
                  </a:lnTo>
                  <a:lnTo>
                    <a:pt x="7463370" y="0"/>
                  </a:lnTo>
                  <a:lnTo>
                    <a:pt x="7460201" y="0"/>
                  </a:lnTo>
                  <a:lnTo>
                    <a:pt x="7457031" y="0"/>
                  </a:lnTo>
                  <a:lnTo>
                    <a:pt x="7453862" y="0"/>
                  </a:lnTo>
                  <a:lnTo>
                    <a:pt x="7450693" y="0"/>
                  </a:lnTo>
                  <a:lnTo>
                    <a:pt x="7447524" y="0"/>
                  </a:lnTo>
                  <a:lnTo>
                    <a:pt x="7444355" y="0"/>
                  </a:lnTo>
                  <a:lnTo>
                    <a:pt x="7441186" y="0"/>
                  </a:lnTo>
                  <a:lnTo>
                    <a:pt x="7438016" y="0"/>
                  </a:lnTo>
                  <a:lnTo>
                    <a:pt x="7434847" y="0"/>
                  </a:lnTo>
                  <a:lnTo>
                    <a:pt x="7431678" y="0"/>
                  </a:lnTo>
                  <a:lnTo>
                    <a:pt x="7428509" y="0"/>
                  </a:lnTo>
                  <a:lnTo>
                    <a:pt x="7425340" y="0"/>
                  </a:lnTo>
                  <a:lnTo>
                    <a:pt x="7422171" y="0"/>
                  </a:lnTo>
                  <a:lnTo>
                    <a:pt x="7419001" y="0"/>
                  </a:lnTo>
                  <a:lnTo>
                    <a:pt x="7415832" y="0"/>
                  </a:lnTo>
                  <a:lnTo>
                    <a:pt x="7412663" y="0"/>
                  </a:lnTo>
                  <a:lnTo>
                    <a:pt x="7409494" y="0"/>
                  </a:lnTo>
                  <a:lnTo>
                    <a:pt x="7406325" y="0"/>
                  </a:lnTo>
                  <a:lnTo>
                    <a:pt x="7403156" y="0"/>
                  </a:lnTo>
                  <a:lnTo>
                    <a:pt x="7399986" y="0"/>
                  </a:lnTo>
                  <a:lnTo>
                    <a:pt x="7396817" y="0"/>
                  </a:lnTo>
                  <a:lnTo>
                    <a:pt x="7393648" y="0"/>
                  </a:lnTo>
                  <a:lnTo>
                    <a:pt x="7390479" y="0"/>
                  </a:lnTo>
                  <a:lnTo>
                    <a:pt x="7387310" y="0"/>
                  </a:lnTo>
                  <a:lnTo>
                    <a:pt x="7384141" y="0"/>
                  </a:lnTo>
                  <a:lnTo>
                    <a:pt x="7380972" y="0"/>
                  </a:lnTo>
                  <a:lnTo>
                    <a:pt x="7377802" y="0"/>
                  </a:lnTo>
                  <a:lnTo>
                    <a:pt x="7374633" y="0"/>
                  </a:lnTo>
                  <a:lnTo>
                    <a:pt x="7371464" y="0"/>
                  </a:lnTo>
                  <a:lnTo>
                    <a:pt x="7368295" y="0"/>
                  </a:lnTo>
                  <a:lnTo>
                    <a:pt x="7365126" y="0"/>
                  </a:lnTo>
                  <a:lnTo>
                    <a:pt x="7361957" y="0"/>
                  </a:lnTo>
                  <a:lnTo>
                    <a:pt x="7358787" y="0"/>
                  </a:lnTo>
                  <a:lnTo>
                    <a:pt x="7355618" y="0"/>
                  </a:lnTo>
                  <a:lnTo>
                    <a:pt x="7352449" y="0"/>
                  </a:lnTo>
                  <a:lnTo>
                    <a:pt x="7349280" y="0"/>
                  </a:lnTo>
                  <a:lnTo>
                    <a:pt x="7346111" y="0"/>
                  </a:lnTo>
                  <a:lnTo>
                    <a:pt x="7342942" y="0"/>
                  </a:lnTo>
                  <a:lnTo>
                    <a:pt x="7339772" y="0"/>
                  </a:lnTo>
                  <a:lnTo>
                    <a:pt x="7336603" y="0"/>
                  </a:lnTo>
                  <a:lnTo>
                    <a:pt x="7333434" y="0"/>
                  </a:lnTo>
                  <a:lnTo>
                    <a:pt x="7330265" y="0"/>
                  </a:lnTo>
                  <a:lnTo>
                    <a:pt x="7327096" y="0"/>
                  </a:lnTo>
                  <a:lnTo>
                    <a:pt x="7323927" y="0"/>
                  </a:lnTo>
                  <a:lnTo>
                    <a:pt x="7320758" y="0"/>
                  </a:lnTo>
                  <a:lnTo>
                    <a:pt x="7317588" y="0"/>
                  </a:lnTo>
                  <a:lnTo>
                    <a:pt x="7314419" y="0"/>
                  </a:lnTo>
                  <a:lnTo>
                    <a:pt x="7311250" y="0"/>
                  </a:lnTo>
                  <a:lnTo>
                    <a:pt x="7308081" y="0"/>
                  </a:lnTo>
                  <a:lnTo>
                    <a:pt x="7304912" y="0"/>
                  </a:lnTo>
                  <a:lnTo>
                    <a:pt x="7301743" y="0"/>
                  </a:lnTo>
                  <a:lnTo>
                    <a:pt x="7298573" y="0"/>
                  </a:lnTo>
                  <a:lnTo>
                    <a:pt x="7295404" y="0"/>
                  </a:lnTo>
                  <a:lnTo>
                    <a:pt x="7292235" y="0"/>
                  </a:lnTo>
                  <a:lnTo>
                    <a:pt x="7289066" y="0"/>
                  </a:lnTo>
                  <a:lnTo>
                    <a:pt x="7285897" y="0"/>
                  </a:lnTo>
                  <a:lnTo>
                    <a:pt x="7282728" y="0"/>
                  </a:lnTo>
                  <a:lnTo>
                    <a:pt x="7279558" y="0"/>
                  </a:lnTo>
                  <a:lnTo>
                    <a:pt x="7276389" y="0"/>
                  </a:lnTo>
                  <a:lnTo>
                    <a:pt x="7273220" y="0"/>
                  </a:lnTo>
                  <a:lnTo>
                    <a:pt x="7270051" y="0"/>
                  </a:lnTo>
                  <a:lnTo>
                    <a:pt x="7266882" y="0"/>
                  </a:lnTo>
                  <a:lnTo>
                    <a:pt x="7263713" y="0"/>
                  </a:lnTo>
                  <a:lnTo>
                    <a:pt x="7260543" y="0"/>
                  </a:lnTo>
                  <a:lnTo>
                    <a:pt x="7257374" y="0"/>
                  </a:lnTo>
                  <a:lnTo>
                    <a:pt x="7254205" y="0"/>
                  </a:lnTo>
                  <a:lnTo>
                    <a:pt x="7251036" y="0"/>
                  </a:lnTo>
                  <a:lnTo>
                    <a:pt x="7247867" y="0"/>
                  </a:lnTo>
                  <a:lnTo>
                    <a:pt x="7244698" y="0"/>
                  </a:lnTo>
                  <a:lnTo>
                    <a:pt x="7241529" y="0"/>
                  </a:lnTo>
                  <a:lnTo>
                    <a:pt x="7238359" y="0"/>
                  </a:lnTo>
                  <a:lnTo>
                    <a:pt x="7235190" y="0"/>
                  </a:lnTo>
                  <a:lnTo>
                    <a:pt x="7232021" y="0"/>
                  </a:lnTo>
                  <a:lnTo>
                    <a:pt x="7228852" y="0"/>
                  </a:lnTo>
                  <a:lnTo>
                    <a:pt x="7225683" y="0"/>
                  </a:lnTo>
                  <a:lnTo>
                    <a:pt x="7222514" y="0"/>
                  </a:lnTo>
                  <a:lnTo>
                    <a:pt x="7219344" y="0"/>
                  </a:lnTo>
                  <a:lnTo>
                    <a:pt x="7216175" y="0"/>
                  </a:lnTo>
                  <a:lnTo>
                    <a:pt x="7213006" y="0"/>
                  </a:lnTo>
                  <a:lnTo>
                    <a:pt x="7209837" y="0"/>
                  </a:lnTo>
                  <a:lnTo>
                    <a:pt x="7206668" y="0"/>
                  </a:lnTo>
                  <a:lnTo>
                    <a:pt x="7203499" y="0"/>
                  </a:lnTo>
                  <a:lnTo>
                    <a:pt x="7200329" y="0"/>
                  </a:lnTo>
                  <a:lnTo>
                    <a:pt x="7197160" y="0"/>
                  </a:lnTo>
                  <a:lnTo>
                    <a:pt x="7193991" y="0"/>
                  </a:lnTo>
                  <a:lnTo>
                    <a:pt x="7190822" y="0"/>
                  </a:lnTo>
                  <a:lnTo>
                    <a:pt x="7187653" y="0"/>
                  </a:lnTo>
                  <a:lnTo>
                    <a:pt x="7184484" y="0"/>
                  </a:lnTo>
                  <a:lnTo>
                    <a:pt x="7181314" y="0"/>
                  </a:lnTo>
                  <a:lnTo>
                    <a:pt x="7178145" y="0"/>
                  </a:lnTo>
                  <a:lnTo>
                    <a:pt x="7174976" y="0"/>
                  </a:lnTo>
                  <a:lnTo>
                    <a:pt x="7171807" y="0"/>
                  </a:lnTo>
                  <a:lnTo>
                    <a:pt x="7168638" y="0"/>
                  </a:lnTo>
                  <a:lnTo>
                    <a:pt x="7165469" y="0"/>
                  </a:lnTo>
                  <a:lnTo>
                    <a:pt x="7162300" y="0"/>
                  </a:lnTo>
                  <a:lnTo>
                    <a:pt x="7159130" y="0"/>
                  </a:lnTo>
                  <a:lnTo>
                    <a:pt x="7155961" y="0"/>
                  </a:lnTo>
                  <a:lnTo>
                    <a:pt x="7152792" y="0"/>
                  </a:lnTo>
                  <a:lnTo>
                    <a:pt x="7149623" y="0"/>
                  </a:lnTo>
                  <a:lnTo>
                    <a:pt x="7146454" y="0"/>
                  </a:lnTo>
                  <a:lnTo>
                    <a:pt x="7143285" y="0"/>
                  </a:lnTo>
                  <a:lnTo>
                    <a:pt x="7140115" y="0"/>
                  </a:lnTo>
                  <a:lnTo>
                    <a:pt x="7136946" y="0"/>
                  </a:lnTo>
                  <a:lnTo>
                    <a:pt x="7133777" y="0"/>
                  </a:lnTo>
                  <a:lnTo>
                    <a:pt x="7130608" y="0"/>
                  </a:lnTo>
                  <a:lnTo>
                    <a:pt x="7127439" y="0"/>
                  </a:lnTo>
                  <a:lnTo>
                    <a:pt x="7124270" y="0"/>
                  </a:lnTo>
                  <a:lnTo>
                    <a:pt x="7121100" y="0"/>
                  </a:lnTo>
                  <a:lnTo>
                    <a:pt x="7117931" y="0"/>
                  </a:lnTo>
                  <a:lnTo>
                    <a:pt x="7114762" y="0"/>
                  </a:lnTo>
                  <a:lnTo>
                    <a:pt x="7111593" y="0"/>
                  </a:lnTo>
                  <a:lnTo>
                    <a:pt x="7108424" y="0"/>
                  </a:lnTo>
                  <a:lnTo>
                    <a:pt x="7105255" y="0"/>
                  </a:lnTo>
                  <a:lnTo>
                    <a:pt x="7102086" y="0"/>
                  </a:lnTo>
                  <a:lnTo>
                    <a:pt x="7098916" y="0"/>
                  </a:lnTo>
                  <a:lnTo>
                    <a:pt x="7095747" y="0"/>
                  </a:lnTo>
                  <a:lnTo>
                    <a:pt x="7092578" y="0"/>
                  </a:lnTo>
                  <a:lnTo>
                    <a:pt x="7089409" y="0"/>
                  </a:lnTo>
                  <a:lnTo>
                    <a:pt x="7086240" y="0"/>
                  </a:lnTo>
                  <a:lnTo>
                    <a:pt x="7083071" y="0"/>
                  </a:lnTo>
                  <a:lnTo>
                    <a:pt x="7079901" y="0"/>
                  </a:lnTo>
                  <a:lnTo>
                    <a:pt x="7076732" y="0"/>
                  </a:lnTo>
                  <a:lnTo>
                    <a:pt x="7073563" y="0"/>
                  </a:lnTo>
                  <a:lnTo>
                    <a:pt x="7070394" y="0"/>
                  </a:lnTo>
                  <a:lnTo>
                    <a:pt x="7067225" y="0"/>
                  </a:lnTo>
                  <a:lnTo>
                    <a:pt x="7064056" y="0"/>
                  </a:lnTo>
                  <a:lnTo>
                    <a:pt x="7060886" y="0"/>
                  </a:lnTo>
                  <a:lnTo>
                    <a:pt x="7057717" y="0"/>
                  </a:lnTo>
                  <a:lnTo>
                    <a:pt x="7054548" y="0"/>
                  </a:lnTo>
                  <a:lnTo>
                    <a:pt x="7051379" y="0"/>
                  </a:lnTo>
                  <a:lnTo>
                    <a:pt x="7048210" y="0"/>
                  </a:lnTo>
                  <a:lnTo>
                    <a:pt x="7045041" y="0"/>
                  </a:lnTo>
                  <a:lnTo>
                    <a:pt x="7041871" y="0"/>
                  </a:lnTo>
                  <a:lnTo>
                    <a:pt x="7038702" y="0"/>
                  </a:lnTo>
                  <a:lnTo>
                    <a:pt x="7035533" y="0"/>
                  </a:lnTo>
                  <a:lnTo>
                    <a:pt x="7032364" y="0"/>
                  </a:lnTo>
                  <a:lnTo>
                    <a:pt x="7029195" y="0"/>
                  </a:lnTo>
                  <a:lnTo>
                    <a:pt x="7026026" y="0"/>
                  </a:lnTo>
                  <a:lnTo>
                    <a:pt x="7022857" y="0"/>
                  </a:lnTo>
                  <a:lnTo>
                    <a:pt x="7019687" y="0"/>
                  </a:lnTo>
                  <a:lnTo>
                    <a:pt x="7016518" y="0"/>
                  </a:lnTo>
                  <a:lnTo>
                    <a:pt x="7013349" y="0"/>
                  </a:lnTo>
                  <a:lnTo>
                    <a:pt x="7010180" y="0"/>
                  </a:lnTo>
                  <a:lnTo>
                    <a:pt x="7007011" y="0"/>
                  </a:lnTo>
                  <a:lnTo>
                    <a:pt x="7003842" y="0"/>
                  </a:lnTo>
                  <a:lnTo>
                    <a:pt x="7000672" y="0"/>
                  </a:lnTo>
                  <a:lnTo>
                    <a:pt x="6997503" y="0"/>
                  </a:lnTo>
                  <a:lnTo>
                    <a:pt x="6994334" y="0"/>
                  </a:lnTo>
                  <a:lnTo>
                    <a:pt x="6991165" y="0"/>
                  </a:lnTo>
                  <a:lnTo>
                    <a:pt x="6987996" y="0"/>
                  </a:lnTo>
                  <a:lnTo>
                    <a:pt x="6984827" y="0"/>
                  </a:lnTo>
                  <a:lnTo>
                    <a:pt x="6981657" y="0"/>
                  </a:lnTo>
                  <a:lnTo>
                    <a:pt x="6978488" y="0"/>
                  </a:lnTo>
                  <a:lnTo>
                    <a:pt x="6975319" y="0"/>
                  </a:lnTo>
                  <a:lnTo>
                    <a:pt x="6972150" y="0"/>
                  </a:lnTo>
                  <a:lnTo>
                    <a:pt x="6968981" y="0"/>
                  </a:lnTo>
                  <a:lnTo>
                    <a:pt x="6965812" y="0"/>
                  </a:lnTo>
                  <a:lnTo>
                    <a:pt x="6962642" y="0"/>
                  </a:lnTo>
                  <a:lnTo>
                    <a:pt x="6959473" y="0"/>
                  </a:lnTo>
                  <a:lnTo>
                    <a:pt x="6956304" y="0"/>
                  </a:lnTo>
                  <a:lnTo>
                    <a:pt x="6953135" y="0"/>
                  </a:lnTo>
                  <a:lnTo>
                    <a:pt x="6949966" y="0"/>
                  </a:lnTo>
                  <a:lnTo>
                    <a:pt x="6946797" y="0"/>
                  </a:lnTo>
                  <a:lnTo>
                    <a:pt x="6943628" y="0"/>
                  </a:lnTo>
                  <a:lnTo>
                    <a:pt x="6940458" y="0"/>
                  </a:lnTo>
                  <a:lnTo>
                    <a:pt x="6937289" y="0"/>
                  </a:lnTo>
                  <a:lnTo>
                    <a:pt x="6934120" y="0"/>
                  </a:lnTo>
                  <a:lnTo>
                    <a:pt x="6930951" y="0"/>
                  </a:lnTo>
                  <a:lnTo>
                    <a:pt x="6927782" y="0"/>
                  </a:lnTo>
                  <a:lnTo>
                    <a:pt x="6924613" y="0"/>
                  </a:lnTo>
                  <a:lnTo>
                    <a:pt x="6921443" y="0"/>
                  </a:lnTo>
                  <a:lnTo>
                    <a:pt x="6918274" y="0"/>
                  </a:lnTo>
                  <a:lnTo>
                    <a:pt x="6915105" y="0"/>
                  </a:lnTo>
                  <a:lnTo>
                    <a:pt x="6911936" y="0"/>
                  </a:lnTo>
                  <a:lnTo>
                    <a:pt x="6908767" y="0"/>
                  </a:lnTo>
                  <a:lnTo>
                    <a:pt x="6905598" y="0"/>
                  </a:lnTo>
                  <a:lnTo>
                    <a:pt x="6902428" y="0"/>
                  </a:lnTo>
                  <a:lnTo>
                    <a:pt x="6899259" y="0"/>
                  </a:lnTo>
                  <a:lnTo>
                    <a:pt x="6896090" y="0"/>
                  </a:lnTo>
                  <a:lnTo>
                    <a:pt x="6892921" y="0"/>
                  </a:lnTo>
                  <a:lnTo>
                    <a:pt x="6889752" y="0"/>
                  </a:lnTo>
                  <a:lnTo>
                    <a:pt x="6886583" y="0"/>
                  </a:lnTo>
                  <a:lnTo>
                    <a:pt x="6883414" y="0"/>
                  </a:lnTo>
                  <a:lnTo>
                    <a:pt x="6880244" y="0"/>
                  </a:lnTo>
                  <a:lnTo>
                    <a:pt x="6877075" y="0"/>
                  </a:lnTo>
                  <a:lnTo>
                    <a:pt x="6873906" y="0"/>
                  </a:lnTo>
                  <a:lnTo>
                    <a:pt x="6870737" y="0"/>
                  </a:lnTo>
                  <a:lnTo>
                    <a:pt x="6867568" y="0"/>
                  </a:lnTo>
                  <a:lnTo>
                    <a:pt x="6864399" y="0"/>
                  </a:lnTo>
                  <a:lnTo>
                    <a:pt x="6861229" y="0"/>
                  </a:lnTo>
                  <a:lnTo>
                    <a:pt x="6858060" y="0"/>
                  </a:lnTo>
                  <a:lnTo>
                    <a:pt x="6854891" y="0"/>
                  </a:lnTo>
                  <a:lnTo>
                    <a:pt x="6851722" y="0"/>
                  </a:lnTo>
                  <a:lnTo>
                    <a:pt x="6848553" y="0"/>
                  </a:lnTo>
                  <a:lnTo>
                    <a:pt x="6845384" y="0"/>
                  </a:lnTo>
                  <a:lnTo>
                    <a:pt x="6842214" y="0"/>
                  </a:lnTo>
                  <a:lnTo>
                    <a:pt x="6839045" y="0"/>
                  </a:lnTo>
                  <a:lnTo>
                    <a:pt x="6835876" y="0"/>
                  </a:lnTo>
                  <a:lnTo>
                    <a:pt x="6832707" y="0"/>
                  </a:lnTo>
                  <a:lnTo>
                    <a:pt x="6829538" y="0"/>
                  </a:lnTo>
                  <a:lnTo>
                    <a:pt x="6826369" y="0"/>
                  </a:lnTo>
                  <a:lnTo>
                    <a:pt x="6823199" y="0"/>
                  </a:lnTo>
                  <a:lnTo>
                    <a:pt x="6820030" y="0"/>
                  </a:lnTo>
                  <a:lnTo>
                    <a:pt x="6816861" y="0"/>
                  </a:lnTo>
                  <a:lnTo>
                    <a:pt x="6813692" y="0"/>
                  </a:lnTo>
                  <a:lnTo>
                    <a:pt x="6810523" y="0"/>
                  </a:lnTo>
                  <a:lnTo>
                    <a:pt x="6807354" y="0"/>
                  </a:lnTo>
                  <a:lnTo>
                    <a:pt x="6804185" y="0"/>
                  </a:lnTo>
                  <a:lnTo>
                    <a:pt x="6801015" y="0"/>
                  </a:lnTo>
                  <a:lnTo>
                    <a:pt x="6797846" y="0"/>
                  </a:lnTo>
                  <a:lnTo>
                    <a:pt x="6794677" y="0"/>
                  </a:lnTo>
                  <a:lnTo>
                    <a:pt x="6791508" y="0"/>
                  </a:lnTo>
                  <a:lnTo>
                    <a:pt x="6788339" y="0"/>
                  </a:lnTo>
                  <a:lnTo>
                    <a:pt x="6785170" y="0"/>
                  </a:lnTo>
                  <a:lnTo>
                    <a:pt x="6782000" y="0"/>
                  </a:lnTo>
                  <a:lnTo>
                    <a:pt x="6778831" y="0"/>
                  </a:lnTo>
                  <a:lnTo>
                    <a:pt x="6775662" y="0"/>
                  </a:lnTo>
                  <a:lnTo>
                    <a:pt x="6772493" y="0"/>
                  </a:lnTo>
                  <a:lnTo>
                    <a:pt x="6769324" y="0"/>
                  </a:lnTo>
                  <a:lnTo>
                    <a:pt x="6766155" y="0"/>
                  </a:lnTo>
                  <a:lnTo>
                    <a:pt x="6762985" y="0"/>
                  </a:lnTo>
                  <a:lnTo>
                    <a:pt x="6759816" y="0"/>
                  </a:lnTo>
                  <a:lnTo>
                    <a:pt x="6756647" y="0"/>
                  </a:lnTo>
                  <a:lnTo>
                    <a:pt x="6753478" y="0"/>
                  </a:lnTo>
                  <a:lnTo>
                    <a:pt x="6750309" y="0"/>
                  </a:lnTo>
                  <a:lnTo>
                    <a:pt x="6747140" y="0"/>
                  </a:lnTo>
                  <a:lnTo>
                    <a:pt x="6743971" y="0"/>
                  </a:lnTo>
                  <a:lnTo>
                    <a:pt x="6740801" y="0"/>
                  </a:lnTo>
                  <a:lnTo>
                    <a:pt x="6737632" y="0"/>
                  </a:lnTo>
                  <a:lnTo>
                    <a:pt x="6734463" y="0"/>
                  </a:lnTo>
                  <a:lnTo>
                    <a:pt x="6731294" y="0"/>
                  </a:lnTo>
                  <a:lnTo>
                    <a:pt x="6728125" y="0"/>
                  </a:lnTo>
                  <a:lnTo>
                    <a:pt x="6724956" y="0"/>
                  </a:lnTo>
                  <a:lnTo>
                    <a:pt x="6721786" y="0"/>
                  </a:lnTo>
                  <a:lnTo>
                    <a:pt x="6718617" y="0"/>
                  </a:lnTo>
                  <a:lnTo>
                    <a:pt x="6715448" y="0"/>
                  </a:lnTo>
                  <a:lnTo>
                    <a:pt x="6712279" y="0"/>
                  </a:lnTo>
                  <a:lnTo>
                    <a:pt x="6709110" y="0"/>
                  </a:lnTo>
                  <a:lnTo>
                    <a:pt x="6705941" y="0"/>
                  </a:lnTo>
                  <a:lnTo>
                    <a:pt x="6702771" y="0"/>
                  </a:lnTo>
                  <a:lnTo>
                    <a:pt x="6699602" y="0"/>
                  </a:lnTo>
                  <a:lnTo>
                    <a:pt x="6696433" y="0"/>
                  </a:lnTo>
                  <a:lnTo>
                    <a:pt x="6693264" y="0"/>
                  </a:lnTo>
                  <a:lnTo>
                    <a:pt x="6690095" y="0"/>
                  </a:lnTo>
                  <a:lnTo>
                    <a:pt x="6686926" y="0"/>
                  </a:lnTo>
                  <a:lnTo>
                    <a:pt x="6683756" y="0"/>
                  </a:lnTo>
                  <a:lnTo>
                    <a:pt x="6680587" y="0"/>
                  </a:lnTo>
                  <a:lnTo>
                    <a:pt x="6677418" y="0"/>
                  </a:lnTo>
                  <a:lnTo>
                    <a:pt x="6674249" y="0"/>
                  </a:lnTo>
                  <a:lnTo>
                    <a:pt x="6671080" y="0"/>
                  </a:lnTo>
                  <a:lnTo>
                    <a:pt x="6667911" y="0"/>
                  </a:lnTo>
                  <a:lnTo>
                    <a:pt x="6664742" y="0"/>
                  </a:lnTo>
                  <a:lnTo>
                    <a:pt x="6661572" y="0"/>
                  </a:lnTo>
                  <a:lnTo>
                    <a:pt x="6658403" y="0"/>
                  </a:lnTo>
                  <a:lnTo>
                    <a:pt x="6655234" y="0"/>
                  </a:lnTo>
                  <a:lnTo>
                    <a:pt x="6652065" y="0"/>
                  </a:lnTo>
                  <a:lnTo>
                    <a:pt x="6648896" y="0"/>
                  </a:lnTo>
                  <a:lnTo>
                    <a:pt x="6645727" y="0"/>
                  </a:lnTo>
                  <a:lnTo>
                    <a:pt x="6642557" y="0"/>
                  </a:lnTo>
                  <a:lnTo>
                    <a:pt x="6639388" y="0"/>
                  </a:lnTo>
                  <a:lnTo>
                    <a:pt x="6636219" y="0"/>
                  </a:lnTo>
                  <a:lnTo>
                    <a:pt x="6633050" y="0"/>
                  </a:lnTo>
                  <a:lnTo>
                    <a:pt x="6629881" y="0"/>
                  </a:lnTo>
                  <a:lnTo>
                    <a:pt x="6626712" y="0"/>
                  </a:lnTo>
                  <a:lnTo>
                    <a:pt x="6623542" y="0"/>
                  </a:lnTo>
                  <a:lnTo>
                    <a:pt x="6620373" y="0"/>
                  </a:lnTo>
                  <a:lnTo>
                    <a:pt x="6617204" y="0"/>
                  </a:lnTo>
                  <a:lnTo>
                    <a:pt x="6614035" y="0"/>
                  </a:lnTo>
                  <a:lnTo>
                    <a:pt x="6610866" y="0"/>
                  </a:lnTo>
                  <a:lnTo>
                    <a:pt x="6607697" y="0"/>
                  </a:lnTo>
                  <a:lnTo>
                    <a:pt x="6604527" y="0"/>
                  </a:lnTo>
                  <a:lnTo>
                    <a:pt x="6601358" y="0"/>
                  </a:lnTo>
                  <a:lnTo>
                    <a:pt x="6598189" y="0"/>
                  </a:lnTo>
                  <a:lnTo>
                    <a:pt x="6595020" y="0"/>
                  </a:lnTo>
                  <a:lnTo>
                    <a:pt x="6591851" y="0"/>
                  </a:lnTo>
                  <a:lnTo>
                    <a:pt x="6588682" y="0"/>
                  </a:lnTo>
                  <a:lnTo>
                    <a:pt x="6585513" y="0"/>
                  </a:lnTo>
                  <a:lnTo>
                    <a:pt x="6582343" y="0"/>
                  </a:lnTo>
                  <a:lnTo>
                    <a:pt x="6579174" y="0"/>
                  </a:lnTo>
                  <a:lnTo>
                    <a:pt x="6576005" y="0"/>
                  </a:lnTo>
                  <a:lnTo>
                    <a:pt x="6572836" y="0"/>
                  </a:lnTo>
                  <a:lnTo>
                    <a:pt x="6569667" y="0"/>
                  </a:lnTo>
                  <a:lnTo>
                    <a:pt x="6566498" y="0"/>
                  </a:lnTo>
                  <a:lnTo>
                    <a:pt x="6563328" y="0"/>
                  </a:lnTo>
                  <a:lnTo>
                    <a:pt x="6560159" y="0"/>
                  </a:lnTo>
                  <a:lnTo>
                    <a:pt x="6556990" y="0"/>
                  </a:lnTo>
                  <a:lnTo>
                    <a:pt x="6553821" y="0"/>
                  </a:lnTo>
                  <a:lnTo>
                    <a:pt x="6550652" y="0"/>
                  </a:lnTo>
                  <a:lnTo>
                    <a:pt x="6547483" y="0"/>
                  </a:lnTo>
                  <a:lnTo>
                    <a:pt x="6544313" y="0"/>
                  </a:lnTo>
                  <a:lnTo>
                    <a:pt x="6541144" y="0"/>
                  </a:lnTo>
                  <a:lnTo>
                    <a:pt x="6537975" y="0"/>
                  </a:lnTo>
                  <a:lnTo>
                    <a:pt x="6534806" y="0"/>
                  </a:lnTo>
                  <a:lnTo>
                    <a:pt x="6531637" y="0"/>
                  </a:lnTo>
                  <a:lnTo>
                    <a:pt x="6528468" y="0"/>
                  </a:lnTo>
                  <a:lnTo>
                    <a:pt x="6525299" y="0"/>
                  </a:lnTo>
                  <a:lnTo>
                    <a:pt x="6522129" y="0"/>
                  </a:lnTo>
                  <a:lnTo>
                    <a:pt x="6518960" y="0"/>
                  </a:lnTo>
                  <a:lnTo>
                    <a:pt x="6515791" y="0"/>
                  </a:lnTo>
                  <a:lnTo>
                    <a:pt x="6512622" y="0"/>
                  </a:lnTo>
                  <a:lnTo>
                    <a:pt x="6509453" y="0"/>
                  </a:lnTo>
                  <a:lnTo>
                    <a:pt x="6506284" y="0"/>
                  </a:lnTo>
                  <a:lnTo>
                    <a:pt x="6503114" y="0"/>
                  </a:lnTo>
                  <a:lnTo>
                    <a:pt x="6499945" y="0"/>
                  </a:lnTo>
                  <a:lnTo>
                    <a:pt x="6496776" y="0"/>
                  </a:lnTo>
                  <a:lnTo>
                    <a:pt x="6493607" y="0"/>
                  </a:lnTo>
                  <a:lnTo>
                    <a:pt x="6490438" y="0"/>
                  </a:lnTo>
                  <a:lnTo>
                    <a:pt x="6487269" y="0"/>
                  </a:lnTo>
                  <a:lnTo>
                    <a:pt x="6484099" y="0"/>
                  </a:lnTo>
                  <a:lnTo>
                    <a:pt x="6480930" y="0"/>
                  </a:lnTo>
                  <a:lnTo>
                    <a:pt x="6477761" y="0"/>
                  </a:lnTo>
                  <a:lnTo>
                    <a:pt x="6474592" y="0"/>
                  </a:lnTo>
                  <a:lnTo>
                    <a:pt x="6471423" y="0"/>
                  </a:lnTo>
                  <a:lnTo>
                    <a:pt x="6468254" y="0"/>
                  </a:lnTo>
                  <a:lnTo>
                    <a:pt x="6465084" y="0"/>
                  </a:lnTo>
                  <a:lnTo>
                    <a:pt x="6461915" y="0"/>
                  </a:lnTo>
                  <a:lnTo>
                    <a:pt x="6458746" y="0"/>
                  </a:lnTo>
                  <a:lnTo>
                    <a:pt x="6455577" y="0"/>
                  </a:lnTo>
                  <a:lnTo>
                    <a:pt x="6452408" y="0"/>
                  </a:lnTo>
                  <a:lnTo>
                    <a:pt x="6449239" y="0"/>
                  </a:lnTo>
                  <a:lnTo>
                    <a:pt x="6446070" y="0"/>
                  </a:lnTo>
                  <a:lnTo>
                    <a:pt x="6442900" y="0"/>
                  </a:lnTo>
                  <a:lnTo>
                    <a:pt x="6439731" y="0"/>
                  </a:lnTo>
                  <a:lnTo>
                    <a:pt x="6436562" y="0"/>
                  </a:lnTo>
                  <a:lnTo>
                    <a:pt x="6433393" y="0"/>
                  </a:lnTo>
                  <a:lnTo>
                    <a:pt x="6430224" y="0"/>
                  </a:lnTo>
                  <a:lnTo>
                    <a:pt x="6427055" y="0"/>
                  </a:lnTo>
                  <a:lnTo>
                    <a:pt x="6423885" y="0"/>
                  </a:lnTo>
                  <a:lnTo>
                    <a:pt x="6420716" y="0"/>
                  </a:lnTo>
                  <a:lnTo>
                    <a:pt x="6417547" y="0"/>
                  </a:lnTo>
                  <a:lnTo>
                    <a:pt x="6414378" y="0"/>
                  </a:lnTo>
                  <a:lnTo>
                    <a:pt x="6411209" y="0"/>
                  </a:lnTo>
                  <a:lnTo>
                    <a:pt x="6408040" y="0"/>
                  </a:lnTo>
                  <a:lnTo>
                    <a:pt x="6404870" y="0"/>
                  </a:lnTo>
                  <a:lnTo>
                    <a:pt x="6401701" y="0"/>
                  </a:lnTo>
                  <a:lnTo>
                    <a:pt x="6398532" y="0"/>
                  </a:lnTo>
                  <a:lnTo>
                    <a:pt x="6395363" y="0"/>
                  </a:lnTo>
                  <a:lnTo>
                    <a:pt x="6392194" y="0"/>
                  </a:lnTo>
                  <a:lnTo>
                    <a:pt x="6389025" y="0"/>
                  </a:lnTo>
                  <a:lnTo>
                    <a:pt x="6385856" y="0"/>
                  </a:lnTo>
                  <a:lnTo>
                    <a:pt x="6382686" y="0"/>
                  </a:lnTo>
                  <a:lnTo>
                    <a:pt x="6379517" y="0"/>
                  </a:lnTo>
                  <a:lnTo>
                    <a:pt x="6376348" y="0"/>
                  </a:lnTo>
                  <a:lnTo>
                    <a:pt x="6373179" y="0"/>
                  </a:lnTo>
                  <a:lnTo>
                    <a:pt x="6370010" y="0"/>
                  </a:lnTo>
                  <a:lnTo>
                    <a:pt x="6366841" y="0"/>
                  </a:lnTo>
                  <a:lnTo>
                    <a:pt x="6363671" y="0"/>
                  </a:lnTo>
                  <a:lnTo>
                    <a:pt x="6360502" y="0"/>
                  </a:lnTo>
                  <a:lnTo>
                    <a:pt x="6357333" y="0"/>
                  </a:lnTo>
                  <a:lnTo>
                    <a:pt x="6354164" y="0"/>
                  </a:lnTo>
                  <a:lnTo>
                    <a:pt x="6350995" y="0"/>
                  </a:lnTo>
                  <a:lnTo>
                    <a:pt x="6347826" y="0"/>
                  </a:lnTo>
                  <a:lnTo>
                    <a:pt x="6344656" y="0"/>
                  </a:lnTo>
                  <a:lnTo>
                    <a:pt x="6341487" y="0"/>
                  </a:lnTo>
                  <a:lnTo>
                    <a:pt x="6338318" y="0"/>
                  </a:lnTo>
                  <a:lnTo>
                    <a:pt x="6335149" y="0"/>
                  </a:lnTo>
                  <a:lnTo>
                    <a:pt x="6331980" y="0"/>
                  </a:lnTo>
                  <a:lnTo>
                    <a:pt x="6328811" y="0"/>
                  </a:lnTo>
                  <a:lnTo>
                    <a:pt x="6325641" y="0"/>
                  </a:lnTo>
                  <a:lnTo>
                    <a:pt x="6322472" y="0"/>
                  </a:lnTo>
                  <a:lnTo>
                    <a:pt x="6319303" y="0"/>
                  </a:lnTo>
                  <a:lnTo>
                    <a:pt x="6316134" y="0"/>
                  </a:lnTo>
                  <a:lnTo>
                    <a:pt x="6312965" y="0"/>
                  </a:lnTo>
                  <a:lnTo>
                    <a:pt x="6309796" y="0"/>
                  </a:lnTo>
                  <a:lnTo>
                    <a:pt x="6306627" y="0"/>
                  </a:lnTo>
                  <a:lnTo>
                    <a:pt x="6303457" y="0"/>
                  </a:lnTo>
                  <a:lnTo>
                    <a:pt x="6300288" y="0"/>
                  </a:lnTo>
                  <a:lnTo>
                    <a:pt x="6297119" y="0"/>
                  </a:lnTo>
                  <a:lnTo>
                    <a:pt x="6293950" y="0"/>
                  </a:lnTo>
                  <a:lnTo>
                    <a:pt x="6290781" y="0"/>
                  </a:lnTo>
                  <a:lnTo>
                    <a:pt x="6287612" y="0"/>
                  </a:lnTo>
                  <a:lnTo>
                    <a:pt x="6284442" y="0"/>
                  </a:lnTo>
                  <a:lnTo>
                    <a:pt x="6281273" y="0"/>
                  </a:lnTo>
                  <a:lnTo>
                    <a:pt x="6278104" y="0"/>
                  </a:lnTo>
                  <a:lnTo>
                    <a:pt x="6274935" y="0"/>
                  </a:lnTo>
                  <a:lnTo>
                    <a:pt x="6271766" y="0"/>
                  </a:lnTo>
                  <a:lnTo>
                    <a:pt x="6268597" y="0"/>
                  </a:lnTo>
                  <a:lnTo>
                    <a:pt x="6265427" y="0"/>
                  </a:lnTo>
                  <a:lnTo>
                    <a:pt x="6262258" y="0"/>
                  </a:lnTo>
                  <a:lnTo>
                    <a:pt x="6259089" y="0"/>
                  </a:lnTo>
                  <a:lnTo>
                    <a:pt x="6255920" y="0"/>
                  </a:lnTo>
                  <a:lnTo>
                    <a:pt x="6252751" y="0"/>
                  </a:lnTo>
                  <a:lnTo>
                    <a:pt x="6249582" y="0"/>
                  </a:lnTo>
                  <a:lnTo>
                    <a:pt x="6246412" y="0"/>
                  </a:lnTo>
                  <a:lnTo>
                    <a:pt x="6243243" y="0"/>
                  </a:lnTo>
                  <a:lnTo>
                    <a:pt x="6240074" y="0"/>
                  </a:lnTo>
                  <a:lnTo>
                    <a:pt x="6236905" y="0"/>
                  </a:lnTo>
                  <a:lnTo>
                    <a:pt x="6233736" y="0"/>
                  </a:lnTo>
                  <a:lnTo>
                    <a:pt x="6230567" y="0"/>
                  </a:lnTo>
                  <a:lnTo>
                    <a:pt x="6227398" y="0"/>
                  </a:lnTo>
                  <a:lnTo>
                    <a:pt x="6224228" y="0"/>
                  </a:lnTo>
                  <a:lnTo>
                    <a:pt x="6221059" y="0"/>
                  </a:lnTo>
                  <a:lnTo>
                    <a:pt x="6217890" y="0"/>
                  </a:lnTo>
                  <a:lnTo>
                    <a:pt x="6214721" y="0"/>
                  </a:lnTo>
                  <a:lnTo>
                    <a:pt x="6211552" y="0"/>
                  </a:lnTo>
                  <a:lnTo>
                    <a:pt x="6208383" y="0"/>
                  </a:lnTo>
                  <a:lnTo>
                    <a:pt x="6205213" y="0"/>
                  </a:lnTo>
                  <a:lnTo>
                    <a:pt x="6202044" y="0"/>
                  </a:lnTo>
                  <a:lnTo>
                    <a:pt x="6198875" y="0"/>
                  </a:lnTo>
                  <a:lnTo>
                    <a:pt x="6195706" y="0"/>
                  </a:lnTo>
                  <a:lnTo>
                    <a:pt x="6192537" y="0"/>
                  </a:lnTo>
                  <a:lnTo>
                    <a:pt x="6189368" y="0"/>
                  </a:lnTo>
                  <a:lnTo>
                    <a:pt x="6186198" y="0"/>
                  </a:lnTo>
                  <a:lnTo>
                    <a:pt x="6183029" y="0"/>
                  </a:lnTo>
                  <a:lnTo>
                    <a:pt x="6179860" y="0"/>
                  </a:lnTo>
                  <a:lnTo>
                    <a:pt x="6176691" y="0"/>
                  </a:lnTo>
                  <a:lnTo>
                    <a:pt x="6173522" y="0"/>
                  </a:lnTo>
                  <a:lnTo>
                    <a:pt x="6170353" y="0"/>
                  </a:lnTo>
                  <a:lnTo>
                    <a:pt x="6167184" y="0"/>
                  </a:lnTo>
                  <a:lnTo>
                    <a:pt x="6164014" y="0"/>
                  </a:lnTo>
                  <a:lnTo>
                    <a:pt x="6160845" y="0"/>
                  </a:lnTo>
                  <a:lnTo>
                    <a:pt x="6157676" y="0"/>
                  </a:lnTo>
                  <a:lnTo>
                    <a:pt x="6154507" y="0"/>
                  </a:lnTo>
                  <a:lnTo>
                    <a:pt x="6151338" y="0"/>
                  </a:lnTo>
                  <a:lnTo>
                    <a:pt x="6148169" y="0"/>
                  </a:lnTo>
                  <a:lnTo>
                    <a:pt x="6144999" y="0"/>
                  </a:lnTo>
                  <a:lnTo>
                    <a:pt x="6141830" y="0"/>
                  </a:lnTo>
                  <a:lnTo>
                    <a:pt x="6138661" y="0"/>
                  </a:lnTo>
                  <a:lnTo>
                    <a:pt x="6135492" y="0"/>
                  </a:lnTo>
                  <a:lnTo>
                    <a:pt x="6132323" y="0"/>
                  </a:lnTo>
                  <a:lnTo>
                    <a:pt x="6129154" y="0"/>
                  </a:lnTo>
                  <a:lnTo>
                    <a:pt x="6125984" y="0"/>
                  </a:lnTo>
                  <a:lnTo>
                    <a:pt x="6122815" y="0"/>
                  </a:lnTo>
                  <a:lnTo>
                    <a:pt x="6119646" y="0"/>
                  </a:lnTo>
                  <a:lnTo>
                    <a:pt x="6116477" y="0"/>
                  </a:lnTo>
                  <a:lnTo>
                    <a:pt x="6113308" y="0"/>
                  </a:lnTo>
                  <a:lnTo>
                    <a:pt x="6110139" y="0"/>
                  </a:lnTo>
                  <a:lnTo>
                    <a:pt x="6106969" y="0"/>
                  </a:lnTo>
                  <a:lnTo>
                    <a:pt x="6103800" y="0"/>
                  </a:lnTo>
                  <a:lnTo>
                    <a:pt x="6100631" y="0"/>
                  </a:lnTo>
                  <a:lnTo>
                    <a:pt x="6097462" y="0"/>
                  </a:lnTo>
                  <a:lnTo>
                    <a:pt x="6094293" y="0"/>
                  </a:lnTo>
                  <a:lnTo>
                    <a:pt x="6091124" y="0"/>
                  </a:lnTo>
                  <a:lnTo>
                    <a:pt x="6087955" y="0"/>
                  </a:lnTo>
                  <a:lnTo>
                    <a:pt x="6084785" y="0"/>
                  </a:lnTo>
                  <a:lnTo>
                    <a:pt x="6081616" y="0"/>
                  </a:lnTo>
                  <a:lnTo>
                    <a:pt x="6078447" y="0"/>
                  </a:lnTo>
                  <a:lnTo>
                    <a:pt x="6075278" y="0"/>
                  </a:lnTo>
                  <a:lnTo>
                    <a:pt x="6072109" y="0"/>
                  </a:lnTo>
                  <a:lnTo>
                    <a:pt x="6068940" y="0"/>
                  </a:lnTo>
                  <a:lnTo>
                    <a:pt x="6065770" y="0"/>
                  </a:lnTo>
                  <a:lnTo>
                    <a:pt x="6062601" y="0"/>
                  </a:lnTo>
                  <a:lnTo>
                    <a:pt x="6059432" y="0"/>
                  </a:lnTo>
                  <a:lnTo>
                    <a:pt x="6056263" y="0"/>
                  </a:lnTo>
                  <a:lnTo>
                    <a:pt x="6053094" y="0"/>
                  </a:lnTo>
                  <a:lnTo>
                    <a:pt x="6049925" y="0"/>
                  </a:lnTo>
                  <a:lnTo>
                    <a:pt x="6046755" y="0"/>
                  </a:lnTo>
                  <a:lnTo>
                    <a:pt x="6043586" y="0"/>
                  </a:lnTo>
                  <a:lnTo>
                    <a:pt x="6040417" y="0"/>
                  </a:lnTo>
                  <a:lnTo>
                    <a:pt x="6037248" y="0"/>
                  </a:lnTo>
                  <a:lnTo>
                    <a:pt x="6034079" y="0"/>
                  </a:lnTo>
                  <a:lnTo>
                    <a:pt x="6030910" y="0"/>
                  </a:lnTo>
                  <a:lnTo>
                    <a:pt x="6027741" y="0"/>
                  </a:lnTo>
                  <a:lnTo>
                    <a:pt x="6024571" y="0"/>
                  </a:lnTo>
                  <a:lnTo>
                    <a:pt x="6021402" y="0"/>
                  </a:lnTo>
                  <a:lnTo>
                    <a:pt x="6018233" y="0"/>
                  </a:lnTo>
                  <a:lnTo>
                    <a:pt x="6015064" y="0"/>
                  </a:lnTo>
                  <a:lnTo>
                    <a:pt x="6011895" y="0"/>
                  </a:lnTo>
                  <a:lnTo>
                    <a:pt x="6008726" y="0"/>
                  </a:lnTo>
                  <a:lnTo>
                    <a:pt x="6005556" y="0"/>
                  </a:lnTo>
                  <a:lnTo>
                    <a:pt x="6002387" y="0"/>
                  </a:lnTo>
                  <a:lnTo>
                    <a:pt x="5999218" y="0"/>
                  </a:lnTo>
                  <a:lnTo>
                    <a:pt x="5996049" y="0"/>
                  </a:lnTo>
                  <a:lnTo>
                    <a:pt x="5992880" y="0"/>
                  </a:lnTo>
                  <a:lnTo>
                    <a:pt x="5989711" y="0"/>
                  </a:lnTo>
                  <a:lnTo>
                    <a:pt x="5986541" y="0"/>
                  </a:lnTo>
                  <a:lnTo>
                    <a:pt x="5983372" y="0"/>
                  </a:lnTo>
                  <a:lnTo>
                    <a:pt x="5980203" y="0"/>
                  </a:lnTo>
                  <a:lnTo>
                    <a:pt x="5977034" y="0"/>
                  </a:lnTo>
                  <a:lnTo>
                    <a:pt x="5973865" y="0"/>
                  </a:lnTo>
                  <a:lnTo>
                    <a:pt x="5970696" y="0"/>
                  </a:lnTo>
                  <a:lnTo>
                    <a:pt x="5967526" y="0"/>
                  </a:lnTo>
                  <a:lnTo>
                    <a:pt x="5964357" y="0"/>
                  </a:lnTo>
                  <a:lnTo>
                    <a:pt x="5961188" y="0"/>
                  </a:lnTo>
                  <a:lnTo>
                    <a:pt x="5958019" y="0"/>
                  </a:lnTo>
                  <a:lnTo>
                    <a:pt x="5954850" y="0"/>
                  </a:lnTo>
                  <a:lnTo>
                    <a:pt x="5951681" y="0"/>
                  </a:lnTo>
                  <a:lnTo>
                    <a:pt x="5948512" y="0"/>
                  </a:lnTo>
                  <a:lnTo>
                    <a:pt x="5945342" y="0"/>
                  </a:lnTo>
                  <a:lnTo>
                    <a:pt x="5942173" y="0"/>
                  </a:lnTo>
                  <a:lnTo>
                    <a:pt x="5939004" y="0"/>
                  </a:lnTo>
                  <a:lnTo>
                    <a:pt x="5935835" y="0"/>
                  </a:lnTo>
                  <a:lnTo>
                    <a:pt x="5932666" y="0"/>
                  </a:lnTo>
                  <a:lnTo>
                    <a:pt x="5929497" y="0"/>
                  </a:lnTo>
                  <a:lnTo>
                    <a:pt x="5926327" y="0"/>
                  </a:lnTo>
                  <a:lnTo>
                    <a:pt x="5923158" y="0"/>
                  </a:lnTo>
                  <a:lnTo>
                    <a:pt x="5919989" y="0"/>
                  </a:lnTo>
                  <a:lnTo>
                    <a:pt x="5916820" y="0"/>
                  </a:lnTo>
                  <a:lnTo>
                    <a:pt x="5913651" y="0"/>
                  </a:lnTo>
                  <a:lnTo>
                    <a:pt x="5910482" y="0"/>
                  </a:lnTo>
                  <a:lnTo>
                    <a:pt x="5907312" y="0"/>
                  </a:lnTo>
                  <a:lnTo>
                    <a:pt x="5904143" y="0"/>
                  </a:lnTo>
                  <a:lnTo>
                    <a:pt x="5900974" y="0"/>
                  </a:lnTo>
                  <a:lnTo>
                    <a:pt x="5897805" y="0"/>
                  </a:lnTo>
                  <a:lnTo>
                    <a:pt x="5894636" y="0"/>
                  </a:lnTo>
                  <a:lnTo>
                    <a:pt x="5891467" y="0"/>
                  </a:lnTo>
                  <a:lnTo>
                    <a:pt x="5888297" y="0"/>
                  </a:lnTo>
                  <a:lnTo>
                    <a:pt x="5885128" y="0"/>
                  </a:lnTo>
                  <a:lnTo>
                    <a:pt x="5881959" y="0"/>
                  </a:lnTo>
                  <a:lnTo>
                    <a:pt x="5878790" y="0"/>
                  </a:lnTo>
                  <a:lnTo>
                    <a:pt x="5875621" y="0"/>
                  </a:lnTo>
                  <a:lnTo>
                    <a:pt x="5872452" y="0"/>
                  </a:lnTo>
                  <a:lnTo>
                    <a:pt x="5869283" y="0"/>
                  </a:lnTo>
                  <a:lnTo>
                    <a:pt x="5866113" y="0"/>
                  </a:lnTo>
                  <a:lnTo>
                    <a:pt x="5862944" y="0"/>
                  </a:lnTo>
                  <a:lnTo>
                    <a:pt x="5859775" y="0"/>
                  </a:lnTo>
                  <a:lnTo>
                    <a:pt x="5856606" y="0"/>
                  </a:lnTo>
                  <a:lnTo>
                    <a:pt x="5853437" y="0"/>
                  </a:lnTo>
                  <a:lnTo>
                    <a:pt x="5850268" y="0"/>
                  </a:lnTo>
                  <a:lnTo>
                    <a:pt x="5847098" y="0"/>
                  </a:lnTo>
                  <a:lnTo>
                    <a:pt x="5843929" y="0"/>
                  </a:lnTo>
                  <a:lnTo>
                    <a:pt x="5840760" y="0"/>
                  </a:lnTo>
                  <a:lnTo>
                    <a:pt x="5837591" y="0"/>
                  </a:lnTo>
                  <a:lnTo>
                    <a:pt x="5834422" y="0"/>
                  </a:lnTo>
                  <a:lnTo>
                    <a:pt x="5831253" y="0"/>
                  </a:lnTo>
                  <a:lnTo>
                    <a:pt x="5828083" y="0"/>
                  </a:lnTo>
                  <a:lnTo>
                    <a:pt x="5824914" y="0"/>
                  </a:lnTo>
                  <a:lnTo>
                    <a:pt x="5821745" y="0"/>
                  </a:lnTo>
                  <a:lnTo>
                    <a:pt x="5818576" y="0"/>
                  </a:lnTo>
                  <a:lnTo>
                    <a:pt x="5815407" y="0"/>
                  </a:lnTo>
                  <a:lnTo>
                    <a:pt x="5812238" y="0"/>
                  </a:lnTo>
                  <a:lnTo>
                    <a:pt x="5809069" y="0"/>
                  </a:lnTo>
                  <a:lnTo>
                    <a:pt x="5805899" y="0"/>
                  </a:lnTo>
                  <a:lnTo>
                    <a:pt x="5802730" y="0"/>
                  </a:lnTo>
                  <a:lnTo>
                    <a:pt x="5799561" y="0"/>
                  </a:lnTo>
                  <a:lnTo>
                    <a:pt x="5796392" y="0"/>
                  </a:lnTo>
                  <a:lnTo>
                    <a:pt x="5793223" y="0"/>
                  </a:lnTo>
                  <a:lnTo>
                    <a:pt x="5790054" y="0"/>
                  </a:lnTo>
                  <a:lnTo>
                    <a:pt x="5786884" y="0"/>
                  </a:lnTo>
                  <a:lnTo>
                    <a:pt x="5783715" y="0"/>
                  </a:lnTo>
                  <a:lnTo>
                    <a:pt x="5780546" y="0"/>
                  </a:lnTo>
                  <a:lnTo>
                    <a:pt x="5777377" y="0"/>
                  </a:lnTo>
                  <a:lnTo>
                    <a:pt x="5774208" y="0"/>
                  </a:lnTo>
                  <a:lnTo>
                    <a:pt x="5771039" y="0"/>
                  </a:lnTo>
                  <a:lnTo>
                    <a:pt x="5767869" y="0"/>
                  </a:lnTo>
                  <a:lnTo>
                    <a:pt x="5764700" y="0"/>
                  </a:lnTo>
                  <a:lnTo>
                    <a:pt x="5761531" y="0"/>
                  </a:lnTo>
                  <a:lnTo>
                    <a:pt x="5758362" y="0"/>
                  </a:lnTo>
                  <a:lnTo>
                    <a:pt x="5755193" y="0"/>
                  </a:lnTo>
                  <a:lnTo>
                    <a:pt x="5752024" y="0"/>
                  </a:lnTo>
                  <a:lnTo>
                    <a:pt x="5748854" y="0"/>
                  </a:lnTo>
                  <a:lnTo>
                    <a:pt x="5745685" y="0"/>
                  </a:lnTo>
                  <a:lnTo>
                    <a:pt x="5742516" y="0"/>
                  </a:lnTo>
                  <a:lnTo>
                    <a:pt x="5739347" y="0"/>
                  </a:lnTo>
                  <a:lnTo>
                    <a:pt x="5736178" y="0"/>
                  </a:lnTo>
                  <a:lnTo>
                    <a:pt x="5733009" y="0"/>
                  </a:lnTo>
                  <a:lnTo>
                    <a:pt x="5729840" y="0"/>
                  </a:lnTo>
                  <a:lnTo>
                    <a:pt x="5726670" y="0"/>
                  </a:lnTo>
                  <a:lnTo>
                    <a:pt x="5723501" y="0"/>
                  </a:lnTo>
                  <a:lnTo>
                    <a:pt x="5720332" y="0"/>
                  </a:lnTo>
                  <a:lnTo>
                    <a:pt x="5717163" y="0"/>
                  </a:lnTo>
                  <a:lnTo>
                    <a:pt x="5713994" y="0"/>
                  </a:lnTo>
                  <a:lnTo>
                    <a:pt x="5710825" y="0"/>
                  </a:lnTo>
                  <a:lnTo>
                    <a:pt x="5707655" y="0"/>
                  </a:lnTo>
                  <a:lnTo>
                    <a:pt x="5704486" y="0"/>
                  </a:lnTo>
                  <a:lnTo>
                    <a:pt x="5701317" y="0"/>
                  </a:lnTo>
                  <a:lnTo>
                    <a:pt x="5698148" y="0"/>
                  </a:lnTo>
                  <a:lnTo>
                    <a:pt x="5694979" y="0"/>
                  </a:lnTo>
                  <a:lnTo>
                    <a:pt x="5691810" y="0"/>
                  </a:lnTo>
                  <a:lnTo>
                    <a:pt x="5688640" y="0"/>
                  </a:lnTo>
                  <a:lnTo>
                    <a:pt x="5685471" y="0"/>
                  </a:lnTo>
                  <a:lnTo>
                    <a:pt x="5682302" y="0"/>
                  </a:lnTo>
                  <a:lnTo>
                    <a:pt x="5679133" y="0"/>
                  </a:lnTo>
                  <a:lnTo>
                    <a:pt x="5675964" y="0"/>
                  </a:lnTo>
                  <a:lnTo>
                    <a:pt x="5672795" y="0"/>
                  </a:lnTo>
                  <a:lnTo>
                    <a:pt x="5669626" y="0"/>
                  </a:lnTo>
                  <a:lnTo>
                    <a:pt x="5666456" y="0"/>
                  </a:lnTo>
                  <a:lnTo>
                    <a:pt x="5663287" y="0"/>
                  </a:lnTo>
                  <a:lnTo>
                    <a:pt x="5660118" y="0"/>
                  </a:lnTo>
                  <a:lnTo>
                    <a:pt x="5656949" y="0"/>
                  </a:lnTo>
                  <a:lnTo>
                    <a:pt x="5653780" y="0"/>
                  </a:lnTo>
                  <a:lnTo>
                    <a:pt x="5650611" y="0"/>
                  </a:lnTo>
                  <a:lnTo>
                    <a:pt x="5647441" y="0"/>
                  </a:lnTo>
                  <a:lnTo>
                    <a:pt x="5644272" y="0"/>
                  </a:lnTo>
                  <a:lnTo>
                    <a:pt x="5641103" y="0"/>
                  </a:lnTo>
                  <a:lnTo>
                    <a:pt x="5637934" y="0"/>
                  </a:lnTo>
                  <a:lnTo>
                    <a:pt x="5634765" y="0"/>
                  </a:lnTo>
                  <a:lnTo>
                    <a:pt x="5631596" y="0"/>
                  </a:lnTo>
                  <a:lnTo>
                    <a:pt x="5628426" y="0"/>
                  </a:lnTo>
                  <a:lnTo>
                    <a:pt x="5625257" y="0"/>
                  </a:lnTo>
                  <a:lnTo>
                    <a:pt x="5622088" y="0"/>
                  </a:lnTo>
                  <a:lnTo>
                    <a:pt x="5618919" y="0"/>
                  </a:lnTo>
                  <a:lnTo>
                    <a:pt x="5615750" y="0"/>
                  </a:lnTo>
                  <a:lnTo>
                    <a:pt x="5612581" y="0"/>
                  </a:lnTo>
                  <a:lnTo>
                    <a:pt x="5609411" y="0"/>
                  </a:lnTo>
                  <a:lnTo>
                    <a:pt x="5606242" y="0"/>
                  </a:lnTo>
                  <a:lnTo>
                    <a:pt x="5603073" y="0"/>
                  </a:lnTo>
                  <a:lnTo>
                    <a:pt x="5599904" y="0"/>
                  </a:lnTo>
                  <a:lnTo>
                    <a:pt x="5596735" y="0"/>
                  </a:lnTo>
                  <a:lnTo>
                    <a:pt x="5593566" y="0"/>
                  </a:lnTo>
                  <a:lnTo>
                    <a:pt x="5590397" y="0"/>
                  </a:lnTo>
                  <a:lnTo>
                    <a:pt x="5587227" y="0"/>
                  </a:lnTo>
                  <a:lnTo>
                    <a:pt x="5584058" y="0"/>
                  </a:lnTo>
                  <a:lnTo>
                    <a:pt x="5580889" y="0"/>
                  </a:lnTo>
                  <a:lnTo>
                    <a:pt x="5577720" y="0"/>
                  </a:lnTo>
                  <a:lnTo>
                    <a:pt x="5574551" y="0"/>
                  </a:lnTo>
                  <a:lnTo>
                    <a:pt x="5571382" y="0"/>
                  </a:lnTo>
                  <a:lnTo>
                    <a:pt x="5568212" y="0"/>
                  </a:lnTo>
                  <a:lnTo>
                    <a:pt x="5565043" y="0"/>
                  </a:lnTo>
                  <a:lnTo>
                    <a:pt x="5561874" y="0"/>
                  </a:lnTo>
                  <a:lnTo>
                    <a:pt x="5558705" y="0"/>
                  </a:lnTo>
                  <a:lnTo>
                    <a:pt x="5555536" y="0"/>
                  </a:lnTo>
                  <a:lnTo>
                    <a:pt x="5552367" y="0"/>
                  </a:lnTo>
                  <a:lnTo>
                    <a:pt x="5549197" y="0"/>
                  </a:lnTo>
                  <a:lnTo>
                    <a:pt x="5546028" y="0"/>
                  </a:lnTo>
                  <a:lnTo>
                    <a:pt x="5542859" y="0"/>
                  </a:lnTo>
                  <a:lnTo>
                    <a:pt x="5539690" y="0"/>
                  </a:lnTo>
                  <a:lnTo>
                    <a:pt x="5536521" y="0"/>
                  </a:lnTo>
                  <a:lnTo>
                    <a:pt x="5533352" y="0"/>
                  </a:lnTo>
                  <a:lnTo>
                    <a:pt x="5530182" y="0"/>
                  </a:lnTo>
                  <a:lnTo>
                    <a:pt x="5527013" y="0"/>
                  </a:lnTo>
                  <a:lnTo>
                    <a:pt x="5523844" y="0"/>
                  </a:lnTo>
                  <a:lnTo>
                    <a:pt x="5520675" y="0"/>
                  </a:lnTo>
                  <a:lnTo>
                    <a:pt x="5517506" y="0"/>
                  </a:lnTo>
                  <a:lnTo>
                    <a:pt x="5514337" y="0"/>
                  </a:lnTo>
                  <a:lnTo>
                    <a:pt x="5511168" y="0"/>
                  </a:lnTo>
                  <a:lnTo>
                    <a:pt x="5507998" y="0"/>
                  </a:lnTo>
                  <a:lnTo>
                    <a:pt x="5504829" y="0"/>
                  </a:lnTo>
                  <a:lnTo>
                    <a:pt x="5501660" y="0"/>
                  </a:lnTo>
                  <a:lnTo>
                    <a:pt x="5498491" y="0"/>
                  </a:lnTo>
                  <a:lnTo>
                    <a:pt x="5495322" y="0"/>
                  </a:lnTo>
                  <a:lnTo>
                    <a:pt x="5492153" y="0"/>
                  </a:lnTo>
                  <a:lnTo>
                    <a:pt x="5488983" y="0"/>
                  </a:lnTo>
                  <a:lnTo>
                    <a:pt x="5485814" y="0"/>
                  </a:lnTo>
                  <a:lnTo>
                    <a:pt x="5482645" y="0"/>
                  </a:lnTo>
                  <a:lnTo>
                    <a:pt x="5479476" y="0"/>
                  </a:lnTo>
                  <a:lnTo>
                    <a:pt x="5476307" y="0"/>
                  </a:lnTo>
                  <a:lnTo>
                    <a:pt x="5473138" y="0"/>
                  </a:lnTo>
                  <a:lnTo>
                    <a:pt x="5469968" y="0"/>
                  </a:lnTo>
                  <a:lnTo>
                    <a:pt x="5466799" y="0"/>
                  </a:lnTo>
                  <a:lnTo>
                    <a:pt x="5463630" y="0"/>
                  </a:lnTo>
                  <a:lnTo>
                    <a:pt x="5460461" y="0"/>
                  </a:lnTo>
                  <a:lnTo>
                    <a:pt x="5457292" y="0"/>
                  </a:lnTo>
                  <a:lnTo>
                    <a:pt x="5454123" y="0"/>
                  </a:lnTo>
                  <a:lnTo>
                    <a:pt x="5450954" y="0"/>
                  </a:lnTo>
                  <a:lnTo>
                    <a:pt x="5447784" y="0"/>
                  </a:lnTo>
                  <a:lnTo>
                    <a:pt x="5444615" y="0"/>
                  </a:lnTo>
                  <a:lnTo>
                    <a:pt x="5441446" y="0"/>
                  </a:lnTo>
                  <a:lnTo>
                    <a:pt x="5438277" y="0"/>
                  </a:lnTo>
                  <a:lnTo>
                    <a:pt x="5435108" y="0"/>
                  </a:lnTo>
                  <a:lnTo>
                    <a:pt x="5431939" y="0"/>
                  </a:lnTo>
                  <a:lnTo>
                    <a:pt x="5428769" y="0"/>
                  </a:lnTo>
                  <a:lnTo>
                    <a:pt x="5425600" y="0"/>
                  </a:lnTo>
                  <a:lnTo>
                    <a:pt x="5422431" y="0"/>
                  </a:lnTo>
                  <a:lnTo>
                    <a:pt x="5419262" y="0"/>
                  </a:lnTo>
                  <a:lnTo>
                    <a:pt x="5416093" y="0"/>
                  </a:lnTo>
                  <a:lnTo>
                    <a:pt x="5412924" y="0"/>
                  </a:lnTo>
                  <a:lnTo>
                    <a:pt x="5409754" y="0"/>
                  </a:lnTo>
                  <a:lnTo>
                    <a:pt x="5406585" y="0"/>
                  </a:lnTo>
                  <a:lnTo>
                    <a:pt x="5403416" y="0"/>
                  </a:lnTo>
                  <a:lnTo>
                    <a:pt x="5400247" y="0"/>
                  </a:lnTo>
                  <a:lnTo>
                    <a:pt x="5397078" y="0"/>
                  </a:lnTo>
                  <a:lnTo>
                    <a:pt x="5393909" y="0"/>
                  </a:lnTo>
                  <a:lnTo>
                    <a:pt x="5390739" y="0"/>
                  </a:lnTo>
                  <a:lnTo>
                    <a:pt x="5387570" y="0"/>
                  </a:lnTo>
                  <a:lnTo>
                    <a:pt x="5384401" y="0"/>
                  </a:lnTo>
                  <a:lnTo>
                    <a:pt x="5381232" y="0"/>
                  </a:lnTo>
                  <a:lnTo>
                    <a:pt x="5378063" y="0"/>
                  </a:lnTo>
                  <a:lnTo>
                    <a:pt x="5374894" y="0"/>
                  </a:lnTo>
                  <a:lnTo>
                    <a:pt x="5371725" y="0"/>
                  </a:lnTo>
                  <a:lnTo>
                    <a:pt x="5368555" y="0"/>
                  </a:lnTo>
                  <a:lnTo>
                    <a:pt x="5365386" y="0"/>
                  </a:lnTo>
                  <a:lnTo>
                    <a:pt x="5362217" y="0"/>
                  </a:lnTo>
                  <a:lnTo>
                    <a:pt x="5359048" y="0"/>
                  </a:lnTo>
                  <a:lnTo>
                    <a:pt x="5355879" y="0"/>
                  </a:lnTo>
                  <a:lnTo>
                    <a:pt x="5352710" y="0"/>
                  </a:lnTo>
                  <a:lnTo>
                    <a:pt x="5349540" y="0"/>
                  </a:lnTo>
                  <a:lnTo>
                    <a:pt x="5346371" y="0"/>
                  </a:lnTo>
                  <a:lnTo>
                    <a:pt x="5343202" y="0"/>
                  </a:lnTo>
                  <a:lnTo>
                    <a:pt x="5340033" y="0"/>
                  </a:lnTo>
                  <a:lnTo>
                    <a:pt x="5336864" y="0"/>
                  </a:lnTo>
                  <a:lnTo>
                    <a:pt x="5333695" y="0"/>
                  </a:lnTo>
                  <a:lnTo>
                    <a:pt x="5330525" y="0"/>
                  </a:lnTo>
                  <a:lnTo>
                    <a:pt x="5327356" y="0"/>
                  </a:lnTo>
                  <a:lnTo>
                    <a:pt x="5324187" y="0"/>
                  </a:lnTo>
                  <a:lnTo>
                    <a:pt x="5321018" y="0"/>
                  </a:lnTo>
                  <a:lnTo>
                    <a:pt x="5317849" y="0"/>
                  </a:lnTo>
                  <a:lnTo>
                    <a:pt x="5314680" y="0"/>
                  </a:lnTo>
                  <a:lnTo>
                    <a:pt x="5311510" y="0"/>
                  </a:lnTo>
                  <a:lnTo>
                    <a:pt x="5308341" y="0"/>
                  </a:lnTo>
                  <a:lnTo>
                    <a:pt x="5305172" y="0"/>
                  </a:lnTo>
                  <a:lnTo>
                    <a:pt x="5302003" y="0"/>
                  </a:lnTo>
                  <a:lnTo>
                    <a:pt x="5298834" y="0"/>
                  </a:lnTo>
                  <a:lnTo>
                    <a:pt x="5295665" y="0"/>
                  </a:lnTo>
                  <a:lnTo>
                    <a:pt x="5292496" y="0"/>
                  </a:lnTo>
                  <a:lnTo>
                    <a:pt x="5289326" y="0"/>
                  </a:lnTo>
                  <a:lnTo>
                    <a:pt x="5286157" y="0"/>
                  </a:lnTo>
                  <a:lnTo>
                    <a:pt x="5282988" y="0"/>
                  </a:lnTo>
                  <a:lnTo>
                    <a:pt x="5279819" y="0"/>
                  </a:lnTo>
                  <a:lnTo>
                    <a:pt x="5276650" y="0"/>
                  </a:lnTo>
                  <a:lnTo>
                    <a:pt x="5273481" y="0"/>
                  </a:lnTo>
                  <a:lnTo>
                    <a:pt x="5270311" y="0"/>
                  </a:lnTo>
                  <a:lnTo>
                    <a:pt x="5267142" y="0"/>
                  </a:lnTo>
                  <a:lnTo>
                    <a:pt x="5263973" y="0"/>
                  </a:lnTo>
                  <a:lnTo>
                    <a:pt x="5260804" y="0"/>
                  </a:lnTo>
                  <a:lnTo>
                    <a:pt x="5257635" y="0"/>
                  </a:lnTo>
                  <a:lnTo>
                    <a:pt x="5254466" y="0"/>
                  </a:lnTo>
                  <a:lnTo>
                    <a:pt x="5251296" y="0"/>
                  </a:lnTo>
                  <a:lnTo>
                    <a:pt x="5248127" y="0"/>
                  </a:lnTo>
                  <a:lnTo>
                    <a:pt x="5244958" y="0"/>
                  </a:lnTo>
                  <a:lnTo>
                    <a:pt x="5241789" y="0"/>
                  </a:lnTo>
                  <a:lnTo>
                    <a:pt x="5238620" y="0"/>
                  </a:lnTo>
                  <a:lnTo>
                    <a:pt x="5235451" y="0"/>
                  </a:lnTo>
                  <a:lnTo>
                    <a:pt x="5232282" y="0"/>
                  </a:lnTo>
                  <a:lnTo>
                    <a:pt x="5229112" y="0"/>
                  </a:lnTo>
                  <a:lnTo>
                    <a:pt x="5225943" y="0"/>
                  </a:lnTo>
                  <a:lnTo>
                    <a:pt x="5222774" y="0"/>
                  </a:lnTo>
                  <a:lnTo>
                    <a:pt x="5219605" y="0"/>
                  </a:lnTo>
                  <a:lnTo>
                    <a:pt x="5216436" y="0"/>
                  </a:lnTo>
                  <a:lnTo>
                    <a:pt x="5213267" y="0"/>
                  </a:lnTo>
                  <a:lnTo>
                    <a:pt x="5210097" y="0"/>
                  </a:lnTo>
                  <a:lnTo>
                    <a:pt x="5206928" y="0"/>
                  </a:lnTo>
                  <a:lnTo>
                    <a:pt x="5203759" y="0"/>
                  </a:lnTo>
                  <a:lnTo>
                    <a:pt x="5200590" y="0"/>
                  </a:lnTo>
                  <a:lnTo>
                    <a:pt x="5197421" y="0"/>
                  </a:lnTo>
                  <a:lnTo>
                    <a:pt x="5194252" y="0"/>
                  </a:lnTo>
                  <a:lnTo>
                    <a:pt x="5191082" y="0"/>
                  </a:lnTo>
                  <a:lnTo>
                    <a:pt x="5187913" y="0"/>
                  </a:lnTo>
                  <a:lnTo>
                    <a:pt x="5184744" y="0"/>
                  </a:lnTo>
                  <a:lnTo>
                    <a:pt x="5181575" y="0"/>
                  </a:lnTo>
                  <a:lnTo>
                    <a:pt x="5178406" y="0"/>
                  </a:lnTo>
                  <a:lnTo>
                    <a:pt x="5175237" y="0"/>
                  </a:lnTo>
                  <a:lnTo>
                    <a:pt x="5172067" y="0"/>
                  </a:lnTo>
                  <a:lnTo>
                    <a:pt x="5168898" y="0"/>
                  </a:lnTo>
                  <a:lnTo>
                    <a:pt x="5165729" y="0"/>
                  </a:lnTo>
                  <a:lnTo>
                    <a:pt x="5162560" y="0"/>
                  </a:lnTo>
                  <a:lnTo>
                    <a:pt x="5159391" y="0"/>
                  </a:lnTo>
                  <a:lnTo>
                    <a:pt x="5156222" y="0"/>
                  </a:lnTo>
                  <a:lnTo>
                    <a:pt x="5153053" y="0"/>
                  </a:lnTo>
                  <a:lnTo>
                    <a:pt x="5149883" y="0"/>
                  </a:lnTo>
                  <a:lnTo>
                    <a:pt x="5146714" y="0"/>
                  </a:lnTo>
                  <a:lnTo>
                    <a:pt x="5143545" y="0"/>
                  </a:lnTo>
                  <a:lnTo>
                    <a:pt x="5140376" y="0"/>
                  </a:lnTo>
                  <a:lnTo>
                    <a:pt x="5137207" y="0"/>
                  </a:lnTo>
                  <a:lnTo>
                    <a:pt x="5134038" y="0"/>
                  </a:lnTo>
                  <a:lnTo>
                    <a:pt x="5130868" y="0"/>
                  </a:lnTo>
                  <a:lnTo>
                    <a:pt x="5127699" y="0"/>
                  </a:lnTo>
                  <a:lnTo>
                    <a:pt x="5124530" y="0"/>
                  </a:lnTo>
                  <a:lnTo>
                    <a:pt x="5121361" y="0"/>
                  </a:lnTo>
                  <a:lnTo>
                    <a:pt x="5118192" y="0"/>
                  </a:lnTo>
                  <a:lnTo>
                    <a:pt x="5115023" y="0"/>
                  </a:lnTo>
                  <a:lnTo>
                    <a:pt x="5111853" y="0"/>
                  </a:lnTo>
                  <a:lnTo>
                    <a:pt x="5108684" y="0"/>
                  </a:lnTo>
                  <a:lnTo>
                    <a:pt x="5105515" y="0"/>
                  </a:lnTo>
                  <a:lnTo>
                    <a:pt x="5102346" y="0"/>
                  </a:lnTo>
                  <a:lnTo>
                    <a:pt x="5099177" y="0"/>
                  </a:lnTo>
                  <a:lnTo>
                    <a:pt x="5096008" y="0"/>
                  </a:lnTo>
                  <a:lnTo>
                    <a:pt x="5092839" y="0"/>
                  </a:lnTo>
                  <a:lnTo>
                    <a:pt x="5089669" y="0"/>
                  </a:lnTo>
                  <a:lnTo>
                    <a:pt x="5086500" y="0"/>
                  </a:lnTo>
                  <a:lnTo>
                    <a:pt x="5083331" y="0"/>
                  </a:lnTo>
                  <a:lnTo>
                    <a:pt x="5080162" y="0"/>
                  </a:lnTo>
                  <a:lnTo>
                    <a:pt x="5076993" y="0"/>
                  </a:lnTo>
                  <a:lnTo>
                    <a:pt x="5073824" y="0"/>
                  </a:lnTo>
                  <a:lnTo>
                    <a:pt x="5070654" y="0"/>
                  </a:lnTo>
                  <a:lnTo>
                    <a:pt x="5067485" y="0"/>
                  </a:lnTo>
                  <a:lnTo>
                    <a:pt x="5064316" y="0"/>
                  </a:lnTo>
                  <a:lnTo>
                    <a:pt x="5061147" y="0"/>
                  </a:lnTo>
                  <a:lnTo>
                    <a:pt x="5057978" y="0"/>
                  </a:lnTo>
                  <a:lnTo>
                    <a:pt x="5054809" y="0"/>
                  </a:lnTo>
                  <a:lnTo>
                    <a:pt x="5051639" y="0"/>
                  </a:lnTo>
                  <a:lnTo>
                    <a:pt x="5048470" y="0"/>
                  </a:lnTo>
                  <a:lnTo>
                    <a:pt x="5045301" y="0"/>
                  </a:lnTo>
                  <a:lnTo>
                    <a:pt x="5042132" y="0"/>
                  </a:lnTo>
                  <a:lnTo>
                    <a:pt x="5038963" y="0"/>
                  </a:lnTo>
                  <a:lnTo>
                    <a:pt x="5035794" y="0"/>
                  </a:lnTo>
                  <a:lnTo>
                    <a:pt x="5032624" y="0"/>
                  </a:lnTo>
                  <a:lnTo>
                    <a:pt x="5029455" y="0"/>
                  </a:lnTo>
                  <a:lnTo>
                    <a:pt x="5026286" y="0"/>
                  </a:lnTo>
                  <a:lnTo>
                    <a:pt x="5023117" y="0"/>
                  </a:lnTo>
                  <a:lnTo>
                    <a:pt x="5019948" y="0"/>
                  </a:lnTo>
                  <a:lnTo>
                    <a:pt x="5016779" y="0"/>
                  </a:lnTo>
                  <a:lnTo>
                    <a:pt x="5013610" y="0"/>
                  </a:lnTo>
                  <a:lnTo>
                    <a:pt x="5010440" y="0"/>
                  </a:lnTo>
                  <a:lnTo>
                    <a:pt x="5007271" y="0"/>
                  </a:lnTo>
                  <a:lnTo>
                    <a:pt x="5004102" y="0"/>
                  </a:lnTo>
                  <a:lnTo>
                    <a:pt x="5000933" y="0"/>
                  </a:lnTo>
                  <a:lnTo>
                    <a:pt x="4997764" y="0"/>
                  </a:lnTo>
                  <a:lnTo>
                    <a:pt x="4994595" y="0"/>
                  </a:lnTo>
                  <a:lnTo>
                    <a:pt x="4991425" y="0"/>
                  </a:lnTo>
                  <a:lnTo>
                    <a:pt x="4988256" y="0"/>
                  </a:lnTo>
                  <a:lnTo>
                    <a:pt x="4985087" y="0"/>
                  </a:lnTo>
                  <a:lnTo>
                    <a:pt x="4981918" y="0"/>
                  </a:lnTo>
                  <a:lnTo>
                    <a:pt x="4978749" y="0"/>
                  </a:lnTo>
                  <a:lnTo>
                    <a:pt x="4975580" y="0"/>
                  </a:lnTo>
                  <a:lnTo>
                    <a:pt x="4972410" y="0"/>
                  </a:lnTo>
                  <a:lnTo>
                    <a:pt x="4969241" y="0"/>
                  </a:lnTo>
                  <a:lnTo>
                    <a:pt x="4966072" y="0"/>
                  </a:lnTo>
                  <a:lnTo>
                    <a:pt x="4962903" y="0"/>
                  </a:lnTo>
                  <a:lnTo>
                    <a:pt x="4959734" y="0"/>
                  </a:lnTo>
                  <a:lnTo>
                    <a:pt x="4956565" y="0"/>
                  </a:lnTo>
                  <a:lnTo>
                    <a:pt x="4953395" y="0"/>
                  </a:lnTo>
                  <a:lnTo>
                    <a:pt x="4950226" y="0"/>
                  </a:lnTo>
                  <a:lnTo>
                    <a:pt x="4947057" y="0"/>
                  </a:lnTo>
                  <a:lnTo>
                    <a:pt x="4943888" y="0"/>
                  </a:lnTo>
                  <a:lnTo>
                    <a:pt x="4940719" y="0"/>
                  </a:lnTo>
                  <a:lnTo>
                    <a:pt x="4937550" y="0"/>
                  </a:lnTo>
                  <a:lnTo>
                    <a:pt x="4934381" y="0"/>
                  </a:lnTo>
                  <a:lnTo>
                    <a:pt x="4931211" y="0"/>
                  </a:lnTo>
                  <a:lnTo>
                    <a:pt x="4928042" y="0"/>
                  </a:lnTo>
                  <a:lnTo>
                    <a:pt x="4924873" y="0"/>
                  </a:lnTo>
                  <a:lnTo>
                    <a:pt x="4921704" y="0"/>
                  </a:lnTo>
                  <a:lnTo>
                    <a:pt x="4918535" y="0"/>
                  </a:lnTo>
                  <a:lnTo>
                    <a:pt x="4915366" y="0"/>
                  </a:lnTo>
                  <a:lnTo>
                    <a:pt x="4912196" y="0"/>
                  </a:lnTo>
                  <a:lnTo>
                    <a:pt x="4909027" y="0"/>
                  </a:lnTo>
                  <a:lnTo>
                    <a:pt x="4905858" y="0"/>
                  </a:lnTo>
                  <a:lnTo>
                    <a:pt x="4902689" y="0"/>
                  </a:lnTo>
                  <a:lnTo>
                    <a:pt x="4899520" y="0"/>
                  </a:lnTo>
                  <a:lnTo>
                    <a:pt x="4896351" y="0"/>
                  </a:lnTo>
                  <a:lnTo>
                    <a:pt x="4893181" y="0"/>
                  </a:lnTo>
                  <a:lnTo>
                    <a:pt x="4890012" y="0"/>
                  </a:lnTo>
                  <a:lnTo>
                    <a:pt x="4886843" y="0"/>
                  </a:lnTo>
                  <a:lnTo>
                    <a:pt x="4883674" y="0"/>
                  </a:lnTo>
                  <a:lnTo>
                    <a:pt x="4880505" y="0"/>
                  </a:lnTo>
                  <a:lnTo>
                    <a:pt x="4877336" y="0"/>
                  </a:lnTo>
                  <a:lnTo>
                    <a:pt x="4874167" y="0"/>
                  </a:lnTo>
                  <a:lnTo>
                    <a:pt x="4870997" y="0"/>
                  </a:lnTo>
                  <a:lnTo>
                    <a:pt x="4867828" y="0"/>
                  </a:lnTo>
                  <a:lnTo>
                    <a:pt x="4864659" y="0"/>
                  </a:lnTo>
                  <a:lnTo>
                    <a:pt x="4861490" y="0"/>
                  </a:lnTo>
                  <a:lnTo>
                    <a:pt x="4858321" y="0"/>
                  </a:lnTo>
                  <a:lnTo>
                    <a:pt x="4855152" y="0"/>
                  </a:lnTo>
                  <a:lnTo>
                    <a:pt x="4851982" y="0"/>
                  </a:lnTo>
                  <a:lnTo>
                    <a:pt x="4848813" y="0"/>
                  </a:lnTo>
                  <a:lnTo>
                    <a:pt x="4845644" y="0"/>
                  </a:lnTo>
                  <a:lnTo>
                    <a:pt x="4842475" y="0"/>
                  </a:lnTo>
                  <a:lnTo>
                    <a:pt x="4839306" y="0"/>
                  </a:lnTo>
                  <a:lnTo>
                    <a:pt x="4836137" y="0"/>
                  </a:lnTo>
                  <a:lnTo>
                    <a:pt x="4832967" y="0"/>
                  </a:lnTo>
                  <a:lnTo>
                    <a:pt x="4829798" y="0"/>
                  </a:lnTo>
                  <a:lnTo>
                    <a:pt x="4826629" y="0"/>
                  </a:lnTo>
                  <a:lnTo>
                    <a:pt x="4823460" y="0"/>
                  </a:lnTo>
                  <a:lnTo>
                    <a:pt x="4820291" y="0"/>
                  </a:lnTo>
                  <a:lnTo>
                    <a:pt x="4817122" y="0"/>
                  </a:lnTo>
                  <a:lnTo>
                    <a:pt x="4813952" y="0"/>
                  </a:lnTo>
                  <a:lnTo>
                    <a:pt x="4810783" y="0"/>
                  </a:lnTo>
                  <a:lnTo>
                    <a:pt x="4807614" y="0"/>
                  </a:lnTo>
                  <a:lnTo>
                    <a:pt x="4804445" y="0"/>
                  </a:lnTo>
                  <a:lnTo>
                    <a:pt x="4801276" y="0"/>
                  </a:lnTo>
                  <a:lnTo>
                    <a:pt x="4798107" y="0"/>
                  </a:lnTo>
                  <a:lnTo>
                    <a:pt x="4794938" y="0"/>
                  </a:lnTo>
                  <a:lnTo>
                    <a:pt x="4791768" y="0"/>
                  </a:lnTo>
                  <a:lnTo>
                    <a:pt x="4788599" y="0"/>
                  </a:lnTo>
                  <a:lnTo>
                    <a:pt x="4785430" y="0"/>
                  </a:lnTo>
                  <a:lnTo>
                    <a:pt x="4782261" y="0"/>
                  </a:lnTo>
                  <a:lnTo>
                    <a:pt x="4779092" y="0"/>
                  </a:lnTo>
                  <a:lnTo>
                    <a:pt x="4775923" y="0"/>
                  </a:lnTo>
                  <a:lnTo>
                    <a:pt x="4772753" y="0"/>
                  </a:lnTo>
                  <a:lnTo>
                    <a:pt x="4769584" y="0"/>
                  </a:lnTo>
                  <a:lnTo>
                    <a:pt x="4766415" y="0"/>
                  </a:lnTo>
                  <a:lnTo>
                    <a:pt x="4763246" y="0"/>
                  </a:lnTo>
                  <a:lnTo>
                    <a:pt x="4760077" y="0"/>
                  </a:lnTo>
                  <a:lnTo>
                    <a:pt x="4756908" y="0"/>
                  </a:lnTo>
                  <a:lnTo>
                    <a:pt x="4753738" y="0"/>
                  </a:lnTo>
                  <a:lnTo>
                    <a:pt x="4750569" y="0"/>
                  </a:lnTo>
                  <a:lnTo>
                    <a:pt x="4747400" y="0"/>
                  </a:lnTo>
                  <a:lnTo>
                    <a:pt x="4744231" y="0"/>
                  </a:lnTo>
                  <a:lnTo>
                    <a:pt x="4741062" y="0"/>
                  </a:lnTo>
                  <a:lnTo>
                    <a:pt x="4737893" y="0"/>
                  </a:lnTo>
                  <a:lnTo>
                    <a:pt x="4734724" y="0"/>
                  </a:lnTo>
                  <a:lnTo>
                    <a:pt x="4731554" y="0"/>
                  </a:lnTo>
                  <a:lnTo>
                    <a:pt x="4728385" y="0"/>
                  </a:lnTo>
                  <a:lnTo>
                    <a:pt x="4725216" y="0"/>
                  </a:lnTo>
                  <a:lnTo>
                    <a:pt x="4722047" y="0"/>
                  </a:lnTo>
                  <a:lnTo>
                    <a:pt x="4718878" y="0"/>
                  </a:lnTo>
                  <a:lnTo>
                    <a:pt x="4715709" y="0"/>
                  </a:lnTo>
                  <a:lnTo>
                    <a:pt x="4712539" y="0"/>
                  </a:lnTo>
                  <a:lnTo>
                    <a:pt x="4709370" y="0"/>
                  </a:lnTo>
                  <a:lnTo>
                    <a:pt x="4706201" y="0"/>
                  </a:lnTo>
                  <a:lnTo>
                    <a:pt x="4703032" y="0"/>
                  </a:lnTo>
                  <a:lnTo>
                    <a:pt x="4699863" y="0"/>
                  </a:lnTo>
                  <a:lnTo>
                    <a:pt x="4696694" y="0"/>
                  </a:lnTo>
                  <a:lnTo>
                    <a:pt x="4693524" y="0"/>
                  </a:lnTo>
                  <a:lnTo>
                    <a:pt x="4690355" y="0"/>
                  </a:lnTo>
                  <a:lnTo>
                    <a:pt x="4687186" y="0"/>
                  </a:lnTo>
                  <a:lnTo>
                    <a:pt x="4684017" y="0"/>
                  </a:lnTo>
                  <a:lnTo>
                    <a:pt x="4680848" y="0"/>
                  </a:lnTo>
                  <a:lnTo>
                    <a:pt x="4677679" y="0"/>
                  </a:lnTo>
                  <a:lnTo>
                    <a:pt x="4674509" y="0"/>
                  </a:lnTo>
                  <a:lnTo>
                    <a:pt x="4671340" y="0"/>
                  </a:lnTo>
                  <a:lnTo>
                    <a:pt x="4668171" y="0"/>
                  </a:lnTo>
                  <a:lnTo>
                    <a:pt x="4665002" y="0"/>
                  </a:lnTo>
                  <a:lnTo>
                    <a:pt x="4661833" y="0"/>
                  </a:lnTo>
                  <a:lnTo>
                    <a:pt x="4658664" y="0"/>
                  </a:lnTo>
                  <a:lnTo>
                    <a:pt x="4655495" y="0"/>
                  </a:lnTo>
                  <a:lnTo>
                    <a:pt x="4652325" y="0"/>
                  </a:lnTo>
                  <a:lnTo>
                    <a:pt x="4649156" y="0"/>
                  </a:lnTo>
                  <a:lnTo>
                    <a:pt x="4645987" y="0"/>
                  </a:lnTo>
                  <a:lnTo>
                    <a:pt x="4642818" y="0"/>
                  </a:lnTo>
                  <a:lnTo>
                    <a:pt x="4639649" y="0"/>
                  </a:lnTo>
                  <a:lnTo>
                    <a:pt x="4636480" y="0"/>
                  </a:lnTo>
                  <a:lnTo>
                    <a:pt x="4633310" y="0"/>
                  </a:lnTo>
                  <a:lnTo>
                    <a:pt x="4630141" y="0"/>
                  </a:lnTo>
                  <a:lnTo>
                    <a:pt x="4626972" y="0"/>
                  </a:lnTo>
                  <a:lnTo>
                    <a:pt x="4623803" y="0"/>
                  </a:lnTo>
                  <a:lnTo>
                    <a:pt x="4620634" y="0"/>
                  </a:lnTo>
                  <a:lnTo>
                    <a:pt x="4617465" y="0"/>
                  </a:lnTo>
                  <a:lnTo>
                    <a:pt x="4614295" y="0"/>
                  </a:lnTo>
                  <a:lnTo>
                    <a:pt x="4611126" y="0"/>
                  </a:lnTo>
                  <a:lnTo>
                    <a:pt x="4607957" y="0"/>
                  </a:lnTo>
                  <a:lnTo>
                    <a:pt x="4604788" y="0"/>
                  </a:lnTo>
                  <a:lnTo>
                    <a:pt x="4601619" y="0"/>
                  </a:lnTo>
                  <a:lnTo>
                    <a:pt x="4598450" y="0"/>
                  </a:lnTo>
                  <a:lnTo>
                    <a:pt x="4595280" y="0"/>
                  </a:lnTo>
                  <a:lnTo>
                    <a:pt x="4592111" y="0"/>
                  </a:lnTo>
                  <a:lnTo>
                    <a:pt x="4588942" y="0"/>
                  </a:lnTo>
                  <a:lnTo>
                    <a:pt x="4585773" y="0"/>
                  </a:lnTo>
                  <a:lnTo>
                    <a:pt x="4582604" y="0"/>
                  </a:lnTo>
                  <a:lnTo>
                    <a:pt x="4579435" y="0"/>
                  </a:lnTo>
                  <a:lnTo>
                    <a:pt x="4576266" y="0"/>
                  </a:lnTo>
                  <a:lnTo>
                    <a:pt x="4573096" y="0"/>
                  </a:lnTo>
                  <a:lnTo>
                    <a:pt x="4569927" y="0"/>
                  </a:lnTo>
                  <a:lnTo>
                    <a:pt x="4566758" y="0"/>
                  </a:lnTo>
                  <a:lnTo>
                    <a:pt x="4563589" y="0"/>
                  </a:lnTo>
                  <a:lnTo>
                    <a:pt x="4560420" y="0"/>
                  </a:lnTo>
                  <a:lnTo>
                    <a:pt x="4557251" y="0"/>
                  </a:lnTo>
                  <a:lnTo>
                    <a:pt x="4554081" y="0"/>
                  </a:lnTo>
                  <a:lnTo>
                    <a:pt x="4550912" y="0"/>
                  </a:lnTo>
                  <a:lnTo>
                    <a:pt x="4547743" y="0"/>
                  </a:lnTo>
                  <a:lnTo>
                    <a:pt x="4544574" y="0"/>
                  </a:lnTo>
                  <a:lnTo>
                    <a:pt x="4541405" y="0"/>
                  </a:lnTo>
                  <a:lnTo>
                    <a:pt x="4538236" y="0"/>
                  </a:lnTo>
                  <a:lnTo>
                    <a:pt x="4535066" y="0"/>
                  </a:lnTo>
                  <a:lnTo>
                    <a:pt x="4531897" y="0"/>
                  </a:lnTo>
                  <a:lnTo>
                    <a:pt x="4528728" y="0"/>
                  </a:lnTo>
                  <a:lnTo>
                    <a:pt x="4525559" y="0"/>
                  </a:lnTo>
                  <a:lnTo>
                    <a:pt x="4522390" y="0"/>
                  </a:lnTo>
                  <a:lnTo>
                    <a:pt x="4519221" y="0"/>
                  </a:lnTo>
                  <a:lnTo>
                    <a:pt x="4516052" y="0"/>
                  </a:lnTo>
                  <a:lnTo>
                    <a:pt x="4512882" y="0"/>
                  </a:lnTo>
                  <a:lnTo>
                    <a:pt x="4509713" y="0"/>
                  </a:lnTo>
                  <a:lnTo>
                    <a:pt x="4506544" y="0"/>
                  </a:lnTo>
                  <a:lnTo>
                    <a:pt x="4503375" y="0"/>
                  </a:lnTo>
                  <a:lnTo>
                    <a:pt x="4500206" y="0"/>
                  </a:lnTo>
                  <a:lnTo>
                    <a:pt x="4497037" y="0"/>
                  </a:lnTo>
                  <a:lnTo>
                    <a:pt x="4493867" y="0"/>
                  </a:lnTo>
                  <a:lnTo>
                    <a:pt x="4490698" y="0"/>
                  </a:lnTo>
                  <a:lnTo>
                    <a:pt x="4487529" y="0"/>
                  </a:lnTo>
                  <a:lnTo>
                    <a:pt x="4484360" y="0"/>
                  </a:lnTo>
                  <a:lnTo>
                    <a:pt x="4481191" y="0"/>
                  </a:lnTo>
                  <a:lnTo>
                    <a:pt x="4478022" y="0"/>
                  </a:lnTo>
                  <a:lnTo>
                    <a:pt x="4474852" y="0"/>
                  </a:lnTo>
                  <a:lnTo>
                    <a:pt x="4471683" y="0"/>
                  </a:lnTo>
                  <a:lnTo>
                    <a:pt x="4468514" y="0"/>
                  </a:lnTo>
                  <a:lnTo>
                    <a:pt x="4465345" y="0"/>
                  </a:lnTo>
                  <a:lnTo>
                    <a:pt x="4462176" y="0"/>
                  </a:lnTo>
                  <a:lnTo>
                    <a:pt x="4459007" y="0"/>
                  </a:lnTo>
                  <a:lnTo>
                    <a:pt x="4455837" y="0"/>
                  </a:lnTo>
                  <a:lnTo>
                    <a:pt x="4452668" y="0"/>
                  </a:lnTo>
                  <a:lnTo>
                    <a:pt x="4449499" y="0"/>
                  </a:lnTo>
                  <a:lnTo>
                    <a:pt x="4446330" y="0"/>
                  </a:lnTo>
                  <a:lnTo>
                    <a:pt x="4443161" y="0"/>
                  </a:lnTo>
                  <a:lnTo>
                    <a:pt x="4439992" y="0"/>
                  </a:lnTo>
                  <a:lnTo>
                    <a:pt x="4436823" y="0"/>
                  </a:lnTo>
                  <a:lnTo>
                    <a:pt x="4433653" y="0"/>
                  </a:lnTo>
                  <a:lnTo>
                    <a:pt x="4430484" y="0"/>
                  </a:lnTo>
                  <a:lnTo>
                    <a:pt x="4427315" y="0"/>
                  </a:lnTo>
                  <a:lnTo>
                    <a:pt x="4424146" y="0"/>
                  </a:lnTo>
                  <a:lnTo>
                    <a:pt x="4420977" y="0"/>
                  </a:lnTo>
                  <a:lnTo>
                    <a:pt x="4417808" y="0"/>
                  </a:lnTo>
                  <a:lnTo>
                    <a:pt x="4414638" y="0"/>
                  </a:lnTo>
                  <a:lnTo>
                    <a:pt x="4411469" y="0"/>
                  </a:lnTo>
                  <a:lnTo>
                    <a:pt x="4408300" y="0"/>
                  </a:lnTo>
                  <a:lnTo>
                    <a:pt x="4405131" y="0"/>
                  </a:lnTo>
                  <a:lnTo>
                    <a:pt x="4401962" y="0"/>
                  </a:lnTo>
                  <a:lnTo>
                    <a:pt x="4398793" y="0"/>
                  </a:lnTo>
                  <a:lnTo>
                    <a:pt x="4395623" y="0"/>
                  </a:lnTo>
                  <a:lnTo>
                    <a:pt x="4392454" y="0"/>
                  </a:lnTo>
                  <a:lnTo>
                    <a:pt x="4389285" y="0"/>
                  </a:lnTo>
                  <a:lnTo>
                    <a:pt x="4386116" y="0"/>
                  </a:lnTo>
                  <a:lnTo>
                    <a:pt x="4382947" y="0"/>
                  </a:lnTo>
                  <a:lnTo>
                    <a:pt x="4379778" y="0"/>
                  </a:lnTo>
                  <a:lnTo>
                    <a:pt x="4376609" y="0"/>
                  </a:lnTo>
                  <a:lnTo>
                    <a:pt x="4373439" y="0"/>
                  </a:lnTo>
                  <a:lnTo>
                    <a:pt x="4370270" y="0"/>
                  </a:lnTo>
                  <a:lnTo>
                    <a:pt x="4367101" y="0"/>
                  </a:lnTo>
                  <a:lnTo>
                    <a:pt x="4363932" y="0"/>
                  </a:lnTo>
                  <a:lnTo>
                    <a:pt x="4360763" y="0"/>
                  </a:lnTo>
                  <a:lnTo>
                    <a:pt x="4357594" y="0"/>
                  </a:lnTo>
                  <a:lnTo>
                    <a:pt x="4354424" y="0"/>
                  </a:lnTo>
                  <a:lnTo>
                    <a:pt x="4351255" y="0"/>
                  </a:lnTo>
                  <a:lnTo>
                    <a:pt x="4348086" y="0"/>
                  </a:lnTo>
                  <a:lnTo>
                    <a:pt x="4344917" y="0"/>
                  </a:lnTo>
                  <a:lnTo>
                    <a:pt x="4341748" y="0"/>
                  </a:lnTo>
                  <a:lnTo>
                    <a:pt x="4338579" y="0"/>
                  </a:lnTo>
                  <a:lnTo>
                    <a:pt x="4335409" y="0"/>
                  </a:lnTo>
                  <a:lnTo>
                    <a:pt x="4332240" y="0"/>
                  </a:lnTo>
                  <a:lnTo>
                    <a:pt x="4329071" y="0"/>
                  </a:lnTo>
                  <a:lnTo>
                    <a:pt x="4325902" y="0"/>
                  </a:lnTo>
                  <a:lnTo>
                    <a:pt x="4322733" y="0"/>
                  </a:lnTo>
                  <a:lnTo>
                    <a:pt x="4319564" y="0"/>
                  </a:lnTo>
                  <a:lnTo>
                    <a:pt x="4316394" y="0"/>
                  </a:lnTo>
                  <a:lnTo>
                    <a:pt x="4313225" y="0"/>
                  </a:lnTo>
                  <a:lnTo>
                    <a:pt x="4310056" y="0"/>
                  </a:lnTo>
                  <a:lnTo>
                    <a:pt x="4306887" y="0"/>
                  </a:lnTo>
                  <a:lnTo>
                    <a:pt x="4303718" y="0"/>
                  </a:lnTo>
                  <a:lnTo>
                    <a:pt x="4300549" y="0"/>
                  </a:lnTo>
                  <a:lnTo>
                    <a:pt x="4297380" y="0"/>
                  </a:lnTo>
                  <a:lnTo>
                    <a:pt x="4294210" y="0"/>
                  </a:lnTo>
                  <a:lnTo>
                    <a:pt x="4291041" y="0"/>
                  </a:lnTo>
                  <a:lnTo>
                    <a:pt x="4287872" y="0"/>
                  </a:lnTo>
                  <a:lnTo>
                    <a:pt x="4284703" y="0"/>
                  </a:lnTo>
                  <a:lnTo>
                    <a:pt x="4281534" y="0"/>
                  </a:lnTo>
                  <a:lnTo>
                    <a:pt x="4278365" y="0"/>
                  </a:lnTo>
                  <a:lnTo>
                    <a:pt x="4275195" y="0"/>
                  </a:lnTo>
                  <a:lnTo>
                    <a:pt x="4272026" y="0"/>
                  </a:lnTo>
                  <a:lnTo>
                    <a:pt x="4268857" y="0"/>
                  </a:lnTo>
                  <a:lnTo>
                    <a:pt x="4265688" y="0"/>
                  </a:lnTo>
                  <a:lnTo>
                    <a:pt x="4262519" y="0"/>
                  </a:lnTo>
                  <a:lnTo>
                    <a:pt x="4259350" y="0"/>
                  </a:lnTo>
                  <a:lnTo>
                    <a:pt x="4256180" y="0"/>
                  </a:lnTo>
                  <a:lnTo>
                    <a:pt x="4253011" y="0"/>
                  </a:lnTo>
                  <a:lnTo>
                    <a:pt x="4249842" y="0"/>
                  </a:lnTo>
                  <a:lnTo>
                    <a:pt x="4246673" y="0"/>
                  </a:lnTo>
                  <a:lnTo>
                    <a:pt x="4243504" y="0"/>
                  </a:lnTo>
                  <a:lnTo>
                    <a:pt x="4240335" y="0"/>
                  </a:lnTo>
                  <a:lnTo>
                    <a:pt x="4237165" y="0"/>
                  </a:lnTo>
                  <a:lnTo>
                    <a:pt x="4233996" y="0"/>
                  </a:lnTo>
                  <a:lnTo>
                    <a:pt x="4230827" y="0"/>
                  </a:lnTo>
                  <a:lnTo>
                    <a:pt x="4227658" y="0"/>
                  </a:lnTo>
                  <a:lnTo>
                    <a:pt x="4224489" y="0"/>
                  </a:lnTo>
                  <a:lnTo>
                    <a:pt x="4221320" y="0"/>
                  </a:lnTo>
                  <a:lnTo>
                    <a:pt x="4218151" y="0"/>
                  </a:lnTo>
                  <a:lnTo>
                    <a:pt x="4214981" y="0"/>
                  </a:lnTo>
                  <a:lnTo>
                    <a:pt x="4211812" y="0"/>
                  </a:lnTo>
                  <a:lnTo>
                    <a:pt x="4208643" y="0"/>
                  </a:lnTo>
                  <a:lnTo>
                    <a:pt x="4205474" y="0"/>
                  </a:lnTo>
                  <a:lnTo>
                    <a:pt x="4202305" y="0"/>
                  </a:lnTo>
                  <a:lnTo>
                    <a:pt x="4199136" y="0"/>
                  </a:lnTo>
                  <a:lnTo>
                    <a:pt x="4195966" y="0"/>
                  </a:lnTo>
                  <a:lnTo>
                    <a:pt x="4192797" y="0"/>
                  </a:lnTo>
                  <a:lnTo>
                    <a:pt x="4189628" y="0"/>
                  </a:lnTo>
                  <a:lnTo>
                    <a:pt x="4186459" y="0"/>
                  </a:lnTo>
                  <a:lnTo>
                    <a:pt x="4183290" y="0"/>
                  </a:lnTo>
                  <a:lnTo>
                    <a:pt x="4180121" y="0"/>
                  </a:lnTo>
                  <a:lnTo>
                    <a:pt x="4176951" y="0"/>
                  </a:lnTo>
                  <a:lnTo>
                    <a:pt x="4173782" y="0"/>
                  </a:lnTo>
                  <a:lnTo>
                    <a:pt x="4170613" y="0"/>
                  </a:lnTo>
                  <a:lnTo>
                    <a:pt x="4167444" y="0"/>
                  </a:lnTo>
                  <a:lnTo>
                    <a:pt x="4164275" y="0"/>
                  </a:lnTo>
                  <a:lnTo>
                    <a:pt x="4161106" y="0"/>
                  </a:lnTo>
                  <a:lnTo>
                    <a:pt x="4157937" y="0"/>
                  </a:lnTo>
                  <a:lnTo>
                    <a:pt x="4154767" y="0"/>
                  </a:lnTo>
                  <a:lnTo>
                    <a:pt x="4151598" y="0"/>
                  </a:lnTo>
                  <a:lnTo>
                    <a:pt x="4148429" y="0"/>
                  </a:lnTo>
                  <a:lnTo>
                    <a:pt x="4145260" y="0"/>
                  </a:lnTo>
                  <a:lnTo>
                    <a:pt x="4142091" y="0"/>
                  </a:lnTo>
                  <a:lnTo>
                    <a:pt x="4138922" y="0"/>
                  </a:lnTo>
                  <a:lnTo>
                    <a:pt x="4135752" y="0"/>
                  </a:lnTo>
                  <a:lnTo>
                    <a:pt x="4132583" y="0"/>
                  </a:lnTo>
                  <a:lnTo>
                    <a:pt x="4129414" y="0"/>
                  </a:lnTo>
                  <a:lnTo>
                    <a:pt x="4126245" y="0"/>
                  </a:lnTo>
                  <a:lnTo>
                    <a:pt x="4123076" y="0"/>
                  </a:lnTo>
                  <a:lnTo>
                    <a:pt x="4119907" y="0"/>
                  </a:lnTo>
                  <a:lnTo>
                    <a:pt x="4116737" y="0"/>
                  </a:lnTo>
                  <a:lnTo>
                    <a:pt x="4113568" y="0"/>
                  </a:lnTo>
                  <a:lnTo>
                    <a:pt x="4110399" y="0"/>
                  </a:lnTo>
                  <a:lnTo>
                    <a:pt x="4107230" y="0"/>
                  </a:lnTo>
                  <a:lnTo>
                    <a:pt x="4104061" y="0"/>
                  </a:lnTo>
                  <a:lnTo>
                    <a:pt x="4100892" y="0"/>
                  </a:lnTo>
                  <a:lnTo>
                    <a:pt x="4097722" y="0"/>
                  </a:lnTo>
                  <a:lnTo>
                    <a:pt x="4094553" y="0"/>
                  </a:lnTo>
                  <a:lnTo>
                    <a:pt x="4091384" y="0"/>
                  </a:lnTo>
                  <a:lnTo>
                    <a:pt x="4088215" y="0"/>
                  </a:lnTo>
                  <a:lnTo>
                    <a:pt x="4085046" y="0"/>
                  </a:lnTo>
                  <a:lnTo>
                    <a:pt x="4081877" y="0"/>
                  </a:lnTo>
                  <a:lnTo>
                    <a:pt x="4078708" y="0"/>
                  </a:lnTo>
                  <a:lnTo>
                    <a:pt x="4075538" y="0"/>
                  </a:lnTo>
                  <a:lnTo>
                    <a:pt x="4072369" y="0"/>
                  </a:lnTo>
                  <a:lnTo>
                    <a:pt x="4069200" y="0"/>
                  </a:lnTo>
                  <a:lnTo>
                    <a:pt x="4066031" y="0"/>
                  </a:lnTo>
                  <a:lnTo>
                    <a:pt x="4062862" y="0"/>
                  </a:lnTo>
                  <a:lnTo>
                    <a:pt x="4059693" y="0"/>
                  </a:lnTo>
                  <a:lnTo>
                    <a:pt x="4056523" y="0"/>
                  </a:lnTo>
                  <a:lnTo>
                    <a:pt x="4053354" y="0"/>
                  </a:lnTo>
                  <a:lnTo>
                    <a:pt x="4050185" y="0"/>
                  </a:lnTo>
                  <a:lnTo>
                    <a:pt x="4047016" y="0"/>
                  </a:lnTo>
                  <a:lnTo>
                    <a:pt x="4043847" y="0"/>
                  </a:lnTo>
                  <a:lnTo>
                    <a:pt x="4040678" y="0"/>
                  </a:lnTo>
                  <a:lnTo>
                    <a:pt x="4037508" y="0"/>
                  </a:lnTo>
                  <a:lnTo>
                    <a:pt x="4034339" y="0"/>
                  </a:lnTo>
                  <a:lnTo>
                    <a:pt x="4031170" y="0"/>
                  </a:lnTo>
                  <a:lnTo>
                    <a:pt x="4028001" y="0"/>
                  </a:lnTo>
                  <a:lnTo>
                    <a:pt x="4024832" y="0"/>
                  </a:lnTo>
                  <a:lnTo>
                    <a:pt x="4021663" y="0"/>
                  </a:lnTo>
                  <a:lnTo>
                    <a:pt x="4018494" y="0"/>
                  </a:lnTo>
                  <a:lnTo>
                    <a:pt x="4015324" y="0"/>
                  </a:lnTo>
                  <a:lnTo>
                    <a:pt x="4012155" y="0"/>
                  </a:lnTo>
                  <a:lnTo>
                    <a:pt x="4008986" y="0"/>
                  </a:lnTo>
                  <a:lnTo>
                    <a:pt x="4005817" y="0"/>
                  </a:lnTo>
                  <a:lnTo>
                    <a:pt x="4002648" y="0"/>
                  </a:lnTo>
                  <a:lnTo>
                    <a:pt x="3999479" y="0"/>
                  </a:lnTo>
                  <a:lnTo>
                    <a:pt x="3996309" y="0"/>
                  </a:lnTo>
                  <a:lnTo>
                    <a:pt x="3993140" y="0"/>
                  </a:lnTo>
                  <a:lnTo>
                    <a:pt x="3989971" y="0"/>
                  </a:lnTo>
                  <a:lnTo>
                    <a:pt x="3986802" y="0"/>
                  </a:lnTo>
                  <a:lnTo>
                    <a:pt x="3983633" y="0"/>
                  </a:lnTo>
                  <a:lnTo>
                    <a:pt x="3980464" y="0"/>
                  </a:lnTo>
                  <a:lnTo>
                    <a:pt x="3977294" y="0"/>
                  </a:lnTo>
                  <a:lnTo>
                    <a:pt x="3974125" y="0"/>
                  </a:lnTo>
                  <a:lnTo>
                    <a:pt x="3970956" y="0"/>
                  </a:lnTo>
                  <a:lnTo>
                    <a:pt x="3967787" y="0"/>
                  </a:lnTo>
                  <a:lnTo>
                    <a:pt x="3964618" y="0"/>
                  </a:lnTo>
                  <a:lnTo>
                    <a:pt x="3961449" y="0"/>
                  </a:lnTo>
                  <a:lnTo>
                    <a:pt x="3958279" y="0"/>
                  </a:lnTo>
                  <a:lnTo>
                    <a:pt x="3955110" y="0"/>
                  </a:lnTo>
                  <a:lnTo>
                    <a:pt x="3951941" y="0"/>
                  </a:lnTo>
                  <a:lnTo>
                    <a:pt x="3948772" y="0"/>
                  </a:lnTo>
                  <a:lnTo>
                    <a:pt x="3945603" y="0"/>
                  </a:lnTo>
                  <a:lnTo>
                    <a:pt x="3942434" y="0"/>
                  </a:lnTo>
                  <a:lnTo>
                    <a:pt x="3939265" y="0"/>
                  </a:lnTo>
                  <a:lnTo>
                    <a:pt x="3936095" y="0"/>
                  </a:lnTo>
                  <a:lnTo>
                    <a:pt x="3932926" y="0"/>
                  </a:lnTo>
                  <a:lnTo>
                    <a:pt x="3929757" y="0"/>
                  </a:lnTo>
                  <a:lnTo>
                    <a:pt x="3926588" y="0"/>
                  </a:lnTo>
                  <a:lnTo>
                    <a:pt x="3923419" y="0"/>
                  </a:lnTo>
                  <a:lnTo>
                    <a:pt x="3920250" y="0"/>
                  </a:lnTo>
                  <a:lnTo>
                    <a:pt x="3917080" y="0"/>
                  </a:lnTo>
                  <a:lnTo>
                    <a:pt x="3913911" y="0"/>
                  </a:lnTo>
                  <a:lnTo>
                    <a:pt x="3910742" y="0"/>
                  </a:lnTo>
                  <a:lnTo>
                    <a:pt x="3907573" y="0"/>
                  </a:lnTo>
                  <a:lnTo>
                    <a:pt x="3904404" y="0"/>
                  </a:lnTo>
                  <a:lnTo>
                    <a:pt x="3901235" y="0"/>
                  </a:lnTo>
                  <a:lnTo>
                    <a:pt x="3898065" y="0"/>
                  </a:lnTo>
                  <a:lnTo>
                    <a:pt x="3894896" y="0"/>
                  </a:lnTo>
                  <a:lnTo>
                    <a:pt x="3891727" y="0"/>
                  </a:lnTo>
                  <a:lnTo>
                    <a:pt x="3888558" y="0"/>
                  </a:lnTo>
                  <a:lnTo>
                    <a:pt x="3885389" y="0"/>
                  </a:lnTo>
                  <a:lnTo>
                    <a:pt x="3882220" y="0"/>
                  </a:lnTo>
                  <a:lnTo>
                    <a:pt x="3879050" y="0"/>
                  </a:lnTo>
                  <a:lnTo>
                    <a:pt x="3875881" y="0"/>
                  </a:lnTo>
                  <a:lnTo>
                    <a:pt x="3872712" y="0"/>
                  </a:lnTo>
                  <a:lnTo>
                    <a:pt x="3869543" y="0"/>
                  </a:lnTo>
                  <a:lnTo>
                    <a:pt x="3866374" y="0"/>
                  </a:lnTo>
                  <a:lnTo>
                    <a:pt x="3863205" y="0"/>
                  </a:lnTo>
                  <a:lnTo>
                    <a:pt x="3860036" y="0"/>
                  </a:lnTo>
                  <a:lnTo>
                    <a:pt x="3856866" y="0"/>
                  </a:lnTo>
                  <a:lnTo>
                    <a:pt x="3853697" y="0"/>
                  </a:lnTo>
                  <a:lnTo>
                    <a:pt x="3850528" y="0"/>
                  </a:lnTo>
                  <a:lnTo>
                    <a:pt x="3847359" y="0"/>
                  </a:lnTo>
                  <a:lnTo>
                    <a:pt x="3844190" y="0"/>
                  </a:lnTo>
                  <a:lnTo>
                    <a:pt x="3841021" y="0"/>
                  </a:lnTo>
                  <a:lnTo>
                    <a:pt x="3837851" y="0"/>
                  </a:lnTo>
                  <a:lnTo>
                    <a:pt x="3834682" y="0"/>
                  </a:lnTo>
                  <a:lnTo>
                    <a:pt x="3831513" y="0"/>
                  </a:lnTo>
                  <a:lnTo>
                    <a:pt x="3828344" y="0"/>
                  </a:lnTo>
                  <a:lnTo>
                    <a:pt x="3825175" y="0"/>
                  </a:lnTo>
                  <a:lnTo>
                    <a:pt x="3822006" y="0"/>
                  </a:lnTo>
                  <a:lnTo>
                    <a:pt x="3818836" y="0"/>
                  </a:lnTo>
                  <a:lnTo>
                    <a:pt x="3815667" y="0"/>
                  </a:lnTo>
                  <a:lnTo>
                    <a:pt x="3812498" y="0"/>
                  </a:lnTo>
                  <a:lnTo>
                    <a:pt x="3809329" y="0"/>
                  </a:lnTo>
                  <a:lnTo>
                    <a:pt x="3806160" y="0"/>
                  </a:lnTo>
                  <a:lnTo>
                    <a:pt x="3802991" y="0"/>
                  </a:lnTo>
                  <a:lnTo>
                    <a:pt x="3799822" y="0"/>
                  </a:lnTo>
                  <a:lnTo>
                    <a:pt x="3796652" y="0"/>
                  </a:lnTo>
                  <a:lnTo>
                    <a:pt x="3793483" y="0"/>
                  </a:lnTo>
                  <a:lnTo>
                    <a:pt x="3790314" y="0"/>
                  </a:lnTo>
                  <a:lnTo>
                    <a:pt x="3787145" y="0"/>
                  </a:lnTo>
                  <a:lnTo>
                    <a:pt x="3783976" y="0"/>
                  </a:lnTo>
                  <a:lnTo>
                    <a:pt x="3780807" y="0"/>
                  </a:lnTo>
                  <a:lnTo>
                    <a:pt x="3777637" y="0"/>
                  </a:lnTo>
                  <a:lnTo>
                    <a:pt x="3774468" y="0"/>
                  </a:lnTo>
                  <a:lnTo>
                    <a:pt x="3771299" y="0"/>
                  </a:lnTo>
                  <a:lnTo>
                    <a:pt x="3768130" y="0"/>
                  </a:lnTo>
                  <a:lnTo>
                    <a:pt x="3764961" y="0"/>
                  </a:lnTo>
                  <a:lnTo>
                    <a:pt x="3761792" y="0"/>
                  </a:lnTo>
                  <a:lnTo>
                    <a:pt x="3758622" y="0"/>
                  </a:lnTo>
                  <a:lnTo>
                    <a:pt x="3755453" y="0"/>
                  </a:lnTo>
                  <a:lnTo>
                    <a:pt x="3752284" y="0"/>
                  </a:lnTo>
                  <a:lnTo>
                    <a:pt x="3749115" y="0"/>
                  </a:lnTo>
                  <a:lnTo>
                    <a:pt x="3745946" y="0"/>
                  </a:lnTo>
                  <a:lnTo>
                    <a:pt x="3742777" y="0"/>
                  </a:lnTo>
                  <a:lnTo>
                    <a:pt x="3739607" y="0"/>
                  </a:lnTo>
                  <a:lnTo>
                    <a:pt x="3736438" y="0"/>
                  </a:lnTo>
                  <a:lnTo>
                    <a:pt x="3733269" y="0"/>
                  </a:lnTo>
                  <a:lnTo>
                    <a:pt x="3730100" y="0"/>
                  </a:lnTo>
                  <a:lnTo>
                    <a:pt x="3726931" y="0"/>
                  </a:lnTo>
                  <a:lnTo>
                    <a:pt x="3723762" y="0"/>
                  </a:lnTo>
                  <a:lnTo>
                    <a:pt x="3720593" y="0"/>
                  </a:lnTo>
                  <a:lnTo>
                    <a:pt x="3717423" y="0"/>
                  </a:lnTo>
                  <a:lnTo>
                    <a:pt x="3714254" y="0"/>
                  </a:lnTo>
                  <a:lnTo>
                    <a:pt x="3711085" y="0"/>
                  </a:lnTo>
                  <a:lnTo>
                    <a:pt x="3707916" y="0"/>
                  </a:lnTo>
                  <a:lnTo>
                    <a:pt x="3704747" y="0"/>
                  </a:lnTo>
                  <a:lnTo>
                    <a:pt x="3701578" y="0"/>
                  </a:lnTo>
                  <a:lnTo>
                    <a:pt x="3698408" y="0"/>
                  </a:lnTo>
                  <a:lnTo>
                    <a:pt x="3695239" y="0"/>
                  </a:lnTo>
                  <a:lnTo>
                    <a:pt x="3692070" y="0"/>
                  </a:lnTo>
                  <a:lnTo>
                    <a:pt x="3688901" y="0"/>
                  </a:lnTo>
                  <a:lnTo>
                    <a:pt x="3685732" y="0"/>
                  </a:lnTo>
                  <a:lnTo>
                    <a:pt x="3682563" y="0"/>
                  </a:lnTo>
                  <a:lnTo>
                    <a:pt x="3679393" y="0"/>
                  </a:lnTo>
                  <a:lnTo>
                    <a:pt x="3676224" y="0"/>
                  </a:lnTo>
                  <a:lnTo>
                    <a:pt x="3673055" y="0"/>
                  </a:lnTo>
                  <a:lnTo>
                    <a:pt x="3669886" y="0"/>
                  </a:lnTo>
                  <a:lnTo>
                    <a:pt x="3666717" y="0"/>
                  </a:lnTo>
                  <a:lnTo>
                    <a:pt x="3663548" y="0"/>
                  </a:lnTo>
                  <a:lnTo>
                    <a:pt x="3660379" y="0"/>
                  </a:lnTo>
                  <a:lnTo>
                    <a:pt x="3657209" y="0"/>
                  </a:lnTo>
                  <a:lnTo>
                    <a:pt x="3654040" y="0"/>
                  </a:lnTo>
                  <a:lnTo>
                    <a:pt x="3650871" y="0"/>
                  </a:lnTo>
                  <a:lnTo>
                    <a:pt x="3647702" y="0"/>
                  </a:lnTo>
                  <a:lnTo>
                    <a:pt x="3644533" y="0"/>
                  </a:lnTo>
                  <a:lnTo>
                    <a:pt x="3641364" y="0"/>
                  </a:lnTo>
                  <a:lnTo>
                    <a:pt x="3638194" y="0"/>
                  </a:lnTo>
                  <a:lnTo>
                    <a:pt x="3635025" y="0"/>
                  </a:lnTo>
                  <a:lnTo>
                    <a:pt x="3631856" y="0"/>
                  </a:lnTo>
                  <a:lnTo>
                    <a:pt x="3628687" y="0"/>
                  </a:lnTo>
                  <a:lnTo>
                    <a:pt x="3625518" y="0"/>
                  </a:lnTo>
                  <a:lnTo>
                    <a:pt x="3622349" y="0"/>
                  </a:lnTo>
                  <a:lnTo>
                    <a:pt x="3619179" y="0"/>
                  </a:lnTo>
                  <a:lnTo>
                    <a:pt x="3616010" y="0"/>
                  </a:lnTo>
                  <a:lnTo>
                    <a:pt x="3612841" y="0"/>
                  </a:lnTo>
                  <a:lnTo>
                    <a:pt x="3609672" y="0"/>
                  </a:lnTo>
                  <a:lnTo>
                    <a:pt x="3606503" y="0"/>
                  </a:lnTo>
                  <a:lnTo>
                    <a:pt x="3603334" y="0"/>
                  </a:lnTo>
                  <a:lnTo>
                    <a:pt x="3600164" y="0"/>
                  </a:lnTo>
                  <a:lnTo>
                    <a:pt x="3596995" y="0"/>
                  </a:lnTo>
                  <a:lnTo>
                    <a:pt x="3593826" y="0"/>
                  </a:lnTo>
                  <a:lnTo>
                    <a:pt x="3590657" y="0"/>
                  </a:lnTo>
                  <a:lnTo>
                    <a:pt x="3587488" y="0"/>
                  </a:lnTo>
                  <a:lnTo>
                    <a:pt x="3584319" y="0"/>
                  </a:lnTo>
                  <a:lnTo>
                    <a:pt x="3581150" y="0"/>
                  </a:lnTo>
                  <a:lnTo>
                    <a:pt x="3577980" y="0"/>
                  </a:lnTo>
                  <a:lnTo>
                    <a:pt x="3574811" y="0"/>
                  </a:lnTo>
                  <a:lnTo>
                    <a:pt x="3571642" y="0"/>
                  </a:lnTo>
                  <a:lnTo>
                    <a:pt x="3568473" y="0"/>
                  </a:lnTo>
                  <a:lnTo>
                    <a:pt x="3565304" y="0"/>
                  </a:lnTo>
                  <a:lnTo>
                    <a:pt x="3562135" y="0"/>
                  </a:lnTo>
                  <a:lnTo>
                    <a:pt x="3558965" y="0"/>
                  </a:lnTo>
                  <a:lnTo>
                    <a:pt x="3555796" y="0"/>
                  </a:lnTo>
                  <a:lnTo>
                    <a:pt x="3552627" y="0"/>
                  </a:lnTo>
                  <a:lnTo>
                    <a:pt x="3549458" y="0"/>
                  </a:lnTo>
                  <a:lnTo>
                    <a:pt x="3546289" y="0"/>
                  </a:lnTo>
                  <a:lnTo>
                    <a:pt x="3543120" y="0"/>
                  </a:lnTo>
                  <a:lnTo>
                    <a:pt x="3539950" y="0"/>
                  </a:lnTo>
                  <a:lnTo>
                    <a:pt x="3536781" y="0"/>
                  </a:lnTo>
                  <a:lnTo>
                    <a:pt x="3533612" y="0"/>
                  </a:lnTo>
                  <a:lnTo>
                    <a:pt x="3530443" y="0"/>
                  </a:lnTo>
                  <a:lnTo>
                    <a:pt x="3527274" y="0"/>
                  </a:lnTo>
                  <a:lnTo>
                    <a:pt x="3524105" y="0"/>
                  </a:lnTo>
                  <a:lnTo>
                    <a:pt x="3520935" y="0"/>
                  </a:lnTo>
                  <a:lnTo>
                    <a:pt x="3517766" y="0"/>
                  </a:lnTo>
                  <a:lnTo>
                    <a:pt x="3514597" y="0"/>
                  </a:lnTo>
                  <a:lnTo>
                    <a:pt x="3511428" y="0"/>
                  </a:lnTo>
                  <a:lnTo>
                    <a:pt x="3508259" y="0"/>
                  </a:lnTo>
                  <a:lnTo>
                    <a:pt x="3505090" y="0"/>
                  </a:lnTo>
                  <a:lnTo>
                    <a:pt x="3501921" y="0"/>
                  </a:lnTo>
                  <a:lnTo>
                    <a:pt x="3498751" y="0"/>
                  </a:lnTo>
                  <a:lnTo>
                    <a:pt x="3495582" y="0"/>
                  </a:lnTo>
                  <a:lnTo>
                    <a:pt x="3492413" y="0"/>
                  </a:lnTo>
                  <a:lnTo>
                    <a:pt x="3489244" y="0"/>
                  </a:lnTo>
                  <a:lnTo>
                    <a:pt x="3486075" y="0"/>
                  </a:lnTo>
                  <a:lnTo>
                    <a:pt x="3482906" y="0"/>
                  </a:lnTo>
                  <a:lnTo>
                    <a:pt x="3479736" y="0"/>
                  </a:lnTo>
                  <a:lnTo>
                    <a:pt x="3476567" y="0"/>
                  </a:lnTo>
                  <a:lnTo>
                    <a:pt x="3473398" y="0"/>
                  </a:lnTo>
                  <a:lnTo>
                    <a:pt x="3470229" y="0"/>
                  </a:lnTo>
                  <a:lnTo>
                    <a:pt x="3467060" y="0"/>
                  </a:lnTo>
                  <a:lnTo>
                    <a:pt x="3463891" y="0"/>
                  </a:lnTo>
                  <a:lnTo>
                    <a:pt x="3460721" y="0"/>
                  </a:lnTo>
                  <a:lnTo>
                    <a:pt x="3457552" y="0"/>
                  </a:lnTo>
                  <a:lnTo>
                    <a:pt x="3454383" y="0"/>
                  </a:lnTo>
                  <a:lnTo>
                    <a:pt x="3451214" y="0"/>
                  </a:lnTo>
                  <a:lnTo>
                    <a:pt x="3448045" y="0"/>
                  </a:lnTo>
                  <a:lnTo>
                    <a:pt x="3444876" y="0"/>
                  </a:lnTo>
                  <a:lnTo>
                    <a:pt x="3441707" y="0"/>
                  </a:lnTo>
                  <a:lnTo>
                    <a:pt x="3438537" y="0"/>
                  </a:lnTo>
                  <a:lnTo>
                    <a:pt x="3435368" y="0"/>
                  </a:lnTo>
                  <a:lnTo>
                    <a:pt x="3432199" y="0"/>
                  </a:lnTo>
                  <a:lnTo>
                    <a:pt x="3429030" y="0"/>
                  </a:lnTo>
                  <a:lnTo>
                    <a:pt x="3425861" y="0"/>
                  </a:lnTo>
                  <a:lnTo>
                    <a:pt x="3422692" y="0"/>
                  </a:lnTo>
                  <a:lnTo>
                    <a:pt x="3419522" y="0"/>
                  </a:lnTo>
                  <a:lnTo>
                    <a:pt x="3416353" y="0"/>
                  </a:lnTo>
                  <a:lnTo>
                    <a:pt x="3413184" y="0"/>
                  </a:lnTo>
                  <a:lnTo>
                    <a:pt x="3410015" y="0"/>
                  </a:lnTo>
                  <a:lnTo>
                    <a:pt x="3406846" y="0"/>
                  </a:lnTo>
                  <a:lnTo>
                    <a:pt x="3403677" y="0"/>
                  </a:lnTo>
                  <a:lnTo>
                    <a:pt x="3400507" y="0"/>
                  </a:lnTo>
                  <a:lnTo>
                    <a:pt x="3397338" y="0"/>
                  </a:lnTo>
                  <a:lnTo>
                    <a:pt x="3394169" y="0"/>
                  </a:lnTo>
                  <a:lnTo>
                    <a:pt x="3391000" y="0"/>
                  </a:lnTo>
                  <a:lnTo>
                    <a:pt x="3387831" y="0"/>
                  </a:lnTo>
                  <a:lnTo>
                    <a:pt x="3384662" y="0"/>
                  </a:lnTo>
                  <a:lnTo>
                    <a:pt x="3381492" y="0"/>
                  </a:lnTo>
                  <a:lnTo>
                    <a:pt x="3378323" y="0"/>
                  </a:lnTo>
                  <a:lnTo>
                    <a:pt x="3375154" y="0"/>
                  </a:lnTo>
                  <a:lnTo>
                    <a:pt x="3371985" y="0"/>
                  </a:lnTo>
                  <a:lnTo>
                    <a:pt x="3368816" y="0"/>
                  </a:lnTo>
                  <a:lnTo>
                    <a:pt x="3365647" y="0"/>
                  </a:lnTo>
                  <a:lnTo>
                    <a:pt x="3362478" y="0"/>
                  </a:lnTo>
                  <a:lnTo>
                    <a:pt x="3359308" y="0"/>
                  </a:lnTo>
                  <a:lnTo>
                    <a:pt x="3356139" y="0"/>
                  </a:lnTo>
                  <a:lnTo>
                    <a:pt x="3352970" y="0"/>
                  </a:lnTo>
                  <a:lnTo>
                    <a:pt x="3349801" y="0"/>
                  </a:lnTo>
                  <a:lnTo>
                    <a:pt x="3346632" y="0"/>
                  </a:lnTo>
                  <a:lnTo>
                    <a:pt x="3343463" y="0"/>
                  </a:lnTo>
                  <a:lnTo>
                    <a:pt x="3340293" y="0"/>
                  </a:lnTo>
                  <a:lnTo>
                    <a:pt x="3337124" y="0"/>
                  </a:lnTo>
                  <a:lnTo>
                    <a:pt x="3333955" y="0"/>
                  </a:lnTo>
                  <a:lnTo>
                    <a:pt x="3330786" y="0"/>
                  </a:lnTo>
                  <a:lnTo>
                    <a:pt x="3327617" y="0"/>
                  </a:lnTo>
                  <a:lnTo>
                    <a:pt x="3324448" y="0"/>
                  </a:lnTo>
                  <a:lnTo>
                    <a:pt x="3321278" y="0"/>
                  </a:lnTo>
                  <a:lnTo>
                    <a:pt x="3318109" y="0"/>
                  </a:lnTo>
                  <a:lnTo>
                    <a:pt x="3314940" y="0"/>
                  </a:lnTo>
                  <a:lnTo>
                    <a:pt x="3311771" y="0"/>
                  </a:lnTo>
                  <a:lnTo>
                    <a:pt x="3308602" y="0"/>
                  </a:lnTo>
                  <a:lnTo>
                    <a:pt x="3305433" y="0"/>
                  </a:lnTo>
                  <a:lnTo>
                    <a:pt x="3302263" y="0"/>
                  </a:lnTo>
                  <a:lnTo>
                    <a:pt x="3299094" y="0"/>
                  </a:lnTo>
                  <a:lnTo>
                    <a:pt x="3295925" y="0"/>
                  </a:lnTo>
                  <a:lnTo>
                    <a:pt x="3292756" y="0"/>
                  </a:lnTo>
                  <a:lnTo>
                    <a:pt x="3289587" y="0"/>
                  </a:lnTo>
                  <a:lnTo>
                    <a:pt x="3286418" y="0"/>
                  </a:lnTo>
                  <a:lnTo>
                    <a:pt x="3283249" y="0"/>
                  </a:lnTo>
                  <a:lnTo>
                    <a:pt x="3280079" y="0"/>
                  </a:lnTo>
                  <a:lnTo>
                    <a:pt x="3276910" y="0"/>
                  </a:lnTo>
                  <a:lnTo>
                    <a:pt x="3273741" y="0"/>
                  </a:lnTo>
                  <a:lnTo>
                    <a:pt x="3270572" y="0"/>
                  </a:lnTo>
                  <a:lnTo>
                    <a:pt x="3267403" y="0"/>
                  </a:lnTo>
                  <a:lnTo>
                    <a:pt x="3264234" y="0"/>
                  </a:lnTo>
                  <a:lnTo>
                    <a:pt x="3261064" y="0"/>
                  </a:lnTo>
                  <a:lnTo>
                    <a:pt x="3257895" y="0"/>
                  </a:lnTo>
                  <a:lnTo>
                    <a:pt x="3254726" y="0"/>
                  </a:lnTo>
                  <a:lnTo>
                    <a:pt x="3251557" y="0"/>
                  </a:lnTo>
                  <a:lnTo>
                    <a:pt x="3248388" y="0"/>
                  </a:lnTo>
                  <a:lnTo>
                    <a:pt x="3245219" y="0"/>
                  </a:lnTo>
                  <a:lnTo>
                    <a:pt x="3242049" y="0"/>
                  </a:lnTo>
                  <a:lnTo>
                    <a:pt x="3238880" y="0"/>
                  </a:lnTo>
                  <a:lnTo>
                    <a:pt x="3235711" y="0"/>
                  </a:lnTo>
                  <a:lnTo>
                    <a:pt x="3232542" y="0"/>
                  </a:lnTo>
                  <a:lnTo>
                    <a:pt x="3229373" y="0"/>
                  </a:lnTo>
                  <a:lnTo>
                    <a:pt x="3226204" y="0"/>
                  </a:lnTo>
                  <a:lnTo>
                    <a:pt x="3223035" y="0"/>
                  </a:lnTo>
                  <a:lnTo>
                    <a:pt x="3219865" y="0"/>
                  </a:lnTo>
                  <a:lnTo>
                    <a:pt x="3216696" y="0"/>
                  </a:lnTo>
                  <a:lnTo>
                    <a:pt x="3213527" y="0"/>
                  </a:lnTo>
                  <a:lnTo>
                    <a:pt x="3210358" y="0"/>
                  </a:lnTo>
                  <a:lnTo>
                    <a:pt x="3207189" y="0"/>
                  </a:lnTo>
                  <a:lnTo>
                    <a:pt x="3204020" y="0"/>
                  </a:lnTo>
                  <a:lnTo>
                    <a:pt x="3200850" y="0"/>
                  </a:lnTo>
                  <a:lnTo>
                    <a:pt x="3197681" y="0"/>
                  </a:lnTo>
                  <a:lnTo>
                    <a:pt x="3194512" y="0"/>
                  </a:lnTo>
                  <a:lnTo>
                    <a:pt x="3191343" y="0"/>
                  </a:lnTo>
                  <a:lnTo>
                    <a:pt x="3188174" y="0"/>
                  </a:lnTo>
                  <a:lnTo>
                    <a:pt x="3185005" y="0"/>
                  </a:lnTo>
                  <a:lnTo>
                    <a:pt x="3181835" y="0"/>
                  </a:lnTo>
                  <a:lnTo>
                    <a:pt x="3178666" y="0"/>
                  </a:lnTo>
                  <a:lnTo>
                    <a:pt x="3175497" y="0"/>
                  </a:lnTo>
                  <a:lnTo>
                    <a:pt x="3172328" y="0"/>
                  </a:lnTo>
                  <a:lnTo>
                    <a:pt x="3169159" y="0"/>
                  </a:lnTo>
                  <a:lnTo>
                    <a:pt x="3165990" y="0"/>
                  </a:lnTo>
                  <a:lnTo>
                    <a:pt x="3162820" y="0"/>
                  </a:lnTo>
                  <a:lnTo>
                    <a:pt x="3159651" y="0"/>
                  </a:lnTo>
                  <a:lnTo>
                    <a:pt x="3156482" y="0"/>
                  </a:lnTo>
                  <a:lnTo>
                    <a:pt x="3153313" y="0"/>
                  </a:lnTo>
                  <a:lnTo>
                    <a:pt x="3150144" y="0"/>
                  </a:lnTo>
                  <a:lnTo>
                    <a:pt x="3146975" y="0"/>
                  </a:lnTo>
                  <a:lnTo>
                    <a:pt x="3143806" y="0"/>
                  </a:lnTo>
                  <a:lnTo>
                    <a:pt x="3140636" y="0"/>
                  </a:lnTo>
                  <a:lnTo>
                    <a:pt x="3137467" y="0"/>
                  </a:lnTo>
                  <a:lnTo>
                    <a:pt x="3134298" y="0"/>
                  </a:lnTo>
                  <a:lnTo>
                    <a:pt x="3131129" y="0"/>
                  </a:lnTo>
                  <a:lnTo>
                    <a:pt x="3127960" y="0"/>
                  </a:lnTo>
                  <a:lnTo>
                    <a:pt x="3124791" y="0"/>
                  </a:lnTo>
                  <a:lnTo>
                    <a:pt x="3121621" y="0"/>
                  </a:lnTo>
                  <a:lnTo>
                    <a:pt x="3118452" y="0"/>
                  </a:lnTo>
                  <a:lnTo>
                    <a:pt x="3115283" y="0"/>
                  </a:lnTo>
                  <a:lnTo>
                    <a:pt x="3112114" y="0"/>
                  </a:lnTo>
                  <a:lnTo>
                    <a:pt x="3108945" y="0"/>
                  </a:lnTo>
                  <a:lnTo>
                    <a:pt x="3105776" y="0"/>
                  </a:lnTo>
                  <a:lnTo>
                    <a:pt x="3102606" y="0"/>
                  </a:lnTo>
                  <a:lnTo>
                    <a:pt x="3099437" y="0"/>
                  </a:lnTo>
                  <a:lnTo>
                    <a:pt x="3096268" y="0"/>
                  </a:lnTo>
                  <a:lnTo>
                    <a:pt x="3093099" y="0"/>
                  </a:lnTo>
                  <a:lnTo>
                    <a:pt x="3089930" y="0"/>
                  </a:lnTo>
                  <a:lnTo>
                    <a:pt x="3086761" y="0"/>
                  </a:lnTo>
                  <a:lnTo>
                    <a:pt x="3083592" y="0"/>
                  </a:lnTo>
                  <a:lnTo>
                    <a:pt x="3080422" y="0"/>
                  </a:lnTo>
                  <a:lnTo>
                    <a:pt x="3077253" y="0"/>
                  </a:lnTo>
                  <a:lnTo>
                    <a:pt x="3074084" y="0"/>
                  </a:lnTo>
                  <a:lnTo>
                    <a:pt x="3070915" y="0"/>
                  </a:lnTo>
                  <a:lnTo>
                    <a:pt x="3067746" y="0"/>
                  </a:lnTo>
                  <a:lnTo>
                    <a:pt x="3064577" y="0"/>
                  </a:lnTo>
                  <a:lnTo>
                    <a:pt x="3061407" y="0"/>
                  </a:lnTo>
                  <a:lnTo>
                    <a:pt x="3058238" y="0"/>
                  </a:lnTo>
                  <a:lnTo>
                    <a:pt x="3055069" y="0"/>
                  </a:lnTo>
                  <a:lnTo>
                    <a:pt x="3051900" y="0"/>
                  </a:lnTo>
                  <a:lnTo>
                    <a:pt x="3048731" y="0"/>
                  </a:lnTo>
                  <a:lnTo>
                    <a:pt x="3045562" y="0"/>
                  </a:lnTo>
                  <a:lnTo>
                    <a:pt x="3042392" y="0"/>
                  </a:lnTo>
                  <a:lnTo>
                    <a:pt x="3039223" y="0"/>
                  </a:lnTo>
                  <a:lnTo>
                    <a:pt x="3036054" y="0"/>
                  </a:lnTo>
                  <a:lnTo>
                    <a:pt x="3032885" y="0"/>
                  </a:lnTo>
                  <a:lnTo>
                    <a:pt x="3029716" y="0"/>
                  </a:lnTo>
                  <a:lnTo>
                    <a:pt x="3026547" y="0"/>
                  </a:lnTo>
                  <a:lnTo>
                    <a:pt x="3023377" y="0"/>
                  </a:lnTo>
                  <a:lnTo>
                    <a:pt x="3020208" y="0"/>
                  </a:lnTo>
                  <a:lnTo>
                    <a:pt x="3017039" y="0"/>
                  </a:lnTo>
                  <a:lnTo>
                    <a:pt x="3013870" y="0"/>
                  </a:lnTo>
                  <a:lnTo>
                    <a:pt x="3010701" y="0"/>
                  </a:lnTo>
                  <a:lnTo>
                    <a:pt x="3007532" y="0"/>
                  </a:lnTo>
                  <a:lnTo>
                    <a:pt x="3004363" y="0"/>
                  </a:lnTo>
                  <a:lnTo>
                    <a:pt x="3001193" y="0"/>
                  </a:lnTo>
                  <a:lnTo>
                    <a:pt x="2998024" y="0"/>
                  </a:lnTo>
                  <a:lnTo>
                    <a:pt x="2994855" y="0"/>
                  </a:lnTo>
                  <a:lnTo>
                    <a:pt x="2991686" y="0"/>
                  </a:lnTo>
                  <a:lnTo>
                    <a:pt x="2988517" y="0"/>
                  </a:lnTo>
                  <a:lnTo>
                    <a:pt x="2985348" y="0"/>
                  </a:lnTo>
                  <a:lnTo>
                    <a:pt x="2982178" y="0"/>
                  </a:lnTo>
                  <a:lnTo>
                    <a:pt x="2979009" y="0"/>
                  </a:lnTo>
                  <a:lnTo>
                    <a:pt x="2975840" y="0"/>
                  </a:lnTo>
                  <a:lnTo>
                    <a:pt x="2972671" y="0"/>
                  </a:lnTo>
                  <a:lnTo>
                    <a:pt x="2969502" y="0"/>
                  </a:lnTo>
                  <a:lnTo>
                    <a:pt x="2966333" y="0"/>
                  </a:lnTo>
                  <a:lnTo>
                    <a:pt x="2963163" y="0"/>
                  </a:lnTo>
                  <a:lnTo>
                    <a:pt x="2959994" y="0"/>
                  </a:lnTo>
                  <a:lnTo>
                    <a:pt x="2956825" y="0"/>
                  </a:lnTo>
                  <a:lnTo>
                    <a:pt x="2953656" y="0"/>
                  </a:lnTo>
                  <a:lnTo>
                    <a:pt x="2950487" y="0"/>
                  </a:lnTo>
                  <a:lnTo>
                    <a:pt x="2947318" y="0"/>
                  </a:lnTo>
                  <a:lnTo>
                    <a:pt x="2944148" y="0"/>
                  </a:lnTo>
                  <a:lnTo>
                    <a:pt x="2940979" y="0"/>
                  </a:lnTo>
                  <a:lnTo>
                    <a:pt x="2937810" y="0"/>
                  </a:lnTo>
                  <a:lnTo>
                    <a:pt x="2934641" y="0"/>
                  </a:lnTo>
                  <a:lnTo>
                    <a:pt x="2931472" y="0"/>
                  </a:lnTo>
                  <a:lnTo>
                    <a:pt x="2928303" y="0"/>
                  </a:lnTo>
                  <a:lnTo>
                    <a:pt x="2925134" y="0"/>
                  </a:lnTo>
                  <a:lnTo>
                    <a:pt x="2921964" y="0"/>
                  </a:lnTo>
                  <a:lnTo>
                    <a:pt x="2918795" y="0"/>
                  </a:lnTo>
                  <a:lnTo>
                    <a:pt x="2915626" y="0"/>
                  </a:lnTo>
                  <a:lnTo>
                    <a:pt x="2912457" y="0"/>
                  </a:lnTo>
                  <a:lnTo>
                    <a:pt x="2909288" y="0"/>
                  </a:lnTo>
                  <a:lnTo>
                    <a:pt x="2906119" y="0"/>
                  </a:lnTo>
                  <a:lnTo>
                    <a:pt x="2902949" y="0"/>
                  </a:lnTo>
                  <a:lnTo>
                    <a:pt x="2899780" y="0"/>
                  </a:lnTo>
                  <a:lnTo>
                    <a:pt x="2896611" y="0"/>
                  </a:lnTo>
                  <a:lnTo>
                    <a:pt x="2893442" y="0"/>
                  </a:lnTo>
                  <a:lnTo>
                    <a:pt x="2890273" y="0"/>
                  </a:lnTo>
                  <a:lnTo>
                    <a:pt x="2887104" y="0"/>
                  </a:lnTo>
                  <a:lnTo>
                    <a:pt x="2883934" y="0"/>
                  </a:lnTo>
                  <a:lnTo>
                    <a:pt x="2880765" y="0"/>
                  </a:lnTo>
                  <a:lnTo>
                    <a:pt x="2877596" y="0"/>
                  </a:lnTo>
                  <a:lnTo>
                    <a:pt x="2874427" y="0"/>
                  </a:lnTo>
                  <a:lnTo>
                    <a:pt x="2871258" y="0"/>
                  </a:lnTo>
                  <a:lnTo>
                    <a:pt x="2868089" y="0"/>
                  </a:lnTo>
                  <a:lnTo>
                    <a:pt x="2864920" y="0"/>
                  </a:lnTo>
                  <a:lnTo>
                    <a:pt x="2861750" y="0"/>
                  </a:lnTo>
                  <a:lnTo>
                    <a:pt x="2858581" y="0"/>
                  </a:lnTo>
                  <a:lnTo>
                    <a:pt x="2855412" y="0"/>
                  </a:lnTo>
                  <a:lnTo>
                    <a:pt x="2852243" y="0"/>
                  </a:lnTo>
                  <a:lnTo>
                    <a:pt x="2849074" y="0"/>
                  </a:lnTo>
                  <a:lnTo>
                    <a:pt x="2845905" y="0"/>
                  </a:lnTo>
                  <a:lnTo>
                    <a:pt x="2842735" y="0"/>
                  </a:lnTo>
                  <a:lnTo>
                    <a:pt x="2839566" y="0"/>
                  </a:lnTo>
                  <a:lnTo>
                    <a:pt x="2836397" y="0"/>
                  </a:lnTo>
                  <a:lnTo>
                    <a:pt x="2833228" y="0"/>
                  </a:lnTo>
                  <a:lnTo>
                    <a:pt x="2830059" y="0"/>
                  </a:lnTo>
                  <a:lnTo>
                    <a:pt x="2826890" y="0"/>
                  </a:lnTo>
                  <a:lnTo>
                    <a:pt x="2823720" y="0"/>
                  </a:lnTo>
                  <a:lnTo>
                    <a:pt x="2820551" y="0"/>
                  </a:lnTo>
                  <a:lnTo>
                    <a:pt x="2817382" y="0"/>
                  </a:lnTo>
                  <a:lnTo>
                    <a:pt x="2814213" y="0"/>
                  </a:lnTo>
                  <a:lnTo>
                    <a:pt x="2811044" y="0"/>
                  </a:lnTo>
                  <a:lnTo>
                    <a:pt x="2807875" y="0"/>
                  </a:lnTo>
                  <a:lnTo>
                    <a:pt x="2804705" y="0"/>
                  </a:lnTo>
                  <a:lnTo>
                    <a:pt x="2801536" y="0"/>
                  </a:lnTo>
                  <a:lnTo>
                    <a:pt x="2798367" y="0"/>
                  </a:lnTo>
                  <a:lnTo>
                    <a:pt x="2795198" y="0"/>
                  </a:lnTo>
                  <a:lnTo>
                    <a:pt x="2792029" y="0"/>
                  </a:lnTo>
                  <a:lnTo>
                    <a:pt x="2788860" y="0"/>
                  </a:lnTo>
                  <a:lnTo>
                    <a:pt x="2785691" y="0"/>
                  </a:lnTo>
                  <a:lnTo>
                    <a:pt x="2782521" y="0"/>
                  </a:lnTo>
                  <a:lnTo>
                    <a:pt x="2779352" y="0"/>
                  </a:lnTo>
                  <a:lnTo>
                    <a:pt x="2776183" y="0"/>
                  </a:lnTo>
                  <a:lnTo>
                    <a:pt x="2773014" y="0"/>
                  </a:lnTo>
                  <a:lnTo>
                    <a:pt x="2769845" y="0"/>
                  </a:lnTo>
                  <a:lnTo>
                    <a:pt x="2766676" y="0"/>
                  </a:lnTo>
                  <a:lnTo>
                    <a:pt x="2763506" y="0"/>
                  </a:lnTo>
                  <a:lnTo>
                    <a:pt x="2760337" y="0"/>
                  </a:lnTo>
                  <a:lnTo>
                    <a:pt x="2757168" y="0"/>
                  </a:lnTo>
                  <a:lnTo>
                    <a:pt x="2753999" y="0"/>
                  </a:lnTo>
                  <a:lnTo>
                    <a:pt x="2750830" y="0"/>
                  </a:lnTo>
                  <a:lnTo>
                    <a:pt x="2747661" y="0"/>
                  </a:lnTo>
                  <a:lnTo>
                    <a:pt x="2744491" y="0"/>
                  </a:lnTo>
                  <a:lnTo>
                    <a:pt x="2741322" y="0"/>
                  </a:lnTo>
                  <a:lnTo>
                    <a:pt x="2738153" y="0"/>
                  </a:lnTo>
                  <a:lnTo>
                    <a:pt x="2734984" y="0"/>
                  </a:lnTo>
                  <a:lnTo>
                    <a:pt x="2731815" y="0"/>
                  </a:lnTo>
                  <a:lnTo>
                    <a:pt x="2728646" y="0"/>
                  </a:lnTo>
                  <a:lnTo>
                    <a:pt x="2725477" y="0"/>
                  </a:lnTo>
                  <a:lnTo>
                    <a:pt x="2722307" y="0"/>
                  </a:lnTo>
                  <a:lnTo>
                    <a:pt x="2719138" y="0"/>
                  </a:lnTo>
                  <a:lnTo>
                    <a:pt x="2715969" y="0"/>
                  </a:lnTo>
                  <a:lnTo>
                    <a:pt x="2712800" y="0"/>
                  </a:lnTo>
                  <a:lnTo>
                    <a:pt x="2709631" y="0"/>
                  </a:lnTo>
                  <a:lnTo>
                    <a:pt x="2706462" y="0"/>
                  </a:lnTo>
                  <a:lnTo>
                    <a:pt x="2703292" y="0"/>
                  </a:lnTo>
                  <a:lnTo>
                    <a:pt x="2700123" y="0"/>
                  </a:lnTo>
                  <a:lnTo>
                    <a:pt x="2696954" y="0"/>
                  </a:lnTo>
                  <a:lnTo>
                    <a:pt x="2693785" y="0"/>
                  </a:lnTo>
                  <a:lnTo>
                    <a:pt x="2690616" y="0"/>
                  </a:lnTo>
                  <a:lnTo>
                    <a:pt x="2687447" y="0"/>
                  </a:lnTo>
                  <a:lnTo>
                    <a:pt x="2684277" y="0"/>
                  </a:lnTo>
                  <a:lnTo>
                    <a:pt x="2681108" y="0"/>
                  </a:lnTo>
                  <a:lnTo>
                    <a:pt x="2677939" y="0"/>
                  </a:lnTo>
                  <a:lnTo>
                    <a:pt x="2674770" y="0"/>
                  </a:lnTo>
                  <a:lnTo>
                    <a:pt x="2671601" y="0"/>
                  </a:lnTo>
                  <a:lnTo>
                    <a:pt x="2668432" y="0"/>
                  </a:lnTo>
                  <a:lnTo>
                    <a:pt x="2665262" y="0"/>
                  </a:lnTo>
                  <a:lnTo>
                    <a:pt x="2662093" y="0"/>
                  </a:lnTo>
                  <a:lnTo>
                    <a:pt x="2658924" y="0"/>
                  </a:lnTo>
                  <a:lnTo>
                    <a:pt x="2655755" y="0"/>
                  </a:lnTo>
                  <a:lnTo>
                    <a:pt x="2652586" y="0"/>
                  </a:lnTo>
                  <a:lnTo>
                    <a:pt x="2649417" y="0"/>
                  </a:lnTo>
                  <a:lnTo>
                    <a:pt x="2646248" y="0"/>
                  </a:lnTo>
                  <a:lnTo>
                    <a:pt x="2643078" y="0"/>
                  </a:lnTo>
                  <a:lnTo>
                    <a:pt x="2639909" y="0"/>
                  </a:lnTo>
                  <a:lnTo>
                    <a:pt x="2636740" y="0"/>
                  </a:lnTo>
                  <a:lnTo>
                    <a:pt x="2633571" y="0"/>
                  </a:lnTo>
                  <a:lnTo>
                    <a:pt x="2630402" y="0"/>
                  </a:lnTo>
                  <a:lnTo>
                    <a:pt x="2627233" y="0"/>
                  </a:lnTo>
                  <a:lnTo>
                    <a:pt x="2624063" y="0"/>
                  </a:lnTo>
                  <a:lnTo>
                    <a:pt x="2620894" y="0"/>
                  </a:lnTo>
                  <a:lnTo>
                    <a:pt x="2617725" y="0"/>
                  </a:lnTo>
                  <a:lnTo>
                    <a:pt x="2614556" y="0"/>
                  </a:lnTo>
                  <a:lnTo>
                    <a:pt x="2611387" y="0"/>
                  </a:lnTo>
                  <a:lnTo>
                    <a:pt x="2608218" y="0"/>
                  </a:lnTo>
                  <a:lnTo>
                    <a:pt x="2605048" y="0"/>
                  </a:lnTo>
                  <a:lnTo>
                    <a:pt x="2601879" y="0"/>
                  </a:lnTo>
                  <a:lnTo>
                    <a:pt x="2598710" y="0"/>
                  </a:lnTo>
                  <a:lnTo>
                    <a:pt x="2595541" y="0"/>
                  </a:lnTo>
                  <a:lnTo>
                    <a:pt x="2592372" y="0"/>
                  </a:lnTo>
                  <a:lnTo>
                    <a:pt x="2589203" y="0"/>
                  </a:lnTo>
                  <a:lnTo>
                    <a:pt x="2586033" y="0"/>
                  </a:lnTo>
                  <a:lnTo>
                    <a:pt x="2582864" y="0"/>
                  </a:lnTo>
                  <a:lnTo>
                    <a:pt x="2579695" y="0"/>
                  </a:lnTo>
                  <a:lnTo>
                    <a:pt x="2576526" y="0"/>
                  </a:lnTo>
                  <a:lnTo>
                    <a:pt x="2573357" y="0"/>
                  </a:lnTo>
                  <a:lnTo>
                    <a:pt x="2570188" y="0"/>
                  </a:lnTo>
                  <a:lnTo>
                    <a:pt x="2567019" y="0"/>
                  </a:lnTo>
                  <a:lnTo>
                    <a:pt x="2563849" y="0"/>
                  </a:lnTo>
                  <a:lnTo>
                    <a:pt x="2560680" y="0"/>
                  </a:lnTo>
                  <a:lnTo>
                    <a:pt x="2557511" y="0"/>
                  </a:lnTo>
                  <a:lnTo>
                    <a:pt x="2554342" y="0"/>
                  </a:lnTo>
                  <a:lnTo>
                    <a:pt x="2551173" y="0"/>
                  </a:lnTo>
                  <a:lnTo>
                    <a:pt x="2548004" y="0"/>
                  </a:lnTo>
                  <a:lnTo>
                    <a:pt x="2544834" y="0"/>
                  </a:lnTo>
                  <a:lnTo>
                    <a:pt x="2541665" y="0"/>
                  </a:lnTo>
                  <a:lnTo>
                    <a:pt x="2538496" y="0"/>
                  </a:lnTo>
                  <a:lnTo>
                    <a:pt x="2535327" y="0"/>
                  </a:lnTo>
                  <a:lnTo>
                    <a:pt x="2532158" y="0"/>
                  </a:lnTo>
                  <a:lnTo>
                    <a:pt x="2528989" y="0"/>
                  </a:lnTo>
                  <a:lnTo>
                    <a:pt x="2525819" y="0"/>
                  </a:lnTo>
                  <a:lnTo>
                    <a:pt x="2522650" y="0"/>
                  </a:lnTo>
                  <a:lnTo>
                    <a:pt x="2519481" y="0"/>
                  </a:lnTo>
                  <a:lnTo>
                    <a:pt x="2516312" y="0"/>
                  </a:lnTo>
                  <a:lnTo>
                    <a:pt x="2513143" y="0"/>
                  </a:lnTo>
                  <a:lnTo>
                    <a:pt x="2509974" y="0"/>
                  </a:lnTo>
                  <a:lnTo>
                    <a:pt x="2506805" y="0"/>
                  </a:lnTo>
                  <a:lnTo>
                    <a:pt x="2503635" y="0"/>
                  </a:lnTo>
                  <a:lnTo>
                    <a:pt x="2500466" y="0"/>
                  </a:lnTo>
                  <a:lnTo>
                    <a:pt x="2497297" y="0"/>
                  </a:lnTo>
                  <a:lnTo>
                    <a:pt x="2494128" y="0"/>
                  </a:lnTo>
                  <a:lnTo>
                    <a:pt x="2490959" y="0"/>
                  </a:lnTo>
                  <a:lnTo>
                    <a:pt x="2487790" y="0"/>
                  </a:lnTo>
                  <a:lnTo>
                    <a:pt x="2484620" y="0"/>
                  </a:lnTo>
                  <a:lnTo>
                    <a:pt x="2481451" y="0"/>
                  </a:lnTo>
                  <a:lnTo>
                    <a:pt x="2478282" y="0"/>
                  </a:lnTo>
                  <a:lnTo>
                    <a:pt x="2475113" y="0"/>
                  </a:lnTo>
                  <a:lnTo>
                    <a:pt x="2471944" y="0"/>
                  </a:lnTo>
                  <a:lnTo>
                    <a:pt x="2468775" y="0"/>
                  </a:lnTo>
                  <a:lnTo>
                    <a:pt x="2465605" y="0"/>
                  </a:lnTo>
                  <a:lnTo>
                    <a:pt x="2462436" y="0"/>
                  </a:lnTo>
                  <a:lnTo>
                    <a:pt x="2459267" y="0"/>
                  </a:lnTo>
                  <a:lnTo>
                    <a:pt x="2456098" y="0"/>
                  </a:lnTo>
                  <a:lnTo>
                    <a:pt x="2452929" y="0"/>
                  </a:lnTo>
                  <a:lnTo>
                    <a:pt x="2449760" y="0"/>
                  </a:lnTo>
                  <a:lnTo>
                    <a:pt x="2446590" y="0"/>
                  </a:lnTo>
                  <a:lnTo>
                    <a:pt x="2443421" y="0"/>
                  </a:lnTo>
                  <a:lnTo>
                    <a:pt x="2440252" y="0"/>
                  </a:lnTo>
                  <a:lnTo>
                    <a:pt x="2437083" y="0"/>
                  </a:lnTo>
                  <a:lnTo>
                    <a:pt x="2433914" y="0"/>
                  </a:lnTo>
                  <a:lnTo>
                    <a:pt x="2430745" y="0"/>
                  </a:lnTo>
                  <a:lnTo>
                    <a:pt x="2427576" y="0"/>
                  </a:lnTo>
                  <a:lnTo>
                    <a:pt x="2424406" y="0"/>
                  </a:lnTo>
                  <a:lnTo>
                    <a:pt x="2421237" y="0"/>
                  </a:lnTo>
                  <a:lnTo>
                    <a:pt x="2418068" y="0"/>
                  </a:lnTo>
                  <a:lnTo>
                    <a:pt x="2414899" y="0"/>
                  </a:lnTo>
                  <a:lnTo>
                    <a:pt x="2411730" y="0"/>
                  </a:lnTo>
                  <a:lnTo>
                    <a:pt x="2408561" y="0"/>
                  </a:lnTo>
                  <a:lnTo>
                    <a:pt x="2405391" y="0"/>
                  </a:lnTo>
                  <a:lnTo>
                    <a:pt x="2402222" y="0"/>
                  </a:lnTo>
                  <a:lnTo>
                    <a:pt x="2399053" y="0"/>
                  </a:lnTo>
                  <a:lnTo>
                    <a:pt x="2395884" y="0"/>
                  </a:lnTo>
                  <a:lnTo>
                    <a:pt x="2392715" y="0"/>
                  </a:lnTo>
                  <a:lnTo>
                    <a:pt x="2389546" y="0"/>
                  </a:lnTo>
                  <a:lnTo>
                    <a:pt x="2386376" y="0"/>
                  </a:lnTo>
                  <a:lnTo>
                    <a:pt x="2383207" y="0"/>
                  </a:lnTo>
                  <a:lnTo>
                    <a:pt x="2380038" y="0"/>
                  </a:lnTo>
                  <a:lnTo>
                    <a:pt x="2376869" y="0"/>
                  </a:lnTo>
                  <a:lnTo>
                    <a:pt x="2373700" y="0"/>
                  </a:lnTo>
                  <a:lnTo>
                    <a:pt x="2370531" y="0"/>
                  </a:lnTo>
                  <a:lnTo>
                    <a:pt x="2367362" y="0"/>
                  </a:lnTo>
                  <a:lnTo>
                    <a:pt x="2364192" y="0"/>
                  </a:lnTo>
                  <a:lnTo>
                    <a:pt x="2361023" y="0"/>
                  </a:lnTo>
                  <a:lnTo>
                    <a:pt x="2357854" y="0"/>
                  </a:lnTo>
                  <a:lnTo>
                    <a:pt x="2354685" y="0"/>
                  </a:lnTo>
                  <a:lnTo>
                    <a:pt x="2351516" y="0"/>
                  </a:lnTo>
                  <a:lnTo>
                    <a:pt x="2348347" y="0"/>
                  </a:lnTo>
                  <a:lnTo>
                    <a:pt x="2345177" y="0"/>
                  </a:lnTo>
                  <a:lnTo>
                    <a:pt x="2342008" y="0"/>
                  </a:lnTo>
                  <a:lnTo>
                    <a:pt x="2338839" y="0"/>
                  </a:lnTo>
                  <a:lnTo>
                    <a:pt x="2335670" y="0"/>
                  </a:lnTo>
                  <a:lnTo>
                    <a:pt x="2332501" y="0"/>
                  </a:lnTo>
                  <a:lnTo>
                    <a:pt x="2329332" y="0"/>
                  </a:lnTo>
                  <a:lnTo>
                    <a:pt x="2326162" y="0"/>
                  </a:lnTo>
                  <a:lnTo>
                    <a:pt x="2322993" y="0"/>
                  </a:lnTo>
                  <a:lnTo>
                    <a:pt x="2319824" y="0"/>
                  </a:lnTo>
                  <a:lnTo>
                    <a:pt x="2316655" y="0"/>
                  </a:lnTo>
                  <a:lnTo>
                    <a:pt x="2313486" y="0"/>
                  </a:lnTo>
                  <a:lnTo>
                    <a:pt x="2310317" y="0"/>
                  </a:lnTo>
                  <a:lnTo>
                    <a:pt x="2307147" y="0"/>
                  </a:lnTo>
                  <a:lnTo>
                    <a:pt x="2303978" y="0"/>
                  </a:lnTo>
                  <a:lnTo>
                    <a:pt x="2300809" y="0"/>
                  </a:lnTo>
                  <a:lnTo>
                    <a:pt x="2297640" y="0"/>
                  </a:lnTo>
                  <a:lnTo>
                    <a:pt x="2294471" y="0"/>
                  </a:lnTo>
                  <a:lnTo>
                    <a:pt x="2291302" y="0"/>
                  </a:lnTo>
                  <a:lnTo>
                    <a:pt x="2288133" y="0"/>
                  </a:lnTo>
                  <a:lnTo>
                    <a:pt x="2284963" y="0"/>
                  </a:lnTo>
                  <a:lnTo>
                    <a:pt x="2281794" y="0"/>
                  </a:lnTo>
                  <a:lnTo>
                    <a:pt x="2278625" y="0"/>
                  </a:lnTo>
                  <a:lnTo>
                    <a:pt x="2275456" y="0"/>
                  </a:lnTo>
                  <a:lnTo>
                    <a:pt x="2272287" y="0"/>
                  </a:lnTo>
                  <a:lnTo>
                    <a:pt x="2269118" y="0"/>
                  </a:lnTo>
                  <a:lnTo>
                    <a:pt x="2265948" y="0"/>
                  </a:lnTo>
                  <a:lnTo>
                    <a:pt x="2262779" y="0"/>
                  </a:lnTo>
                  <a:lnTo>
                    <a:pt x="2259610" y="0"/>
                  </a:lnTo>
                  <a:lnTo>
                    <a:pt x="2256441" y="0"/>
                  </a:lnTo>
                  <a:lnTo>
                    <a:pt x="2253272" y="0"/>
                  </a:lnTo>
                  <a:lnTo>
                    <a:pt x="2250103" y="0"/>
                  </a:lnTo>
                  <a:lnTo>
                    <a:pt x="2246933" y="0"/>
                  </a:lnTo>
                  <a:lnTo>
                    <a:pt x="2243764" y="0"/>
                  </a:lnTo>
                  <a:lnTo>
                    <a:pt x="2240595" y="0"/>
                  </a:lnTo>
                  <a:lnTo>
                    <a:pt x="2237426" y="0"/>
                  </a:lnTo>
                  <a:lnTo>
                    <a:pt x="2234257" y="0"/>
                  </a:lnTo>
                  <a:lnTo>
                    <a:pt x="2231088" y="0"/>
                  </a:lnTo>
                  <a:lnTo>
                    <a:pt x="2227918" y="0"/>
                  </a:lnTo>
                  <a:lnTo>
                    <a:pt x="2224749" y="0"/>
                  </a:lnTo>
                  <a:lnTo>
                    <a:pt x="2221580" y="0"/>
                  </a:lnTo>
                  <a:lnTo>
                    <a:pt x="2218411" y="0"/>
                  </a:lnTo>
                  <a:lnTo>
                    <a:pt x="2215242" y="0"/>
                  </a:lnTo>
                  <a:lnTo>
                    <a:pt x="2212073" y="0"/>
                  </a:lnTo>
                  <a:lnTo>
                    <a:pt x="2208904" y="0"/>
                  </a:lnTo>
                  <a:lnTo>
                    <a:pt x="2205734" y="0"/>
                  </a:lnTo>
                  <a:lnTo>
                    <a:pt x="2202565" y="0"/>
                  </a:lnTo>
                  <a:lnTo>
                    <a:pt x="2199396" y="0"/>
                  </a:lnTo>
                  <a:lnTo>
                    <a:pt x="2196227" y="0"/>
                  </a:lnTo>
                  <a:lnTo>
                    <a:pt x="2193058" y="0"/>
                  </a:lnTo>
                  <a:lnTo>
                    <a:pt x="2189889" y="0"/>
                  </a:lnTo>
                  <a:lnTo>
                    <a:pt x="2186719" y="0"/>
                  </a:lnTo>
                  <a:lnTo>
                    <a:pt x="2183550" y="0"/>
                  </a:lnTo>
                  <a:lnTo>
                    <a:pt x="2180381" y="0"/>
                  </a:lnTo>
                  <a:lnTo>
                    <a:pt x="2177212" y="0"/>
                  </a:lnTo>
                  <a:lnTo>
                    <a:pt x="2174043" y="0"/>
                  </a:lnTo>
                  <a:lnTo>
                    <a:pt x="2170874" y="0"/>
                  </a:lnTo>
                  <a:lnTo>
                    <a:pt x="2167704" y="0"/>
                  </a:lnTo>
                  <a:lnTo>
                    <a:pt x="2164535" y="0"/>
                  </a:lnTo>
                  <a:lnTo>
                    <a:pt x="2161366" y="0"/>
                  </a:lnTo>
                  <a:lnTo>
                    <a:pt x="2158197" y="0"/>
                  </a:lnTo>
                  <a:lnTo>
                    <a:pt x="2155028" y="0"/>
                  </a:lnTo>
                  <a:lnTo>
                    <a:pt x="2151859" y="0"/>
                  </a:lnTo>
                  <a:lnTo>
                    <a:pt x="2148690" y="0"/>
                  </a:lnTo>
                  <a:lnTo>
                    <a:pt x="2145520" y="0"/>
                  </a:lnTo>
                  <a:lnTo>
                    <a:pt x="2142351" y="0"/>
                  </a:lnTo>
                  <a:lnTo>
                    <a:pt x="2139182" y="0"/>
                  </a:lnTo>
                  <a:lnTo>
                    <a:pt x="2136013" y="0"/>
                  </a:lnTo>
                  <a:lnTo>
                    <a:pt x="2132844" y="0"/>
                  </a:lnTo>
                  <a:lnTo>
                    <a:pt x="2129675" y="0"/>
                  </a:lnTo>
                  <a:lnTo>
                    <a:pt x="2126505" y="0"/>
                  </a:lnTo>
                  <a:lnTo>
                    <a:pt x="2123336" y="0"/>
                  </a:lnTo>
                  <a:lnTo>
                    <a:pt x="2120167" y="0"/>
                  </a:lnTo>
                  <a:lnTo>
                    <a:pt x="2116998" y="0"/>
                  </a:lnTo>
                  <a:lnTo>
                    <a:pt x="2113829" y="0"/>
                  </a:lnTo>
                  <a:lnTo>
                    <a:pt x="2110660" y="0"/>
                  </a:lnTo>
                  <a:lnTo>
                    <a:pt x="2107490" y="0"/>
                  </a:lnTo>
                  <a:lnTo>
                    <a:pt x="2104321" y="0"/>
                  </a:lnTo>
                  <a:lnTo>
                    <a:pt x="2101152" y="0"/>
                  </a:lnTo>
                  <a:lnTo>
                    <a:pt x="2097983" y="0"/>
                  </a:lnTo>
                  <a:lnTo>
                    <a:pt x="2094814" y="0"/>
                  </a:lnTo>
                  <a:lnTo>
                    <a:pt x="2091645" y="0"/>
                  </a:lnTo>
                  <a:lnTo>
                    <a:pt x="2088475" y="0"/>
                  </a:lnTo>
                  <a:lnTo>
                    <a:pt x="2085306" y="0"/>
                  </a:lnTo>
                  <a:lnTo>
                    <a:pt x="2082137" y="0"/>
                  </a:lnTo>
                  <a:lnTo>
                    <a:pt x="2078968" y="0"/>
                  </a:lnTo>
                  <a:lnTo>
                    <a:pt x="2075799" y="0"/>
                  </a:lnTo>
                  <a:lnTo>
                    <a:pt x="2072630" y="0"/>
                  </a:lnTo>
                  <a:lnTo>
                    <a:pt x="2069461" y="0"/>
                  </a:lnTo>
                  <a:lnTo>
                    <a:pt x="2066291" y="0"/>
                  </a:lnTo>
                  <a:lnTo>
                    <a:pt x="2063122" y="0"/>
                  </a:lnTo>
                  <a:lnTo>
                    <a:pt x="2059953" y="0"/>
                  </a:lnTo>
                  <a:lnTo>
                    <a:pt x="2056784" y="0"/>
                  </a:lnTo>
                  <a:lnTo>
                    <a:pt x="2053615" y="0"/>
                  </a:lnTo>
                  <a:lnTo>
                    <a:pt x="2050446" y="0"/>
                  </a:lnTo>
                  <a:lnTo>
                    <a:pt x="2047276" y="0"/>
                  </a:lnTo>
                  <a:lnTo>
                    <a:pt x="2044107" y="0"/>
                  </a:lnTo>
                  <a:lnTo>
                    <a:pt x="2040938" y="0"/>
                  </a:lnTo>
                  <a:lnTo>
                    <a:pt x="2037769" y="0"/>
                  </a:lnTo>
                  <a:lnTo>
                    <a:pt x="2034600" y="0"/>
                  </a:lnTo>
                  <a:lnTo>
                    <a:pt x="2031431" y="0"/>
                  </a:lnTo>
                  <a:lnTo>
                    <a:pt x="2028261" y="0"/>
                  </a:lnTo>
                  <a:lnTo>
                    <a:pt x="2025092" y="0"/>
                  </a:lnTo>
                  <a:lnTo>
                    <a:pt x="2021923" y="0"/>
                  </a:lnTo>
                  <a:lnTo>
                    <a:pt x="2018754" y="0"/>
                  </a:lnTo>
                  <a:lnTo>
                    <a:pt x="2015585" y="0"/>
                  </a:lnTo>
                  <a:lnTo>
                    <a:pt x="2012416" y="0"/>
                  </a:lnTo>
                  <a:lnTo>
                    <a:pt x="2009247" y="0"/>
                  </a:lnTo>
                  <a:lnTo>
                    <a:pt x="2006077" y="0"/>
                  </a:lnTo>
                  <a:lnTo>
                    <a:pt x="2002908" y="0"/>
                  </a:lnTo>
                  <a:lnTo>
                    <a:pt x="1999739" y="0"/>
                  </a:lnTo>
                  <a:lnTo>
                    <a:pt x="1996570" y="0"/>
                  </a:lnTo>
                  <a:lnTo>
                    <a:pt x="1993401" y="0"/>
                  </a:lnTo>
                  <a:lnTo>
                    <a:pt x="1990232" y="0"/>
                  </a:lnTo>
                  <a:lnTo>
                    <a:pt x="1987062" y="0"/>
                  </a:lnTo>
                  <a:lnTo>
                    <a:pt x="1983893" y="0"/>
                  </a:lnTo>
                  <a:lnTo>
                    <a:pt x="1980724" y="0"/>
                  </a:lnTo>
                  <a:lnTo>
                    <a:pt x="1977555" y="0"/>
                  </a:lnTo>
                  <a:lnTo>
                    <a:pt x="1974386" y="0"/>
                  </a:lnTo>
                  <a:lnTo>
                    <a:pt x="1971217" y="0"/>
                  </a:lnTo>
                  <a:lnTo>
                    <a:pt x="1968047" y="0"/>
                  </a:lnTo>
                  <a:lnTo>
                    <a:pt x="1964878" y="0"/>
                  </a:lnTo>
                  <a:lnTo>
                    <a:pt x="1961709" y="0"/>
                  </a:lnTo>
                  <a:lnTo>
                    <a:pt x="1958540" y="0"/>
                  </a:lnTo>
                  <a:lnTo>
                    <a:pt x="1955371" y="0"/>
                  </a:lnTo>
                  <a:lnTo>
                    <a:pt x="1952202" y="0"/>
                  </a:lnTo>
                  <a:lnTo>
                    <a:pt x="1949032" y="0"/>
                  </a:lnTo>
                  <a:lnTo>
                    <a:pt x="1945863" y="0"/>
                  </a:lnTo>
                  <a:lnTo>
                    <a:pt x="1942694" y="0"/>
                  </a:lnTo>
                  <a:lnTo>
                    <a:pt x="1939525" y="0"/>
                  </a:lnTo>
                  <a:lnTo>
                    <a:pt x="1936356" y="0"/>
                  </a:lnTo>
                  <a:lnTo>
                    <a:pt x="1933187" y="0"/>
                  </a:lnTo>
                  <a:lnTo>
                    <a:pt x="1930018" y="0"/>
                  </a:lnTo>
                  <a:lnTo>
                    <a:pt x="1926848" y="0"/>
                  </a:lnTo>
                  <a:lnTo>
                    <a:pt x="1923679" y="0"/>
                  </a:lnTo>
                  <a:lnTo>
                    <a:pt x="1920510" y="0"/>
                  </a:lnTo>
                  <a:lnTo>
                    <a:pt x="1917341" y="0"/>
                  </a:lnTo>
                  <a:lnTo>
                    <a:pt x="1914172" y="0"/>
                  </a:lnTo>
                  <a:lnTo>
                    <a:pt x="1911003" y="0"/>
                  </a:lnTo>
                  <a:lnTo>
                    <a:pt x="1907833" y="0"/>
                  </a:lnTo>
                  <a:lnTo>
                    <a:pt x="1904664" y="0"/>
                  </a:lnTo>
                  <a:lnTo>
                    <a:pt x="1901495" y="0"/>
                  </a:lnTo>
                  <a:lnTo>
                    <a:pt x="1898326" y="0"/>
                  </a:lnTo>
                  <a:lnTo>
                    <a:pt x="1895157" y="0"/>
                  </a:lnTo>
                  <a:lnTo>
                    <a:pt x="1891988" y="0"/>
                  </a:lnTo>
                  <a:lnTo>
                    <a:pt x="1888818" y="0"/>
                  </a:lnTo>
                  <a:lnTo>
                    <a:pt x="1885649" y="0"/>
                  </a:lnTo>
                  <a:lnTo>
                    <a:pt x="1882480" y="0"/>
                  </a:lnTo>
                  <a:lnTo>
                    <a:pt x="1879311" y="0"/>
                  </a:lnTo>
                  <a:lnTo>
                    <a:pt x="1876142" y="0"/>
                  </a:lnTo>
                  <a:lnTo>
                    <a:pt x="1872973" y="0"/>
                  </a:lnTo>
                  <a:lnTo>
                    <a:pt x="1869803" y="0"/>
                  </a:lnTo>
                  <a:lnTo>
                    <a:pt x="1866634" y="0"/>
                  </a:lnTo>
                  <a:lnTo>
                    <a:pt x="1863465" y="0"/>
                  </a:lnTo>
                  <a:lnTo>
                    <a:pt x="1860296" y="0"/>
                  </a:lnTo>
                  <a:lnTo>
                    <a:pt x="1857127" y="0"/>
                  </a:lnTo>
                  <a:lnTo>
                    <a:pt x="1853958" y="0"/>
                  </a:lnTo>
                  <a:lnTo>
                    <a:pt x="1850789" y="0"/>
                  </a:lnTo>
                  <a:lnTo>
                    <a:pt x="1847619" y="0"/>
                  </a:lnTo>
                  <a:lnTo>
                    <a:pt x="1844450" y="0"/>
                  </a:lnTo>
                  <a:lnTo>
                    <a:pt x="1841281" y="0"/>
                  </a:lnTo>
                  <a:lnTo>
                    <a:pt x="1838112" y="0"/>
                  </a:lnTo>
                  <a:lnTo>
                    <a:pt x="1834943" y="0"/>
                  </a:lnTo>
                  <a:lnTo>
                    <a:pt x="1831774" y="0"/>
                  </a:lnTo>
                  <a:lnTo>
                    <a:pt x="1828604" y="0"/>
                  </a:lnTo>
                  <a:lnTo>
                    <a:pt x="1825435" y="0"/>
                  </a:lnTo>
                  <a:lnTo>
                    <a:pt x="1822266" y="0"/>
                  </a:lnTo>
                  <a:lnTo>
                    <a:pt x="1819097" y="0"/>
                  </a:lnTo>
                  <a:lnTo>
                    <a:pt x="1815928" y="0"/>
                  </a:lnTo>
                  <a:lnTo>
                    <a:pt x="1812759" y="0"/>
                  </a:lnTo>
                  <a:lnTo>
                    <a:pt x="1809589" y="0"/>
                  </a:lnTo>
                  <a:lnTo>
                    <a:pt x="1806420" y="0"/>
                  </a:lnTo>
                  <a:lnTo>
                    <a:pt x="1803251" y="0"/>
                  </a:lnTo>
                  <a:lnTo>
                    <a:pt x="1800082" y="0"/>
                  </a:lnTo>
                  <a:lnTo>
                    <a:pt x="1796913" y="0"/>
                  </a:lnTo>
                  <a:lnTo>
                    <a:pt x="1793744" y="0"/>
                  </a:lnTo>
                  <a:lnTo>
                    <a:pt x="1790575" y="0"/>
                  </a:lnTo>
                  <a:lnTo>
                    <a:pt x="1787405" y="0"/>
                  </a:lnTo>
                  <a:lnTo>
                    <a:pt x="1784236" y="0"/>
                  </a:lnTo>
                  <a:lnTo>
                    <a:pt x="1781067" y="0"/>
                  </a:lnTo>
                  <a:lnTo>
                    <a:pt x="1777898" y="0"/>
                  </a:lnTo>
                  <a:lnTo>
                    <a:pt x="1774729" y="0"/>
                  </a:lnTo>
                  <a:lnTo>
                    <a:pt x="1771560" y="0"/>
                  </a:lnTo>
                  <a:lnTo>
                    <a:pt x="1768390" y="0"/>
                  </a:lnTo>
                  <a:lnTo>
                    <a:pt x="1765221" y="0"/>
                  </a:lnTo>
                  <a:lnTo>
                    <a:pt x="1762052" y="0"/>
                  </a:lnTo>
                  <a:lnTo>
                    <a:pt x="1758883" y="0"/>
                  </a:lnTo>
                  <a:lnTo>
                    <a:pt x="1755714" y="0"/>
                  </a:lnTo>
                  <a:lnTo>
                    <a:pt x="1752545" y="0"/>
                  </a:lnTo>
                  <a:lnTo>
                    <a:pt x="1749375" y="0"/>
                  </a:lnTo>
                  <a:lnTo>
                    <a:pt x="1746206" y="0"/>
                  </a:lnTo>
                  <a:lnTo>
                    <a:pt x="1743037" y="0"/>
                  </a:lnTo>
                  <a:lnTo>
                    <a:pt x="1739868" y="0"/>
                  </a:lnTo>
                  <a:lnTo>
                    <a:pt x="1736699" y="0"/>
                  </a:lnTo>
                  <a:lnTo>
                    <a:pt x="1733530" y="0"/>
                  </a:lnTo>
                  <a:lnTo>
                    <a:pt x="1730360" y="0"/>
                  </a:lnTo>
                  <a:lnTo>
                    <a:pt x="1727191" y="0"/>
                  </a:lnTo>
                  <a:lnTo>
                    <a:pt x="1724022" y="0"/>
                  </a:lnTo>
                  <a:lnTo>
                    <a:pt x="1720853" y="0"/>
                  </a:lnTo>
                  <a:lnTo>
                    <a:pt x="1717684" y="0"/>
                  </a:lnTo>
                  <a:lnTo>
                    <a:pt x="1714515" y="0"/>
                  </a:lnTo>
                  <a:lnTo>
                    <a:pt x="1711346" y="0"/>
                  </a:lnTo>
                  <a:lnTo>
                    <a:pt x="1708176" y="0"/>
                  </a:lnTo>
                  <a:lnTo>
                    <a:pt x="1705007" y="0"/>
                  </a:lnTo>
                  <a:lnTo>
                    <a:pt x="1701838" y="0"/>
                  </a:lnTo>
                  <a:lnTo>
                    <a:pt x="1698669" y="0"/>
                  </a:lnTo>
                  <a:lnTo>
                    <a:pt x="1695500" y="0"/>
                  </a:lnTo>
                  <a:lnTo>
                    <a:pt x="1692331" y="0"/>
                  </a:lnTo>
                  <a:lnTo>
                    <a:pt x="1689161" y="0"/>
                  </a:lnTo>
                  <a:lnTo>
                    <a:pt x="1685992" y="0"/>
                  </a:lnTo>
                  <a:lnTo>
                    <a:pt x="1682823" y="0"/>
                  </a:lnTo>
                  <a:lnTo>
                    <a:pt x="1679654" y="0"/>
                  </a:lnTo>
                  <a:lnTo>
                    <a:pt x="1676485" y="0"/>
                  </a:lnTo>
                  <a:lnTo>
                    <a:pt x="1673316" y="0"/>
                  </a:lnTo>
                  <a:lnTo>
                    <a:pt x="1670146" y="0"/>
                  </a:lnTo>
                  <a:lnTo>
                    <a:pt x="1666977" y="0"/>
                  </a:lnTo>
                  <a:lnTo>
                    <a:pt x="1663808" y="0"/>
                  </a:lnTo>
                  <a:lnTo>
                    <a:pt x="1660639" y="0"/>
                  </a:lnTo>
                  <a:lnTo>
                    <a:pt x="1657470" y="0"/>
                  </a:lnTo>
                  <a:lnTo>
                    <a:pt x="1654301" y="0"/>
                  </a:lnTo>
                  <a:lnTo>
                    <a:pt x="1651131" y="0"/>
                  </a:lnTo>
                  <a:lnTo>
                    <a:pt x="1647962" y="0"/>
                  </a:lnTo>
                  <a:lnTo>
                    <a:pt x="1644793" y="0"/>
                  </a:lnTo>
                  <a:lnTo>
                    <a:pt x="1641624" y="0"/>
                  </a:lnTo>
                  <a:lnTo>
                    <a:pt x="1638455" y="0"/>
                  </a:lnTo>
                  <a:lnTo>
                    <a:pt x="1635286" y="0"/>
                  </a:lnTo>
                  <a:lnTo>
                    <a:pt x="1632117" y="0"/>
                  </a:lnTo>
                  <a:lnTo>
                    <a:pt x="1628947" y="0"/>
                  </a:lnTo>
                  <a:lnTo>
                    <a:pt x="1625778" y="0"/>
                  </a:lnTo>
                  <a:lnTo>
                    <a:pt x="1622609" y="0"/>
                  </a:lnTo>
                  <a:lnTo>
                    <a:pt x="1619440" y="0"/>
                  </a:lnTo>
                  <a:lnTo>
                    <a:pt x="1616271" y="0"/>
                  </a:lnTo>
                  <a:lnTo>
                    <a:pt x="1613102" y="0"/>
                  </a:lnTo>
                  <a:lnTo>
                    <a:pt x="1609932" y="0"/>
                  </a:lnTo>
                  <a:lnTo>
                    <a:pt x="1606763" y="0"/>
                  </a:lnTo>
                  <a:lnTo>
                    <a:pt x="1603594" y="0"/>
                  </a:lnTo>
                  <a:lnTo>
                    <a:pt x="1600425" y="0"/>
                  </a:lnTo>
                  <a:lnTo>
                    <a:pt x="1597256" y="0"/>
                  </a:lnTo>
                  <a:lnTo>
                    <a:pt x="1594087" y="0"/>
                  </a:lnTo>
                  <a:lnTo>
                    <a:pt x="1590917" y="0"/>
                  </a:lnTo>
                  <a:lnTo>
                    <a:pt x="1587748" y="0"/>
                  </a:lnTo>
                  <a:lnTo>
                    <a:pt x="1584579" y="0"/>
                  </a:lnTo>
                  <a:lnTo>
                    <a:pt x="1581410" y="0"/>
                  </a:lnTo>
                  <a:lnTo>
                    <a:pt x="1578241" y="0"/>
                  </a:lnTo>
                  <a:lnTo>
                    <a:pt x="1575072" y="0"/>
                  </a:lnTo>
                  <a:lnTo>
                    <a:pt x="1571903" y="0"/>
                  </a:lnTo>
                  <a:lnTo>
                    <a:pt x="1568733" y="0"/>
                  </a:lnTo>
                  <a:lnTo>
                    <a:pt x="1565564" y="0"/>
                  </a:lnTo>
                  <a:lnTo>
                    <a:pt x="1562395" y="0"/>
                  </a:lnTo>
                  <a:lnTo>
                    <a:pt x="1559226" y="0"/>
                  </a:lnTo>
                  <a:lnTo>
                    <a:pt x="1556057" y="0"/>
                  </a:lnTo>
                  <a:lnTo>
                    <a:pt x="1552888" y="0"/>
                  </a:lnTo>
                  <a:lnTo>
                    <a:pt x="1549718" y="0"/>
                  </a:lnTo>
                  <a:lnTo>
                    <a:pt x="1546549" y="0"/>
                  </a:lnTo>
                  <a:lnTo>
                    <a:pt x="1543380" y="0"/>
                  </a:lnTo>
                  <a:lnTo>
                    <a:pt x="1540211" y="0"/>
                  </a:lnTo>
                  <a:lnTo>
                    <a:pt x="1537042" y="0"/>
                  </a:lnTo>
                  <a:lnTo>
                    <a:pt x="1533873" y="0"/>
                  </a:lnTo>
                  <a:lnTo>
                    <a:pt x="1530703" y="0"/>
                  </a:lnTo>
                  <a:lnTo>
                    <a:pt x="1527534" y="0"/>
                  </a:lnTo>
                  <a:lnTo>
                    <a:pt x="1524365" y="0"/>
                  </a:lnTo>
                  <a:lnTo>
                    <a:pt x="1521196" y="0"/>
                  </a:lnTo>
                  <a:lnTo>
                    <a:pt x="1518027" y="0"/>
                  </a:lnTo>
                  <a:lnTo>
                    <a:pt x="1514858" y="0"/>
                  </a:lnTo>
                  <a:lnTo>
                    <a:pt x="1511688" y="0"/>
                  </a:lnTo>
                  <a:lnTo>
                    <a:pt x="1508519" y="0"/>
                  </a:lnTo>
                  <a:lnTo>
                    <a:pt x="1505350" y="0"/>
                  </a:lnTo>
                  <a:lnTo>
                    <a:pt x="1502181" y="0"/>
                  </a:lnTo>
                  <a:lnTo>
                    <a:pt x="1499012" y="0"/>
                  </a:lnTo>
                  <a:lnTo>
                    <a:pt x="1495843" y="0"/>
                  </a:lnTo>
                  <a:lnTo>
                    <a:pt x="1492674" y="0"/>
                  </a:lnTo>
                  <a:lnTo>
                    <a:pt x="1489504" y="0"/>
                  </a:lnTo>
                  <a:lnTo>
                    <a:pt x="1486335" y="0"/>
                  </a:lnTo>
                  <a:lnTo>
                    <a:pt x="1483166" y="0"/>
                  </a:lnTo>
                  <a:lnTo>
                    <a:pt x="1479997" y="0"/>
                  </a:lnTo>
                  <a:lnTo>
                    <a:pt x="1476828" y="0"/>
                  </a:lnTo>
                  <a:lnTo>
                    <a:pt x="1473659" y="0"/>
                  </a:lnTo>
                  <a:lnTo>
                    <a:pt x="1470489" y="0"/>
                  </a:lnTo>
                  <a:lnTo>
                    <a:pt x="1467320" y="0"/>
                  </a:lnTo>
                  <a:lnTo>
                    <a:pt x="1464151" y="0"/>
                  </a:lnTo>
                  <a:lnTo>
                    <a:pt x="1460982" y="0"/>
                  </a:lnTo>
                  <a:lnTo>
                    <a:pt x="1457813" y="0"/>
                  </a:lnTo>
                  <a:lnTo>
                    <a:pt x="1454644" y="0"/>
                  </a:lnTo>
                  <a:lnTo>
                    <a:pt x="1451474" y="0"/>
                  </a:lnTo>
                  <a:lnTo>
                    <a:pt x="1448305" y="0"/>
                  </a:lnTo>
                  <a:lnTo>
                    <a:pt x="1445136" y="0"/>
                  </a:lnTo>
                  <a:lnTo>
                    <a:pt x="1441967" y="0"/>
                  </a:lnTo>
                  <a:lnTo>
                    <a:pt x="1438798" y="0"/>
                  </a:lnTo>
                  <a:lnTo>
                    <a:pt x="1435629" y="0"/>
                  </a:lnTo>
                  <a:lnTo>
                    <a:pt x="1432460" y="0"/>
                  </a:lnTo>
                  <a:lnTo>
                    <a:pt x="1429290" y="0"/>
                  </a:lnTo>
                  <a:lnTo>
                    <a:pt x="1426121" y="0"/>
                  </a:lnTo>
                  <a:lnTo>
                    <a:pt x="1422952" y="0"/>
                  </a:lnTo>
                  <a:lnTo>
                    <a:pt x="1419783" y="0"/>
                  </a:lnTo>
                  <a:lnTo>
                    <a:pt x="1416614" y="0"/>
                  </a:lnTo>
                  <a:lnTo>
                    <a:pt x="1413445" y="0"/>
                  </a:lnTo>
                  <a:lnTo>
                    <a:pt x="1410275" y="0"/>
                  </a:lnTo>
                  <a:lnTo>
                    <a:pt x="1407106" y="0"/>
                  </a:lnTo>
                  <a:lnTo>
                    <a:pt x="1403937" y="0"/>
                  </a:lnTo>
                  <a:lnTo>
                    <a:pt x="1400768" y="0"/>
                  </a:lnTo>
                  <a:lnTo>
                    <a:pt x="1397599" y="0"/>
                  </a:lnTo>
                  <a:lnTo>
                    <a:pt x="1394430" y="0"/>
                  </a:lnTo>
                  <a:lnTo>
                    <a:pt x="1391260" y="0"/>
                  </a:lnTo>
                  <a:lnTo>
                    <a:pt x="1388091" y="0"/>
                  </a:lnTo>
                  <a:lnTo>
                    <a:pt x="1384922" y="0"/>
                  </a:lnTo>
                  <a:lnTo>
                    <a:pt x="1381753" y="0"/>
                  </a:lnTo>
                  <a:lnTo>
                    <a:pt x="1378584" y="0"/>
                  </a:lnTo>
                  <a:lnTo>
                    <a:pt x="1375415" y="0"/>
                  </a:lnTo>
                  <a:lnTo>
                    <a:pt x="1372245" y="0"/>
                  </a:lnTo>
                  <a:lnTo>
                    <a:pt x="1369076" y="0"/>
                  </a:lnTo>
                  <a:lnTo>
                    <a:pt x="1365907" y="0"/>
                  </a:lnTo>
                  <a:lnTo>
                    <a:pt x="1362738" y="0"/>
                  </a:lnTo>
                  <a:lnTo>
                    <a:pt x="1359569" y="0"/>
                  </a:lnTo>
                  <a:lnTo>
                    <a:pt x="1356400" y="0"/>
                  </a:lnTo>
                  <a:lnTo>
                    <a:pt x="1353231" y="0"/>
                  </a:lnTo>
                  <a:lnTo>
                    <a:pt x="1350061" y="0"/>
                  </a:lnTo>
                  <a:lnTo>
                    <a:pt x="1346892" y="0"/>
                  </a:lnTo>
                  <a:lnTo>
                    <a:pt x="1343723" y="0"/>
                  </a:lnTo>
                  <a:lnTo>
                    <a:pt x="1340554" y="0"/>
                  </a:lnTo>
                  <a:lnTo>
                    <a:pt x="1337385" y="0"/>
                  </a:lnTo>
                  <a:lnTo>
                    <a:pt x="1334216" y="0"/>
                  </a:lnTo>
                  <a:lnTo>
                    <a:pt x="1331046" y="0"/>
                  </a:lnTo>
                  <a:lnTo>
                    <a:pt x="1327877" y="0"/>
                  </a:lnTo>
                  <a:lnTo>
                    <a:pt x="1324708" y="0"/>
                  </a:lnTo>
                  <a:lnTo>
                    <a:pt x="1321539" y="0"/>
                  </a:lnTo>
                  <a:lnTo>
                    <a:pt x="1318370" y="0"/>
                  </a:lnTo>
                  <a:lnTo>
                    <a:pt x="1315201" y="0"/>
                  </a:lnTo>
                  <a:lnTo>
                    <a:pt x="1312031" y="0"/>
                  </a:lnTo>
                  <a:lnTo>
                    <a:pt x="1308862" y="0"/>
                  </a:lnTo>
                  <a:lnTo>
                    <a:pt x="1305693" y="0"/>
                  </a:lnTo>
                  <a:lnTo>
                    <a:pt x="1302524" y="0"/>
                  </a:lnTo>
                  <a:lnTo>
                    <a:pt x="1299355" y="0"/>
                  </a:lnTo>
                  <a:lnTo>
                    <a:pt x="1296186" y="0"/>
                  </a:lnTo>
                  <a:lnTo>
                    <a:pt x="1293016" y="0"/>
                  </a:lnTo>
                  <a:lnTo>
                    <a:pt x="1289847" y="0"/>
                  </a:lnTo>
                  <a:lnTo>
                    <a:pt x="1286678" y="0"/>
                  </a:lnTo>
                  <a:lnTo>
                    <a:pt x="1283509" y="0"/>
                  </a:lnTo>
                  <a:lnTo>
                    <a:pt x="1280340" y="0"/>
                  </a:lnTo>
                  <a:lnTo>
                    <a:pt x="1277171" y="0"/>
                  </a:lnTo>
                  <a:lnTo>
                    <a:pt x="1274002" y="0"/>
                  </a:lnTo>
                  <a:lnTo>
                    <a:pt x="1270832" y="0"/>
                  </a:lnTo>
                  <a:lnTo>
                    <a:pt x="1267663" y="0"/>
                  </a:lnTo>
                  <a:lnTo>
                    <a:pt x="1264494" y="0"/>
                  </a:lnTo>
                  <a:lnTo>
                    <a:pt x="1261325" y="0"/>
                  </a:lnTo>
                  <a:lnTo>
                    <a:pt x="1258156" y="0"/>
                  </a:lnTo>
                  <a:lnTo>
                    <a:pt x="1254987" y="0"/>
                  </a:lnTo>
                  <a:lnTo>
                    <a:pt x="1251817" y="0"/>
                  </a:lnTo>
                  <a:lnTo>
                    <a:pt x="1248648" y="0"/>
                  </a:lnTo>
                  <a:lnTo>
                    <a:pt x="1245479" y="0"/>
                  </a:lnTo>
                  <a:lnTo>
                    <a:pt x="1242310" y="0"/>
                  </a:lnTo>
                  <a:lnTo>
                    <a:pt x="1239141" y="0"/>
                  </a:lnTo>
                  <a:lnTo>
                    <a:pt x="1235972" y="0"/>
                  </a:lnTo>
                  <a:lnTo>
                    <a:pt x="1232802" y="0"/>
                  </a:lnTo>
                  <a:lnTo>
                    <a:pt x="1229633" y="0"/>
                  </a:lnTo>
                  <a:lnTo>
                    <a:pt x="1226464" y="0"/>
                  </a:lnTo>
                  <a:lnTo>
                    <a:pt x="1223295" y="0"/>
                  </a:lnTo>
                  <a:lnTo>
                    <a:pt x="1220126" y="0"/>
                  </a:lnTo>
                  <a:lnTo>
                    <a:pt x="1216957" y="0"/>
                  </a:lnTo>
                  <a:lnTo>
                    <a:pt x="1213788" y="0"/>
                  </a:lnTo>
                  <a:lnTo>
                    <a:pt x="1210618" y="0"/>
                  </a:lnTo>
                  <a:lnTo>
                    <a:pt x="1207449" y="0"/>
                  </a:lnTo>
                  <a:lnTo>
                    <a:pt x="1204280" y="0"/>
                  </a:lnTo>
                  <a:lnTo>
                    <a:pt x="1201111" y="0"/>
                  </a:lnTo>
                  <a:lnTo>
                    <a:pt x="1197942" y="0"/>
                  </a:lnTo>
                  <a:lnTo>
                    <a:pt x="1194773" y="0"/>
                  </a:lnTo>
                  <a:lnTo>
                    <a:pt x="1191603" y="0"/>
                  </a:lnTo>
                  <a:lnTo>
                    <a:pt x="1188434" y="0"/>
                  </a:lnTo>
                  <a:lnTo>
                    <a:pt x="1185265" y="0"/>
                  </a:lnTo>
                  <a:lnTo>
                    <a:pt x="1182096" y="0"/>
                  </a:lnTo>
                  <a:lnTo>
                    <a:pt x="1178927" y="0"/>
                  </a:lnTo>
                  <a:lnTo>
                    <a:pt x="1175758" y="0"/>
                  </a:lnTo>
                  <a:lnTo>
                    <a:pt x="1172588" y="0"/>
                  </a:lnTo>
                  <a:lnTo>
                    <a:pt x="1169419" y="0"/>
                  </a:lnTo>
                  <a:lnTo>
                    <a:pt x="1166250" y="0"/>
                  </a:lnTo>
                  <a:lnTo>
                    <a:pt x="1163081" y="0"/>
                  </a:lnTo>
                  <a:lnTo>
                    <a:pt x="1159912" y="0"/>
                  </a:lnTo>
                  <a:lnTo>
                    <a:pt x="1156743" y="0"/>
                  </a:lnTo>
                  <a:lnTo>
                    <a:pt x="1153573" y="0"/>
                  </a:lnTo>
                  <a:lnTo>
                    <a:pt x="1150404" y="0"/>
                  </a:lnTo>
                  <a:lnTo>
                    <a:pt x="1147235" y="0"/>
                  </a:lnTo>
                  <a:lnTo>
                    <a:pt x="1144066" y="0"/>
                  </a:lnTo>
                  <a:lnTo>
                    <a:pt x="1140897" y="0"/>
                  </a:lnTo>
                  <a:lnTo>
                    <a:pt x="1137728" y="0"/>
                  </a:lnTo>
                  <a:lnTo>
                    <a:pt x="1134559" y="0"/>
                  </a:lnTo>
                  <a:lnTo>
                    <a:pt x="1131389" y="0"/>
                  </a:lnTo>
                  <a:lnTo>
                    <a:pt x="1128220" y="0"/>
                  </a:lnTo>
                  <a:lnTo>
                    <a:pt x="1125051" y="0"/>
                  </a:lnTo>
                  <a:lnTo>
                    <a:pt x="1121882" y="0"/>
                  </a:lnTo>
                  <a:lnTo>
                    <a:pt x="1118713" y="0"/>
                  </a:lnTo>
                  <a:lnTo>
                    <a:pt x="1115544" y="0"/>
                  </a:lnTo>
                  <a:lnTo>
                    <a:pt x="1112374" y="0"/>
                  </a:lnTo>
                  <a:lnTo>
                    <a:pt x="1109205" y="0"/>
                  </a:lnTo>
                  <a:lnTo>
                    <a:pt x="1106036" y="0"/>
                  </a:lnTo>
                  <a:lnTo>
                    <a:pt x="1102867" y="0"/>
                  </a:lnTo>
                  <a:lnTo>
                    <a:pt x="1099698" y="0"/>
                  </a:lnTo>
                  <a:lnTo>
                    <a:pt x="1096529" y="0"/>
                  </a:lnTo>
                  <a:lnTo>
                    <a:pt x="1093359" y="0"/>
                  </a:lnTo>
                  <a:lnTo>
                    <a:pt x="1090190" y="0"/>
                  </a:lnTo>
                  <a:lnTo>
                    <a:pt x="1087021" y="0"/>
                  </a:lnTo>
                  <a:lnTo>
                    <a:pt x="1083852" y="0"/>
                  </a:lnTo>
                  <a:lnTo>
                    <a:pt x="1080683" y="0"/>
                  </a:lnTo>
                  <a:lnTo>
                    <a:pt x="1077514" y="0"/>
                  </a:lnTo>
                  <a:lnTo>
                    <a:pt x="1074345" y="0"/>
                  </a:lnTo>
                  <a:lnTo>
                    <a:pt x="1071175" y="0"/>
                  </a:lnTo>
                  <a:lnTo>
                    <a:pt x="1068006" y="0"/>
                  </a:lnTo>
                  <a:lnTo>
                    <a:pt x="1064837" y="0"/>
                  </a:lnTo>
                  <a:lnTo>
                    <a:pt x="1061668" y="0"/>
                  </a:lnTo>
                  <a:lnTo>
                    <a:pt x="1058499" y="0"/>
                  </a:lnTo>
                  <a:lnTo>
                    <a:pt x="1055330" y="0"/>
                  </a:lnTo>
                  <a:lnTo>
                    <a:pt x="1052160" y="0"/>
                  </a:lnTo>
                  <a:lnTo>
                    <a:pt x="1048991" y="0"/>
                  </a:lnTo>
                  <a:lnTo>
                    <a:pt x="1045822" y="0"/>
                  </a:lnTo>
                  <a:lnTo>
                    <a:pt x="1042653" y="0"/>
                  </a:lnTo>
                  <a:lnTo>
                    <a:pt x="1039484" y="0"/>
                  </a:lnTo>
                  <a:lnTo>
                    <a:pt x="1036315" y="0"/>
                  </a:lnTo>
                  <a:lnTo>
                    <a:pt x="1033145" y="0"/>
                  </a:lnTo>
                  <a:lnTo>
                    <a:pt x="1029976" y="0"/>
                  </a:lnTo>
                  <a:lnTo>
                    <a:pt x="1026807" y="0"/>
                  </a:lnTo>
                  <a:lnTo>
                    <a:pt x="1023638" y="0"/>
                  </a:lnTo>
                  <a:lnTo>
                    <a:pt x="1020469" y="0"/>
                  </a:lnTo>
                  <a:lnTo>
                    <a:pt x="1017300" y="0"/>
                  </a:lnTo>
                  <a:lnTo>
                    <a:pt x="1014130" y="0"/>
                  </a:lnTo>
                  <a:lnTo>
                    <a:pt x="1010961" y="0"/>
                  </a:lnTo>
                  <a:lnTo>
                    <a:pt x="1007792" y="0"/>
                  </a:lnTo>
                  <a:lnTo>
                    <a:pt x="1004623" y="0"/>
                  </a:lnTo>
                  <a:lnTo>
                    <a:pt x="1001454" y="0"/>
                  </a:lnTo>
                  <a:lnTo>
                    <a:pt x="998285" y="0"/>
                  </a:lnTo>
                  <a:lnTo>
                    <a:pt x="995116" y="0"/>
                  </a:lnTo>
                  <a:lnTo>
                    <a:pt x="991946" y="0"/>
                  </a:lnTo>
                  <a:lnTo>
                    <a:pt x="988777" y="0"/>
                  </a:lnTo>
                  <a:lnTo>
                    <a:pt x="985608" y="0"/>
                  </a:lnTo>
                  <a:lnTo>
                    <a:pt x="982439" y="0"/>
                  </a:lnTo>
                  <a:lnTo>
                    <a:pt x="979270" y="0"/>
                  </a:lnTo>
                  <a:lnTo>
                    <a:pt x="976101" y="0"/>
                  </a:lnTo>
                  <a:lnTo>
                    <a:pt x="972931" y="0"/>
                  </a:lnTo>
                  <a:lnTo>
                    <a:pt x="969762" y="0"/>
                  </a:lnTo>
                  <a:lnTo>
                    <a:pt x="966593" y="0"/>
                  </a:lnTo>
                  <a:lnTo>
                    <a:pt x="963424" y="0"/>
                  </a:lnTo>
                  <a:lnTo>
                    <a:pt x="960255" y="0"/>
                  </a:lnTo>
                  <a:lnTo>
                    <a:pt x="957086" y="0"/>
                  </a:lnTo>
                  <a:lnTo>
                    <a:pt x="953916" y="0"/>
                  </a:lnTo>
                  <a:lnTo>
                    <a:pt x="950747" y="0"/>
                  </a:lnTo>
                  <a:lnTo>
                    <a:pt x="947578" y="0"/>
                  </a:lnTo>
                  <a:lnTo>
                    <a:pt x="944409" y="0"/>
                  </a:lnTo>
                  <a:lnTo>
                    <a:pt x="941240" y="0"/>
                  </a:lnTo>
                  <a:lnTo>
                    <a:pt x="938071" y="0"/>
                  </a:lnTo>
                  <a:lnTo>
                    <a:pt x="934901" y="0"/>
                  </a:lnTo>
                  <a:lnTo>
                    <a:pt x="931732" y="0"/>
                  </a:lnTo>
                  <a:lnTo>
                    <a:pt x="928563" y="0"/>
                  </a:lnTo>
                  <a:lnTo>
                    <a:pt x="925394" y="0"/>
                  </a:lnTo>
                  <a:lnTo>
                    <a:pt x="922225" y="0"/>
                  </a:lnTo>
                  <a:lnTo>
                    <a:pt x="919056" y="0"/>
                  </a:lnTo>
                  <a:lnTo>
                    <a:pt x="915887" y="0"/>
                  </a:lnTo>
                  <a:lnTo>
                    <a:pt x="912717" y="0"/>
                  </a:lnTo>
                  <a:lnTo>
                    <a:pt x="909548" y="0"/>
                  </a:lnTo>
                  <a:lnTo>
                    <a:pt x="906379" y="0"/>
                  </a:lnTo>
                  <a:lnTo>
                    <a:pt x="903210" y="0"/>
                  </a:lnTo>
                  <a:lnTo>
                    <a:pt x="900041" y="0"/>
                  </a:lnTo>
                  <a:lnTo>
                    <a:pt x="896872" y="0"/>
                  </a:lnTo>
                  <a:lnTo>
                    <a:pt x="893702" y="0"/>
                  </a:lnTo>
                  <a:lnTo>
                    <a:pt x="890533" y="0"/>
                  </a:lnTo>
                  <a:lnTo>
                    <a:pt x="887364" y="0"/>
                  </a:lnTo>
                  <a:lnTo>
                    <a:pt x="884195" y="0"/>
                  </a:lnTo>
                  <a:lnTo>
                    <a:pt x="881026" y="0"/>
                  </a:lnTo>
                  <a:lnTo>
                    <a:pt x="877857" y="0"/>
                  </a:lnTo>
                  <a:lnTo>
                    <a:pt x="874687" y="0"/>
                  </a:lnTo>
                  <a:lnTo>
                    <a:pt x="871518" y="0"/>
                  </a:lnTo>
                  <a:lnTo>
                    <a:pt x="868349" y="0"/>
                  </a:lnTo>
                  <a:lnTo>
                    <a:pt x="865180" y="0"/>
                  </a:lnTo>
                  <a:lnTo>
                    <a:pt x="862011" y="0"/>
                  </a:lnTo>
                  <a:lnTo>
                    <a:pt x="858842" y="0"/>
                  </a:lnTo>
                  <a:lnTo>
                    <a:pt x="855673" y="0"/>
                  </a:lnTo>
                  <a:lnTo>
                    <a:pt x="852503" y="0"/>
                  </a:lnTo>
                  <a:lnTo>
                    <a:pt x="849334" y="0"/>
                  </a:lnTo>
                  <a:lnTo>
                    <a:pt x="846165" y="0"/>
                  </a:lnTo>
                  <a:lnTo>
                    <a:pt x="842996" y="0"/>
                  </a:lnTo>
                  <a:lnTo>
                    <a:pt x="839827" y="0"/>
                  </a:lnTo>
                  <a:lnTo>
                    <a:pt x="836658" y="0"/>
                  </a:lnTo>
                  <a:lnTo>
                    <a:pt x="833488" y="0"/>
                  </a:lnTo>
                  <a:lnTo>
                    <a:pt x="830319" y="0"/>
                  </a:lnTo>
                  <a:lnTo>
                    <a:pt x="827150" y="0"/>
                  </a:lnTo>
                  <a:lnTo>
                    <a:pt x="823981" y="0"/>
                  </a:lnTo>
                  <a:lnTo>
                    <a:pt x="820812" y="0"/>
                  </a:lnTo>
                  <a:lnTo>
                    <a:pt x="817643" y="0"/>
                  </a:lnTo>
                  <a:lnTo>
                    <a:pt x="814473" y="0"/>
                  </a:lnTo>
                  <a:lnTo>
                    <a:pt x="811304" y="0"/>
                  </a:lnTo>
                  <a:lnTo>
                    <a:pt x="808135" y="0"/>
                  </a:lnTo>
                  <a:lnTo>
                    <a:pt x="804966" y="0"/>
                  </a:lnTo>
                  <a:lnTo>
                    <a:pt x="801797" y="0"/>
                  </a:lnTo>
                  <a:lnTo>
                    <a:pt x="798628" y="0"/>
                  </a:lnTo>
                  <a:lnTo>
                    <a:pt x="795458" y="0"/>
                  </a:lnTo>
                  <a:lnTo>
                    <a:pt x="792289" y="0"/>
                  </a:lnTo>
                  <a:lnTo>
                    <a:pt x="789120" y="0"/>
                  </a:lnTo>
                  <a:lnTo>
                    <a:pt x="785951" y="0"/>
                  </a:lnTo>
                  <a:lnTo>
                    <a:pt x="782782" y="0"/>
                  </a:lnTo>
                  <a:lnTo>
                    <a:pt x="779613" y="0"/>
                  </a:lnTo>
                  <a:lnTo>
                    <a:pt x="776444" y="0"/>
                  </a:lnTo>
                  <a:lnTo>
                    <a:pt x="773274" y="0"/>
                  </a:lnTo>
                  <a:lnTo>
                    <a:pt x="770105" y="0"/>
                  </a:lnTo>
                  <a:lnTo>
                    <a:pt x="766936" y="0"/>
                  </a:lnTo>
                  <a:lnTo>
                    <a:pt x="763767" y="0"/>
                  </a:lnTo>
                  <a:lnTo>
                    <a:pt x="760598" y="0"/>
                  </a:lnTo>
                  <a:lnTo>
                    <a:pt x="757429" y="0"/>
                  </a:lnTo>
                  <a:lnTo>
                    <a:pt x="754259" y="0"/>
                  </a:lnTo>
                  <a:lnTo>
                    <a:pt x="751090" y="0"/>
                  </a:lnTo>
                  <a:lnTo>
                    <a:pt x="747921" y="0"/>
                  </a:lnTo>
                  <a:lnTo>
                    <a:pt x="744752" y="0"/>
                  </a:lnTo>
                  <a:lnTo>
                    <a:pt x="741583" y="0"/>
                  </a:lnTo>
                  <a:lnTo>
                    <a:pt x="738414" y="0"/>
                  </a:lnTo>
                  <a:lnTo>
                    <a:pt x="735244" y="0"/>
                  </a:lnTo>
                  <a:lnTo>
                    <a:pt x="732075" y="0"/>
                  </a:lnTo>
                  <a:lnTo>
                    <a:pt x="728906" y="0"/>
                  </a:lnTo>
                  <a:lnTo>
                    <a:pt x="725737" y="0"/>
                  </a:lnTo>
                  <a:lnTo>
                    <a:pt x="722568" y="0"/>
                  </a:lnTo>
                  <a:lnTo>
                    <a:pt x="719399" y="0"/>
                  </a:lnTo>
                  <a:lnTo>
                    <a:pt x="716230" y="0"/>
                  </a:lnTo>
                  <a:lnTo>
                    <a:pt x="713060" y="0"/>
                  </a:lnTo>
                  <a:lnTo>
                    <a:pt x="709891" y="0"/>
                  </a:lnTo>
                  <a:lnTo>
                    <a:pt x="706722" y="0"/>
                  </a:lnTo>
                  <a:lnTo>
                    <a:pt x="703553" y="0"/>
                  </a:lnTo>
                  <a:lnTo>
                    <a:pt x="700384" y="0"/>
                  </a:lnTo>
                  <a:lnTo>
                    <a:pt x="697215" y="0"/>
                  </a:lnTo>
                  <a:lnTo>
                    <a:pt x="694045" y="0"/>
                  </a:lnTo>
                  <a:lnTo>
                    <a:pt x="690876" y="0"/>
                  </a:lnTo>
                  <a:lnTo>
                    <a:pt x="687707" y="0"/>
                  </a:lnTo>
                  <a:lnTo>
                    <a:pt x="684538" y="0"/>
                  </a:lnTo>
                  <a:lnTo>
                    <a:pt x="681369" y="0"/>
                  </a:lnTo>
                  <a:lnTo>
                    <a:pt x="678200" y="0"/>
                  </a:lnTo>
                  <a:lnTo>
                    <a:pt x="675030" y="0"/>
                  </a:lnTo>
                  <a:lnTo>
                    <a:pt x="671861" y="0"/>
                  </a:lnTo>
                  <a:lnTo>
                    <a:pt x="668692" y="0"/>
                  </a:lnTo>
                  <a:lnTo>
                    <a:pt x="665523" y="0"/>
                  </a:lnTo>
                  <a:lnTo>
                    <a:pt x="662354" y="0"/>
                  </a:lnTo>
                  <a:lnTo>
                    <a:pt x="659185" y="0"/>
                  </a:lnTo>
                  <a:lnTo>
                    <a:pt x="656015" y="0"/>
                  </a:lnTo>
                  <a:lnTo>
                    <a:pt x="652846" y="0"/>
                  </a:lnTo>
                  <a:lnTo>
                    <a:pt x="649677" y="0"/>
                  </a:lnTo>
                  <a:lnTo>
                    <a:pt x="646508" y="0"/>
                  </a:lnTo>
                  <a:lnTo>
                    <a:pt x="643339" y="0"/>
                  </a:lnTo>
                  <a:lnTo>
                    <a:pt x="640170" y="0"/>
                  </a:lnTo>
                  <a:lnTo>
                    <a:pt x="637001" y="0"/>
                  </a:lnTo>
                  <a:lnTo>
                    <a:pt x="633831" y="0"/>
                  </a:lnTo>
                  <a:lnTo>
                    <a:pt x="630662" y="0"/>
                  </a:lnTo>
                  <a:lnTo>
                    <a:pt x="627493" y="0"/>
                  </a:lnTo>
                  <a:lnTo>
                    <a:pt x="624324" y="0"/>
                  </a:lnTo>
                  <a:lnTo>
                    <a:pt x="621155" y="0"/>
                  </a:lnTo>
                  <a:lnTo>
                    <a:pt x="617986" y="0"/>
                  </a:lnTo>
                  <a:lnTo>
                    <a:pt x="614816" y="0"/>
                  </a:lnTo>
                  <a:lnTo>
                    <a:pt x="611647" y="0"/>
                  </a:lnTo>
                  <a:lnTo>
                    <a:pt x="608478" y="0"/>
                  </a:lnTo>
                  <a:lnTo>
                    <a:pt x="605309" y="0"/>
                  </a:lnTo>
                  <a:lnTo>
                    <a:pt x="602140" y="0"/>
                  </a:lnTo>
                  <a:lnTo>
                    <a:pt x="598971" y="0"/>
                  </a:lnTo>
                  <a:lnTo>
                    <a:pt x="595801" y="0"/>
                  </a:lnTo>
                  <a:lnTo>
                    <a:pt x="592632" y="0"/>
                  </a:lnTo>
                  <a:lnTo>
                    <a:pt x="589463" y="0"/>
                  </a:lnTo>
                  <a:lnTo>
                    <a:pt x="586294" y="0"/>
                  </a:lnTo>
                  <a:lnTo>
                    <a:pt x="583125" y="0"/>
                  </a:lnTo>
                  <a:lnTo>
                    <a:pt x="579956" y="0"/>
                  </a:lnTo>
                  <a:lnTo>
                    <a:pt x="576786" y="0"/>
                  </a:lnTo>
                  <a:lnTo>
                    <a:pt x="573617" y="0"/>
                  </a:lnTo>
                  <a:lnTo>
                    <a:pt x="570448" y="0"/>
                  </a:lnTo>
                  <a:lnTo>
                    <a:pt x="567279" y="0"/>
                  </a:lnTo>
                  <a:lnTo>
                    <a:pt x="564110" y="0"/>
                  </a:lnTo>
                  <a:lnTo>
                    <a:pt x="560941" y="0"/>
                  </a:lnTo>
                  <a:lnTo>
                    <a:pt x="557772" y="0"/>
                  </a:lnTo>
                  <a:lnTo>
                    <a:pt x="554602" y="0"/>
                  </a:lnTo>
                  <a:lnTo>
                    <a:pt x="551433" y="0"/>
                  </a:lnTo>
                  <a:lnTo>
                    <a:pt x="548264" y="0"/>
                  </a:lnTo>
                  <a:lnTo>
                    <a:pt x="545095" y="0"/>
                  </a:lnTo>
                  <a:lnTo>
                    <a:pt x="541926" y="0"/>
                  </a:lnTo>
                  <a:lnTo>
                    <a:pt x="538757" y="0"/>
                  </a:lnTo>
                  <a:lnTo>
                    <a:pt x="535587" y="0"/>
                  </a:lnTo>
                  <a:lnTo>
                    <a:pt x="532418" y="0"/>
                  </a:lnTo>
                  <a:lnTo>
                    <a:pt x="529249" y="0"/>
                  </a:lnTo>
                  <a:lnTo>
                    <a:pt x="526080" y="0"/>
                  </a:lnTo>
                  <a:lnTo>
                    <a:pt x="522911" y="0"/>
                  </a:lnTo>
                  <a:lnTo>
                    <a:pt x="519742" y="0"/>
                  </a:lnTo>
                  <a:lnTo>
                    <a:pt x="516572" y="0"/>
                  </a:lnTo>
                  <a:lnTo>
                    <a:pt x="513403" y="0"/>
                  </a:lnTo>
                  <a:lnTo>
                    <a:pt x="510234" y="0"/>
                  </a:lnTo>
                  <a:lnTo>
                    <a:pt x="507065" y="0"/>
                  </a:lnTo>
                  <a:lnTo>
                    <a:pt x="503896" y="0"/>
                  </a:lnTo>
                  <a:lnTo>
                    <a:pt x="500727" y="0"/>
                  </a:lnTo>
                  <a:lnTo>
                    <a:pt x="497558" y="0"/>
                  </a:lnTo>
                  <a:lnTo>
                    <a:pt x="494388" y="0"/>
                  </a:lnTo>
                  <a:lnTo>
                    <a:pt x="491219" y="0"/>
                  </a:lnTo>
                  <a:lnTo>
                    <a:pt x="488050" y="0"/>
                  </a:lnTo>
                  <a:lnTo>
                    <a:pt x="484881" y="0"/>
                  </a:lnTo>
                  <a:lnTo>
                    <a:pt x="481712" y="0"/>
                  </a:lnTo>
                  <a:lnTo>
                    <a:pt x="478543" y="0"/>
                  </a:lnTo>
                  <a:lnTo>
                    <a:pt x="475373" y="0"/>
                  </a:lnTo>
                  <a:lnTo>
                    <a:pt x="472204" y="0"/>
                  </a:lnTo>
                  <a:lnTo>
                    <a:pt x="469035" y="0"/>
                  </a:lnTo>
                  <a:lnTo>
                    <a:pt x="465866" y="0"/>
                  </a:lnTo>
                  <a:lnTo>
                    <a:pt x="462697" y="0"/>
                  </a:lnTo>
                  <a:lnTo>
                    <a:pt x="459528" y="0"/>
                  </a:lnTo>
                  <a:lnTo>
                    <a:pt x="456358" y="0"/>
                  </a:lnTo>
                  <a:lnTo>
                    <a:pt x="453189" y="0"/>
                  </a:lnTo>
                  <a:lnTo>
                    <a:pt x="450020" y="0"/>
                  </a:lnTo>
                  <a:lnTo>
                    <a:pt x="446851" y="0"/>
                  </a:lnTo>
                  <a:lnTo>
                    <a:pt x="443682" y="0"/>
                  </a:lnTo>
                  <a:lnTo>
                    <a:pt x="440513" y="0"/>
                  </a:lnTo>
                  <a:lnTo>
                    <a:pt x="437343" y="0"/>
                  </a:lnTo>
                  <a:lnTo>
                    <a:pt x="434174" y="0"/>
                  </a:lnTo>
                  <a:lnTo>
                    <a:pt x="431005" y="0"/>
                  </a:lnTo>
                  <a:lnTo>
                    <a:pt x="427836" y="0"/>
                  </a:lnTo>
                  <a:lnTo>
                    <a:pt x="424667" y="0"/>
                  </a:lnTo>
                  <a:lnTo>
                    <a:pt x="421498" y="0"/>
                  </a:lnTo>
                  <a:lnTo>
                    <a:pt x="418329" y="0"/>
                  </a:lnTo>
                  <a:lnTo>
                    <a:pt x="415159" y="0"/>
                  </a:lnTo>
                  <a:lnTo>
                    <a:pt x="411990" y="0"/>
                  </a:lnTo>
                  <a:lnTo>
                    <a:pt x="408821" y="0"/>
                  </a:lnTo>
                  <a:lnTo>
                    <a:pt x="405652" y="0"/>
                  </a:lnTo>
                  <a:lnTo>
                    <a:pt x="402483" y="0"/>
                  </a:lnTo>
                  <a:lnTo>
                    <a:pt x="399314" y="0"/>
                  </a:lnTo>
                  <a:lnTo>
                    <a:pt x="396144" y="0"/>
                  </a:lnTo>
                  <a:lnTo>
                    <a:pt x="392975" y="0"/>
                  </a:lnTo>
                  <a:lnTo>
                    <a:pt x="389806" y="0"/>
                  </a:lnTo>
                  <a:lnTo>
                    <a:pt x="386637" y="0"/>
                  </a:lnTo>
                  <a:lnTo>
                    <a:pt x="383468" y="0"/>
                  </a:lnTo>
                  <a:lnTo>
                    <a:pt x="380299" y="0"/>
                  </a:lnTo>
                  <a:lnTo>
                    <a:pt x="377129" y="0"/>
                  </a:lnTo>
                  <a:lnTo>
                    <a:pt x="373960" y="0"/>
                  </a:lnTo>
                  <a:lnTo>
                    <a:pt x="370791" y="0"/>
                  </a:lnTo>
                  <a:lnTo>
                    <a:pt x="367622" y="0"/>
                  </a:lnTo>
                  <a:lnTo>
                    <a:pt x="364453" y="0"/>
                  </a:lnTo>
                  <a:lnTo>
                    <a:pt x="361284" y="0"/>
                  </a:lnTo>
                  <a:lnTo>
                    <a:pt x="358115" y="0"/>
                  </a:lnTo>
                  <a:lnTo>
                    <a:pt x="354945" y="0"/>
                  </a:lnTo>
                  <a:lnTo>
                    <a:pt x="351776" y="0"/>
                  </a:lnTo>
                  <a:lnTo>
                    <a:pt x="348607" y="0"/>
                  </a:lnTo>
                  <a:lnTo>
                    <a:pt x="345438" y="0"/>
                  </a:lnTo>
                  <a:lnTo>
                    <a:pt x="342269" y="0"/>
                  </a:lnTo>
                  <a:lnTo>
                    <a:pt x="339100" y="0"/>
                  </a:lnTo>
                  <a:lnTo>
                    <a:pt x="335930" y="0"/>
                  </a:lnTo>
                  <a:lnTo>
                    <a:pt x="332761" y="0"/>
                  </a:lnTo>
                  <a:lnTo>
                    <a:pt x="329592" y="0"/>
                  </a:lnTo>
                  <a:lnTo>
                    <a:pt x="326423" y="0"/>
                  </a:lnTo>
                  <a:lnTo>
                    <a:pt x="323254" y="0"/>
                  </a:lnTo>
                  <a:lnTo>
                    <a:pt x="320085" y="0"/>
                  </a:lnTo>
                  <a:lnTo>
                    <a:pt x="316915" y="0"/>
                  </a:lnTo>
                  <a:lnTo>
                    <a:pt x="313746" y="0"/>
                  </a:lnTo>
                  <a:lnTo>
                    <a:pt x="310577" y="0"/>
                  </a:lnTo>
                  <a:lnTo>
                    <a:pt x="307408" y="0"/>
                  </a:lnTo>
                  <a:lnTo>
                    <a:pt x="304239" y="0"/>
                  </a:lnTo>
                  <a:lnTo>
                    <a:pt x="301070" y="0"/>
                  </a:lnTo>
                  <a:lnTo>
                    <a:pt x="297900" y="0"/>
                  </a:lnTo>
                  <a:lnTo>
                    <a:pt x="294731" y="0"/>
                  </a:lnTo>
                  <a:lnTo>
                    <a:pt x="291562" y="0"/>
                  </a:lnTo>
                  <a:lnTo>
                    <a:pt x="288393" y="0"/>
                  </a:lnTo>
                  <a:lnTo>
                    <a:pt x="285224" y="0"/>
                  </a:lnTo>
                  <a:lnTo>
                    <a:pt x="282055" y="0"/>
                  </a:lnTo>
                  <a:lnTo>
                    <a:pt x="278886" y="0"/>
                  </a:lnTo>
                  <a:lnTo>
                    <a:pt x="275716" y="0"/>
                  </a:lnTo>
                  <a:lnTo>
                    <a:pt x="272547" y="0"/>
                  </a:lnTo>
                  <a:lnTo>
                    <a:pt x="269378" y="0"/>
                  </a:lnTo>
                  <a:lnTo>
                    <a:pt x="266209" y="0"/>
                  </a:lnTo>
                  <a:lnTo>
                    <a:pt x="263040" y="0"/>
                  </a:lnTo>
                  <a:lnTo>
                    <a:pt x="259871" y="0"/>
                  </a:lnTo>
                  <a:lnTo>
                    <a:pt x="256701" y="0"/>
                  </a:lnTo>
                  <a:lnTo>
                    <a:pt x="253532" y="0"/>
                  </a:lnTo>
                  <a:lnTo>
                    <a:pt x="250363" y="0"/>
                  </a:lnTo>
                  <a:lnTo>
                    <a:pt x="247194" y="0"/>
                  </a:lnTo>
                  <a:lnTo>
                    <a:pt x="244025" y="0"/>
                  </a:lnTo>
                  <a:lnTo>
                    <a:pt x="240856" y="0"/>
                  </a:lnTo>
                  <a:lnTo>
                    <a:pt x="237686" y="0"/>
                  </a:lnTo>
                  <a:lnTo>
                    <a:pt x="234517" y="0"/>
                  </a:lnTo>
                  <a:lnTo>
                    <a:pt x="231348" y="0"/>
                  </a:lnTo>
                  <a:lnTo>
                    <a:pt x="228179" y="0"/>
                  </a:lnTo>
                  <a:lnTo>
                    <a:pt x="225010" y="0"/>
                  </a:lnTo>
                  <a:lnTo>
                    <a:pt x="221841" y="0"/>
                  </a:lnTo>
                  <a:lnTo>
                    <a:pt x="218671" y="0"/>
                  </a:lnTo>
                  <a:lnTo>
                    <a:pt x="215502" y="0"/>
                  </a:lnTo>
                  <a:lnTo>
                    <a:pt x="212333" y="0"/>
                  </a:lnTo>
                  <a:lnTo>
                    <a:pt x="209164" y="0"/>
                  </a:lnTo>
                  <a:lnTo>
                    <a:pt x="205995" y="0"/>
                  </a:lnTo>
                  <a:lnTo>
                    <a:pt x="202826" y="0"/>
                  </a:lnTo>
                  <a:lnTo>
                    <a:pt x="199657" y="0"/>
                  </a:lnTo>
                  <a:lnTo>
                    <a:pt x="196487" y="0"/>
                  </a:lnTo>
                  <a:lnTo>
                    <a:pt x="193318" y="0"/>
                  </a:lnTo>
                  <a:lnTo>
                    <a:pt x="190149" y="0"/>
                  </a:lnTo>
                  <a:lnTo>
                    <a:pt x="186980" y="0"/>
                  </a:lnTo>
                  <a:lnTo>
                    <a:pt x="183811" y="0"/>
                  </a:lnTo>
                  <a:lnTo>
                    <a:pt x="180642" y="0"/>
                  </a:lnTo>
                  <a:lnTo>
                    <a:pt x="177472" y="0"/>
                  </a:lnTo>
                  <a:lnTo>
                    <a:pt x="174303" y="0"/>
                  </a:lnTo>
                  <a:lnTo>
                    <a:pt x="171134" y="0"/>
                  </a:lnTo>
                  <a:lnTo>
                    <a:pt x="167965" y="0"/>
                  </a:lnTo>
                  <a:lnTo>
                    <a:pt x="164796" y="0"/>
                  </a:lnTo>
                  <a:lnTo>
                    <a:pt x="161627" y="0"/>
                  </a:lnTo>
                  <a:lnTo>
                    <a:pt x="158457" y="0"/>
                  </a:lnTo>
                  <a:lnTo>
                    <a:pt x="155288" y="0"/>
                  </a:lnTo>
                  <a:lnTo>
                    <a:pt x="152119" y="0"/>
                  </a:lnTo>
                  <a:lnTo>
                    <a:pt x="148950" y="0"/>
                  </a:lnTo>
                  <a:lnTo>
                    <a:pt x="145781" y="0"/>
                  </a:lnTo>
                  <a:lnTo>
                    <a:pt x="142612" y="0"/>
                  </a:lnTo>
                  <a:lnTo>
                    <a:pt x="139443" y="0"/>
                  </a:lnTo>
                  <a:lnTo>
                    <a:pt x="136273" y="0"/>
                  </a:lnTo>
                  <a:lnTo>
                    <a:pt x="133104" y="0"/>
                  </a:lnTo>
                  <a:lnTo>
                    <a:pt x="129935" y="0"/>
                  </a:lnTo>
                  <a:lnTo>
                    <a:pt x="126766" y="0"/>
                  </a:lnTo>
                  <a:lnTo>
                    <a:pt x="123597" y="0"/>
                  </a:lnTo>
                  <a:lnTo>
                    <a:pt x="120428" y="0"/>
                  </a:lnTo>
                  <a:lnTo>
                    <a:pt x="117258" y="0"/>
                  </a:lnTo>
                  <a:lnTo>
                    <a:pt x="114089" y="0"/>
                  </a:lnTo>
                  <a:lnTo>
                    <a:pt x="110920" y="0"/>
                  </a:lnTo>
                  <a:lnTo>
                    <a:pt x="107751" y="0"/>
                  </a:lnTo>
                  <a:lnTo>
                    <a:pt x="104582" y="0"/>
                  </a:lnTo>
                  <a:lnTo>
                    <a:pt x="101413" y="0"/>
                  </a:lnTo>
                  <a:lnTo>
                    <a:pt x="98243" y="0"/>
                  </a:lnTo>
                  <a:lnTo>
                    <a:pt x="95074" y="0"/>
                  </a:lnTo>
                  <a:lnTo>
                    <a:pt x="91905" y="0"/>
                  </a:lnTo>
                  <a:lnTo>
                    <a:pt x="88736" y="0"/>
                  </a:lnTo>
                  <a:lnTo>
                    <a:pt x="85567" y="0"/>
                  </a:lnTo>
                  <a:lnTo>
                    <a:pt x="82398" y="0"/>
                  </a:lnTo>
                  <a:lnTo>
                    <a:pt x="79228" y="0"/>
                  </a:lnTo>
                  <a:lnTo>
                    <a:pt x="76059" y="0"/>
                  </a:lnTo>
                  <a:lnTo>
                    <a:pt x="72890" y="0"/>
                  </a:lnTo>
                  <a:lnTo>
                    <a:pt x="69721" y="0"/>
                  </a:lnTo>
                  <a:lnTo>
                    <a:pt x="66552" y="0"/>
                  </a:lnTo>
                  <a:lnTo>
                    <a:pt x="63383" y="0"/>
                  </a:lnTo>
                  <a:lnTo>
                    <a:pt x="60214" y="0"/>
                  </a:lnTo>
                  <a:lnTo>
                    <a:pt x="57044" y="0"/>
                  </a:lnTo>
                  <a:lnTo>
                    <a:pt x="53875" y="0"/>
                  </a:lnTo>
                  <a:lnTo>
                    <a:pt x="50706" y="0"/>
                  </a:lnTo>
                  <a:lnTo>
                    <a:pt x="47537" y="0"/>
                  </a:lnTo>
                  <a:lnTo>
                    <a:pt x="44368" y="0"/>
                  </a:lnTo>
                  <a:lnTo>
                    <a:pt x="41199" y="0"/>
                  </a:lnTo>
                  <a:lnTo>
                    <a:pt x="38029" y="0"/>
                  </a:lnTo>
                  <a:lnTo>
                    <a:pt x="34860" y="0"/>
                  </a:lnTo>
                  <a:lnTo>
                    <a:pt x="31691" y="0"/>
                  </a:lnTo>
                  <a:lnTo>
                    <a:pt x="28522" y="0"/>
                  </a:lnTo>
                  <a:lnTo>
                    <a:pt x="25353" y="0"/>
                  </a:lnTo>
                  <a:lnTo>
                    <a:pt x="22184" y="0"/>
                  </a:lnTo>
                  <a:lnTo>
                    <a:pt x="19014" y="0"/>
                  </a:lnTo>
                  <a:lnTo>
                    <a:pt x="15845" y="0"/>
                  </a:lnTo>
                  <a:lnTo>
                    <a:pt x="12676" y="0"/>
                  </a:lnTo>
                  <a:lnTo>
                    <a:pt x="9507" y="0"/>
                  </a:lnTo>
                  <a:lnTo>
                    <a:pt x="6338" y="0"/>
                  </a:lnTo>
                  <a:lnTo>
                    <a:pt x="3169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44934" y="5377598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 rot="2700000">
              <a:off x="1562194" y="4633916"/>
              <a:ext cx="775808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Gm9801</a:t>
              </a:r>
            </a:p>
          </p:txBody>
        </p:sp>
        <p:sp>
          <p:nvSpPr>
            <p:cNvPr id="180" name="tx180"/>
            <p:cNvSpPr/>
            <p:nvPr/>
          </p:nvSpPr>
          <p:spPr>
            <a:xfrm rot="2700000">
              <a:off x="3941363" y="4631205"/>
              <a:ext cx="36434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Ndn</a:t>
              </a:r>
            </a:p>
          </p:txBody>
        </p:sp>
        <p:sp>
          <p:nvSpPr>
            <p:cNvPr id="181" name="tx181"/>
            <p:cNvSpPr/>
            <p:nvPr/>
          </p:nvSpPr>
          <p:spPr>
            <a:xfrm rot="2700000">
              <a:off x="4289485" y="4601311"/>
              <a:ext cx="657593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Magel2</a:t>
              </a:r>
            </a:p>
          </p:txBody>
        </p:sp>
        <p:sp>
          <p:nvSpPr>
            <p:cNvPr id="182" name="tx182"/>
            <p:cNvSpPr/>
            <p:nvPr/>
          </p:nvSpPr>
          <p:spPr>
            <a:xfrm rot="2700000">
              <a:off x="5007168" y="4631205"/>
              <a:ext cx="564256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Mkrn3</a:t>
              </a:r>
            </a:p>
          </p:txBody>
        </p:sp>
        <p:sp>
          <p:nvSpPr>
            <p:cNvPr id="183" name="tx183"/>
            <p:cNvSpPr/>
            <p:nvPr/>
          </p:nvSpPr>
          <p:spPr>
            <a:xfrm rot="2700000">
              <a:off x="4892011" y="4633916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Gm32061</a:t>
              </a:r>
            </a:p>
          </p:txBody>
        </p:sp>
        <p:sp>
          <p:nvSpPr>
            <p:cNvPr id="184" name="tx184"/>
            <p:cNvSpPr/>
            <p:nvPr/>
          </p:nvSpPr>
          <p:spPr>
            <a:xfrm rot="2700000">
              <a:off x="5721302" y="4604022"/>
              <a:ext cx="564697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Peg12</a:t>
              </a:r>
            </a:p>
          </p:txBody>
        </p:sp>
        <p:sp>
          <p:nvSpPr>
            <p:cNvPr id="185" name="pl185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tx186"/>
            <p:cNvSpPr/>
            <p:nvPr/>
          </p:nvSpPr>
          <p:spPr>
            <a:xfrm>
              <a:off x="311199" y="621460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311199" y="5492372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311199" y="477467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11199" y="405085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11199" y="333010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91" name="pl191"/>
            <p:cNvSpPr/>
            <p:nvPr/>
          </p:nvSpPr>
          <p:spPr>
            <a:xfrm>
              <a:off x="410140" y="62569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10140" y="55361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10140" y="48154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410140" y="40946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10140" y="33738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179816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38274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496732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551904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136484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1513745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62200000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09832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62300000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468290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62400000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626748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62500000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785206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62600000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208" name="tx208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2026-03-09T10:21:51Z</dcterms:modified>
  <cp:category/>
</cp:coreProperties>
</file>