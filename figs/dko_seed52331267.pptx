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1703404"/>
              <a:ext cx="411228" cy="362884"/>
            </a:xfrm>
            <a:custGeom>
              <a:avLst/>
              <a:pathLst>
                <a:path w="411228" h="362884">
                  <a:moveTo>
                    <a:pt x="0" y="168310"/>
                  </a:moveTo>
                  <a:lnTo>
                    <a:pt x="21548" y="81348"/>
                  </a:lnTo>
                  <a:lnTo>
                    <a:pt x="54700" y="0"/>
                  </a:lnTo>
                  <a:lnTo>
                    <a:pt x="87852" y="0"/>
                  </a:lnTo>
                  <a:lnTo>
                    <a:pt x="121004" y="0"/>
                  </a:lnTo>
                  <a:lnTo>
                    <a:pt x="154156" y="0"/>
                  </a:lnTo>
                  <a:lnTo>
                    <a:pt x="187308" y="198536"/>
                  </a:lnTo>
                  <a:lnTo>
                    <a:pt x="220460" y="236046"/>
                  </a:lnTo>
                  <a:lnTo>
                    <a:pt x="253611" y="249403"/>
                  </a:lnTo>
                  <a:lnTo>
                    <a:pt x="286763" y="249403"/>
                  </a:lnTo>
                  <a:lnTo>
                    <a:pt x="319915" y="249403"/>
                  </a:lnTo>
                  <a:lnTo>
                    <a:pt x="353067" y="249403"/>
                  </a:lnTo>
                  <a:lnTo>
                    <a:pt x="386219" y="249403"/>
                  </a:lnTo>
                  <a:lnTo>
                    <a:pt x="411228" y="36288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73509" y="1703404"/>
              <a:ext cx="1082140" cy="362884"/>
            </a:xfrm>
            <a:custGeom>
              <a:avLst/>
              <a:pathLst>
                <a:path w="1082140" h="362884">
                  <a:moveTo>
                    <a:pt x="0" y="362884"/>
                  </a:moveTo>
                  <a:lnTo>
                    <a:pt x="50" y="362611"/>
                  </a:lnTo>
                  <a:lnTo>
                    <a:pt x="33202" y="362611"/>
                  </a:lnTo>
                  <a:lnTo>
                    <a:pt x="66354" y="362611"/>
                  </a:lnTo>
                  <a:lnTo>
                    <a:pt x="99506" y="362611"/>
                  </a:lnTo>
                  <a:lnTo>
                    <a:pt x="132658" y="362611"/>
                  </a:lnTo>
                  <a:lnTo>
                    <a:pt x="165810" y="362611"/>
                  </a:lnTo>
                  <a:lnTo>
                    <a:pt x="198962" y="362611"/>
                  </a:lnTo>
                  <a:lnTo>
                    <a:pt x="232114" y="362611"/>
                  </a:lnTo>
                  <a:lnTo>
                    <a:pt x="265266" y="362611"/>
                  </a:lnTo>
                  <a:lnTo>
                    <a:pt x="298417" y="362611"/>
                  </a:lnTo>
                  <a:lnTo>
                    <a:pt x="331569" y="362611"/>
                  </a:lnTo>
                  <a:lnTo>
                    <a:pt x="364721" y="362611"/>
                  </a:lnTo>
                  <a:lnTo>
                    <a:pt x="397873" y="362611"/>
                  </a:lnTo>
                  <a:lnTo>
                    <a:pt x="431025" y="362611"/>
                  </a:lnTo>
                  <a:lnTo>
                    <a:pt x="464177" y="362611"/>
                  </a:lnTo>
                  <a:lnTo>
                    <a:pt x="497329" y="362611"/>
                  </a:lnTo>
                  <a:lnTo>
                    <a:pt x="530481" y="362611"/>
                  </a:lnTo>
                  <a:lnTo>
                    <a:pt x="563633" y="341776"/>
                  </a:lnTo>
                  <a:lnTo>
                    <a:pt x="596785" y="168310"/>
                  </a:lnTo>
                  <a:lnTo>
                    <a:pt x="629936" y="106812"/>
                  </a:lnTo>
                  <a:lnTo>
                    <a:pt x="663088" y="0"/>
                  </a:lnTo>
                  <a:lnTo>
                    <a:pt x="696240" y="0"/>
                  </a:lnTo>
                  <a:lnTo>
                    <a:pt x="729392" y="0"/>
                  </a:lnTo>
                  <a:lnTo>
                    <a:pt x="762544" y="0"/>
                  </a:lnTo>
                  <a:lnTo>
                    <a:pt x="795696" y="0"/>
                  </a:lnTo>
                  <a:lnTo>
                    <a:pt x="828848" y="0"/>
                  </a:lnTo>
                  <a:lnTo>
                    <a:pt x="862000" y="0"/>
                  </a:lnTo>
                  <a:lnTo>
                    <a:pt x="895152" y="0"/>
                  </a:lnTo>
                  <a:lnTo>
                    <a:pt x="928303" y="0"/>
                  </a:lnTo>
                  <a:lnTo>
                    <a:pt x="961455" y="184531"/>
                  </a:lnTo>
                  <a:lnTo>
                    <a:pt x="994607" y="198536"/>
                  </a:lnTo>
                  <a:lnTo>
                    <a:pt x="1027759" y="249403"/>
                  </a:lnTo>
                  <a:lnTo>
                    <a:pt x="1060911" y="265258"/>
                  </a:lnTo>
                  <a:lnTo>
                    <a:pt x="1082140" y="36288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898498" y="2066015"/>
              <a:ext cx="663136" cy="273"/>
            </a:xfrm>
            <a:custGeom>
              <a:avLst/>
              <a:pathLst>
                <a:path w="663136" h="273">
                  <a:moveTo>
                    <a:pt x="0" y="273"/>
                  </a:moveTo>
                  <a:lnTo>
                    <a:pt x="49" y="0"/>
                  </a:lnTo>
                  <a:lnTo>
                    <a:pt x="33201" y="0"/>
                  </a:lnTo>
                  <a:lnTo>
                    <a:pt x="66352" y="0"/>
                  </a:lnTo>
                  <a:lnTo>
                    <a:pt x="99504" y="0"/>
                  </a:lnTo>
                  <a:lnTo>
                    <a:pt x="132656" y="0"/>
                  </a:lnTo>
                  <a:lnTo>
                    <a:pt x="165808" y="0"/>
                  </a:lnTo>
                  <a:lnTo>
                    <a:pt x="198960" y="0"/>
                  </a:lnTo>
                  <a:lnTo>
                    <a:pt x="232112" y="0"/>
                  </a:lnTo>
                  <a:lnTo>
                    <a:pt x="265264" y="0"/>
                  </a:lnTo>
                  <a:lnTo>
                    <a:pt x="298416" y="0"/>
                  </a:lnTo>
                  <a:lnTo>
                    <a:pt x="331568" y="0"/>
                  </a:lnTo>
                  <a:lnTo>
                    <a:pt x="364719" y="0"/>
                  </a:lnTo>
                  <a:lnTo>
                    <a:pt x="397871" y="0"/>
                  </a:lnTo>
                  <a:lnTo>
                    <a:pt x="431023" y="0"/>
                  </a:lnTo>
                  <a:lnTo>
                    <a:pt x="464175" y="0"/>
                  </a:lnTo>
                  <a:lnTo>
                    <a:pt x="497327" y="0"/>
                  </a:lnTo>
                  <a:lnTo>
                    <a:pt x="530479" y="0"/>
                  </a:lnTo>
                  <a:lnTo>
                    <a:pt x="563631" y="0"/>
                  </a:lnTo>
                  <a:lnTo>
                    <a:pt x="596783" y="0"/>
                  </a:lnTo>
                  <a:lnTo>
                    <a:pt x="629935" y="0"/>
                  </a:lnTo>
                  <a:lnTo>
                    <a:pt x="663086" y="0"/>
                  </a:lnTo>
                  <a:lnTo>
                    <a:pt x="663136" y="27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872243" y="1067433"/>
              <a:ext cx="3761244" cy="998855"/>
            </a:xfrm>
            <a:custGeom>
              <a:avLst/>
              <a:pathLst>
                <a:path w="3761244" h="998855">
                  <a:moveTo>
                    <a:pt x="0" y="998855"/>
                  </a:moveTo>
                  <a:lnTo>
                    <a:pt x="20860" y="928554"/>
                  </a:lnTo>
                  <a:lnTo>
                    <a:pt x="54012" y="836351"/>
                  </a:lnTo>
                  <a:lnTo>
                    <a:pt x="87164" y="740701"/>
                  </a:lnTo>
                  <a:lnTo>
                    <a:pt x="120316" y="740701"/>
                  </a:lnTo>
                  <a:lnTo>
                    <a:pt x="153468" y="679203"/>
                  </a:lnTo>
                  <a:lnTo>
                    <a:pt x="186620" y="647291"/>
                  </a:lnTo>
                  <a:lnTo>
                    <a:pt x="219772" y="564537"/>
                  </a:lnTo>
                  <a:lnTo>
                    <a:pt x="252924" y="485713"/>
                  </a:lnTo>
                  <a:lnTo>
                    <a:pt x="286075" y="485713"/>
                  </a:lnTo>
                  <a:lnTo>
                    <a:pt x="319227" y="381020"/>
                  </a:lnTo>
                  <a:lnTo>
                    <a:pt x="352379" y="257730"/>
                  </a:lnTo>
                  <a:lnTo>
                    <a:pt x="385531" y="111257"/>
                  </a:lnTo>
                  <a:lnTo>
                    <a:pt x="418683" y="0"/>
                  </a:lnTo>
                  <a:lnTo>
                    <a:pt x="451835" y="24009"/>
                  </a:lnTo>
                  <a:lnTo>
                    <a:pt x="484987" y="48484"/>
                  </a:lnTo>
                  <a:lnTo>
                    <a:pt x="518139" y="119658"/>
                  </a:lnTo>
                  <a:lnTo>
                    <a:pt x="551291" y="308047"/>
                  </a:lnTo>
                  <a:lnTo>
                    <a:pt x="584442" y="433110"/>
                  </a:lnTo>
                  <a:lnTo>
                    <a:pt x="617594" y="470619"/>
                  </a:lnTo>
                  <a:lnTo>
                    <a:pt x="650746" y="618662"/>
                  </a:lnTo>
                  <a:lnTo>
                    <a:pt x="683898" y="581176"/>
                  </a:lnTo>
                  <a:lnTo>
                    <a:pt x="717050" y="676825"/>
                  </a:lnTo>
                  <a:lnTo>
                    <a:pt x="750202" y="682066"/>
                  </a:lnTo>
                  <a:lnTo>
                    <a:pt x="783354" y="735711"/>
                  </a:lnTo>
                  <a:lnTo>
                    <a:pt x="816506" y="874617"/>
                  </a:lnTo>
                  <a:lnTo>
                    <a:pt x="849658" y="911875"/>
                  </a:lnTo>
                  <a:lnTo>
                    <a:pt x="882809" y="911875"/>
                  </a:lnTo>
                  <a:lnTo>
                    <a:pt x="915961" y="911875"/>
                  </a:lnTo>
                  <a:lnTo>
                    <a:pt x="949113" y="826594"/>
                  </a:lnTo>
                  <a:lnTo>
                    <a:pt x="982265" y="791741"/>
                  </a:lnTo>
                  <a:lnTo>
                    <a:pt x="1015417" y="820718"/>
                  </a:lnTo>
                  <a:lnTo>
                    <a:pt x="1048569" y="908786"/>
                  </a:lnTo>
                  <a:lnTo>
                    <a:pt x="1081721" y="908786"/>
                  </a:lnTo>
                  <a:lnTo>
                    <a:pt x="1114873" y="759510"/>
                  </a:lnTo>
                  <a:lnTo>
                    <a:pt x="1148025" y="738898"/>
                  </a:lnTo>
                  <a:lnTo>
                    <a:pt x="1181176" y="750997"/>
                  </a:lnTo>
                  <a:lnTo>
                    <a:pt x="1214328" y="736913"/>
                  </a:lnTo>
                  <a:lnTo>
                    <a:pt x="1247480" y="736913"/>
                  </a:lnTo>
                  <a:lnTo>
                    <a:pt x="1280632" y="736913"/>
                  </a:lnTo>
                  <a:lnTo>
                    <a:pt x="1313784" y="736913"/>
                  </a:lnTo>
                  <a:lnTo>
                    <a:pt x="1346936" y="736913"/>
                  </a:lnTo>
                  <a:lnTo>
                    <a:pt x="1380088" y="736913"/>
                  </a:lnTo>
                  <a:lnTo>
                    <a:pt x="1413240" y="736913"/>
                  </a:lnTo>
                  <a:lnTo>
                    <a:pt x="1446392" y="838971"/>
                  </a:lnTo>
                  <a:lnTo>
                    <a:pt x="1479544" y="885374"/>
                  </a:lnTo>
                  <a:lnTo>
                    <a:pt x="1512695" y="861959"/>
                  </a:lnTo>
                  <a:lnTo>
                    <a:pt x="1545847" y="736913"/>
                  </a:lnTo>
                  <a:lnTo>
                    <a:pt x="1578999" y="655565"/>
                  </a:lnTo>
                  <a:lnTo>
                    <a:pt x="1612151" y="444495"/>
                  </a:lnTo>
                  <a:lnTo>
                    <a:pt x="1645303" y="323436"/>
                  </a:lnTo>
                  <a:lnTo>
                    <a:pt x="1678455" y="223167"/>
                  </a:lnTo>
                  <a:lnTo>
                    <a:pt x="1711607" y="234573"/>
                  </a:lnTo>
                  <a:lnTo>
                    <a:pt x="1744759" y="234573"/>
                  </a:lnTo>
                  <a:lnTo>
                    <a:pt x="1777911" y="234573"/>
                  </a:lnTo>
                  <a:lnTo>
                    <a:pt x="1811062" y="234573"/>
                  </a:lnTo>
                  <a:lnTo>
                    <a:pt x="1844214" y="130162"/>
                  </a:lnTo>
                  <a:lnTo>
                    <a:pt x="1877366" y="124899"/>
                  </a:lnTo>
                  <a:lnTo>
                    <a:pt x="1910518" y="124899"/>
                  </a:lnTo>
                  <a:lnTo>
                    <a:pt x="1943670" y="124899"/>
                  </a:lnTo>
                  <a:lnTo>
                    <a:pt x="1976822" y="124899"/>
                  </a:lnTo>
                  <a:lnTo>
                    <a:pt x="2009974" y="140754"/>
                  </a:lnTo>
                  <a:lnTo>
                    <a:pt x="2043126" y="234573"/>
                  </a:lnTo>
                  <a:lnTo>
                    <a:pt x="2076278" y="305272"/>
                  </a:lnTo>
                  <a:lnTo>
                    <a:pt x="2109429" y="559556"/>
                  </a:lnTo>
                  <a:lnTo>
                    <a:pt x="2142581" y="804281"/>
                  </a:lnTo>
                  <a:lnTo>
                    <a:pt x="2175733" y="804281"/>
                  </a:lnTo>
                  <a:lnTo>
                    <a:pt x="2208885" y="804281"/>
                  </a:lnTo>
                  <a:lnTo>
                    <a:pt x="2242037" y="804281"/>
                  </a:lnTo>
                  <a:lnTo>
                    <a:pt x="2275189" y="804281"/>
                  </a:lnTo>
                  <a:lnTo>
                    <a:pt x="2308341" y="804281"/>
                  </a:lnTo>
                  <a:lnTo>
                    <a:pt x="2341493" y="988122"/>
                  </a:lnTo>
                  <a:lnTo>
                    <a:pt x="2374645" y="998582"/>
                  </a:lnTo>
                  <a:lnTo>
                    <a:pt x="2407796" y="998582"/>
                  </a:lnTo>
                  <a:lnTo>
                    <a:pt x="2440948" y="998582"/>
                  </a:lnTo>
                  <a:lnTo>
                    <a:pt x="2474100" y="998582"/>
                  </a:lnTo>
                  <a:lnTo>
                    <a:pt x="2507252" y="998582"/>
                  </a:lnTo>
                  <a:lnTo>
                    <a:pt x="2540404" y="998582"/>
                  </a:lnTo>
                  <a:lnTo>
                    <a:pt x="2573556" y="998582"/>
                  </a:lnTo>
                  <a:lnTo>
                    <a:pt x="2606708" y="998582"/>
                  </a:lnTo>
                  <a:lnTo>
                    <a:pt x="2639860" y="998582"/>
                  </a:lnTo>
                  <a:lnTo>
                    <a:pt x="2673012" y="998582"/>
                  </a:lnTo>
                  <a:lnTo>
                    <a:pt x="2706164" y="998582"/>
                  </a:lnTo>
                  <a:lnTo>
                    <a:pt x="2739315" y="998582"/>
                  </a:lnTo>
                  <a:lnTo>
                    <a:pt x="2772467" y="998582"/>
                  </a:lnTo>
                  <a:lnTo>
                    <a:pt x="2805619" y="998582"/>
                  </a:lnTo>
                  <a:lnTo>
                    <a:pt x="2838771" y="998582"/>
                  </a:lnTo>
                  <a:lnTo>
                    <a:pt x="2871923" y="998582"/>
                  </a:lnTo>
                  <a:lnTo>
                    <a:pt x="2905075" y="998582"/>
                  </a:lnTo>
                  <a:lnTo>
                    <a:pt x="2938227" y="998582"/>
                  </a:lnTo>
                  <a:lnTo>
                    <a:pt x="2971379" y="998582"/>
                  </a:lnTo>
                  <a:lnTo>
                    <a:pt x="3004531" y="998582"/>
                  </a:lnTo>
                  <a:lnTo>
                    <a:pt x="3037682" y="998582"/>
                  </a:lnTo>
                  <a:lnTo>
                    <a:pt x="3070834" y="998582"/>
                  </a:lnTo>
                  <a:lnTo>
                    <a:pt x="3103986" y="998582"/>
                  </a:lnTo>
                  <a:lnTo>
                    <a:pt x="3137138" y="998582"/>
                  </a:lnTo>
                  <a:lnTo>
                    <a:pt x="3170290" y="998582"/>
                  </a:lnTo>
                  <a:lnTo>
                    <a:pt x="3203442" y="859493"/>
                  </a:lnTo>
                  <a:lnTo>
                    <a:pt x="3236594" y="700624"/>
                  </a:lnTo>
                  <a:lnTo>
                    <a:pt x="3269746" y="501594"/>
                  </a:lnTo>
                  <a:lnTo>
                    <a:pt x="3302898" y="487510"/>
                  </a:lnTo>
                  <a:lnTo>
                    <a:pt x="3336049" y="487510"/>
                  </a:lnTo>
                  <a:lnTo>
                    <a:pt x="3369201" y="487510"/>
                  </a:lnTo>
                  <a:lnTo>
                    <a:pt x="3402353" y="487510"/>
                  </a:lnTo>
                  <a:lnTo>
                    <a:pt x="3435505" y="487510"/>
                  </a:lnTo>
                  <a:lnTo>
                    <a:pt x="3468657" y="686047"/>
                  </a:lnTo>
                  <a:lnTo>
                    <a:pt x="3501809" y="662059"/>
                  </a:lnTo>
                  <a:lnTo>
                    <a:pt x="3534961" y="604111"/>
                  </a:lnTo>
                  <a:lnTo>
                    <a:pt x="3568113" y="604111"/>
                  </a:lnTo>
                  <a:lnTo>
                    <a:pt x="3601265" y="604111"/>
                  </a:lnTo>
                  <a:lnTo>
                    <a:pt x="3634416" y="604111"/>
                  </a:lnTo>
                  <a:lnTo>
                    <a:pt x="3667568" y="604111"/>
                  </a:lnTo>
                  <a:lnTo>
                    <a:pt x="3700720" y="695583"/>
                  </a:lnTo>
                  <a:lnTo>
                    <a:pt x="3733872" y="823876"/>
                  </a:lnTo>
                  <a:lnTo>
                    <a:pt x="3761244" y="99885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713714" y="1302007"/>
              <a:ext cx="1284780" cy="764282"/>
            </a:xfrm>
            <a:custGeom>
              <a:avLst/>
              <a:pathLst>
                <a:path w="1284780" h="764282">
                  <a:moveTo>
                    <a:pt x="0" y="764282"/>
                  </a:moveTo>
                  <a:lnTo>
                    <a:pt x="25008" y="650800"/>
                  </a:lnTo>
                  <a:lnTo>
                    <a:pt x="58160" y="650800"/>
                  </a:lnTo>
                  <a:lnTo>
                    <a:pt x="91312" y="650800"/>
                  </a:lnTo>
                  <a:lnTo>
                    <a:pt x="124464" y="599934"/>
                  </a:lnTo>
                  <a:lnTo>
                    <a:pt x="157616" y="621785"/>
                  </a:lnTo>
                  <a:lnTo>
                    <a:pt x="190768" y="598657"/>
                  </a:lnTo>
                  <a:lnTo>
                    <a:pt x="223920" y="502339"/>
                  </a:lnTo>
                  <a:lnTo>
                    <a:pt x="257072" y="488412"/>
                  </a:lnTo>
                  <a:lnTo>
                    <a:pt x="290224" y="369537"/>
                  </a:lnTo>
                  <a:lnTo>
                    <a:pt x="323375" y="369537"/>
                  </a:lnTo>
                  <a:lnTo>
                    <a:pt x="356527" y="369537"/>
                  </a:lnTo>
                  <a:lnTo>
                    <a:pt x="389679" y="369537"/>
                  </a:lnTo>
                  <a:lnTo>
                    <a:pt x="422831" y="369537"/>
                  </a:lnTo>
                  <a:lnTo>
                    <a:pt x="455983" y="369537"/>
                  </a:lnTo>
                  <a:lnTo>
                    <a:pt x="489135" y="382205"/>
                  </a:lnTo>
                  <a:lnTo>
                    <a:pt x="522287" y="502339"/>
                  </a:lnTo>
                  <a:lnTo>
                    <a:pt x="555439" y="388587"/>
                  </a:lnTo>
                  <a:lnTo>
                    <a:pt x="588591" y="369537"/>
                  </a:lnTo>
                  <a:lnTo>
                    <a:pt x="621742" y="349894"/>
                  </a:lnTo>
                  <a:lnTo>
                    <a:pt x="654894" y="204279"/>
                  </a:lnTo>
                  <a:lnTo>
                    <a:pt x="688046" y="199346"/>
                  </a:lnTo>
                  <a:lnTo>
                    <a:pt x="721198" y="95174"/>
                  </a:lnTo>
                  <a:lnTo>
                    <a:pt x="754350" y="11511"/>
                  </a:lnTo>
                  <a:lnTo>
                    <a:pt x="787502" y="120134"/>
                  </a:lnTo>
                  <a:lnTo>
                    <a:pt x="820654" y="120134"/>
                  </a:lnTo>
                  <a:lnTo>
                    <a:pt x="853806" y="23128"/>
                  </a:lnTo>
                  <a:lnTo>
                    <a:pt x="886958" y="0"/>
                  </a:lnTo>
                  <a:lnTo>
                    <a:pt x="920109" y="0"/>
                  </a:lnTo>
                  <a:lnTo>
                    <a:pt x="953261" y="0"/>
                  </a:lnTo>
                  <a:lnTo>
                    <a:pt x="986413" y="0"/>
                  </a:lnTo>
                  <a:lnTo>
                    <a:pt x="1019565" y="0"/>
                  </a:lnTo>
                  <a:lnTo>
                    <a:pt x="1052717" y="101368"/>
                  </a:lnTo>
                  <a:lnTo>
                    <a:pt x="1085869" y="120134"/>
                  </a:lnTo>
                  <a:lnTo>
                    <a:pt x="1119021" y="58636"/>
                  </a:lnTo>
                  <a:lnTo>
                    <a:pt x="1152173" y="184787"/>
                  </a:lnTo>
                  <a:lnTo>
                    <a:pt x="1185325" y="252937"/>
                  </a:lnTo>
                  <a:lnTo>
                    <a:pt x="1218476" y="281262"/>
                  </a:lnTo>
                  <a:lnTo>
                    <a:pt x="1251628" y="401397"/>
                  </a:lnTo>
                  <a:lnTo>
                    <a:pt x="1284780" y="401397"/>
                  </a:lnTo>
                  <a:lnTo>
                    <a:pt x="1284780" y="40139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622670" y="1067433"/>
              <a:ext cx="8375825" cy="998855"/>
            </a:xfrm>
            <a:custGeom>
              <a:avLst/>
              <a:pathLst>
                <a:path w="8375825" h="998855">
                  <a:moveTo>
                    <a:pt x="0" y="804281"/>
                  </a:moveTo>
                  <a:lnTo>
                    <a:pt x="21548" y="717319"/>
                  </a:lnTo>
                  <a:lnTo>
                    <a:pt x="54700" y="635971"/>
                  </a:lnTo>
                  <a:lnTo>
                    <a:pt x="87852" y="635971"/>
                  </a:lnTo>
                  <a:lnTo>
                    <a:pt x="121004" y="635971"/>
                  </a:lnTo>
                  <a:lnTo>
                    <a:pt x="154156" y="635971"/>
                  </a:lnTo>
                  <a:lnTo>
                    <a:pt x="187308" y="834508"/>
                  </a:lnTo>
                  <a:lnTo>
                    <a:pt x="220460" y="872017"/>
                  </a:lnTo>
                  <a:lnTo>
                    <a:pt x="253611" y="885374"/>
                  </a:lnTo>
                  <a:lnTo>
                    <a:pt x="286763" y="885374"/>
                  </a:lnTo>
                  <a:lnTo>
                    <a:pt x="319915" y="885374"/>
                  </a:lnTo>
                  <a:lnTo>
                    <a:pt x="353067" y="885374"/>
                  </a:lnTo>
                  <a:lnTo>
                    <a:pt x="386219" y="885374"/>
                  </a:lnTo>
                  <a:lnTo>
                    <a:pt x="419371" y="998855"/>
                  </a:lnTo>
                  <a:lnTo>
                    <a:pt x="452523" y="998855"/>
                  </a:lnTo>
                  <a:lnTo>
                    <a:pt x="485675" y="998855"/>
                  </a:lnTo>
                  <a:lnTo>
                    <a:pt x="518827" y="998855"/>
                  </a:lnTo>
                  <a:lnTo>
                    <a:pt x="551978" y="998855"/>
                  </a:lnTo>
                  <a:lnTo>
                    <a:pt x="585130" y="998855"/>
                  </a:lnTo>
                  <a:lnTo>
                    <a:pt x="618282" y="998855"/>
                  </a:lnTo>
                  <a:lnTo>
                    <a:pt x="651434" y="998855"/>
                  </a:lnTo>
                  <a:lnTo>
                    <a:pt x="684586" y="998855"/>
                  </a:lnTo>
                  <a:lnTo>
                    <a:pt x="717738" y="998855"/>
                  </a:lnTo>
                  <a:lnTo>
                    <a:pt x="750890" y="998582"/>
                  </a:lnTo>
                  <a:lnTo>
                    <a:pt x="784042" y="998582"/>
                  </a:lnTo>
                  <a:lnTo>
                    <a:pt x="817194" y="998582"/>
                  </a:lnTo>
                  <a:lnTo>
                    <a:pt x="850346" y="998582"/>
                  </a:lnTo>
                  <a:lnTo>
                    <a:pt x="883497" y="998582"/>
                  </a:lnTo>
                  <a:lnTo>
                    <a:pt x="916649" y="998582"/>
                  </a:lnTo>
                  <a:lnTo>
                    <a:pt x="949801" y="998582"/>
                  </a:lnTo>
                  <a:lnTo>
                    <a:pt x="982953" y="998582"/>
                  </a:lnTo>
                  <a:lnTo>
                    <a:pt x="1016105" y="998582"/>
                  </a:lnTo>
                  <a:lnTo>
                    <a:pt x="1049257" y="998582"/>
                  </a:lnTo>
                  <a:lnTo>
                    <a:pt x="1082409" y="998582"/>
                  </a:lnTo>
                  <a:lnTo>
                    <a:pt x="1115561" y="998582"/>
                  </a:lnTo>
                  <a:lnTo>
                    <a:pt x="1148713" y="998582"/>
                  </a:lnTo>
                  <a:lnTo>
                    <a:pt x="1181864" y="998582"/>
                  </a:lnTo>
                  <a:lnTo>
                    <a:pt x="1215016" y="998582"/>
                  </a:lnTo>
                  <a:lnTo>
                    <a:pt x="1248168" y="998582"/>
                  </a:lnTo>
                  <a:lnTo>
                    <a:pt x="1281320" y="998582"/>
                  </a:lnTo>
                  <a:lnTo>
                    <a:pt x="1314472" y="977747"/>
                  </a:lnTo>
                  <a:lnTo>
                    <a:pt x="1347624" y="804281"/>
                  </a:lnTo>
                  <a:lnTo>
                    <a:pt x="1380776" y="742783"/>
                  </a:lnTo>
                  <a:lnTo>
                    <a:pt x="1413928" y="635971"/>
                  </a:lnTo>
                  <a:lnTo>
                    <a:pt x="1447080" y="635971"/>
                  </a:lnTo>
                  <a:lnTo>
                    <a:pt x="1480231" y="635971"/>
                  </a:lnTo>
                  <a:lnTo>
                    <a:pt x="1513383" y="635971"/>
                  </a:lnTo>
                  <a:lnTo>
                    <a:pt x="1546535" y="635971"/>
                  </a:lnTo>
                  <a:lnTo>
                    <a:pt x="1579687" y="635971"/>
                  </a:lnTo>
                  <a:lnTo>
                    <a:pt x="1612839" y="635971"/>
                  </a:lnTo>
                  <a:lnTo>
                    <a:pt x="1645991" y="635971"/>
                  </a:lnTo>
                  <a:lnTo>
                    <a:pt x="1679143" y="635971"/>
                  </a:lnTo>
                  <a:lnTo>
                    <a:pt x="1712295" y="820502"/>
                  </a:lnTo>
                  <a:lnTo>
                    <a:pt x="1745447" y="834508"/>
                  </a:lnTo>
                  <a:lnTo>
                    <a:pt x="1778598" y="885374"/>
                  </a:lnTo>
                  <a:lnTo>
                    <a:pt x="1811750" y="901229"/>
                  </a:lnTo>
                  <a:lnTo>
                    <a:pt x="1844902" y="998855"/>
                  </a:lnTo>
                  <a:lnTo>
                    <a:pt x="1878054" y="998855"/>
                  </a:lnTo>
                  <a:lnTo>
                    <a:pt x="1911206" y="998855"/>
                  </a:lnTo>
                  <a:lnTo>
                    <a:pt x="1944358" y="998855"/>
                  </a:lnTo>
                  <a:lnTo>
                    <a:pt x="1977510" y="998855"/>
                  </a:lnTo>
                  <a:lnTo>
                    <a:pt x="2010662" y="998855"/>
                  </a:lnTo>
                  <a:lnTo>
                    <a:pt x="2043814" y="998855"/>
                  </a:lnTo>
                  <a:lnTo>
                    <a:pt x="2076966" y="998855"/>
                  </a:lnTo>
                  <a:lnTo>
                    <a:pt x="2110117" y="998855"/>
                  </a:lnTo>
                  <a:lnTo>
                    <a:pt x="2143269" y="998855"/>
                  </a:lnTo>
                  <a:lnTo>
                    <a:pt x="2176421" y="998855"/>
                  </a:lnTo>
                  <a:lnTo>
                    <a:pt x="2209573" y="998855"/>
                  </a:lnTo>
                  <a:lnTo>
                    <a:pt x="2242725" y="998855"/>
                  </a:lnTo>
                  <a:lnTo>
                    <a:pt x="2275877" y="998582"/>
                  </a:lnTo>
                  <a:lnTo>
                    <a:pt x="2309029" y="998582"/>
                  </a:lnTo>
                  <a:lnTo>
                    <a:pt x="2342181" y="998582"/>
                  </a:lnTo>
                  <a:lnTo>
                    <a:pt x="2375333" y="998582"/>
                  </a:lnTo>
                  <a:lnTo>
                    <a:pt x="2408484" y="998582"/>
                  </a:lnTo>
                  <a:lnTo>
                    <a:pt x="2441636" y="998582"/>
                  </a:lnTo>
                  <a:lnTo>
                    <a:pt x="2474788" y="998582"/>
                  </a:lnTo>
                  <a:lnTo>
                    <a:pt x="2507940" y="998582"/>
                  </a:lnTo>
                  <a:lnTo>
                    <a:pt x="2541092" y="998582"/>
                  </a:lnTo>
                  <a:lnTo>
                    <a:pt x="2574244" y="998582"/>
                  </a:lnTo>
                  <a:lnTo>
                    <a:pt x="2607396" y="998582"/>
                  </a:lnTo>
                  <a:lnTo>
                    <a:pt x="2640548" y="998582"/>
                  </a:lnTo>
                  <a:lnTo>
                    <a:pt x="2673700" y="998582"/>
                  </a:lnTo>
                  <a:lnTo>
                    <a:pt x="2706851" y="998582"/>
                  </a:lnTo>
                  <a:lnTo>
                    <a:pt x="2740003" y="998582"/>
                  </a:lnTo>
                  <a:lnTo>
                    <a:pt x="2773155" y="998582"/>
                  </a:lnTo>
                  <a:lnTo>
                    <a:pt x="2806307" y="998582"/>
                  </a:lnTo>
                  <a:lnTo>
                    <a:pt x="2839459" y="998582"/>
                  </a:lnTo>
                  <a:lnTo>
                    <a:pt x="2872611" y="998582"/>
                  </a:lnTo>
                  <a:lnTo>
                    <a:pt x="2905763" y="998582"/>
                  </a:lnTo>
                  <a:lnTo>
                    <a:pt x="2938915" y="998582"/>
                  </a:lnTo>
                  <a:lnTo>
                    <a:pt x="2972067" y="998855"/>
                  </a:lnTo>
                  <a:lnTo>
                    <a:pt x="3005218" y="998855"/>
                  </a:lnTo>
                  <a:lnTo>
                    <a:pt x="3038370" y="998855"/>
                  </a:lnTo>
                  <a:lnTo>
                    <a:pt x="3071522" y="998855"/>
                  </a:lnTo>
                  <a:lnTo>
                    <a:pt x="3104674" y="998855"/>
                  </a:lnTo>
                  <a:lnTo>
                    <a:pt x="3137826" y="998855"/>
                  </a:lnTo>
                  <a:lnTo>
                    <a:pt x="3170978" y="998855"/>
                  </a:lnTo>
                  <a:lnTo>
                    <a:pt x="3204130" y="998855"/>
                  </a:lnTo>
                  <a:lnTo>
                    <a:pt x="3237282" y="998855"/>
                  </a:lnTo>
                  <a:lnTo>
                    <a:pt x="3270434" y="928554"/>
                  </a:lnTo>
                  <a:lnTo>
                    <a:pt x="3303586" y="836351"/>
                  </a:lnTo>
                  <a:lnTo>
                    <a:pt x="3336737" y="740701"/>
                  </a:lnTo>
                  <a:lnTo>
                    <a:pt x="3369889" y="740701"/>
                  </a:lnTo>
                  <a:lnTo>
                    <a:pt x="3403041" y="679203"/>
                  </a:lnTo>
                  <a:lnTo>
                    <a:pt x="3436193" y="647291"/>
                  </a:lnTo>
                  <a:lnTo>
                    <a:pt x="3469345" y="564537"/>
                  </a:lnTo>
                  <a:lnTo>
                    <a:pt x="3502497" y="485713"/>
                  </a:lnTo>
                  <a:lnTo>
                    <a:pt x="3535649" y="485713"/>
                  </a:lnTo>
                  <a:lnTo>
                    <a:pt x="3568801" y="381020"/>
                  </a:lnTo>
                  <a:lnTo>
                    <a:pt x="3601953" y="257730"/>
                  </a:lnTo>
                  <a:lnTo>
                    <a:pt x="3635104" y="111257"/>
                  </a:lnTo>
                  <a:lnTo>
                    <a:pt x="3668256" y="0"/>
                  </a:lnTo>
                  <a:lnTo>
                    <a:pt x="3701408" y="24009"/>
                  </a:lnTo>
                  <a:lnTo>
                    <a:pt x="3734560" y="48484"/>
                  </a:lnTo>
                  <a:lnTo>
                    <a:pt x="3767712" y="119658"/>
                  </a:lnTo>
                  <a:lnTo>
                    <a:pt x="3800864" y="308047"/>
                  </a:lnTo>
                  <a:lnTo>
                    <a:pt x="3834016" y="433110"/>
                  </a:lnTo>
                  <a:lnTo>
                    <a:pt x="3867168" y="470619"/>
                  </a:lnTo>
                  <a:lnTo>
                    <a:pt x="3900320" y="618662"/>
                  </a:lnTo>
                  <a:lnTo>
                    <a:pt x="3933471" y="581176"/>
                  </a:lnTo>
                  <a:lnTo>
                    <a:pt x="3966623" y="676825"/>
                  </a:lnTo>
                  <a:lnTo>
                    <a:pt x="3999775" y="682066"/>
                  </a:lnTo>
                  <a:lnTo>
                    <a:pt x="4032927" y="735711"/>
                  </a:lnTo>
                  <a:lnTo>
                    <a:pt x="4066079" y="874617"/>
                  </a:lnTo>
                  <a:lnTo>
                    <a:pt x="4099231" y="911875"/>
                  </a:lnTo>
                  <a:lnTo>
                    <a:pt x="4132383" y="911875"/>
                  </a:lnTo>
                  <a:lnTo>
                    <a:pt x="4165535" y="911875"/>
                  </a:lnTo>
                  <a:lnTo>
                    <a:pt x="4198687" y="826594"/>
                  </a:lnTo>
                  <a:lnTo>
                    <a:pt x="4231838" y="791741"/>
                  </a:lnTo>
                  <a:lnTo>
                    <a:pt x="4264990" y="820718"/>
                  </a:lnTo>
                  <a:lnTo>
                    <a:pt x="4298142" y="908786"/>
                  </a:lnTo>
                  <a:lnTo>
                    <a:pt x="4331294" y="908786"/>
                  </a:lnTo>
                  <a:lnTo>
                    <a:pt x="4364446" y="759510"/>
                  </a:lnTo>
                  <a:lnTo>
                    <a:pt x="4397598" y="738898"/>
                  </a:lnTo>
                  <a:lnTo>
                    <a:pt x="4430750" y="750997"/>
                  </a:lnTo>
                  <a:lnTo>
                    <a:pt x="4463902" y="736913"/>
                  </a:lnTo>
                  <a:lnTo>
                    <a:pt x="4497054" y="736913"/>
                  </a:lnTo>
                  <a:lnTo>
                    <a:pt x="4530206" y="736913"/>
                  </a:lnTo>
                  <a:lnTo>
                    <a:pt x="4563357" y="736913"/>
                  </a:lnTo>
                  <a:lnTo>
                    <a:pt x="4596509" y="736913"/>
                  </a:lnTo>
                  <a:lnTo>
                    <a:pt x="4629661" y="736913"/>
                  </a:lnTo>
                  <a:lnTo>
                    <a:pt x="4662813" y="736913"/>
                  </a:lnTo>
                  <a:lnTo>
                    <a:pt x="4695965" y="838971"/>
                  </a:lnTo>
                  <a:lnTo>
                    <a:pt x="4729117" y="885374"/>
                  </a:lnTo>
                  <a:lnTo>
                    <a:pt x="4762269" y="861959"/>
                  </a:lnTo>
                  <a:lnTo>
                    <a:pt x="4795421" y="736913"/>
                  </a:lnTo>
                  <a:lnTo>
                    <a:pt x="4828573" y="655565"/>
                  </a:lnTo>
                  <a:lnTo>
                    <a:pt x="4861724" y="444495"/>
                  </a:lnTo>
                  <a:lnTo>
                    <a:pt x="4894876" y="323436"/>
                  </a:lnTo>
                  <a:lnTo>
                    <a:pt x="4928028" y="223167"/>
                  </a:lnTo>
                  <a:lnTo>
                    <a:pt x="4961180" y="234573"/>
                  </a:lnTo>
                  <a:lnTo>
                    <a:pt x="4994332" y="234573"/>
                  </a:lnTo>
                  <a:lnTo>
                    <a:pt x="5027484" y="234573"/>
                  </a:lnTo>
                  <a:lnTo>
                    <a:pt x="5060636" y="234573"/>
                  </a:lnTo>
                  <a:lnTo>
                    <a:pt x="5093788" y="130162"/>
                  </a:lnTo>
                  <a:lnTo>
                    <a:pt x="5126940" y="124899"/>
                  </a:lnTo>
                  <a:lnTo>
                    <a:pt x="5160091" y="124899"/>
                  </a:lnTo>
                  <a:lnTo>
                    <a:pt x="5193243" y="124899"/>
                  </a:lnTo>
                  <a:lnTo>
                    <a:pt x="5226395" y="124899"/>
                  </a:lnTo>
                  <a:lnTo>
                    <a:pt x="5259547" y="140754"/>
                  </a:lnTo>
                  <a:lnTo>
                    <a:pt x="5292699" y="234573"/>
                  </a:lnTo>
                  <a:lnTo>
                    <a:pt x="5325851" y="305272"/>
                  </a:lnTo>
                  <a:lnTo>
                    <a:pt x="5359003" y="559556"/>
                  </a:lnTo>
                  <a:lnTo>
                    <a:pt x="5392155" y="804281"/>
                  </a:lnTo>
                  <a:lnTo>
                    <a:pt x="5425307" y="804281"/>
                  </a:lnTo>
                  <a:lnTo>
                    <a:pt x="5458458" y="804281"/>
                  </a:lnTo>
                  <a:lnTo>
                    <a:pt x="5491610" y="804281"/>
                  </a:lnTo>
                  <a:lnTo>
                    <a:pt x="5524762" y="804281"/>
                  </a:lnTo>
                  <a:lnTo>
                    <a:pt x="5557914" y="804281"/>
                  </a:lnTo>
                  <a:lnTo>
                    <a:pt x="5591066" y="988122"/>
                  </a:lnTo>
                  <a:lnTo>
                    <a:pt x="5624218" y="998582"/>
                  </a:lnTo>
                  <a:lnTo>
                    <a:pt x="5657370" y="998582"/>
                  </a:lnTo>
                  <a:lnTo>
                    <a:pt x="5690522" y="998582"/>
                  </a:lnTo>
                  <a:lnTo>
                    <a:pt x="5723674" y="998582"/>
                  </a:lnTo>
                  <a:lnTo>
                    <a:pt x="5756826" y="998582"/>
                  </a:lnTo>
                  <a:lnTo>
                    <a:pt x="5789977" y="998582"/>
                  </a:lnTo>
                  <a:lnTo>
                    <a:pt x="5823129" y="998582"/>
                  </a:lnTo>
                  <a:lnTo>
                    <a:pt x="5856281" y="998582"/>
                  </a:lnTo>
                  <a:lnTo>
                    <a:pt x="5889433" y="998582"/>
                  </a:lnTo>
                  <a:lnTo>
                    <a:pt x="5922585" y="998582"/>
                  </a:lnTo>
                  <a:lnTo>
                    <a:pt x="5955737" y="998582"/>
                  </a:lnTo>
                  <a:lnTo>
                    <a:pt x="5988889" y="998582"/>
                  </a:lnTo>
                  <a:lnTo>
                    <a:pt x="6022041" y="998582"/>
                  </a:lnTo>
                  <a:lnTo>
                    <a:pt x="6055193" y="998582"/>
                  </a:lnTo>
                  <a:lnTo>
                    <a:pt x="6088344" y="998582"/>
                  </a:lnTo>
                  <a:lnTo>
                    <a:pt x="6121496" y="998582"/>
                  </a:lnTo>
                  <a:lnTo>
                    <a:pt x="6154648" y="998582"/>
                  </a:lnTo>
                  <a:lnTo>
                    <a:pt x="6187800" y="998582"/>
                  </a:lnTo>
                  <a:lnTo>
                    <a:pt x="6220952" y="998582"/>
                  </a:lnTo>
                  <a:lnTo>
                    <a:pt x="6254104" y="998582"/>
                  </a:lnTo>
                  <a:lnTo>
                    <a:pt x="6287256" y="998582"/>
                  </a:lnTo>
                  <a:lnTo>
                    <a:pt x="6320408" y="998582"/>
                  </a:lnTo>
                  <a:lnTo>
                    <a:pt x="6353560" y="998582"/>
                  </a:lnTo>
                  <a:lnTo>
                    <a:pt x="6386711" y="998582"/>
                  </a:lnTo>
                  <a:lnTo>
                    <a:pt x="6419863" y="998582"/>
                  </a:lnTo>
                  <a:lnTo>
                    <a:pt x="6453015" y="859493"/>
                  </a:lnTo>
                  <a:lnTo>
                    <a:pt x="6486167" y="700624"/>
                  </a:lnTo>
                  <a:lnTo>
                    <a:pt x="6519319" y="501594"/>
                  </a:lnTo>
                  <a:lnTo>
                    <a:pt x="6552471" y="487510"/>
                  </a:lnTo>
                  <a:lnTo>
                    <a:pt x="6585623" y="487510"/>
                  </a:lnTo>
                  <a:lnTo>
                    <a:pt x="6618775" y="487510"/>
                  </a:lnTo>
                  <a:lnTo>
                    <a:pt x="6651927" y="487510"/>
                  </a:lnTo>
                  <a:lnTo>
                    <a:pt x="6685078" y="487510"/>
                  </a:lnTo>
                  <a:lnTo>
                    <a:pt x="6718230" y="686047"/>
                  </a:lnTo>
                  <a:lnTo>
                    <a:pt x="6751382" y="662059"/>
                  </a:lnTo>
                  <a:lnTo>
                    <a:pt x="6784534" y="604111"/>
                  </a:lnTo>
                  <a:lnTo>
                    <a:pt x="6817686" y="604111"/>
                  </a:lnTo>
                  <a:lnTo>
                    <a:pt x="6850838" y="604111"/>
                  </a:lnTo>
                  <a:lnTo>
                    <a:pt x="6883990" y="604111"/>
                  </a:lnTo>
                  <a:lnTo>
                    <a:pt x="6917142" y="604111"/>
                  </a:lnTo>
                  <a:lnTo>
                    <a:pt x="6950294" y="695583"/>
                  </a:lnTo>
                  <a:lnTo>
                    <a:pt x="6983446" y="823876"/>
                  </a:lnTo>
                  <a:lnTo>
                    <a:pt x="7016597" y="998855"/>
                  </a:lnTo>
                  <a:lnTo>
                    <a:pt x="7049749" y="998855"/>
                  </a:lnTo>
                  <a:lnTo>
                    <a:pt x="7082901" y="998855"/>
                  </a:lnTo>
                  <a:lnTo>
                    <a:pt x="7116053" y="885374"/>
                  </a:lnTo>
                  <a:lnTo>
                    <a:pt x="7149205" y="885374"/>
                  </a:lnTo>
                  <a:lnTo>
                    <a:pt x="7182357" y="885374"/>
                  </a:lnTo>
                  <a:lnTo>
                    <a:pt x="7215509" y="834508"/>
                  </a:lnTo>
                  <a:lnTo>
                    <a:pt x="7248661" y="856359"/>
                  </a:lnTo>
                  <a:lnTo>
                    <a:pt x="7281813" y="833231"/>
                  </a:lnTo>
                  <a:lnTo>
                    <a:pt x="7314964" y="736913"/>
                  </a:lnTo>
                  <a:lnTo>
                    <a:pt x="7348116" y="722985"/>
                  </a:lnTo>
                  <a:lnTo>
                    <a:pt x="7381268" y="604111"/>
                  </a:lnTo>
                  <a:lnTo>
                    <a:pt x="7414420" y="604111"/>
                  </a:lnTo>
                  <a:lnTo>
                    <a:pt x="7447572" y="604111"/>
                  </a:lnTo>
                  <a:lnTo>
                    <a:pt x="7480724" y="604111"/>
                  </a:lnTo>
                  <a:lnTo>
                    <a:pt x="7513876" y="604111"/>
                  </a:lnTo>
                  <a:lnTo>
                    <a:pt x="7547028" y="604111"/>
                  </a:lnTo>
                  <a:lnTo>
                    <a:pt x="7580180" y="616779"/>
                  </a:lnTo>
                  <a:lnTo>
                    <a:pt x="7613331" y="736913"/>
                  </a:lnTo>
                  <a:lnTo>
                    <a:pt x="7646483" y="623161"/>
                  </a:lnTo>
                  <a:lnTo>
                    <a:pt x="7679635" y="604111"/>
                  </a:lnTo>
                  <a:lnTo>
                    <a:pt x="7712787" y="584467"/>
                  </a:lnTo>
                  <a:lnTo>
                    <a:pt x="7745939" y="438853"/>
                  </a:lnTo>
                  <a:lnTo>
                    <a:pt x="7779091" y="433920"/>
                  </a:lnTo>
                  <a:lnTo>
                    <a:pt x="7812243" y="329747"/>
                  </a:lnTo>
                  <a:lnTo>
                    <a:pt x="7845395" y="246084"/>
                  </a:lnTo>
                  <a:lnTo>
                    <a:pt x="7878547" y="354708"/>
                  </a:lnTo>
                  <a:lnTo>
                    <a:pt x="7911698" y="354708"/>
                  </a:lnTo>
                  <a:lnTo>
                    <a:pt x="7944850" y="257702"/>
                  </a:lnTo>
                  <a:lnTo>
                    <a:pt x="7978002" y="234573"/>
                  </a:lnTo>
                  <a:lnTo>
                    <a:pt x="8011154" y="234573"/>
                  </a:lnTo>
                  <a:lnTo>
                    <a:pt x="8044306" y="234573"/>
                  </a:lnTo>
                  <a:lnTo>
                    <a:pt x="8077458" y="234573"/>
                  </a:lnTo>
                  <a:lnTo>
                    <a:pt x="8110610" y="234573"/>
                  </a:lnTo>
                  <a:lnTo>
                    <a:pt x="8143762" y="335941"/>
                  </a:lnTo>
                  <a:lnTo>
                    <a:pt x="8176914" y="354708"/>
                  </a:lnTo>
                  <a:lnTo>
                    <a:pt x="8210066" y="293210"/>
                  </a:lnTo>
                  <a:lnTo>
                    <a:pt x="8243217" y="419361"/>
                  </a:lnTo>
                  <a:lnTo>
                    <a:pt x="8276369" y="487510"/>
                  </a:lnTo>
                  <a:lnTo>
                    <a:pt x="8309521" y="515836"/>
                  </a:lnTo>
                  <a:lnTo>
                    <a:pt x="8342673" y="635971"/>
                  </a:lnTo>
                  <a:lnTo>
                    <a:pt x="8375825" y="635971"/>
                  </a:lnTo>
                  <a:lnTo>
                    <a:pt x="8375825" y="998855"/>
                  </a:lnTo>
                  <a:lnTo>
                    <a:pt x="8342673" y="998855"/>
                  </a:lnTo>
                  <a:lnTo>
                    <a:pt x="8309521" y="998855"/>
                  </a:lnTo>
                  <a:lnTo>
                    <a:pt x="8276369" y="998855"/>
                  </a:lnTo>
                  <a:lnTo>
                    <a:pt x="8243217" y="998855"/>
                  </a:lnTo>
                  <a:lnTo>
                    <a:pt x="8210066" y="998855"/>
                  </a:lnTo>
                  <a:lnTo>
                    <a:pt x="8176914" y="998855"/>
                  </a:lnTo>
                  <a:lnTo>
                    <a:pt x="8143762" y="998855"/>
                  </a:lnTo>
                  <a:lnTo>
                    <a:pt x="8110610" y="998855"/>
                  </a:lnTo>
                  <a:lnTo>
                    <a:pt x="8077458" y="998855"/>
                  </a:lnTo>
                  <a:lnTo>
                    <a:pt x="8044306" y="998855"/>
                  </a:lnTo>
                  <a:lnTo>
                    <a:pt x="8011154" y="998855"/>
                  </a:lnTo>
                  <a:lnTo>
                    <a:pt x="7978002" y="998855"/>
                  </a:lnTo>
                  <a:lnTo>
                    <a:pt x="7944850" y="998855"/>
                  </a:lnTo>
                  <a:lnTo>
                    <a:pt x="7911698" y="998855"/>
                  </a:lnTo>
                  <a:lnTo>
                    <a:pt x="7878547" y="998855"/>
                  </a:lnTo>
                  <a:lnTo>
                    <a:pt x="7845395" y="998855"/>
                  </a:lnTo>
                  <a:lnTo>
                    <a:pt x="7812243" y="998855"/>
                  </a:lnTo>
                  <a:lnTo>
                    <a:pt x="7779091" y="998855"/>
                  </a:lnTo>
                  <a:lnTo>
                    <a:pt x="7745939" y="998855"/>
                  </a:lnTo>
                  <a:lnTo>
                    <a:pt x="7712787" y="998855"/>
                  </a:lnTo>
                  <a:lnTo>
                    <a:pt x="7679635" y="998855"/>
                  </a:lnTo>
                  <a:lnTo>
                    <a:pt x="7646483" y="998855"/>
                  </a:lnTo>
                  <a:lnTo>
                    <a:pt x="7613331" y="998855"/>
                  </a:lnTo>
                  <a:lnTo>
                    <a:pt x="7580180" y="998855"/>
                  </a:lnTo>
                  <a:lnTo>
                    <a:pt x="7547028" y="998855"/>
                  </a:lnTo>
                  <a:lnTo>
                    <a:pt x="7513876" y="998855"/>
                  </a:lnTo>
                  <a:lnTo>
                    <a:pt x="7480724" y="998855"/>
                  </a:lnTo>
                  <a:lnTo>
                    <a:pt x="7447572" y="998855"/>
                  </a:lnTo>
                  <a:lnTo>
                    <a:pt x="7414420" y="998855"/>
                  </a:lnTo>
                  <a:lnTo>
                    <a:pt x="7381268" y="998855"/>
                  </a:lnTo>
                  <a:lnTo>
                    <a:pt x="7348116" y="998855"/>
                  </a:lnTo>
                  <a:lnTo>
                    <a:pt x="7314964" y="998855"/>
                  </a:lnTo>
                  <a:lnTo>
                    <a:pt x="7281813" y="998855"/>
                  </a:lnTo>
                  <a:lnTo>
                    <a:pt x="7248661" y="998855"/>
                  </a:lnTo>
                  <a:lnTo>
                    <a:pt x="7215509" y="998855"/>
                  </a:lnTo>
                  <a:lnTo>
                    <a:pt x="7182357" y="998855"/>
                  </a:lnTo>
                  <a:lnTo>
                    <a:pt x="7149205" y="998855"/>
                  </a:lnTo>
                  <a:lnTo>
                    <a:pt x="7116053" y="998855"/>
                  </a:lnTo>
                  <a:lnTo>
                    <a:pt x="7082901" y="998855"/>
                  </a:lnTo>
                  <a:lnTo>
                    <a:pt x="7049749" y="998855"/>
                  </a:lnTo>
                  <a:lnTo>
                    <a:pt x="7016597" y="998855"/>
                  </a:lnTo>
                  <a:lnTo>
                    <a:pt x="6983446" y="998855"/>
                  </a:lnTo>
                  <a:lnTo>
                    <a:pt x="6950294" y="998855"/>
                  </a:lnTo>
                  <a:lnTo>
                    <a:pt x="6917142" y="998855"/>
                  </a:lnTo>
                  <a:lnTo>
                    <a:pt x="6883990" y="998855"/>
                  </a:lnTo>
                  <a:lnTo>
                    <a:pt x="6850838" y="998855"/>
                  </a:lnTo>
                  <a:lnTo>
                    <a:pt x="6817686" y="998855"/>
                  </a:lnTo>
                  <a:lnTo>
                    <a:pt x="6784534" y="998855"/>
                  </a:lnTo>
                  <a:lnTo>
                    <a:pt x="6751382" y="998855"/>
                  </a:lnTo>
                  <a:lnTo>
                    <a:pt x="6718230" y="998855"/>
                  </a:lnTo>
                  <a:lnTo>
                    <a:pt x="6685078" y="998855"/>
                  </a:lnTo>
                  <a:lnTo>
                    <a:pt x="6651927" y="998855"/>
                  </a:lnTo>
                  <a:lnTo>
                    <a:pt x="6618775" y="998855"/>
                  </a:lnTo>
                  <a:lnTo>
                    <a:pt x="6585623" y="998855"/>
                  </a:lnTo>
                  <a:lnTo>
                    <a:pt x="6552471" y="998855"/>
                  </a:lnTo>
                  <a:lnTo>
                    <a:pt x="6519319" y="998855"/>
                  </a:lnTo>
                  <a:lnTo>
                    <a:pt x="6486167" y="998855"/>
                  </a:lnTo>
                  <a:lnTo>
                    <a:pt x="6453015" y="998855"/>
                  </a:lnTo>
                  <a:lnTo>
                    <a:pt x="6419863" y="998855"/>
                  </a:lnTo>
                  <a:lnTo>
                    <a:pt x="6386711" y="998855"/>
                  </a:lnTo>
                  <a:lnTo>
                    <a:pt x="6353560" y="998855"/>
                  </a:lnTo>
                  <a:lnTo>
                    <a:pt x="6320408" y="998855"/>
                  </a:lnTo>
                  <a:lnTo>
                    <a:pt x="6287256" y="998855"/>
                  </a:lnTo>
                  <a:lnTo>
                    <a:pt x="6254104" y="998855"/>
                  </a:lnTo>
                  <a:lnTo>
                    <a:pt x="6220952" y="998855"/>
                  </a:lnTo>
                  <a:lnTo>
                    <a:pt x="6187800" y="998855"/>
                  </a:lnTo>
                  <a:lnTo>
                    <a:pt x="6154648" y="998855"/>
                  </a:lnTo>
                  <a:lnTo>
                    <a:pt x="6121496" y="998855"/>
                  </a:lnTo>
                  <a:lnTo>
                    <a:pt x="6088344" y="998855"/>
                  </a:lnTo>
                  <a:lnTo>
                    <a:pt x="6055193" y="998855"/>
                  </a:lnTo>
                  <a:lnTo>
                    <a:pt x="6022041" y="998855"/>
                  </a:lnTo>
                  <a:lnTo>
                    <a:pt x="5988889" y="998855"/>
                  </a:lnTo>
                  <a:lnTo>
                    <a:pt x="5955737" y="998855"/>
                  </a:lnTo>
                  <a:lnTo>
                    <a:pt x="5922585" y="998855"/>
                  </a:lnTo>
                  <a:lnTo>
                    <a:pt x="5889433" y="998855"/>
                  </a:lnTo>
                  <a:lnTo>
                    <a:pt x="5856281" y="998855"/>
                  </a:lnTo>
                  <a:lnTo>
                    <a:pt x="5823129" y="998855"/>
                  </a:lnTo>
                  <a:lnTo>
                    <a:pt x="5789977" y="998855"/>
                  </a:lnTo>
                  <a:lnTo>
                    <a:pt x="5756826" y="998855"/>
                  </a:lnTo>
                  <a:lnTo>
                    <a:pt x="5723674" y="998855"/>
                  </a:lnTo>
                  <a:lnTo>
                    <a:pt x="5690522" y="998855"/>
                  </a:lnTo>
                  <a:lnTo>
                    <a:pt x="5657370" y="998855"/>
                  </a:lnTo>
                  <a:lnTo>
                    <a:pt x="5624218" y="998855"/>
                  </a:lnTo>
                  <a:lnTo>
                    <a:pt x="5591066" y="998855"/>
                  </a:lnTo>
                  <a:lnTo>
                    <a:pt x="5557914" y="998855"/>
                  </a:lnTo>
                  <a:lnTo>
                    <a:pt x="5524762" y="998855"/>
                  </a:lnTo>
                  <a:lnTo>
                    <a:pt x="5491610" y="998855"/>
                  </a:lnTo>
                  <a:lnTo>
                    <a:pt x="5458458" y="998855"/>
                  </a:lnTo>
                  <a:lnTo>
                    <a:pt x="5425307" y="998855"/>
                  </a:lnTo>
                  <a:lnTo>
                    <a:pt x="5392155" y="998855"/>
                  </a:lnTo>
                  <a:lnTo>
                    <a:pt x="5359003" y="998855"/>
                  </a:lnTo>
                  <a:lnTo>
                    <a:pt x="5325851" y="998855"/>
                  </a:lnTo>
                  <a:lnTo>
                    <a:pt x="5292699" y="998855"/>
                  </a:lnTo>
                  <a:lnTo>
                    <a:pt x="5259547" y="998855"/>
                  </a:lnTo>
                  <a:lnTo>
                    <a:pt x="5226395" y="998855"/>
                  </a:lnTo>
                  <a:lnTo>
                    <a:pt x="5193243" y="998855"/>
                  </a:lnTo>
                  <a:lnTo>
                    <a:pt x="5160091" y="998855"/>
                  </a:lnTo>
                  <a:lnTo>
                    <a:pt x="5126940" y="998855"/>
                  </a:lnTo>
                  <a:lnTo>
                    <a:pt x="5093788" y="998855"/>
                  </a:lnTo>
                  <a:lnTo>
                    <a:pt x="5060636" y="998855"/>
                  </a:lnTo>
                  <a:lnTo>
                    <a:pt x="5027484" y="998855"/>
                  </a:lnTo>
                  <a:lnTo>
                    <a:pt x="4994332" y="998855"/>
                  </a:lnTo>
                  <a:lnTo>
                    <a:pt x="4961180" y="998855"/>
                  </a:lnTo>
                  <a:lnTo>
                    <a:pt x="4928028" y="998855"/>
                  </a:lnTo>
                  <a:lnTo>
                    <a:pt x="4894876" y="998855"/>
                  </a:lnTo>
                  <a:lnTo>
                    <a:pt x="4861724" y="998855"/>
                  </a:lnTo>
                  <a:lnTo>
                    <a:pt x="4828573" y="998855"/>
                  </a:lnTo>
                  <a:lnTo>
                    <a:pt x="4795421" y="998855"/>
                  </a:lnTo>
                  <a:lnTo>
                    <a:pt x="4762269" y="998855"/>
                  </a:lnTo>
                  <a:lnTo>
                    <a:pt x="4729117" y="998855"/>
                  </a:lnTo>
                  <a:lnTo>
                    <a:pt x="4695965" y="998855"/>
                  </a:lnTo>
                  <a:lnTo>
                    <a:pt x="4662813" y="998855"/>
                  </a:lnTo>
                  <a:lnTo>
                    <a:pt x="4629661" y="998855"/>
                  </a:lnTo>
                  <a:lnTo>
                    <a:pt x="4596509" y="998855"/>
                  </a:lnTo>
                  <a:lnTo>
                    <a:pt x="4563357" y="998855"/>
                  </a:lnTo>
                  <a:lnTo>
                    <a:pt x="4530206" y="998855"/>
                  </a:lnTo>
                  <a:lnTo>
                    <a:pt x="4497054" y="998855"/>
                  </a:lnTo>
                  <a:lnTo>
                    <a:pt x="4463902" y="998855"/>
                  </a:lnTo>
                  <a:lnTo>
                    <a:pt x="4430750" y="998855"/>
                  </a:lnTo>
                  <a:lnTo>
                    <a:pt x="4397598" y="998855"/>
                  </a:lnTo>
                  <a:lnTo>
                    <a:pt x="4364446" y="998855"/>
                  </a:lnTo>
                  <a:lnTo>
                    <a:pt x="4331294" y="998855"/>
                  </a:lnTo>
                  <a:lnTo>
                    <a:pt x="4298142" y="998855"/>
                  </a:lnTo>
                  <a:lnTo>
                    <a:pt x="4264990" y="998855"/>
                  </a:lnTo>
                  <a:lnTo>
                    <a:pt x="4231838" y="998855"/>
                  </a:lnTo>
                  <a:lnTo>
                    <a:pt x="4198687" y="998855"/>
                  </a:lnTo>
                  <a:lnTo>
                    <a:pt x="4165535" y="998855"/>
                  </a:lnTo>
                  <a:lnTo>
                    <a:pt x="4132383" y="998855"/>
                  </a:lnTo>
                  <a:lnTo>
                    <a:pt x="4099231" y="998855"/>
                  </a:lnTo>
                  <a:lnTo>
                    <a:pt x="4066079" y="998855"/>
                  </a:lnTo>
                  <a:lnTo>
                    <a:pt x="4032927" y="998855"/>
                  </a:lnTo>
                  <a:lnTo>
                    <a:pt x="3999775" y="998855"/>
                  </a:lnTo>
                  <a:lnTo>
                    <a:pt x="3966623" y="998855"/>
                  </a:lnTo>
                  <a:lnTo>
                    <a:pt x="3933471" y="998855"/>
                  </a:lnTo>
                  <a:lnTo>
                    <a:pt x="3900320" y="998855"/>
                  </a:lnTo>
                  <a:lnTo>
                    <a:pt x="3867168" y="998855"/>
                  </a:lnTo>
                  <a:lnTo>
                    <a:pt x="3834016" y="998855"/>
                  </a:lnTo>
                  <a:lnTo>
                    <a:pt x="3800864" y="998855"/>
                  </a:lnTo>
                  <a:lnTo>
                    <a:pt x="3767712" y="998855"/>
                  </a:lnTo>
                  <a:lnTo>
                    <a:pt x="3734560" y="998855"/>
                  </a:lnTo>
                  <a:lnTo>
                    <a:pt x="3701408" y="998855"/>
                  </a:lnTo>
                  <a:lnTo>
                    <a:pt x="3668256" y="998855"/>
                  </a:lnTo>
                  <a:lnTo>
                    <a:pt x="3635104" y="998855"/>
                  </a:lnTo>
                  <a:lnTo>
                    <a:pt x="3601953" y="998855"/>
                  </a:lnTo>
                  <a:lnTo>
                    <a:pt x="3568801" y="998855"/>
                  </a:lnTo>
                  <a:lnTo>
                    <a:pt x="3535649" y="998855"/>
                  </a:lnTo>
                  <a:lnTo>
                    <a:pt x="3502497" y="998855"/>
                  </a:lnTo>
                  <a:lnTo>
                    <a:pt x="3469345" y="998855"/>
                  </a:lnTo>
                  <a:lnTo>
                    <a:pt x="3436193" y="998855"/>
                  </a:lnTo>
                  <a:lnTo>
                    <a:pt x="3403041" y="998855"/>
                  </a:lnTo>
                  <a:lnTo>
                    <a:pt x="3369889" y="998855"/>
                  </a:lnTo>
                  <a:lnTo>
                    <a:pt x="3336737" y="998855"/>
                  </a:lnTo>
                  <a:lnTo>
                    <a:pt x="3303586" y="998855"/>
                  </a:lnTo>
                  <a:lnTo>
                    <a:pt x="3270434" y="998855"/>
                  </a:lnTo>
                  <a:lnTo>
                    <a:pt x="3237282" y="998855"/>
                  </a:lnTo>
                  <a:lnTo>
                    <a:pt x="3204130" y="998855"/>
                  </a:lnTo>
                  <a:lnTo>
                    <a:pt x="3170978" y="998855"/>
                  </a:lnTo>
                  <a:lnTo>
                    <a:pt x="3137826" y="998855"/>
                  </a:lnTo>
                  <a:lnTo>
                    <a:pt x="3104674" y="998855"/>
                  </a:lnTo>
                  <a:lnTo>
                    <a:pt x="3071522" y="998855"/>
                  </a:lnTo>
                  <a:lnTo>
                    <a:pt x="3038370" y="998855"/>
                  </a:lnTo>
                  <a:lnTo>
                    <a:pt x="3005218" y="998855"/>
                  </a:lnTo>
                  <a:lnTo>
                    <a:pt x="2972067" y="998855"/>
                  </a:lnTo>
                  <a:lnTo>
                    <a:pt x="2938915" y="998855"/>
                  </a:lnTo>
                  <a:lnTo>
                    <a:pt x="2905763" y="998855"/>
                  </a:lnTo>
                  <a:lnTo>
                    <a:pt x="2872611" y="998855"/>
                  </a:lnTo>
                  <a:lnTo>
                    <a:pt x="2839459" y="998855"/>
                  </a:lnTo>
                  <a:lnTo>
                    <a:pt x="2806307" y="998855"/>
                  </a:lnTo>
                  <a:lnTo>
                    <a:pt x="2773155" y="998855"/>
                  </a:lnTo>
                  <a:lnTo>
                    <a:pt x="2740003" y="998855"/>
                  </a:lnTo>
                  <a:lnTo>
                    <a:pt x="2706851" y="998855"/>
                  </a:lnTo>
                  <a:lnTo>
                    <a:pt x="2673700" y="998855"/>
                  </a:lnTo>
                  <a:lnTo>
                    <a:pt x="2640548" y="998855"/>
                  </a:lnTo>
                  <a:lnTo>
                    <a:pt x="2607396" y="998855"/>
                  </a:lnTo>
                  <a:lnTo>
                    <a:pt x="2574244" y="998855"/>
                  </a:lnTo>
                  <a:lnTo>
                    <a:pt x="2541092" y="998855"/>
                  </a:lnTo>
                  <a:lnTo>
                    <a:pt x="2507940" y="998855"/>
                  </a:lnTo>
                  <a:lnTo>
                    <a:pt x="2474788" y="998855"/>
                  </a:lnTo>
                  <a:lnTo>
                    <a:pt x="2441636" y="998855"/>
                  </a:lnTo>
                  <a:lnTo>
                    <a:pt x="2408484" y="998855"/>
                  </a:lnTo>
                  <a:lnTo>
                    <a:pt x="2375333" y="998855"/>
                  </a:lnTo>
                  <a:lnTo>
                    <a:pt x="2342181" y="998855"/>
                  </a:lnTo>
                  <a:lnTo>
                    <a:pt x="2309029" y="998855"/>
                  </a:lnTo>
                  <a:lnTo>
                    <a:pt x="2275877" y="998855"/>
                  </a:lnTo>
                  <a:lnTo>
                    <a:pt x="2242725" y="998855"/>
                  </a:lnTo>
                  <a:lnTo>
                    <a:pt x="2209573" y="998855"/>
                  </a:lnTo>
                  <a:lnTo>
                    <a:pt x="2176421" y="998855"/>
                  </a:lnTo>
                  <a:lnTo>
                    <a:pt x="2143269" y="998855"/>
                  </a:lnTo>
                  <a:lnTo>
                    <a:pt x="2110117" y="998855"/>
                  </a:lnTo>
                  <a:lnTo>
                    <a:pt x="2076966" y="998855"/>
                  </a:lnTo>
                  <a:lnTo>
                    <a:pt x="2043814" y="998855"/>
                  </a:lnTo>
                  <a:lnTo>
                    <a:pt x="2010662" y="998855"/>
                  </a:lnTo>
                  <a:lnTo>
                    <a:pt x="1977510" y="998855"/>
                  </a:lnTo>
                  <a:lnTo>
                    <a:pt x="1944358" y="998855"/>
                  </a:lnTo>
                  <a:lnTo>
                    <a:pt x="1911206" y="998855"/>
                  </a:lnTo>
                  <a:lnTo>
                    <a:pt x="1878054" y="998855"/>
                  </a:lnTo>
                  <a:lnTo>
                    <a:pt x="1844902" y="998855"/>
                  </a:lnTo>
                  <a:lnTo>
                    <a:pt x="1811750" y="998855"/>
                  </a:lnTo>
                  <a:lnTo>
                    <a:pt x="1778598" y="998855"/>
                  </a:lnTo>
                  <a:lnTo>
                    <a:pt x="1745447" y="998855"/>
                  </a:lnTo>
                  <a:lnTo>
                    <a:pt x="1712295" y="998855"/>
                  </a:lnTo>
                  <a:lnTo>
                    <a:pt x="1679143" y="998855"/>
                  </a:lnTo>
                  <a:lnTo>
                    <a:pt x="1645991" y="998855"/>
                  </a:lnTo>
                  <a:lnTo>
                    <a:pt x="1612839" y="998855"/>
                  </a:lnTo>
                  <a:lnTo>
                    <a:pt x="1579687" y="998855"/>
                  </a:lnTo>
                  <a:lnTo>
                    <a:pt x="1546535" y="998855"/>
                  </a:lnTo>
                  <a:lnTo>
                    <a:pt x="1513383" y="998855"/>
                  </a:lnTo>
                  <a:lnTo>
                    <a:pt x="1480231" y="998855"/>
                  </a:lnTo>
                  <a:lnTo>
                    <a:pt x="1447080" y="998855"/>
                  </a:lnTo>
                  <a:lnTo>
                    <a:pt x="1413928" y="998855"/>
                  </a:lnTo>
                  <a:lnTo>
                    <a:pt x="1380776" y="998855"/>
                  </a:lnTo>
                  <a:lnTo>
                    <a:pt x="1347624" y="998855"/>
                  </a:lnTo>
                  <a:lnTo>
                    <a:pt x="1314472" y="998855"/>
                  </a:lnTo>
                  <a:lnTo>
                    <a:pt x="1281320" y="998855"/>
                  </a:lnTo>
                  <a:lnTo>
                    <a:pt x="1248168" y="998855"/>
                  </a:lnTo>
                  <a:lnTo>
                    <a:pt x="1215016" y="998855"/>
                  </a:lnTo>
                  <a:lnTo>
                    <a:pt x="1181864" y="998855"/>
                  </a:lnTo>
                  <a:lnTo>
                    <a:pt x="1148713" y="998855"/>
                  </a:lnTo>
                  <a:lnTo>
                    <a:pt x="1115561" y="998855"/>
                  </a:lnTo>
                  <a:lnTo>
                    <a:pt x="1082409" y="998855"/>
                  </a:lnTo>
                  <a:lnTo>
                    <a:pt x="1049257" y="998855"/>
                  </a:lnTo>
                  <a:lnTo>
                    <a:pt x="1016105" y="998855"/>
                  </a:lnTo>
                  <a:lnTo>
                    <a:pt x="982953" y="998855"/>
                  </a:lnTo>
                  <a:lnTo>
                    <a:pt x="949801" y="998855"/>
                  </a:lnTo>
                  <a:lnTo>
                    <a:pt x="916649" y="998855"/>
                  </a:lnTo>
                  <a:lnTo>
                    <a:pt x="883497" y="998855"/>
                  </a:lnTo>
                  <a:lnTo>
                    <a:pt x="850346" y="998855"/>
                  </a:lnTo>
                  <a:lnTo>
                    <a:pt x="817194" y="998855"/>
                  </a:lnTo>
                  <a:lnTo>
                    <a:pt x="784042" y="998855"/>
                  </a:lnTo>
                  <a:lnTo>
                    <a:pt x="750890" y="998855"/>
                  </a:lnTo>
                  <a:lnTo>
                    <a:pt x="717738" y="998855"/>
                  </a:lnTo>
                  <a:lnTo>
                    <a:pt x="684586" y="998855"/>
                  </a:lnTo>
                  <a:lnTo>
                    <a:pt x="651434" y="998855"/>
                  </a:lnTo>
                  <a:lnTo>
                    <a:pt x="618282" y="998855"/>
                  </a:lnTo>
                  <a:lnTo>
                    <a:pt x="585130" y="998855"/>
                  </a:lnTo>
                  <a:lnTo>
                    <a:pt x="551978" y="998855"/>
                  </a:lnTo>
                  <a:lnTo>
                    <a:pt x="518827" y="998855"/>
                  </a:lnTo>
                  <a:lnTo>
                    <a:pt x="485675" y="998855"/>
                  </a:lnTo>
                  <a:lnTo>
                    <a:pt x="452523" y="998855"/>
                  </a:lnTo>
                  <a:lnTo>
                    <a:pt x="419371" y="998855"/>
                  </a:lnTo>
                  <a:lnTo>
                    <a:pt x="386219" y="998855"/>
                  </a:lnTo>
                  <a:lnTo>
                    <a:pt x="353067" y="998855"/>
                  </a:lnTo>
                  <a:lnTo>
                    <a:pt x="319915" y="998855"/>
                  </a:lnTo>
                  <a:lnTo>
                    <a:pt x="286763" y="998855"/>
                  </a:lnTo>
                  <a:lnTo>
                    <a:pt x="253611" y="998855"/>
                  </a:lnTo>
                  <a:lnTo>
                    <a:pt x="220460" y="998855"/>
                  </a:lnTo>
                  <a:lnTo>
                    <a:pt x="187308" y="998855"/>
                  </a:lnTo>
                  <a:lnTo>
                    <a:pt x="154156" y="998855"/>
                  </a:lnTo>
                  <a:lnTo>
                    <a:pt x="121004" y="998855"/>
                  </a:lnTo>
                  <a:lnTo>
                    <a:pt x="87852" y="998855"/>
                  </a:lnTo>
                  <a:lnTo>
                    <a:pt x="54700" y="998855"/>
                  </a:lnTo>
                  <a:lnTo>
                    <a:pt x="21548" y="998855"/>
                  </a:lnTo>
                  <a:lnTo>
                    <a:pt x="0" y="99885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937859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88279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382304" y="183028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82304" y="1394918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82304" y="95660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82304" y="519762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22" name="pl22"/>
            <p:cNvSpPr/>
            <p:nvPr/>
          </p:nvSpPr>
          <p:spPr>
            <a:xfrm>
              <a:off x="587875" y="18740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87875" y="14372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87875" y="10003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87875" y="5635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837687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495281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52876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810470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8065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34" name="rc34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22670" y="3186115"/>
              <a:ext cx="2996176" cy="838283"/>
            </a:xfrm>
            <a:custGeom>
              <a:avLst/>
              <a:pathLst>
                <a:path w="2996176" h="838283">
                  <a:moveTo>
                    <a:pt x="0" y="488074"/>
                  </a:moveTo>
                  <a:lnTo>
                    <a:pt x="21548" y="488074"/>
                  </a:lnTo>
                  <a:lnTo>
                    <a:pt x="54700" y="488074"/>
                  </a:lnTo>
                  <a:lnTo>
                    <a:pt x="87852" y="401018"/>
                  </a:lnTo>
                  <a:lnTo>
                    <a:pt x="121004" y="346294"/>
                  </a:lnTo>
                  <a:lnTo>
                    <a:pt x="154156" y="346294"/>
                  </a:lnTo>
                  <a:lnTo>
                    <a:pt x="187308" y="313313"/>
                  </a:lnTo>
                  <a:lnTo>
                    <a:pt x="220460" y="121266"/>
                  </a:lnTo>
                  <a:lnTo>
                    <a:pt x="253611" y="104738"/>
                  </a:lnTo>
                  <a:lnTo>
                    <a:pt x="286763" y="104738"/>
                  </a:lnTo>
                  <a:lnTo>
                    <a:pt x="319915" y="104738"/>
                  </a:lnTo>
                  <a:lnTo>
                    <a:pt x="353067" y="67034"/>
                  </a:lnTo>
                  <a:lnTo>
                    <a:pt x="386219" y="0"/>
                  </a:lnTo>
                  <a:lnTo>
                    <a:pt x="419371" y="0"/>
                  </a:lnTo>
                  <a:lnTo>
                    <a:pt x="452523" y="56475"/>
                  </a:lnTo>
                  <a:lnTo>
                    <a:pt x="485675" y="219467"/>
                  </a:lnTo>
                  <a:lnTo>
                    <a:pt x="518827" y="219467"/>
                  </a:lnTo>
                  <a:lnTo>
                    <a:pt x="551978" y="219467"/>
                  </a:lnTo>
                  <a:lnTo>
                    <a:pt x="585130" y="293949"/>
                  </a:lnTo>
                  <a:lnTo>
                    <a:pt x="618282" y="346294"/>
                  </a:lnTo>
                  <a:lnTo>
                    <a:pt x="651434" y="346294"/>
                  </a:lnTo>
                  <a:lnTo>
                    <a:pt x="684586" y="262353"/>
                  </a:lnTo>
                  <a:lnTo>
                    <a:pt x="717738" y="465713"/>
                  </a:lnTo>
                  <a:lnTo>
                    <a:pt x="750890" y="488074"/>
                  </a:lnTo>
                  <a:lnTo>
                    <a:pt x="784042" y="488074"/>
                  </a:lnTo>
                  <a:lnTo>
                    <a:pt x="817194" y="488074"/>
                  </a:lnTo>
                  <a:lnTo>
                    <a:pt x="850346" y="541924"/>
                  </a:lnTo>
                  <a:lnTo>
                    <a:pt x="883497" y="541924"/>
                  </a:lnTo>
                  <a:lnTo>
                    <a:pt x="916649" y="488074"/>
                  </a:lnTo>
                  <a:lnTo>
                    <a:pt x="949801" y="488074"/>
                  </a:lnTo>
                  <a:lnTo>
                    <a:pt x="982953" y="488074"/>
                  </a:lnTo>
                  <a:lnTo>
                    <a:pt x="1016105" y="488074"/>
                  </a:lnTo>
                  <a:lnTo>
                    <a:pt x="1049257" y="488074"/>
                  </a:lnTo>
                  <a:lnTo>
                    <a:pt x="1082409" y="488074"/>
                  </a:lnTo>
                  <a:lnTo>
                    <a:pt x="1115561" y="488074"/>
                  </a:lnTo>
                  <a:lnTo>
                    <a:pt x="1148713" y="488074"/>
                  </a:lnTo>
                  <a:lnTo>
                    <a:pt x="1181864" y="631736"/>
                  </a:lnTo>
                  <a:lnTo>
                    <a:pt x="1215016" y="648811"/>
                  </a:lnTo>
                  <a:lnTo>
                    <a:pt x="1248168" y="648811"/>
                  </a:lnTo>
                  <a:lnTo>
                    <a:pt x="1281320" y="590080"/>
                  </a:lnTo>
                  <a:lnTo>
                    <a:pt x="1314472" y="488074"/>
                  </a:lnTo>
                  <a:lnTo>
                    <a:pt x="1347624" y="488074"/>
                  </a:lnTo>
                  <a:lnTo>
                    <a:pt x="1380776" y="590080"/>
                  </a:lnTo>
                  <a:lnTo>
                    <a:pt x="1413928" y="648811"/>
                  </a:lnTo>
                  <a:lnTo>
                    <a:pt x="1447080" y="648811"/>
                  </a:lnTo>
                  <a:lnTo>
                    <a:pt x="1480231" y="648811"/>
                  </a:lnTo>
                  <a:lnTo>
                    <a:pt x="1513383" y="648811"/>
                  </a:lnTo>
                  <a:lnTo>
                    <a:pt x="1546535" y="510858"/>
                  </a:lnTo>
                  <a:lnTo>
                    <a:pt x="1579687" y="346294"/>
                  </a:lnTo>
                  <a:lnTo>
                    <a:pt x="1612839" y="219467"/>
                  </a:lnTo>
                  <a:lnTo>
                    <a:pt x="1645991" y="219467"/>
                  </a:lnTo>
                  <a:lnTo>
                    <a:pt x="1679143" y="219467"/>
                  </a:lnTo>
                  <a:lnTo>
                    <a:pt x="1712295" y="219467"/>
                  </a:lnTo>
                  <a:lnTo>
                    <a:pt x="1745447" y="219467"/>
                  </a:lnTo>
                  <a:lnTo>
                    <a:pt x="1778598" y="262353"/>
                  </a:lnTo>
                  <a:lnTo>
                    <a:pt x="1811750" y="346294"/>
                  </a:lnTo>
                  <a:lnTo>
                    <a:pt x="1844902" y="346294"/>
                  </a:lnTo>
                  <a:lnTo>
                    <a:pt x="1878054" y="346294"/>
                  </a:lnTo>
                  <a:lnTo>
                    <a:pt x="1911206" y="346294"/>
                  </a:lnTo>
                  <a:lnTo>
                    <a:pt x="1944358" y="346294"/>
                  </a:lnTo>
                  <a:lnTo>
                    <a:pt x="1977510" y="346294"/>
                  </a:lnTo>
                  <a:lnTo>
                    <a:pt x="2010662" y="346294"/>
                  </a:lnTo>
                  <a:lnTo>
                    <a:pt x="2043814" y="465713"/>
                  </a:lnTo>
                  <a:lnTo>
                    <a:pt x="2076966" y="606570"/>
                  </a:lnTo>
                  <a:lnTo>
                    <a:pt x="2110117" y="648811"/>
                  </a:lnTo>
                  <a:lnTo>
                    <a:pt x="2143269" y="648811"/>
                  </a:lnTo>
                  <a:lnTo>
                    <a:pt x="2176421" y="648811"/>
                  </a:lnTo>
                  <a:lnTo>
                    <a:pt x="2209573" y="648811"/>
                  </a:lnTo>
                  <a:lnTo>
                    <a:pt x="2242725" y="648811"/>
                  </a:lnTo>
                  <a:lnTo>
                    <a:pt x="2275877" y="648811"/>
                  </a:lnTo>
                  <a:lnTo>
                    <a:pt x="2309029" y="648811"/>
                  </a:lnTo>
                  <a:lnTo>
                    <a:pt x="2342181" y="648811"/>
                  </a:lnTo>
                  <a:lnTo>
                    <a:pt x="2375333" y="648811"/>
                  </a:lnTo>
                  <a:lnTo>
                    <a:pt x="2408484" y="623289"/>
                  </a:lnTo>
                  <a:lnTo>
                    <a:pt x="2441636" y="488074"/>
                  </a:lnTo>
                  <a:lnTo>
                    <a:pt x="2474788" y="488074"/>
                  </a:lnTo>
                  <a:lnTo>
                    <a:pt x="2507940" y="488074"/>
                  </a:lnTo>
                  <a:lnTo>
                    <a:pt x="2541092" y="488074"/>
                  </a:lnTo>
                  <a:lnTo>
                    <a:pt x="2574244" y="526291"/>
                  </a:lnTo>
                  <a:lnTo>
                    <a:pt x="2607396" y="648811"/>
                  </a:lnTo>
                  <a:lnTo>
                    <a:pt x="2640548" y="648811"/>
                  </a:lnTo>
                  <a:lnTo>
                    <a:pt x="2673700" y="648811"/>
                  </a:lnTo>
                  <a:lnTo>
                    <a:pt x="2706851" y="648811"/>
                  </a:lnTo>
                  <a:lnTo>
                    <a:pt x="2740003" y="648811"/>
                  </a:lnTo>
                  <a:lnTo>
                    <a:pt x="2773155" y="623289"/>
                  </a:lnTo>
                  <a:lnTo>
                    <a:pt x="2806307" y="488074"/>
                  </a:lnTo>
                  <a:lnTo>
                    <a:pt x="2839459" y="488074"/>
                  </a:lnTo>
                  <a:lnTo>
                    <a:pt x="2872611" y="488074"/>
                  </a:lnTo>
                  <a:lnTo>
                    <a:pt x="2905763" y="510858"/>
                  </a:lnTo>
                  <a:lnTo>
                    <a:pt x="2938915" y="648811"/>
                  </a:lnTo>
                  <a:lnTo>
                    <a:pt x="2972067" y="648811"/>
                  </a:lnTo>
                  <a:lnTo>
                    <a:pt x="2996176" y="83828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633000" y="2355589"/>
              <a:ext cx="5365495" cy="1668810"/>
            </a:xfrm>
            <a:custGeom>
              <a:avLst/>
              <a:pathLst>
                <a:path w="5365495" h="1668810">
                  <a:moveTo>
                    <a:pt x="0" y="1668810"/>
                  </a:moveTo>
                  <a:lnTo>
                    <a:pt x="28040" y="1278918"/>
                  </a:lnTo>
                  <a:lnTo>
                    <a:pt x="61192" y="1358348"/>
                  </a:lnTo>
                  <a:lnTo>
                    <a:pt x="94344" y="1293265"/>
                  </a:lnTo>
                  <a:lnTo>
                    <a:pt x="127496" y="1042973"/>
                  </a:lnTo>
                  <a:lnTo>
                    <a:pt x="160648" y="862879"/>
                  </a:lnTo>
                  <a:lnTo>
                    <a:pt x="193800" y="813143"/>
                  </a:lnTo>
                  <a:lnTo>
                    <a:pt x="226952" y="776449"/>
                  </a:lnTo>
                  <a:lnTo>
                    <a:pt x="260104" y="711513"/>
                  </a:lnTo>
                  <a:lnTo>
                    <a:pt x="293255" y="831677"/>
                  </a:lnTo>
                  <a:lnTo>
                    <a:pt x="326407" y="786195"/>
                  </a:lnTo>
                  <a:lnTo>
                    <a:pt x="359559" y="864266"/>
                  </a:lnTo>
                  <a:lnTo>
                    <a:pt x="392711" y="805361"/>
                  </a:lnTo>
                  <a:lnTo>
                    <a:pt x="425863" y="569963"/>
                  </a:lnTo>
                  <a:lnTo>
                    <a:pt x="459015" y="428744"/>
                  </a:lnTo>
                  <a:lnTo>
                    <a:pt x="492167" y="377451"/>
                  </a:lnTo>
                  <a:lnTo>
                    <a:pt x="525319" y="306696"/>
                  </a:lnTo>
                  <a:lnTo>
                    <a:pt x="558471" y="321466"/>
                  </a:lnTo>
                  <a:lnTo>
                    <a:pt x="591622" y="319981"/>
                  </a:lnTo>
                  <a:lnTo>
                    <a:pt x="624774" y="305229"/>
                  </a:lnTo>
                  <a:lnTo>
                    <a:pt x="657926" y="259203"/>
                  </a:lnTo>
                  <a:lnTo>
                    <a:pt x="691078" y="227885"/>
                  </a:lnTo>
                  <a:lnTo>
                    <a:pt x="724230" y="121247"/>
                  </a:lnTo>
                  <a:lnTo>
                    <a:pt x="757382" y="36189"/>
                  </a:lnTo>
                  <a:lnTo>
                    <a:pt x="790534" y="24361"/>
                  </a:lnTo>
                  <a:lnTo>
                    <a:pt x="823686" y="0"/>
                  </a:lnTo>
                  <a:lnTo>
                    <a:pt x="856838" y="4201"/>
                  </a:lnTo>
                  <a:lnTo>
                    <a:pt x="889989" y="63511"/>
                  </a:lnTo>
                  <a:lnTo>
                    <a:pt x="923141" y="160137"/>
                  </a:lnTo>
                  <a:lnTo>
                    <a:pt x="956293" y="106963"/>
                  </a:lnTo>
                  <a:lnTo>
                    <a:pt x="989445" y="99524"/>
                  </a:lnTo>
                  <a:lnTo>
                    <a:pt x="1022597" y="221566"/>
                  </a:lnTo>
                  <a:lnTo>
                    <a:pt x="1055749" y="157744"/>
                  </a:lnTo>
                  <a:lnTo>
                    <a:pt x="1088901" y="161336"/>
                  </a:lnTo>
                  <a:lnTo>
                    <a:pt x="1122053" y="236787"/>
                  </a:lnTo>
                  <a:lnTo>
                    <a:pt x="1155205" y="227175"/>
                  </a:lnTo>
                  <a:lnTo>
                    <a:pt x="1188356" y="237099"/>
                  </a:lnTo>
                  <a:lnTo>
                    <a:pt x="1221508" y="342254"/>
                  </a:lnTo>
                  <a:lnTo>
                    <a:pt x="1254660" y="515664"/>
                  </a:lnTo>
                  <a:lnTo>
                    <a:pt x="1287812" y="604049"/>
                  </a:lnTo>
                  <a:lnTo>
                    <a:pt x="1320964" y="357997"/>
                  </a:lnTo>
                  <a:lnTo>
                    <a:pt x="1354116" y="357682"/>
                  </a:lnTo>
                  <a:lnTo>
                    <a:pt x="1387268" y="345846"/>
                  </a:lnTo>
                  <a:lnTo>
                    <a:pt x="1420420" y="361923"/>
                  </a:lnTo>
                  <a:lnTo>
                    <a:pt x="1453572" y="431751"/>
                  </a:lnTo>
                  <a:lnTo>
                    <a:pt x="1486724" y="371350"/>
                  </a:lnTo>
                  <a:lnTo>
                    <a:pt x="1519875" y="415346"/>
                  </a:lnTo>
                  <a:lnTo>
                    <a:pt x="1553027" y="540420"/>
                  </a:lnTo>
                  <a:lnTo>
                    <a:pt x="1586179" y="302181"/>
                  </a:lnTo>
                  <a:lnTo>
                    <a:pt x="1619331" y="306901"/>
                  </a:lnTo>
                  <a:lnTo>
                    <a:pt x="1652483" y="357618"/>
                  </a:lnTo>
                  <a:lnTo>
                    <a:pt x="1685635" y="360087"/>
                  </a:lnTo>
                  <a:lnTo>
                    <a:pt x="1718787" y="656088"/>
                  </a:lnTo>
                  <a:lnTo>
                    <a:pt x="1751939" y="706568"/>
                  </a:lnTo>
                  <a:lnTo>
                    <a:pt x="1785091" y="724866"/>
                  </a:lnTo>
                  <a:lnTo>
                    <a:pt x="1818242" y="986114"/>
                  </a:lnTo>
                  <a:lnTo>
                    <a:pt x="1851394" y="961237"/>
                  </a:lnTo>
                  <a:lnTo>
                    <a:pt x="1884546" y="940073"/>
                  </a:lnTo>
                  <a:lnTo>
                    <a:pt x="1917698" y="1061012"/>
                  </a:lnTo>
                  <a:lnTo>
                    <a:pt x="1950850" y="1156867"/>
                  </a:lnTo>
                  <a:lnTo>
                    <a:pt x="1984002" y="1182587"/>
                  </a:lnTo>
                  <a:lnTo>
                    <a:pt x="2017154" y="1271494"/>
                  </a:lnTo>
                  <a:lnTo>
                    <a:pt x="2050306" y="1234326"/>
                  </a:lnTo>
                  <a:lnTo>
                    <a:pt x="2083458" y="1186489"/>
                  </a:lnTo>
                  <a:lnTo>
                    <a:pt x="2116609" y="1140480"/>
                  </a:lnTo>
                  <a:lnTo>
                    <a:pt x="2149761" y="1085338"/>
                  </a:lnTo>
                  <a:lnTo>
                    <a:pt x="2182913" y="1163265"/>
                  </a:lnTo>
                  <a:lnTo>
                    <a:pt x="2216065" y="1231521"/>
                  </a:lnTo>
                  <a:lnTo>
                    <a:pt x="2249217" y="1247679"/>
                  </a:lnTo>
                  <a:lnTo>
                    <a:pt x="2282369" y="1286588"/>
                  </a:lnTo>
                  <a:lnTo>
                    <a:pt x="2315521" y="1122033"/>
                  </a:lnTo>
                  <a:lnTo>
                    <a:pt x="2348673" y="1137582"/>
                  </a:lnTo>
                  <a:lnTo>
                    <a:pt x="2381825" y="830526"/>
                  </a:lnTo>
                  <a:lnTo>
                    <a:pt x="2414976" y="830526"/>
                  </a:lnTo>
                  <a:lnTo>
                    <a:pt x="2448128" y="876534"/>
                  </a:lnTo>
                  <a:lnTo>
                    <a:pt x="2481280" y="935264"/>
                  </a:lnTo>
                  <a:lnTo>
                    <a:pt x="2514432" y="935264"/>
                  </a:lnTo>
                  <a:lnTo>
                    <a:pt x="2547584" y="1026156"/>
                  </a:lnTo>
                  <a:lnTo>
                    <a:pt x="2580736" y="1170151"/>
                  </a:lnTo>
                  <a:lnTo>
                    <a:pt x="2613888" y="1318600"/>
                  </a:lnTo>
                  <a:lnTo>
                    <a:pt x="2647040" y="1437096"/>
                  </a:lnTo>
                  <a:lnTo>
                    <a:pt x="2680192" y="1479337"/>
                  </a:lnTo>
                  <a:lnTo>
                    <a:pt x="2713344" y="1479337"/>
                  </a:lnTo>
                  <a:lnTo>
                    <a:pt x="2746495" y="1453815"/>
                  </a:lnTo>
                  <a:lnTo>
                    <a:pt x="2779647" y="1318600"/>
                  </a:lnTo>
                  <a:lnTo>
                    <a:pt x="2812799" y="1197051"/>
                  </a:lnTo>
                  <a:lnTo>
                    <a:pt x="2845951" y="1318600"/>
                  </a:lnTo>
                  <a:lnTo>
                    <a:pt x="2879103" y="1318600"/>
                  </a:lnTo>
                  <a:lnTo>
                    <a:pt x="2912255" y="1318600"/>
                  </a:lnTo>
                  <a:lnTo>
                    <a:pt x="2945407" y="1318600"/>
                  </a:lnTo>
                  <a:lnTo>
                    <a:pt x="2978559" y="1318600"/>
                  </a:lnTo>
                  <a:lnTo>
                    <a:pt x="3011711" y="1318600"/>
                  </a:lnTo>
                  <a:lnTo>
                    <a:pt x="3044862" y="1318600"/>
                  </a:lnTo>
                  <a:lnTo>
                    <a:pt x="3078014" y="1318600"/>
                  </a:lnTo>
                  <a:lnTo>
                    <a:pt x="3111166" y="1318600"/>
                  </a:lnTo>
                  <a:lnTo>
                    <a:pt x="3144318" y="1318600"/>
                  </a:lnTo>
                  <a:lnTo>
                    <a:pt x="3177470" y="1318600"/>
                  </a:lnTo>
                  <a:lnTo>
                    <a:pt x="3210622" y="1318600"/>
                  </a:lnTo>
                  <a:lnTo>
                    <a:pt x="3243774" y="1281559"/>
                  </a:lnTo>
                  <a:lnTo>
                    <a:pt x="3276926" y="1318600"/>
                  </a:lnTo>
                  <a:lnTo>
                    <a:pt x="3310078" y="1479337"/>
                  </a:lnTo>
                  <a:lnTo>
                    <a:pt x="3343229" y="1479337"/>
                  </a:lnTo>
                  <a:lnTo>
                    <a:pt x="3376381" y="1420606"/>
                  </a:lnTo>
                  <a:lnTo>
                    <a:pt x="3409533" y="1541344"/>
                  </a:lnTo>
                  <a:lnTo>
                    <a:pt x="3442685" y="1522271"/>
                  </a:lnTo>
                  <a:lnTo>
                    <a:pt x="3475837" y="1522271"/>
                  </a:lnTo>
                  <a:lnTo>
                    <a:pt x="3508989" y="1558178"/>
                  </a:lnTo>
                  <a:lnTo>
                    <a:pt x="3542141" y="1431351"/>
                  </a:lnTo>
                  <a:lnTo>
                    <a:pt x="3575293" y="1431351"/>
                  </a:lnTo>
                  <a:lnTo>
                    <a:pt x="3608445" y="1431351"/>
                  </a:lnTo>
                  <a:lnTo>
                    <a:pt x="3641596" y="1361210"/>
                  </a:lnTo>
                  <a:lnTo>
                    <a:pt x="3674748" y="1196930"/>
                  </a:lnTo>
                  <a:lnTo>
                    <a:pt x="3707900" y="984085"/>
                  </a:lnTo>
                  <a:lnTo>
                    <a:pt x="3741052" y="975812"/>
                  </a:lnTo>
                  <a:lnTo>
                    <a:pt x="3774204" y="1017758"/>
                  </a:lnTo>
                  <a:lnTo>
                    <a:pt x="3807356" y="943277"/>
                  </a:lnTo>
                  <a:lnTo>
                    <a:pt x="3840508" y="943277"/>
                  </a:lnTo>
                  <a:lnTo>
                    <a:pt x="3873660" y="971697"/>
                  </a:lnTo>
                  <a:lnTo>
                    <a:pt x="3906812" y="1067981"/>
                  </a:lnTo>
                  <a:lnTo>
                    <a:pt x="3939964" y="1079626"/>
                  </a:lnTo>
                  <a:lnTo>
                    <a:pt x="3973115" y="1079626"/>
                  </a:lnTo>
                  <a:lnTo>
                    <a:pt x="4006267" y="734175"/>
                  </a:lnTo>
                  <a:lnTo>
                    <a:pt x="4039419" y="830526"/>
                  </a:lnTo>
                  <a:lnTo>
                    <a:pt x="4072571" y="830526"/>
                  </a:lnTo>
                  <a:lnTo>
                    <a:pt x="4105723" y="830526"/>
                  </a:lnTo>
                  <a:lnTo>
                    <a:pt x="4138875" y="892269"/>
                  </a:lnTo>
                  <a:lnTo>
                    <a:pt x="4172027" y="1068186"/>
                  </a:lnTo>
                  <a:lnTo>
                    <a:pt x="4205179" y="1396288"/>
                  </a:lnTo>
                  <a:lnTo>
                    <a:pt x="4238331" y="1479337"/>
                  </a:lnTo>
                  <a:lnTo>
                    <a:pt x="4271482" y="1496657"/>
                  </a:lnTo>
                  <a:lnTo>
                    <a:pt x="4304634" y="1664894"/>
                  </a:lnTo>
                  <a:lnTo>
                    <a:pt x="4337786" y="1664894"/>
                  </a:lnTo>
                  <a:lnTo>
                    <a:pt x="4370938" y="1664894"/>
                  </a:lnTo>
                  <a:lnTo>
                    <a:pt x="4404090" y="1664894"/>
                  </a:lnTo>
                  <a:lnTo>
                    <a:pt x="4437242" y="1664894"/>
                  </a:lnTo>
                  <a:lnTo>
                    <a:pt x="4470394" y="1664894"/>
                  </a:lnTo>
                  <a:lnTo>
                    <a:pt x="4503546" y="1664894"/>
                  </a:lnTo>
                  <a:lnTo>
                    <a:pt x="4536698" y="1664894"/>
                  </a:lnTo>
                  <a:lnTo>
                    <a:pt x="4569849" y="1664894"/>
                  </a:lnTo>
                  <a:lnTo>
                    <a:pt x="4603001" y="1664894"/>
                  </a:lnTo>
                  <a:lnTo>
                    <a:pt x="4636153" y="1664894"/>
                  </a:lnTo>
                  <a:lnTo>
                    <a:pt x="4669305" y="1664894"/>
                  </a:lnTo>
                  <a:lnTo>
                    <a:pt x="4702457" y="1664894"/>
                  </a:lnTo>
                  <a:lnTo>
                    <a:pt x="4735609" y="1664894"/>
                  </a:lnTo>
                  <a:lnTo>
                    <a:pt x="4768761" y="1664894"/>
                  </a:lnTo>
                  <a:lnTo>
                    <a:pt x="4801913" y="1664894"/>
                  </a:lnTo>
                  <a:lnTo>
                    <a:pt x="4835065" y="1664894"/>
                  </a:lnTo>
                  <a:lnTo>
                    <a:pt x="4868216" y="1664894"/>
                  </a:lnTo>
                  <a:lnTo>
                    <a:pt x="4901368" y="1664894"/>
                  </a:lnTo>
                  <a:lnTo>
                    <a:pt x="4934520" y="1664894"/>
                  </a:lnTo>
                  <a:lnTo>
                    <a:pt x="4967672" y="1664894"/>
                  </a:lnTo>
                  <a:lnTo>
                    <a:pt x="5000824" y="1664894"/>
                  </a:lnTo>
                  <a:lnTo>
                    <a:pt x="5033976" y="1664894"/>
                  </a:lnTo>
                  <a:lnTo>
                    <a:pt x="5067128" y="1664894"/>
                  </a:lnTo>
                  <a:lnTo>
                    <a:pt x="5100280" y="1664894"/>
                  </a:lnTo>
                  <a:lnTo>
                    <a:pt x="5133432" y="1550165"/>
                  </a:lnTo>
                  <a:lnTo>
                    <a:pt x="5166584" y="1479337"/>
                  </a:lnTo>
                  <a:lnTo>
                    <a:pt x="5199735" y="1349076"/>
                  </a:lnTo>
                  <a:lnTo>
                    <a:pt x="5232887" y="1318600"/>
                  </a:lnTo>
                  <a:lnTo>
                    <a:pt x="5266039" y="1318600"/>
                  </a:lnTo>
                  <a:lnTo>
                    <a:pt x="5299191" y="1318600"/>
                  </a:lnTo>
                  <a:lnTo>
                    <a:pt x="5332343" y="1318600"/>
                  </a:lnTo>
                  <a:lnTo>
                    <a:pt x="5365495" y="1318600"/>
                  </a:lnTo>
                  <a:lnTo>
                    <a:pt x="5365495" y="131860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0" y="1318600"/>
                  </a:moveTo>
                  <a:lnTo>
                    <a:pt x="21548" y="1318600"/>
                  </a:lnTo>
                  <a:lnTo>
                    <a:pt x="54700" y="1318600"/>
                  </a:lnTo>
                  <a:lnTo>
                    <a:pt x="87852" y="1231545"/>
                  </a:lnTo>
                  <a:lnTo>
                    <a:pt x="121004" y="1176820"/>
                  </a:lnTo>
                  <a:lnTo>
                    <a:pt x="154156" y="1176820"/>
                  </a:lnTo>
                  <a:lnTo>
                    <a:pt x="187308" y="1143839"/>
                  </a:lnTo>
                  <a:lnTo>
                    <a:pt x="220460" y="951792"/>
                  </a:lnTo>
                  <a:lnTo>
                    <a:pt x="253611" y="935264"/>
                  </a:lnTo>
                  <a:lnTo>
                    <a:pt x="286763" y="935264"/>
                  </a:lnTo>
                  <a:lnTo>
                    <a:pt x="319915" y="935264"/>
                  </a:lnTo>
                  <a:lnTo>
                    <a:pt x="353067" y="897560"/>
                  </a:lnTo>
                  <a:lnTo>
                    <a:pt x="386219" y="830526"/>
                  </a:lnTo>
                  <a:lnTo>
                    <a:pt x="419371" y="830526"/>
                  </a:lnTo>
                  <a:lnTo>
                    <a:pt x="452523" y="887001"/>
                  </a:lnTo>
                  <a:lnTo>
                    <a:pt x="485675" y="1049993"/>
                  </a:lnTo>
                  <a:lnTo>
                    <a:pt x="518827" y="1049993"/>
                  </a:lnTo>
                  <a:lnTo>
                    <a:pt x="551978" y="1049993"/>
                  </a:lnTo>
                  <a:lnTo>
                    <a:pt x="585130" y="1124475"/>
                  </a:lnTo>
                  <a:lnTo>
                    <a:pt x="618282" y="1176820"/>
                  </a:lnTo>
                  <a:lnTo>
                    <a:pt x="651434" y="1176820"/>
                  </a:lnTo>
                  <a:lnTo>
                    <a:pt x="684586" y="1092879"/>
                  </a:lnTo>
                  <a:lnTo>
                    <a:pt x="717738" y="1296239"/>
                  </a:lnTo>
                  <a:lnTo>
                    <a:pt x="750890" y="1318600"/>
                  </a:lnTo>
                  <a:lnTo>
                    <a:pt x="784042" y="1318600"/>
                  </a:lnTo>
                  <a:lnTo>
                    <a:pt x="817194" y="1318600"/>
                  </a:lnTo>
                  <a:lnTo>
                    <a:pt x="850346" y="1372450"/>
                  </a:lnTo>
                  <a:lnTo>
                    <a:pt x="883497" y="1372450"/>
                  </a:lnTo>
                  <a:lnTo>
                    <a:pt x="916649" y="1318600"/>
                  </a:lnTo>
                  <a:lnTo>
                    <a:pt x="949801" y="1318600"/>
                  </a:lnTo>
                  <a:lnTo>
                    <a:pt x="982953" y="1318600"/>
                  </a:lnTo>
                  <a:lnTo>
                    <a:pt x="1016105" y="1318600"/>
                  </a:lnTo>
                  <a:lnTo>
                    <a:pt x="1049257" y="1318600"/>
                  </a:lnTo>
                  <a:lnTo>
                    <a:pt x="1082409" y="1318600"/>
                  </a:lnTo>
                  <a:lnTo>
                    <a:pt x="1115561" y="1318600"/>
                  </a:lnTo>
                  <a:lnTo>
                    <a:pt x="1148713" y="1318600"/>
                  </a:lnTo>
                  <a:lnTo>
                    <a:pt x="1181864" y="1462262"/>
                  </a:lnTo>
                  <a:lnTo>
                    <a:pt x="1215016" y="1479337"/>
                  </a:lnTo>
                  <a:lnTo>
                    <a:pt x="1248168" y="1479337"/>
                  </a:lnTo>
                  <a:lnTo>
                    <a:pt x="1281320" y="1420606"/>
                  </a:lnTo>
                  <a:lnTo>
                    <a:pt x="1314472" y="1318600"/>
                  </a:lnTo>
                  <a:lnTo>
                    <a:pt x="1347624" y="1318600"/>
                  </a:lnTo>
                  <a:lnTo>
                    <a:pt x="1380776" y="1420606"/>
                  </a:lnTo>
                  <a:lnTo>
                    <a:pt x="1413928" y="1479337"/>
                  </a:lnTo>
                  <a:lnTo>
                    <a:pt x="1447080" y="1479337"/>
                  </a:lnTo>
                  <a:lnTo>
                    <a:pt x="1480231" y="1479337"/>
                  </a:lnTo>
                  <a:lnTo>
                    <a:pt x="1513383" y="1479337"/>
                  </a:lnTo>
                  <a:lnTo>
                    <a:pt x="1546535" y="1341384"/>
                  </a:lnTo>
                  <a:lnTo>
                    <a:pt x="1579687" y="1176820"/>
                  </a:lnTo>
                  <a:lnTo>
                    <a:pt x="1612839" y="1049993"/>
                  </a:lnTo>
                  <a:lnTo>
                    <a:pt x="1645991" y="1049993"/>
                  </a:lnTo>
                  <a:lnTo>
                    <a:pt x="1679143" y="1049993"/>
                  </a:lnTo>
                  <a:lnTo>
                    <a:pt x="1712295" y="1049993"/>
                  </a:lnTo>
                  <a:lnTo>
                    <a:pt x="1745447" y="1049993"/>
                  </a:lnTo>
                  <a:lnTo>
                    <a:pt x="1778598" y="1092879"/>
                  </a:lnTo>
                  <a:lnTo>
                    <a:pt x="1811750" y="1176820"/>
                  </a:lnTo>
                  <a:lnTo>
                    <a:pt x="1844902" y="1176820"/>
                  </a:lnTo>
                  <a:lnTo>
                    <a:pt x="1878054" y="1176820"/>
                  </a:lnTo>
                  <a:lnTo>
                    <a:pt x="1911206" y="1176820"/>
                  </a:lnTo>
                  <a:lnTo>
                    <a:pt x="1944358" y="1176820"/>
                  </a:lnTo>
                  <a:lnTo>
                    <a:pt x="1977510" y="1176820"/>
                  </a:lnTo>
                  <a:lnTo>
                    <a:pt x="2010662" y="1176820"/>
                  </a:lnTo>
                  <a:lnTo>
                    <a:pt x="2043814" y="1296239"/>
                  </a:lnTo>
                  <a:lnTo>
                    <a:pt x="2076966" y="1437096"/>
                  </a:lnTo>
                  <a:lnTo>
                    <a:pt x="2110117" y="1479337"/>
                  </a:lnTo>
                  <a:lnTo>
                    <a:pt x="2143269" y="1479337"/>
                  </a:lnTo>
                  <a:lnTo>
                    <a:pt x="2176421" y="1479337"/>
                  </a:lnTo>
                  <a:lnTo>
                    <a:pt x="2209573" y="1479337"/>
                  </a:lnTo>
                  <a:lnTo>
                    <a:pt x="2242725" y="1479337"/>
                  </a:lnTo>
                  <a:lnTo>
                    <a:pt x="2275877" y="1479337"/>
                  </a:lnTo>
                  <a:lnTo>
                    <a:pt x="2309029" y="1479337"/>
                  </a:lnTo>
                  <a:lnTo>
                    <a:pt x="2342181" y="1479337"/>
                  </a:lnTo>
                  <a:lnTo>
                    <a:pt x="2375333" y="1479337"/>
                  </a:lnTo>
                  <a:lnTo>
                    <a:pt x="2408484" y="1453815"/>
                  </a:lnTo>
                  <a:lnTo>
                    <a:pt x="2441636" y="1318600"/>
                  </a:lnTo>
                  <a:lnTo>
                    <a:pt x="2474788" y="1318600"/>
                  </a:lnTo>
                  <a:lnTo>
                    <a:pt x="2507940" y="1318600"/>
                  </a:lnTo>
                  <a:lnTo>
                    <a:pt x="2541092" y="1318600"/>
                  </a:lnTo>
                  <a:lnTo>
                    <a:pt x="2574244" y="1356817"/>
                  </a:lnTo>
                  <a:lnTo>
                    <a:pt x="2607396" y="1479337"/>
                  </a:lnTo>
                  <a:lnTo>
                    <a:pt x="2640548" y="1479337"/>
                  </a:lnTo>
                  <a:lnTo>
                    <a:pt x="2673700" y="1479337"/>
                  </a:lnTo>
                  <a:lnTo>
                    <a:pt x="2706851" y="1479337"/>
                  </a:lnTo>
                  <a:lnTo>
                    <a:pt x="2740003" y="1479337"/>
                  </a:lnTo>
                  <a:lnTo>
                    <a:pt x="2773155" y="1453815"/>
                  </a:lnTo>
                  <a:lnTo>
                    <a:pt x="2806307" y="1318600"/>
                  </a:lnTo>
                  <a:lnTo>
                    <a:pt x="2839459" y="1318600"/>
                  </a:lnTo>
                  <a:lnTo>
                    <a:pt x="2872611" y="1318600"/>
                  </a:lnTo>
                  <a:lnTo>
                    <a:pt x="2905763" y="1341384"/>
                  </a:lnTo>
                  <a:lnTo>
                    <a:pt x="2938915" y="1479337"/>
                  </a:lnTo>
                  <a:lnTo>
                    <a:pt x="2972067" y="1479337"/>
                  </a:lnTo>
                  <a:lnTo>
                    <a:pt x="3005218" y="1668810"/>
                  </a:lnTo>
                  <a:lnTo>
                    <a:pt x="3038370" y="1278918"/>
                  </a:lnTo>
                  <a:lnTo>
                    <a:pt x="3071522" y="1358348"/>
                  </a:lnTo>
                  <a:lnTo>
                    <a:pt x="3104674" y="1293265"/>
                  </a:lnTo>
                  <a:lnTo>
                    <a:pt x="3137826" y="1042973"/>
                  </a:lnTo>
                  <a:lnTo>
                    <a:pt x="3170978" y="862879"/>
                  </a:lnTo>
                  <a:lnTo>
                    <a:pt x="3204130" y="813143"/>
                  </a:lnTo>
                  <a:lnTo>
                    <a:pt x="3237282" y="776449"/>
                  </a:lnTo>
                  <a:lnTo>
                    <a:pt x="3270434" y="711513"/>
                  </a:lnTo>
                  <a:lnTo>
                    <a:pt x="3303586" y="831677"/>
                  </a:lnTo>
                  <a:lnTo>
                    <a:pt x="3336737" y="786195"/>
                  </a:lnTo>
                  <a:lnTo>
                    <a:pt x="3369889" y="864266"/>
                  </a:lnTo>
                  <a:lnTo>
                    <a:pt x="3403041" y="805361"/>
                  </a:lnTo>
                  <a:lnTo>
                    <a:pt x="3436193" y="569963"/>
                  </a:lnTo>
                  <a:lnTo>
                    <a:pt x="3469345" y="428744"/>
                  </a:lnTo>
                  <a:lnTo>
                    <a:pt x="3502497" y="377451"/>
                  </a:lnTo>
                  <a:lnTo>
                    <a:pt x="3535649" y="306696"/>
                  </a:lnTo>
                  <a:lnTo>
                    <a:pt x="3568801" y="321466"/>
                  </a:lnTo>
                  <a:lnTo>
                    <a:pt x="3601953" y="319981"/>
                  </a:lnTo>
                  <a:lnTo>
                    <a:pt x="3635104" y="305229"/>
                  </a:lnTo>
                  <a:lnTo>
                    <a:pt x="3668256" y="259203"/>
                  </a:lnTo>
                  <a:lnTo>
                    <a:pt x="3701408" y="227885"/>
                  </a:lnTo>
                  <a:lnTo>
                    <a:pt x="3734560" y="121247"/>
                  </a:lnTo>
                  <a:lnTo>
                    <a:pt x="3767712" y="36189"/>
                  </a:lnTo>
                  <a:lnTo>
                    <a:pt x="3800864" y="24361"/>
                  </a:lnTo>
                  <a:lnTo>
                    <a:pt x="3834016" y="0"/>
                  </a:lnTo>
                  <a:lnTo>
                    <a:pt x="3867168" y="4201"/>
                  </a:lnTo>
                  <a:lnTo>
                    <a:pt x="3900320" y="63511"/>
                  </a:lnTo>
                  <a:lnTo>
                    <a:pt x="3933471" y="160137"/>
                  </a:lnTo>
                  <a:lnTo>
                    <a:pt x="3966623" y="106963"/>
                  </a:lnTo>
                  <a:lnTo>
                    <a:pt x="3999775" y="99524"/>
                  </a:lnTo>
                  <a:lnTo>
                    <a:pt x="4032927" y="221566"/>
                  </a:lnTo>
                  <a:lnTo>
                    <a:pt x="4066079" y="157744"/>
                  </a:lnTo>
                  <a:lnTo>
                    <a:pt x="4099231" y="161336"/>
                  </a:lnTo>
                  <a:lnTo>
                    <a:pt x="4132383" y="236787"/>
                  </a:lnTo>
                  <a:lnTo>
                    <a:pt x="4165535" y="227175"/>
                  </a:lnTo>
                  <a:lnTo>
                    <a:pt x="4198687" y="237099"/>
                  </a:lnTo>
                  <a:lnTo>
                    <a:pt x="4231838" y="342254"/>
                  </a:lnTo>
                  <a:lnTo>
                    <a:pt x="4264990" y="515664"/>
                  </a:lnTo>
                  <a:lnTo>
                    <a:pt x="4298142" y="604049"/>
                  </a:lnTo>
                  <a:lnTo>
                    <a:pt x="4331294" y="357997"/>
                  </a:lnTo>
                  <a:lnTo>
                    <a:pt x="4364446" y="357682"/>
                  </a:lnTo>
                  <a:lnTo>
                    <a:pt x="4397598" y="345846"/>
                  </a:lnTo>
                  <a:lnTo>
                    <a:pt x="4430750" y="361923"/>
                  </a:lnTo>
                  <a:lnTo>
                    <a:pt x="4463902" y="431751"/>
                  </a:lnTo>
                  <a:lnTo>
                    <a:pt x="4497054" y="371350"/>
                  </a:lnTo>
                  <a:lnTo>
                    <a:pt x="4530206" y="415346"/>
                  </a:lnTo>
                  <a:lnTo>
                    <a:pt x="4563357" y="540420"/>
                  </a:lnTo>
                  <a:lnTo>
                    <a:pt x="4596509" y="302181"/>
                  </a:lnTo>
                  <a:lnTo>
                    <a:pt x="4629661" y="306901"/>
                  </a:lnTo>
                  <a:lnTo>
                    <a:pt x="4662813" y="357618"/>
                  </a:lnTo>
                  <a:lnTo>
                    <a:pt x="4695965" y="360087"/>
                  </a:lnTo>
                  <a:lnTo>
                    <a:pt x="4729117" y="656088"/>
                  </a:lnTo>
                  <a:lnTo>
                    <a:pt x="4762269" y="706568"/>
                  </a:lnTo>
                  <a:lnTo>
                    <a:pt x="4795421" y="724866"/>
                  </a:lnTo>
                  <a:lnTo>
                    <a:pt x="4828573" y="986114"/>
                  </a:lnTo>
                  <a:lnTo>
                    <a:pt x="4861724" y="961237"/>
                  </a:lnTo>
                  <a:lnTo>
                    <a:pt x="4894876" y="940073"/>
                  </a:lnTo>
                  <a:lnTo>
                    <a:pt x="4928028" y="1061012"/>
                  </a:lnTo>
                  <a:lnTo>
                    <a:pt x="4961180" y="1156867"/>
                  </a:lnTo>
                  <a:lnTo>
                    <a:pt x="4994332" y="1182587"/>
                  </a:lnTo>
                  <a:lnTo>
                    <a:pt x="5027484" y="1271494"/>
                  </a:lnTo>
                  <a:lnTo>
                    <a:pt x="5060636" y="1234326"/>
                  </a:lnTo>
                  <a:lnTo>
                    <a:pt x="5093788" y="1186489"/>
                  </a:lnTo>
                  <a:lnTo>
                    <a:pt x="5126940" y="1140480"/>
                  </a:lnTo>
                  <a:lnTo>
                    <a:pt x="5160091" y="1085338"/>
                  </a:lnTo>
                  <a:lnTo>
                    <a:pt x="5193243" y="1163265"/>
                  </a:lnTo>
                  <a:lnTo>
                    <a:pt x="5226395" y="1231521"/>
                  </a:lnTo>
                  <a:lnTo>
                    <a:pt x="5259547" y="1247679"/>
                  </a:lnTo>
                  <a:lnTo>
                    <a:pt x="5292699" y="1286588"/>
                  </a:lnTo>
                  <a:lnTo>
                    <a:pt x="5325851" y="1122033"/>
                  </a:lnTo>
                  <a:lnTo>
                    <a:pt x="5359003" y="1137582"/>
                  </a:lnTo>
                  <a:lnTo>
                    <a:pt x="5392155" y="830526"/>
                  </a:lnTo>
                  <a:lnTo>
                    <a:pt x="5425307" y="830526"/>
                  </a:lnTo>
                  <a:lnTo>
                    <a:pt x="5458458" y="876534"/>
                  </a:lnTo>
                  <a:lnTo>
                    <a:pt x="5491610" y="935264"/>
                  </a:lnTo>
                  <a:lnTo>
                    <a:pt x="5524762" y="935264"/>
                  </a:lnTo>
                  <a:lnTo>
                    <a:pt x="5557914" y="1026156"/>
                  </a:lnTo>
                  <a:lnTo>
                    <a:pt x="5591066" y="1170151"/>
                  </a:lnTo>
                  <a:lnTo>
                    <a:pt x="5624218" y="1318600"/>
                  </a:lnTo>
                  <a:lnTo>
                    <a:pt x="5657370" y="1437096"/>
                  </a:lnTo>
                  <a:lnTo>
                    <a:pt x="5690522" y="1479337"/>
                  </a:lnTo>
                  <a:lnTo>
                    <a:pt x="5723674" y="1479337"/>
                  </a:lnTo>
                  <a:lnTo>
                    <a:pt x="5756826" y="1453815"/>
                  </a:lnTo>
                  <a:lnTo>
                    <a:pt x="5789977" y="1318600"/>
                  </a:lnTo>
                  <a:lnTo>
                    <a:pt x="5823129" y="1197051"/>
                  </a:lnTo>
                  <a:lnTo>
                    <a:pt x="5856281" y="1318600"/>
                  </a:lnTo>
                  <a:lnTo>
                    <a:pt x="5889433" y="1318600"/>
                  </a:lnTo>
                  <a:lnTo>
                    <a:pt x="5922585" y="1318600"/>
                  </a:lnTo>
                  <a:lnTo>
                    <a:pt x="5955737" y="1318600"/>
                  </a:lnTo>
                  <a:lnTo>
                    <a:pt x="5988889" y="1318600"/>
                  </a:lnTo>
                  <a:lnTo>
                    <a:pt x="6022041" y="1318600"/>
                  </a:lnTo>
                  <a:lnTo>
                    <a:pt x="6055193" y="1318600"/>
                  </a:lnTo>
                  <a:lnTo>
                    <a:pt x="6088344" y="1318600"/>
                  </a:lnTo>
                  <a:lnTo>
                    <a:pt x="6121496" y="1318600"/>
                  </a:lnTo>
                  <a:lnTo>
                    <a:pt x="6154648" y="1318600"/>
                  </a:lnTo>
                  <a:lnTo>
                    <a:pt x="6187800" y="1318600"/>
                  </a:lnTo>
                  <a:lnTo>
                    <a:pt x="6220952" y="1318600"/>
                  </a:lnTo>
                  <a:lnTo>
                    <a:pt x="6254104" y="1281559"/>
                  </a:lnTo>
                  <a:lnTo>
                    <a:pt x="6287256" y="1318600"/>
                  </a:lnTo>
                  <a:lnTo>
                    <a:pt x="6320408" y="1479337"/>
                  </a:lnTo>
                  <a:lnTo>
                    <a:pt x="6353560" y="1479337"/>
                  </a:lnTo>
                  <a:lnTo>
                    <a:pt x="6386711" y="1420606"/>
                  </a:lnTo>
                  <a:lnTo>
                    <a:pt x="6419863" y="1541344"/>
                  </a:lnTo>
                  <a:lnTo>
                    <a:pt x="6453015" y="1522271"/>
                  </a:lnTo>
                  <a:lnTo>
                    <a:pt x="6486167" y="1522271"/>
                  </a:lnTo>
                  <a:lnTo>
                    <a:pt x="6519319" y="1558178"/>
                  </a:lnTo>
                  <a:lnTo>
                    <a:pt x="6552471" y="1431351"/>
                  </a:lnTo>
                  <a:lnTo>
                    <a:pt x="6585623" y="1431351"/>
                  </a:lnTo>
                  <a:lnTo>
                    <a:pt x="6618775" y="1431351"/>
                  </a:lnTo>
                  <a:lnTo>
                    <a:pt x="6651927" y="1361210"/>
                  </a:lnTo>
                  <a:lnTo>
                    <a:pt x="6685078" y="1196930"/>
                  </a:lnTo>
                  <a:lnTo>
                    <a:pt x="6718230" y="984085"/>
                  </a:lnTo>
                  <a:lnTo>
                    <a:pt x="6751382" y="975812"/>
                  </a:lnTo>
                  <a:lnTo>
                    <a:pt x="6784534" y="1017758"/>
                  </a:lnTo>
                  <a:lnTo>
                    <a:pt x="6817686" y="943277"/>
                  </a:lnTo>
                  <a:lnTo>
                    <a:pt x="6850838" y="943277"/>
                  </a:lnTo>
                  <a:lnTo>
                    <a:pt x="6883990" y="971697"/>
                  </a:lnTo>
                  <a:lnTo>
                    <a:pt x="6917142" y="1067981"/>
                  </a:lnTo>
                  <a:lnTo>
                    <a:pt x="6950294" y="1079626"/>
                  </a:lnTo>
                  <a:lnTo>
                    <a:pt x="6983446" y="1079626"/>
                  </a:lnTo>
                  <a:lnTo>
                    <a:pt x="7016597" y="734175"/>
                  </a:lnTo>
                  <a:lnTo>
                    <a:pt x="7049749" y="830526"/>
                  </a:lnTo>
                  <a:lnTo>
                    <a:pt x="7082901" y="830526"/>
                  </a:lnTo>
                  <a:lnTo>
                    <a:pt x="7116053" y="830526"/>
                  </a:lnTo>
                  <a:lnTo>
                    <a:pt x="7149205" y="892269"/>
                  </a:lnTo>
                  <a:lnTo>
                    <a:pt x="7182357" y="1068186"/>
                  </a:lnTo>
                  <a:lnTo>
                    <a:pt x="7215509" y="1396288"/>
                  </a:lnTo>
                  <a:lnTo>
                    <a:pt x="7248661" y="1479337"/>
                  </a:lnTo>
                  <a:lnTo>
                    <a:pt x="7281813" y="1496657"/>
                  </a:lnTo>
                  <a:lnTo>
                    <a:pt x="7314964" y="1664894"/>
                  </a:lnTo>
                  <a:lnTo>
                    <a:pt x="7348116" y="1664894"/>
                  </a:lnTo>
                  <a:lnTo>
                    <a:pt x="7381268" y="1664894"/>
                  </a:lnTo>
                  <a:lnTo>
                    <a:pt x="7414420" y="1664894"/>
                  </a:lnTo>
                  <a:lnTo>
                    <a:pt x="7447572" y="1664894"/>
                  </a:lnTo>
                  <a:lnTo>
                    <a:pt x="7480724" y="1664894"/>
                  </a:lnTo>
                  <a:lnTo>
                    <a:pt x="7513876" y="1664894"/>
                  </a:lnTo>
                  <a:lnTo>
                    <a:pt x="7547028" y="1664894"/>
                  </a:lnTo>
                  <a:lnTo>
                    <a:pt x="7580180" y="1664894"/>
                  </a:lnTo>
                  <a:lnTo>
                    <a:pt x="7613331" y="1664894"/>
                  </a:lnTo>
                  <a:lnTo>
                    <a:pt x="7646483" y="1664894"/>
                  </a:lnTo>
                  <a:lnTo>
                    <a:pt x="7679635" y="1664894"/>
                  </a:lnTo>
                  <a:lnTo>
                    <a:pt x="7712787" y="1664894"/>
                  </a:lnTo>
                  <a:lnTo>
                    <a:pt x="7745939" y="1664894"/>
                  </a:lnTo>
                  <a:lnTo>
                    <a:pt x="7779091" y="1664894"/>
                  </a:lnTo>
                  <a:lnTo>
                    <a:pt x="7812243" y="1664894"/>
                  </a:lnTo>
                  <a:lnTo>
                    <a:pt x="7845395" y="1664894"/>
                  </a:lnTo>
                  <a:lnTo>
                    <a:pt x="7878547" y="1664894"/>
                  </a:lnTo>
                  <a:lnTo>
                    <a:pt x="7911698" y="1664894"/>
                  </a:lnTo>
                  <a:lnTo>
                    <a:pt x="7944850" y="1664894"/>
                  </a:lnTo>
                  <a:lnTo>
                    <a:pt x="7978002" y="1664894"/>
                  </a:lnTo>
                  <a:lnTo>
                    <a:pt x="8011154" y="1664894"/>
                  </a:lnTo>
                  <a:lnTo>
                    <a:pt x="8044306" y="1664894"/>
                  </a:lnTo>
                  <a:lnTo>
                    <a:pt x="8077458" y="1664894"/>
                  </a:lnTo>
                  <a:lnTo>
                    <a:pt x="8110610" y="1664894"/>
                  </a:lnTo>
                  <a:lnTo>
                    <a:pt x="8143762" y="1550165"/>
                  </a:lnTo>
                  <a:lnTo>
                    <a:pt x="8176914" y="1479337"/>
                  </a:lnTo>
                  <a:lnTo>
                    <a:pt x="8210066" y="1349076"/>
                  </a:lnTo>
                  <a:lnTo>
                    <a:pt x="8243217" y="1318600"/>
                  </a:lnTo>
                  <a:lnTo>
                    <a:pt x="8276369" y="1318600"/>
                  </a:lnTo>
                  <a:lnTo>
                    <a:pt x="8309521" y="1318600"/>
                  </a:lnTo>
                  <a:lnTo>
                    <a:pt x="8342673" y="1318600"/>
                  </a:lnTo>
                  <a:lnTo>
                    <a:pt x="8375825" y="1318600"/>
                  </a:lnTo>
                  <a:lnTo>
                    <a:pt x="8375825" y="1668810"/>
                  </a:lnTo>
                  <a:lnTo>
                    <a:pt x="8342673" y="1668810"/>
                  </a:lnTo>
                  <a:lnTo>
                    <a:pt x="8309521" y="1668810"/>
                  </a:lnTo>
                  <a:lnTo>
                    <a:pt x="8276369" y="1668810"/>
                  </a:lnTo>
                  <a:lnTo>
                    <a:pt x="8243217" y="1668810"/>
                  </a:lnTo>
                  <a:lnTo>
                    <a:pt x="8210066" y="1668810"/>
                  </a:lnTo>
                  <a:lnTo>
                    <a:pt x="8176914" y="1668810"/>
                  </a:lnTo>
                  <a:lnTo>
                    <a:pt x="8143762" y="1668810"/>
                  </a:lnTo>
                  <a:lnTo>
                    <a:pt x="8110610" y="1668810"/>
                  </a:lnTo>
                  <a:lnTo>
                    <a:pt x="8077458" y="1668810"/>
                  </a:lnTo>
                  <a:lnTo>
                    <a:pt x="8044306" y="1668810"/>
                  </a:lnTo>
                  <a:lnTo>
                    <a:pt x="8011154" y="1668810"/>
                  </a:lnTo>
                  <a:lnTo>
                    <a:pt x="7978002" y="1668810"/>
                  </a:lnTo>
                  <a:lnTo>
                    <a:pt x="7944850" y="1668810"/>
                  </a:lnTo>
                  <a:lnTo>
                    <a:pt x="7911698" y="1668810"/>
                  </a:lnTo>
                  <a:lnTo>
                    <a:pt x="7878547" y="1668810"/>
                  </a:lnTo>
                  <a:lnTo>
                    <a:pt x="7845395" y="1668810"/>
                  </a:lnTo>
                  <a:lnTo>
                    <a:pt x="7812243" y="1668810"/>
                  </a:lnTo>
                  <a:lnTo>
                    <a:pt x="7779091" y="1668810"/>
                  </a:lnTo>
                  <a:lnTo>
                    <a:pt x="7745939" y="1668810"/>
                  </a:lnTo>
                  <a:lnTo>
                    <a:pt x="7712787" y="1668810"/>
                  </a:lnTo>
                  <a:lnTo>
                    <a:pt x="7679635" y="1668810"/>
                  </a:lnTo>
                  <a:lnTo>
                    <a:pt x="7646483" y="1668810"/>
                  </a:lnTo>
                  <a:lnTo>
                    <a:pt x="7613331" y="1668810"/>
                  </a:lnTo>
                  <a:lnTo>
                    <a:pt x="7580180" y="1668810"/>
                  </a:lnTo>
                  <a:lnTo>
                    <a:pt x="7547028" y="1668810"/>
                  </a:lnTo>
                  <a:lnTo>
                    <a:pt x="7513876" y="1668810"/>
                  </a:lnTo>
                  <a:lnTo>
                    <a:pt x="7480724" y="1668810"/>
                  </a:lnTo>
                  <a:lnTo>
                    <a:pt x="7447572" y="1668810"/>
                  </a:lnTo>
                  <a:lnTo>
                    <a:pt x="7414420" y="1668810"/>
                  </a:lnTo>
                  <a:lnTo>
                    <a:pt x="7381268" y="1668810"/>
                  </a:lnTo>
                  <a:lnTo>
                    <a:pt x="7348116" y="1668810"/>
                  </a:lnTo>
                  <a:lnTo>
                    <a:pt x="7314964" y="1668810"/>
                  </a:lnTo>
                  <a:lnTo>
                    <a:pt x="7281813" y="1668810"/>
                  </a:lnTo>
                  <a:lnTo>
                    <a:pt x="7248661" y="1668810"/>
                  </a:lnTo>
                  <a:lnTo>
                    <a:pt x="7215509" y="1668810"/>
                  </a:lnTo>
                  <a:lnTo>
                    <a:pt x="7182357" y="1668810"/>
                  </a:lnTo>
                  <a:lnTo>
                    <a:pt x="7149205" y="1668810"/>
                  </a:lnTo>
                  <a:lnTo>
                    <a:pt x="7116053" y="1668810"/>
                  </a:lnTo>
                  <a:lnTo>
                    <a:pt x="7082901" y="1668810"/>
                  </a:lnTo>
                  <a:lnTo>
                    <a:pt x="7049749" y="1668810"/>
                  </a:lnTo>
                  <a:lnTo>
                    <a:pt x="7016597" y="1668810"/>
                  </a:lnTo>
                  <a:lnTo>
                    <a:pt x="6983446" y="1668810"/>
                  </a:lnTo>
                  <a:lnTo>
                    <a:pt x="6950294" y="1668810"/>
                  </a:lnTo>
                  <a:lnTo>
                    <a:pt x="6917142" y="1668810"/>
                  </a:lnTo>
                  <a:lnTo>
                    <a:pt x="6883990" y="1668810"/>
                  </a:lnTo>
                  <a:lnTo>
                    <a:pt x="6850838" y="1668810"/>
                  </a:lnTo>
                  <a:lnTo>
                    <a:pt x="6817686" y="1668810"/>
                  </a:lnTo>
                  <a:lnTo>
                    <a:pt x="6784534" y="1668810"/>
                  </a:lnTo>
                  <a:lnTo>
                    <a:pt x="6751382" y="1668810"/>
                  </a:lnTo>
                  <a:lnTo>
                    <a:pt x="6718230" y="1668810"/>
                  </a:lnTo>
                  <a:lnTo>
                    <a:pt x="6685078" y="1668810"/>
                  </a:lnTo>
                  <a:lnTo>
                    <a:pt x="6651927" y="1668810"/>
                  </a:lnTo>
                  <a:lnTo>
                    <a:pt x="6618775" y="1668810"/>
                  </a:lnTo>
                  <a:lnTo>
                    <a:pt x="6585623" y="1668810"/>
                  </a:lnTo>
                  <a:lnTo>
                    <a:pt x="6552471" y="1668810"/>
                  </a:lnTo>
                  <a:lnTo>
                    <a:pt x="6519319" y="1668810"/>
                  </a:lnTo>
                  <a:lnTo>
                    <a:pt x="6486167" y="1668810"/>
                  </a:lnTo>
                  <a:lnTo>
                    <a:pt x="6453015" y="1668810"/>
                  </a:lnTo>
                  <a:lnTo>
                    <a:pt x="6419863" y="1668810"/>
                  </a:lnTo>
                  <a:lnTo>
                    <a:pt x="6386711" y="1668810"/>
                  </a:lnTo>
                  <a:lnTo>
                    <a:pt x="6353560" y="1668810"/>
                  </a:lnTo>
                  <a:lnTo>
                    <a:pt x="6320408" y="1668810"/>
                  </a:lnTo>
                  <a:lnTo>
                    <a:pt x="6287256" y="1668810"/>
                  </a:lnTo>
                  <a:lnTo>
                    <a:pt x="6254104" y="1668810"/>
                  </a:lnTo>
                  <a:lnTo>
                    <a:pt x="6220952" y="1668810"/>
                  </a:lnTo>
                  <a:lnTo>
                    <a:pt x="6187800" y="1668810"/>
                  </a:lnTo>
                  <a:lnTo>
                    <a:pt x="6154648" y="1668810"/>
                  </a:lnTo>
                  <a:lnTo>
                    <a:pt x="6121496" y="1668810"/>
                  </a:lnTo>
                  <a:lnTo>
                    <a:pt x="6088344" y="1668810"/>
                  </a:lnTo>
                  <a:lnTo>
                    <a:pt x="6055193" y="1668810"/>
                  </a:lnTo>
                  <a:lnTo>
                    <a:pt x="6022041" y="1668810"/>
                  </a:lnTo>
                  <a:lnTo>
                    <a:pt x="5988889" y="1668810"/>
                  </a:lnTo>
                  <a:lnTo>
                    <a:pt x="5955737" y="1668810"/>
                  </a:lnTo>
                  <a:lnTo>
                    <a:pt x="5922585" y="1668810"/>
                  </a:lnTo>
                  <a:lnTo>
                    <a:pt x="5889433" y="1668810"/>
                  </a:lnTo>
                  <a:lnTo>
                    <a:pt x="5856281" y="1668810"/>
                  </a:lnTo>
                  <a:lnTo>
                    <a:pt x="5823129" y="1668810"/>
                  </a:lnTo>
                  <a:lnTo>
                    <a:pt x="5789977" y="1668810"/>
                  </a:lnTo>
                  <a:lnTo>
                    <a:pt x="5756826" y="1668810"/>
                  </a:lnTo>
                  <a:lnTo>
                    <a:pt x="5723674" y="1668810"/>
                  </a:lnTo>
                  <a:lnTo>
                    <a:pt x="5690522" y="1668810"/>
                  </a:lnTo>
                  <a:lnTo>
                    <a:pt x="5657370" y="1668810"/>
                  </a:lnTo>
                  <a:lnTo>
                    <a:pt x="5624218" y="1668810"/>
                  </a:lnTo>
                  <a:lnTo>
                    <a:pt x="5591066" y="1668810"/>
                  </a:lnTo>
                  <a:lnTo>
                    <a:pt x="5557914" y="1668810"/>
                  </a:lnTo>
                  <a:lnTo>
                    <a:pt x="5524762" y="1668810"/>
                  </a:lnTo>
                  <a:lnTo>
                    <a:pt x="5491610" y="1668810"/>
                  </a:lnTo>
                  <a:lnTo>
                    <a:pt x="5458458" y="1668810"/>
                  </a:lnTo>
                  <a:lnTo>
                    <a:pt x="5425307" y="1668810"/>
                  </a:lnTo>
                  <a:lnTo>
                    <a:pt x="5392155" y="1668810"/>
                  </a:lnTo>
                  <a:lnTo>
                    <a:pt x="5359003" y="1668810"/>
                  </a:lnTo>
                  <a:lnTo>
                    <a:pt x="5325851" y="1668810"/>
                  </a:lnTo>
                  <a:lnTo>
                    <a:pt x="5292699" y="1668810"/>
                  </a:lnTo>
                  <a:lnTo>
                    <a:pt x="5259547" y="1668810"/>
                  </a:lnTo>
                  <a:lnTo>
                    <a:pt x="5226395" y="1668810"/>
                  </a:lnTo>
                  <a:lnTo>
                    <a:pt x="5193243" y="1668810"/>
                  </a:lnTo>
                  <a:lnTo>
                    <a:pt x="5160091" y="1668810"/>
                  </a:lnTo>
                  <a:lnTo>
                    <a:pt x="5126940" y="1668810"/>
                  </a:lnTo>
                  <a:lnTo>
                    <a:pt x="5093788" y="1668810"/>
                  </a:lnTo>
                  <a:lnTo>
                    <a:pt x="5060636" y="1668810"/>
                  </a:lnTo>
                  <a:lnTo>
                    <a:pt x="5027484" y="1668810"/>
                  </a:lnTo>
                  <a:lnTo>
                    <a:pt x="4994332" y="1668810"/>
                  </a:lnTo>
                  <a:lnTo>
                    <a:pt x="4961180" y="1668810"/>
                  </a:lnTo>
                  <a:lnTo>
                    <a:pt x="4928028" y="1668810"/>
                  </a:lnTo>
                  <a:lnTo>
                    <a:pt x="4894876" y="1668810"/>
                  </a:lnTo>
                  <a:lnTo>
                    <a:pt x="4861724" y="1668810"/>
                  </a:lnTo>
                  <a:lnTo>
                    <a:pt x="4828573" y="1668810"/>
                  </a:lnTo>
                  <a:lnTo>
                    <a:pt x="4795421" y="1668810"/>
                  </a:lnTo>
                  <a:lnTo>
                    <a:pt x="4762269" y="1668810"/>
                  </a:lnTo>
                  <a:lnTo>
                    <a:pt x="4729117" y="1668810"/>
                  </a:lnTo>
                  <a:lnTo>
                    <a:pt x="4695965" y="1668810"/>
                  </a:lnTo>
                  <a:lnTo>
                    <a:pt x="4662813" y="1668810"/>
                  </a:lnTo>
                  <a:lnTo>
                    <a:pt x="4629661" y="1668810"/>
                  </a:lnTo>
                  <a:lnTo>
                    <a:pt x="4596509" y="1668810"/>
                  </a:lnTo>
                  <a:lnTo>
                    <a:pt x="4563357" y="1668810"/>
                  </a:lnTo>
                  <a:lnTo>
                    <a:pt x="4530206" y="1668810"/>
                  </a:lnTo>
                  <a:lnTo>
                    <a:pt x="4497054" y="1668810"/>
                  </a:lnTo>
                  <a:lnTo>
                    <a:pt x="4463902" y="1668810"/>
                  </a:lnTo>
                  <a:lnTo>
                    <a:pt x="4430750" y="1668810"/>
                  </a:lnTo>
                  <a:lnTo>
                    <a:pt x="4397598" y="1668810"/>
                  </a:lnTo>
                  <a:lnTo>
                    <a:pt x="4364446" y="1668810"/>
                  </a:lnTo>
                  <a:lnTo>
                    <a:pt x="4331294" y="1668810"/>
                  </a:lnTo>
                  <a:lnTo>
                    <a:pt x="4298142" y="1668810"/>
                  </a:lnTo>
                  <a:lnTo>
                    <a:pt x="4264990" y="1668810"/>
                  </a:lnTo>
                  <a:lnTo>
                    <a:pt x="4231838" y="1668810"/>
                  </a:lnTo>
                  <a:lnTo>
                    <a:pt x="4198687" y="1668810"/>
                  </a:lnTo>
                  <a:lnTo>
                    <a:pt x="4165535" y="1668810"/>
                  </a:lnTo>
                  <a:lnTo>
                    <a:pt x="4132383" y="1668810"/>
                  </a:lnTo>
                  <a:lnTo>
                    <a:pt x="4099231" y="1668810"/>
                  </a:lnTo>
                  <a:lnTo>
                    <a:pt x="4066079" y="1668810"/>
                  </a:lnTo>
                  <a:lnTo>
                    <a:pt x="4032927" y="1668810"/>
                  </a:lnTo>
                  <a:lnTo>
                    <a:pt x="3999775" y="1668810"/>
                  </a:lnTo>
                  <a:lnTo>
                    <a:pt x="3966623" y="1668810"/>
                  </a:lnTo>
                  <a:lnTo>
                    <a:pt x="3933471" y="1668810"/>
                  </a:lnTo>
                  <a:lnTo>
                    <a:pt x="3900320" y="1668810"/>
                  </a:lnTo>
                  <a:lnTo>
                    <a:pt x="3867168" y="1668810"/>
                  </a:lnTo>
                  <a:lnTo>
                    <a:pt x="3834016" y="1668810"/>
                  </a:lnTo>
                  <a:lnTo>
                    <a:pt x="3800864" y="1668810"/>
                  </a:lnTo>
                  <a:lnTo>
                    <a:pt x="3767712" y="1668810"/>
                  </a:lnTo>
                  <a:lnTo>
                    <a:pt x="3734560" y="1668810"/>
                  </a:lnTo>
                  <a:lnTo>
                    <a:pt x="3701408" y="1668810"/>
                  </a:lnTo>
                  <a:lnTo>
                    <a:pt x="3668256" y="1668810"/>
                  </a:lnTo>
                  <a:lnTo>
                    <a:pt x="3635104" y="1668810"/>
                  </a:lnTo>
                  <a:lnTo>
                    <a:pt x="3601953" y="1668810"/>
                  </a:lnTo>
                  <a:lnTo>
                    <a:pt x="3568801" y="1668810"/>
                  </a:lnTo>
                  <a:lnTo>
                    <a:pt x="3535649" y="1668810"/>
                  </a:lnTo>
                  <a:lnTo>
                    <a:pt x="3502497" y="1668810"/>
                  </a:lnTo>
                  <a:lnTo>
                    <a:pt x="3469345" y="1668810"/>
                  </a:lnTo>
                  <a:lnTo>
                    <a:pt x="3436193" y="1668810"/>
                  </a:lnTo>
                  <a:lnTo>
                    <a:pt x="3403041" y="1668810"/>
                  </a:lnTo>
                  <a:lnTo>
                    <a:pt x="3369889" y="1668810"/>
                  </a:lnTo>
                  <a:lnTo>
                    <a:pt x="3336737" y="1668810"/>
                  </a:lnTo>
                  <a:lnTo>
                    <a:pt x="3303586" y="1668810"/>
                  </a:lnTo>
                  <a:lnTo>
                    <a:pt x="3270434" y="1668810"/>
                  </a:lnTo>
                  <a:lnTo>
                    <a:pt x="3237282" y="1668810"/>
                  </a:lnTo>
                  <a:lnTo>
                    <a:pt x="3204130" y="1668810"/>
                  </a:lnTo>
                  <a:lnTo>
                    <a:pt x="3170978" y="1668810"/>
                  </a:lnTo>
                  <a:lnTo>
                    <a:pt x="3137826" y="1668810"/>
                  </a:lnTo>
                  <a:lnTo>
                    <a:pt x="3104674" y="1668810"/>
                  </a:lnTo>
                  <a:lnTo>
                    <a:pt x="3071522" y="1668810"/>
                  </a:lnTo>
                  <a:lnTo>
                    <a:pt x="3038370" y="1668810"/>
                  </a:lnTo>
                  <a:lnTo>
                    <a:pt x="3005218" y="1668810"/>
                  </a:lnTo>
                  <a:lnTo>
                    <a:pt x="2972067" y="1668810"/>
                  </a:lnTo>
                  <a:lnTo>
                    <a:pt x="2938915" y="1668810"/>
                  </a:lnTo>
                  <a:lnTo>
                    <a:pt x="2905763" y="1668810"/>
                  </a:lnTo>
                  <a:lnTo>
                    <a:pt x="2872611" y="1668810"/>
                  </a:lnTo>
                  <a:lnTo>
                    <a:pt x="2839459" y="1668810"/>
                  </a:lnTo>
                  <a:lnTo>
                    <a:pt x="2806307" y="1668810"/>
                  </a:lnTo>
                  <a:lnTo>
                    <a:pt x="2773155" y="1668810"/>
                  </a:lnTo>
                  <a:lnTo>
                    <a:pt x="2740003" y="1668810"/>
                  </a:lnTo>
                  <a:lnTo>
                    <a:pt x="2706851" y="1668810"/>
                  </a:lnTo>
                  <a:lnTo>
                    <a:pt x="2673700" y="1668810"/>
                  </a:lnTo>
                  <a:lnTo>
                    <a:pt x="2640548" y="1668810"/>
                  </a:lnTo>
                  <a:lnTo>
                    <a:pt x="2607396" y="1668810"/>
                  </a:lnTo>
                  <a:lnTo>
                    <a:pt x="2574244" y="1668810"/>
                  </a:lnTo>
                  <a:lnTo>
                    <a:pt x="2541092" y="1668810"/>
                  </a:lnTo>
                  <a:lnTo>
                    <a:pt x="2507940" y="1668810"/>
                  </a:lnTo>
                  <a:lnTo>
                    <a:pt x="2474788" y="1668810"/>
                  </a:lnTo>
                  <a:lnTo>
                    <a:pt x="2441636" y="1668810"/>
                  </a:lnTo>
                  <a:lnTo>
                    <a:pt x="2408484" y="1668810"/>
                  </a:lnTo>
                  <a:lnTo>
                    <a:pt x="2375333" y="1668810"/>
                  </a:lnTo>
                  <a:lnTo>
                    <a:pt x="2342181" y="1668810"/>
                  </a:lnTo>
                  <a:lnTo>
                    <a:pt x="2309029" y="1668810"/>
                  </a:lnTo>
                  <a:lnTo>
                    <a:pt x="2275877" y="1668810"/>
                  </a:lnTo>
                  <a:lnTo>
                    <a:pt x="2242725" y="1668810"/>
                  </a:lnTo>
                  <a:lnTo>
                    <a:pt x="2209573" y="1668810"/>
                  </a:lnTo>
                  <a:lnTo>
                    <a:pt x="2176421" y="1668810"/>
                  </a:lnTo>
                  <a:lnTo>
                    <a:pt x="2143269" y="1668810"/>
                  </a:lnTo>
                  <a:lnTo>
                    <a:pt x="2110117" y="1668810"/>
                  </a:lnTo>
                  <a:lnTo>
                    <a:pt x="2076966" y="1668810"/>
                  </a:lnTo>
                  <a:lnTo>
                    <a:pt x="2043814" y="1668810"/>
                  </a:lnTo>
                  <a:lnTo>
                    <a:pt x="2010662" y="1668810"/>
                  </a:lnTo>
                  <a:lnTo>
                    <a:pt x="1977510" y="1668810"/>
                  </a:lnTo>
                  <a:lnTo>
                    <a:pt x="1944358" y="1668810"/>
                  </a:lnTo>
                  <a:lnTo>
                    <a:pt x="1911206" y="1668810"/>
                  </a:lnTo>
                  <a:lnTo>
                    <a:pt x="1878054" y="1668810"/>
                  </a:lnTo>
                  <a:lnTo>
                    <a:pt x="1844902" y="1668810"/>
                  </a:lnTo>
                  <a:lnTo>
                    <a:pt x="1811750" y="1668810"/>
                  </a:lnTo>
                  <a:lnTo>
                    <a:pt x="1778598" y="1668810"/>
                  </a:lnTo>
                  <a:lnTo>
                    <a:pt x="1745447" y="1668810"/>
                  </a:lnTo>
                  <a:lnTo>
                    <a:pt x="1712295" y="1668810"/>
                  </a:lnTo>
                  <a:lnTo>
                    <a:pt x="1679143" y="1668810"/>
                  </a:lnTo>
                  <a:lnTo>
                    <a:pt x="1645991" y="1668810"/>
                  </a:lnTo>
                  <a:lnTo>
                    <a:pt x="1612839" y="1668810"/>
                  </a:lnTo>
                  <a:lnTo>
                    <a:pt x="1579687" y="1668810"/>
                  </a:lnTo>
                  <a:lnTo>
                    <a:pt x="1546535" y="1668810"/>
                  </a:lnTo>
                  <a:lnTo>
                    <a:pt x="1513383" y="1668810"/>
                  </a:lnTo>
                  <a:lnTo>
                    <a:pt x="1480231" y="1668810"/>
                  </a:lnTo>
                  <a:lnTo>
                    <a:pt x="1447080" y="1668810"/>
                  </a:lnTo>
                  <a:lnTo>
                    <a:pt x="1413928" y="1668810"/>
                  </a:lnTo>
                  <a:lnTo>
                    <a:pt x="1380776" y="1668810"/>
                  </a:lnTo>
                  <a:lnTo>
                    <a:pt x="1347624" y="1668810"/>
                  </a:lnTo>
                  <a:lnTo>
                    <a:pt x="1314472" y="1668810"/>
                  </a:lnTo>
                  <a:lnTo>
                    <a:pt x="1281320" y="1668810"/>
                  </a:lnTo>
                  <a:lnTo>
                    <a:pt x="1248168" y="1668810"/>
                  </a:lnTo>
                  <a:lnTo>
                    <a:pt x="1215016" y="1668810"/>
                  </a:lnTo>
                  <a:lnTo>
                    <a:pt x="1181864" y="1668810"/>
                  </a:lnTo>
                  <a:lnTo>
                    <a:pt x="1148713" y="1668810"/>
                  </a:lnTo>
                  <a:lnTo>
                    <a:pt x="1115561" y="1668810"/>
                  </a:lnTo>
                  <a:lnTo>
                    <a:pt x="1082409" y="1668810"/>
                  </a:lnTo>
                  <a:lnTo>
                    <a:pt x="1049257" y="1668810"/>
                  </a:lnTo>
                  <a:lnTo>
                    <a:pt x="1016105" y="1668810"/>
                  </a:lnTo>
                  <a:lnTo>
                    <a:pt x="982953" y="1668810"/>
                  </a:lnTo>
                  <a:lnTo>
                    <a:pt x="949801" y="1668810"/>
                  </a:lnTo>
                  <a:lnTo>
                    <a:pt x="916649" y="1668810"/>
                  </a:lnTo>
                  <a:lnTo>
                    <a:pt x="883497" y="1668810"/>
                  </a:lnTo>
                  <a:lnTo>
                    <a:pt x="850346" y="1668810"/>
                  </a:lnTo>
                  <a:lnTo>
                    <a:pt x="817194" y="1668810"/>
                  </a:lnTo>
                  <a:lnTo>
                    <a:pt x="784042" y="1668810"/>
                  </a:lnTo>
                  <a:lnTo>
                    <a:pt x="750890" y="1668810"/>
                  </a:lnTo>
                  <a:lnTo>
                    <a:pt x="717738" y="1668810"/>
                  </a:lnTo>
                  <a:lnTo>
                    <a:pt x="684586" y="1668810"/>
                  </a:lnTo>
                  <a:lnTo>
                    <a:pt x="651434" y="1668810"/>
                  </a:lnTo>
                  <a:lnTo>
                    <a:pt x="618282" y="1668810"/>
                  </a:lnTo>
                  <a:lnTo>
                    <a:pt x="585130" y="1668810"/>
                  </a:lnTo>
                  <a:lnTo>
                    <a:pt x="551978" y="1668810"/>
                  </a:lnTo>
                  <a:lnTo>
                    <a:pt x="518827" y="1668810"/>
                  </a:lnTo>
                  <a:lnTo>
                    <a:pt x="485675" y="1668810"/>
                  </a:lnTo>
                  <a:lnTo>
                    <a:pt x="452523" y="1668810"/>
                  </a:lnTo>
                  <a:lnTo>
                    <a:pt x="419371" y="1668810"/>
                  </a:lnTo>
                  <a:lnTo>
                    <a:pt x="386219" y="1668810"/>
                  </a:lnTo>
                  <a:lnTo>
                    <a:pt x="353067" y="1668810"/>
                  </a:lnTo>
                  <a:lnTo>
                    <a:pt x="319915" y="1668810"/>
                  </a:lnTo>
                  <a:lnTo>
                    <a:pt x="286763" y="1668810"/>
                  </a:lnTo>
                  <a:lnTo>
                    <a:pt x="253611" y="1668810"/>
                  </a:lnTo>
                  <a:lnTo>
                    <a:pt x="220460" y="1668810"/>
                  </a:lnTo>
                  <a:lnTo>
                    <a:pt x="187308" y="1668810"/>
                  </a:lnTo>
                  <a:lnTo>
                    <a:pt x="154156" y="1668810"/>
                  </a:lnTo>
                  <a:lnTo>
                    <a:pt x="121004" y="1668810"/>
                  </a:lnTo>
                  <a:lnTo>
                    <a:pt x="87852" y="1668810"/>
                  </a:lnTo>
                  <a:lnTo>
                    <a:pt x="54700" y="1668810"/>
                  </a:lnTo>
                  <a:lnTo>
                    <a:pt x="21548" y="1668810"/>
                  </a:lnTo>
                  <a:lnTo>
                    <a:pt x="0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937859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88279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82304" y="3721952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82304" y="3306241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82304" y="288758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82304" y="2470399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45" name="pl45"/>
            <p:cNvSpPr/>
            <p:nvPr/>
          </p:nvSpPr>
          <p:spPr>
            <a:xfrm>
              <a:off x="587875" y="37657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87875" y="33485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87875" y="29313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87875" y="25141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37687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495281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152876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810470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468065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1553266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52330000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61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52331000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868455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52332000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526050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52333000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183644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52334000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61" name="tx61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22670" y="5258292"/>
              <a:ext cx="8375825" cy="1095852"/>
            </a:xfrm>
            <a:custGeom>
              <a:avLst/>
              <a:pathLst>
                <a:path w="8375825" h="1095852">
                  <a:moveTo>
                    <a:pt x="0" y="1095852"/>
                  </a:moveTo>
                  <a:lnTo>
                    <a:pt x="21548" y="1095852"/>
                  </a:lnTo>
                  <a:lnTo>
                    <a:pt x="54700" y="1095852"/>
                  </a:lnTo>
                  <a:lnTo>
                    <a:pt x="87852" y="1095852"/>
                  </a:lnTo>
                  <a:lnTo>
                    <a:pt x="121004" y="1095852"/>
                  </a:lnTo>
                  <a:lnTo>
                    <a:pt x="154156" y="1051350"/>
                  </a:lnTo>
                  <a:lnTo>
                    <a:pt x="187308" y="1040225"/>
                  </a:lnTo>
                  <a:lnTo>
                    <a:pt x="220460" y="1009630"/>
                  </a:lnTo>
                  <a:lnTo>
                    <a:pt x="253611" y="984598"/>
                  </a:lnTo>
                  <a:lnTo>
                    <a:pt x="286763" y="984598"/>
                  </a:lnTo>
                  <a:lnTo>
                    <a:pt x="319915" y="984598"/>
                  </a:lnTo>
                  <a:lnTo>
                    <a:pt x="353067" y="984598"/>
                  </a:lnTo>
                  <a:lnTo>
                    <a:pt x="386219" y="984598"/>
                  </a:lnTo>
                  <a:lnTo>
                    <a:pt x="419371" y="984598"/>
                  </a:lnTo>
                  <a:lnTo>
                    <a:pt x="452523" y="984598"/>
                  </a:lnTo>
                  <a:lnTo>
                    <a:pt x="485675" y="954003"/>
                  </a:lnTo>
                  <a:lnTo>
                    <a:pt x="518827" y="928971"/>
                  </a:lnTo>
                  <a:lnTo>
                    <a:pt x="551978" y="928971"/>
                  </a:lnTo>
                  <a:lnTo>
                    <a:pt x="585130" y="928971"/>
                  </a:lnTo>
                  <a:lnTo>
                    <a:pt x="618282" y="928971"/>
                  </a:lnTo>
                  <a:lnTo>
                    <a:pt x="651434" y="928971"/>
                  </a:lnTo>
                  <a:lnTo>
                    <a:pt x="684586" y="920627"/>
                  </a:lnTo>
                  <a:lnTo>
                    <a:pt x="717738" y="873344"/>
                  </a:lnTo>
                  <a:lnTo>
                    <a:pt x="750890" y="873344"/>
                  </a:lnTo>
                  <a:lnTo>
                    <a:pt x="784042" y="873344"/>
                  </a:lnTo>
                  <a:lnTo>
                    <a:pt x="817194" y="873344"/>
                  </a:lnTo>
                  <a:lnTo>
                    <a:pt x="850346" y="873344"/>
                  </a:lnTo>
                  <a:lnTo>
                    <a:pt x="883497" y="873344"/>
                  </a:lnTo>
                  <a:lnTo>
                    <a:pt x="916649" y="873344"/>
                  </a:lnTo>
                  <a:lnTo>
                    <a:pt x="949801" y="817717"/>
                  </a:lnTo>
                  <a:lnTo>
                    <a:pt x="982953" y="859437"/>
                  </a:lnTo>
                  <a:lnTo>
                    <a:pt x="1016105" y="873344"/>
                  </a:lnTo>
                  <a:lnTo>
                    <a:pt x="1049257" y="901157"/>
                  </a:lnTo>
                  <a:lnTo>
                    <a:pt x="1082409" y="928971"/>
                  </a:lnTo>
                  <a:lnTo>
                    <a:pt x="1115561" y="923408"/>
                  </a:lnTo>
                  <a:lnTo>
                    <a:pt x="1148713" y="873344"/>
                  </a:lnTo>
                  <a:lnTo>
                    <a:pt x="1181864" y="873344"/>
                  </a:lnTo>
                  <a:lnTo>
                    <a:pt x="1215016" y="873344"/>
                  </a:lnTo>
                  <a:lnTo>
                    <a:pt x="1248168" y="873344"/>
                  </a:lnTo>
                  <a:lnTo>
                    <a:pt x="1281320" y="873344"/>
                  </a:lnTo>
                  <a:lnTo>
                    <a:pt x="1314472" y="901157"/>
                  </a:lnTo>
                  <a:lnTo>
                    <a:pt x="1347624" y="928971"/>
                  </a:lnTo>
                  <a:lnTo>
                    <a:pt x="1380776" y="928971"/>
                  </a:lnTo>
                  <a:lnTo>
                    <a:pt x="1413928" y="912282"/>
                  </a:lnTo>
                  <a:lnTo>
                    <a:pt x="1447080" y="859437"/>
                  </a:lnTo>
                  <a:lnTo>
                    <a:pt x="1480231" y="817717"/>
                  </a:lnTo>
                  <a:lnTo>
                    <a:pt x="1513383" y="823279"/>
                  </a:lnTo>
                  <a:lnTo>
                    <a:pt x="1546535" y="873344"/>
                  </a:lnTo>
                  <a:lnTo>
                    <a:pt x="1579687" y="867781"/>
                  </a:lnTo>
                  <a:lnTo>
                    <a:pt x="1612839" y="817717"/>
                  </a:lnTo>
                  <a:lnTo>
                    <a:pt x="1645991" y="817717"/>
                  </a:lnTo>
                  <a:lnTo>
                    <a:pt x="1679143" y="817717"/>
                  </a:lnTo>
                  <a:lnTo>
                    <a:pt x="1712295" y="817717"/>
                  </a:lnTo>
                  <a:lnTo>
                    <a:pt x="1745447" y="770434"/>
                  </a:lnTo>
                  <a:lnTo>
                    <a:pt x="1778598" y="814935"/>
                  </a:lnTo>
                  <a:lnTo>
                    <a:pt x="1811750" y="817717"/>
                  </a:lnTo>
                  <a:lnTo>
                    <a:pt x="1844902" y="817717"/>
                  </a:lnTo>
                  <a:lnTo>
                    <a:pt x="1878054" y="817717"/>
                  </a:lnTo>
                  <a:lnTo>
                    <a:pt x="1911206" y="817717"/>
                  </a:lnTo>
                  <a:lnTo>
                    <a:pt x="1944358" y="820498"/>
                  </a:lnTo>
                  <a:lnTo>
                    <a:pt x="1977510" y="873344"/>
                  </a:lnTo>
                  <a:lnTo>
                    <a:pt x="2010662" y="873344"/>
                  </a:lnTo>
                  <a:lnTo>
                    <a:pt x="2043814" y="848311"/>
                  </a:lnTo>
                  <a:lnTo>
                    <a:pt x="2076966" y="762090"/>
                  </a:lnTo>
                  <a:lnTo>
                    <a:pt x="2110117" y="762090"/>
                  </a:lnTo>
                  <a:lnTo>
                    <a:pt x="2143269" y="762090"/>
                  </a:lnTo>
                  <a:lnTo>
                    <a:pt x="2176421" y="762090"/>
                  </a:lnTo>
                  <a:lnTo>
                    <a:pt x="2209573" y="762090"/>
                  </a:lnTo>
                  <a:lnTo>
                    <a:pt x="2242725" y="775996"/>
                  </a:lnTo>
                  <a:lnTo>
                    <a:pt x="2275877" y="789903"/>
                  </a:lnTo>
                  <a:lnTo>
                    <a:pt x="2309029" y="817717"/>
                  </a:lnTo>
                  <a:lnTo>
                    <a:pt x="2342181" y="817717"/>
                  </a:lnTo>
                  <a:lnTo>
                    <a:pt x="2375333" y="817717"/>
                  </a:lnTo>
                  <a:lnTo>
                    <a:pt x="2408484" y="820498"/>
                  </a:lnTo>
                  <a:lnTo>
                    <a:pt x="2441636" y="873344"/>
                  </a:lnTo>
                  <a:lnTo>
                    <a:pt x="2474788" y="873344"/>
                  </a:lnTo>
                  <a:lnTo>
                    <a:pt x="2507940" y="873344"/>
                  </a:lnTo>
                  <a:lnTo>
                    <a:pt x="2541092" y="873344"/>
                  </a:lnTo>
                  <a:lnTo>
                    <a:pt x="2574244" y="917845"/>
                  </a:lnTo>
                  <a:lnTo>
                    <a:pt x="2607396" y="928971"/>
                  </a:lnTo>
                  <a:lnTo>
                    <a:pt x="2640548" y="928971"/>
                  </a:lnTo>
                  <a:lnTo>
                    <a:pt x="2673700" y="928971"/>
                  </a:lnTo>
                  <a:lnTo>
                    <a:pt x="2706851" y="928971"/>
                  </a:lnTo>
                  <a:lnTo>
                    <a:pt x="2740003" y="928971"/>
                  </a:lnTo>
                  <a:lnTo>
                    <a:pt x="2773155" y="928971"/>
                  </a:lnTo>
                  <a:lnTo>
                    <a:pt x="2806307" y="928971"/>
                  </a:lnTo>
                  <a:lnTo>
                    <a:pt x="2839459" y="928971"/>
                  </a:lnTo>
                  <a:lnTo>
                    <a:pt x="2872611" y="895594"/>
                  </a:lnTo>
                  <a:lnTo>
                    <a:pt x="2905763" y="887250"/>
                  </a:lnTo>
                  <a:lnTo>
                    <a:pt x="2938915" y="873344"/>
                  </a:lnTo>
                  <a:lnTo>
                    <a:pt x="2972067" y="823279"/>
                  </a:lnTo>
                  <a:lnTo>
                    <a:pt x="3005218" y="817717"/>
                  </a:lnTo>
                  <a:lnTo>
                    <a:pt x="3038370" y="817717"/>
                  </a:lnTo>
                  <a:lnTo>
                    <a:pt x="3071522" y="817717"/>
                  </a:lnTo>
                  <a:lnTo>
                    <a:pt x="3104674" y="823279"/>
                  </a:lnTo>
                  <a:lnTo>
                    <a:pt x="3137826" y="770434"/>
                  </a:lnTo>
                  <a:lnTo>
                    <a:pt x="3170978" y="673086"/>
                  </a:lnTo>
                  <a:lnTo>
                    <a:pt x="3204130" y="595208"/>
                  </a:lnTo>
                  <a:lnTo>
                    <a:pt x="3237282" y="595208"/>
                  </a:lnTo>
                  <a:lnTo>
                    <a:pt x="3270434" y="547926"/>
                  </a:lnTo>
                  <a:lnTo>
                    <a:pt x="3303586" y="447797"/>
                  </a:lnTo>
                  <a:lnTo>
                    <a:pt x="3336737" y="403295"/>
                  </a:lnTo>
                  <a:lnTo>
                    <a:pt x="3369889" y="317073"/>
                  </a:lnTo>
                  <a:lnTo>
                    <a:pt x="3403041" y="317073"/>
                  </a:lnTo>
                  <a:lnTo>
                    <a:pt x="3436193" y="317073"/>
                  </a:lnTo>
                  <a:lnTo>
                    <a:pt x="3469345" y="317073"/>
                  </a:lnTo>
                  <a:lnTo>
                    <a:pt x="3502497" y="317073"/>
                  </a:lnTo>
                  <a:lnTo>
                    <a:pt x="3535649" y="317073"/>
                  </a:lnTo>
                  <a:lnTo>
                    <a:pt x="3568801" y="269791"/>
                  </a:lnTo>
                  <a:lnTo>
                    <a:pt x="3601953" y="261447"/>
                  </a:lnTo>
                  <a:lnTo>
                    <a:pt x="3635104" y="261447"/>
                  </a:lnTo>
                  <a:lnTo>
                    <a:pt x="3668256" y="255884"/>
                  </a:lnTo>
                  <a:lnTo>
                    <a:pt x="3701408" y="183569"/>
                  </a:lnTo>
                  <a:lnTo>
                    <a:pt x="3734560" y="244759"/>
                  </a:lnTo>
                  <a:lnTo>
                    <a:pt x="3767712" y="247540"/>
                  </a:lnTo>
                  <a:lnTo>
                    <a:pt x="3800864" y="219726"/>
                  </a:lnTo>
                  <a:lnTo>
                    <a:pt x="3834016" y="133504"/>
                  </a:lnTo>
                  <a:lnTo>
                    <a:pt x="3867168" y="86221"/>
                  </a:lnTo>
                  <a:lnTo>
                    <a:pt x="3900320" y="0"/>
                  </a:lnTo>
                  <a:lnTo>
                    <a:pt x="3933471" y="11125"/>
                  </a:lnTo>
                  <a:lnTo>
                    <a:pt x="3966623" y="80659"/>
                  </a:lnTo>
                  <a:lnTo>
                    <a:pt x="3999775" y="175225"/>
                  </a:lnTo>
                  <a:lnTo>
                    <a:pt x="4032927" y="205819"/>
                  </a:lnTo>
                  <a:lnTo>
                    <a:pt x="4066079" y="205819"/>
                  </a:lnTo>
                  <a:lnTo>
                    <a:pt x="4099231" y="236414"/>
                  </a:lnTo>
                  <a:lnTo>
                    <a:pt x="4132383" y="253103"/>
                  </a:lnTo>
                  <a:lnTo>
                    <a:pt x="4165535" y="280916"/>
                  </a:lnTo>
                  <a:lnTo>
                    <a:pt x="4198687" y="358794"/>
                  </a:lnTo>
                  <a:lnTo>
                    <a:pt x="4231838" y="267009"/>
                  </a:lnTo>
                  <a:lnTo>
                    <a:pt x="4264990" y="261447"/>
                  </a:lnTo>
                  <a:lnTo>
                    <a:pt x="4298142" y="228070"/>
                  </a:lnTo>
                  <a:lnTo>
                    <a:pt x="4331294" y="205819"/>
                  </a:lnTo>
                  <a:lnTo>
                    <a:pt x="4364446" y="205819"/>
                  </a:lnTo>
                  <a:lnTo>
                    <a:pt x="4397598" y="250321"/>
                  </a:lnTo>
                  <a:lnTo>
                    <a:pt x="4430750" y="261447"/>
                  </a:lnTo>
                  <a:lnTo>
                    <a:pt x="4463902" y="261447"/>
                  </a:lnTo>
                  <a:lnTo>
                    <a:pt x="4497054" y="216945"/>
                  </a:lnTo>
                  <a:lnTo>
                    <a:pt x="4530206" y="308730"/>
                  </a:lnTo>
                  <a:lnTo>
                    <a:pt x="4563357" y="225289"/>
                  </a:lnTo>
                  <a:lnTo>
                    <a:pt x="4596509" y="136286"/>
                  </a:lnTo>
                  <a:lnTo>
                    <a:pt x="4629661" y="125160"/>
                  </a:lnTo>
                  <a:lnTo>
                    <a:pt x="4662813" y="219726"/>
                  </a:lnTo>
                  <a:lnTo>
                    <a:pt x="4695965" y="267009"/>
                  </a:lnTo>
                  <a:lnTo>
                    <a:pt x="4729117" y="333762"/>
                  </a:lnTo>
                  <a:lnTo>
                    <a:pt x="4762269" y="317073"/>
                  </a:lnTo>
                  <a:lnTo>
                    <a:pt x="4795421" y="280916"/>
                  </a:lnTo>
                  <a:lnTo>
                    <a:pt x="4828573" y="261447"/>
                  </a:lnTo>
                  <a:lnTo>
                    <a:pt x="4861724" y="317073"/>
                  </a:lnTo>
                  <a:lnTo>
                    <a:pt x="4894876" y="317073"/>
                  </a:lnTo>
                  <a:lnTo>
                    <a:pt x="4928028" y="286479"/>
                  </a:lnTo>
                  <a:lnTo>
                    <a:pt x="4961180" y="356012"/>
                  </a:lnTo>
                  <a:lnTo>
                    <a:pt x="4994332" y="372701"/>
                  </a:lnTo>
                  <a:lnTo>
                    <a:pt x="5027484" y="383826"/>
                  </a:lnTo>
                  <a:lnTo>
                    <a:pt x="5060636" y="475610"/>
                  </a:lnTo>
                  <a:lnTo>
                    <a:pt x="5093788" y="483954"/>
                  </a:lnTo>
                  <a:lnTo>
                    <a:pt x="5126940" y="514549"/>
                  </a:lnTo>
                  <a:lnTo>
                    <a:pt x="5160091" y="539581"/>
                  </a:lnTo>
                  <a:lnTo>
                    <a:pt x="5193243" y="539581"/>
                  </a:lnTo>
                  <a:lnTo>
                    <a:pt x="5226395" y="539581"/>
                  </a:lnTo>
                  <a:lnTo>
                    <a:pt x="5259547" y="539581"/>
                  </a:lnTo>
                  <a:lnTo>
                    <a:pt x="5292699" y="506205"/>
                  </a:lnTo>
                  <a:lnTo>
                    <a:pt x="5325851" y="528456"/>
                  </a:lnTo>
                  <a:lnTo>
                    <a:pt x="5359003" y="550707"/>
                  </a:lnTo>
                  <a:lnTo>
                    <a:pt x="5392155" y="684212"/>
                  </a:lnTo>
                  <a:lnTo>
                    <a:pt x="5425307" y="781559"/>
                  </a:lnTo>
                  <a:lnTo>
                    <a:pt x="5458458" y="867781"/>
                  </a:lnTo>
                  <a:lnTo>
                    <a:pt x="5491610" y="873344"/>
                  </a:lnTo>
                  <a:lnTo>
                    <a:pt x="5524762" y="873344"/>
                  </a:lnTo>
                  <a:lnTo>
                    <a:pt x="5557914" y="890032"/>
                  </a:lnTo>
                  <a:lnTo>
                    <a:pt x="5591066" y="915064"/>
                  </a:lnTo>
                  <a:lnTo>
                    <a:pt x="5624218" y="906720"/>
                  </a:lnTo>
                  <a:lnTo>
                    <a:pt x="5657370" y="928971"/>
                  </a:lnTo>
                  <a:lnTo>
                    <a:pt x="5690522" y="928971"/>
                  </a:lnTo>
                  <a:lnTo>
                    <a:pt x="5723674" y="928971"/>
                  </a:lnTo>
                  <a:lnTo>
                    <a:pt x="5756826" y="965128"/>
                  </a:lnTo>
                  <a:lnTo>
                    <a:pt x="5789977" y="984598"/>
                  </a:lnTo>
                  <a:lnTo>
                    <a:pt x="5823129" y="984598"/>
                  </a:lnTo>
                  <a:lnTo>
                    <a:pt x="5856281" y="984598"/>
                  </a:lnTo>
                  <a:lnTo>
                    <a:pt x="5889433" y="984598"/>
                  </a:lnTo>
                  <a:lnTo>
                    <a:pt x="5922585" y="984598"/>
                  </a:lnTo>
                  <a:lnTo>
                    <a:pt x="5955737" y="984598"/>
                  </a:lnTo>
                  <a:lnTo>
                    <a:pt x="5988889" y="984598"/>
                  </a:lnTo>
                  <a:lnTo>
                    <a:pt x="6022041" y="984598"/>
                  </a:lnTo>
                  <a:lnTo>
                    <a:pt x="6055193" y="984598"/>
                  </a:lnTo>
                  <a:lnTo>
                    <a:pt x="6088344" y="984598"/>
                  </a:lnTo>
                  <a:lnTo>
                    <a:pt x="6121496" y="1015192"/>
                  </a:lnTo>
                  <a:lnTo>
                    <a:pt x="6154648" y="1040225"/>
                  </a:lnTo>
                  <a:lnTo>
                    <a:pt x="6187800" y="1040225"/>
                  </a:lnTo>
                  <a:lnTo>
                    <a:pt x="6220952" y="1040225"/>
                  </a:lnTo>
                  <a:lnTo>
                    <a:pt x="6254104" y="1040225"/>
                  </a:lnTo>
                  <a:lnTo>
                    <a:pt x="6287256" y="1029099"/>
                  </a:lnTo>
                  <a:lnTo>
                    <a:pt x="6320408" y="984598"/>
                  </a:lnTo>
                  <a:lnTo>
                    <a:pt x="6353560" y="984598"/>
                  </a:lnTo>
                  <a:lnTo>
                    <a:pt x="6386711" y="984598"/>
                  </a:lnTo>
                  <a:lnTo>
                    <a:pt x="6419863" y="995723"/>
                  </a:lnTo>
                  <a:lnTo>
                    <a:pt x="6453015" y="1017974"/>
                  </a:lnTo>
                  <a:lnTo>
                    <a:pt x="6486167" y="984598"/>
                  </a:lnTo>
                  <a:lnTo>
                    <a:pt x="6519319" y="984598"/>
                  </a:lnTo>
                  <a:lnTo>
                    <a:pt x="6552471" y="984598"/>
                  </a:lnTo>
                  <a:lnTo>
                    <a:pt x="6585623" y="984598"/>
                  </a:lnTo>
                  <a:lnTo>
                    <a:pt x="6618775" y="965128"/>
                  </a:lnTo>
                  <a:lnTo>
                    <a:pt x="6651927" y="928971"/>
                  </a:lnTo>
                  <a:lnTo>
                    <a:pt x="6685078" y="928971"/>
                  </a:lnTo>
                  <a:lnTo>
                    <a:pt x="6718230" y="928971"/>
                  </a:lnTo>
                  <a:lnTo>
                    <a:pt x="6751382" y="928971"/>
                  </a:lnTo>
                  <a:lnTo>
                    <a:pt x="6784534" y="928971"/>
                  </a:lnTo>
                  <a:lnTo>
                    <a:pt x="6817686" y="928971"/>
                  </a:lnTo>
                  <a:lnTo>
                    <a:pt x="6850838" y="928971"/>
                  </a:lnTo>
                  <a:lnTo>
                    <a:pt x="6883990" y="928971"/>
                  </a:lnTo>
                  <a:lnTo>
                    <a:pt x="6917142" y="928971"/>
                  </a:lnTo>
                  <a:lnTo>
                    <a:pt x="6950294" y="928971"/>
                  </a:lnTo>
                  <a:lnTo>
                    <a:pt x="6983446" y="876125"/>
                  </a:lnTo>
                  <a:lnTo>
                    <a:pt x="7016597" y="873344"/>
                  </a:lnTo>
                  <a:lnTo>
                    <a:pt x="7049749" y="873344"/>
                  </a:lnTo>
                  <a:lnTo>
                    <a:pt x="7082901" y="873344"/>
                  </a:lnTo>
                  <a:lnTo>
                    <a:pt x="7116053" y="881688"/>
                  </a:lnTo>
                  <a:lnTo>
                    <a:pt x="7149205" y="928971"/>
                  </a:lnTo>
                  <a:lnTo>
                    <a:pt x="7182357" y="928971"/>
                  </a:lnTo>
                  <a:lnTo>
                    <a:pt x="7215509" y="876125"/>
                  </a:lnTo>
                  <a:lnTo>
                    <a:pt x="7248661" y="873344"/>
                  </a:lnTo>
                  <a:lnTo>
                    <a:pt x="7281813" y="892813"/>
                  </a:lnTo>
                  <a:lnTo>
                    <a:pt x="7314964" y="873344"/>
                  </a:lnTo>
                  <a:lnTo>
                    <a:pt x="7348116" y="873344"/>
                  </a:lnTo>
                  <a:lnTo>
                    <a:pt x="7381268" y="873344"/>
                  </a:lnTo>
                  <a:lnTo>
                    <a:pt x="7414420" y="873344"/>
                  </a:lnTo>
                  <a:lnTo>
                    <a:pt x="7447572" y="859437"/>
                  </a:lnTo>
                  <a:lnTo>
                    <a:pt x="7480724" y="873344"/>
                  </a:lnTo>
                  <a:lnTo>
                    <a:pt x="7513876" y="873344"/>
                  </a:lnTo>
                  <a:lnTo>
                    <a:pt x="7547028" y="873344"/>
                  </a:lnTo>
                  <a:lnTo>
                    <a:pt x="7580180" y="873344"/>
                  </a:lnTo>
                  <a:lnTo>
                    <a:pt x="7613331" y="873344"/>
                  </a:lnTo>
                  <a:lnTo>
                    <a:pt x="7646483" y="817717"/>
                  </a:lnTo>
                  <a:lnTo>
                    <a:pt x="7679635" y="817717"/>
                  </a:lnTo>
                  <a:lnTo>
                    <a:pt x="7712787" y="817717"/>
                  </a:lnTo>
                  <a:lnTo>
                    <a:pt x="7745939" y="817717"/>
                  </a:lnTo>
                  <a:lnTo>
                    <a:pt x="7779091" y="781559"/>
                  </a:lnTo>
                  <a:lnTo>
                    <a:pt x="7812243" y="812154"/>
                  </a:lnTo>
                  <a:lnTo>
                    <a:pt x="7845395" y="817717"/>
                  </a:lnTo>
                  <a:lnTo>
                    <a:pt x="7878547" y="817717"/>
                  </a:lnTo>
                  <a:lnTo>
                    <a:pt x="7911698" y="817717"/>
                  </a:lnTo>
                  <a:lnTo>
                    <a:pt x="7944850" y="817717"/>
                  </a:lnTo>
                  <a:lnTo>
                    <a:pt x="7978002" y="817717"/>
                  </a:lnTo>
                  <a:lnTo>
                    <a:pt x="8011154" y="817717"/>
                  </a:lnTo>
                  <a:lnTo>
                    <a:pt x="8044306" y="867781"/>
                  </a:lnTo>
                  <a:lnTo>
                    <a:pt x="8077458" y="873344"/>
                  </a:lnTo>
                  <a:lnTo>
                    <a:pt x="8110610" y="873344"/>
                  </a:lnTo>
                  <a:lnTo>
                    <a:pt x="8143762" y="926189"/>
                  </a:lnTo>
                  <a:lnTo>
                    <a:pt x="8176914" y="928971"/>
                  </a:lnTo>
                  <a:lnTo>
                    <a:pt x="8210066" y="928971"/>
                  </a:lnTo>
                  <a:lnTo>
                    <a:pt x="8243217" y="928971"/>
                  </a:lnTo>
                  <a:lnTo>
                    <a:pt x="8276369" y="956784"/>
                  </a:lnTo>
                  <a:lnTo>
                    <a:pt x="8309521" y="984598"/>
                  </a:lnTo>
                  <a:lnTo>
                    <a:pt x="8342673" y="984598"/>
                  </a:lnTo>
                  <a:lnTo>
                    <a:pt x="8375825" y="984598"/>
                  </a:lnTo>
                  <a:lnTo>
                    <a:pt x="8375825" y="984598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937859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88279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75" name="pl75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837687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49528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152876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810470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468065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tx88"/>
            <p:cNvSpPr/>
            <p:nvPr/>
          </p:nvSpPr>
          <p:spPr>
            <a:xfrm>
              <a:off x="1553266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52330000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210861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52331000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868455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52332000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526050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52333000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8183644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52334000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2026-03-09T14:32:48Z</dcterms:modified>
  <cp:category/>
</cp:coreProperties>
</file>