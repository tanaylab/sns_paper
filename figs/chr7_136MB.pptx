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3192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262477"/>
              <a:ext cx="9004821" cy="35259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44934" y="145504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44934" y="3102170"/>
              <a:ext cx="3213" cy="160307"/>
            </a:xfrm>
            <a:custGeom>
              <a:avLst/>
              <a:pathLst>
                <a:path w="3213" h="160307">
                  <a:moveTo>
                    <a:pt x="0" y="0"/>
                  </a:moveTo>
                  <a:lnTo>
                    <a:pt x="1711" y="89698"/>
                  </a:lnTo>
                  <a:lnTo>
                    <a:pt x="3213" y="16030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50722" y="145504"/>
              <a:ext cx="518557" cy="3116972"/>
            </a:xfrm>
            <a:custGeom>
              <a:avLst/>
              <a:pathLst>
                <a:path w="518557" h="3116972">
                  <a:moveTo>
                    <a:pt x="0" y="3116972"/>
                  </a:moveTo>
                  <a:lnTo>
                    <a:pt x="1057" y="3089704"/>
                  </a:lnTo>
                  <a:lnTo>
                    <a:pt x="2768" y="3059797"/>
                  </a:lnTo>
                  <a:lnTo>
                    <a:pt x="4480" y="3074008"/>
                  </a:lnTo>
                  <a:lnTo>
                    <a:pt x="6191" y="3039978"/>
                  </a:lnTo>
                  <a:lnTo>
                    <a:pt x="7902" y="2984365"/>
                  </a:lnTo>
                  <a:lnTo>
                    <a:pt x="9614" y="2906873"/>
                  </a:lnTo>
                  <a:lnTo>
                    <a:pt x="11325" y="2816247"/>
                  </a:lnTo>
                  <a:lnTo>
                    <a:pt x="13037" y="2809776"/>
                  </a:lnTo>
                  <a:lnTo>
                    <a:pt x="14748" y="2809778"/>
                  </a:lnTo>
                  <a:lnTo>
                    <a:pt x="16459" y="2809780"/>
                  </a:lnTo>
                  <a:lnTo>
                    <a:pt x="18171" y="2849205"/>
                  </a:lnTo>
                  <a:lnTo>
                    <a:pt x="19882" y="2953989"/>
                  </a:lnTo>
                  <a:lnTo>
                    <a:pt x="21594" y="3051773"/>
                  </a:lnTo>
                  <a:lnTo>
                    <a:pt x="23305" y="3040380"/>
                  </a:lnTo>
                  <a:lnTo>
                    <a:pt x="25016" y="2980400"/>
                  </a:lnTo>
                  <a:lnTo>
                    <a:pt x="26728" y="2965458"/>
                  </a:lnTo>
                  <a:lnTo>
                    <a:pt x="28439" y="2965458"/>
                  </a:lnTo>
                  <a:lnTo>
                    <a:pt x="30151" y="2965459"/>
                  </a:lnTo>
                  <a:lnTo>
                    <a:pt x="31862" y="2965459"/>
                  </a:lnTo>
                  <a:lnTo>
                    <a:pt x="33573" y="2978731"/>
                  </a:lnTo>
                  <a:lnTo>
                    <a:pt x="35285" y="2973891"/>
                  </a:lnTo>
                  <a:lnTo>
                    <a:pt x="36996" y="2903753"/>
                  </a:lnTo>
                  <a:lnTo>
                    <a:pt x="38708" y="2884687"/>
                  </a:lnTo>
                  <a:lnTo>
                    <a:pt x="40419" y="2884688"/>
                  </a:lnTo>
                  <a:lnTo>
                    <a:pt x="42130" y="2884689"/>
                  </a:lnTo>
                  <a:lnTo>
                    <a:pt x="43842" y="2889280"/>
                  </a:lnTo>
                  <a:lnTo>
                    <a:pt x="45553" y="2903650"/>
                  </a:lnTo>
                  <a:lnTo>
                    <a:pt x="47265" y="2918771"/>
                  </a:lnTo>
                  <a:lnTo>
                    <a:pt x="48976" y="2889332"/>
                  </a:lnTo>
                  <a:lnTo>
                    <a:pt x="50687" y="2877468"/>
                  </a:lnTo>
                  <a:lnTo>
                    <a:pt x="52399" y="2869158"/>
                  </a:lnTo>
                  <a:lnTo>
                    <a:pt x="54110" y="2833293"/>
                  </a:lnTo>
                  <a:lnTo>
                    <a:pt x="55822" y="2871791"/>
                  </a:lnTo>
                  <a:lnTo>
                    <a:pt x="57533" y="2883972"/>
                  </a:lnTo>
                  <a:lnTo>
                    <a:pt x="59244" y="2924149"/>
                  </a:lnTo>
                  <a:lnTo>
                    <a:pt x="60956" y="2933542"/>
                  </a:lnTo>
                  <a:lnTo>
                    <a:pt x="62667" y="2885437"/>
                  </a:lnTo>
                  <a:lnTo>
                    <a:pt x="64379" y="2834983"/>
                  </a:lnTo>
                  <a:lnTo>
                    <a:pt x="66090" y="2807279"/>
                  </a:lnTo>
                  <a:lnTo>
                    <a:pt x="67801" y="2878155"/>
                  </a:lnTo>
                  <a:lnTo>
                    <a:pt x="69513" y="2911897"/>
                  </a:lnTo>
                  <a:lnTo>
                    <a:pt x="71224" y="2926924"/>
                  </a:lnTo>
                  <a:lnTo>
                    <a:pt x="72936" y="2966324"/>
                  </a:lnTo>
                  <a:lnTo>
                    <a:pt x="74647" y="2978236"/>
                  </a:lnTo>
                  <a:lnTo>
                    <a:pt x="76358" y="2891992"/>
                  </a:lnTo>
                  <a:lnTo>
                    <a:pt x="78070" y="2816911"/>
                  </a:lnTo>
                  <a:lnTo>
                    <a:pt x="79781" y="2668241"/>
                  </a:lnTo>
                  <a:lnTo>
                    <a:pt x="81493" y="2490032"/>
                  </a:lnTo>
                  <a:lnTo>
                    <a:pt x="83204" y="2361004"/>
                  </a:lnTo>
                  <a:lnTo>
                    <a:pt x="84915" y="2408849"/>
                  </a:lnTo>
                  <a:lnTo>
                    <a:pt x="86627" y="2531025"/>
                  </a:lnTo>
                  <a:lnTo>
                    <a:pt x="88338" y="2568848"/>
                  </a:lnTo>
                  <a:lnTo>
                    <a:pt x="90050" y="2648762"/>
                  </a:lnTo>
                  <a:lnTo>
                    <a:pt x="91761" y="2774771"/>
                  </a:lnTo>
                  <a:lnTo>
                    <a:pt x="93472" y="2850668"/>
                  </a:lnTo>
                  <a:lnTo>
                    <a:pt x="95184" y="2831818"/>
                  </a:lnTo>
                  <a:lnTo>
                    <a:pt x="96895" y="2815264"/>
                  </a:lnTo>
                  <a:lnTo>
                    <a:pt x="98606" y="2802798"/>
                  </a:lnTo>
                  <a:lnTo>
                    <a:pt x="100318" y="2813785"/>
                  </a:lnTo>
                  <a:lnTo>
                    <a:pt x="102029" y="2824522"/>
                  </a:lnTo>
                  <a:lnTo>
                    <a:pt x="103741" y="2807249"/>
                  </a:lnTo>
                  <a:lnTo>
                    <a:pt x="105452" y="2717364"/>
                  </a:lnTo>
                  <a:lnTo>
                    <a:pt x="107163" y="2672618"/>
                  </a:lnTo>
                  <a:lnTo>
                    <a:pt x="108875" y="2676591"/>
                  </a:lnTo>
                  <a:lnTo>
                    <a:pt x="110586" y="2659685"/>
                  </a:lnTo>
                  <a:lnTo>
                    <a:pt x="112298" y="2661191"/>
                  </a:lnTo>
                  <a:lnTo>
                    <a:pt x="114009" y="2738222"/>
                  </a:lnTo>
                  <a:lnTo>
                    <a:pt x="115720" y="2768671"/>
                  </a:lnTo>
                  <a:lnTo>
                    <a:pt x="117432" y="2731857"/>
                  </a:lnTo>
                  <a:lnTo>
                    <a:pt x="119143" y="2682876"/>
                  </a:lnTo>
                  <a:lnTo>
                    <a:pt x="120855" y="2618546"/>
                  </a:lnTo>
                  <a:lnTo>
                    <a:pt x="122566" y="2559554"/>
                  </a:lnTo>
                  <a:lnTo>
                    <a:pt x="124277" y="2466066"/>
                  </a:lnTo>
                  <a:lnTo>
                    <a:pt x="125989" y="2452822"/>
                  </a:lnTo>
                  <a:lnTo>
                    <a:pt x="127700" y="2389623"/>
                  </a:lnTo>
                  <a:lnTo>
                    <a:pt x="129412" y="2308234"/>
                  </a:lnTo>
                  <a:lnTo>
                    <a:pt x="131123" y="2228579"/>
                  </a:lnTo>
                  <a:lnTo>
                    <a:pt x="132834" y="2128507"/>
                  </a:lnTo>
                  <a:lnTo>
                    <a:pt x="134546" y="2064812"/>
                  </a:lnTo>
                  <a:lnTo>
                    <a:pt x="136257" y="1974750"/>
                  </a:lnTo>
                  <a:lnTo>
                    <a:pt x="137969" y="2048352"/>
                  </a:lnTo>
                  <a:lnTo>
                    <a:pt x="139680" y="2079274"/>
                  </a:lnTo>
                  <a:lnTo>
                    <a:pt x="141391" y="2149558"/>
                  </a:lnTo>
                  <a:lnTo>
                    <a:pt x="143103" y="2216154"/>
                  </a:lnTo>
                  <a:lnTo>
                    <a:pt x="144814" y="2257874"/>
                  </a:lnTo>
                  <a:lnTo>
                    <a:pt x="146526" y="2395820"/>
                  </a:lnTo>
                  <a:lnTo>
                    <a:pt x="148237" y="2429541"/>
                  </a:lnTo>
                  <a:lnTo>
                    <a:pt x="149948" y="2452482"/>
                  </a:lnTo>
                  <a:lnTo>
                    <a:pt x="151660" y="2528315"/>
                  </a:lnTo>
                  <a:lnTo>
                    <a:pt x="153371" y="2601152"/>
                  </a:lnTo>
                  <a:lnTo>
                    <a:pt x="155083" y="2670493"/>
                  </a:lnTo>
                  <a:lnTo>
                    <a:pt x="156794" y="2664364"/>
                  </a:lnTo>
                  <a:lnTo>
                    <a:pt x="158505" y="2604764"/>
                  </a:lnTo>
                  <a:lnTo>
                    <a:pt x="160217" y="2551589"/>
                  </a:lnTo>
                  <a:lnTo>
                    <a:pt x="161928" y="2459147"/>
                  </a:lnTo>
                  <a:lnTo>
                    <a:pt x="163640" y="2435005"/>
                  </a:lnTo>
                  <a:lnTo>
                    <a:pt x="165351" y="2417868"/>
                  </a:lnTo>
                  <a:lnTo>
                    <a:pt x="167062" y="2483473"/>
                  </a:lnTo>
                  <a:lnTo>
                    <a:pt x="168774" y="2600783"/>
                  </a:lnTo>
                  <a:lnTo>
                    <a:pt x="170485" y="2745256"/>
                  </a:lnTo>
                  <a:lnTo>
                    <a:pt x="172197" y="2798357"/>
                  </a:lnTo>
                  <a:lnTo>
                    <a:pt x="173908" y="2728593"/>
                  </a:lnTo>
                  <a:lnTo>
                    <a:pt x="175619" y="2752469"/>
                  </a:lnTo>
                  <a:lnTo>
                    <a:pt x="177331" y="2770845"/>
                  </a:lnTo>
                  <a:lnTo>
                    <a:pt x="179042" y="2814078"/>
                  </a:lnTo>
                  <a:lnTo>
                    <a:pt x="180754" y="2835715"/>
                  </a:lnTo>
                  <a:lnTo>
                    <a:pt x="182465" y="2890747"/>
                  </a:lnTo>
                  <a:lnTo>
                    <a:pt x="184176" y="3025070"/>
                  </a:lnTo>
                  <a:lnTo>
                    <a:pt x="185888" y="3067777"/>
                  </a:lnTo>
                  <a:lnTo>
                    <a:pt x="187599" y="2973803"/>
                  </a:lnTo>
                  <a:lnTo>
                    <a:pt x="189311" y="2806576"/>
                  </a:lnTo>
                  <a:lnTo>
                    <a:pt x="191022" y="2680255"/>
                  </a:lnTo>
                  <a:lnTo>
                    <a:pt x="192733" y="2719630"/>
                  </a:lnTo>
                  <a:lnTo>
                    <a:pt x="194445" y="2714578"/>
                  </a:lnTo>
                  <a:lnTo>
                    <a:pt x="196156" y="2563567"/>
                  </a:lnTo>
                  <a:lnTo>
                    <a:pt x="197868" y="2457104"/>
                  </a:lnTo>
                  <a:lnTo>
                    <a:pt x="199579" y="2427810"/>
                  </a:lnTo>
                  <a:lnTo>
                    <a:pt x="201290" y="2389187"/>
                  </a:lnTo>
                  <a:lnTo>
                    <a:pt x="203002" y="2386480"/>
                  </a:lnTo>
                  <a:lnTo>
                    <a:pt x="204713" y="2416003"/>
                  </a:lnTo>
                  <a:lnTo>
                    <a:pt x="206424" y="2496006"/>
                  </a:lnTo>
                  <a:lnTo>
                    <a:pt x="208136" y="2604004"/>
                  </a:lnTo>
                  <a:lnTo>
                    <a:pt x="209847" y="2647929"/>
                  </a:lnTo>
                  <a:lnTo>
                    <a:pt x="211559" y="2811002"/>
                  </a:lnTo>
                  <a:lnTo>
                    <a:pt x="213270" y="2779252"/>
                  </a:lnTo>
                  <a:lnTo>
                    <a:pt x="214981" y="2676271"/>
                  </a:lnTo>
                  <a:lnTo>
                    <a:pt x="216693" y="2593816"/>
                  </a:lnTo>
                  <a:lnTo>
                    <a:pt x="218404" y="2485815"/>
                  </a:lnTo>
                  <a:lnTo>
                    <a:pt x="220116" y="2522510"/>
                  </a:lnTo>
                  <a:lnTo>
                    <a:pt x="221827" y="2520598"/>
                  </a:lnTo>
                  <a:lnTo>
                    <a:pt x="223538" y="2547126"/>
                  </a:lnTo>
                  <a:lnTo>
                    <a:pt x="225250" y="2632253"/>
                  </a:lnTo>
                  <a:lnTo>
                    <a:pt x="226961" y="2745188"/>
                  </a:lnTo>
                  <a:lnTo>
                    <a:pt x="228673" y="2894324"/>
                  </a:lnTo>
                  <a:lnTo>
                    <a:pt x="230384" y="2966991"/>
                  </a:lnTo>
                  <a:lnTo>
                    <a:pt x="232095" y="2895266"/>
                  </a:lnTo>
                  <a:lnTo>
                    <a:pt x="233807" y="2778159"/>
                  </a:lnTo>
                  <a:lnTo>
                    <a:pt x="235518" y="2707510"/>
                  </a:lnTo>
                  <a:lnTo>
                    <a:pt x="237230" y="2628154"/>
                  </a:lnTo>
                  <a:lnTo>
                    <a:pt x="238941" y="2536125"/>
                  </a:lnTo>
                  <a:lnTo>
                    <a:pt x="240652" y="2508934"/>
                  </a:lnTo>
                  <a:lnTo>
                    <a:pt x="242364" y="2580660"/>
                  </a:lnTo>
                  <a:lnTo>
                    <a:pt x="244075" y="2697767"/>
                  </a:lnTo>
                  <a:lnTo>
                    <a:pt x="245787" y="2768415"/>
                  </a:lnTo>
                  <a:lnTo>
                    <a:pt x="247498" y="2893204"/>
                  </a:lnTo>
                  <a:lnTo>
                    <a:pt x="249209" y="2978617"/>
                  </a:lnTo>
                  <a:lnTo>
                    <a:pt x="250921" y="2927917"/>
                  </a:lnTo>
                  <a:lnTo>
                    <a:pt x="252632" y="2891832"/>
                  </a:lnTo>
                  <a:lnTo>
                    <a:pt x="254344" y="2752410"/>
                  </a:lnTo>
                  <a:lnTo>
                    <a:pt x="256055" y="2566117"/>
                  </a:lnTo>
                  <a:lnTo>
                    <a:pt x="257766" y="2524330"/>
                  </a:lnTo>
                  <a:lnTo>
                    <a:pt x="259478" y="2558233"/>
                  </a:lnTo>
                  <a:lnTo>
                    <a:pt x="261189" y="2634101"/>
                  </a:lnTo>
                  <a:lnTo>
                    <a:pt x="262901" y="2668661"/>
                  </a:lnTo>
                  <a:lnTo>
                    <a:pt x="264612" y="2815412"/>
                  </a:lnTo>
                  <a:lnTo>
                    <a:pt x="266323" y="2949126"/>
                  </a:lnTo>
                  <a:lnTo>
                    <a:pt x="268035" y="2876740"/>
                  </a:lnTo>
                  <a:lnTo>
                    <a:pt x="269746" y="2817627"/>
                  </a:lnTo>
                  <a:lnTo>
                    <a:pt x="271458" y="2715379"/>
                  </a:lnTo>
                  <a:lnTo>
                    <a:pt x="273169" y="2666763"/>
                  </a:lnTo>
                  <a:lnTo>
                    <a:pt x="274880" y="2650185"/>
                  </a:lnTo>
                  <a:lnTo>
                    <a:pt x="276592" y="2619484"/>
                  </a:lnTo>
                  <a:lnTo>
                    <a:pt x="278303" y="2532709"/>
                  </a:lnTo>
                  <a:lnTo>
                    <a:pt x="280015" y="2418713"/>
                  </a:lnTo>
                  <a:lnTo>
                    <a:pt x="281726" y="2288713"/>
                  </a:lnTo>
                  <a:lnTo>
                    <a:pt x="283437" y="2085418"/>
                  </a:lnTo>
                  <a:lnTo>
                    <a:pt x="285149" y="1792836"/>
                  </a:lnTo>
                  <a:lnTo>
                    <a:pt x="286860" y="1551062"/>
                  </a:lnTo>
                  <a:lnTo>
                    <a:pt x="288572" y="1425342"/>
                  </a:lnTo>
                  <a:lnTo>
                    <a:pt x="290283" y="1293927"/>
                  </a:lnTo>
                  <a:lnTo>
                    <a:pt x="291994" y="1271040"/>
                  </a:lnTo>
                  <a:lnTo>
                    <a:pt x="293706" y="1265021"/>
                  </a:lnTo>
                  <a:lnTo>
                    <a:pt x="295417" y="1243563"/>
                  </a:lnTo>
                  <a:lnTo>
                    <a:pt x="297129" y="1270112"/>
                  </a:lnTo>
                  <a:lnTo>
                    <a:pt x="298840" y="1276754"/>
                  </a:lnTo>
                  <a:lnTo>
                    <a:pt x="300551" y="1258065"/>
                  </a:lnTo>
                  <a:lnTo>
                    <a:pt x="302263" y="1274519"/>
                  </a:lnTo>
                  <a:lnTo>
                    <a:pt x="303974" y="1314551"/>
                  </a:lnTo>
                  <a:lnTo>
                    <a:pt x="305685" y="1333834"/>
                  </a:lnTo>
                  <a:lnTo>
                    <a:pt x="307397" y="1338192"/>
                  </a:lnTo>
                  <a:lnTo>
                    <a:pt x="309108" y="1413190"/>
                  </a:lnTo>
                  <a:lnTo>
                    <a:pt x="310820" y="1462308"/>
                  </a:lnTo>
                  <a:lnTo>
                    <a:pt x="312531" y="1376170"/>
                  </a:lnTo>
                  <a:lnTo>
                    <a:pt x="314242" y="1231284"/>
                  </a:lnTo>
                  <a:lnTo>
                    <a:pt x="315954" y="1121783"/>
                  </a:lnTo>
                  <a:lnTo>
                    <a:pt x="317665" y="900821"/>
                  </a:lnTo>
                  <a:lnTo>
                    <a:pt x="319377" y="617050"/>
                  </a:lnTo>
                  <a:lnTo>
                    <a:pt x="321088" y="395934"/>
                  </a:lnTo>
                  <a:lnTo>
                    <a:pt x="322799" y="209286"/>
                  </a:lnTo>
                  <a:lnTo>
                    <a:pt x="324511" y="57565"/>
                  </a:lnTo>
                  <a:lnTo>
                    <a:pt x="326222" y="0"/>
                  </a:lnTo>
                  <a:lnTo>
                    <a:pt x="326222" y="0"/>
                  </a:lnTo>
                  <a:lnTo>
                    <a:pt x="327934" y="42688"/>
                  </a:lnTo>
                  <a:lnTo>
                    <a:pt x="329645" y="65293"/>
                  </a:lnTo>
                  <a:lnTo>
                    <a:pt x="331356" y="59350"/>
                  </a:lnTo>
                  <a:lnTo>
                    <a:pt x="333068" y="103945"/>
                  </a:lnTo>
                  <a:lnTo>
                    <a:pt x="334779" y="216361"/>
                  </a:lnTo>
                  <a:lnTo>
                    <a:pt x="336491" y="335053"/>
                  </a:lnTo>
                  <a:lnTo>
                    <a:pt x="338202" y="553691"/>
                  </a:lnTo>
                  <a:lnTo>
                    <a:pt x="339913" y="825142"/>
                  </a:lnTo>
                  <a:lnTo>
                    <a:pt x="341625" y="1122776"/>
                  </a:lnTo>
                  <a:lnTo>
                    <a:pt x="343336" y="1501809"/>
                  </a:lnTo>
                  <a:lnTo>
                    <a:pt x="345048" y="1760883"/>
                  </a:lnTo>
                  <a:lnTo>
                    <a:pt x="346759" y="1852243"/>
                  </a:lnTo>
                  <a:lnTo>
                    <a:pt x="348470" y="1857784"/>
                  </a:lnTo>
                  <a:lnTo>
                    <a:pt x="350182" y="1950928"/>
                  </a:lnTo>
                  <a:lnTo>
                    <a:pt x="351893" y="2099524"/>
                  </a:lnTo>
                  <a:lnTo>
                    <a:pt x="353605" y="2024031"/>
                  </a:lnTo>
                  <a:lnTo>
                    <a:pt x="355316" y="1883627"/>
                  </a:lnTo>
                  <a:lnTo>
                    <a:pt x="357027" y="1847584"/>
                  </a:lnTo>
                  <a:lnTo>
                    <a:pt x="358739" y="1833522"/>
                  </a:lnTo>
                  <a:lnTo>
                    <a:pt x="360450" y="1769787"/>
                  </a:lnTo>
                  <a:lnTo>
                    <a:pt x="362162" y="1612257"/>
                  </a:lnTo>
                  <a:lnTo>
                    <a:pt x="363873" y="1576967"/>
                  </a:lnTo>
                  <a:lnTo>
                    <a:pt x="365584" y="1792987"/>
                  </a:lnTo>
                  <a:lnTo>
                    <a:pt x="367296" y="1967410"/>
                  </a:lnTo>
                  <a:lnTo>
                    <a:pt x="369007" y="2046040"/>
                  </a:lnTo>
                  <a:lnTo>
                    <a:pt x="370719" y="2142217"/>
                  </a:lnTo>
                  <a:lnTo>
                    <a:pt x="372430" y="2282979"/>
                  </a:lnTo>
                  <a:lnTo>
                    <a:pt x="374141" y="2335608"/>
                  </a:lnTo>
                  <a:lnTo>
                    <a:pt x="375853" y="2190458"/>
                  </a:lnTo>
                  <a:lnTo>
                    <a:pt x="377564" y="2103359"/>
                  </a:lnTo>
                  <a:lnTo>
                    <a:pt x="379276" y="2129650"/>
                  </a:lnTo>
                  <a:lnTo>
                    <a:pt x="380987" y="2078829"/>
                  </a:lnTo>
                  <a:lnTo>
                    <a:pt x="382698" y="1981745"/>
                  </a:lnTo>
                  <a:lnTo>
                    <a:pt x="384410" y="2003292"/>
                  </a:lnTo>
                  <a:lnTo>
                    <a:pt x="386121" y="1983102"/>
                  </a:lnTo>
                  <a:lnTo>
                    <a:pt x="387833" y="1874637"/>
                  </a:lnTo>
                  <a:lnTo>
                    <a:pt x="389544" y="1761117"/>
                  </a:lnTo>
                  <a:lnTo>
                    <a:pt x="391255" y="1681272"/>
                  </a:lnTo>
                  <a:lnTo>
                    <a:pt x="392967" y="1662767"/>
                  </a:lnTo>
                  <a:lnTo>
                    <a:pt x="394678" y="1636497"/>
                  </a:lnTo>
                  <a:lnTo>
                    <a:pt x="396390" y="1722988"/>
                  </a:lnTo>
                  <a:lnTo>
                    <a:pt x="398101" y="1893899"/>
                  </a:lnTo>
                  <a:lnTo>
                    <a:pt x="399812" y="1996339"/>
                  </a:lnTo>
                  <a:lnTo>
                    <a:pt x="401524" y="1960175"/>
                  </a:lnTo>
                  <a:lnTo>
                    <a:pt x="403235" y="1835324"/>
                  </a:lnTo>
                  <a:lnTo>
                    <a:pt x="404947" y="1661998"/>
                  </a:lnTo>
                  <a:lnTo>
                    <a:pt x="406658" y="1486536"/>
                  </a:lnTo>
                  <a:lnTo>
                    <a:pt x="408369" y="1350579"/>
                  </a:lnTo>
                  <a:lnTo>
                    <a:pt x="410081" y="1320990"/>
                  </a:lnTo>
                  <a:lnTo>
                    <a:pt x="411792" y="1377203"/>
                  </a:lnTo>
                  <a:lnTo>
                    <a:pt x="413503" y="1436733"/>
                  </a:lnTo>
                  <a:lnTo>
                    <a:pt x="415215" y="1490405"/>
                  </a:lnTo>
                  <a:lnTo>
                    <a:pt x="416926" y="1516468"/>
                  </a:lnTo>
                  <a:lnTo>
                    <a:pt x="418638" y="1590897"/>
                  </a:lnTo>
                  <a:lnTo>
                    <a:pt x="420349" y="1597553"/>
                  </a:lnTo>
                  <a:lnTo>
                    <a:pt x="422060" y="1596942"/>
                  </a:lnTo>
                  <a:lnTo>
                    <a:pt x="423772" y="1565461"/>
                  </a:lnTo>
                  <a:lnTo>
                    <a:pt x="425483" y="1557710"/>
                  </a:lnTo>
                  <a:lnTo>
                    <a:pt x="427195" y="1581360"/>
                  </a:lnTo>
                  <a:lnTo>
                    <a:pt x="428906" y="1589923"/>
                  </a:lnTo>
                  <a:lnTo>
                    <a:pt x="430617" y="1616823"/>
                  </a:lnTo>
                  <a:lnTo>
                    <a:pt x="432329" y="1715228"/>
                  </a:lnTo>
                  <a:lnTo>
                    <a:pt x="434040" y="1779468"/>
                  </a:lnTo>
                  <a:lnTo>
                    <a:pt x="435752" y="1789751"/>
                  </a:lnTo>
                  <a:lnTo>
                    <a:pt x="437463" y="1904822"/>
                  </a:lnTo>
                  <a:lnTo>
                    <a:pt x="439174" y="2002191"/>
                  </a:lnTo>
                  <a:lnTo>
                    <a:pt x="440886" y="2018688"/>
                  </a:lnTo>
                  <a:lnTo>
                    <a:pt x="442597" y="2046265"/>
                  </a:lnTo>
                  <a:lnTo>
                    <a:pt x="444309" y="2284748"/>
                  </a:lnTo>
                  <a:lnTo>
                    <a:pt x="446020" y="2515641"/>
                  </a:lnTo>
                  <a:lnTo>
                    <a:pt x="447731" y="2634593"/>
                  </a:lnTo>
                  <a:lnTo>
                    <a:pt x="449443" y="2764742"/>
                  </a:lnTo>
                  <a:lnTo>
                    <a:pt x="451154" y="2907346"/>
                  </a:lnTo>
                  <a:lnTo>
                    <a:pt x="452866" y="2967860"/>
                  </a:lnTo>
                  <a:lnTo>
                    <a:pt x="454577" y="2879593"/>
                  </a:lnTo>
                  <a:lnTo>
                    <a:pt x="456288" y="2793360"/>
                  </a:lnTo>
                  <a:lnTo>
                    <a:pt x="458000" y="2690569"/>
                  </a:lnTo>
                  <a:lnTo>
                    <a:pt x="459711" y="2534145"/>
                  </a:lnTo>
                  <a:lnTo>
                    <a:pt x="461423" y="2442954"/>
                  </a:lnTo>
                  <a:lnTo>
                    <a:pt x="463134" y="2334162"/>
                  </a:lnTo>
                  <a:lnTo>
                    <a:pt x="464845" y="2202837"/>
                  </a:lnTo>
                  <a:lnTo>
                    <a:pt x="466557" y="2146699"/>
                  </a:lnTo>
                  <a:lnTo>
                    <a:pt x="468268" y="2112157"/>
                  </a:lnTo>
                  <a:lnTo>
                    <a:pt x="469980" y="2119167"/>
                  </a:lnTo>
                  <a:lnTo>
                    <a:pt x="471691" y="2030469"/>
                  </a:lnTo>
                  <a:lnTo>
                    <a:pt x="473402" y="1983033"/>
                  </a:lnTo>
                  <a:lnTo>
                    <a:pt x="475114" y="2066908"/>
                  </a:lnTo>
                  <a:lnTo>
                    <a:pt x="476825" y="2139848"/>
                  </a:lnTo>
                  <a:lnTo>
                    <a:pt x="478537" y="2205703"/>
                  </a:lnTo>
                  <a:lnTo>
                    <a:pt x="480248" y="2246807"/>
                  </a:lnTo>
                  <a:lnTo>
                    <a:pt x="481959" y="2352886"/>
                  </a:lnTo>
                  <a:lnTo>
                    <a:pt x="483671" y="2424766"/>
                  </a:lnTo>
                  <a:lnTo>
                    <a:pt x="485382" y="2422849"/>
                  </a:lnTo>
                  <a:lnTo>
                    <a:pt x="487094" y="2494795"/>
                  </a:lnTo>
                  <a:lnTo>
                    <a:pt x="488805" y="2567813"/>
                  </a:lnTo>
                  <a:lnTo>
                    <a:pt x="490516" y="2604468"/>
                  </a:lnTo>
                  <a:lnTo>
                    <a:pt x="492228" y="2585891"/>
                  </a:lnTo>
                  <a:lnTo>
                    <a:pt x="493939" y="2629812"/>
                  </a:lnTo>
                  <a:lnTo>
                    <a:pt x="495651" y="2672918"/>
                  </a:lnTo>
                  <a:lnTo>
                    <a:pt x="497362" y="2680234"/>
                  </a:lnTo>
                  <a:lnTo>
                    <a:pt x="499073" y="2684250"/>
                  </a:lnTo>
                  <a:lnTo>
                    <a:pt x="500785" y="2682820"/>
                  </a:lnTo>
                  <a:lnTo>
                    <a:pt x="502496" y="2765452"/>
                  </a:lnTo>
                  <a:lnTo>
                    <a:pt x="504208" y="2817230"/>
                  </a:lnTo>
                  <a:lnTo>
                    <a:pt x="505919" y="2871619"/>
                  </a:lnTo>
                  <a:lnTo>
                    <a:pt x="507630" y="2777418"/>
                  </a:lnTo>
                  <a:lnTo>
                    <a:pt x="509342" y="2662961"/>
                  </a:lnTo>
                  <a:lnTo>
                    <a:pt x="511053" y="2645058"/>
                  </a:lnTo>
                  <a:lnTo>
                    <a:pt x="512765" y="2694811"/>
                  </a:lnTo>
                  <a:lnTo>
                    <a:pt x="514476" y="2787121"/>
                  </a:lnTo>
                  <a:lnTo>
                    <a:pt x="516187" y="2881728"/>
                  </a:lnTo>
                  <a:lnTo>
                    <a:pt x="517899" y="3074949"/>
                  </a:lnTo>
                  <a:lnTo>
                    <a:pt x="518557" y="31169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74178" y="2474805"/>
              <a:ext cx="205544" cy="787672"/>
            </a:xfrm>
            <a:custGeom>
              <a:avLst/>
              <a:pathLst>
                <a:path w="205544" h="787672">
                  <a:moveTo>
                    <a:pt x="0" y="787672"/>
                  </a:moveTo>
                  <a:lnTo>
                    <a:pt x="1288" y="696124"/>
                  </a:lnTo>
                  <a:lnTo>
                    <a:pt x="3000" y="617432"/>
                  </a:lnTo>
                  <a:lnTo>
                    <a:pt x="4711" y="500078"/>
                  </a:lnTo>
                  <a:lnTo>
                    <a:pt x="6422" y="473782"/>
                  </a:lnTo>
                  <a:lnTo>
                    <a:pt x="8134" y="512976"/>
                  </a:lnTo>
                  <a:lnTo>
                    <a:pt x="9845" y="501083"/>
                  </a:lnTo>
                  <a:lnTo>
                    <a:pt x="11557" y="491292"/>
                  </a:lnTo>
                  <a:lnTo>
                    <a:pt x="13268" y="459533"/>
                  </a:lnTo>
                  <a:lnTo>
                    <a:pt x="14979" y="418890"/>
                  </a:lnTo>
                  <a:lnTo>
                    <a:pt x="16691" y="429785"/>
                  </a:lnTo>
                  <a:lnTo>
                    <a:pt x="18402" y="400106"/>
                  </a:lnTo>
                  <a:lnTo>
                    <a:pt x="20114" y="338979"/>
                  </a:lnTo>
                  <a:lnTo>
                    <a:pt x="21825" y="260029"/>
                  </a:lnTo>
                  <a:lnTo>
                    <a:pt x="23536" y="229806"/>
                  </a:lnTo>
                  <a:lnTo>
                    <a:pt x="25248" y="265311"/>
                  </a:lnTo>
                  <a:lnTo>
                    <a:pt x="26959" y="295567"/>
                  </a:lnTo>
                  <a:lnTo>
                    <a:pt x="28671" y="286397"/>
                  </a:lnTo>
                  <a:lnTo>
                    <a:pt x="30382" y="301705"/>
                  </a:lnTo>
                  <a:lnTo>
                    <a:pt x="32093" y="365988"/>
                  </a:lnTo>
                  <a:lnTo>
                    <a:pt x="33805" y="389935"/>
                  </a:lnTo>
                  <a:lnTo>
                    <a:pt x="35516" y="338039"/>
                  </a:lnTo>
                  <a:lnTo>
                    <a:pt x="37228" y="268321"/>
                  </a:lnTo>
                  <a:lnTo>
                    <a:pt x="38939" y="286567"/>
                  </a:lnTo>
                  <a:lnTo>
                    <a:pt x="40650" y="287893"/>
                  </a:lnTo>
                  <a:lnTo>
                    <a:pt x="42362" y="228659"/>
                  </a:lnTo>
                  <a:lnTo>
                    <a:pt x="44073" y="205571"/>
                  </a:lnTo>
                  <a:lnTo>
                    <a:pt x="45785" y="227504"/>
                  </a:lnTo>
                  <a:lnTo>
                    <a:pt x="47496" y="255049"/>
                  </a:lnTo>
                  <a:lnTo>
                    <a:pt x="49207" y="258568"/>
                  </a:lnTo>
                  <a:lnTo>
                    <a:pt x="50919" y="310047"/>
                  </a:lnTo>
                  <a:lnTo>
                    <a:pt x="52630" y="448840"/>
                  </a:lnTo>
                  <a:lnTo>
                    <a:pt x="54342" y="414897"/>
                  </a:lnTo>
                  <a:lnTo>
                    <a:pt x="56053" y="413264"/>
                  </a:lnTo>
                  <a:lnTo>
                    <a:pt x="57764" y="434070"/>
                  </a:lnTo>
                  <a:lnTo>
                    <a:pt x="59476" y="370339"/>
                  </a:lnTo>
                  <a:lnTo>
                    <a:pt x="61187" y="310755"/>
                  </a:lnTo>
                  <a:lnTo>
                    <a:pt x="62898" y="259669"/>
                  </a:lnTo>
                  <a:lnTo>
                    <a:pt x="64610" y="372451"/>
                  </a:lnTo>
                  <a:lnTo>
                    <a:pt x="66321" y="487875"/>
                  </a:lnTo>
                  <a:lnTo>
                    <a:pt x="68033" y="538145"/>
                  </a:lnTo>
                  <a:lnTo>
                    <a:pt x="69744" y="575248"/>
                  </a:lnTo>
                  <a:lnTo>
                    <a:pt x="71455" y="555245"/>
                  </a:lnTo>
                  <a:lnTo>
                    <a:pt x="73167" y="448281"/>
                  </a:lnTo>
                  <a:lnTo>
                    <a:pt x="74878" y="349809"/>
                  </a:lnTo>
                  <a:lnTo>
                    <a:pt x="76590" y="282061"/>
                  </a:lnTo>
                  <a:lnTo>
                    <a:pt x="78301" y="254068"/>
                  </a:lnTo>
                  <a:lnTo>
                    <a:pt x="80012" y="330356"/>
                  </a:lnTo>
                  <a:lnTo>
                    <a:pt x="81724" y="472975"/>
                  </a:lnTo>
                  <a:lnTo>
                    <a:pt x="83435" y="625178"/>
                  </a:lnTo>
                  <a:lnTo>
                    <a:pt x="85147" y="693144"/>
                  </a:lnTo>
                  <a:lnTo>
                    <a:pt x="86858" y="661253"/>
                  </a:lnTo>
                  <a:lnTo>
                    <a:pt x="88569" y="611159"/>
                  </a:lnTo>
                  <a:lnTo>
                    <a:pt x="90281" y="481246"/>
                  </a:lnTo>
                  <a:lnTo>
                    <a:pt x="91992" y="363106"/>
                  </a:lnTo>
                  <a:lnTo>
                    <a:pt x="93704" y="225429"/>
                  </a:lnTo>
                  <a:lnTo>
                    <a:pt x="95415" y="169117"/>
                  </a:lnTo>
                  <a:lnTo>
                    <a:pt x="97126" y="220154"/>
                  </a:lnTo>
                  <a:lnTo>
                    <a:pt x="98838" y="265113"/>
                  </a:lnTo>
                  <a:lnTo>
                    <a:pt x="100549" y="306122"/>
                  </a:lnTo>
                  <a:lnTo>
                    <a:pt x="102261" y="309008"/>
                  </a:lnTo>
                  <a:lnTo>
                    <a:pt x="103972" y="416072"/>
                  </a:lnTo>
                  <a:lnTo>
                    <a:pt x="105683" y="501419"/>
                  </a:lnTo>
                  <a:lnTo>
                    <a:pt x="107395" y="463175"/>
                  </a:lnTo>
                  <a:lnTo>
                    <a:pt x="109106" y="393483"/>
                  </a:lnTo>
                  <a:lnTo>
                    <a:pt x="110818" y="418485"/>
                  </a:lnTo>
                  <a:lnTo>
                    <a:pt x="112529" y="510431"/>
                  </a:lnTo>
                  <a:lnTo>
                    <a:pt x="114240" y="485380"/>
                  </a:lnTo>
                  <a:lnTo>
                    <a:pt x="115952" y="477564"/>
                  </a:lnTo>
                  <a:lnTo>
                    <a:pt x="117663" y="529606"/>
                  </a:lnTo>
                  <a:lnTo>
                    <a:pt x="119375" y="587085"/>
                  </a:lnTo>
                  <a:lnTo>
                    <a:pt x="121086" y="553652"/>
                  </a:lnTo>
                  <a:lnTo>
                    <a:pt x="122797" y="485726"/>
                  </a:lnTo>
                  <a:lnTo>
                    <a:pt x="124509" y="527761"/>
                  </a:lnTo>
                  <a:lnTo>
                    <a:pt x="126220" y="520738"/>
                  </a:lnTo>
                  <a:lnTo>
                    <a:pt x="127932" y="520506"/>
                  </a:lnTo>
                  <a:lnTo>
                    <a:pt x="129643" y="443547"/>
                  </a:lnTo>
                  <a:lnTo>
                    <a:pt x="131354" y="369751"/>
                  </a:lnTo>
                  <a:lnTo>
                    <a:pt x="133066" y="404134"/>
                  </a:lnTo>
                  <a:lnTo>
                    <a:pt x="134777" y="324837"/>
                  </a:lnTo>
                  <a:lnTo>
                    <a:pt x="136489" y="266797"/>
                  </a:lnTo>
                  <a:lnTo>
                    <a:pt x="138200" y="189597"/>
                  </a:lnTo>
                  <a:lnTo>
                    <a:pt x="139911" y="196301"/>
                  </a:lnTo>
                  <a:lnTo>
                    <a:pt x="141623" y="260278"/>
                  </a:lnTo>
                  <a:lnTo>
                    <a:pt x="143334" y="223324"/>
                  </a:lnTo>
                  <a:lnTo>
                    <a:pt x="145046" y="226616"/>
                  </a:lnTo>
                  <a:lnTo>
                    <a:pt x="146757" y="206897"/>
                  </a:lnTo>
                  <a:lnTo>
                    <a:pt x="148468" y="204175"/>
                  </a:lnTo>
                  <a:lnTo>
                    <a:pt x="150180" y="306921"/>
                  </a:lnTo>
                  <a:lnTo>
                    <a:pt x="151891" y="344301"/>
                  </a:lnTo>
                  <a:lnTo>
                    <a:pt x="153603" y="314043"/>
                  </a:lnTo>
                  <a:lnTo>
                    <a:pt x="155314" y="342674"/>
                  </a:lnTo>
                  <a:lnTo>
                    <a:pt x="157025" y="367531"/>
                  </a:lnTo>
                  <a:lnTo>
                    <a:pt x="158737" y="392474"/>
                  </a:lnTo>
                  <a:lnTo>
                    <a:pt x="160448" y="336753"/>
                  </a:lnTo>
                  <a:lnTo>
                    <a:pt x="162160" y="215706"/>
                  </a:lnTo>
                  <a:lnTo>
                    <a:pt x="163871" y="162185"/>
                  </a:lnTo>
                  <a:lnTo>
                    <a:pt x="165582" y="77281"/>
                  </a:lnTo>
                  <a:lnTo>
                    <a:pt x="167294" y="0"/>
                  </a:lnTo>
                  <a:lnTo>
                    <a:pt x="169005" y="9563"/>
                  </a:lnTo>
                  <a:lnTo>
                    <a:pt x="170716" y="61994"/>
                  </a:lnTo>
                  <a:lnTo>
                    <a:pt x="172428" y="156571"/>
                  </a:lnTo>
                  <a:lnTo>
                    <a:pt x="174139" y="190861"/>
                  </a:lnTo>
                  <a:lnTo>
                    <a:pt x="175851" y="208342"/>
                  </a:lnTo>
                  <a:lnTo>
                    <a:pt x="177562" y="295565"/>
                  </a:lnTo>
                  <a:lnTo>
                    <a:pt x="179273" y="243226"/>
                  </a:lnTo>
                  <a:lnTo>
                    <a:pt x="180985" y="169210"/>
                  </a:lnTo>
                  <a:lnTo>
                    <a:pt x="182696" y="223218"/>
                  </a:lnTo>
                  <a:lnTo>
                    <a:pt x="184408" y="333854"/>
                  </a:lnTo>
                  <a:lnTo>
                    <a:pt x="186119" y="466996"/>
                  </a:lnTo>
                  <a:lnTo>
                    <a:pt x="187830" y="485700"/>
                  </a:lnTo>
                  <a:lnTo>
                    <a:pt x="189542" y="451715"/>
                  </a:lnTo>
                  <a:lnTo>
                    <a:pt x="191253" y="422062"/>
                  </a:lnTo>
                  <a:lnTo>
                    <a:pt x="192965" y="417261"/>
                  </a:lnTo>
                  <a:lnTo>
                    <a:pt x="194676" y="417263"/>
                  </a:lnTo>
                  <a:lnTo>
                    <a:pt x="196387" y="417263"/>
                  </a:lnTo>
                  <a:lnTo>
                    <a:pt x="198099" y="462064"/>
                  </a:lnTo>
                  <a:lnTo>
                    <a:pt x="199810" y="597616"/>
                  </a:lnTo>
                  <a:lnTo>
                    <a:pt x="201522" y="712841"/>
                  </a:lnTo>
                  <a:lnTo>
                    <a:pt x="203233" y="738342"/>
                  </a:lnTo>
                  <a:lnTo>
                    <a:pt x="204944" y="775002"/>
                  </a:lnTo>
                  <a:lnTo>
                    <a:pt x="205544" y="7876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182853" y="1615785"/>
              <a:ext cx="813045" cy="1646691"/>
            </a:xfrm>
            <a:custGeom>
              <a:avLst/>
              <a:pathLst>
                <a:path w="813045" h="1646691">
                  <a:moveTo>
                    <a:pt x="0" y="1646691"/>
                  </a:moveTo>
                  <a:lnTo>
                    <a:pt x="1404" y="1545653"/>
                  </a:lnTo>
                  <a:lnTo>
                    <a:pt x="3115" y="1434274"/>
                  </a:lnTo>
                  <a:lnTo>
                    <a:pt x="4827" y="1402770"/>
                  </a:lnTo>
                  <a:lnTo>
                    <a:pt x="6538" y="1305204"/>
                  </a:lnTo>
                  <a:lnTo>
                    <a:pt x="8250" y="1218342"/>
                  </a:lnTo>
                  <a:lnTo>
                    <a:pt x="9961" y="1213387"/>
                  </a:lnTo>
                  <a:lnTo>
                    <a:pt x="11672" y="1332674"/>
                  </a:lnTo>
                  <a:lnTo>
                    <a:pt x="13384" y="1372724"/>
                  </a:lnTo>
                  <a:lnTo>
                    <a:pt x="15095" y="1379659"/>
                  </a:lnTo>
                  <a:lnTo>
                    <a:pt x="16807" y="1432305"/>
                  </a:lnTo>
                  <a:lnTo>
                    <a:pt x="18518" y="1454163"/>
                  </a:lnTo>
                  <a:lnTo>
                    <a:pt x="20229" y="1459673"/>
                  </a:lnTo>
                  <a:lnTo>
                    <a:pt x="21941" y="1455350"/>
                  </a:lnTo>
                  <a:lnTo>
                    <a:pt x="23652" y="1510886"/>
                  </a:lnTo>
                  <a:lnTo>
                    <a:pt x="25364" y="1499094"/>
                  </a:lnTo>
                  <a:lnTo>
                    <a:pt x="27075" y="1399727"/>
                  </a:lnTo>
                  <a:lnTo>
                    <a:pt x="28786" y="1355894"/>
                  </a:lnTo>
                  <a:lnTo>
                    <a:pt x="30498" y="1358936"/>
                  </a:lnTo>
                  <a:lnTo>
                    <a:pt x="32209" y="1353961"/>
                  </a:lnTo>
                  <a:lnTo>
                    <a:pt x="33921" y="1337509"/>
                  </a:lnTo>
                  <a:lnTo>
                    <a:pt x="35632" y="1278883"/>
                  </a:lnTo>
                  <a:lnTo>
                    <a:pt x="37343" y="1256692"/>
                  </a:lnTo>
                  <a:lnTo>
                    <a:pt x="39055" y="1190368"/>
                  </a:lnTo>
                  <a:lnTo>
                    <a:pt x="40766" y="1049992"/>
                  </a:lnTo>
                  <a:lnTo>
                    <a:pt x="42478" y="939938"/>
                  </a:lnTo>
                  <a:lnTo>
                    <a:pt x="44189" y="804431"/>
                  </a:lnTo>
                  <a:lnTo>
                    <a:pt x="45900" y="640020"/>
                  </a:lnTo>
                  <a:lnTo>
                    <a:pt x="47612" y="530279"/>
                  </a:lnTo>
                  <a:lnTo>
                    <a:pt x="49323" y="469576"/>
                  </a:lnTo>
                  <a:lnTo>
                    <a:pt x="51035" y="463166"/>
                  </a:lnTo>
                  <a:lnTo>
                    <a:pt x="52746" y="552760"/>
                  </a:lnTo>
                  <a:lnTo>
                    <a:pt x="54457" y="717420"/>
                  </a:lnTo>
                  <a:lnTo>
                    <a:pt x="56169" y="928476"/>
                  </a:lnTo>
                  <a:lnTo>
                    <a:pt x="57880" y="1099709"/>
                  </a:lnTo>
                  <a:lnTo>
                    <a:pt x="59592" y="1211839"/>
                  </a:lnTo>
                  <a:lnTo>
                    <a:pt x="61303" y="1240935"/>
                  </a:lnTo>
                  <a:lnTo>
                    <a:pt x="63014" y="1212132"/>
                  </a:lnTo>
                  <a:lnTo>
                    <a:pt x="64726" y="1206739"/>
                  </a:lnTo>
                  <a:lnTo>
                    <a:pt x="66437" y="1271919"/>
                  </a:lnTo>
                  <a:lnTo>
                    <a:pt x="68148" y="1293770"/>
                  </a:lnTo>
                  <a:lnTo>
                    <a:pt x="69860" y="1326529"/>
                  </a:lnTo>
                  <a:lnTo>
                    <a:pt x="71571" y="1453358"/>
                  </a:lnTo>
                  <a:lnTo>
                    <a:pt x="73283" y="1429939"/>
                  </a:lnTo>
                  <a:lnTo>
                    <a:pt x="74994" y="1306171"/>
                  </a:lnTo>
                  <a:lnTo>
                    <a:pt x="76705" y="1130562"/>
                  </a:lnTo>
                  <a:lnTo>
                    <a:pt x="78417" y="1086483"/>
                  </a:lnTo>
                  <a:lnTo>
                    <a:pt x="80128" y="1106278"/>
                  </a:lnTo>
                  <a:lnTo>
                    <a:pt x="81840" y="985677"/>
                  </a:lnTo>
                  <a:lnTo>
                    <a:pt x="83551" y="936575"/>
                  </a:lnTo>
                  <a:lnTo>
                    <a:pt x="85262" y="965103"/>
                  </a:lnTo>
                  <a:lnTo>
                    <a:pt x="86974" y="990441"/>
                  </a:lnTo>
                  <a:lnTo>
                    <a:pt x="88685" y="1004635"/>
                  </a:lnTo>
                  <a:lnTo>
                    <a:pt x="90397" y="960799"/>
                  </a:lnTo>
                  <a:lnTo>
                    <a:pt x="92108" y="911237"/>
                  </a:lnTo>
                  <a:lnTo>
                    <a:pt x="93819" y="797188"/>
                  </a:lnTo>
                  <a:lnTo>
                    <a:pt x="95531" y="702772"/>
                  </a:lnTo>
                  <a:lnTo>
                    <a:pt x="97242" y="613682"/>
                  </a:lnTo>
                  <a:lnTo>
                    <a:pt x="98954" y="512642"/>
                  </a:lnTo>
                  <a:lnTo>
                    <a:pt x="100665" y="441316"/>
                  </a:lnTo>
                  <a:lnTo>
                    <a:pt x="102376" y="509087"/>
                  </a:lnTo>
                  <a:lnTo>
                    <a:pt x="104088" y="709955"/>
                  </a:lnTo>
                  <a:lnTo>
                    <a:pt x="105799" y="865873"/>
                  </a:lnTo>
                  <a:lnTo>
                    <a:pt x="107511" y="980216"/>
                  </a:lnTo>
                  <a:lnTo>
                    <a:pt x="109222" y="1025098"/>
                  </a:lnTo>
                  <a:lnTo>
                    <a:pt x="110933" y="1163612"/>
                  </a:lnTo>
                  <a:lnTo>
                    <a:pt x="112645" y="1254679"/>
                  </a:lnTo>
                  <a:lnTo>
                    <a:pt x="114356" y="1302774"/>
                  </a:lnTo>
                  <a:lnTo>
                    <a:pt x="116068" y="1339149"/>
                  </a:lnTo>
                  <a:lnTo>
                    <a:pt x="117779" y="1380356"/>
                  </a:lnTo>
                  <a:lnTo>
                    <a:pt x="119490" y="1467797"/>
                  </a:lnTo>
                  <a:lnTo>
                    <a:pt x="121202" y="1387434"/>
                  </a:lnTo>
                  <a:lnTo>
                    <a:pt x="122913" y="1281595"/>
                  </a:lnTo>
                  <a:lnTo>
                    <a:pt x="124625" y="1196605"/>
                  </a:lnTo>
                  <a:lnTo>
                    <a:pt x="126336" y="1139235"/>
                  </a:lnTo>
                  <a:lnTo>
                    <a:pt x="128047" y="1133128"/>
                  </a:lnTo>
                  <a:lnTo>
                    <a:pt x="129759" y="1082640"/>
                  </a:lnTo>
                  <a:lnTo>
                    <a:pt x="131470" y="1080796"/>
                  </a:lnTo>
                  <a:lnTo>
                    <a:pt x="133182" y="1116078"/>
                  </a:lnTo>
                  <a:lnTo>
                    <a:pt x="134893" y="1167459"/>
                  </a:lnTo>
                  <a:lnTo>
                    <a:pt x="136604" y="1077004"/>
                  </a:lnTo>
                  <a:lnTo>
                    <a:pt x="138316" y="907322"/>
                  </a:lnTo>
                  <a:lnTo>
                    <a:pt x="140027" y="778275"/>
                  </a:lnTo>
                  <a:lnTo>
                    <a:pt x="141739" y="646357"/>
                  </a:lnTo>
                  <a:lnTo>
                    <a:pt x="143450" y="542752"/>
                  </a:lnTo>
                  <a:lnTo>
                    <a:pt x="145161" y="448701"/>
                  </a:lnTo>
                  <a:lnTo>
                    <a:pt x="146873" y="629076"/>
                  </a:lnTo>
                  <a:lnTo>
                    <a:pt x="148584" y="884799"/>
                  </a:lnTo>
                  <a:lnTo>
                    <a:pt x="150296" y="1114958"/>
                  </a:lnTo>
                  <a:lnTo>
                    <a:pt x="152007" y="1289457"/>
                  </a:lnTo>
                  <a:lnTo>
                    <a:pt x="153718" y="1401612"/>
                  </a:lnTo>
                  <a:lnTo>
                    <a:pt x="155430" y="1440531"/>
                  </a:lnTo>
                  <a:lnTo>
                    <a:pt x="157141" y="1294195"/>
                  </a:lnTo>
                  <a:lnTo>
                    <a:pt x="158853" y="1120402"/>
                  </a:lnTo>
                  <a:lnTo>
                    <a:pt x="160564" y="971729"/>
                  </a:lnTo>
                  <a:lnTo>
                    <a:pt x="162275" y="957628"/>
                  </a:lnTo>
                  <a:lnTo>
                    <a:pt x="163987" y="1024883"/>
                  </a:lnTo>
                  <a:lnTo>
                    <a:pt x="165698" y="1113627"/>
                  </a:lnTo>
                  <a:lnTo>
                    <a:pt x="167410" y="1233260"/>
                  </a:lnTo>
                  <a:lnTo>
                    <a:pt x="169121" y="1370694"/>
                  </a:lnTo>
                  <a:lnTo>
                    <a:pt x="170832" y="1449274"/>
                  </a:lnTo>
                  <a:lnTo>
                    <a:pt x="172544" y="1408814"/>
                  </a:lnTo>
                  <a:lnTo>
                    <a:pt x="174255" y="1265164"/>
                  </a:lnTo>
                  <a:lnTo>
                    <a:pt x="175966" y="1119155"/>
                  </a:lnTo>
                  <a:lnTo>
                    <a:pt x="177678" y="1001927"/>
                  </a:lnTo>
                  <a:lnTo>
                    <a:pt x="179389" y="903684"/>
                  </a:lnTo>
                  <a:lnTo>
                    <a:pt x="181101" y="883605"/>
                  </a:lnTo>
                  <a:lnTo>
                    <a:pt x="182812" y="912973"/>
                  </a:lnTo>
                  <a:lnTo>
                    <a:pt x="184523" y="968125"/>
                  </a:lnTo>
                  <a:lnTo>
                    <a:pt x="186235" y="957214"/>
                  </a:lnTo>
                  <a:lnTo>
                    <a:pt x="187946" y="869829"/>
                  </a:lnTo>
                  <a:lnTo>
                    <a:pt x="189658" y="867523"/>
                  </a:lnTo>
                  <a:lnTo>
                    <a:pt x="191369" y="875267"/>
                  </a:lnTo>
                  <a:lnTo>
                    <a:pt x="193080" y="861167"/>
                  </a:lnTo>
                  <a:lnTo>
                    <a:pt x="194792" y="829886"/>
                  </a:lnTo>
                  <a:lnTo>
                    <a:pt x="196503" y="852819"/>
                  </a:lnTo>
                  <a:lnTo>
                    <a:pt x="198215" y="941642"/>
                  </a:lnTo>
                  <a:lnTo>
                    <a:pt x="199926" y="929040"/>
                  </a:lnTo>
                  <a:lnTo>
                    <a:pt x="201637" y="888614"/>
                  </a:lnTo>
                  <a:lnTo>
                    <a:pt x="203349" y="824065"/>
                  </a:lnTo>
                  <a:lnTo>
                    <a:pt x="205060" y="809142"/>
                  </a:lnTo>
                  <a:lnTo>
                    <a:pt x="206772" y="837540"/>
                  </a:lnTo>
                  <a:lnTo>
                    <a:pt x="208483" y="853646"/>
                  </a:lnTo>
                  <a:lnTo>
                    <a:pt x="210194" y="835878"/>
                  </a:lnTo>
                  <a:lnTo>
                    <a:pt x="211906" y="819799"/>
                  </a:lnTo>
                  <a:lnTo>
                    <a:pt x="213617" y="832696"/>
                  </a:lnTo>
                  <a:lnTo>
                    <a:pt x="215329" y="781734"/>
                  </a:lnTo>
                  <a:lnTo>
                    <a:pt x="217040" y="684716"/>
                  </a:lnTo>
                  <a:lnTo>
                    <a:pt x="218751" y="544389"/>
                  </a:lnTo>
                  <a:lnTo>
                    <a:pt x="220463" y="422457"/>
                  </a:lnTo>
                  <a:lnTo>
                    <a:pt x="222174" y="309259"/>
                  </a:lnTo>
                  <a:lnTo>
                    <a:pt x="223886" y="248592"/>
                  </a:lnTo>
                  <a:lnTo>
                    <a:pt x="225597" y="269164"/>
                  </a:lnTo>
                  <a:lnTo>
                    <a:pt x="227308" y="361363"/>
                  </a:lnTo>
                  <a:lnTo>
                    <a:pt x="229020" y="494531"/>
                  </a:lnTo>
                  <a:lnTo>
                    <a:pt x="230731" y="615169"/>
                  </a:lnTo>
                  <a:lnTo>
                    <a:pt x="232443" y="668094"/>
                  </a:lnTo>
                  <a:lnTo>
                    <a:pt x="234154" y="662881"/>
                  </a:lnTo>
                  <a:lnTo>
                    <a:pt x="235865" y="753425"/>
                  </a:lnTo>
                  <a:lnTo>
                    <a:pt x="237577" y="749410"/>
                  </a:lnTo>
                  <a:lnTo>
                    <a:pt x="239288" y="713399"/>
                  </a:lnTo>
                  <a:lnTo>
                    <a:pt x="241000" y="835728"/>
                  </a:lnTo>
                  <a:lnTo>
                    <a:pt x="242711" y="1019706"/>
                  </a:lnTo>
                  <a:lnTo>
                    <a:pt x="244422" y="1160337"/>
                  </a:lnTo>
                  <a:lnTo>
                    <a:pt x="246134" y="1117190"/>
                  </a:lnTo>
                  <a:lnTo>
                    <a:pt x="247845" y="1079174"/>
                  </a:lnTo>
                  <a:lnTo>
                    <a:pt x="249557" y="1095589"/>
                  </a:lnTo>
                  <a:lnTo>
                    <a:pt x="251268" y="1053440"/>
                  </a:lnTo>
                  <a:lnTo>
                    <a:pt x="252979" y="906684"/>
                  </a:lnTo>
                  <a:lnTo>
                    <a:pt x="254691" y="849031"/>
                  </a:lnTo>
                  <a:lnTo>
                    <a:pt x="256402" y="952819"/>
                  </a:lnTo>
                  <a:lnTo>
                    <a:pt x="258114" y="1059423"/>
                  </a:lnTo>
                  <a:lnTo>
                    <a:pt x="259825" y="1122564"/>
                  </a:lnTo>
                  <a:lnTo>
                    <a:pt x="261536" y="1150299"/>
                  </a:lnTo>
                  <a:lnTo>
                    <a:pt x="263248" y="1252348"/>
                  </a:lnTo>
                  <a:lnTo>
                    <a:pt x="264959" y="1320253"/>
                  </a:lnTo>
                  <a:lnTo>
                    <a:pt x="266671" y="1320536"/>
                  </a:lnTo>
                  <a:lnTo>
                    <a:pt x="268382" y="1276192"/>
                  </a:lnTo>
                  <a:lnTo>
                    <a:pt x="270093" y="1175166"/>
                  </a:lnTo>
                  <a:lnTo>
                    <a:pt x="271805" y="1077032"/>
                  </a:lnTo>
                  <a:lnTo>
                    <a:pt x="273516" y="1046396"/>
                  </a:lnTo>
                  <a:lnTo>
                    <a:pt x="275228" y="1073427"/>
                  </a:lnTo>
                  <a:lnTo>
                    <a:pt x="276939" y="1040211"/>
                  </a:lnTo>
                  <a:lnTo>
                    <a:pt x="278650" y="1022114"/>
                  </a:lnTo>
                  <a:lnTo>
                    <a:pt x="280362" y="984286"/>
                  </a:lnTo>
                  <a:lnTo>
                    <a:pt x="282073" y="987436"/>
                  </a:lnTo>
                  <a:lnTo>
                    <a:pt x="283784" y="987838"/>
                  </a:lnTo>
                  <a:lnTo>
                    <a:pt x="285496" y="891743"/>
                  </a:lnTo>
                  <a:lnTo>
                    <a:pt x="287207" y="840609"/>
                  </a:lnTo>
                  <a:lnTo>
                    <a:pt x="288919" y="915296"/>
                  </a:lnTo>
                  <a:lnTo>
                    <a:pt x="290630" y="975101"/>
                  </a:lnTo>
                  <a:lnTo>
                    <a:pt x="292341" y="927331"/>
                  </a:lnTo>
                  <a:lnTo>
                    <a:pt x="294053" y="795795"/>
                  </a:lnTo>
                  <a:lnTo>
                    <a:pt x="295764" y="774912"/>
                  </a:lnTo>
                  <a:lnTo>
                    <a:pt x="297476" y="839063"/>
                  </a:lnTo>
                  <a:lnTo>
                    <a:pt x="299187" y="671852"/>
                  </a:lnTo>
                  <a:lnTo>
                    <a:pt x="300898" y="555982"/>
                  </a:lnTo>
                  <a:lnTo>
                    <a:pt x="302610" y="482542"/>
                  </a:lnTo>
                  <a:lnTo>
                    <a:pt x="304321" y="431370"/>
                  </a:lnTo>
                  <a:lnTo>
                    <a:pt x="306033" y="409127"/>
                  </a:lnTo>
                  <a:lnTo>
                    <a:pt x="307744" y="401998"/>
                  </a:lnTo>
                  <a:lnTo>
                    <a:pt x="309455" y="602799"/>
                  </a:lnTo>
                  <a:lnTo>
                    <a:pt x="311167" y="861020"/>
                  </a:lnTo>
                  <a:lnTo>
                    <a:pt x="312878" y="1101509"/>
                  </a:lnTo>
                  <a:lnTo>
                    <a:pt x="314590" y="1257882"/>
                  </a:lnTo>
                  <a:lnTo>
                    <a:pt x="316301" y="1220557"/>
                  </a:lnTo>
                  <a:lnTo>
                    <a:pt x="318012" y="1037009"/>
                  </a:lnTo>
                  <a:lnTo>
                    <a:pt x="319724" y="939990"/>
                  </a:lnTo>
                  <a:lnTo>
                    <a:pt x="321435" y="989232"/>
                  </a:lnTo>
                  <a:lnTo>
                    <a:pt x="323147" y="907755"/>
                  </a:lnTo>
                  <a:lnTo>
                    <a:pt x="324858" y="846732"/>
                  </a:lnTo>
                  <a:lnTo>
                    <a:pt x="326569" y="968935"/>
                  </a:lnTo>
                  <a:lnTo>
                    <a:pt x="328281" y="1198842"/>
                  </a:lnTo>
                  <a:lnTo>
                    <a:pt x="329992" y="1238572"/>
                  </a:lnTo>
                  <a:lnTo>
                    <a:pt x="331704" y="1143537"/>
                  </a:lnTo>
                  <a:lnTo>
                    <a:pt x="333415" y="1214745"/>
                  </a:lnTo>
                  <a:lnTo>
                    <a:pt x="335126" y="1245358"/>
                  </a:lnTo>
                  <a:lnTo>
                    <a:pt x="336838" y="1113311"/>
                  </a:lnTo>
                  <a:lnTo>
                    <a:pt x="338549" y="938191"/>
                  </a:lnTo>
                  <a:lnTo>
                    <a:pt x="340261" y="863393"/>
                  </a:lnTo>
                  <a:lnTo>
                    <a:pt x="341972" y="772459"/>
                  </a:lnTo>
                  <a:lnTo>
                    <a:pt x="343683" y="683927"/>
                  </a:lnTo>
                  <a:lnTo>
                    <a:pt x="345395" y="640050"/>
                  </a:lnTo>
                  <a:lnTo>
                    <a:pt x="347106" y="668405"/>
                  </a:lnTo>
                  <a:lnTo>
                    <a:pt x="348818" y="693641"/>
                  </a:lnTo>
                  <a:lnTo>
                    <a:pt x="350529" y="658736"/>
                  </a:lnTo>
                  <a:lnTo>
                    <a:pt x="352240" y="634236"/>
                  </a:lnTo>
                  <a:lnTo>
                    <a:pt x="353952" y="642823"/>
                  </a:lnTo>
                  <a:lnTo>
                    <a:pt x="355663" y="744845"/>
                  </a:lnTo>
                  <a:lnTo>
                    <a:pt x="357375" y="890825"/>
                  </a:lnTo>
                  <a:lnTo>
                    <a:pt x="359086" y="986144"/>
                  </a:lnTo>
                  <a:lnTo>
                    <a:pt x="360797" y="961763"/>
                  </a:lnTo>
                  <a:lnTo>
                    <a:pt x="362509" y="901104"/>
                  </a:lnTo>
                  <a:lnTo>
                    <a:pt x="364220" y="846505"/>
                  </a:lnTo>
                  <a:lnTo>
                    <a:pt x="365932" y="832036"/>
                  </a:lnTo>
                  <a:lnTo>
                    <a:pt x="367643" y="818024"/>
                  </a:lnTo>
                  <a:lnTo>
                    <a:pt x="369354" y="772885"/>
                  </a:lnTo>
                  <a:lnTo>
                    <a:pt x="371066" y="819685"/>
                  </a:lnTo>
                  <a:lnTo>
                    <a:pt x="372777" y="871331"/>
                  </a:lnTo>
                  <a:lnTo>
                    <a:pt x="374489" y="909933"/>
                  </a:lnTo>
                  <a:lnTo>
                    <a:pt x="376200" y="936217"/>
                  </a:lnTo>
                  <a:lnTo>
                    <a:pt x="377911" y="884411"/>
                  </a:lnTo>
                  <a:lnTo>
                    <a:pt x="379623" y="885698"/>
                  </a:lnTo>
                  <a:lnTo>
                    <a:pt x="381334" y="1005158"/>
                  </a:lnTo>
                  <a:lnTo>
                    <a:pt x="383046" y="1141516"/>
                  </a:lnTo>
                  <a:lnTo>
                    <a:pt x="384757" y="1142209"/>
                  </a:lnTo>
                  <a:lnTo>
                    <a:pt x="386468" y="1021988"/>
                  </a:lnTo>
                  <a:lnTo>
                    <a:pt x="388180" y="921362"/>
                  </a:lnTo>
                  <a:lnTo>
                    <a:pt x="389891" y="811690"/>
                  </a:lnTo>
                  <a:lnTo>
                    <a:pt x="391602" y="647458"/>
                  </a:lnTo>
                  <a:lnTo>
                    <a:pt x="393314" y="464160"/>
                  </a:lnTo>
                  <a:lnTo>
                    <a:pt x="395025" y="436693"/>
                  </a:lnTo>
                  <a:lnTo>
                    <a:pt x="396737" y="582210"/>
                  </a:lnTo>
                  <a:lnTo>
                    <a:pt x="398448" y="765367"/>
                  </a:lnTo>
                  <a:lnTo>
                    <a:pt x="400159" y="884708"/>
                  </a:lnTo>
                  <a:lnTo>
                    <a:pt x="401871" y="906384"/>
                  </a:lnTo>
                  <a:lnTo>
                    <a:pt x="403582" y="900885"/>
                  </a:lnTo>
                  <a:lnTo>
                    <a:pt x="405294" y="811192"/>
                  </a:lnTo>
                  <a:lnTo>
                    <a:pt x="407005" y="668788"/>
                  </a:lnTo>
                  <a:lnTo>
                    <a:pt x="408716" y="525335"/>
                  </a:lnTo>
                  <a:lnTo>
                    <a:pt x="410428" y="411355"/>
                  </a:lnTo>
                  <a:lnTo>
                    <a:pt x="412139" y="475853"/>
                  </a:lnTo>
                  <a:lnTo>
                    <a:pt x="413851" y="645686"/>
                  </a:lnTo>
                  <a:lnTo>
                    <a:pt x="415562" y="773529"/>
                  </a:lnTo>
                  <a:lnTo>
                    <a:pt x="417273" y="754976"/>
                  </a:lnTo>
                  <a:lnTo>
                    <a:pt x="418985" y="685974"/>
                  </a:lnTo>
                  <a:lnTo>
                    <a:pt x="420696" y="598464"/>
                  </a:lnTo>
                  <a:lnTo>
                    <a:pt x="422408" y="493742"/>
                  </a:lnTo>
                  <a:lnTo>
                    <a:pt x="424119" y="461992"/>
                  </a:lnTo>
                  <a:lnTo>
                    <a:pt x="425830" y="492735"/>
                  </a:lnTo>
                  <a:lnTo>
                    <a:pt x="427542" y="607494"/>
                  </a:lnTo>
                  <a:lnTo>
                    <a:pt x="429253" y="740106"/>
                  </a:lnTo>
                  <a:lnTo>
                    <a:pt x="430965" y="878971"/>
                  </a:lnTo>
                  <a:lnTo>
                    <a:pt x="432676" y="966636"/>
                  </a:lnTo>
                  <a:lnTo>
                    <a:pt x="434387" y="944729"/>
                  </a:lnTo>
                  <a:lnTo>
                    <a:pt x="436099" y="928111"/>
                  </a:lnTo>
                  <a:lnTo>
                    <a:pt x="437810" y="934248"/>
                  </a:lnTo>
                  <a:lnTo>
                    <a:pt x="439522" y="903435"/>
                  </a:lnTo>
                  <a:lnTo>
                    <a:pt x="441233" y="935304"/>
                  </a:lnTo>
                  <a:lnTo>
                    <a:pt x="442944" y="1012592"/>
                  </a:lnTo>
                  <a:lnTo>
                    <a:pt x="444656" y="1053234"/>
                  </a:lnTo>
                  <a:lnTo>
                    <a:pt x="446367" y="1096112"/>
                  </a:lnTo>
                  <a:lnTo>
                    <a:pt x="448079" y="1061572"/>
                  </a:lnTo>
                  <a:lnTo>
                    <a:pt x="449790" y="1097139"/>
                  </a:lnTo>
                  <a:lnTo>
                    <a:pt x="451501" y="1149979"/>
                  </a:lnTo>
                  <a:lnTo>
                    <a:pt x="453213" y="1123061"/>
                  </a:lnTo>
                  <a:lnTo>
                    <a:pt x="454924" y="1172432"/>
                  </a:lnTo>
                  <a:lnTo>
                    <a:pt x="456636" y="1162177"/>
                  </a:lnTo>
                  <a:lnTo>
                    <a:pt x="458347" y="1131895"/>
                  </a:lnTo>
                  <a:lnTo>
                    <a:pt x="460058" y="1063499"/>
                  </a:lnTo>
                  <a:lnTo>
                    <a:pt x="461770" y="991347"/>
                  </a:lnTo>
                  <a:lnTo>
                    <a:pt x="463481" y="919066"/>
                  </a:lnTo>
                  <a:lnTo>
                    <a:pt x="465193" y="799828"/>
                  </a:lnTo>
                  <a:lnTo>
                    <a:pt x="466904" y="747449"/>
                  </a:lnTo>
                  <a:lnTo>
                    <a:pt x="468615" y="752650"/>
                  </a:lnTo>
                  <a:lnTo>
                    <a:pt x="470327" y="778754"/>
                  </a:lnTo>
                  <a:lnTo>
                    <a:pt x="472038" y="817327"/>
                  </a:lnTo>
                  <a:lnTo>
                    <a:pt x="473750" y="831415"/>
                  </a:lnTo>
                  <a:lnTo>
                    <a:pt x="475461" y="910468"/>
                  </a:lnTo>
                  <a:lnTo>
                    <a:pt x="477172" y="982260"/>
                  </a:lnTo>
                  <a:lnTo>
                    <a:pt x="478884" y="1043137"/>
                  </a:lnTo>
                  <a:lnTo>
                    <a:pt x="480595" y="1007063"/>
                  </a:lnTo>
                  <a:lnTo>
                    <a:pt x="482307" y="883260"/>
                  </a:lnTo>
                  <a:lnTo>
                    <a:pt x="484018" y="789767"/>
                  </a:lnTo>
                  <a:lnTo>
                    <a:pt x="485729" y="672380"/>
                  </a:lnTo>
                  <a:lnTo>
                    <a:pt x="487441" y="589470"/>
                  </a:lnTo>
                  <a:lnTo>
                    <a:pt x="489152" y="503075"/>
                  </a:lnTo>
                  <a:lnTo>
                    <a:pt x="490863" y="516659"/>
                  </a:lnTo>
                  <a:lnTo>
                    <a:pt x="492575" y="586047"/>
                  </a:lnTo>
                  <a:lnTo>
                    <a:pt x="494286" y="631022"/>
                  </a:lnTo>
                  <a:lnTo>
                    <a:pt x="495998" y="677321"/>
                  </a:lnTo>
                  <a:lnTo>
                    <a:pt x="497709" y="633365"/>
                  </a:lnTo>
                  <a:lnTo>
                    <a:pt x="499420" y="695355"/>
                  </a:lnTo>
                  <a:lnTo>
                    <a:pt x="501132" y="789914"/>
                  </a:lnTo>
                  <a:lnTo>
                    <a:pt x="502843" y="808002"/>
                  </a:lnTo>
                  <a:lnTo>
                    <a:pt x="504555" y="788567"/>
                  </a:lnTo>
                  <a:lnTo>
                    <a:pt x="506266" y="779654"/>
                  </a:lnTo>
                  <a:lnTo>
                    <a:pt x="507977" y="871424"/>
                  </a:lnTo>
                  <a:lnTo>
                    <a:pt x="509689" y="954477"/>
                  </a:lnTo>
                  <a:lnTo>
                    <a:pt x="511400" y="1040381"/>
                  </a:lnTo>
                  <a:lnTo>
                    <a:pt x="513112" y="1109831"/>
                  </a:lnTo>
                  <a:lnTo>
                    <a:pt x="514823" y="1245973"/>
                  </a:lnTo>
                  <a:lnTo>
                    <a:pt x="516534" y="1354666"/>
                  </a:lnTo>
                  <a:lnTo>
                    <a:pt x="518246" y="1346754"/>
                  </a:lnTo>
                  <a:lnTo>
                    <a:pt x="519957" y="1206590"/>
                  </a:lnTo>
                  <a:lnTo>
                    <a:pt x="521669" y="1120164"/>
                  </a:lnTo>
                  <a:lnTo>
                    <a:pt x="523380" y="1061784"/>
                  </a:lnTo>
                  <a:lnTo>
                    <a:pt x="525091" y="988646"/>
                  </a:lnTo>
                  <a:lnTo>
                    <a:pt x="526803" y="980233"/>
                  </a:lnTo>
                  <a:lnTo>
                    <a:pt x="528514" y="1034396"/>
                  </a:lnTo>
                  <a:lnTo>
                    <a:pt x="530226" y="1070581"/>
                  </a:lnTo>
                  <a:lnTo>
                    <a:pt x="531937" y="980180"/>
                  </a:lnTo>
                  <a:lnTo>
                    <a:pt x="533648" y="957605"/>
                  </a:lnTo>
                  <a:lnTo>
                    <a:pt x="535360" y="1033442"/>
                  </a:lnTo>
                  <a:lnTo>
                    <a:pt x="537071" y="969484"/>
                  </a:lnTo>
                  <a:lnTo>
                    <a:pt x="538783" y="851912"/>
                  </a:lnTo>
                  <a:lnTo>
                    <a:pt x="540494" y="750582"/>
                  </a:lnTo>
                  <a:lnTo>
                    <a:pt x="542205" y="669730"/>
                  </a:lnTo>
                  <a:lnTo>
                    <a:pt x="543917" y="548959"/>
                  </a:lnTo>
                  <a:lnTo>
                    <a:pt x="545628" y="384780"/>
                  </a:lnTo>
                  <a:lnTo>
                    <a:pt x="547340" y="270313"/>
                  </a:lnTo>
                  <a:lnTo>
                    <a:pt x="549051" y="162271"/>
                  </a:lnTo>
                  <a:lnTo>
                    <a:pt x="550762" y="83303"/>
                  </a:lnTo>
                  <a:lnTo>
                    <a:pt x="552474" y="16875"/>
                  </a:lnTo>
                  <a:lnTo>
                    <a:pt x="554185" y="0"/>
                  </a:lnTo>
                  <a:lnTo>
                    <a:pt x="555897" y="9819"/>
                  </a:lnTo>
                  <a:lnTo>
                    <a:pt x="557608" y="54215"/>
                  </a:lnTo>
                  <a:lnTo>
                    <a:pt x="559319" y="175620"/>
                  </a:lnTo>
                  <a:lnTo>
                    <a:pt x="561031" y="305875"/>
                  </a:lnTo>
                  <a:lnTo>
                    <a:pt x="562742" y="406291"/>
                  </a:lnTo>
                  <a:lnTo>
                    <a:pt x="564454" y="447664"/>
                  </a:lnTo>
                  <a:lnTo>
                    <a:pt x="566165" y="419140"/>
                  </a:lnTo>
                  <a:lnTo>
                    <a:pt x="567876" y="332377"/>
                  </a:lnTo>
                  <a:lnTo>
                    <a:pt x="569588" y="261716"/>
                  </a:lnTo>
                  <a:lnTo>
                    <a:pt x="571299" y="203753"/>
                  </a:lnTo>
                  <a:lnTo>
                    <a:pt x="573011" y="128275"/>
                  </a:lnTo>
                  <a:lnTo>
                    <a:pt x="574722" y="106227"/>
                  </a:lnTo>
                  <a:lnTo>
                    <a:pt x="576433" y="63282"/>
                  </a:lnTo>
                  <a:lnTo>
                    <a:pt x="578145" y="155290"/>
                  </a:lnTo>
                  <a:lnTo>
                    <a:pt x="579856" y="311495"/>
                  </a:lnTo>
                  <a:lnTo>
                    <a:pt x="581568" y="442649"/>
                  </a:lnTo>
                  <a:lnTo>
                    <a:pt x="583279" y="591819"/>
                  </a:lnTo>
                  <a:lnTo>
                    <a:pt x="584990" y="745082"/>
                  </a:lnTo>
                  <a:lnTo>
                    <a:pt x="586702" y="812675"/>
                  </a:lnTo>
                  <a:lnTo>
                    <a:pt x="588413" y="863232"/>
                  </a:lnTo>
                  <a:lnTo>
                    <a:pt x="590125" y="858556"/>
                  </a:lnTo>
                  <a:lnTo>
                    <a:pt x="591836" y="789729"/>
                  </a:lnTo>
                  <a:lnTo>
                    <a:pt x="593547" y="718129"/>
                  </a:lnTo>
                  <a:lnTo>
                    <a:pt x="595259" y="640043"/>
                  </a:lnTo>
                  <a:lnTo>
                    <a:pt x="596970" y="643031"/>
                  </a:lnTo>
                  <a:lnTo>
                    <a:pt x="598681" y="654883"/>
                  </a:lnTo>
                  <a:lnTo>
                    <a:pt x="600393" y="698548"/>
                  </a:lnTo>
                  <a:lnTo>
                    <a:pt x="602104" y="789117"/>
                  </a:lnTo>
                  <a:lnTo>
                    <a:pt x="603816" y="780337"/>
                  </a:lnTo>
                  <a:lnTo>
                    <a:pt x="605527" y="721681"/>
                  </a:lnTo>
                  <a:lnTo>
                    <a:pt x="607238" y="795348"/>
                  </a:lnTo>
                  <a:lnTo>
                    <a:pt x="608950" y="833338"/>
                  </a:lnTo>
                  <a:lnTo>
                    <a:pt x="610661" y="741813"/>
                  </a:lnTo>
                  <a:lnTo>
                    <a:pt x="612373" y="708376"/>
                  </a:lnTo>
                  <a:lnTo>
                    <a:pt x="614084" y="873065"/>
                  </a:lnTo>
                  <a:lnTo>
                    <a:pt x="615795" y="1006854"/>
                  </a:lnTo>
                  <a:lnTo>
                    <a:pt x="617507" y="964934"/>
                  </a:lnTo>
                  <a:lnTo>
                    <a:pt x="619218" y="819416"/>
                  </a:lnTo>
                  <a:lnTo>
                    <a:pt x="620930" y="718128"/>
                  </a:lnTo>
                  <a:lnTo>
                    <a:pt x="622641" y="660660"/>
                  </a:lnTo>
                  <a:lnTo>
                    <a:pt x="624352" y="579719"/>
                  </a:lnTo>
                  <a:lnTo>
                    <a:pt x="626064" y="633795"/>
                  </a:lnTo>
                  <a:lnTo>
                    <a:pt x="627775" y="706553"/>
                  </a:lnTo>
                  <a:lnTo>
                    <a:pt x="629487" y="822813"/>
                  </a:lnTo>
                  <a:lnTo>
                    <a:pt x="631198" y="957505"/>
                  </a:lnTo>
                  <a:lnTo>
                    <a:pt x="632909" y="1008680"/>
                  </a:lnTo>
                  <a:lnTo>
                    <a:pt x="634621" y="1011913"/>
                  </a:lnTo>
                  <a:lnTo>
                    <a:pt x="636332" y="953906"/>
                  </a:lnTo>
                  <a:lnTo>
                    <a:pt x="638044" y="986715"/>
                  </a:lnTo>
                  <a:lnTo>
                    <a:pt x="639755" y="948675"/>
                  </a:lnTo>
                  <a:lnTo>
                    <a:pt x="641466" y="868037"/>
                  </a:lnTo>
                  <a:lnTo>
                    <a:pt x="643178" y="822412"/>
                  </a:lnTo>
                  <a:lnTo>
                    <a:pt x="644889" y="781637"/>
                  </a:lnTo>
                  <a:lnTo>
                    <a:pt x="646601" y="731687"/>
                  </a:lnTo>
                  <a:lnTo>
                    <a:pt x="648312" y="660589"/>
                  </a:lnTo>
                  <a:lnTo>
                    <a:pt x="650023" y="697660"/>
                  </a:lnTo>
                  <a:lnTo>
                    <a:pt x="651735" y="744026"/>
                  </a:lnTo>
                  <a:lnTo>
                    <a:pt x="653446" y="923149"/>
                  </a:lnTo>
                  <a:lnTo>
                    <a:pt x="655158" y="1122575"/>
                  </a:lnTo>
                  <a:lnTo>
                    <a:pt x="656869" y="1281891"/>
                  </a:lnTo>
                  <a:lnTo>
                    <a:pt x="658580" y="1421549"/>
                  </a:lnTo>
                  <a:lnTo>
                    <a:pt x="660292" y="1448519"/>
                  </a:lnTo>
                  <a:lnTo>
                    <a:pt x="662003" y="1491619"/>
                  </a:lnTo>
                  <a:lnTo>
                    <a:pt x="663715" y="1411391"/>
                  </a:lnTo>
                  <a:lnTo>
                    <a:pt x="665426" y="1275147"/>
                  </a:lnTo>
                  <a:lnTo>
                    <a:pt x="667137" y="1110368"/>
                  </a:lnTo>
                  <a:lnTo>
                    <a:pt x="668849" y="979627"/>
                  </a:lnTo>
                  <a:lnTo>
                    <a:pt x="670560" y="1028707"/>
                  </a:lnTo>
                  <a:lnTo>
                    <a:pt x="672272" y="1102727"/>
                  </a:lnTo>
                  <a:lnTo>
                    <a:pt x="673983" y="1100499"/>
                  </a:lnTo>
                  <a:lnTo>
                    <a:pt x="675694" y="1118860"/>
                  </a:lnTo>
                  <a:lnTo>
                    <a:pt x="677406" y="1213037"/>
                  </a:lnTo>
                  <a:lnTo>
                    <a:pt x="679117" y="1202355"/>
                  </a:lnTo>
                  <a:lnTo>
                    <a:pt x="680829" y="1073478"/>
                  </a:lnTo>
                  <a:lnTo>
                    <a:pt x="682540" y="924506"/>
                  </a:lnTo>
                  <a:lnTo>
                    <a:pt x="684251" y="803410"/>
                  </a:lnTo>
                  <a:lnTo>
                    <a:pt x="685963" y="639353"/>
                  </a:lnTo>
                  <a:lnTo>
                    <a:pt x="687674" y="524601"/>
                  </a:lnTo>
                  <a:lnTo>
                    <a:pt x="689386" y="431124"/>
                  </a:lnTo>
                  <a:lnTo>
                    <a:pt x="691097" y="284204"/>
                  </a:lnTo>
                  <a:lnTo>
                    <a:pt x="692808" y="210115"/>
                  </a:lnTo>
                  <a:lnTo>
                    <a:pt x="694520" y="322729"/>
                  </a:lnTo>
                  <a:lnTo>
                    <a:pt x="696231" y="485196"/>
                  </a:lnTo>
                  <a:lnTo>
                    <a:pt x="697943" y="540009"/>
                  </a:lnTo>
                  <a:lnTo>
                    <a:pt x="699654" y="667354"/>
                  </a:lnTo>
                  <a:lnTo>
                    <a:pt x="701365" y="860296"/>
                  </a:lnTo>
                  <a:lnTo>
                    <a:pt x="703077" y="926768"/>
                  </a:lnTo>
                  <a:lnTo>
                    <a:pt x="704788" y="769109"/>
                  </a:lnTo>
                  <a:lnTo>
                    <a:pt x="706499" y="576743"/>
                  </a:lnTo>
                  <a:lnTo>
                    <a:pt x="708211" y="604689"/>
                  </a:lnTo>
                  <a:lnTo>
                    <a:pt x="709922" y="668084"/>
                  </a:lnTo>
                  <a:lnTo>
                    <a:pt x="711634" y="696648"/>
                  </a:lnTo>
                  <a:lnTo>
                    <a:pt x="713345" y="721779"/>
                  </a:lnTo>
                  <a:lnTo>
                    <a:pt x="715056" y="800060"/>
                  </a:lnTo>
                  <a:lnTo>
                    <a:pt x="716768" y="910262"/>
                  </a:lnTo>
                  <a:lnTo>
                    <a:pt x="718479" y="904279"/>
                  </a:lnTo>
                  <a:lnTo>
                    <a:pt x="720191" y="837059"/>
                  </a:lnTo>
                  <a:lnTo>
                    <a:pt x="721902" y="714356"/>
                  </a:lnTo>
                  <a:lnTo>
                    <a:pt x="723613" y="692125"/>
                  </a:lnTo>
                  <a:lnTo>
                    <a:pt x="725325" y="705487"/>
                  </a:lnTo>
                  <a:lnTo>
                    <a:pt x="727036" y="772669"/>
                  </a:lnTo>
                  <a:lnTo>
                    <a:pt x="728748" y="833995"/>
                  </a:lnTo>
                  <a:lnTo>
                    <a:pt x="730459" y="823160"/>
                  </a:lnTo>
                  <a:lnTo>
                    <a:pt x="732170" y="826135"/>
                  </a:lnTo>
                  <a:lnTo>
                    <a:pt x="733882" y="753407"/>
                  </a:lnTo>
                  <a:lnTo>
                    <a:pt x="735593" y="726208"/>
                  </a:lnTo>
                  <a:lnTo>
                    <a:pt x="737305" y="736155"/>
                  </a:lnTo>
                  <a:lnTo>
                    <a:pt x="739016" y="765552"/>
                  </a:lnTo>
                  <a:lnTo>
                    <a:pt x="740727" y="880948"/>
                  </a:lnTo>
                  <a:lnTo>
                    <a:pt x="742439" y="1015084"/>
                  </a:lnTo>
                  <a:lnTo>
                    <a:pt x="744150" y="1211490"/>
                  </a:lnTo>
                  <a:lnTo>
                    <a:pt x="745862" y="1300027"/>
                  </a:lnTo>
                  <a:lnTo>
                    <a:pt x="747573" y="1215617"/>
                  </a:lnTo>
                  <a:lnTo>
                    <a:pt x="749284" y="1111386"/>
                  </a:lnTo>
                  <a:lnTo>
                    <a:pt x="750996" y="1066430"/>
                  </a:lnTo>
                  <a:lnTo>
                    <a:pt x="752707" y="1118428"/>
                  </a:lnTo>
                  <a:lnTo>
                    <a:pt x="754419" y="1140851"/>
                  </a:lnTo>
                  <a:lnTo>
                    <a:pt x="756130" y="1164904"/>
                  </a:lnTo>
                  <a:lnTo>
                    <a:pt x="757841" y="1252372"/>
                  </a:lnTo>
                  <a:lnTo>
                    <a:pt x="759553" y="1350592"/>
                  </a:lnTo>
                  <a:lnTo>
                    <a:pt x="761264" y="1314065"/>
                  </a:lnTo>
                  <a:lnTo>
                    <a:pt x="762976" y="1220991"/>
                  </a:lnTo>
                  <a:lnTo>
                    <a:pt x="764687" y="1120995"/>
                  </a:lnTo>
                  <a:lnTo>
                    <a:pt x="766398" y="1159375"/>
                  </a:lnTo>
                  <a:lnTo>
                    <a:pt x="768110" y="1168889"/>
                  </a:lnTo>
                  <a:lnTo>
                    <a:pt x="769821" y="1132609"/>
                  </a:lnTo>
                  <a:lnTo>
                    <a:pt x="771533" y="1131558"/>
                  </a:lnTo>
                  <a:lnTo>
                    <a:pt x="773244" y="1092449"/>
                  </a:lnTo>
                  <a:lnTo>
                    <a:pt x="774955" y="1137173"/>
                  </a:lnTo>
                  <a:lnTo>
                    <a:pt x="776667" y="1157332"/>
                  </a:lnTo>
                  <a:lnTo>
                    <a:pt x="778378" y="1238974"/>
                  </a:lnTo>
                  <a:lnTo>
                    <a:pt x="780090" y="1271396"/>
                  </a:lnTo>
                  <a:lnTo>
                    <a:pt x="781801" y="1295761"/>
                  </a:lnTo>
                  <a:lnTo>
                    <a:pt x="783512" y="1342530"/>
                  </a:lnTo>
                  <a:lnTo>
                    <a:pt x="785224" y="1266328"/>
                  </a:lnTo>
                  <a:lnTo>
                    <a:pt x="786935" y="1217206"/>
                  </a:lnTo>
                  <a:lnTo>
                    <a:pt x="788647" y="1145925"/>
                  </a:lnTo>
                  <a:lnTo>
                    <a:pt x="790358" y="1035292"/>
                  </a:lnTo>
                  <a:lnTo>
                    <a:pt x="792069" y="1013188"/>
                  </a:lnTo>
                  <a:lnTo>
                    <a:pt x="793781" y="991639"/>
                  </a:lnTo>
                  <a:lnTo>
                    <a:pt x="795492" y="1059422"/>
                  </a:lnTo>
                  <a:lnTo>
                    <a:pt x="797204" y="1056446"/>
                  </a:lnTo>
                  <a:lnTo>
                    <a:pt x="798915" y="1133296"/>
                  </a:lnTo>
                  <a:lnTo>
                    <a:pt x="800626" y="1278333"/>
                  </a:lnTo>
                  <a:lnTo>
                    <a:pt x="802338" y="1271233"/>
                  </a:lnTo>
                  <a:lnTo>
                    <a:pt x="804049" y="1338775"/>
                  </a:lnTo>
                  <a:lnTo>
                    <a:pt x="805761" y="1378040"/>
                  </a:lnTo>
                  <a:lnTo>
                    <a:pt x="807472" y="1403228"/>
                  </a:lnTo>
                  <a:lnTo>
                    <a:pt x="809183" y="1405889"/>
                  </a:lnTo>
                  <a:lnTo>
                    <a:pt x="810895" y="1438961"/>
                  </a:lnTo>
                  <a:lnTo>
                    <a:pt x="812606" y="1606644"/>
                  </a:lnTo>
                  <a:lnTo>
                    <a:pt x="813045" y="164669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036798" y="2976485"/>
              <a:ext cx="9362" cy="285991"/>
            </a:xfrm>
            <a:custGeom>
              <a:avLst/>
              <a:pathLst>
                <a:path w="9362" h="285991">
                  <a:moveTo>
                    <a:pt x="0" y="285991"/>
                  </a:moveTo>
                  <a:lnTo>
                    <a:pt x="1446" y="123497"/>
                  </a:lnTo>
                  <a:lnTo>
                    <a:pt x="3158" y="18217"/>
                  </a:lnTo>
                  <a:lnTo>
                    <a:pt x="4869" y="0"/>
                  </a:lnTo>
                  <a:lnTo>
                    <a:pt x="6581" y="62973"/>
                  </a:lnTo>
                  <a:lnTo>
                    <a:pt x="8292" y="204334"/>
                  </a:lnTo>
                  <a:lnTo>
                    <a:pt x="9362" y="28599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071664" y="3159869"/>
              <a:ext cx="7770" cy="102607"/>
            </a:xfrm>
            <a:custGeom>
              <a:avLst/>
              <a:pathLst>
                <a:path w="7770" h="102607">
                  <a:moveTo>
                    <a:pt x="0" y="102607"/>
                  </a:moveTo>
                  <a:lnTo>
                    <a:pt x="808" y="35056"/>
                  </a:lnTo>
                  <a:lnTo>
                    <a:pt x="2520" y="0"/>
                  </a:lnTo>
                  <a:lnTo>
                    <a:pt x="4231" y="51831"/>
                  </a:lnTo>
                  <a:lnTo>
                    <a:pt x="5942" y="97461"/>
                  </a:lnTo>
                  <a:lnTo>
                    <a:pt x="7654" y="100169"/>
                  </a:lnTo>
                  <a:lnTo>
                    <a:pt x="7770" y="10260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093338" y="3203747"/>
              <a:ext cx="11150" cy="58729"/>
            </a:xfrm>
            <a:custGeom>
              <a:avLst/>
              <a:pathLst>
                <a:path w="11150" h="58729">
                  <a:moveTo>
                    <a:pt x="0" y="58729"/>
                  </a:moveTo>
                  <a:lnTo>
                    <a:pt x="1382" y="9348"/>
                  </a:lnTo>
                  <a:lnTo>
                    <a:pt x="3093" y="0"/>
                  </a:lnTo>
                  <a:lnTo>
                    <a:pt x="4805" y="0"/>
                  </a:lnTo>
                  <a:lnTo>
                    <a:pt x="6516" y="0"/>
                  </a:lnTo>
                  <a:lnTo>
                    <a:pt x="8227" y="11601"/>
                  </a:lnTo>
                  <a:lnTo>
                    <a:pt x="9939" y="47494"/>
                  </a:lnTo>
                  <a:lnTo>
                    <a:pt x="11150" y="5872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122221" y="3020860"/>
              <a:ext cx="65150" cy="241617"/>
            </a:xfrm>
            <a:custGeom>
              <a:avLst/>
              <a:pathLst>
                <a:path w="65150" h="241617">
                  <a:moveTo>
                    <a:pt x="0" y="241617"/>
                  </a:moveTo>
                  <a:lnTo>
                    <a:pt x="1593" y="208846"/>
                  </a:lnTo>
                  <a:lnTo>
                    <a:pt x="3305" y="182887"/>
                  </a:lnTo>
                  <a:lnTo>
                    <a:pt x="5016" y="172833"/>
                  </a:lnTo>
                  <a:lnTo>
                    <a:pt x="6727" y="131627"/>
                  </a:lnTo>
                  <a:lnTo>
                    <a:pt x="8439" y="106222"/>
                  </a:lnTo>
                  <a:lnTo>
                    <a:pt x="10150" y="136100"/>
                  </a:lnTo>
                  <a:lnTo>
                    <a:pt x="11861" y="151397"/>
                  </a:lnTo>
                  <a:lnTo>
                    <a:pt x="13573" y="151397"/>
                  </a:lnTo>
                  <a:lnTo>
                    <a:pt x="15284" y="161451"/>
                  </a:lnTo>
                  <a:lnTo>
                    <a:pt x="16996" y="195669"/>
                  </a:lnTo>
                  <a:lnTo>
                    <a:pt x="18707" y="167102"/>
                  </a:lnTo>
                  <a:lnTo>
                    <a:pt x="20418" y="105542"/>
                  </a:lnTo>
                  <a:lnTo>
                    <a:pt x="22130" y="76614"/>
                  </a:lnTo>
                  <a:lnTo>
                    <a:pt x="23841" y="44260"/>
                  </a:lnTo>
                  <a:lnTo>
                    <a:pt x="25553" y="24601"/>
                  </a:lnTo>
                  <a:lnTo>
                    <a:pt x="27264" y="0"/>
                  </a:lnTo>
                  <a:lnTo>
                    <a:pt x="28975" y="53973"/>
                  </a:lnTo>
                  <a:lnTo>
                    <a:pt x="30687" y="85655"/>
                  </a:lnTo>
                  <a:lnTo>
                    <a:pt x="32398" y="99284"/>
                  </a:lnTo>
                  <a:lnTo>
                    <a:pt x="34110" y="108814"/>
                  </a:lnTo>
                  <a:lnTo>
                    <a:pt x="35821" y="73833"/>
                  </a:lnTo>
                  <a:lnTo>
                    <a:pt x="37532" y="89246"/>
                  </a:lnTo>
                  <a:lnTo>
                    <a:pt x="39244" y="89247"/>
                  </a:lnTo>
                  <a:lnTo>
                    <a:pt x="40955" y="89247"/>
                  </a:lnTo>
                  <a:lnTo>
                    <a:pt x="42667" y="89248"/>
                  </a:lnTo>
                  <a:lnTo>
                    <a:pt x="44378" y="112069"/>
                  </a:lnTo>
                  <a:lnTo>
                    <a:pt x="46089" y="166710"/>
                  </a:lnTo>
                  <a:lnTo>
                    <a:pt x="47801" y="182887"/>
                  </a:lnTo>
                  <a:lnTo>
                    <a:pt x="49512" y="182887"/>
                  </a:lnTo>
                  <a:lnTo>
                    <a:pt x="51224" y="182887"/>
                  </a:lnTo>
                  <a:lnTo>
                    <a:pt x="52935" y="182887"/>
                  </a:lnTo>
                  <a:lnTo>
                    <a:pt x="54646" y="186422"/>
                  </a:lnTo>
                  <a:lnTo>
                    <a:pt x="56358" y="170164"/>
                  </a:lnTo>
                  <a:lnTo>
                    <a:pt x="58069" y="145836"/>
                  </a:lnTo>
                  <a:lnTo>
                    <a:pt x="59781" y="145837"/>
                  </a:lnTo>
                  <a:lnTo>
                    <a:pt x="61492" y="163840"/>
                  </a:lnTo>
                  <a:lnTo>
                    <a:pt x="63203" y="197266"/>
                  </a:lnTo>
                  <a:lnTo>
                    <a:pt x="64915" y="229247"/>
                  </a:lnTo>
                  <a:lnTo>
                    <a:pt x="65150" y="24161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200923" y="3024180"/>
              <a:ext cx="15054" cy="238296"/>
            </a:xfrm>
            <a:custGeom>
              <a:avLst/>
              <a:pathLst>
                <a:path w="15054" h="238296">
                  <a:moveTo>
                    <a:pt x="0" y="238296"/>
                  </a:moveTo>
                  <a:lnTo>
                    <a:pt x="1615" y="140141"/>
                  </a:lnTo>
                  <a:lnTo>
                    <a:pt x="3326" y="68881"/>
                  </a:lnTo>
                  <a:lnTo>
                    <a:pt x="5037" y="13498"/>
                  </a:lnTo>
                  <a:lnTo>
                    <a:pt x="6749" y="0"/>
                  </a:lnTo>
                  <a:lnTo>
                    <a:pt x="8460" y="34746"/>
                  </a:lnTo>
                  <a:lnTo>
                    <a:pt x="10172" y="83334"/>
                  </a:lnTo>
                  <a:lnTo>
                    <a:pt x="11883" y="133951"/>
                  </a:lnTo>
                  <a:lnTo>
                    <a:pt x="13594" y="160909"/>
                  </a:lnTo>
                  <a:lnTo>
                    <a:pt x="15054" y="23829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227047" y="2989475"/>
              <a:ext cx="33518" cy="273002"/>
            </a:xfrm>
            <a:custGeom>
              <a:avLst/>
              <a:pathLst>
                <a:path w="33518" h="273002">
                  <a:moveTo>
                    <a:pt x="0" y="273002"/>
                  </a:moveTo>
                  <a:lnTo>
                    <a:pt x="1162" y="190408"/>
                  </a:lnTo>
                  <a:lnTo>
                    <a:pt x="2874" y="43294"/>
                  </a:lnTo>
                  <a:lnTo>
                    <a:pt x="4585" y="0"/>
                  </a:lnTo>
                  <a:lnTo>
                    <a:pt x="6296" y="6509"/>
                  </a:lnTo>
                  <a:lnTo>
                    <a:pt x="8008" y="23212"/>
                  </a:lnTo>
                  <a:lnTo>
                    <a:pt x="9719" y="32840"/>
                  </a:lnTo>
                  <a:lnTo>
                    <a:pt x="11430" y="81836"/>
                  </a:lnTo>
                  <a:lnTo>
                    <a:pt x="13142" y="173579"/>
                  </a:lnTo>
                  <a:lnTo>
                    <a:pt x="14853" y="214272"/>
                  </a:lnTo>
                  <a:lnTo>
                    <a:pt x="16565" y="213924"/>
                  </a:lnTo>
                  <a:lnTo>
                    <a:pt x="18276" y="156349"/>
                  </a:lnTo>
                  <a:lnTo>
                    <a:pt x="19987" y="123188"/>
                  </a:lnTo>
                  <a:lnTo>
                    <a:pt x="21699" y="123188"/>
                  </a:lnTo>
                  <a:lnTo>
                    <a:pt x="23410" y="123188"/>
                  </a:lnTo>
                  <a:lnTo>
                    <a:pt x="25122" y="123189"/>
                  </a:lnTo>
                  <a:lnTo>
                    <a:pt x="26833" y="147190"/>
                  </a:lnTo>
                  <a:lnTo>
                    <a:pt x="28544" y="230735"/>
                  </a:lnTo>
                  <a:lnTo>
                    <a:pt x="30256" y="237472"/>
                  </a:lnTo>
                  <a:lnTo>
                    <a:pt x="31967" y="246088"/>
                  </a:lnTo>
                  <a:lnTo>
                    <a:pt x="33518" y="27300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276297" y="1722794"/>
              <a:ext cx="555689" cy="1539682"/>
            </a:xfrm>
            <a:custGeom>
              <a:avLst/>
              <a:pathLst>
                <a:path w="555689" h="1539682">
                  <a:moveTo>
                    <a:pt x="0" y="1539682"/>
                  </a:moveTo>
                  <a:lnTo>
                    <a:pt x="1543" y="1486953"/>
                  </a:lnTo>
                  <a:lnTo>
                    <a:pt x="3254" y="1503216"/>
                  </a:lnTo>
                  <a:lnTo>
                    <a:pt x="4966" y="1518564"/>
                  </a:lnTo>
                  <a:lnTo>
                    <a:pt x="6677" y="1522222"/>
                  </a:lnTo>
                  <a:lnTo>
                    <a:pt x="8388" y="1538027"/>
                  </a:lnTo>
                  <a:lnTo>
                    <a:pt x="10100" y="1517034"/>
                  </a:lnTo>
                  <a:lnTo>
                    <a:pt x="11811" y="1518323"/>
                  </a:lnTo>
                  <a:lnTo>
                    <a:pt x="13523" y="1473225"/>
                  </a:lnTo>
                  <a:lnTo>
                    <a:pt x="15234" y="1331160"/>
                  </a:lnTo>
                  <a:lnTo>
                    <a:pt x="16945" y="1266661"/>
                  </a:lnTo>
                  <a:lnTo>
                    <a:pt x="18657" y="1162004"/>
                  </a:lnTo>
                  <a:lnTo>
                    <a:pt x="20368" y="1147152"/>
                  </a:lnTo>
                  <a:lnTo>
                    <a:pt x="22080" y="1128387"/>
                  </a:lnTo>
                  <a:lnTo>
                    <a:pt x="23791" y="1135281"/>
                  </a:lnTo>
                  <a:lnTo>
                    <a:pt x="25502" y="1252900"/>
                  </a:lnTo>
                  <a:lnTo>
                    <a:pt x="27214" y="1262984"/>
                  </a:lnTo>
                  <a:lnTo>
                    <a:pt x="28925" y="1222121"/>
                  </a:lnTo>
                  <a:lnTo>
                    <a:pt x="30637" y="1035986"/>
                  </a:lnTo>
                  <a:lnTo>
                    <a:pt x="32348" y="855725"/>
                  </a:lnTo>
                  <a:lnTo>
                    <a:pt x="34059" y="770762"/>
                  </a:lnTo>
                  <a:lnTo>
                    <a:pt x="35771" y="649054"/>
                  </a:lnTo>
                  <a:lnTo>
                    <a:pt x="37482" y="546205"/>
                  </a:lnTo>
                  <a:lnTo>
                    <a:pt x="39194" y="571529"/>
                  </a:lnTo>
                  <a:lnTo>
                    <a:pt x="40905" y="643914"/>
                  </a:lnTo>
                  <a:lnTo>
                    <a:pt x="42616" y="658012"/>
                  </a:lnTo>
                  <a:lnTo>
                    <a:pt x="44328" y="672020"/>
                  </a:lnTo>
                  <a:lnTo>
                    <a:pt x="46039" y="802826"/>
                  </a:lnTo>
                  <a:lnTo>
                    <a:pt x="47751" y="912338"/>
                  </a:lnTo>
                  <a:lnTo>
                    <a:pt x="49462" y="980243"/>
                  </a:lnTo>
                  <a:lnTo>
                    <a:pt x="51173" y="1086599"/>
                  </a:lnTo>
                  <a:lnTo>
                    <a:pt x="52885" y="1208684"/>
                  </a:lnTo>
                  <a:lnTo>
                    <a:pt x="54596" y="1293263"/>
                  </a:lnTo>
                  <a:lnTo>
                    <a:pt x="56308" y="1289510"/>
                  </a:lnTo>
                  <a:lnTo>
                    <a:pt x="58019" y="1301585"/>
                  </a:lnTo>
                  <a:lnTo>
                    <a:pt x="59730" y="1294828"/>
                  </a:lnTo>
                  <a:lnTo>
                    <a:pt x="61442" y="1211330"/>
                  </a:lnTo>
                  <a:lnTo>
                    <a:pt x="63153" y="1136508"/>
                  </a:lnTo>
                  <a:lnTo>
                    <a:pt x="64865" y="1027102"/>
                  </a:lnTo>
                  <a:lnTo>
                    <a:pt x="66576" y="970184"/>
                  </a:lnTo>
                  <a:lnTo>
                    <a:pt x="68287" y="973079"/>
                  </a:lnTo>
                  <a:lnTo>
                    <a:pt x="69999" y="973020"/>
                  </a:lnTo>
                  <a:lnTo>
                    <a:pt x="71710" y="1031583"/>
                  </a:lnTo>
                  <a:lnTo>
                    <a:pt x="73422" y="1062996"/>
                  </a:lnTo>
                  <a:lnTo>
                    <a:pt x="75133" y="1052902"/>
                  </a:lnTo>
                  <a:lnTo>
                    <a:pt x="76844" y="956608"/>
                  </a:lnTo>
                  <a:lnTo>
                    <a:pt x="78556" y="792711"/>
                  </a:lnTo>
                  <a:lnTo>
                    <a:pt x="80267" y="694806"/>
                  </a:lnTo>
                  <a:lnTo>
                    <a:pt x="81978" y="759745"/>
                  </a:lnTo>
                  <a:lnTo>
                    <a:pt x="83690" y="864710"/>
                  </a:lnTo>
                  <a:lnTo>
                    <a:pt x="85401" y="965582"/>
                  </a:lnTo>
                  <a:lnTo>
                    <a:pt x="87113" y="981989"/>
                  </a:lnTo>
                  <a:lnTo>
                    <a:pt x="88824" y="1061838"/>
                  </a:lnTo>
                  <a:lnTo>
                    <a:pt x="90535" y="1121663"/>
                  </a:lnTo>
                  <a:lnTo>
                    <a:pt x="92247" y="1004717"/>
                  </a:lnTo>
                  <a:lnTo>
                    <a:pt x="93958" y="924614"/>
                  </a:lnTo>
                  <a:lnTo>
                    <a:pt x="95670" y="880211"/>
                  </a:lnTo>
                  <a:lnTo>
                    <a:pt x="97381" y="1048016"/>
                  </a:lnTo>
                  <a:lnTo>
                    <a:pt x="99092" y="1232785"/>
                  </a:lnTo>
                  <a:lnTo>
                    <a:pt x="100804" y="1332223"/>
                  </a:lnTo>
                  <a:lnTo>
                    <a:pt x="102515" y="1410885"/>
                  </a:lnTo>
                  <a:lnTo>
                    <a:pt x="104227" y="1418517"/>
                  </a:lnTo>
                  <a:lnTo>
                    <a:pt x="105938" y="1433735"/>
                  </a:lnTo>
                  <a:lnTo>
                    <a:pt x="107649" y="1362719"/>
                  </a:lnTo>
                  <a:lnTo>
                    <a:pt x="109361" y="1150759"/>
                  </a:lnTo>
                  <a:lnTo>
                    <a:pt x="111072" y="1045037"/>
                  </a:lnTo>
                  <a:lnTo>
                    <a:pt x="112784" y="1043172"/>
                  </a:lnTo>
                  <a:lnTo>
                    <a:pt x="114495" y="1067128"/>
                  </a:lnTo>
                  <a:lnTo>
                    <a:pt x="116206" y="1117255"/>
                  </a:lnTo>
                  <a:lnTo>
                    <a:pt x="117918" y="1161028"/>
                  </a:lnTo>
                  <a:lnTo>
                    <a:pt x="119629" y="1301389"/>
                  </a:lnTo>
                  <a:lnTo>
                    <a:pt x="121341" y="1389051"/>
                  </a:lnTo>
                  <a:lnTo>
                    <a:pt x="123052" y="1432436"/>
                  </a:lnTo>
                  <a:lnTo>
                    <a:pt x="124763" y="1480952"/>
                  </a:lnTo>
                  <a:lnTo>
                    <a:pt x="126475" y="1480952"/>
                  </a:lnTo>
                  <a:lnTo>
                    <a:pt x="128186" y="1480952"/>
                  </a:lnTo>
                  <a:lnTo>
                    <a:pt x="129898" y="1480952"/>
                  </a:lnTo>
                  <a:lnTo>
                    <a:pt x="131609" y="1480952"/>
                  </a:lnTo>
                  <a:lnTo>
                    <a:pt x="133320" y="1480952"/>
                  </a:lnTo>
                  <a:lnTo>
                    <a:pt x="135032" y="1480952"/>
                  </a:lnTo>
                  <a:lnTo>
                    <a:pt x="136743" y="1480952"/>
                  </a:lnTo>
                  <a:lnTo>
                    <a:pt x="138455" y="1480952"/>
                  </a:lnTo>
                  <a:lnTo>
                    <a:pt x="140166" y="1480952"/>
                  </a:lnTo>
                  <a:lnTo>
                    <a:pt x="141877" y="1480952"/>
                  </a:lnTo>
                  <a:lnTo>
                    <a:pt x="143589" y="1480952"/>
                  </a:lnTo>
                  <a:lnTo>
                    <a:pt x="145300" y="1480952"/>
                  </a:lnTo>
                  <a:lnTo>
                    <a:pt x="147012" y="1480952"/>
                  </a:lnTo>
                  <a:lnTo>
                    <a:pt x="148723" y="1480952"/>
                  </a:lnTo>
                  <a:lnTo>
                    <a:pt x="150434" y="1480952"/>
                  </a:lnTo>
                  <a:lnTo>
                    <a:pt x="152146" y="1480952"/>
                  </a:lnTo>
                  <a:lnTo>
                    <a:pt x="153857" y="1480952"/>
                  </a:lnTo>
                  <a:lnTo>
                    <a:pt x="155569" y="1480952"/>
                  </a:lnTo>
                  <a:lnTo>
                    <a:pt x="157280" y="1480952"/>
                  </a:lnTo>
                  <a:lnTo>
                    <a:pt x="158991" y="1480952"/>
                  </a:lnTo>
                  <a:lnTo>
                    <a:pt x="160703" y="1480952"/>
                  </a:lnTo>
                  <a:lnTo>
                    <a:pt x="162414" y="1480952"/>
                  </a:lnTo>
                  <a:lnTo>
                    <a:pt x="164126" y="1480952"/>
                  </a:lnTo>
                  <a:lnTo>
                    <a:pt x="165837" y="1480952"/>
                  </a:lnTo>
                  <a:lnTo>
                    <a:pt x="167548" y="1480952"/>
                  </a:lnTo>
                  <a:lnTo>
                    <a:pt x="169260" y="1480952"/>
                  </a:lnTo>
                  <a:lnTo>
                    <a:pt x="170971" y="1480952"/>
                  </a:lnTo>
                  <a:lnTo>
                    <a:pt x="172683" y="1467153"/>
                  </a:lnTo>
                  <a:lnTo>
                    <a:pt x="174394" y="1423292"/>
                  </a:lnTo>
                  <a:lnTo>
                    <a:pt x="176105" y="1397383"/>
                  </a:lnTo>
                  <a:lnTo>
                    <a:pt x="177817" y="1359503"/>
                  </a:lnTo>
                  <a:lnTo>
                    <a:pt x="179528" y="1286162"/>
                  </a:lnTo>
                  <a:lnTo>
                    <a:pt x="181239" y="1265947"/>
                  </a:lnTo>
                  <a:lnTo>
                    <a:pt x="182951" y="1233547"/>
                  </a:lnTo>
                  <a:lnTo>
                    <a:pt x="184662" y="1293093"/>
                  </a:lnTo>
                  <a:lnTo>
                    <a:pt x="186374" y="1294903"/>
                  </a:lnTo>
                  <a:lnTo>
                    <a:pt x="188085" y="1273360"/>
                  </a:lnTo>
                  <a:lnTo>
                    <a:pt x="189796" y="1334461"/>
                  </a:lnTo>
                  <a:lnTo>
                    <a:pt x="191508" y="1342550"/>
                  </a:lnTo>
                  <a:lnTo>
                    <a:pt x="193219" y="1392373"/>
                  </a:lnTo>
                  <a:lnTo>
                    <a:pt x="194931" y="1397059"/>
                  </a:lnTo>
                  <a:lnTo>
                    <a:pt x="196642" y="1439633"/>
                  </a:lnTo>
                  <a:lnTo>
                    <a:pt x="198353" y="1467098"/>
                  </a:lnTo>
                  <a:lnTo>
                    <a:pt x="200065" y="1375337"/>
                  </a:lnTo>
                  <a:lnTo>
                    <a:pt x="201776" y="1264681"/>
                  </a:lnTo>
                  <a:lnTo>
                    <a:pt x="203488" y="1225356"/>
                  </a:lnTo>
                  <a:lnTo>
                    <a:pt x="205199" y="1175371"/>
                  </a:lnTo>
                  <a:lnTo>
                    <a:pt x="206910" y="1073615"/>
                  </a:lnTo>
                  <a:lnTo>
                    <a:pt x="208622" y="996126"/>
                  </a:lnTo>
                  <a:lnTo>
                    <a:pt x="210333" y="1073377"/>
                  </a:lnTo>
                  <a:lnTo>
                    <a:pt x="212045" y="1222957"/>
                  </a:lnTo>
                  <a:lnTo>
                    <a:pt x="213756" y="1234738"/>
                  </a:lnTo>
                  <a:lnTo>
                    <a:pt x="215467" y="1225800"/>
                  </a:lnTo>
                  <a:lnTo>
                    <a:pt x="217179" y="1329293"/>
                  </a:lnTo>
                  <a:lnTo>
                    <a:pt x="218890" y="1409813"/>
                  </a:lnTo>
                  <a:lnTo>
                    <a:pt x="220602" y="1296282"/>
                  </a:lnTo>
                  <a:lnTo>
                    <a:pt x="222313" y="1226423"/>
                  </a:lnTo>
                  <a:lnTo>
                    <a:pt x="224024" y="1296251"/>
                  </a:lnTo>
                  <a:lnTo>
                    <a:pt x="225736" y="1297613"/>
                  </a:lnTo>
                  <a:lnTo>
                    <a:pt x="227447" y="1185980"/>
                  </a:lnTo>
                  <a:lnTo>
                    <a:pt x="229159" y="1136388"/>
                  </a:lnTo>
                  <a:lnTo>
                    <a:pt x="230870" y="1224834"/>
                  </a:lnTo>
                  <a:lnTo>
                    <a:pt x="232581" y="1212679"/>
                  </a:lnTo>
                  <a:lnTo>
                    <a:pt x="234293" y="1149996"/>
                  </a:lnTo>
                  <a:lnTo>
                    <a:pt x="236004" y="1126809"/>
                  </a:lnTo>
                  <a:lnTo>
                    <a:pt x="237716" y="1192740"/>
                  </a:lnTo>
                  <a:lnTo>
                    <a:pt x="239427" y="1225969"/>
                  </a:lnTo>
                  <a:lnTo>
                    <a:pt x="241138" y="1247680"/>
                  </a:lnTo>
                  <a:lnTo>
                    <a:pt x="242850" y="1331548"/>
                  </a:lnTo>
                  <a:lnTo>
                    <a:pt x="244561" y="1379388"/>
                  </a:lnTo>
                  <a:lnTo>
                    <a:pt x="246273" y="1457368"/>
                  </a:lnTo>
                  <a:lnTo>
                    <a:pt x="247984" y="1477227"/>
                  </a:lnTo>
                  <a:lnTo>
                    <a:pt x="249695" y="1479119"/>
                  </a:lnTo>
                  <a:lnTo>
                    <a:pt x="251407" y="1439946"/>
                  </a:lnTo>
                  <a:lnTo>
                    <a:pt x="253118" y="1366006"/>
                  </a:lnTo>
                  <a:lnTo>
                    <a:pt x="254830" y="1295113"/>
                  </a:lnTo>
                  <a:lnTo>
                    <a:pt x="256541" y="1268660"/>
                  </a:lnTo>
                  <a:lnTo>
                    <a:pt x="258252" y="1261257"/>
                  </a:lnTo>
                  <a:lnTo>
                    <a:pt x="259964" y="1258963"/>
                  </a:lnTo>
                  <a:lnTo>
                    <a:pt x="261675" y="1229228"/>
                  </a:lnTo>
                  <a:lnTo>
                    <a:pt x="263387" y="1136562"/>
                  </a:lnTo>
                  <a:lnTo>
                    <a:pt x="265098" y="1064702"/>
                  </a:lnTo>
                  <a:lnTo>
                    <a:pt x="266809" y="1016792"/>
                  </a:lnTo>
                  <a:lnTo>
                    <a:pt x="268521" y="979212"/>
                  </a:lnTo>
                  <a:lnTo>
                    <a:pt x="270232" y="1010775"/>
                  </a:lnTo>
                  <a:lnTo>
                    <a:pt x="271944" y="1143830"/>
                  </a:lnTo>
                  <a:lnTo>
                    <a:pt x="273655" y="1270630"/>
                  </a:lnTo>
                  <a:lnTo>
                    <a:pt x="275366" y="1286619"/>
                  </a:lnTo>
                  <a:lnTo>
                    <a:pt x="277078" y="1238159"/>
                  </a:lnTo>
                  <a:lnTo>
                    <a:pt x="278789" y="1209398"/>
                  </a:lnTo>
                  <a:lnTo>
                    <a:pt x="280501" y="1181324"/>
                  </a:lnTo>
                  <a:lnTo>
                    <a:pt x="282212" y="1096229"/>
                  </a:lnTo>
                  <a:lnTo>
                    <a:pt x="283923" y="1061686"/>
                  </a:lnTo>
                  <a:lnTo>
                    <a:pt x="285635" y="1145514"/>
                  </a:lnTo>
                  <a:lnTo>
                    <a:pt x="287346" y="1249545"/>
                  </a:lnTo>
                  <a:lnTo>
                    <a:pt x="289057" y="1258684"/>
                  </a:lnTo>
                  <a:lnTo>
                    <a:pt x="290769" y="1204395"/>
                  </a:lnTo>
                  <a:lnTo>
                    <a:pt x="292480" y="1199330"/>
                  </a:lnTo>
                  <a:lnTo>
                    <a:pt x="294192" y="1278930"/>
                  </a:lnTo>
                  <a:lnTo>
                    <a:pt x="295903" y="1301790"/>
                  </a:lnTo>
                  <a:lnTo>
                    <a:pt x="297614" y="1251609"/>
                  </a:lnTo>
                  <a:lnTo>
                    <a:pt x="299326" y="1185671"/>
                  </a:lnTo>
                  <a:lnTo>
                    <a:pt x="301037" y="1115321"/>
                  </a:lnTo>
                  <a:lnTo>
                    <a:pt x="302749" y="988273"/>
                  </a:lnTo>
                  <a:lnTo>
                    <a:pt x="304460" y="836176"/>
                  </a:lnTo>
                  <a:lnTo>
                    <a:pt x="306171" y="726038"/>
                  </a:lnTo>
                  <a:lnTo>
                    <a:pt x="307883" y="617842"/>
                  </a:lnTo>
                  <a:lnTo>
                    <a:pt x="309594" y="631320"/>
                  </a:lnTo>
                  <a:lnTo>
                    <a:pt x="311306" y="747863"/>
                  </a:lnTo>
                  <a:lnTo>
                    <a:pt x="313017" y="893787"/>
                  </a:lnTo>
                  <a:lnTo>
                    <a:pt x="314728" y="952055"/>
                  </a:lnTo>
                  <a:lnTo>
                    <a:pt x="316440" y="964886"/>
                  </a:lnTo>
                  <a:lnTo>
                    <a:pt x="318151" y="1061973"/>
                  </a:lnTo>
                  <a:lnTo>
                    <a:pt x="319863" y="1161675"/>
                  </a:lnTo>
                  <a:lnTo>
                    <a:pt x="321574" y="1202037"/>
                  </a:lnTo>
                  <a:lnTo>
                    <a:pt x="323285" y="1178921"/>
                  </a:lnTo>
                  <a:lnTo>
                    <a:pt x="324997" y="1218050"/>
                  </a:lnTo>
                  <a:lnTo>
                    <a:pt x="326708" y="1304359"/>
                  </a:lnTo>
                  <a:lnTo>
                    <a:pt x="328420" y="1366838"/>
                  </a:lnTo>
                  <a:lnTo>
                    <a:pt x="330131" y="1388808"/>
                  </a:lnTo>
                  <a:lnTo>
                    <a:pt x="331842" y="1338108"/>
                  </a:lnTo>
                  <a:lnTo>
                    <a:pt x="333554" y="1254204"/>
                  </a:lnTo>
                  <a:lnTo>
                    <a:pt x="335265" y="1179447"/>
                  </a:lnTo>
                  <a:lnTo>
                    <a:pt x="336977" y="1198552"/>
                  </a:lnTo>
                  <a:lnTo>
                    <a:pt x="338688" y="1176077"/>
                  </a:lnTo>
                  <a:lnTo>
                    <a:pt x="340399" y="1083690"/>
                  </a:lnTo>
                  <a:lnTo>
                    <a:pt x="342111" y="1085427"/>
                  </a:lnTo>
                  <a:lnTo>
                    <a:pt x="343822" y="1177803"/>
                  </a:lnTo>
                  <a:lnTo>
                    <a:pt x="345534" y="1204746"/>
                  </a:lnTo>
                  <a:lnTo>
                    <a:pt x="347245" y="1066159"/>
                  </a:lnTo>
                  <a:lnTo>
                    <a:pt x="348956" y="977643"/>
                  </a:lnTo>
                  <a:lnTo>
                    <a:pt x="350668" y="1059646"/>
                  </a:lnTo>
                  <a:lnTo>
                    <a:pt x="352379" y="1118548"/>
                  </a:lnTo>
                  <a:lnTo>
                    <a:pt x="354091" y="1166362"/>
                  </a:lnTo>
                  <a:lnTo>
                    <a:pt x="355802" y="1183806"/>
                  </a:lnTo>
                  <a:lnTo>
                    <a:pt x="357513" y="1183530"/>
                  </a:lnTo>
                  <a:lnTo>
                    <a:pt x="359225" y="1212953"/>
                  </a:lnTo>
                  <a:lnTo>
                    <a:pt x="360936" y="1176132"/>
                  </a:lnTo>
                  <a:lnTo>
                    <a:pt x="362648" y="1143021"/>
                  </a:lnTo>
                  <a:lnTo>
                    <a:pt x="364359" y="1147116"/>
                  </a:lnTo>
                  <a:lnTo>
                    <a:pt x="366070" y="1198287"/>
                  </a:lnTo>
                  <a:lnTo>
                    <a:pt x="367782" y="1280097"/>
                  </a:lnTo>
                  <a:lnTo>
                    <a:pt x="369493" y="1247857"/>
                  </a:lnTo>
                  <a:lnTo>
                    <a:pt x="371205" y="1119691"/>
                  </a:lnTo>
                  <a:lnTo>
                    <a:pt x="372916" y="1049949"/>
                  </a:lnTo>
                  <a:lnTo>
                    <a:pt x="374627" y="1054159"/>
                  </a:lnTo>
                  <a:lnTo>
                    <a:pt x="376339" y="1068841"/>
                  </a:lnTo>
                  <a:lnTo>
                    <a:pt x="378050" y="1088669"/>
                  </a:lnTo>
                  <a:lnTo>
                    <a:pt x="379762" y="1101515"/>
                  </a:lnTo>
                  <a:lnTo>
                    <a:pt x="381473" y="1106009"/>
                  </a:lnTo>
                  <a:lnTo>
                    <a:pt x="383184" y="1062407"/>
                  </a:lnTo>
                  <a:lnTo>
                    <a:pt x="384896" y="959006"/>
                  </a:lnTo>
                  <a:lnTo>
                    <a:pt x="386607" y="849239"/>
                  </a:lnTo>
                  <a:lnTo>
                    <a:pt x="388319" y="760987"/>
                  </a:lnTo>
                  <a:lnTo>
                    <a:pt x="390030" y="751191"/>
                  </a:lnTo>
                  <a:lnTo>
                    <a:pt x="391741" y="752335"/>
                  </a:lnTo>
                  <a:lnTo>
                    <a:pt x="393453" y="790162"/>
                  </a:lnTo>
                  <a:lnTo>
                    <a:pt x="395164" y="814702"/>
                  </a:lnTo>
                  <a:lnTo>
                    <a:pt x="396875" y="844202"/>
                  </a:lnTo>
                  <a:lnTo>
                    <a:pt x="398587" y="941490"/>
                  </a:lnTo>
                  <a:lnTo>
                    <a:pt x="400298" y="952281"/>
                  </a:lnTo>
                  <a:lnTo>
                    <a:pt x="402010" y="942773"/>
                  </a:lnTo>
                  <a:lnTo>
                    <a:pt x="403721" y="928112"/>
                  </a:lnTo>
                  <a:lnTo>
                    <a:pt x="405432" y="962381"/>
                  </a:lnTo>
                  <a:lnTo>
                    <a:pt x="407144" y="1049789"/>
                  </a:lnTo>
                  <a:lnTo>
                    <a:pt x="408855" y="980066"/>
                  </a:lnTo>
                  <a:lnTo>
                    <a:pt x="410567" y="952283"/>
                  </a:lnTo>
                  <a:lnTo>
                    <a:pt x="412278" y="982663"/>
                  </a:lnTo>
                  <a:lnTo>
                    <a:pt x="413989" y="1018264"/>
                  </a:lnTo>
                  <a:lnTo>
                    <a:pt x="415701" y="1070353"/>
                  </a:lnTo>
                  <a:lnTo>
                    <a:pt x="417412" y="1071881"/>
                  </a:lnTo>
                  <a:lnTo>
                    <a:pt x="419124" y="1111979"/>
                  </a:lnTo>
                  <a:lnTo>
                    <a:pt x="420835" y="1198101"/>
                  </a:lnTo>
                  <a:lnTo>
                    <a:pt x="422546" y="1291903"/>
                  </a:lnTo>
                  <a:lnTo>
                    <a:pt x="424258" y="1364650"/>
                  </a:lnTo>
                  <a:lnTo>
                    <a:pt x="425969" y="1352943"/>
                  </a:lnTo>
                  <a:lnTo>
                    <a:pt x="427681" y="1329593"/>
                  </a:lnTo>
                  <a:lnTo>
                    <a:pt x="429392" y="1319927"/>
                  </a:lnTo>
                  <a:lnTo>
                    <a:pt x="431103" y="1279965"/>
                  </a:lnTo>
                  <a:lnTo>
                    <a:pt x="432815" y="1300296"/>
                  </a:lnTo>
                  <a:lnTo>
                    <a:pt x="434526" y="1290569"/>
                  </a:lnTo>
                  <a:lnTo>
                    <a:pt x="436238" y="1243300"/>
                  </a:lnTo>
                  <a:lnTo>
                    <a:pt x="437949" y="1209930"/>
                  </a:lnTo>
                  <a:lnTo>
                    <a:pt x="439660" y="1234957"/>
                  </a:lnTo>
                  <a:lnTo>
                    <a:pt x="441372" y="1258770"/>
                  </a:lnTo>
                  <a:lnTo>
                    <a:pt x="443083" y="1264603"/>
                  </a:lnTo>
                  <a:lnTo>
                    <a:pt x="444795" y="1179423"/>
                  </a:lnTo>
                  <a:lnTo>
                    <a:pt x="446506" y="1149252"/>
                  </a:lnTo>
                  <a:lnTo>
                    <a:pt x="448217" y="1180147"/>
                  </a:lnTo>
                  <a:lnTo>
                    <a:pt x="449929" y="1172962"/>
                  </a:lnTo>
                  <a:lnTo>
                    <a:pt x="451640" y="1212883"/>
                  </a:lnTo>
                  <a:lnTo>
                    <a:pt x="453352" y="1213463"/>
                  </a:lnTo>
                  <a:lnTo>
                    <a:pt x="455063" y="1311222"/>
                  </a:lnTo>
                  <a:lnTo>
                    <a:pt x="456774" y="1325164"/>
                  </a:lnTo>
                  <a:lnTo>
                    <a:pt x="458486" y="1289119"/>
                  </a:lnTo>
                  <a:lnTo>
                    <a:pt x="460197" y="1272829"/>
                  </a:lnTo>
                  <a:lnTo>
                    <a:pt x="461909" y="1208966"/>
                  </a:lnTo>
                  <a:lnTo>
                    <a:pt x="463620" y="1191464"/>
                  </a:lnTo>
                  <a:lnTo>
                    <a:pt x="465331" y="1159690"/>
                  </a:lnTo>
                  <a:lnTo>
                    <a:pt x="467043" y="1204804"/>
                  </a:lnTo>
                  <a:lnTo>
                    <a:pt x="468754" y="1256336"/>
                  </a:lnTo>
                  <a:lnTo>
                    <a:pt x="470466" y="1282312"/>
                  </a:lnTo>
                  <a:lnTo>
                    <a:pt x="472177" y="1322119"/>
                  </a:lnTo>
                  <a:lnTo>
                    <a:pt x="473888" y="1304005"/>
                  </a:lnTo>
                  <a:lnTo>
                    <a:pt x="475600" y="1302609"/>
                  </a:lnTo>
                  <a:lnTo>
                    <a:pt x="477311" y="1283076"/>
                  </a:lnTo>
                  <a:lnTo>
                    <a:pt x="479023" y="1241659"/>
                  </a:lnTo>
                  <a:lnTo>
                    <a:pt x="480734" y="1107523"/>
                  </a:lnTo>
                  <a:lnTo>
                    <a:pt x="482445" y="927216"/>
                  </a:lnTo>
                  <a:lnTo>
                    <a:pt x="484157" y="826275"/>
                  </a:lnTo>
                  <a:lnTo>
                    <a:pt x="485868" y="777212"/>
                  </a:lnTo>
                  <a:lnTo>
                    <a:pt x="487580" y="694223"/>
                  </a:lnTo>
                  <a:lnTo>
                    <a:pt x="489291" y="566073"/>
                  </a:lnTo>
                  <a:lnTo>
                    <a:pt x="491002" y="498562"/>
                  </a:lnTo>
                  <a:lnTo>
                    <a:pt x="492714" y="443055"/>
                  </a:lnTo>
                  <a:lnTo>
                    <a:pt x="494425" y="290360"/>
                  </a:lnTo>
                  <a:lnTo>
                    <a:pt x="496136" y="97608"/>
                  </a:lnTo>
                  <a:lnTo>
                    <a:pt x="497848" y="0"/>
                  </a:lnTo>
                  <a:lnTo>
                    <a:pt x="499559" y="7636"/>
                  </a:lnTo>
                  <a:lnTo>
                    <a:pt x="501271" y="62774"/>
                  </a:lnTo>
                  <a:lnTo>
                    <a:pt x="502982" y="216225"/>
                  </a:lnTo>
                  <a:lnTo>
                    <a:pt x="504693" y="412737"/>
                  </a:lnTo>
                  <a:lnTo>
                    <a:pt x="506405" y="547239"/>
                  </a:lnTo>
                  <a:lnTo>
                    <a:pt x="508116" y="567621"/>
                  </a:lnTo>
                  <a:lnTo>
                    <a:pt x="509828" y="420560"/>
                  </a:lnTo>
                  <a:lnTo>
                    <a:pt x="511539" y="356824"/>
                  </a:lnTo>
                  <a:lnTo>
                    <a:pt x="513250" y="309406"/>
                  </a:lnTo>
                  <a:lnTo>
                    <a:pt x="514962" y="307801"/>
                  </a:lnTo>
                  <a:lnTo>
                    <a:pt x="516673" y="380851"/>
                  </a:lnTo>
                  <a:lnTo>
                    <a:pt x="518385" y="507442"/>
                  </a:lnTo>
                  <a:lnTo>
                    <a:pt x="520096" y="767672"/>
                  </a:lnTo>
                  <a:lnTo>
                    <a:pt x="521807" y="949789"/>
                  </a:lnTo>
                  <a:lnTo>
                    <a:pt x="523519" y="1076484"/>
                  </a:lnTo>
                  <a:lnTo>
                    <a:pt x="525230" y="1146197"/>
                  </a:lnTo>
                  <a:lnTo>
                    <a:pt x="526942" y="1159029"/>
                  </a:lnTo>
                  <a:lnTo>
                    <a:pt x="528653" y="1166035"/>
                  </a:lnTo>
                  <a:lnTo>
                    <a:pt x="530364" y="1215051"/>
                  </a:lnTo>
                  <a:lnTo>
                    <a:pt x="532076" y="1291157"/>
                  </a:lnTo>
                  <a:lnTo>
                    <a:pt x="533787" y="1336152"/>
                  </a:lnTo>
                  <a:lnTo>
                    <a:pt x="535499" y="1390118"/>
                  </a:lnTo>
                  <a:lnTo>
                    <a:pt x="537210" y="1456812"/>
                  </a:lnTo>
                  <a:lnTo>
                    <a:pt x="538921" y="1521354"/>
                  </a:lnTo>
                  <a:lnTo>
                    <a:pt x="540633" y="1508084"/>
                  </a:lnTo>
                  <a:lnTo>
                    <a:pt x="542344" y="1459222"/>
                  </a:lnTo>
                  <a:lnTo>
                    <a:pt x="544056" y="1359311"/>
                  </a:lnTo>
                  <a:lnTo>
                    <a:pt x="545767" y="1253706"/>
                  </a:lnTo>
                  <a:lnTo>
                    <a:pt x="547478" y="1235057"/>
                  </a:lnTo>
                  <a:lnTo>
                    <a:pt x="549190" y="1235058"/>
                  </a:lnTo>
                  <a:lnTo>
                    <a:pt x="550901" y="1235059"/>
                  </a:lnTo>
                  <a:lnTo>
                    <a:pt x="552613" y="1287140"/>
                  </a:lnTo>
                  <a:lnTo>
                    <a:pt x="554324" y="1448106"/>
                  </a:lnTo>
                  <a:lnTo>
                    <a:pt x="555689" y="153968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834266" y="1190185"/>
              <a:ext cx="888893" cy="2072291"/>
            </a:xfrm>
            <a:custGeom>
              <a:avLst/>
              <a:pathLst>
                <a:path w="888893" h="2072291">
                  <a:moveTo>
                    <a:pt x="0" y="2072291"/>
                  </a:moveTo>
                  <a:lnTo>
                    <a:pt x="1489" y="1989717"/>
                  </a:lnTo>
                  <a:lnTo>
                    <a:pt x="3200" y="1942577"/>
                  </a:lnTo>
                  <a:lnTo>
                    <a:pt x="4912" y="1912226"/>
                  </a:lnTo>
                  <a:lnTo>
                    <a:pt x="6623" y="1875520"/>
                  </a:lnTo>
                  <a:lnTo>
                    <a:pt x="8334" y="1891980"/>
                  </a:lnTo>
                  <a:lnTo>
                    <a:pt x="10046" y="1810602"/>
                  </a:lnTo>
                  <a:lnTo>
                    <a:pt x="11757" y="1742709"/>
                  </a:lnTo>
                  <a:lnTo>
                    <a:pt x="13469" y="1753111"/>
                  </a:lnTo>
                  <a:lnTo>
                    <a:pt x="15180" y="1765990"/>
                  </a:lnTo>
                  <a:lnTo>
                    <a:pt x="16891" y="1698829"/>
                  </a:lnTo>
                  <a:lnTo>
                    <a:pt x="18603" y="1593029"/>
                  </a:lnTo>
                  <a:lnTo>
                    <a:pt x="20314" y="1607574"/>
                  </a:lnTo>
                  <a:lnTo>
                    <a:pt x="22026" y="1730113"/>
                  </a:lnTo>
                  <a:lnTo>
                    <a:pt x="23737" y="1766853"/>
                  </a:lnTo>
                  <a:lnTo>
                    <a:pt x="25448" y="1681992"/>
                  </a:lnTo>
                  <a:lnTo>
                    <a:pt x="27160" y="1649888"/>
                  </a:lnTo>
                  <a:lnTo>
                    <a:pt x="28871" y="1703137"/>
                  </a:lnTo>
                  <a:lnTo>
                    <a:pt x="30583" y="1749599"/>
                  </a:lnTo>
                  <a:lnTo>
                    <a:pt x="32294" y="1731682"/>
                  </a:lnTo>
                  <a:lnTo>
                    <a:pt x="34005" y="1690702"/>
                  </a:lnTo>
                  <a:lnTo>
                    <a:pt x="35717" y="1762688"/>
                  </a:lnTo>
                  <a:lnTo>
                    <a:pt x="37428" y="1837603"/>
                  </a:lnTo>
                  <a:lnTo>
                    <a:pt x="39140" y="1864455"/>
                  </a:lnTo>
                  <a:lnTo>
                    <a:pt x="40851" y="1910335"/>
                  </a:lnTo>
                  <a:lnTo>
                    <a:pt x="42562" y="1902614"/>
                  </a:lnTo>
                  <a:lnTo>
                    <a:pt x="44274" y="1865866"/>
                  </a:lnTo>
                  <a:lnTo>
                    <a:pt x="45985" y="1836192"/>
                  </a:lnTo>
                  <a:lnTo>
                    <a:pt x="47697" y="1792808"/>
                  </a:lnTo>
                  <a:lnTo>
                    <a:pt x="49408" y="1743787"/>
                  </a:lnTo>
                  <a:lnTo>
                    <a:pt x="51119" y="1715132"/>
                  </a:lnTo>
                  <a:lnTo>
                    <a:pt x="52831" y="1717205"/>
                  </a:lnTo>
                  <a:lnTo>
                    <a:pt x="54542" y="1776595"/>
                  </a:lnTo>
                  <a:lnTo>
                    <a:pt x="56254" y="1806268"/>
                  </a:lnTo>
                  <a:lnTo>
                    <a:pt x="57965" y="1849655"/>
                  </a:lnTo>
                  <a:lnTo>
                    <a:pt x="59676" y="1896519"/>
                  </a:lnTo>
                  <a:lnTo>
                    <a:pt x="61388" y="1868889"/>
                  </a:lnTo>
                  <a:lnTo>
                    <a:pt x="63099" y="1890400"/>
                  </a:lnTo>
                  <a:lnTo>
                    <a:pt x="64811" y="1891930"/>
                  </a:lnTo>
                  <a:lnTo>
                    <a:pt x="66522" y="1891930"/>
                  </a:lnTo>
                  <a:lnTo>
                    <a:pt x="68233" y="1898408"/>
                  </a:lnTo>
                  <a:lnTo>
                    <a:pt x="69945" y="1925074"/>
                  </a:lnTo>
                  <a:lnTo>
                    <a:pt x="71656" y="1917685"/>
                  </a:lnTo>
                  <a:lnTo>
                    <a:pt x="73367" y="1785352"/>
                  </a:lnTo>
                  <a:lnTo>
                    <a:pt x="75079" y="1664203"/>
                  </a:lnTo>
                  <a:lnTo>
                    <a:pt x="76790" y="1574537"/>
                  </a:lnTo>
                  <a:lnTo>
                    <a:pt x="78502" y="1529686"/>
                  </a:lnTo>
                  <a:lnTo>
                    <a:pt x="80213" y="1491570"/>
                  </a:lnTo>
                  <a:lnTo>
                    <a:pt x="81924" y="1498958"/>
                  </a:lnTo>
                  <a:lnTo>
                    <a:pt x="83636" y="1631017"/>
                  </a:lnTo>
                  <a:lnTo>
                    <a:pt x="85347" y="1748346"/>
                  </a:lnTo>
                  <a:lnTo>
                    <a:pt x="87059" y="1787846"/>
                  </a:lnTo>
                  <a:lnTo>
                    <a:pt x="88770" y="1700076"/>
                  </a:lnTo>
                  <a:lnTo>
                    <a:pt x="90481" y="1683901"/>
                  </a:lnTo>
                  <a:lnTo>
                    <a:pt x="92193" y="1762438"/>
                  </a:lnTo>
                  <a:lnTo>
                    <a:pt x="93904" y="1799700"/>
                  </a:lnTo>
                  <a:lnTo>
                    <a:pt x="95616" y="1782952"/>
                  </a:lnTo>
                  <a:lnTo>
                    <a:pt x="97327" y="1756609"/>
                  </a:lnTo>
                  <a:lnTo>
                    <a:pt x="99038" y="1853181"/>
                  </a:lnTo>
                  <a:lnTo>
                    <a:pt x="100750" y="1854228"/>
                  </a:lnTo>
                  <a:lnTo>
                    <a:pt x="102461" y="1776182"/>
                  </a:lnTo>
                  <a:lnTo>
                    <a:pt x="104173" y="1747916"/>
                  </a:lnTo>
                  <a:lnTo>
                    <a:pt x="105884" y="1760472"/>
                  </a:lnTo>
                  <a:lnTo>
                    <a:pt x="107595" y="1821914"/>
                  </a:lnTo>
                  <a:lnTo>
                    <a:pt x="109307" y="1773237"/>
                  </a:lnTo>
                  <a:lnTo>
                    <a:pt x="111018" y="1707822"/>
                  </a:lnTo>
                  <a:lnTo>
                    <a:pt x="112730" y="1714874"/>
                  </a:lnTo>
                  <a:lnTo>
                    <a:pt x="114441" y="1683640"/>
                  </a:lnTo>
                  <a:lnTo>
                    <a:pt x="116152" y="1624735"/>
                  </a:lnTo>
                  <a:lnTo>
                    <a:pt x="117864" y="1516977"/>
                  </a:lnTo>
                  <a:lnTo>
                    <a:pt x="119575" y="1572477"/>
                  </a:lnTo>
                  <a:lnTo>
                    <a:pt x="121287" y="1592302"/>
                  </a:lnTo>
                  <a:lnTo>
                    <a:pt x="122998" y="1619489"/>
                  </a:lnTo>
                  <a:lnTo>
                    <a:pt x="124709" y="1704586"/>
                  </a:lnTo>
                  <a:lnTo>
                    <a:pt x="126421" y="1777770"/>
                  </a:lnTo>
                  <a:lnTo>
                    <a:pt x="128132" y="1924148"/>
                  </a:lnTo>
                  <a:lnTo>
                    <a:pt x="129844" y="1953886"/>
                  </a:lnTo>
                  <a:lnTo>
                    <a:pt x="131555" y="2003773"/>
                  </a:lnTo>
                  <a:lnTo>
                    <a:pt x="133266" y="1936538"/>
                  </a:lnTo>
                  <a:lnTo>
                    <a:pt x="134978" y="1805417"/>
                  </a:lnTo>
                  <a:lnTo>
                    <a:pt x="136689" y="1735324"/>
                  </a:lnTo>
                  <a:lnTo>
                    <a:pt x="138401" y="1700736"/>
                  </a:lnTo>
                  <a:lnTo>
                    <a:pt x="140112" y="1704509"/>
                  </a:lnTo>
                  <a:lnTo>
                    <a:pt x="141823" y="1677548"/>
                  </a:lnTo>
                  <a:lnTo>
                    <a:pt x="143535" y="1674186"/>
                  </a:lnTo>
                  <a:lnTo>
                    <a:pt x="145246" y="1719988"/>
                  </a:lnTo>
                  <a:lnTo>
                    <a:pt x="146958" y="1726724"/>
                  </a:lnTo>
                  <a:lnTo>
                    <a:pt x="148669" y="1694384"/>
                  </a:lnTo>
                  <a:lnTo>
                    <a:pt x="150380" y="1570715"/>
                  </a:lnTo>
                  <a:lnTo>
                    <a:pt x="152092" y="1515118"/>
                  </a:lnTo>
                  <a:lnTo>
                    <a:pt x="153803" y="1610178"/>
                  </a:lnTo>
                  <a:lnTo>
                    <a:pt x="155515" y="1676514"/>
                  </a:lnTo>
                  <a:lnTo>
                    <a:pt x="157226" y="1702917"/>
                  </a:lnTo>
                  <a:lnTo>
                    <a:pt x="158937" y="1618545"/>
                  </a:lnTo>
                  <a:lnTo>
                    <a:pt x="160649" y="1642984"/>
                  </a:lnTo>
                  <a:lnTo>
                    <a:pt x="162360" y="1700448"/>
                  </a:lnTo>
                  <a:lnTo>
                    <a:pt x="164072" y="1662092"/>
                  </a:lnTo>
                  <a:lnTo>
                    <a:pt x="165783" y="1659749"/>
                  </a:lnTo>
                  <a:lnTo>
                    <a:pt x="167494" y="1707245"/>
                  </a:lnTo>
                  <a:lnTo>
                    <a:pt x="169206" y="1828816"/>
                  </a:lnTo>
                  <a:lnTo>
                    <a:pt x="170917" y="1836645"/>
                  </a:lnTo>
                  <a:lnTo>
                    <a:pt x="172629" y="1784001"/>
                  </a:lnTo>
                  <a:lnTo>
                    <a:pt x="174340" y="1679415"/>
                  </a:lnTo>
                  <a:lnTo>
                    <a:pt x="176051" y="1518095"/>
                  </a:lnTo>
                  <a:lnTo>
                    <a:pt x="177763" y="1474837"/>
                  </a:lnTo>
                  <a:lnTo>
                    <a:pt x="179474" y="1468256"/>
                  </a:lnTo>
                  <a:lnTo>
                    <a:pt x="181185" y="1540416"/>
                  </a:lnTo>
                  <a:lnTo>
                    <a:pt x="182897" y="1592512"/>
                  </a:lnTo>
                  <a:lnTo>
                    <a:pt x="184608" y="1688146"/>
                  </a:lnTo>
                  <a:lnTo>
                    <a:pt x="186320" y="1756497"/>
                  </a:lnTo>
                  <a:lnTo>
                    <a:pt x="188031" y="1734645"/>
                  </a:lnTo>
                  <a:lnTo>
                    <a:pt x="189742" y="1703271"/>
                  </a:lnTo>
                  <a:lnTo>
                    <a:pt x="191454" y="1633889"/>
                  </a:lnTo>
                  <a:lnTo>
                    <a:pt x="193165" y="1559783"/>
                  </a:lnTo>
                  <a:lnTo>
                    <a:pt x="194877" y="1526480"/>
                  </a:lnTo>
                  <a:lnTo>
                    <a:pt x="196588" y="1567662"/>
                  </a:lnTo>
                  <a:lnTo>
                    <a:pt x="198299" y="1623379"/>
                  </a:lnTo>
                  <a:lnTo>
                    <a:pt x="200011" y="1638095"/>
                  </a:lnTo>
                  <a:lnTo>
                    <a:pt x="201722" y="1553665"/>
                  </a:lnTo>
                  <a:lnTo>
                    <a:pt x="203434" y="1560209"/>
                  </a:lnTo>
                  <a:lnTo>
                    <a:pt x="205145" y="1623098"/>
                  </a:lnTo>
                  <a:lnTo>
                    <a:pt x="206856" y="1628937"/>
                  </a:lnTo>
                  <a:lnTo>
                    <a:pt x="208568" y="1593028"/>
                  </a:lnTo>
                  <a:lnTo>
                    <a:pt x="210279" y="1581538"/>
                  </a:lnTo>
                  <a:lnTo>
                    <a:pt x="211991" y="1757361"/>
                  </a:lnTo>
                  <a:lnTo>
                    <a:pt x="213702" y="1924694"/>
                  </a:lnTo>
                  <a:lnTo>
                    <a:pt x="215413" y="1945530"/>
                  </a:lnTo>
                  <a:lnTo>
                    <a:pt x="217125" y="1931223"/>
                  </a:lnTo>
                  <a:lnTo>
                    <a:pt x="218836" y="1928758"/>
                  </a:lnTo>
                  <a:lnTo>
                    <a:pt x="220548" y="1856952"/>
                  </a:lnTo>
                  <a:lnTo>
                    <a:pt x="222259" y="1756016"/>
                  </a:lnTo>
                  <a:lnTo>
                    <a:pt x="223970" y="1590514"/>
                  </a:lnTo>
                  <a:lnTo>
                    <a:pt x="225682" y="1415260"/>
                  </a:lnTo>
                  <a:lnTo>
                    <a:pt x="227393" y="1402459"/>
                  </a:lnTo>
                  <a:lnTo>
                    <a:pt x="229105" y="1435688"/>
                  </a:lnTo>
                  <a:lnTo>
                    <a:pt x="230816" y="1467776"/>
                  </a:lnTo>
                  <a:lnTo>
                    <a:pt x="232527" y="1479490"/>
                  </a:lnTo>
                  <a:lnTo>
                    <a:pt x="234239" y="1567226"/>
                  </a:lnTo>
                  <a:lnTo>
                    <a:pt x="235950" y="1665454"/>
                  </a:lnTo>
                  <a:lnTo>
                    <a:pt x="237662" y="1647727"/>
                  </a:lnTo>
                  <a:lnTo>
                    <a:pt x="239373" y="1574710"/>
                  </a:lnTo>
                  <a:lnTo>
                    <a:pt x="241084" y="1569980"/>
                  </a:lnTo>
                  <a:lnTo>
                    <a:pt x="242796" y="1482562"/>
                  </a:lnTo>
                  <a:lnTo>
                    <a:pt x="244507" y="1375708"/>
                  </a:lnTo>
                  <a:lnTo>
                    <a:pt x="246219" y="1320794"/>
                  </a:lnTo>
                  <a:lnTo>
                    <a:pt x="247930" y="1218328"/>
                  </a:lnTo>
                  <a:lnTo>
                    <a:pt x="249641" y="1171947"/>
                  </a:lnTo>
                  <a:lnTo>
                    <a:pt x="251353" y="1230754"/>
                  </a:lnTo>
                  <a:lnTo>
                    <a:pt x="253064" y="1400539"/>
                  </a:lnTo>
                  <a:lnTo>
                    <a:pt x="254776" y="1540688"/>
                  </a:lnTo>
                  <a:lnTo>
                    <a:pt x="256487" y="1641707"/>
                  </a:lnTo>
                  <a:lnTo>
                    <a:pt x="258198" y="1704382"/>
                  </a:lnTo>
                  <a:lnTo>
                    <a:pt x="259910" y="1668288"/>
                  </a:lnTo>
                  <a:lnTo>
                    <a:pt x="261621" y="1593407"/>
                  </a:lnTo>
                  <a:lnTo>
                    <a:pt x="263333" y="1586697"/>
                  </a:lnTo>
                  <a:lnTo>
                    <a:pt x="265044" y="1456527"/>
                  </a:lnTo>
                  <a:lnTo>
                    <a:pt x="266755" y="1297227"/>
                  </a:lnTo>
                  <a:lnTo>
                    <a:pt x="268467" y="1281652"/>
                  </a:lnTo>
                  <a:lnTo>
                    <a:pt x="270178" y="1379791"/>
                  </a:lnTo>
                  <a:lnTo>
                    <a:pt x="271890" y="1481223"/>
                  </a:lnTo>
                  <a:lnTo>
                    <a:pt x="273601" y="1481257"/>
                  </a:lnTo>
                  <a:lnTo>
                    <a:pt x="275312" y="1577388"/>
                  </a:lnTo>
                  <a:lnTo>
                    <a:pt x="277024" y="1656700"/>
                  </a:lnTo>
                  <a:lnTo>
                    <a:pt x="278735" y="1694741"/>
                  </a:lnTo>
                  <a:lnTo>
                    <a:pt x="280447" y="1730177"/>
                  </a:lnTo>
                  <a:lnTo>
                    <a:pt x="282158" y="1699183"/>
                  </a:lnTo>
                  <a:lnTo>
                    <a:pt x="283869" y="1630713"/>
                  </a:lnTo>
                  <a:lnTo>
                    <a:pt x="285581" y="1541615"/>
                  </a:lnTo>
                  <a:lnTo>
                    <a:pt x="287292" y="1533423"/>
                  </a:lnTo>
                  <a:lnTo>
                    <a:pt x="289003" y="1558471"/>
                  </a:lnTo>
                  <a:lnTo>
                    <a:pt x="290715" y="1510490"/>
                  </a:lnTo>
                  <a:lnTo>
                    <a:pt x="292426" y="1438880"/>
                  </a:lnTo>
                  <a:lnTo>
                    <a:pt x="294138" y="1372818"/>
                  </a:lnTo>
                  <a:lnTo>
                    <a:pt x="295849" y="1281114"/>
                  </a:lnTo>
                  <a:lnTo>
                    <a:pt x="297560" y="1096611"/>
                  </a:lnTo>
                  <a:lnTo>
                    <a:pt x="299272" y="876622"/>
                  </a:lnTo>
                  <a:lnTo>
                    <a:pt x="300983" y="769066"/>
                  </a:lnTo>
                  <a:lnTo>
                    <a:pt x="302695" y="710214"/>
                  </a:lnTo>
                  <a:lnTo>
                    <a:pt x="304406" y="654267"/>
                  </a:lnTo>
                  <a:lnTo>
                    <a:pt x="306117" y="676892"/>
                  </a:lnTo>
                  <a:lnTo>
                    <a:pt x="307829" y="807195"/>
                  </a:lnTo>
                  <a:lnTo>
                    <a:pt x="309540" y="960294"/>
                  </a:lnTo>
                  <a:lnTo>
                    <a:pt x="311252" y="1038137"/>
                  </a:lnTo>
                  <a:lnTo>
                    <a:pt x="312963" y="1090511"/>
                  </a:lnTo>
                  <a:lnTo>
                    <a:pt x="314674" y="1118318"/>
                  </a:lnTo>
                  <a:lnTo>
                    <a:pt x="316386" y="1116445"/>
                  </a:lnTo>
                  <a:lnTo>
                    <a:pt x="318097" y="1076845"/>
                  </a:lnTo>
                  <a:lnTo>
                    <a:pt x="319809" y="1091597"/>
                  </a:lnTo>
                  <a:lnTo>
                    <a:pt x="321520" y="1146033"/>
                  </a:lnTo>
                  <a:lnTo>
                    <a:pt x="323231" y="1174510"/>
                  </a:lnTo>
                  <a:lnTo>
                    <a:pt x="324943" y="1213896"/>
                  </a:lnTo>
                  <a:lnTo>
                    <a:pt x="326654" y="1290403"/>
                  </a:lnTo>
                  <a:lnTo>
                    <a:pt x="328366" y="1427752"/>
                  </a:lnTo>
                  <a:lnTo>
                    <a:pt x="330077" y="1517855"/>
                  </a:lnTo>
                  <a:lnTo>
                    <a:pt x="331788" y="1577568"/>
                  </a:lnTo>
                  <a:lnTo>
                    <a:pt x="333500" y="1658174"/>
                  </a:lnTo>
                  <a:lnTo>
                    <a:pt x="335211" y="1805008"/>
                  </a:lnTo>
                  <a:lnTo>
                    <a:pt x="336923" y="1952556"/>
                  </a:lnTo>
                  <a:lnTo>
                    <a:pt x="338634" y="1955880"/>
                  </a:lnTo>
                  <a:lnTo>
                    <a:pt x="340345" y="1920870"/>
                  </a:lnTo>
                  <a:lnTo>
                    <a:pt x="342057" y="1900941"/>
                  </a:lnTo>
                  <a:lnTo>
                    <a:pt x="343768" y="1900944"/>
                  </a:lnTo>
                  <a:lnTo>
                    <a:pt x="345480" y="1877397"/>
                  </a:lnTo>
                  <a:lnTo>
                    <a:pt x="347191" y="1842205"/>
                  </a:lnTo>
                  <a:lnTo>
                    <a:pt x="348902" y="1912505"/>
                  </a:lnTo>
                  <a:lnTo>
                    <a:pt x="350614" y="1993631"/>
                  </a:lnTo>
                  <a:lnTo>
                    <a:pt x="352325" y="2009468"/>
                  </a:lnTo>
                  <a:lnTo>
                    <a:pt x="354037" y="1934512"/>
                  </a:lnTo>
                  <a:lnTo>
                    <a:pt x="355748" y="1769267"/>
                  </a:lnTo>
                  <a:lnTo>
                    <a:pt x="357459" y="1646486"/>
                  </a:lnTo>
                  <a:lnTo>
                    <a:pt x="359171" y="1567896"/>
                  </a:lnTo>
                  <a:lnTo>
                    <a:pt x="360882" y="1495260"/>
                  </a:lnTo>
                  <a:lnTo>
                    <a:pt x="362594" y="1462595"/>
                  </a:lnTo>
                  <a:lnTo>
                    <a:pt x="364305" y="1456531"/>
                  </a:lnTo>
                  <a:lnTo>
                    <a:pt x="366016" y="1555016"/>
                  </a:lnTo>
                  <a:lnTo>
                    <a:pt x="367728" y="1561093"/>
                  </a:lnTo>
                  <a:lnTo>
                    <a:pt x="369439" y="1592238"/>
                  </a:lnTo>
                  <a:lnTo>
                    <a:pt x="371151" y="1560888"/>
                  </a:lnTo>
                  <a:lnTo>
                    <a:pt x="372862" y="1466507"/>
                  </a:lnTo>
                  <a:lnTo>
                    <a:pt x="374573" y="1392535"/>
                  </a:lnTo>
                  <a:lnTo>
                    <a:pt x="376285" y="1349595"/>
                  </a:lnTo>
                  <a:lnTo>
                    <a:pt x="377996" y="1392870"/>
                  </a:lnTo>
                  <a:lnTo>
                    <a:pt x="379708" y="1334263"/>
                  </a:lnTo>
                  <a:lnTo>
                    <a:pt x="381419" y="1342433"/>
                  </a:lnTo>
                  <a:lnTo>
                    <a:pt x="383130" y="1494490"/>
                  </a:lnTo>
                  <a:lnTo>
                    <a:pt x="384842" y="1665846"/>
                  </a:lnTo>
                  <a:lnTo>
                    <a:pt x="386553" y="1775547"/>
                  </a:lnTo>
                  <a:lnTo>
                    <a:pt x="388264" y="1816569"/>
                  </a:lnTo>
                  <a:lnTo>
                    <a:pt x="389976" y="1909154"/>
                  </a:lnTo>
                  <a:lnTo>
                    <a:pt x="391687" y="2017479"/>
                  </a:lnTo>
                  <a:lnTo>
                    <a:pt x="393399" y="1967715"/>
                  </a:lnTo>
                  <a:lnTo>
                    <a:pt x="395110" y="1901013"/>
                  </a:lnTo>
                  <a:lnTo>
                    <a:pt x="396821" y="1869763"/>
                  </a:lnTo>
                  <a:lnTo>
                    <a:pt x="398533" y="1789122"/>
                  </a:lnTo>
                  <a:lnTo>
                    <a:pt x="400244" y="1616704"/>
                  </a:lnTo>
                  <a:lnTo>
                    <a:pt x="401956" y="1468220"/>
                  </a:lnTo>
                  <a:lnTo>
                    <a:pt x="403667" y="1449923"/>
                  </a:lnTo>
                  <a:lnTo>
                    <a:pt x="405378" y="1494391"/>
                  </a:lnTo>
                  <a:lnTo>
                    <a:pt x="407090" y="1535571"/>
                  </a:lnTo>
                  <a:lnTo>
                    <a:pt x="408801" y="1635398"/>
                  </a:lnTo>
                  <a:lnTo>
                    <a:pt x="410513" y="1736446"/>
                  </a:lnTo>
                  <a:lnTo>
                    <a:pt x="412224" y="1760037"/>
                  </a:lnTo>
                  <a:lnTo>
                    <a:pt x="413935" y="1780595"/>
                  </a:lnTo>
                  <a:lnTo>
                    <a:pt x="415647" y="1786467"/>
                  </a:lnTo>
                  <a:lnTo>
                    <a:pt x="417358" y="1778753"/>
                  </a:lnTo>
                  <a:lnTo>
                    <a:pt x="419070" y="1735798"/>
                  </a:lnTo>
                  <a:lnTo>
                    <a:pt x="420781" y="1717340"/>
                  </a:lnTo>
                  <a:lnTo>
                    <a:pt x="422492" y="1776684"/>
                  </a:lnTo>
                  <a:lnTo>
                    <a:pt x="424204" y="1768184"/>
                  </a:lnTo>
                  <a:lnTo>
                    <a:pt x="425915" y="1763232"/>
                  </a:lnTo>
                  <a:lnTo>
                    <a:pt x="427627" y="1721864"/>
                  </a:lnTo>
                  <a:lnTo>
                    <a:pt x="429338" y="1751808"/>
                  </a:lnTo>
                  <a:lnTo>
                    <a:pt x="431049" y="1865409"/>
                  </a:lnTo>
                  <a:lnTo>
                    <a:pt x="432761" y="1912552"/>
                  </a:lnTo>
                  <a:lnTo>
                    <a:pt x="434472" y="1928400"/>
                  </a:lnTo>
                  <a:lnTo>
                    <a:pt x="436184" y="1844881"/>
                  </a:lnTo>
                  <a:lnTo>
                    <a:pt x="437895" y="1722074"/>
                  </a:lnTo>
                  <a:lnTo>
                    <a:pt x="439606" y="1618192"/>
                  </a:lnTo>
                  <a:lnTo>
                    <a:pt x="441318" y="1467233"/>
                  </a:lnTo>
                  <a:lnTo>
                    <a:pt x="443029" y="1360691"/>
                  </a:lnTo>
                  <a:lnTo>
                    <a:pt x="444741" y="1323971"/>
                  </a:lnTo>
                  <a:lnTo>
                    <a:pt x="446452" y="1332096"/>
                  </a:lnTo>
                  <a:lnTo>
                    <a:pt x="448163" y="1300570"/>
                  </a:lnTo>
                  <a:lnTo>
                    <a:pt x="449875" y="1176510"/>
                  </a:lnTo>
                  <a:lnTo>
                    <a:pt x="451586" y="1175902"/>
                  </a:lnTo>
                  <a:lnTo>
                    <a:pt x="453298" y="1169093"/>
                  </a:lnTo>
                  <a:lnTo>
                    <a:pt x="455009" y="1023823"/>
                  </a:lnTo>
                  <a:lnTo>
                    <a:pt x="456720" y="908288"/>
                  </a:lnTo>
                  <a:lnTo>
                    <a:pt x="458432" y="958312"/>
                  </a:lnTo>
                  <a:lnTo>
                    <a:pt x="460143" y="1099849"/>
                  </a:lnTo>
                  <a:lnTo>
                    <a:pt x="461855" y="1122059"/>
                  </a:lnTo>
                  <a:lnTo>
                    <a:pt x="463566" y="1108063"/>
                  </a:lnTo>
                  <a:lnTo>
                    <a:pt x="465277" y="1230207"/>
                  </a:lnTo>
                  <a:lnTo>
                    <a:pt x="466989" y="1371704"/>
                  </a:lnTo>
                  <a:lnTo>
                    <a:pt x="468700" y="1448997"/>
                  </a:lnTo>
                  <a:lnTo>
                    <a:pt x="470412" y="1446287"/>
                  </a:lnTo>
                  <a:lnTo>
                    <a:pt x="472123" y="1482794"/>
                  </a:lnTo>
                  <a:lnTo>
                    <a:pt x="473834" y="1496810"/>
                  </a:lnTo>
                  <a:lnTo>
                    <a:pt x="475546" y="1404977"/>
                  </a:lnTo>
                  <a:lnTo>
                    <a:pt x="477257" y="1201446"/>
                  </a:lnTo>
                  <a:lnTo>
                    <a:pt x="478969" y="1022198"/>
                  </a:lnTo>
                  <a:lnTo>
                    <a:pt x="480680" y="975597"/>
                  </a:lnTo>
                  <a:lnTo>
                    <a:pt x="482391" y="897012"/>
                  </a:lnTo>
                  <a:lnTo>
                    <a:pt x="484103" y="794430"/>
                  </a:lnTo>
                  <a:lnTo>
                    <a:pt x="485814" y="686770"/>
                  </a:lnTo>
                  <a:lnTo>
                    <a:pt x="487526" y="674544"/>
                  </a:lnTo>
                  <a:lnTo>
                    <a:pt x="489237" y="729788"/>
                  </a:lnTo>
                  <a:lnTo>
                    <a:pt x="490948" y="748270"/>
                  </a:lnTo>
                  <a:lnTo>
                    <a:pt x="492660" y="735535"/>
                  </a:lnTo>
                  <a:lnTo>
                    <a:pt x="494371" y="882499"/>
                  </a:lnTo>
                  <a:lnTo>
                    <a:pt x="496082" y="1041420"/>
                  </a:lnTo>
                  <a:lnTo>
                    <a:pt x="497794" y="1217700"/>
                  </a:lnTo>
                  <a:lnTo>
                    <a:pt x="499505" y="1303201"/>
                  </a:lnTo>
                  <a:lnTo>
                    <a:pt x="501217" y="1283344"/>
                  </a:lnTo>
                  <a:lnTo>
                    <a:pt x="502928" y="1253458"/>
                  </a:lnTo>
                  <a:lnTo>
                    <a:pt x="504639" y="1110350"/>
                  </a:lnTo>
                  <a:lnTo>
                    <a:pt x="506351" y="1006086"/>
                  </a:lnTo>
                  <a:lnTo>
                    <a:pt x="508062" y="935994"/>
                  </a:lnTo>
                  <a:lnTo>
                    <a:pt x="509774" y="901105"/>
                  </a:lnTo>
                  <a:lnTo>
                    <a:pt x="511485" y="924032"/>
                  </a:lnTo>
                  <a:lnTo>
                    <a:pt x="513196" y="840765"/>
                  </a:lnTo>
                  <a:lnTo>
                    <a:pt x="514908" y="812515"/>
                  </a:lnTo>
                  <a:lnTo>
                    <a:pt x="516619" y="836461"/>
                  </a:lnTo>
                  <a:lnTo>
                    <a:pt x="518331" y="826795"/>
                  </a:lnTo>
                  <a:lnTo>
                    <a:pt x="520042" y="795859"/>
                  </a:lnTo>
                  <a:lnTo>
                    <a:pt x="521753" y="694621"/>
                  </a:lnTo>
                  <a:lnTo>
                    <a:pt x="523465" y="736962"/>
                  </a:lnTo>
                  <a:lnTo>
                    <a:pt x="525176" y="820089"/>
                  </a:lnTo>
                  <a:lnTo>
                    <a:pt x="526888" y="978858"/>
                  </a:lnTo>
                  <a:lnTo>
                    <a:pt x="528599" y="1051142"/>
                  </a:lnTo>
                  <a:lnTo>
                    <a:pt x="530310" y="1040564"/>
                  </a:lnTo>
                  <a:lnTo>
                    <a:pt x="532022" y="1132872"/>
                  </a:lnTo>
                  <a:lnTo>
                    <a:pt x="533733" y="1335833"/>
                  </a:lnTo>
                  <a:lnTo>
                    <a:pt x="535445" y="1364739"/>
                  </a:lnTo>
                  <a:lnTo>
                    <a:pt x="537156" y="1133376"/>
                  </a:lnTo>
                  <a:lnTo>
                    <a:pt x="538867" y="989954"/>
                  </a:lnTo>
                  <a:lnTo>
                    <a:pt x="540579" y="1010751"/>
                  </a:lnTo>
                  <a:lnTo>
                    <a:pt x="542290" y="971048"/>
                  </a:lnTo>
                  <a:lnTo>
                    <a:pt x="544002" y="725558"/>
                  </a:lnTo>
                  <a:lnTo>
                    <a:pt x="545713" y="608081"/>
                  </a:lnTo>
                  <a:lnTo>
                    <a:pt x="547424" y="690297"/>
                  </a:lnTo>
                  <a:lnTo>
                    <a:pt x="549136" y="683347"/>
                  </a:lnTo>
                  <a:lnTo>
                    <a:pt x="550847" y="534976"/>
                  </a:lnTo>
                  <a:lnTo>
                    <a:pt x="552559" y="375579"/>
                  </a:lnTo>
                  <a:lnTo>
                    <a:pt x="554270" y="439581"/>
                  </a:lnTo>
                  <a:lnTo>
                    <a:pt x="555981" y="609455"/>
                  </a:lnTo>
                  <a:lnTo>
                    <a:pt x="557693" y="747468"/>
                  </a:lnTo>
                  <a:lnTo>
                    <a:pt x="559404" y="886551"/>
                  </a:lnTo>
                  <a:lnTo>
                    <a:pt x="561116" y="1015022"/>
                  </a:lnTo>
                  <a:lnTo>
                    <a:pt x="562827" y="1243605"/>
                  </a:lnTo>
                  <a:lnTo>
                    <a:pt x="564538" y="1329932"/>
                  </a:lnTo>
                  <a:lnTo>
                    <a:pt x="566250" y="1186315"/>
                  </a:lnTo>
                  <a:lnTo>
                    <a:pt x="567961" y="1127724"/>
                  </a:lnTo>
                  <a:lnTo>
                    <a:pt x="569673" y="1107243"/>
                  </a:lnTo>
                  <a:lnTo>
                    <a:pt x="571384" y="1091489"/>
                  </a:lnTo>
                  <a:lnTo>
                    <a:pt x="573095" y="1130577"/>
                  </a:lnTo>
                  <a:lnTo>
                    <a:pt x="574807" y="1217096"/>
                  </a:lnTo>
                  <a:lnTo>
                    <a:pt x="576518" y="1317299"/>
                  </a:lnTo>
                  <a:lnTo>
                    <a:pt x="578230" y="1232919"/>
                  </a:lnTo>
                  <a:lnTo>
                    <a:pt x="579941" y="1153386"/>
                  </a:lnTo>
                  <a:lnTo>
                    <a:pt x="581652" y="1182999"/>
                  </a:lnTo>
                  <a:lnTo>
                    <a:pt x="583364" y="1095496"/>
                  </a:lnTo>
                  <a:lnTo>
                    <a:pt x="585075" y="883467"/>
                  </a:lnTo>
                  <a:lnTo>
                    <a:pt x="586787" y="712725"/>
                  </a:lnTo>
                  <a:lnTo>
                    <a:pt x="588498" y="676878"/>
                  </a:lnTo>
                  <a:lnTo>
                    <a:pt x="590209" y="629065"/>
                  </a:lnTo>
                  <a:lnTo>
                    <a:pt x="591921" y="491635"/>
                  </a:lnTo>
                  <a:lnTo>
                    <a:pt x="593632" y="417950"/>
                  </a:lnTo>
                  <a:lnTo>
                    <a:pt x="595344" y="502199"/>
                  </a:lnTo>
                  <a:lnTo>
                    <a:pt x="597055" y="652833"/>
                  </a:lnTo>
                  <a:lnTo>
                    <a:pt x="598766" y="725365"/>
                  </a:lnTo>
                  <a:lnTo>
                    <a:pt x="600478" y="736220"/>
                  </a:lnTo>
                  <a:lnTo>
                    <a:pt x="602189" y="726564"/>
                  </a:lnTo>
                  <a:lnTo>
                    <a:pt x="603900" y="624710"/>
                  </a:lnTo>
                  <a:lnTo>
                    <a:pt x="605612" y="495319"/>
                  </a:lnTo>
                  <a:lnTo>
                    <a:pt x="607323" y="427483"/>
                  </a:lnTo>
                  <a:lnTo>
                    <a:pt x="609035" y="548208"/>
                  </a:lnTo>
                  <a:lnTo>
                    <a:pt x="610746" y="587154"/>
                  </a:lnTo>
                  <a:lnTo>
                    <a:pt x="612457" y="600770"/>
                  </a:lnTo>
                  <a:lnTo>
                    <a:pt x="614169" y="717209"/>
                  </a:lnTo>
                  <a:lnTo>
                    <a:pt x="615880" y="841051"/>
                  </a:lnTo>
                  <a:lnTo>
                    <a:pt x="617592" y="764088"/>
                  </a:lnTo>
                  <a:lnTo>
                    <a:pt x="619303" y="433149"/>
                  </a:lnTo>
                  <a:lnTo>
                    <a:pt x="621014" y="277178"/>
                  </a:lnTo>
                  <a:lnTo>
                    <a:pt x="622726" y="206269"/>
                  </a:lnTo>
                  <a:lnTo>
                    <a:pt x="624437" y="149047"/>
                  </a:lnTo>
                  <a:lnTo>
                    <a:pt x="626149" y="35928"/>
                  </a:lnTo>
                  <a:lnTo>
                    <a:pt x="627860" y="0"/>
                  </a:lnTo>
                  <a:lnTo>
                    <a:pt x="629571" y="161485"/>
                  </a:lnTo>
                  <a:lnTo>
                    <a:pt x="631283" y="430410"/>
                  </a:lnTo>
                  <a:lnTo>
                    <a:pt x="632994" y="746880"/>
                  </a:lnTo>
                  <a:lnTo>
                    <a:pt x="634706" y="875160"/>
                  </a:lnTo>
                  <a:lnTo>
                    <a:pt x="636417" y="902653"/>
                  </a:lnTo>
                  <a:lnTo>
                    <a:pt x="638128" y="949312"/>
                  </a:lnTo>
                  <a:lnTo>
                    <a:pt x="639840" y="897167"/>
                  </a:lnTo>
                  <a:lnTo>
                    <a:pt x="641551" y="699108"/>
                  </a:lnTo>
                  <a:lnTo>
                    <a:pt x="643263" y="487222"/>
                  </a:lnTo>
                  <a:lnTo>
                    <a:pt x="644974" y="371734"/>
                  </a:lnTo>
                  <a:lnTo>
                    <a:pt x="646685" y="396952"/>
                  </a:lnTo>
                  <a:lnTo>
                    <a:pt x="648397" y="446593"/>
                  </a:lnTo>
                  <a:lnTo>
                    <a:pt x="650108" y="578106"/>
                  </a:lnTo>
                  <a:lnTo>
                    <a:pt x="651820" y="694482"/>
                  </a:lnTo>
                  <a:lnTo>
                    <a:pt x="653531" y="757696"/>
                  </a:lnTo>
                  <a:lnTo>
                    <a:pt x="655242" y="814580"/>
                  </a:lnTo>
                  <a:lnTo>
                    <a:pt x="656954" y="892877"/>
                  </a:lnTo>
                  <a:lnTo>
                    <a:pt x="658665" y="1001429"/>
                  </a:lnTo>
                  <a:lnTo>
                    <a:pt x="660377" y="976181"/>
                  </a:lnTo>
                  <a:lnTo>
                    <a:pt x="662088" y="952841"/>
                  </a:lnTo>
                  <a:lnTo>
                    <a:pt x="663799" y="920829"/>
                  </a:lnTo>
                  <a:lnTo>
                    <a:pt x="665511" y="941575"/>
                  </a:lnTo>
                  <a:lnTo>
                    <a:pt x="667222" y="934596"/>
                  </a:lnTo>
                  <a:lnTo>
                    <a:pt x="668934" y="839489"/>
                  </a:lnTo>
                  <a:lnTo>
                    <a:pt x="670645" y="782969"/>
                  </a:lnTo>
                  <a:lnTo>
                    <a:pt x="672356" y="785014"/>
                  </a:lnTo>
                  <a:lnTo>
                    <a:pt x="674068" y="822761"/>
                  </a:lnTo>
                  <a:lnTo>
                    <a:pt x="675779" y="783459"/>
                  </a:lnTo>
                  <a:lnTo>
                    <a:pt x="677491" y="707066"/>
                  </a:lnTo>
                  <a:lnTo>
                    <a:pt x="679202" y="713968"/>
                  </a:lnTo>
                  <a:lnTo>
                    <a:pt x="680913" y="752930"/>
                  </a:lnTo>
                  <a:lnTo>
                    <a:pt x="682625" y="835394"/>
                  </a:lnTo>
                  <a:lnTo>
                    <a:pt x="684336" y="907604"/>
                  </a:lnTo>
                  <a:lnTo>
                    <a:pt x="686048" y="888072"/>
                  </a:lnTo>
                  <a:lnTo>
                    <a:pt x="687759" y="804924"/>
                  </a:lnTo>
                  <a:lnTo>
                    <a:pt x="689470" y="753149"/>
                  </a:lnTo>
                  <a:lnTo>
                    <a:pt x="691182" y="724300"/>
                  </a:lnTo>
                  <a:lnTo>
                    <a:pt x="692893" y="600044"/>
                  </a:lnTo>
                  <a:lnTo>
                    <a:pt x="694605" y="537526"/>
                  </a:lnTo>
                  <a:lnTo>
                    <a:pt x="696316" y="695866"/>
                  </a:lnTo>
                  <a:lnTo>
                    <a:pt x="698027" y="957252"/>
                  </a:lnTo>
                  <a:lnTo>
                    <a:pt x="699739" y="1183581"/>
                  </a:lnTo>
                  <a:lnTo>
                    <a:pt x="701450" y="1259844"/>
                  </a:lnTo>
                  <a:lnTo>
                    <a:pt x="703162" y="1344767"/>
                  </a:lnTo>
                  <a:lnTo>
                    <a:pt x="704873" y="1358455"/>
                  </a:lnTo>
                  <a:lnTo>
                    <a:pt x="706584" y="1280204"/>
                  </a:lnTo>
                  <a:lnTo>
                    <a:pt x="708296" y="1207137"/>
                  </a:lnTo>
                  <a:lnTo>
                    <a:pt x="710007" y="1158968"/>
                  </a:lnTo>
                  <a:lnTo>
                    <a:pt x="711718" y="1219976"/>
                  </a:lnTo>
                  <a:lnTo>
                    <a:pt x="713430" y="1340547"/>
                  </a:lnTo>
                  <a:lnTo>
                    <a:pt x="715141" y="1366002"/>
                  </a:lnTo>
                  <a:lnTo>
                    <a:pt x="716853" y="1340163"/>
                  </a:lnTo>
                  <a:lnTo>
                    <a:pt x="718564" y="1290623"/>
                  </a:lnTo>
                  <a:lnTo>
                    <a:pt x="720275" y="1137464"/>
                  </a:lnTo>
                  <a:lnTo>
                    <a:pt x="721987" y="944416"/>
                  </a:lnTo>
                  <a:lnTo>
                    <a:pt x="723698" y="748846"/>
                  </a:lnTo>
                  <a:lnTo>
                    <a:pt x="725410" y="703314"/>
                  </a:lnTo>
                  <a:lnTo>
                    <a:pt x="727121" y="723270"/>
                  </a:lnTo>
                  <a:lnTo>
                    <a:pt x="728832" y="837644"/>
                  </a:lnTo>
                  <a:lnTo>
                    <a:pt x="730544" y="1025771"/>
                  </a:lnTo>
                  <a:lnTo>
                    <a:pt x="732255" y="1232146"/>
                  </a:lnTo>
                  <a:lnTo>
                    <a:pt x="733967" y="1346190"/>
                  </a:lnTo>
                  <a:lnTo>
                    <a:pt x="735678" y="1467874"/>
                  </a:lnTo>
                  <a:lnTo>
                    <a:pt x="737389" y="1572600"/>
                  </a:lnTo>
                  <a:lnTo>
                    <a:pt x="739101" y="1569851"/>
                  </a:lnTo>
                  <a:lnTo>
                    <a:pt x="740812" y="1559643"/>
                  </a:lnTo>
                  <a:lnTo>
                    <a:pt x="742524" y="1536605"/>
                  </a:lnTo>
                  <a:lnTo>
                    <a:pt x="744235" y="1526221"/>
                  </a:lnTo>
                  <a:lnTo>
                    <a:pt x="745946" y="1434555"/>
                  </a:lnTo>
                  <a:lnTo>
                    <a:pt x="747658" y="1306893"/>
                  </a:lnTo>
                  <a:lnTo>
                    <a:pt x="749369" y="1209904"/>
                  </a:lnTo>
                  <a:lnTo>
                    <a:pt x="751081" y="1096998"/>
                  </a:lnTo>
                  <a:lnTo>
                    <a:pt x="752792" y="1005401"/>
                  </a:lnTo>
                  <a:lnTo>
                    <a:pt x="754503" y="978398"/>
                  </a:lnTo>
                  <a:lnTo>
                    <a:pt x="756215" y="1002044"/>
                  </a:lnTo>
                  <a:lnTo>
                    <a:pt x="757926" y="1054353"/>
                  </a:lnTo>
                  <a:lnTo>
                    <a:pt x="759638" y="1011139"/>
                  </a:lnTo>
                  <a:lnTo>
                    <a:pt x="761349" y="952658"/>
                  </a:lnTo>
                  <a:lnTo>
                    <a:pt x="763060" y="1020926"/>
                  </a:lnTo>
                  <a:lnTo>
                    <a:pt x="764772" y="1081580"/>
                  </a:lnTo>
                  <a:lnTo>
                    <a:pt x="766483" y="1162193"/>
                  </a:lnTo>
                  <a:lnTo>
                    <a:pt x="768195" y="1264353"/>
                  </a:lnTo>
                  <a:lnTo>
                    <a:pt x="769906" y="1473176"/>
                  </a:lnTo>
                  <a:lnTo>
                    <a:pt x="771617" y="1684548"/>
                  </a:lnTo>
                  <a:lnTo>
                    <a:pt x="773329" y="1696512"/>
                  </a:lnTo>
                  <a:lnTo>
                    <a:pt x="775040" y="1711603"/>
                  </a:lnTo>
                  <a:lnTo>
                    <a:pt x="776752" y="1786839"/>
                  </a:lnTo>
                  <a:lnTo>
                    <a:pt x="778463" y="1875087"/>
                  </a:lnTo>
                  <a:lnTo>
                    <a:pt x="780174" y="1929375"/>
                  </a:lnTo>
                  <a:lnTo>
                    <a:pt x="781886" y="1875662"/>
                  </a:lnTo>
                  <a:lnTo>
                    <a:pt x="783597" y="1751840"/>
                  </a:lnTo>
                  <a:lnTo>
                    <a:pt x="785309" y="1579169"/>
                  </a:lnTo>
                  <a:lnTo>
                    <a:pt x="787020" y="1450328"/>
                  </a:lnTo>
                  <a:lnTo>
                    <a:pt x="788731" y="1353408"/>
                  </a:lnTo>
                  <a:lnTo>
                    <a:pt x="790443" y="1193539"/>
                  </a:lnTo>
                  <a:lnTo>
                    <a:pt x="792154" y="1161325"/>
                  </a:lnTo>
                  <a:lnTo>
                    <a:pt x="793866" y="1229508"/>
                  </a:lnTo>
                  <a:lnTo>
                    <a:pt x="795577" y="1365155"/>
                  </a:lnTo>
                  <a:lnTo>
                    <a:pt x="797288" y="1430850"/>
                  </a:lnTo>
                  <a:lnTo>
                    <a:pt x="799000" y="1462837"/>
                  </a:lnTo>
                  <a:lnTo>
                    <a:pt x="800711" y="1444853"/>
                  </a:lnTo>
                  <a:lnTo>
                    <a:pt x="802423" y="1363473"/>
                  </a:lnTo>
                  <a:lnTo>
                    <a:pt x="804134" y="1256636"/>
                  </a:lnTo>
                  <a:lnTo>
                    <a:pt x="805845" y="1142773"/>
                  </a:lnTo>
                  <a:lnTo>
                    <a:pt x="807557" y="1048643"/>
                  </a:lnTo>
                  <a:lnTo>
                    <a:pt x="809268" y="1003143"/>
                  </a:lnTo>
                  <a:lnTo>
                    <a:pt x="810979" y="989485"/>
                  </a:lnTo>
                  <a:lnTo>
                    <a:pt x="812691" y="1032120"/>
                  </a:lnTo>
                  <a:lnTo>
                    <a:pt x="814402" y="1203263"/>
                  </a:lnTo>
                  <a:lnTo>
                    <a:pt x="816114" y="1346404"/>
                  </a:lnTo>
                  <a:lnTo>
                    <a:pt x="817825" y="1451720"/>
                  </a:lnTo>
                  <a:lnTo>
                    <a:pt x="819536" y="1451703"/>
                  </a:lnTo>
                  <a:lnTo>
                    <a:pt x="821248" y="1391412"/>
                  </a:lnTo>
                  <a:lnTo>
                    <a:pt x="822959" y="1356288"/>
                  </a:lnTo>
                  <a:lnTo>
                    <a:pt x="824671" y="1403523"/>
                  </a:lnTo>
                  <a:lnTo>
                    <a:pt x="826382" y="1447301"/>
                  </a:lnTo>
                  <a:lnTo>
                    <a:pt x="828093" y="1427520"/>
                  </a:lnTo>
                  <a:lnTo>
                    <a:pt x="829805" y="1431288"/>
                  </a:lnTo>
                  <a:lnTo>
                    <a:pt x="831516" y="1631082"/>
                  </a:lnTo>
                  <a:lnTo>
                    <a:pt x="833228" y="1741628"/>
                  </a:lnTo>
                  <a:lnTo>
                    <a:pt x="834939" y="1711930"/>
                  </a:lnTo>
                  <a:lnTo>
                    <a:pt x="836650" y="1685513"/>
                  </a:lnTo>
                  <a:lnTo>
                    <a:pt x="838362" y="1674651"/>
                  </a:lnTo>
                  <a:lnTo>
                    <a:pt x="840073" y="1618737"/>
                  </a:lnTo>
                  <a:lnTo>
                    <a:pt x="841785" y="1579298"/>
                  </a:lnTo>
                  <a:lnTo>
                    <a:pt x="843496" y="1624538"/>
                  </a:lnTo>
                  <a:lnTo>
                    <a:pt x="845207" y="1618657"/>
                  </a:lnTo>
                  <a:lnTo>
                    <a:pt x="846919" y="1587367"/>
                  </a:lnTo>
                  <a:lnTo>
                    <a:pt x="848630" y="1519047"/>
                  </a:lnTo>
                  <a:lnTo>
                    <a:pt x="850342" y="1551542"/>
                  </a:lnTo>
                  <a:lnTo>
                    <a:pt x="852053" y="1571609"/>
                  </a:lnTo>
                  <a:lnTo>
                    <a:pt x="853764" y="1494259"/>
                  </a:lnTo>
                  <a:lnTo>
                    <a:pt x="855476" y="1465616"/>
                  </a:lnTo>
                  <a:lnTo>
                    <a:pt x="857187" y="1450364"/>
                  </a:lnTo>
                  <a:lnTo>
                    <a:pt x="858899" y="1508364"/>
                  </a:lnTo>
                  <a:lnTo>
                    <a:pt x="860610" y="1485292"/>
                  </a:lnTo>
                  <a:lnTo>
                    <a:pt x="862321" y="1397388"/>
                  </a:lnTo>
                  <a:lnTo>
                    <a:pt x="864033" y="1363935"/>
                  </a:lnTo>
                  <a:lnTo>
                    <a:pt x="865744" y="1342978"/>
                  </a:lnTo>
                  <a:lnTo>
                    <a:pt x="867456" y="1370497"/>
                  </a:lnTo>
                  <a:lnTo>
                    <a:pt x="869167" y="1310204"/>
                  </a:lnTo>
                  <a:lnTo>
                    <a:pt x="870878" y="1307563"/>
                  </a:lnTo>
                  <a:lnTo>
                    <a:pt x="872590" y="1333360"/>
                  </a:lnTo>
                  <a:lnTo>
                    <a:pt x="874301" y="1331788"/>
                  </a:lnTo>
                  <a:lnTo>
                    <a:pt x="876013" y="1343479"/>
                  </a:lnTo>
                  <a:lnTo>
                    <a:pt x="877724" y="1378441"/>
                  </a:lnTo>
                  <a:lnTo>
                    <a:pt x="879435" y="1509808"/>
                  </a:lnTo>
                  <a:lnTo>
                    <a:pt x="881147" y="1657360"/>
                  </a:lnTo>
                  <a:lnTo>
                    <a:pt x="882858" y="1730190"/>
                  </a:lnTo>
                  <a:lnTo>
                    <a:pt x="884570" y="1888085"/>
                  </a:lnTo>
                  <a:lnTo>
                    <a:pt x="886281" y="2016365"/>
                  </a:lnTo>
                  <a:lnTo>
                    <a:pt x="887992" y="2070950"/>
                  </a:lnTo>
                  <a:lnTo>
                    <a:pt x="888893" y="207229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723999" y="2030428"/>
              <a:ext cx="187350" cy="1232048"/>
            </a:xfrm>
            <a:custGeom>
              <a:avLst/>
              <a:pathLst>
                <a:path w="187350" h="1232048">
                  <a:moveTo>
                    <a:pt x="0" y="1232048"/>
                  </a:moveTo>
                  <a:lnTo>
                    <a:pt x="1682" y="1161278"/>
                  </a:lnTo>
                  <a:lnTo>
                    <a:pt x="3394" y="1012317"/>
                  </a:lnTo>
                  <a:lnTo>
                    <a:pt x="5105" y="765481"/>
                  </a:lnTo>
                  <a:lnTo>
                    <a:pt x="6816" y="606201"/>
                  </a:lnTo>
                  <a:lnTo>
                    <a:pt x="8528" y="532286"/>
                  </a:lnTo>
                  <a:lnTo>
                    <a:pt x="10239" y="438167"/>
                  </a:lnTo>
                  <a:lnTo>
                    <a:pt x="11951" y="326951"/>
                  </a:lnTo>
                  <a:lnTo>
                    <a:pt x="13662" y="371630"/>
                  </a:lnTo>
                  <a:lnTo>
                    <a:pt x="15373" y="490996"/>
                  </a:lnTo>
                  <a:lnTo>
                    <a:pt x="17085" y="541687"/>
                  </a:lnTo>
                  <a:lnTo>
                    <a:pt x="18796" y="482595"/>
                  </a:lnTo>
                  <a:lnTo>
                    <a:pt x="20508" y="315881"/>
                  </a:lnTo>
                  <a:lnTo>
                    <a:pt x="22219" y="229141"/>
                  </a:lnTo>
                  <a:lnTo>
                    <a:pt x="23930" y="119074"/>
                  </a:lnTo>
                  <a:lnTo>
                    <a:pt x="25642" y="36219"/>
                  </a:lnTo>
                  <a:lnTo>
                    <a:pt x="27353" y="0"/>
                  </a:lnTo>
                  <a:lnTo>
                    <a:pt x="29065" y="66762"/>
                  </a:lnTo>
                  <a:lnTo>
                    <a:pt x="30776" y="197767"/>
                  </a:lnTo>
                  <a:lnTo>
                    <a:pt x="32487" y="213002"/>
                  </a:lnTo>
                  <a:lnTo>
                    <a:pt x="34199" y="305827"/>
                  </a:lnTo>
                  <a:lnTo>
                    <a:pt x="35910" y="397527"/>
                  </a:lnTo>
                  <a:lnTo>
                    <a:pt x="37622" y="339552"/>
                  </a:lnTo>
                  <a:lnTo>
                    <a:pt x="39333" y="267277"/>
                  </a:lnTo>
                  <a:lnTo>
                    <a:pt x="41044" y="248456"/>
                  </a:lnTo>
                  <a:lnTo>
                    <a:pt x="42756" y="305880"/>
                  </a:lnTo>
                  <a:lnTo>
                    <a:pt x="44467" y="304788"/>
                  </a:lnTo>
                  <a:lnTo>
                    <a:pt x="46179" y="254980"/>
                  </a:lnTo>
                  <a:lnTo>
                    <a:pt x="47890" y="230435"/>
                  </a:lnTo>
                  <a:lnTo>
                    <a:pt x="49601" y="223522"/>
                  </a:lnTo>
                  <a:lnTo>
                    <a:pt x="51313" y="294673"/>
                  </a:lnTo>
                  <a:lnTo>
                    <a:pt x="53024" y="343245"/>
                  </a:lnTo>
                  <a:lnTo>
                    <a:pt x="54736" y="373360"/>
                  </a:lnTo>
                  <a:lnTo>
                    <a:pt x="56447" y="417860"/>
                  </a:lnTo>
                  <a:lnTo>
                    <a:pt x="58158" y="499705"/>
                  </a:lnTo>
                  <a:lnTo>
                    <a:pt x="59870" y="557716"/>
                  </a:lnTo>
                  <a:lnTo>
                    <a:pt x="61581" y="587371"/>
                  </a:lnTo>
                  <a:lnTo>
                    <a:pt x="63293" y="651339"/>
                  </a:lnTo>
                  <a:lnTo>
                    <a:pt x="65004" y="668032"/>
                  </a:lnTo>
                  <a:lnTo>
                    <a:pt x="66715" y="616898"/>
                  </a:lnTo>
                  <a:lnTo>
                    <a:pt x="68427" y="620038"/>
                  </a:lnTo>
                  <a:lnTo>
                    <a:pt x="70138" y="546033"/>
                  </a:lnTo>
                  <a:lnTo>
                    <a:pt x="71849" y="561213"/>
                  </a:lnTo>
                  <a:lnTo>
                    <a:pt x="73561" y="613217"/>
                  </a:lnTo>
                  <a:lnTo>
                    <a:pt x="75272" y="743681"/>
                  </a:lnTo>
                  <a:lnTo>
                    <a:pt x="76984" y="919140"/>
                  </a:lnTo>
                  <a:lnTo>
                    <a:pt x="78695" y="1034239"/>
                  </a:lnTo>
                  <a:lnTo>
                    <a:pt x="80406" y="1181536"/>
                  </a:lnTo>
                  <a:lnTo>
                    <a:pt x="82118" y="1164426"/>
                  </a:lnTo>
                  <a:lnTo>
                    <a:pt x="83829" y="1138234"/>
                  </a:lnTo>
                  <a:lnTo>
                    <a:pt x="85541" y="1074993"/>
                  </a:lnTo>
                  <a:lnTo>
                    <a:pt x="87252" y="992176"/>
                  </a:lnTo>
                  <a:lnTo>
                    <a:pt x="88963" y="988084"/>
                  </a:lnTo>
                  <a:lnTo>
                    <a:pt x="90675" y="1002215"/>
                  </a:lnTo>
                  <a:lnTo>
                    <a:pt x="92386" y="1089468"/>
                  </a:lnTo>
                  <a:lnTo>
                    <a:pt x="94098" y="1142892"/>
                  </a:lnTo>
                  <a:lnTo>
                    <a:pt x="95809" y="1161412"/>
                  </a:lnTo>
                  <a:lnTo>
                    <a:pt x="97520" y="1124421"/>
                  </a:lnTo>
                  <a:lnTo>
                    <a:pt x="99232" y="1066327"/>
                  </a:lnTo>
                  <a:lnTo>
                    <a:pt x="100943" y="1066328"/>
                  </a:lnTo>
                  <a:lnTo>
                    <a:pt x="102655" y="1041203"/>
                  </a:lnTo>
                  <a:lnTo>
                    <a:pt x="104366" y="1028829"/>
                  </a:lnTo>
                  <a:lnTo>
                    <a:pt x="106077" y="1002267"/>
                  </a:lnTo>
                  <a:lnTo>
                    <a:pt x="107789" y="1054167"/>
                  </a:lnTo>
                  <a:lnTo>
                    <a:pt x="109500" y="1073854"/>
                  </a:lnTo>
                  <a:lnTo>
                    <a:pt x="111212" y="1004398"/>
                  </a:lnTo>
                  <a:lnTo>
                    <a:pt x="112923" y="956487"/>
                  </a:lnTo>
                  <a:lnTo>
                    <a:pt x="114634" y="916341"/>
                  </a:lnTo>
                  <a:lnTo>
                    <a:pt x="116346" y="910787"/>
                  </a:lnTo>
                  <a:lnTo>
                    <a:pt x="118057" y="861257"/>
                  </a:lnTo>
                  <a:lnTo>
                    <a:pt x="119769" y="838347"/>
                  </a:lnTo>
                  <a:lnTo>
                    <a:pt x="121480" y="877521"/>
                  </a:lnTo>
                  <a:lnTo>
                    <a:pt x="123191" y="882350"/>
                  </a:lnTo>
                  <a:lnTo>
                    <a:pt x="124903" y="785715"/>
                  </a:lnTo>
                  <a:lnTo>
                    <a:pt x="126614" y="758173"/>
                  </a:lnTo>
                  <a:lnTo>
                    <a:pt x="128326" y="849485"/>
                  </a:lnTo>
                  <a:lnTo>
                    <a:pt x="130037" y="874274"/>
                  </a:lnTo>
                  <a:lnTo>
                    <a:pt x="131748" y="817927"/>
                  </a:lnTo>
                  <a:lnTo>
                    <a:pt x="133460" y="764662"/>
                  </a:lnTo>
                  <a:lnTo>
                    <a:pt x="135171" y="842368"/>
                  </a:lnTo>
                  <a:lnTo>
                    <a:pt x="136883" y="911743"/>
                  </a:lnTo>
                  <a:lnTo>
                    <a:pt x="138594" y="918912"/>
                  </a:lnTo>
                  <a:lnTo>
                    <a:pt x="140305" y="873784"/>
                  </a:lnTo>
                  <a:lnTo>
                    <a:pt x="142017" y="861217"/>
                  </a:lnTo>
                  <a:lnTo>
                    <a:pt x="143728" y="909886"/>
                  </a:lnTo>
                  <a:lnTo>
                    <a:pt x="145440" y="867772"/>
                  </a:lnTo>
                  <a:lnTo>
                    <a:pt x="147151" y="719040"/>
                  </a:lnTo>
                  <a:lnTo>
                    <a:pt x="148862" y="574999"/>
                  </a:lnTo>
                  <a:lnTo>
                    <a:pt x="150574" y="550115"/>
                  </a:lnTo>
                  <a:lnTo>
                    <a:pt x="152285" y="585206"/>
                  </a:lnTo>
                  <a:lnTo>
                    <a:pt x="153997" y="568679"/>
                  </a:lnTo>
                  <a:lnTo>
                    <a:pt x="155708" y="655004"/>
                  </a:lnTo>
                  <a:lnTo>
                    <a:pt x="157419" y="782165"/>
                  </a:lnTo>
                  <a:lnTo>
                    <a:pt x="159131" y="880225"/>
                  </a:lnTo>
                  <a:lnTo>
                    <a:pt x="160842" y="999762"/>
                  </a:lnTo>
                  <a:lnTo>
                    <a:pt x="162554" y="1043415"/>
                  </a:lnTo>
                  <a:lnTo>
                    <a:pt x="164265" y="993264"/>
                  </a:lnTo>
                  <a:lnTo>
                    <a:pt x="165976" y="864193"/>
                  </a:lnTo>
                  <a:lnTo>
                    <a:pt x="167688" y="841283"/>
                  </a:lnTo>
                  <a:lnTo>
                    <a:pt x="169399" y="869903"/>
                  </a:lnTo>
                  <a:lnTo>
                    <a:pt x="171111" y="771396"/>
                  </a:lnTo>
                  <a:lnTo>
                    <a:pt x="172822" y="757179"/>
                  </a:lnTo>
                  <a:lnTo>
                    <a:pt x="174533" y="816760"/>
                  </a:lnTo>
                  <a:lnTo>
                    <a:pt x="176245" y="854415"/>
                  </a:lnTo>
                  <a:lnTo>
                    <a:pt x="177956" y="840096"/>
                  </a:lnTo>
                  <a:lnTo>
                    <a:pt x="179667" y="877246"/>
                  </a:lnTo>
                  <a:lnTo>
                    <a:pt x="181379" y="1025435"/>
                  </a:lnTo>
                  <a:lnTo>
                    <a:pt x="183090" y="1065813"/>
                  </a:lnTo>
                  <a:lnTo>
                    <a:pt x="184802" y="1111880"/>
                  </a:lnTo>
                  <a:lnTo>
                    <a:pt x="186513" y="1203296"/>
                  </a:lnTo>
                  <a:lnTo>
                    <a:pt x="187350" y="123204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914032" y="2768433"/>
              <a:ext cx="51853" cy="494044"/>
            </a:xfrm>
            <a:custGeom>
              <a:avLst/>
              <a:pathLst>
                <a:path w="51853" h="494044">
                  <a:moveTo>
                    <a:pt x="0" y="494044"/>
                  </a:moveTo>
                  <a:lnTo>
                    <a:pt x="1615" y="400760"/>
                  </a:lnTo>
                  <a:lnTo>
                    <a:pt x="3326" y="303657"/>
                  </a:lnTo>
                  <a:lnTo>
                    <a:pt x="5037" y="251565"/>
                  </a:lnTo>
                  <a:lnTo>
                    <a:pt x="6749" y="155109"/>
                  </a:lnTo>
                  <a:lnTo>
                    <a:pt x="8460" y="59709"/>
                  </a:lnTo>
                  <a:lnTo>
                    <a:pt x="10172" y="0"/>
                  </a:lnTo>
                  <a:lnTo>
                    <a:pt x="11883" y="37176"/>
                  </a:lnTo>
                  <a:lnTo>
                    <a:pt x="13594" y="128570"/>
                  </a:lnTo>
                  <a:lnTo>
                    <a:pt x="15306" y="180662"/>
                  </a:lnTo>
                  <a:lnTo>
                    <a:pt x="17017" y="277118"/>
                  </a:lnTo>
                  <a:lnTo>
                    <a:pt x="18729" y="372170"/>
                  </a:lnTo>
                  <a:lnTo>
                    <a:pt x="20440" y="376959"/>
                  </a:lnTo>
                  <a:lnTo>
                    <a:pt x="22151" y="343798"/>
                  </a:lnTo>
                  <a:lnTo>
                    <a:pt x="23863" y="343798"/>
                  </a:lnTo>
                  <a:lnTo>
                    <a:pt x="25574" y="343799"/>
                  </a:lnTo>
                  <a:lnTo>
                    <a:pt x="27286" y="343799"/>
                  </a:lnTo>
                  <a:lnTo>
                    <a:pt x="28997" y="344146"/>
                  </a:lnTo>
                  <a:lnTo>
                    <a:pt x="30708" y="399068"/>
                  </a:lnTo>
                  <a:lnTo>
                    <a:pt x="32420" y="401652"/>
                  </a:lnTo>
                  <a:lnTo>
                    <a:pt x="34131" y="317514"/>
                  </a:lnTo>
                  <a:lnTo>
                    <a:pt x="35843" y="298225"/>
                  </a:lnTo>
                  <a:lnTo>
                    <a:pt x="37554" y="261681"/>
                  </a:lnTo>
                  <a:lnTo>
                    <a:pt x="39265" y="133634"/>
                  </a:lnTo>
                  <a:lnTo>
                    <a:pt x="40977" y="56280"/>
                  </a:lnTo>
                  <a:lnTo>
                    <a:pt x="42688" y="86187"/>
                  </a:lnTo>
                  <a:lnTo>
                    <a:pt x="44400" y="170327"/>
                  </a:lnTo>
                  <a:lnTo>
                    <a:pt x="46111" y="189614"/>
                  </a:lnTo>
                  <a:lnTo>
                    <a:pt x="47822" y="226160"/>
                  </a:lnTo>
                  <a:lnTo>
                    <a:pt x="49534" y="385219"/>
                  </a:lnTo>
                  <a:lnTo>
                    <a:pt x="51245" y="492709"/>
                  </a:lnTo>
                  <a:lnTo>
                    <a:pt x="51853" y="49404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972257" y="2520790"/>
              <a:ext cx="291512" cy="741686"/>
            </a:xfrm>
            <a:custGeom>
              <a:avLst/>
              <a:pathLst>
                <a:path w="291512" h="741686">
                  <a:moveTo>
                    <a:pt x="0" y="741686"/>
                  </a:moveTo>
                  <a:lnTo>
                    <a:pt x="1577" y="713094"/>
                  </a:lnTo>
                  <a:lnTo>
                    <a:pt x="3289" y="682099"/>
                  </a:lnTo>
                  <a:lnTo>
                    <a:pt x="5000" y="637865"/>
                  </a:lnTo>
                  <a:lnTo>
                    <a:pt x="6711" y="548938"/>
                  </a:lnTo>
                  <a:lnTo>
                    <a:pt x="8423" y="465567"/>
                  </a:lnTo>
                  <a:lnTo>
                    <a:pt x="10134" y="399002"/>
                  </a:lnTo>
                  <a:lnTo>
                    <a:pt x="11846" y="401256"/>
                  </a:lnTo>
                  <a:lnTo>
                    <a:pt x="13557" y="444653"/>
                  </a:lnTo>
                  <a:lnTo>
                    <a:pt x="15268" y="446385"/>
                  </a:lnTo>
                  <a:lnTo>
                    <a:pt x="16980" y="480803"/>
                  </a:lnTo>
                  <a:lnTo>
                    <a:pt x="18691" y="497209"/>
                  </a:lnTo>
                  <a:lnTo>
                    <a:pt x="20403" y="453385"/>
                  </a:lnTo>
                  <a:lnTo>
                    <a:pt x="22114" y="331222"/>
                  </a:lnTo>
                  <a:lnTo>
                    <a:pt x="23825" y="111134"/>
                  </a:lnTo>
                  <a:lnTo>
                    <a:pt x="25537" y="40546"/>
                  </a:lnTo>
                  <a:lnTo>
                    <a:pt x="27248" y="0"/>
                  </a:lnTo>
                  <a:lnTo>
                    <a:pt x="28960" y="39813"/>
                  </a:lnTo>
                  <a:lnTo>
                    <a:pt x="30671" y="169781"/>
                  </a:lnTo>
                  <a:lnTo>
                    <a:pt x="32382" y="324996"/>
                  </a:lnTo>
                  <a:lnTo>
                    <a:pt x="34094" y="488746"/>
                  </a:lnTo>
                  <a:lnTo>
                    <a:pt x="35805" y="572071"/>
                  </a:lnTo>
                  <a:lnTo>
                    <a:pt x="37517" y="665427"/>
                  </a:lnTo>
                  <a:lnTo>
                    <a:pt x="39228" y="643736"/>
                  </a:lnTo>
                  <a:lnTo>
                    <a:pt x="40939" y="574412"/>
                  </a:lnTo>
                  <a:lnTo>
                    <a:pt x="42651" y="526262"/>
                  </a:lnTo>
                  <a:lnTo>
                    <a:pt x="44362" y="481296"/>
                  </a:lnTo>
                  <a:lnTo>
                    <a:pt x="46074" y="444416"/>
                  </a:lnTo>
                  <a:lnTo>
                    <a:pt x="47785" y="400914"/>
                  </a:lnTo>
                  <a:lnTo>
                    <a:pt x="49496" y="426490"/>
                  </a:lnTo>
                  <a:lnTo>
                    <a:pt x="51208" y="503069"/>
                  </a:lnTo>
                  <a:lnTo>
                    <a:pt x="52919" y="551221"/>
                  </a:lnTo>
                  <a:lnTo>
                    <a:pt x="54631" y="604801"/>
                  </a:lnTo>
                  <a:lnTo>
                    <a:pt x="56342" y="624747"/>
                  </a:lnTo>
                  <a:lnTo>
                    <a:pt x="58053" y="598620"/>
                  </a:lnTo>
                  <a:lnTo>
                    <a:pt x="59765" y="625794"/>
                  </a:lnTo>
                  <a:lnTo>
                    <a:pt x="61476" y="637021"/>
                  </a:lnTo>
                  <a:lnTo>
                    <a:pt x="63188" y="580924"/>
                  </a:lnTo>
                  <a:lnTo>
                    <a:pt x="64899" y="518519"/>
                  </a:lnTo>
                  <a:lnTo>
                    <a:pt x="66610" y="560059"/>
                  </a:lnTo>
                  <a:lnTo>
                    <a:pt x="68322" y="637390"/>
                  </a:lnTo>
                  <a:lnTo>
                    <a:pt x="70033" y="645902"/>
                  </a:lnTo>
                  <a:lnTo>
                    <a:pt x="71745" y="494145"/>
                  </a:lnTo>
                  <a:lnTo>
                    <a:pt x="73456" y="317935"/>
                  </a:lnTo>
                  <a:lnTo>
                    <a:pt x="75167" y="232349"/>
                  </a:lnTo>
                  <a:lnTo>
                    <a:pt x="76879" y="148972"/>
                  </a:lnTo>
                  <a:lnTo>
                    <a:pt x="78590" y="129979"/>
                  </a:lnTo>
                  <a:lnTo>
                    <a:pt x="80301" y="132084"/>
                  </a:lnTo>
                  <a:lnTo>
                    <a:pt x="82013" y="194559"/>
                  </a:lnTo>
                  <a:lnTo>
                    <a:pt x="83724" y="323873"/>
                  </a:lnTo>
                  <a:lnTo>
                    <a:pt x="85436" y="459792"/>
                  </a:lnTo>
                  <a:lnTo>
                    <a:pt x="87147" y="548330"/>
                  </a:lnTo>
                  <a:lnTo>
                    <a:pt x="88858" y="491340"/>
                  </a:lnTo>
                  <a:lnTo>
                    <a:pt x="90570" y="339707"/>
                  </a:lnTo>
                  <a:lnTo>
                    <a:pt x="92281" y="254376"/>
                  </a:lnTo>
                  <a:lnTo>
                    <a:pt x="93993" y="267157"/>
                  </a:lnTo>
                  <a:lnTo>
                    <a:pt x="95704" y="249248"/>
                  </a:lnTo>
                  <a:lnTo>
                    <a:pt x="97415" y="175028"/>
                  </a:lnTo>
                  <a:lnTo>
                    <a:pt x="99127" y="199980"/>
                  </a:lnTo>
                  <a:lnTo>
                    <a:pt x="100838" y="311545"/>
                  </a:lnTo>
                  <a:lnTo>
                    <a:pt x="102550" y="464390"/>
                  </a:lnTo>
                  <a:lnTo>
                    <a:pt x="104261" y="528766"/>
                  </a:lnTo>
                  <a:lnTo>
                    <a:pt x="105972" y="556977"/>
                  </a:lnTo>
                  <a:lnTo>
                    <a:pt x="107684" y="559144"/>
                  </a:lnTo>
                  <a:lnTo>
                    <a:pt x="109395" y="594036"/>
                  </a:lnTo>
                  <a:lnTo>
                    <a:pt x="111107" y="621275"/>
                  </a:lnTo>
                  <a:lnTo>
                    <a:pt x="112818" y="604982"/>
                  </a:lnTo>
                  <a:lnTo>
                    <a:pt x="114529" y="595510"/>
                  </a:lnTo>
                  <a:lnTo>
                    <a:pt x="116241" y="602460"/>
                  </a:lnTo>
                  <a:lnTo>
                    <a:pt x="117952" y="674514"/>
                  </a:lnTo>
                  <a:lnTo>
                    <a:pt x="119664" y="643296"/>
                  </a:lnTo>
                  <a:lnTo>
                    <a:pt x="121375" y="595236"/>
                  </a:lnTo>
                  <a:lnTo>
                    <a:pt x="123086" y="557185"/>
                  </a:lnTo>
                  <a:lnTo>
                    <a:pt x="124798" y="499952"/>
                  </a:lnTo>
                  <a:lnTo>
                    <a:pt x="126509" y="443988"/>
                  </a:lnTo>
                  <a:lnTo>
                    <a:pt x="128221" y="358567"/>
                  </a:lnTo>
                  <a:lnTo>
                    <a:pt x="129932" y="309062"/>
                  </a:lnTo>
                  <a:lnTo>
                    <a:pt x="131643" y="326887"/>
                  </a:lnTo>
                  <a:lnTo>
                    <a:pt x="133355" y="364938"/>
                  </a:lnTo>
                  <a:lnTo>
                    <a:pt x="135066" y="399526"/>
                  </a:lnTo>
                  <a:lnTo>
                    <a:pt x="136778" y="404458"/>
                  </a:lnTo>
                  <a:lnTo>
                    <a:pt x="138489" y="431251"/>
                  </a:lnTo>
                  <a:lnTo>
                    <a:pt x="140200" y="471440"/>
                  </a:lnTo>
                  <a:lnTo>
                    <a:pt x="141912" y="469125"/>
                  </a:lnTo>
                  <a:lnTo>
                    <a:pt x="143623" y="420033"/>
                  </a:lnTo>
                  <a:lnTo>
                    <a:pt x="145335" y="377254"/>
                  </a:lnTo>
                  <a:lnTo>
                    <a:pt x="147046" y="404831"/>
                  </a:lnTo>
                  <a:lnTo>
                    <a:pt x="148757" y="448005"/>
                  </a:lnTo>
                  <a:lnTo>
                    <a:pt x="150469" y="422982"/>
                  </a:lnTo>
                  <a:lnTo>
                    <a:pt x="152180" y="393901"/>
                  </a:lnTo>
                  <a:lnTo>
                    <a:pt x="153892" y="430660"/>
                  </a:lnTo>
                  <a:lnTo>
                    <a:pt x="155603" y="496088"/>
                  </a:lnTo>
                  <a:lnTo>
                    <a:pt x="157314" y="515789"/>
                  </a:lnTo>
                  <a:lnTo>
                    <a:pt x="159026" y="498153"/>
                  </a:lnTo>
                  <a:lnTo>
                    <a:pt x="160737" y="525262"/>
                  </a:lnTo>
                  <a:lnTo>
                    <a:pt x="162449" y="506713"/>
                  </a:lnTo>
                  <a:lnTo>
                    <a:pt x="164160" y="454113"/>
                  </a:lnTo>
                  <a:lnTo>
                    <a:pt x="165871" y="390817"/>
                  </a:lnTo>
                  <a:lnTo>
                    <a:pt x="167583" y="308930"/>
                  </a:lnTo>
                  <a:lnTo>
                    <a:pt x="169294" y="275401"/>
                  </a:lnTo>
                  <a:lnTo>
                    <a:pt x="171006" y="312717"/>
                  </a:lnTo>
                  <a:lnTo>
                    <a:pt x="172717" y="315257"/>
                  </a:lnTo>
                  <a:lnTo>
                    <a:pt x="174428" y="288366"/>
                  </a:lnTo>
                  <a:lnTo>
                    <a:pt x="176140" y="340941"/>
                  </a:lnTo>
                  <a:lnTo>
                    <a:pt x="177851" y="399024"/>
                  </a:lnTo>
                  <a:lnTo>
                    <a:pt x="179563" y="409282"/>
                  </a:lnTo>
                  <a:lnTo>
                    <a:pt x="181274" y="419859"/>
                  </a:lnTo>
                  <a:lnTo>
                    <a:pt x="182985" y="484905"/>
                  </a:lnTo>
                  <a:lnTo>
                    <a:pt x="184697" y="455588"/>
                  </a:lnTo>
                  <a:lnTo>
                    <a:pt x="186408" y="336632"/>
                  </a:lnTo>
                  <a:lnTo>
                    <a:pt x="188119" y="319728"/>
                  </a:lnTo>
                  <a:lnTo>
                    <a:pt x="189831" y="376090"/>
                  </a:lnTo>
                  <a:lnTo>
                    <a:pt x="191542" y="376779"/>
                  </a:lnTo>
                  <a:lnTo>
                    <a:pt x="193254" y="380862"/>
                  </a:lnTo>
                  <a:lnTo>
                    <a:pt x="194965" y="460498"/>
                  </a:lnTo>
                  <a:lnTo>
                    <a:pt x="196676" y="507033"/>
                  </a:lnTo>
                  <a:lnTo>
                    <a:pt x="198388" y="416633"/>
                  </a:lnTo>
                  <a:lnTo>
                    <a:pt x="200099" y="234656"/>
                  </a:lnTo>
                  <a:lnTo>
                    <a:pt x="201811" y="97360"/>
                  </a:lnTo>
                  <a:lnTo>
                    <a:pt x="203522" y="47385"/>
                  </a:lnTo>
                  <a:lnTo>
                    <a:pt x="205233" y="7850"/>
                  </a:lnTo>
                  <a:lnTo>
                    <a:pt x="206945" y="19470"/>
                  </a:lnTo>
                  <a:lnTo>
                    <a:pt x="208656" y="99665"/>
                  </a:lnTo>
                  <a:lnTo>
                    <a:pt x="210368" y="230695"/>
                  </a:lnTo>
                  <a:lnTo>
                    <a:pt x="212079" y="335340"/>
                  </a:lnTo>
                  <a:lnTo>
                    <a:pt x="213790" y="340560"/>
                  </a:lnTo>
                  <a:lnTo>
                    <a:pt x="215502" y="387253"/>
                  </a:lnTo>
                  <a:lnTo>
                    <a:pt x="217213" y="443804"/>
                  </a:lnTo>
                  <a:lnTo>
                    <a:pt x="218925" y="481179"/>
                  </a:lnTo>
                  <a:lnTo>
                    <a:pt x="220636" y="511298"/>
                  </a:lnTo>
                  <a:lnTo>
                    <a:pt x="222347" y="529316"/>
                  </a:lnTo>
                  <a:lnTo>
                    <a:pt x="224059" y="606506"/>
                  </a:lnTo>
                  <a:lnTo>
                    <a:pt x="225770" y="661147"/>
                  </a:lnTo>
                  <a:lnTo>
                    <a:pt x="227482" y="644659"/>
                  </a:lnTo>
                  <a:lnTo>
                    <a:pt x="229193" y="612189"/>
                  </a:lnTo>
                  <a:lnTo>
                    <a:pt x="230904" y="620227"/>
                  </a:lnTo>
                  <a:lnTo>
                    <a:pt x="232616" y="634860"/>
                  </a:lnTo>
                  <a:lnTo>
                    <a:pt x="234327" y="607401"/>
                  </a:lnTo>
                  <a:lnTo>
                    <a:pt x="236039" y="546939"/>
                  </a:lnTo>
                  <a:lnTo>
                    <a:pt x="237750" y="522048"/>
                  </a:lnTo>
                  <a:lnTo>
                    <a:pt x="239461" y="554902"/>
                  </a:lnTo>
                  <a:lnTo>
                    <a:pt x="241173" y="571135"/>
                  </a:lnTo>
                  <a:lnTo>
                    <a:pt x="242884" y="571136"/>
                  </a:lnTo>
                  <a:lnTo>
                    <a:pt x="244596" y="596633"/>
                  </a:lnTo>
                  <a:lnTo>
                    <a:pt x="246307" y="608084"/>
                  </a:lnTo>
                  <a:lnTo>
                    <a:pt x="248018" y="550808"/>
                  </a:lnTo>
                  <a:lnTo>
                    <a:pt x="249730" y="474819"/>
                  </a:lnTo>
                  <a:lnTo>
                    <a:pt x="251441" y="372961"/>
                  </a:lnTo>
                  <a:lnTo>
                    <a:pt x="253153" y="317446"/>
                  </a:lnTo>
                  <a:lnTo>
                    <a:pt x="254864" y="232676"/>
                  </a:lnTo>
                  <a:lnTo>
                    <a:pt x="256575" y="181874"/>
                  </a:lnTo>
                  <a:lnTo>
                    <a:pt x="258287" y="235749"/>
                  </a:lnTo>
                  <a:lnTo>
                    <a:pt x="259998" y="322214"/>
                  </a:lnTo>
                  <a:lnTo>
                    <a:pt x="261710" y="420632"/>
                  </a:lnTo>
                  <a:lnTo>
                    <a:pt x="263421" y="476148"/>
                  </a:lnTo>
                  <a:lnTo>
                    <a:pt x="265132" y="537264"/>
                  </a:lnTo>
                  <a:lnTo>
                    <a:pt x="266844" y="611224"/>
                  </a:lnTo>
                  <a:lnTo>
                    <a:pt x="268555" y="649481"/>
                  </a:lnTo>
                  <a:lnTo>
                    <a:pt x="270267" y="603114"/>
                  </a:lnTo>
                  <a:lnTo>
                    <a:pt x="271978" y="538185"/>
                  </a:lnTo>
                  <a:lnTo>
                    <a:pt x="273689" y="533457"/>
                  </a:lnTo>
                  <a:lnTo>
                    <a:pt x="275401" y="518086"/>
                  </a:lnTo>
                  <a:lnTo>
                    <a:pt x="277112" y="516346"/>
                  </a:lnTo>
                  <a:lnTo>
                    <a:pt x="278824" y="477465"/>
                  </a:lnTo>
                  <a:lnTo>
                    <a:pt x="280535" y="446061"/>
                  </a:lnTo>
                  <a:lnTo>
                    <a:pt x="282246" y="431893"/>
                  </a:lnTo>
                  <a:lnTo>
                    <a:pt x="283958" y="483286"/>
                  </a:lnTo>
                  <a:lnTo>
                    <a:pt x="285669" y="567552"/>
                  </a:lnTo>
                  <a:lnTo>
                    <a:pt x="287380" y="520600"/>
                  </a:lnTo>
                  <a:lnTo>
                    <a:pt x="289092" y="551259"/>
                  </a:lnTo>
                  <a:lnTo>
                    <a:pt x="290803" y="671750"/>
                  </a:lnTo>
                  <a:lnTo>
                    <a:pt x="291512" y="74168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275015" y="2529716"/>
              <a:ext cx="139014" cy="732760"/>
            </a:xfrm>
            <a:custGeom>
              <a:avLst/>
              <a:pathLst>
                <a:path w="139014" h="732760">
                  <a:moveTo>
                    <a:pt x="0" y="732760"/>
                  </a:moveTo>
                  <a:lnTo>
                    <a:pt x="25" y="730326"/>
                  </a:lnTo>
                  <a:lnTo>
                    <a:pt x="1736" y="491513"/>
                  </a:lnTo>
                  <a:lnTo>
                    <a:pt x="3448" y="402060"/>
                  </a:lnTo>
                  <a:lnTo>
                    <a:pt x="5159" y="442602"/>
                  </a:lnTo>
                  <a:lnTo>
                    <a:pt x="6871" y="395498"/>
                  </a:lnTo>
                  <a:lnTo>
                    <a:pt x="8582" y="404977"/>
                  </a:lnTo>
                  <a:lnTo>
                    <a:pt x="10293" y="474092"/>
                  </a:lnTo>
                  <a:lnTo>
                    <a:pt x="12005" y="537345"/>
                  </a:lnTo>
                  <a:lnTo>
                    <a:pt x="13716" y="508154"/>
                  </a:lnTo>
                  <a:lnTo>
                    <a:pt x="15428" y="472575"/>
                  </a:lnTo>
                  <a:lnTo>
                    <a:pt x="17139" y="478795"/>
                  </a:lnTo>
                  <a:lnTo>
                    <a:pt x="18850" y="466169"/>
                  </a:lnTo>
                  <a:lnTo>
                    <a:pt x="20562" y="461053"/>
                  </a:lnTo>
                  <a:lnTo>
                    <a:pt x="22273" y="409520"/>
                  </a:lnTo>
                  <a:lnTo>
                    <a:pt x="23985" y="449873"/>
                  </a:lnTo>
                  <a:lnTo>
                    <a:pt x="25696" y="495158"/>
                  </a:lnTo>
                  <a:lnTo>
                    <a:pt x="27407" y="531423"/>
                  </a:lnTo>
                  <a:lnTo>
                    <a:pt x="29119" y="582008"/>
                  </a:lnTo>
                  <a:lnTo>
                    <a:pt x="30830" y="591714"/>
                  </a:lnTo>
                  <a:lnTo>
                    <a:pt x="32542" y="651560"/>
                  </a:lnTo>
                  <a:lnTo>
                    <a:pt x="34253" y="674030"/>
                  </a:lnTo>
                  <a:lnTo>
                    <a:pt x="35964" y="655524"/>
                  </a:lnTo>
                  <a:lnTo>
                    <a:pt x="37676" y="626694"/>
                  </a:lnTo>
                  <a:lnTo>
                    <a:pt x="39387" y="549777"/>
                  </a:lnTo>
                  <a:lnTo>
                    <a:pt x="41098" y="413398"/>
                  </a:lnTo>
                  <a:lnTo>
                    <a:pt x="42810" y="373793"/>
                  </a:lnTo>
                  <a:lnTo>
                    <a:pt x="44521" y="354224"/>
                  </a:lnTo>
                  <a:lnTo>
                    <a:pt x="46233" y="323054"/>
                  </a:lnTo>
                  <a:lnTo>
                    <a:pt x="47944" y="283699"/>
                  </a:lnTo>
                  <a:lnTo>
                    <a:pt x="49655" y="329271"/>
                  </a:lnTo>
                  <a:lnTo>
                    <a:pt x="51367" y="465649"/>
                  </a:lnTo>
                  <a:lnTo>
                    <a:pt x="53078" y="464537"/>
                  </a:lnTo>
                  <a:lnTo>
                    <a:pt x="54790" y="449686"/>
                  </a:lnTo>
                  <a:lnTo>
                    <a:pt x="56501" y="534569"/>
                  </a:lnTo>
                  <a:lnTo>
                    <a:pt x="58212" y="609231"/>
                  </a:lnTo>
                  <a:lnTo>
                    <a:pt x="59924" y="640575"/>
                  </a:lnTo>
                  <a:lnTo>
                    <a:pt x="61635" y="640576"/>
                  </a:lnTo>
                  <a:lnTo>
                    <a:pt x="63347" y="652326"/>
                  </a:lnTo>
                  <a:lnTo>
                    <a:pt x="65058" y="641866"/>
                  </a:lnTo>
                  <a:lnTo>
                    <a:pt x="66769" y="585248"/>
                  </a:lnTo>
                  <a:lnTo>
                    <a:pt x="68481" y="578771"/>
                  </a:lnTo>
                  <a:lnTo>
                    <a:pt x="70192" y="578772"/>
                  </a:lnTo>
                  <a:lnTo>
                    <a:pt x="71904" y="556291"/>
                  </a:lnTo>
                  <a:lnTo>
                    <a:pt x="73615" y="524880"/>
                  </a:lnTo>
                  <a:lnTo>
                    <a:pt x="75326" y="560856"/>
                  </a:lnTo>
                  <a:lnTo>
                    <a:pt x="77038" y="582268"/>
                  </a:lnTo>
                  <a:lnTo>
                    <a:pt x="78749" y="560074"/>
                  </a:lnTo>
                  <a:lnTo>
                    <a:pt x="80461" y="479921"/>
                  </a:lnTo>
                  <a:lnTo>
                    <a:pt x="82172" y="406509"/>
                  </a:lnTo>
                  <a:lnTo>
                    <a:pt x="83883" y="409892"/>
                  </a:lnTo>
                  <a:lnTo>
                    <a:pt x="85595" y="409057"/>
                  </a:lnTo>
                  <a:lnTo>
                    <a:pt x="87306" y="354681"/>
                  </a:lnTo>
                  <a:lnTo>
                    <a:pt x="89018" y="338900"/>
                  </a:lnTo>
                  <a:lnTo>
                    <a:pt x="90729" y="397178"/>
                  </a:lnTo>
                  <a:lnTo>
                    <a:pt x="92440" y="467281"/>
                  </a:lnTo>
                  <a:lnTo>
                    <a:pt x="94152" y="481596"/>
                  </a:lnTo>
                  <a:lnTo>
                    <a:pt x="95863" y="401704"/>
                  </a:lnTo>
                  <a:lnTo>
                    <a:pt x="97575" y="414842"/>
                  </a:lnTo>
                  <a:lnTo>
                    <a:pt x="99286" y="483642"/>
                  </a:lnTo>
                  <a:lnTo>
                    <a:pt x="100997" y="535760"/>
                  </a:lnTo>
                  <a:lnTo>
                    <a:pt x="102709" y="561550"/>
                  </a:lnTo>
                  <a:lnTo>
                    <a:pt x="104420" y="604229"/>
                  </a:lnTo>
                  <a:lnTo>
                    <a:pt x="106132" y="693862"/>
                  </a:lnTo>
                  <a:lnTo>
                    <a:pt x="107843" y="706362"/>
                  </a:lnTo>
                  <a:lnTo>
                    <a:pt x="109554" y="548222"/>
                  </a:lnTo>
                  <a:lnTo>
                    <a:pt x="111266" y="442953"/>
                  </a:lnTo>
                  <a:lnTo>
                    <a:pt x="112977" y="435111"/>
                  </a:lnTo>
                  <a:lnTo>
                    <a:pt x="114689" y="439784"/>
                  </a:lnTo>
                  <a:lnTo>
                    <a:pt x="116400" y="450344"/>
                  </a:lnTo>
                  <a:lnTo>
                    <a:pt x="118111" y="415527"/>
                  </a:lnTo>
                  <a:lnTo>
                    <a:pt x="119823" y="436120"/>
                  </a:lnTo>
                  <a:lnTo>
                    <a:pt x="121534" y="405381"/>
                  </a:lnTo>
                  <a:lnTo>
                    <a:pt x="123246" y="342237"/>
                  </a:lnTo>
                  <a:lnTo>
                    <a:pt x="124957" y="221339"/>
                  </a:lnTo>
                  <a:lnTo>
                    <a:pt x="126668" y="50413"/>
                  </a:lnTo>
                  <a:lnTo>
                    <a:pt x="128380" y="0"/>
                  </a:lnTo>
                  <a:lnTo>
                    <a:pt x="130091" y="60619"/>
                  </a:lnTo>
                  <a:lnTo>
                    <a:pt x="131803" y="165357"/>
                  </a:lnTo>
                  <a:lnTo>
                    <a:pt x="133514" y="236344"/>
                  </a:lnTo>
                  <a:lnTo>
                    <a:pt x="135225" y="352570"/>
                  </a:lnTo>
                  <a:lnTo>
                    <a:pt x="136937" y="543132"/>
                  </a:lnTo>
                  <a:lnTo>
                    <a:pt x="138648" y="717525"/>
                  </a:lnTo>
                  <a:lnTo>
                    <a:pt x="139014" y="73276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418788" y="2774246"/>
              <a:ext cx="18131" cy="488230"/>
            </a:xfrm>
            <a:custGeom>
              <a:avLst/>
              <a:pathLst>
                <a:path w="18131" h="488230">
                  <a:moveTo>
                    <a:pt x="0" y="488230"/>
                  </a:moveTo>
                  <a:lnTo>
                    <a:pt x="8" y="487904"/>
                  </a:lnTo>
                  <a:lnTo>
                    <a:pt x="1720" y="417435"/>
                  </a:lnTo>
                  <a:lnTo>
                    <a:pt x="3431" y="340650"/>
                  </a:lnTo>
                  <a:lnTo>
                    <a:pt x="5143" y="258970"/>
                  </a:lnTo>
                  <a:lnTo>
                    <a:pt x="6854" y="148585"/>
                  </a:lnTo>
                  <a:lnTo>
                    <a:pt x="8565" y="3622"/>
                  </a:lnTo>
                  <a:lnTo>
                    <a:pt x="10277" y="0"/>
                  </a:lnTo>
                  <a:lnTo>
                    <a:pt x="11988" y="103759"/>
                  </a:lnTo>
                  <a:lnTo>
                    <a:pt x="13700" y="198588"/>
                  </a:lnTo>
                  <a:lnTo>
                    <a:pt x="15411" y="243381"/>
                  </a:lnTo>
                  <a:lnTo>
                    <a:pt x="17122" y="348866"/>
                  </a:lnTo>
                  <a:lnTo>
                    <a:pt x="18131" y="48823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48003" y="3210831"/>
              <a:ext cx="2776" cy="51645"/>
            </a:xfrm>
            <a:custGeom>
              <a:avLst/>
              <a:pathLst>
                <a:path w="2776" h="51645">
                  <a:moveTo>
                    <a:pt x="0" y="51645"/>
                  </a:moveTo>
                  <a:lnTo>
                    <a:pt x="1599" y="0"/>
                  </a:lnTo>
                  <a:lnTo>
                    <a:pt x="2776" y="5164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457439" y="2523137"/>
              <a:ext cx="48625" cy="739339"/>
            </a:xfrm>
            <a:custGeom>
              <a:avLst/>
              <a:pathLst>
                <a:path w="48625" h="739339">
                  <a:moveTo>
                    <a:pt x="0" y="739339"/>
                  </a:moveTo>
                  <a:lnTo>
                    <a:pt x="720" y="717853"/>
                  </a:lnTo>
                  <a:lnTo>
                    <a:pt x="2431" y="708180"/>
                  </a:lnTo>
                  <a:lnTo>
                    <a:pt x="4143" y="692504"/>
                  </a:lnTo>
                  <a:lnTo>
                    <a:pt x="5854" y="598478"/>
                  </a:lnTo>
                  <a:lnTo>
                    <a:pt x="7565" y="506962"/>
                  </a:lnTo>
                  <a:lnTo>
                    <a:pt x="9277" y="433479"/>
                  </a:lnTo>
                  <a:lnTo>
                    <a:pt x="10988" y="289692"/>
                  </a:lnTo>
                  <a:lnTo>
                    <a:pt x="12700" y="151692"/>
                  </a:lnTo>
                  <a:lnTo>
                    <a:pt x="14411" y="0"/>
                  </a:lnTo>
                  <a:lnTo>
                    <a:pt x="16122" y="35722"/>
                  </a:lnTo>
                  <a:lnTo>
                    <a:pt x="17834" y="132991"/>
                  </a:lnTo>
                  <a:lnTo>
                    <a:pt x="19545" y="181329"/>
                  </a:lnTo>
                  <a:lnTo>
                    <a:pt x="21257" y="269173"/>
                  </a:lnTo>
                  <a:lnTo>
                    <a:pt x="22968" y="326375"/>
                  </a:lnTo>
                  <a:lnTo>
                    <a:pt x="24679" y="461676"/>
                  </a:lnTo>
                  <a:lnTo>
                    <a:pt x="26391" y="520394"/>
                  </a:lnTo>
                  <a:lnTo>
                    <a:pt x="28102" y="508216"/>
                  </a:lnTo>
                  <a:lnTo>
                    <a:pt x="29814" y="448378"/>
                  </a:lnTo>
                  <a:lnTo>
                    <a:pt x="31525" y="422475"/>
                  </a:lnTo>
                  <a:lnTo>
                    <a:pt x="33236" y="433652"/>
                  </a:lnTo>
                  <a:lnTo>
                    <a:pt x="34948" y="375732"/>
                  </a:lnTo>
                  <a:lnTo>
                    <a:pt x="36659" y="325360"/>
                  </a:lnTo>
                  <a:lnTo>
                    <a:pt x="38371" y="323739"/>
                  </a:lnTo>
                  <a:lnTo>
                    <a:pt x="40082" y="416305"/>
                  </a:lnTo>
                  <a:lnTo>
                    <a:pt x="41793" y="498153"/>
                  </a:lnTo>
                  <a:lnTo>
                    <a:pt x="43505" y="575543"/>
                  </a:lnTo>
                  <a:lnTo>
                    <a:pt x="45216" y="672286"/>
                  </a:lnTo>
                  <a:lnTo>
                    <a:pt x="46928" y="725655"/>
                  </a:lnTo>
                  <a:lnTo>
                    <a:pt x="48625" y="73933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09505" y="1719112"/>
              <a:ext cx="483538" cy="1543364"/>
            </a:xfrm>
            <a:custGeom>
              <a:avLst/>
              <a:pathLst>
                <a:path w="483538" h="1543364">
                  <a:moveTo>
                    <a:pt x="0" y="1543364"/>
                  </a:moveTo>
                  <a:lnTo>
                    <a:pt x="1708" y="1479797"/>
                  </a:lnTo>
                  <a:lnTo>
                    <a:pt x="3419" y="1347786"/>
                  </a:lnTo>
                  <a:lnTo>
                    <a:pt x="5131" y="1279159"/>
                  </a:lnTo>
                  <a:lnTo>
                    <a:pt x="6842" y="1255265"/>
                  </a:lnTo>
                  <a:lnTo>
                    <a:pt x="8553" y="1182926"/>
                  </a:lnTo>
                  <a:lnTo>
                    <a:pt x="10265" y="1086669"/>
                  </a:lnTo>
                  <a:lnTo>
                    <a:pt x="11976" y="1088773"/>
                  </a:lnTo>
                  <a:lnTo>
                    <a:pt x="13688" y="1195129"/>
                  </a:lnTo>
                  <a:lnTo>
                    <a:pt x="15399" y="1231902"/>
                  </a:lnTo>
                  <a:lnTo>
                    <a:pt x="17110" y="1172407"/>
                  </a:lnTo>
                  <a:lnTo>
                    <a:pt x="18822" y="1109472"/>
                  </a:lnTo>
                  <a:lnTo>
                    <a:pt x="20533" y="1119314"/>
                  </a:lnTo>
                  <a:lnTo>
                    <a:pt x="22244" y="1117904"/>
                  </a:lnTo>
                  <a:lnTo>
                    <a:pt x="23956" y="1131832"/>
                  </a:lnTo>
                  <a:lnTo>
                    <a:pt x="25667" y="1215751"/>
                  </a:lnTo>
                  <a:lnTo>
                    <a:pt x="27379" y="1286802"/>
                  </a:lnTo>
                  <a:lnTo>
                    <a:pt x="29090" y="1326674"/>
                  </a:lnTo>
                  <a:lnTo>
                    <a:pt x="30801" y="1322003"/>
                  </a:lnTo>
                  <a:lnTo>
                    <a:pt x="32513" y="1313343"/>
                  </a:lnTo>
                  <a:lnTo>
                    <a:pt x="34224" y="1246006"/>
                  </a:lnTo>
                  <a:lnTo>
                    <a:pt x="35936" y="1144165"/>
                  </a:lnTo>
                  <a:lnTo>
                    <a:pt x="37647" y="1152750"/>
                  </a:lnTo>
                  <a:lnTo>
                    <a:pt x="39358" y="1248155"/>
                  </a:lnTo>
                  <a:lnTo>
                    <a:pt x="41070" y="1314061"/>
                  </a:lnTo>
                  <a:lnTo>
                    <a:pt x="42781" y="1260903"/>
                  </a:lnTo>
                  <a:lnTo>
                    <a:pt x="44493" y="1184599"/>
                  </a:lnTo>
                  <a:lnTo>
                    <a:pt x="46204" y="1186205"/>
                  </a:lnTo>
                  <a:lnTo>
                    <a:pt x="47915" y="1157604"/>
                  </a:lnTo>
                  <a:lnTo>
                    <a:pt x="49627" y="1155292"/>
                  </a:lnTo>
                  <a:lnTo>
                    <a:pt x="51338" y="1150536"/>
                  </a:lnTo>
                  <a:lnTo>
                    <a:pt x="53050" y="1233313"/>
                  </a:lnTo>
                  <a:lnTo>
                    <a:pt x="54761" y="1271958"/>
                  </a:lnTo>
                  <a:lnTo>
                    <a:pt x="56472" y="1236773"/>
                  </a:lnTo>
                  <a:lnTo>
                    <a:pt x="58184" y="1264211"/>
                  </a:lnTo>
                  <a:lnTo>
                    <a:pt x="59895" y="1266528"/>
                  </a:lnTo>
                  <a:lnTo>
                    <a:pt x="61607" y="1256187"/>
                  </a:lnTo>
                  <a:lnTo>
                    <a:pt x="63318" y="1249468"/>
                  </a:lnTo>
                  <a:lnTo>
                    <a:pt x="65029" y="1326070"/>
                  </a:lnTo>
                  <a:lnTo>
                    <a:pt x="66741" y="1340633"/>
                  </a:lnTo>
                  <a:lnTo>
                    <a:pt x="68452" y="1290364"/>
                  </a:lnTo>
                  <a:lnTo>
                    <a:pt x="70164" y="1309633"/>
                  </a:lnTo>
                  <a:lnTo>
                    <a:pt x="71875" y="1279934"/>
                  </a:lnTo>
                  <a:lnTo>
                    <a:pt x="73586" y="1115469"/>
                  </a:lnTo>
                  <a:lnTo>
                    <a:pt x="75298" y="924729"/>
                  </a:lnTo>
                  <a:lnTo>
                    <a:pt x="77009" y="869218"/>
                  </a:lnTo>
                  <a:lnTo>
                    <a:pt x="78721" y="809090"/>
                  </a:lnTo>
                  <a:lnTo>
                    <a:pt x="80432" y="693234"/>
                  </a:lnTo>
                  <a:lnTo>
                    <a:pt x="82143" y="635029"/>
                  </a:lnTo>
                  <a:lnTo>
                    <a:pt x="83855" y="731700"/>
                  </a:lnTo>
                  <a:lnTo>
                    <a:pt x="85566" y="824835"/>
                  </a:lnTo>
                  <a:lnTo>
                    <a:pt x="87278" y="688410"/>
                  </a:lnTo>
                  <a:lnTo>
                    <a:pt x="88989" y="547374"/>
                  </a:lnTo>
                  <a:lnTo>
                    <a:pt x="90700" y="393001"/>
                  </a:lnTo>
                  <a:lnTo>
                    <a:pt x="92412" y="291407"/>
                  </a:lnTo>
                  <a:lnTo>
                    <a:pt x="94123" y="224389"/>
                  </a:lnTo>
                  <a:lnTo>
                    <a:pt x="95835" y="124043"/>
                  </a:lnTo>
                  <a:lnTo>
                    <a:pt x="97546" y="210255"/>
                  </a:lnTo>
                  <a:lnTo>
                    <a:pt x="99257" y="332588"/>
                  </a:lnTo>
                  <a:lnTo>
                    <a:pt x="100969" y="496079"/>
                  </a:lnTo>
                  <a:lnTo>
                    <a:pt x="102680" y="628660"/>
                  </a:lnTo>
                  <a:lnTo>
                    <a:pt x="104392" y="629355"/>
                  </a:lnTo>
                  <a:lnTo>
                    <a:pt x="106103" y="717618"/>
                  </a:lnTo>
                  <a:lnTo>
                    <a:pt x="107814" y="835248"/>
                  </a:lnTo>
                  <a:lnTo>
                    <a:pt x="109526" y="917131"/>
                  </a:lnTo>
                  <a:lnTo>
                    <a:pt x="111237" y="920618"/>
                  </a:lnTo>
                  <a:lnTo>
                    <a:pt x="112949" y="976274"/>
                  </a:lnTo>
                  <a:lnTo>
                    <a:pt x="114660" y="1084353"/>
                  </a:lnTo>
                  <a:lnTo>
                    <a:pt x="116371" y="1132308"/>
                  </a:lnTo>
                  <a:lnTo>
                    <a:pt x="118083" y="1112669"/>
                  </a:lnTo>
                  <a:lnTo>
                    <a:pt x="119794" y="1083230"/>
                  </a:lnTo>
                  <a:lnTo>
                    <a:pt x="121506" y="1102206"/>
                  </a:lnTo>
                  <a:lnTo>
                    <a:pt x="123217" y="1136862"/>
                  </a:lnTo>
                  <a:lnTo>
                    <a:pt x="124928" y="1166819"/>
                  </a:lnTo>
                  <a:lnTo>
                    <a:pt x="126640" y="1211306"/>
                  </a:lnTo>
                  <a:lnTo>
                    <a:pt x="128351" y="1197827"/>
                  </a:lnTo>
                  <a:lnTo>
                    <a:pt x="130062" y="1237125"/>
                  </a:lnTo>
                  <a:lnTo>
                    <a:pt x="131774" y="1258852"/>
                  </a:lnTo>
                  <a:lnTo>
                    <a:pt x="133485" y="1250630"/>
                  </a:lnTo>
                  <a:lnTo>
                    <a:pt x="135197" y="1278986"/>
                  </a:lnTo>
                  <a:lnTo>
                    <a:pt x="136908" y="1305654"/>
                  </a:lnTo>
                  <a:lnTo>
                    <a:pt x="138619" y="1301060"/>
                  </a:lnTo>
                  <a:lnTo>
                    <a:pt x="140331" y="1241829"/>
                  </a:lnTo>
                  <a:lnTo>
                    <a:pt x="142042" y="1215075"/>
                  </a:lnTo>
                  <a:lnTo>
                    <a:pt x="143754" y="1142055"/>
                  </a:lnTo>
                  <a:lnTo>
                    <a:pt x="145465" y="1130846"/>
                  </a:lnTo>
                  <a:lnTo>
                    <a:pt x="147176" y="1119936"/>
                  </a:lnTo>
                  <a:lnTo>
                    <a:pt x="148888" y="1154847"/>
                  </a:lnTo>
                  <a:lnTo>
                    <a:pt x="150599" y="1182532"/>
                  </a:lnTo>
                  <a:lnTo>
                    <a:pt x="152311" y="1145303"/>
                  </a:lnTo>
                  <a:lnTo>
                    <a:pt x="154022" y="1086362"/>
                  </a:lnTo>
                  <a:lnTo>
                    <a:pt x="155733" y="1027509"/>
                  </a:lnTo>
                  <a:lnTo>
                    <a:pt x="157445" y="1022665"/>
                  </a:lnTo>
                  <a:lnTo>
                    <a:pt x="159156" y="967427"/>
                  </a:lnTo>
                  <a:lnTo>
                    <a:pt x="160868" y="925404"/>
                  </a:lnTo>
                  <a:lnTo>
                    <a:pt x="162579" y="981062"/>
                  </a:lnTo>
                  <a:lnTo>
                    <a:pt x="164290" y="1062285"/>
                  </a:lnTo>
                  <a:lnTo>
                    <a:pt x="166002" y="1105678"/>
                  </a:lnTo>
                  <a:lnTo>
                    <a:pt x="167713" y="1085968"/>
                  </a:lnTo>
                  <a:lnTo>
                    <a:pt x="169425" y="1154470"/>
                  </a:lnTo>
                  <a:lnTo>
                    <a:pt x="171136" y="1212572"/>
                  </a:lnTo>
                  <a:lnTo>
                    <a:pt x="172847" y="1134342"/>
                  </a:lnTo>
                  <a:lnTo>
                    <a:pt x="174559" y="1179495"/>
                  </a:lnTo>
                  <a:lnTo>
                    <a:pt x="176270" y="1198408"/>
                  </a:lnTo>
                  <a:lnTo>
                    <a:pt x="177982" y="1113085"/>
                  </a:lnTo>
                  <a:lnTo>
                    <a:pt x="179693" y="933525"/>
                  </a:lnTo>
                  <a:lnTo>
                    <a:pt x="181404" y="822034"/>
                  </a:lnTo>
                  <a:lnTo>
                    <a:pt x="183116" y="885920"/>
                  </a:lnTo>
                  <a:lnTo>
                    <a:pt x="184827" y="879188"/>
                  </a:lnTo>
                  <a:lnTo>
                    <a:pt x="186539" y="886945"/>
                  </a:lnTo>
                  <a:lnTo>
                    <a:pt x="188250" y="966301"/>
                  </a:lnTo>
                  <a:lnTo>
                    <a:pt x="189961" y="1082316"/>
                  </a:lnTo>
                  <a:lnTo>
                    <a:pt x="191673" y="1141104"/>
                  </a:lnTo>
                  <a:lnTo>
                    <a:pt x="193384" y="1135232"/>
                  </a:lnTo>
                  <a:lnTo>
                    <a:pt x="195096" y="1159159"/>
                  </a:lnTo>
                  <a:lnTo>
                    <a:pt x="196807" y="1123417"/>
                  </a:lnTo>
                  <a:lnTo>
                    <a:pt x="198518" y="1008001"/>
                  </a:lnTo>
                  <a:lnTo>
                    <a:pt x="200230" y="946912"/>
                  </a:lnTo>
                  <a:lnTo>
                    <a:pt x="201941" y="875565"/>
                  </a:lnTo>
                  <a:lnTo>
                    <a:pt x="203653" y="786678"/>
                  </a:lnTo>
                  <a:lnTo>
                    <a:pt x="205364" y="679740"/>
                  </a:lnTo>
                  <a:lnTo>
                    <a:pt x="207075" y="606189"/>
                  </a:lnTo>
                  <a:lnTo>
                    <a:pt x="208787" y="646095"/>
                  </a:lnTo>
                  <a:lnTo>
                    <a:pt x="210498" y="704921"/>
                  </a:lnTo>
                  <a:lnTo>
                    <a:pt x="212210" y="807046"/>
                  </a:lnTo>
                  <a:lnTo>
                    <a:pt x="213921" y="942238"/>
                  </a:lnTo>
                  <a:lnTo>
                    <a:pt x="215632" y="1029201"/>
                  </a:lnTo>
                  <a:lnTo>
                    <a:pt x="217344" y="987434"/>
                  </a:lnTo>
                  <a:lnTo>
                    <a:pt x="219055" y="926074"/>
                  </a:lnTo>
                  <a:lnTo>
                    <a:pt x="220767" y="980512"/>
                  </a:lnTo>
                  <a:lnTo>
                    <a:pt x="222478" y="1014640"/>
                  </a:lnTo>
                  <a:lnTo>
                    <a:pt x="224189" y="922026"/>
                  </a:lnTo>
                  <a:lnTo>
                    <a:pt x="225901" y="831523"/>
                  </a:lnTo>
                  <a:lnTo>
                    <a:pt x="227612" y="907956"/>
                  </a:lnTo>
                  <a:lnTo>
                    <a:pt x="229324" y="1070836"/>
                  </a:lnTo>
                  <a:lnTo>
                    <a:pt x="231035" y="1093057"/>
                  </a:lnTo>
                  <a:lnTo>
                    <a:pt x="232746" y="1033159"/>
                  </a:lnTo>
                  <a:lnTo>
                    <a:pt x="234458" y="969652"/>
                  </a:lnTo>
                  <a:lnTo>
                    <a:pt x="236169" y="978020"/>
                  </a:lnTo>
                  <a:lnTo>
                    <a:pt x="237880" y="1008197"/>
                  </a:lnTo>
                  <a:lnTo>
                    <a:pt x="239592" y="936033"/>
                  </a:lnTo>
                  <a:lnTo>
                    <a:pt x="241303" y="772086"/>
                  </a:lnTo>
                  <a:lnTo>
                    <a:pt x="243015" y="676908"/>
                  </a:lnTo>
                  <a:lnTo>
                    <a:pt x="244726" y="713870"/>
                  </a:lnTo>
                  <a:lnTo>
                    <a:pt x="246437" y="701022"/>
                  </a:lnTo>
                  <a:lnTo>
                    <a:pt x="248149" y="583936"/>
                  </a:lnTo>
                  <a:lnTo>
                    <a:pt x="249860" y="498427"/>
                  </a:lnTo>
                  <a:lnTo>
                    <a:pt x="251572" y="536234"/>
                  </a:lnTo>
                  <a:lnTo>
                    <a:pt x="253283" y="593526"/>
                  </a:lnTo>
                  <a:lnTo>
                    <a:pt x="254994" y="609316"/>
                  </a:lnTo>
                  <a:lnTo>
                    <a:pt x="256706" y="645253"/>
                  </a:lnTo>
                  <a:lnTo>
                    <a:pt x="258417" y="664560"/>
                  </a:lnTo>
                  <a:lnTo>
                    <a:pt x="260129" y="660541"/>
                  </a:lnTo>
                  <a:lnTo>
                    <a:pt x="261840" y="634329"/>
                  </a:lnTo>
                  <a:lnTo>
                    <a:pt x="263551" y="640817"/>
                  </a:lnTo>
                  <a:lnTo>
                    <a:pt x="265263" y="681834"/>
                  </a:lnTo>
                  <a:lnTo>
                    <a:pt x="266974" y="693797"/>
                  </a:lnTo>
                  <a:lnTo>
                    <a:pt x="268686" y="743264"/>
                  </a:lnTo>
                  <a:lnTo>
                    <a:pt x="270397" y="763970"/>
                  </a:lnTo>
                  <a:lnTo>
                    <a:pt x="272108" y="872953"/>
                  </a:lnTo>
                  <a:lnTo>
                    <a:pt x="273820" y="976759"/>
                  </a:lnTo>
                  <a:lnTo>
                    <a:pt x="275531" y="988977"/>
                  </a:lnTo>
                  <a:lnTo>
                    <a:pt x="277243" y="922612"/>
                  </a:lnTo>
                  <a:lnTo>
                    <a:pt x="278954" y="793696"/>
                  </a:lnTo>
                  <a:lnTo>
                    <a:pt x="280665" y="669937"/>
                  </a:lnTo>
                  <a:lnTo>
                    <a:pt x="282377" y="395354"/>
                  </a:lnTo>
                  <a:lnTo>
                    <a:pt x="284088" y="121967"/>
                  </a:lnTo>
                  <a:lnTo>
                    <a:pt x="285800" y="0"/>
                  </a:lnTo>
                  <a:lnTo>
                    <a:pt x="287511" y="92579"/>
                  </a:lnTo>
                  <a:lnTo>
                    <a:pt x="289222" y="272769"/>
                  </a:lnTo>
                  <a:lnTo>
                    <a:pt x="290934" y="451065"/>
                  </a:lnTo>
                  <a:lnTo>
                    <a:pt x="292645" y="613835"/>
                  </a:lnTo>
                  <a:lnTo>
                    <a:pt x="294357" y="861140"/>
                  </a:lnTo>
                  <a:lnTo>
                    <a:pt x="296068" y="1029612"/>
                  </a:lnTo>
                  <a:lnTo>
                    <a:pt x="297779" y="993041"/>
                  </a:lnTo>
                  <a:lnTo>
                    <a:pt x="299491" y="955443"/>
                  </a:lnTo>
                  <a:lnTo>
                    <a:pt x="301202" y="968822"/>
                  </a:lnTo>
                  <a:lnTo>
                    <a:pt x="302914" y="1152801"/>
                  </a:lnTo>
                  <a:lnTo>
                    <a:pt x="304625" y="1207314"/>
                  </a:lnTo>
                  <a:lnTo>
                    <a:pt x="306336" y="1236455"/>
                  </a:lnTo>
                  <a:lnTo>
                    <a:pt x="308048" y="1337757"/>
                  </a:lnTo>
                  <a:lnTo>
                    <a:pt x="309759" y="1384708"/>
                  </a:lnTo>
                  <a:lnTo>
                    <a:pt x="311471" y="1412624"/>
                  </a:lnTo>
                  <a:lnTo>
                    <a:pt x="313182" y="1357012"/>
                  </a:lnTo>
                  <a:lnTo>
                    <a:pt x="314893" y="1310991"/>
                  </a:lnTo>
                  <a:lnTo>
                    <a:pt x="316605" y="1212470"/>
                  </a:lnTo>
                  <a:lnTo>
                    <a:pt x="318316" y="1155616"/>
                  </a:lnTo>
                  <a:lnTo>
                    <a:pt x="320028" y="1187153"/>
                  </a:lnTo>
                  <a:lnTo>
                    <a:pt x="321739" y="1234190"/>
                  </a:lnTo>
                  <a:lnTo>
                    <a:pt x="323450" y="1218173"/>
                  </a:lnTo>
                  <a:lnTo>
                    <a:pt x="325162" y="1200616"/>
                  </a:lnTo>
                  <a:lnTo>
                    <a:pt x="326873" y="1260501"/>
                  </a:lnTo>
                  <a:lnTo>
                    <a:pt x="328585" y="1173759"/>
                  </a:lnTo>
                  <a:lnTo>
                    <a:pt x="330296" y="1008405"/>
                  </a:lnTo>
                  <a:lnTo>
                    <a:pt x="332007" y="863036"/>
                  </a:lnTo>
                  <a:lnTo>
                    <a:pt x="333719" y="765116"/>
                  </a:lnTo>
                  <a:lnTo>
                    <a:pt x="335430" y="634931"/>
                  </a:lnTo>
                  <a:lnTo>
                    <a:pt x="337142" y="471550"/>
                  </a:lnTo>
                  <a:lnTo>
                    <a:pt x="338853" y="478090"/>
                  </a:lnTo>
                  <a:lnTo>
                    <a:pt x="340564" y="554672"/>
                  </a:lnTo>
                  <a:lnTo>
                    <a:pt x="342276" y="612560"/>
                  </a:lnTo>
                  <a:lnTo>
                    <a:pt x="343987" y="625364"/>
                  </a:lnTo>
                  <a:lnTo>
                    <a:pt x="345698" y="661919"/>
                  </a:lnTo>
                  <a:lnTo>
                    <a:pt x="347410" y="674174"/>
                  </a:lnTo>
                  <a:lnTo>
                    <a:pt x="349121" y="606762"/>
                  </a:lnTo>
                  <a:lnTo>
                    <a:pt x="350833" y="559998"/>
                  </a:lnTo>
                  <a:lnTo>
                    <a:pt x="352544" y="488306"/>
                  </a:lnTo>
                  <a:lnTo>
                    <a:pt x="354255" y="445293"/>
                  </a:lnTo>
                  <a:lnTo>
                    <a:pt x="355967" y="446062"/>
                  </a:lnTo>
                  <a:lnTo>
                    <a:pt x="357678" y="603236"/>
                  </a:lnTo>
                  <a:lnTo>
                    <a:pt x="359390" y="759914"/>
                  </a:lnTo>
                  <a:lnTo>
                    <a:pt x="361101" y="810184"/>
                  </a:lnTo>
                  <a:lnTo>
                    <a:pt x="362812" y="861081"/>
                  </a:lnTo>
                  <a:lnTo>
                    <a:pt x="364524" y="962146"/>
                  </a:lnTo>
                  <a:lnTo>
                    <a:pt x="366235" y="973944"/>
                  </a:lnTo>
                  <a:lnTo>
                    <a:pt x="367947" y="952470"/>
                  </a:lnTo>
                  <a:lnTo>
                    <a:pt x="369658" y="988156"/>
                  </a:lnTo>
                  <a:lnTo>
                    <a:pt x="371369" y="1024118"/>
                  </a:lnTo>
                  <a:lnTo>
                    <a:pt x="373081" y="1147669"/>
                  </a:lnTo>
                  <a:lnTo>
                    <a:pt x="374792" y="1273461"/>
                  </a:lnTo>
                  <a:lnTo>
                    <a:pt x="376504" y="1299840"/>
                  </a:lnTo>
                  <a:lnTo>
                    <a:pt x="378215" y="1159797"/>
                  </a:lnTo>
                  <a:lnTo>
                    <a:pt x="379926" y="1042346"/>
                  </a:lnTo>
                  <a:lnTo>
                    <a:pt x="381638" y="1054771"/>
                  </a:lnTo>
                  <a:lnTo>
                    <a:pt x="383349" y="950275"/>
                  </a:lnTo>
                  <a:lnTo>
                    <a:pt x="385061" y="792203"/>
                  </a:lnTo>
                  <a:lnTo>
                    <a:pt x="386772" y="874499"/>
                  </a:lnTo>
                  <a:lnTo>
                    <a:pt x="388483" y="1030751"/>
                  </a:lnTo>
                  <a:lnTo>
                    <a:pt x="390195" y="1044399"/>
                  </a:lnTo>
                  <a:lnTo>
                    <a:pt x="391906" y="1045289"/>
                  </a:lnTo>
                  <a:lnTo>
                    <a:pt x="393618" y="1023153"/>
                  </a:lnTo>
                  <a:lnTo>
                    <a:pt x="395329" y="1078909"/>
                  </a:lnTo>
                  <a:lnTo>
                    <a:pt x="397040" y="1092765"/>
                  </a:lnTo>
                  <a:lnTo>
                    <a:pt x="398752" y="1065909"/>
                  </a:lnTo>
                  <a:lnTo>
                    <a:pt x="400463" y="1128389"/>
                  </a:lnTo>
                  <a:lnTo>
                    <a:pt x="402175" y="1173591"/>
                  </a:lnTo>
                  <a:lnTo>
                    <a:pt x="403886" y="1206549"/>
                  </a:lnTo>
                  <a:lnTo>
                    <a:pt x="405597" y="1103995"/>
                  </a:lnTo>
                  <a:lnTo>
                    <a:pt x="407309" y="932123"/>
                  </a:lnTo>
                  <a:lnTo>
                    <a:pt x="409020" y="784811"/>
                  </a:lnTo>
                  <a:lnTo>
                    <a:pt x="410732" y="669693"/>
                  </a:lnTo>
                  <a:lnTo>
                    <a:pt x="412443" y="593716"/>
                  </a:lnTo>
                  <a:lnTo>
                    <a:pt x="414154" y="679583"/>
                  </a:lnTo>
                  <a:lnTo>
                    <a:pt x="415866" y="810436"/>
                  </a:lnTo>
                  <a:lnTo>
                    <a:pt x="417577" y="819625"/>
                  </a:lnTo>
                  <a:lnTo>
                    <a:pt x="419289" y="836390"/>
                  </a:lnTo>
                  <a:lnTo>
                    <a:pt x="421000" y="860032"/>
                  </a:lnTo>
                  <a:lnTo>
                    <a:pt x="422711" y="795328"/>
                  </a:lnTo>
                  <a:lnTo>
                    <a:pt x="424423" y="597389"/>
                  </a:lnTo>
                  <a:lnTo>
                    <a:pt x="426134" y="469911"/>
                  </a:lnTo>
                  <a:lnTo>
                    <a:pt x="427846" y="530252"/>
                  </a:lnTo>
                  <a:lnTo>
                    <a:pt x="429557" y="616277"/>
                  </a:lnTo>
                  <a:lnTo>
                    <a:pt x="431268" y="586556"/>
                  </a:lnTo>
                  <a:lnTo>
                    <a:pt x="432980" y="588889"/>
                  </a:lnTo>
                  <a:lnTo>
                    <a:pt x="434691" y="740131"/>
                  </a:lnTo>
                  <a:lnTo>
                    <a:pt x="436403" y="894244"/>
                  </a:lnTo>
                  <a:lnTo>
                    <a:pt x="438114" y="957292"/>
                  </a:lnTo>
                  <a:lnTo>
                    <a:pt x="439825" y="951306"/>
                  </a:lnTo>
                  <a:lnTo>
                    <a:pt x="441537" y="950080"/>
                  </a:lnTo>
                  <a:lnTo>
                    <a:pt x="443248" y="913323"/>
                  </a:lnTo>
                  <a:lnTo>
                    <a:pt x="444959" y="909107"/>
                  </a:lnTo>
                  <a:lnTo>
                    <a:pt x="446671" y="807307"/>
                  </a:lnTo>
                  <a:lnTo>
                    <a:pt x="448382" y="764548"/>
                  </a:lnTo>
                  <a:lnTo>
                    <a:pt x="450094" y="838644"/>
                  </a:lnTo>
                  <a:lnTo>
                    <a:pt x="451805" y="929691"/>
                  </a:lnTo>
                  <a:lnTo>
                    <a:pt x="453516" y="1043815"/>
                  </a:lnTo>
                  <a:lnTo>
                    <a:pt x="455228" y="1030403"/>
                  </a:lnTo>
                  <a:lnTo>
                    <a:pt x="456939" y="1079698"/>
                  </a:lnTo>
                  <a:lnTo>
                    <a:pt x="458651" y="1108387"/>
                  </a:lnTo>
                  <a:lnTo>
                    <a:pt x="460362" y="1124055"/>
                  </a:lnTo>
                  <a:lnTo>
                    <a:pt x="462073" y="1161105"/>
                  </a:lnTo>
                  <a:lnTo>
                    <a:pt x="463785" y="1136692"/>
                  </a:lnTo>
                  <a:lnTo>
                    <a:pt x="465496" y="1081628"/>
                  </a:lnTo>
                  <a:lnTo>
                    <a:pt x="467208" y="1088546"/>
                  </a:lnTo>
                  <a:lnTo>
                    <a:pt x="468919" y="1120496"/>
                  </a:lnTo>
                  <a:lnTo>
                    <a:pt x="470630" y="1120215"/>
                  </a:lnTo>
                  <a:lnTo>
                    <a:pt x="472342" y="1147578"/>
                  </a:lnTo>
                  <a:lnTo>
                    <a:pt x="474053" y="1224358"/>
                  </a:lnTo>
                  <a:lnTo>
                    <a:pt x="475765" y="1344627"/>
                  </a:lnTo>
                  <a:lnTo>
                    <a:pt x="477476" y="1419994"/>
                  </a:lnTo>
                  <a:lnTo>
                    <a:pt x="479187" y="1460903"/>
                  </a:lnTo>
                  <a:lnTo>
                    <a:pt x="480899" y="1461322"/>
                  </a:lnTo>
                  <a:lnTo>
                    <a:pt x="482610" y="1490385"/>
                  </a:lnTo>
                  <a:lnTo>
                    <a:pt x="483538" y="154336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005723" y="2977846"/>
              <a:ext cx="20989" cy="284631"/>
            </a:xfrm>
            <a:custGeom>
              <a:avLst/>
              <a:pathLst>
                <a:path w="20989" h="284631">
                  <a:moveTo>
                    <a:pt x="0" y="284631"/>
                  </a:moveTo>
                  <a:lnTo>
                    <a:pt x="83" y="276827"/>
                  </a:lnTo>
                  <a:lnTo>
                    <a:pt x="1795" y="265670"/>
                  </a:lnTo>
                  <a:lnTo>
                    <a:pt x="3506" y="257132"/>
                  </a:lnTo>
                  <a:lnTo>
                    <a:pt x="5217" y="245243"/>
                  </a:lnTo>
                  <a:lnTo>
                    <a:pt x="6929" y="223783"/>
                  </a:lnTo>
                  <a:lnTo>
                    <a:pt x="8640" y="134941"/>
                  </a:lnTo>
                  <a:lnTo>
                    <a:pt x="10351" y="59699"/>
                  </a:lnTo>
                  <a:lnTo>
                    <a:pt x="12063" y="30845"/>
                  </a:lnTo>
                  <a:lnTo>
                    <a:pt x="13774" y="0"/>
                  </a:lnTo>
                  <a:lnTo>
                    <a:pt x="15486" y="58244"/>
                  </a:lnTo>
                  <a:lnTo>
                    <a:pt x="17197" y="131389"/>
                  </a:lnTo>
                  <a:lnTo>
                    <a:pt x="18908" y="169611"/>
                  </a:lnTo>
                  <a:lnTo>
                    <a:pt x="20620" y="267991"/>
                  </a:lnTo>
                  <a:lnTo>
                    <a:pt x="20989" y="28463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030653" y="1801667"/>
              <a:ext cx="534371" cy="1460809"/>
            </a:xfrm>
            <a:custGeom>
              <a:avLst/>
              <a:pathLst>
                <a:path w="534371" h="1460809">
                  <a:moveTo>
                    <a:pt x="0" y="1460809"/>
                  </a:moveTo>
                  <a:lnTo>
                    <a:pt x="824" y="1393600"/>
                  </a:lnTo>
                  <a:lnTo>
                    <a:pt x="2536" y="1264694"/>
                  </a:lnTo>
                  <a:lnTo>
                    <a:pt x="4247" y="1138545"/>
                  </a:lnTo>
                  <a:lnTo>
                    <a:pt x="5958" y="1013307"/>
                  </a:lnTo>
                  <a:lnTo>
                    <a:pt x="7670" y="924991"/>
                  </a:lnTo>
                  <a:lnTo>
                    <a:pt x="9381" y="811841"/>
                  </a:lnTo>
                  <a:lnTo>
                    <a:pt x="11093" y="774702"/>
                  </a:lnTo>
                  <a:lnTo>
                    <a:pt x="12804" y="826285"/>
                  </a:lnTo>
                  <a:lnTo>
                    <a:pt x="14515" y="958153"/>
                  </a:lnTo>
                  <a:lnTo>
                    <a:pt x="16227" y="1014850"/>
                  </a:lnTo>
                  <a:lnTo>
                    <a:pt x="17938" y="973541"/>
                  </a:lnTo>
                  <a:lnTo>
                    <a:pt x="19650" y="1024503"/>
                  </a:lnTo>
                  <a:lnTo>
                    <a:pt x="21361" y="1099295"/>
                  </a:lnTo>
                  <a:lnTo>
                    <a:pt x="23072" y="1082877"/>
                  </a:lnTo>
                  <a:lnTo>
                    <a:pt x="24784" y="971243"/>
                  </a:lnTo>
                  <a:lnTo>
                    <a:pt x="26495" y="886440"/>
                  </a:lnTo>
                  <a:lnTo>
                    <a:pt x="28207" y="908106"/>
                  </a:lnTo>
                  <a:lnTo>
                    <a:pt x="29918" y="1010655"/>
                  </a:lnTo>
                  <a:lnTo>
                    <a:pt x="31629" y="1049093"/>
                  </a:lnTo>
                  <a:lnTo>
                    <a:pt x="33341" y="1021320"/>
                  </a:lnTo>
                  <a:lnTo>
                    <a:pt x="35052" y="1061630"/>
                  </a:lnTo>
                  <a:lnTo>
                    <a:pt x="36764" y="1185767"/>
                  </a:lnTo>
                  <a:lnTo>
                    <a:pt x="38475" y="1181482"/>
                  </a:lnTo>
                  <a:lnTo>
                    <a:pt x="40186" y="1061006"/>
                  </a:lnTo>
                  <a:lnTo>
                    <a:pt x="41898" y="1022126"/>
                  </a:lnTo>
                  <a:lnTo>
                    <a:pt x="43609" y="1140028"/>
                  </a:lnTo>
                  <a:lnTo>
                    <a:pt x="45320" y="1219738"/>
                  </a:lnTo>
                  <a:lnTo>
                    <a:pt x="47032" y="1150069"/>
                  </a:lnTo>
                  <a:lnTo>
                    <a:pt x="48743" y="1158287"/>
                  </a:lnTo>
                  <a:lnTo>
                    <a:pt x="50455" y="1155302"/>
                  </a:lnTo>
                  <a:lnTo>
                    <a:pt x="52166" y="1103396"/>
                  </a:lnTo>
                  <a:lnTo>
                    <a:pt x="53877" y="945809"/>
                  </a:lnTo>
                  <a:lnTo>
                    <a:pt x="55589" y="842447"/>
                  </a:lnTo>
                  <a:lnTo>
                    <a:pt x="57300" y="890158"/>
                  </a:lnTo>
                  <a:lnTo>
                    <a:pt x="59012" y="919107"/>
                  </a:lnTo>
                  <a:lnTo>
                    <a:pt x="60723" y="862694"/>
                  </a:lnTo>
                  <a:lnTo>
                    <a:pt x="62434" y="767496"/>
                  </a:lnTo>
                  <a:lnTo>
                    <a:pt x="64146" y="737379"/>
                  </a:lnTo>
                  <a:lnTo>
                    <a:pt x="65857" y="636768"/>
                  </a:lnTo>
                  <a:lnTo>
                    <a:pt x="67569" y="499358"/>
                  </a:lnTo>
                  <a:lnTo>
                    <a:pt x="69280" y="433455"/>
                  </a:lnTo>
                  <a:lnTo>
                    <a:pt x="70991" y="563960"/>
                  </a:lnTo>
                  <a:lnTo>
                    <a:pt x="72703" y="781166"/>
                  </a:lnTo>
                  <a:lnTo>
                    <a:pt x="74414" y="926374"/>
                  </a:lnTo>
                  <a:lnTo>
                    <a:pt x="76126" y="1123963"/>
                  </a:lnTo>
                  <a:lnTo>
                    <a:pt x="77837" y="1296103"/>
                  </a:lnTo>
                  <a:lnTo>
                    <a:pt x="79548" y="1359403"/>
                  </a:lnTo>
                  <a:lnTo>
                    <a:pt x="81260" y="1306258"/>
                  </a:lnTo>
                  <a:lnTo>
                    <a:pt x="82971" y="1213480"/>
                  </a:lnTo>
                  <a:lnTo>
                    <a:pt x="84683" y="1110656"/>
                  </a:lnTo>
                  <a:lnTo>
                    <a:pt x="86394" y="1090212"/>
                  </a:lnTo>
                  <a:lnTo>
                    <a:pt x="88105" y="1054126"/>
                  </a:lnTo>
                  <a:lnTo>
                    <a:pt x="89817" y="1011903"/>
                  </a:lnTo>
                  <a:lnTo>
                    <a:pt x="91528" y="996841"/>
                  </a:lnTo>
                  <a:lnTo>
                    <a:pt x="93240" y="966492"/>
                  </a:lnTo>
                  <a:lnTo>
                    <a:pt x="94951" y="967391"/>
                  </a:lnTo>
                  <a:lnTo>
                    <a:pt x="96662" y="972600"/>
                  </a:lnTo>
                  <a:lnTo>
                    <a:pt x="98374" y="1005876"/>
                  </a:lnTo>
                  <a:lnTo>
                    <a:pt x="100085" y="1054578"/>
                  </a:lnTo>
                  <a:lnTo>
                    <a:pt x="101797" y="1059297"/>
                  </a:lnTo>
                  <a:lnTo>
                    <a:pt x="103508" y="1121201"/>
                  </a:lnTo>
                  <a:lnTo>
                    <a:pt x="105219" y="1248265"/>
                  </a:lnTo>
                  <a:lnTo>
                    <a:pt x="106931" y="1323938"/>
                  </a:lnTo>
                  <a:lnTo>
                    <a:pt x="108642" y="1341817"/>
                  </a:lnTo>
                  <a:lnTo>
                    <a:pt x="110354" y="1318624"/>
                  </a:lnTo>
                  <a:lnTo>
                    <a:pt x="112065" y="1354358"/>
                  </a:lnTo>
                  <a:lnTo>
                    <a:pt x="113776" y="1359561"/>
                  </a:lnTo>
                  <a:lnTo>
                    <a:pt x="115488" y="1290066"/>
                  </a:lnTo>
                  <a:lnTo>
                    <a:pt x="117199" y="1185106"/>
                  </a:lnTo>
                  <a:lnTo>
                    <a:pt x="118911" y="1078227"/>
                  </a:lnTo>
                  <a:lnTo>
                    <a:pt x="120622" y="1018889"/>
                  </a:lnTo>
                  <a:lnTo>
                    <a:pt x="122333" y="920803"/>
                  </a:lnTo>
                  <a:lnTo>
                    <a:pt x="124045" y="833318"/>
                  </a:lnTo>
                  <a:lnTo>
                    <a:pt x="125756" y="752336"/>
                  </a:lnTo>
                  <a:lnTo>
                    <a:pt x="127468" y="729283"/>
                  </a:lnTo>
                  <a:lnTo>
                    <a:pt x="129179" y="718153"/>
                  </a:lnTo>
                  <a:lnTo>
                    <a:pt x="130890" y="654323"/>
                  </a:lnTo>
                  <a:lnTo>
                    <a:pt x="132602" y="626268"/>
                  </a:lnTo>
                  <a:lnTo>
                    <a:pt x="134313" y="610833"/>
                  </a:lnTo>
                  <a:lnTo>
                    <a:pt x="136025" y="678309"/>
                  </a:lnTo>
                  <a:lnTo>
                    <a:pt x="137736" y="699354"/>
                  </a:lnTo>
                  <a:lnTo>
                    <a:pt x="139447" y="792328"/>
                  </a:lnTo>
                  <a:lnTo>
                    <a:pt x="141159" y="966365"/>
                  </a:lnTo>
                  <a:lnTo>
                    <a:pt x="142870" y="1149079"/>
                  </a:lnTo>
                  <a:lnTo>
                    <a:pt x="144582" y="1269682"/>
                  </a:lnTo>
                  <a:lnTo>
                    <a:pt x="146293" y="1205405"/>
                  </a:lnTo>
                  <a:lnTo>
                    <a:pt x="148004" y="1138520"/>
                  </a:lnTo>
                  <a:lnTo>
                    <a:pt x="149716" y="1042291"/>
                  </a:lnTo>
                  <a:lnTo>
                    <a:pt x="151427" y="1002283"/>
                  </a:lnTo>
                  <a:lnTo>
                    <a:pt x="153138" y="1002285"/>
                  </a:lnTo>
                  <a:lnTo>
                    <a:pt x="154850" y="1040622"/>
                  </a:lnTo>
                  <a:lnTo>
                    <a:pt x="156561" y="1094778"/>
                  </a:lnTo>
                  <a:lnTo>
                    <a:pt x="158273" y="1052834"/>
                  </a:lnTo>
                  <a:lnTo>
                    <a:pt x="159984" y="1075127"/>
                  </a:lnTo>
                  <a:lnTo>
                    <a:pt x="161695" y="1057935"/>
                  </a:lnTo>
                  <a:lnTo>
                    <a:pt x="163407" y="991918"/>
                  </a:lnTo>
                  <a:lnTo>
                    <a:pt x="165118" y="980312"/>
                  </a:lnTo>
                  <a:lnTo>
                    <a:pt x="166830" y="1048292"/>
                  </a:lnTo>
                  <a:lnTo>
                    <a:pt x="168541" y="1203649"/>
                  </a:lnTo>
                  <a:lnTo>
                    <a:pt x="170252" y="1284743"/>
                  </a:lnTo>
                  <a:lnTo>
                    <a:pt x="171964" y="1330612"/>
                  </a:lnTo>
                  <a:lnTo>
                    <a:pt x="173675" y="1416709"/>
                  </a:lnTo>
                  <a:lnTo>
                    <a:pt x="175387" y="1435408"/>
                  </a:lnTo>
                  <a:lnTo>
                    <a:pt x="177098" y="1399371"/>
                  </a:lnTo>
                  <a:lnTo>
                    <a:pt x="178809" y="1345800"/>
                  </a:lnTo>
                  <a:lnTo>
                    <a:pt x="180521" y="1316231"/>
                  </a:lnTo>
                  <a:lnTo>
                    <a:pt x="182232" y="1337019"/>
                  </a:lnTo>
                  <a:lnTo>
                    <a:pt x="183944" y="1351358"/>
                  </a:lnTo>
                  <a:lnTo>
                    <a:pt x="185655" y="1358205"/>
                  </a:lnTo>
                  <a:lnTo>
                    <a:pt x="187366" y="1381420"/>
                  </a:lnTo>
                  <a:lnTo>
                    <a:pt x="189078" y="1310584"/>
                  </a:lnTo>
                  <a:lnTo>
                    <a:pt x="190789" y="1245781"/>
                  </a:lnTo>
                  <a:lnTo>
                    <a:pt x="192501" y="1053492"/>
                  </a:lnTo>
                  <a:lnTo>
                    <a:pt x="194212" y="897118"/>
                  </a:lnTo>
                  <a:lnTo>
                    <a:pt x="195923" y="875247"/>
                  </a:lnTo>
                  <a:lnTo>
                    <a:pt x="197635" y="816774"/>
                  </a:lnTo>
                  <a:lnTo>
                    <a:pt x="199346" y="918809"/>
                  </a:lnTo>
                  <a:lnTo>
                    <a:pt x="201058" y="1039322"/>
                  </a:lnTo>
                  <a:lnTo>
                    <a:pt x="202769" y="1211158"/>
                  </a:lnTo>
                  <a:lnTo>
                    <a:pt x="204480" y="1310873"/>
                  </a:lnTo>
                  <a:lnTo>
                    <a:pt x="206192" y="1236784"/>
                  </a:lnTo>
                  <a:lnTo>
                    <a:pt x="207903" y="1161780"/>
                  </a:lnTo>
                  <a:lnTo>
                    <a:pt x="209615" y="1094827"/>
                  </a:lnTo>
                  <a:lnTo>
                    <a:pt x="211326" y="1057139"/>
                  </a:lnTo>
                  <a:lnTo>
                    <a:pt x="213037" y="1027315"/>
                  </a:lnTo>
                  <a:lnTo>
                    <a:pt x="214749" y="997232"/>
                  </a:lnTo>
                  <a:lnTo>
                    <a:pt x="216460" y="1087892"/>
                  </a:lnTo>
                  <a:lnTo>
                    <a:pt x="218172" y="1268499"/>
                  </a:lnTo>
                  <a:lnTo>
                    <a:pt x="219883" y="1357825"/>
                  </a:lnTo>
                  <a:lnTo>
                    <a:pt x="221594" y="1353876"/>
                  </a:lnTo>
                  <a:lnTo>
                    <a:pt x="223306" y="1301222"/>
                  </a:lnTo>
                  <a:lnTo>
                    <a:pt x="225017" y="1237858"/>
                  </a:lnTo>
                  <a:lnTo>
                    <a:pt x="226729" y="1176669"/>
                  </a:lnTo>
                  <a:lnTo>
                    <a:pt x="228440" y="1122024"/>
                  </a:lnTo>
                  <a:lnTo>
                    <a:pt x="230151" y="1046428"/>
                  </a:lnTo>
                  <a:lnTo>
                    <a:pt x="231863" y="993603"/>
                  </a:lnTo>
                  <a:lnTo>
                    <a:pt x="233574" y="1034773"/>
                  </a:lnTo>
                  <a:lnTo>
                    <a:pt x="235286" y="1085323"/>
                  </a:lnTo>
                  <a:lnTo>
                    <a:pt x="236997" y="1109184"/>
                  </a:lnTo>
                  <a:lnTo>
                    <a:pt x="238708" y="1045234"/>
                  </a:lnTo>
                  <a:lnTo>
                    <a:pt x="240420" y="1063067"/>
                  </a:lnTo>
                  <a:lnTo>
                    <a:pt x="242131" y="1123689"/>
                  </a:lnTo>
                  <a:lnTo>
                    <a:pt x="243843" y="1158508"/>
                  </a:lnTo>
                  <a:lnTo>
                    <a:pt x="245554" y="1186104"/>
                  </a:lnTo>
                  <a:lnTo>
                    <a:pt x="247265" y="1123230"/>
                  </a:lnTo>
                  <a:lnTo>
                    <a:pt x="248977" y="1111769"/>
                  </a:lnTo>
                  <a:lnTo>
                    <a:pt x="250688" y="1040718"/>
                  </a:lnTo>
                  <a:lnTo>
                    <a:pt x="252399" y="830294"/>
                  </a:lnTo>
                  <a:lnTo>
                    <a:pt x="254111" y="634307"/>
                  </a:lnTo>
                  <a:lnTo>
                    <a:pt x="255822" y="539493"/>
                  </a:lnTo>
                  <a:lnTo>
                    <a:pt x="257534" y="563796"/>
                  </a:lnTo>
                  <a:lnTo>
                    <a:pt x="259245" y="625557"/>
                  </a:lnTo>
                  <a:lnTo>
                    <a:pt x="260956" y="721232"/>
                  </a:lnTo>
                  <a:lnTo>
                    <a:pt x="262668" y="919517"/>
                  </a:lnTo>
                  <a:lnTo>
                    <a:pt x="264379" y="1034770"/>
                  </a:lnTo>
                  <a:lnTo>
                    <a:pt x="266091" y="1017254"/>
                  </a:lnTo>
                  <a:lnTo>
                    <a:pt x="267802" y="972456"/>
                  </a:lnTo>
                  <a:lnTo>
                    <a:pt x="269513" y="997387"/>
                  </a:lnTo>
                  <a:lnTo>
                    <a:pt x="271225" y="1045294"/>
                  </a:lnTo>
                  <a:lnTo>
                    <a:pt x="272936" y="991243"/>
                  </a:lnTo>
                  <a:lnTo>
                    <a:pt x="274648" y="992306"/>
                  </a:lnTo>
                  <a:lnTo>
                    <a:pt x="276359" y="1131448"/>
                  </a:lnTo>
                  <a:lnTo>
                    <a:pt x="278070" y="1238138"/>
                  </a:lnTo>
                  <a:lnTo>
                    <a:pt x="279782" y="1158520"/>
                  </a:lnTo>
                  <a:lnTo>
                    <a:pt x="281493" y="1074263"/>
                  </a:lnTo>
                  <a:lnTo>
                    <a:pt x="283205" y="1087396"/>
                  </a:lnTo>
                  <a:lnTo>
                    <a:pt x="284916" y="1020586"/>
                  </a:lnTo>
                  <a:lnTo>
                    <a:pt x="286627" y="891808"/>
                  </a:lnTo>
                  <a:lnTo>
                    <a:pt x="288339" y="741820"/>
                  </a:lnTo>
                  <a:lnTo>
                    <a:pt x="290050" y="699522"/>
                  </a:lnTo>
                  <a:lnTo>
                    <a:pt x="291762" y="654128"/>
                  </a:lnTo>
                  <a:lnTo>
                    <a:pt x="293473" y="664334"/>
                  </a:lnTo>
                  <a:lnTo>
                    <a:pt x="295184" y="749852"/>
                  </a:lnTo>
                  <a:lnTo>
                    <a:pt x="296896" y="763398"/>
                  </a:lnTo>
                  <a:lnTo>
                    <a:pt x="298607" y="774324"/>
                  </a:lnTo>
                  <a:lnTo>
                    <a:pt x="300319" y="774816"/>
                  </a:lnTo>
                  <a:lnTo>
                    <a:pt x="302030" y="741023"/>
                  </a:lnTo>
                  <a:lnTo>
                    <a:pt x="303741" y="609102"/>
                  </a:lnTo>
                  <a:lnTo>
                    <a:pt x="305453" y="552930"/>
                  </a:lnTo>
                  <a:lnTo>
                    <a:pt x="307164" y="564990"/>
                  </a:lnTo>
                  <a:lnTo>
                    <a:pt x="308876" y="545720"/>
                  </a:lnTo>
                  <a:lnTo>
                    <a:pt x="310587" y="567980"/>
                  </a:lnTo>
                  <a:lnTo>
                    <a:pt x="312298" y="603214"/>
                  </a:lnTo>
                  <a:lnTo>
                    <a:pt x="314010" y="694276"/>
                  </a:lnTo>
                  <a:lnTo>
                    <a:pt x="315721" y="671410"/>
                  </a:lnTo>
                  <a:lnTo>
                    <a:pt x="317433" y="653673"/>
                  </a:lnTo>
                  <a:lnTo>
                    <a:pt x="319144" y="682554"/>
                  </a:lnTo>
                  <a:lnTo>
                    <a:pt x="320855" y="632378"/>
                  </a:lnTo>
                  <a:lnTo>
                    <a:pt x="322567" y="658535"/>
                  </a:lnTo>
                  <a:lnTo>
                    <a:pt x="324278" y="734551"/>
                  </a:lnTo>
                  <a:lnTo>
                    <a:pt x="325990" y="874557"/>
                  </a:lnTo>
                  <a:lnTo>
                    <a:pt x="327701" y="992743"/>
                  </a:lnTo>
                  <a:lnTo>
                    <a:pt x="329412" y="1066721"/>
                  </a:lnTo>
                  <a:lnTo>
                    <a:pt x="331124" y="1170024"/>
                  </a:lnTo>
                  <a:lnTo>
                    <a:pt x="332835" y="1219546"/>
                  </a:lnTo>
                  <a:lnTo>
                    <a:pt x="334547" y="1133774"/>
                  </a:lnTo>
                  <a:lnTo>
                    <a:pt x="336258" y="1027794"/>
                  </a:lnTo>
                  <a:lnTo>
                    <a:pt x="337969" y="1005506"/>
                  </a:lnTo>
                  <a:lnTo>
                    <a:pt x="339681" y="1015274"/>
                  </a:lnTo>
                  <a:lnTo>
                    <a:pt x="341392" y="1014459"/>
                  </a:lnTo>
                  <a:lnTo>
                    <a:pt x="343104" y="975634"/>
                  </a:lnTo>
                  <a:lnTo>
                    <a:pt x="344815" y="1000854"/>
                  </a:lnTo>
                  <a:lnTo>
                    <a:pt x="346526" y="1080842"/>
                  </a:lnTo>
                  <a:lnTo>
                    <a:pt x="348238" y="1116582"/>
                  </a:lnTo>
                  <a:lnTo>
                    <a:pt x="349949" y="1167659"/>
                  </a:lnTo>
                  <a:lnTo>
                    <a:pt x="351661" y="1197276"/>
                  </a:lnTo>
                  <a:lnTo>
                    <a:pt x="353372" y="1213484"/>
                  </a:lnTo>
                  <a:lnTo>
                    <a:pt x="355083" y="1287576"/>
                  </a:lnTo>
                  <a:lnTo>
                    <a:pt x="356795" y="1348873"/>
                  </a:lnTo>
                  <a:lnTo>
                    <a:pt x="358506" y="1316678"/>
                  </a:lnTo>
                  <a:lnTo>
                    <a:pt x="360217" y="1231744"/>
                  </a:lnTo>
                  <a:lnTo>
                    <a:pt x="361929" y="1236760"/>
                  </a:lnTo>
                  <a:lnTo>
                    <a:pt x="363640" y="1272363"/>
                  </a:lnTo>
                  <a:lnTo>
                    <a:pt x="365352" y="1245997"/>
                  </a:lnTo>
                  <a:lnTo>
                    <a:pt x="367063" y="1154196"/>
                  </a:lnTo>
                  <a:lnTo>
                    <a:pt x="368774" y="1143944"/>
                  </a:lnTo>
                  <a:lnTo>
                    <a:pt x="370486" y="1168501"/>
                  </a:lnTo>
                  <a:lnTo>
                    <a:pt x="372197" y="1167677"/>
                  </a:lnTo>
                  <a:lnTo>
                    <a:pt x="373909" y="1186311"/>
                  </a:lnTo>
                  <a:lnTo>
                    <a:pt x="375620" y="1191718"/>
                  </a:lnTo>
                  <a:lnTo>
                    <a:pt x="377331" y="1077098"/>
                  </a:lnTo>
                  <a:lnTo>
                    <a:pt x="379043" y="851580"/>
                  </a:lnTo>
                  <a:lnTo>
                    <a:pt x="380754" y="716668"/>
                  </a:lnTo>
                  <a:lnTo>
                    <a:pt x="382466" y="544042"/>
                  </a:lnTo>
                  <a:lnTo>
                    <a:pt x="384177" y="445270"/>
                  </a:lnTo>
                  <a:lnTo>
                    <a:pt x="385888" y="442323"/>
                  </a:lnTo>
                  <a:lnTo>
                    <a:pt x="387600" y="472776"/>
                  </a:lnTo>
                  <a:lnTo>
                    <a:pt x="389311" y="507529"/>
                  </a:lnTo>
                  <a:lnTo>
                    <a:pt x="391023" y="452382"/>
                  </a:lnTo>
                  <a:lnTo>
                    <a:pt x="392734" y="433398"/>
                  </a:lnTo>
                  <a:lnTo>
                    <a:pt x="394445" y="327348"/>
                  </a:lnTo>
                  <a:lnTo>
                    <a:pt x="396157" y="224016"/>
                  </a:lnTo>
                  <a:lnTo>
                    <a:pt x="397868" y="272783"/>
                  </a:lnTo>
                  <a:lnTo>
                    <a:pt x="399580" y="369158"/>
                  </a:lnTo>
                  <a:lnTo>
                    <a:pt x="401291" y="445286"/>
                  </a:lnTo>
                  <a:lnTo>
                    <a:pt x="403002" y="570480"/>
                  </a:lnTo>
                  <a:lnTo>
                    <a:pt x="404714" y="648920"/>
                  </a:lnTo>
                  <a:lnTo>
                    <a:pt x="406425" y="548354"/>
                  </a:lnTo>
                  <a:lnTo>
                    <a:pt x="408137" y="459319"/>
                  </a:lnTo>
                  <a:lnTo>
                    <a:pt x="409848" y="543368"/>
                  </a:lnTo>
                  <a:lnTo>
                    <a:pt x="411559" y="670776"/>
                  </a:lnTo>
                  <a:lnTo>
                    <a:pt x="413271" y="660262"/>
                  </a:lnTo>
                  <a:lnTo>
                    <a:pt x="414982" y="649876"/>
                  </a:lnTo>
                  <a:lnTo>
                    <a:pt x="416694" y="601466"/>
                  </a:lnTo>
                  <a:lnTo>
                    <a:pt x="418405" y="445754"/>
                  </a:lnTo>
                  <a:lnTo>
                    <a:pt x="420116" y="299666"/>
                  </a:lnTo>
                  <a:lnTo>
                    <a:pt x="421828" y="242062"/>
                  </a:lnTo>
                  <a:lnTo>
                    <a:pt x="423539" y="115356"/>
                  </a:lnTo>
                  <a:lnTo>
                    <a:pt x="425251" y="0"/>
                  </a:lnTo>
                  <a:lnTo>
                    <a:pt x="426962" y="98255"/>
                  </a:lnTo>
                  <a:lnTo>
                    <a:pt x="428673" y="365761"/>
                  </a:lnTo>
                  <a:lnTo>
                    <a:pt x="430385" y="415659"/>
                  </a:lnTo>
                  <a:lnTo>
                    <a:pt x="432096" y="342125"/>
                  </a:lnTo>
                  <a:lnTo>
                    <a:pt x="433808" y="349150"/>
                  </a:lnTo>
                  <a:lnTo>
                    <a:pt x="435519" y="345220"/>
                  </a:lnTo>
                  <a:lnTo>
                    <a:pt x="437230" y="260996"/>
                  </a:lnTo>
                  <a:lnTo>
                    <a:pt x="438942" y="67219"/>
                  </a:lnTo>
                  <a:lnTo>
                    <a:pt x="440653" y="12408"/>
                  </a:lnTo>
                  <a:lnTo>
                    <a:pt x="442365" y="17042"/>
                  </a:lnTo>
                  <a:lnTo>
                    <a:pt x="444076" y="140325"/>
                  </a:lnTo>
                  <a:lnTo>
                    <a:pt x="445787" y="358872"/>
                  </a:lnTo>
                  <a:lnTo>
                    <a:pt x="447499" y="513112"/>
                  </a:lnTo>
                  <a:lnTo>
                    <a:pt x="449210" y="685323"/>
                  </a:lnTo>
                  <a:lnTo>
                    <a:pt x="450922" y="879708"/>
                  </a:lnTo>
                  <a:lnTo>
                    <a:pt x="452633" y="1028048"/>
                  </a:lnTo>
                  <a:lnTo>
                    <a:pt x="454344" y="1028701"/>
                  </a:lnTo>
                  <a:lnTo>
                    <a:pt x="456056" y="940067"/>
                  </a:lnTo>
                  <a:lnTo>
                    <a:pt x="457767" y="861534"/>
                  </a:lnTo>
                  <a:lnTo>
                    <a:pt x="459479" y="745144"/>
                  </a:lnTo>
                  <a:lnTo>
                    <a:pt x="461190" y="565840"/>
                  </a:lnTo>
                  <a:lnTo>
                    <a:pt x="462901" y="436119"/>
                  </a:lnTo>
                  <a:lnTo>
                    <a:pt x="464613" y="439441"/>
                  </a:lnTo>
                  <a:lnTo>
                    <a:pt x="466324" y="557758"/>
                  </a:lnTo>
                  <a:lnTo>
                    <a:pt x="468035" y="746082"/>
                  </a:lnTo>
                  <a:lnTo>
                    <a:pt x="469747" y="953176"/>
                  </a:lnTo>
                  <a:lnTo>
                    <a:pt x="471458" y="1141885"/>
                  </a:lnTo>
                  <a:lnTo>
                    <a:pt x="473170" y="1300905"/>
                  </a:lnTo>
                  <a:lnTo>
                    <a:pt x="474881" y="1361472"/>
                  </a:lnTo>
                  <a:lnTo>
                    <a:pt x="476592" y="1244532"/>
                  </a:lnTo>
                  <a:lnTo>
                    <a:pt x="478304" y="1093376"/>
                  </a:lnTo>
                  <a:lnTo>
                    <a:pt x="480015" y="945106"/>
                  </a:lnTo>
                  <a:lnTo>
                    <a:pt x="481727" y="870465"/>
                  </a:lnTo>
                  <a:lnTo>
                    <a:pt x="483438" y="863586"/>
                  </a:lnTo>
                  <a:lnTo>
                    <a:pt x="485149" y="812227"/>
                  </a:lnTo>
                  <a:lnTo>
                    <a:pt x="486861" y="814458"/>
                  </a:lnTo>
                  <a:lnTo>
                    <a:pt x="488572" y="875691"/>
                  </a:lnTo>
                  <a:lnTo>
                    <a:pt x="490284" y="967480"/>
                  </a:lnTo>
                  <a:lnTo>
                    <a:pt x="491995" y="1036569"/>
                  </a:lnTo>
                  <a:lnTo>
                    <a:pt x="493706" y="965025"/>
                  </a:lnTo>
                  <a:lnTo>
                    <a:pt x="495418" y="965721"/>
                  </a:lnTo>
                  <a:lnTo>
                    <a:pt x="497129" y="1082685"/>
                  </a:lnTo>
                  <a:lnTo>
                    <a:pt x="498841" y="1191978"/>
                  </a:lnTo>
                  <a:lnTo>
                    <a:pt x="500552" y="1245068"/>
                  </a:lnTo>
                  <a:lnTo>
                    <a:pt x="502263" y="1173761"/>
                  </a:lnTo>
                  <a:lnTo>
                    <a:pt x="503975" y="1041279"/>
                  </a:lnTo>
                  <a:lnTo>
                    <a:pt x="505686" y="904313"/>
                  </a:lnTo>
                  <a:lnTo>
                    <a:pt x="507398" y="723176"/>
                  </a:lnTo>
                  <a:lnTo>
                    <a:pt x="509109" y="538999"/>
                  </a:lnTo>
                  <a:lnTo>
                    <a:pt x="510820" y="382338"/>
                  </a:lnTo>
                  <a:lnTo>
                    <a:pt x="512532" y="430833"/>
                  </a:lnTo>
                  <a:lnTo>
                    <a:pt x="514243" y="569951"/>
                  </a:lnTo>
                  <a:lnTo>
                    <a:pt x="515955" y="672137"/>
                  </a:lnTo>
                  <a:lnTo>
                    <a:pt x="517666" y="770603"/>
                  </a:lnTo>
                  <a:lnTo>
                    <a:pt x="519377" y="845380"/>
                  </a:lnTo>
                  <a:lnTo>
                    <a:pt x="521089" y="958633"/>
                  </a:lnTo>
                  <a:lnTo>
                    <a:pt x="522800" y="909707"/>
                  </a:lnTo>
                  <a:lnTo>
                    <a:pt x="524512" y="935886"/>
                  </a:lnTo>
                  <a:lnTo>
                    <a:pt x="526223" y="1078923"/>
                  </a:lnTo>
                  <a:lnTo>
                    <a:pt x="527934" y="1193900"/>
                  </a:lnTo>
                  <a:lnTo>
                    <a:pt x="529646" y="1283932"/>
                  </a:lnTo>
                  <a:lnTo>
                    <a:pt x="531357" y="1330731"/>
                  </a:lnTo>
                  <a:lnTo>
                    <a:pt x="533069" y="1408022"/>
                  </a:lnTo>
                  <a:lnTo>
                    <a:pt x="534371" y="146080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571255" y="2384354"/>
              <a:ext cx="167514" cy="878122"/>
            </a:xfrm>
            <a:custGeom>
              <a:avLst/>
              <a:pathLst>
                <a:path w="167514" h="878122">
                  <a:moveTo>
                    <a:pt x="0" y="878122"/>
                  </a:moveTo>
                  <a:lnTo>
                    <a:pt x="1024" y="860028"/>
                  </a:lnTo>
                  <a:lnTo>
                    <a:pt x="2735" y="847676"/>
                  </a:lnTo>
                  <a:lnTo>
                    <a:pt x="4446" y="801907"/>
                  </a:lnTo>
                  <a:lnTo>
                    <a:pt x="6158" y="658111"/>
                  </a:lnTo>
                  <a:lnTo>
                    <a:pt x="7869" y="533351"/>
                  </a:lnTo>
                  <a:lnTo>
                    <a:pt x="9581" y="401207"/>
                  </a:lnTo>
                  <a:lnTo>
                    <a:pt x="11292" y="233254"/>
                  </a:lnTo>
                  <a:lnTo>
                    <a:pt x="13003" y="49530"/>
                  </a:lnTo>
                  <a:lnTo>
                    <a:pt x="14715" y="0"/>
                  </a:lnTo>
                  <a:lnTo>
                    <a:pt x="16426" y="87213"/>
                  </a:lnTo>
                  <a:lnTo>
                    <a:pt x="18138" y="206356"/>
                  </a:lnTo>
                  <a:lnTo>
                    <a:pt x="19849" y="304643"/>
                  </a:lnTo>
                  <a:lnTo>
                    <a:pt x="21560" y="521617"/>
                  </a:lnTo>
                  <a:lnTo>
                    <a:pt x="23272" y="662252"/>
                  </a:lnTo>
                  <a:lnTo>
                    <a:pt x="24983" y="655887"/>
                  </a:lnTo>
                  <a:lnTo>
                    <a:pt x="26695" y="640535"/>
                  </a:lnTo>
                  <a:lnTo>
                    <a:pt x="28406" y="642743"/>
                  </a:lnTo>
                  <a:lnTo>
                    <a:pt x="30117" y="664463"/>
                  </a:lnTo>
                  <a:lnTo>
                    <a:pt x="31829" y="642298"/>
                  </a:lnTo>
                  <a:lnTo>
                    <a:pt x="33540" y="621736"/>
                  </a:lnTo>
                  <a:lnTo>
                    <a:pt x="35252" y="577354"/>
                  </a:lnTo>
                  <a:lnTo>
                    <a:pt x="36963" y="569291"/>
                  </a:lnTo>
                  <a:lnTo>
                    <a:pt x="38674" y="572700"/>
                  </a:lnTo>
                  <a:lnTo>
                    <a:pt x="40386" y="572701"/>
                  </a:lnTo>
                  <a:lnTo>
                    <a:pt x="42097" y="576087"/>
                  </a:lnTo>
                  <a:lnTo>
                    <a:pt x="43809" y="652092"/>
                  </a:lnTo>
                  <a:lnTo>
                    <a:pt x="45520" y="733650"/>
                  </a:lnTo>
                  <a:lnTo>
                    <a:pt x="47231" y="728407"/>
                  </a:lnTo>
                  <a:lnTo>
                    <a:pt x="48943" y="687856"/>
                  </a:lnTo>
                  <a:lnTo>
                    <a:pt x="50654" y="641491"/>
                  </a:lnTo>
                  <a:lnTo>
                    <a:pt x="52365" y="609592"/>
                  </a:lnTo>
                  <a:lnTo>
                    <a:pt x="54077" y="558527"/>
                  </a:lnTo>
                  <a:lnTo>
                    <a:pt x="55788" y="576198"/>
                  </a:lnTo>
                  <a:lnTo>
                    <a:pt x="57500" y="630709"/>
                  </a:lnTo>
                  <a:lnTo>
                    <a:pt x="59211" y="671259"/>
                  </a:lnTo>
                  <a:lnTo>
                    <a:pt x="60922" y="673086"/>
                  </a:lnTo>
                  <a:lnTo>
                    <a:pt x="62634" y="657743"/>
                  </a:lnTo>
                  <a:lnTo>
                    <a:pt x="64345" y="708810"/>
                  </a:lnTo>
                  <a:lnTo>
                    <a:pt x="66057" y="727614"/>
                  </a:lnTo>
                  <a:lnTo>
                    <a:pt x="67768" y="727614"/>
                  </a:lnTo>
                  <a:lnTo>
                    <a:pt x="69479" y="727614"/>
                  </a:lnTo>
                  <a:lnTo>
                    <a:pt x="71191" y="772152"/>
                  </a:lnTo>
                  <a:lnTo>
                    <a:pt x="72902" y="819392"/>
                  </a:lnTo>
                  <a:lnTo>
                    <a:pt x="74614" y="819392"/>
                  </a:lnTo>
                  <a:lnTo>
                    <a:pt x="76325" y="819392"/>
                  </a:lnTo>
                  <a:lnTo>
                    <a:pt x="78036" y="819392"/>
                  </a:lnTo>
                  <a:lnTo>
                    <a:pt x="79748" y="819392"/>
                  </a:lnTo>
                  <a:lnTo>
                    <a:pt x="81459" y="819392"/>
                  </a:lnTo>
                  <a:lnTo>
                    <a:pt x="83171" y="819392"/>
                  </a:lnTo>
                  <a:lnTo>
                    <a:pt x="84882" y="819392"/>
                  </a:lnTo>
                  <a:lnTo>
                    <a:pt x="86593" y="819392"/>
                  </a:lnTo>
                  <a:lnTo>
                    <a:pt x="88305" y="819392"/>
                  </a:lnTo>
                  <a:lnTo>
                    <a:pt x="90016" y="819392"/>
                  </a:lnTo>
                  <a:lnTo>
                    <a:pt x="91728" y="819392"/>
                  </a:lnTo>
                  <a:lnTo>
                    <a:pt x="93439" y="819392"/>
                  </a:lnTo>
                  <a:lnTo>
                    <a:pt x="95150" y="819392"/>
                  </a:lnTo>
                  <a:lnTo>
                    <a:pt x="96862" y="819392"/>
                  </a:lnTo>
                  <a:lnTo>
                    <a:pt x="98573" y="823941"/>
                  </a:lnTo>
                  <a:lnTo>
                    <a:pt x="100285" y="799456"/>
                  </a:lnTo>
                  <a:lnTo>
                    <a:pt x="101996" y="789477"/>
                  </a:lnTo>
                  <a:lnTo>
                    <a:pt x="103707" y="795450"/>
                  </a:lnTo>
                  <a:lnTo>
                    <a:pt x="105419" y="782825"/>
                  </a:lnTo>
                  <a:lnTo>
                    <a:pt x="107130" y="704769"/>
                  </a:lnTo>
                  <a:lnTo>
                    <a:pt x="108842" y="631693"/>
                  </a:lnTo>
                  <a:lnTo>
                    <a:pt x="110553" y="562703"/>
                  </a:lnTo>
                  <a:lnTo>
                    <a:pt x="112264" y="473041"/>
                  </a:lnTo>
                  <a:lnTo>
                    <a:pt x="113976" y="418531"/>
                  </a:lnTo>
                  <a:lnTo>
                    <a:pt x="115687" y="385987"/>
                  </a:lnTo>
                  <a:lnTo>
                    <a:pt x="117399" y="464045"/>
                  </a:lnTo>
                  <a:lnTo>
                    <a:pt x="119110" y="532572"/>
                  </a:lnTo>
                  <a:lnTo>
                    <a:pt x="120821" y="626045"/>
                  </a:lnTo>
                  <a:lnTo>
                    <a:pt x="122533" y="725687"/>
                  </a:lnTo>
                  <a:lnTo>
                    <a:pt x="124244" y="717752"/>
                  </a:lnTo>
                  <a:lnTo>
                    <a:pt x="125956" y="728174"/>
                  </a:lnTo>
                  <a:lnTo>
                    <a:pt x="127667" y="728174"/>
                  </a:lnTo>
                  <a:lnTo>
                    <a:pt x="129378" y="705334"/>
                  </a:lnTo>
                  <a:lnTo>
                    <a:pt x="131090" y="695077"/>
                  </a:lnTo>
                  <a:lnTo>
                    <a:pt x="132801" y="697678"/>
                  </a:lnTo>
                  <a:lnTo>
                    <a:pt x="134513" y="754149"/>
                  </a:lnTo>
                  <a:lnTo>
                    <a:pt x="136224" y="788895"/>
                  </a:lnTo>
                  <a:lnTo>
                    <a:pt x="137935" y="787337"/>
                  </a:lnTo>
                  <a:lnTo>
                    <a:pt x="139647" y="697027"/>
                  </a:lnTo>
                  <a:lnTo>
                    <a:pt x="141358" y="585612"/>
                  </a:lnTo>
                  <a:lnTo>
                    <a:pt x="143070" y="579258"/>
                  </a:lnTo>
                  <a:lnTo>
                    <a:pt x="144781" y="564158"/>
                  </a:lnTo>
                  <a:lnTo>
                    <a:pt x="146492" y="523794"/>
                  </a:lnTo>
                  <a:lnTo>
                    <a:pt x="148204" y="491977"/>
                  </a:lnTo>
                  <a:lnTo>
                    <a:pt x="149915" y="598137"/>
                  </a:lnTo>
                  <a:lnTo>
                    <a:pt x="151627" y="719810"/>
                  </a:lnTo>
                  <a:lnTo>
                    <a:pt x="153338" y="690124"/>
                  </a:lnTo>
                  <a:lnTo>
                    <a:pt x="155049" y="627847"/>
                  </a:lnTo>
                  <a:lnTo>
                    <a:pt x="156761" y="611954"/>
                  </a:lnTo>
                  <a:lnTo>
                    <a:pt x="158472" y="633309"/>
                  </a:lnTo>
                  <a:lnTo>
                    <a:pt x="160183" y="640300"/>
                  </a:lnTo>
                  <a:lnTo>
                    <a:pt x="161895" y="616356"/>
                  </a:lnTo>
                  <a:lnTo>
                    <a:pt x="163606" y="637051"/>
                  </a:lnTo>
                  <a:lnTo>
                    <a:pt x="165318" y="745038"/>
                  </a:lnTo>
                  <a:lnTo>
                    <a:pt x="167029" y="852298"/>
                  </a:lnTo>
                  <a:lnTo>
                    <a:pt x="167514" y="87812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750712" y="3026812"/>
              <a:ext cx="12264" cy="235664"/>
            </a:xfrm>
            <a:custGeom>
              <a:avLst/>
              <a:pathLst>
                <a:path w="12264" h="235664">
                  <a:moveTo>
                    <a:pt x="0" y="235664"/>
                  </a:moveTo>
                  <a:lnTo>
                    <a:pt x="1263" y="157932"/>
                  </a:lnTo>
                  <a:lnTo>
                    <a:pt x="2974" y="62193"/>
                  </a:lnTo>
                  <a:lnTo>
                    <a:pt x="4686" y="0"/>
                  </a:lnTo>
                  <a:lnTo>
                    <a:pt x="6397" y="11368"/>
                  </a:lnTo>
                  <a:lnTo>
                    <a:pt x="8108" y="79423"/>
                  </a:lnTo>
                  <a:lnTo>
                    <a:pt x="9820" y="118234"/>
                  </a:lnTo>
                  <a:lnTo>
                    <a:pt x="11531" y="191085"/>
                  </a:lnTo>
                  <a:lnTo>
                    <a:pt x="12264" y="23566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769568" y="1917450"/>
              <a:ext cx="256427" cy="1345026"/>
            </a:xfrm>
            <a:custGeom>
              <a:avLst/>
              <a:pathLst>
                <a:path w="256427" h="1345026">
                  <a:moveTo>
                    <a:pt x="0" y="1345026"/>
                  </a:moveTo>
                  <a:lnTo>
                    <a:pt x="1233" y="1290656"/>
                  </a:lnTo>
                  <a:lnTo>
                    <a:pt x="2944" y="1250971"/>
                  </a:lnTo>
                  <a:lnTo>
                    <a:pt x="4655" y="1223835"/>
                  </a:lnTo>
                  <a:lnTo>
                    <a:pt x="6367" y="1192421"/>
                  </a:lnTo>
                  <a:lnTo>
                    <a:pt x="8078" y="1192422"/>
                  </a:lnTo>
                  <a:lnTo>
                    <a:pt x="9790" y="1200247"/>
                  </a:lnTo>
                  <a:lnTo>
                    <a:pt x="11501" y="1192973"/>
                  </a:lnTo>
                  <a:lnTo>
                    <a:pt x="13212" y="1080092"/>
                  </a:lnTo>
                  <a:lnTo>
                    <a:pt x="14924" y="923887"/>
                  </a:lnTo>
                  <a:lnTo>
                    <a:pt x="16635" y="834677"/>
                  </a:lnTo>
                  <a:lnTo>
                    <a:pt x="18347" y="784823"/>
                  </a:lnTo>
                  <a:lnTo>
                    <a:pt x="20058" y="682367"/>
                  </a:lnTo>
                  <a:lnTo>
                    <a:pt x="21769" y="642936"/>
                  </a:lnTo>
                  <a:lnTo>
                    <a:pt x="23481" y="775576"/>
                  </a:lnTo>
                  <a:lnTo>
                    <a:pt x="25192" y="872068"/>
                  </a:lnTo>
                  <a:lnTo>
                    <a:pt x="26904" y="894374"/>
                  </a:lnTo>
                  <a:lnTo>
                    <a:pt x="28615" y="856484"/>
                  </a:lnTo>
                  <a:lnTo>
                    <a:pt x="30326" y="853655"/>
                  </a:lnTo>
                  <a:lnTo>
                    <a:pt x="32038" y="874129"/>
                  </a:lnTo>
                  <a:lnTo>
                    <a:pt x="33749" y="840982"/>
                  </a:lnTo>
                  <a:lnTo>
                    <a:pt x="35461" y="853867"/>
                  </a:lnTo>
                  <a:lnTo>
                    <a:pt x="37172" y="858935"/>
                  </a:lnTo>
                  <a:lnTo>
                    <a:pt x="38883" y="825837"/>
                  </a:lnTo>
                  <a:lnTo>
                    <a:pt x="40595" y="772025"/>
                  </a:lnTo>
                  <a:lnTo>
                    <a:pt x="42306" y="708194"/>
                  </a:lnTo>
                  <a:lnTo>
                    <a:pt x="44017" y="639104"/>
                  </a:lnTo>
                  <a:lnTo>
                    <a:pt x="45729" y="504351"/>
                  </a:lnTo>
                  <a:lnTo>
                    <a:pt x="47440" y="398743"/>
                  </a:lnTo>
                  <a:lnTo>
                    <a:pt x="49152" y="443953"/>
                  </a:lnTo>
                  <a:lnTo>
                    <a:pt x="50863" y="555881"/>
                  </a:lnTo>
                  <a:lnTo>
                    <a:pt x="52574" y="582275"/>
                  </a:lnTo>
                  <a:lnTo>
                    <a:pt x="54286" y="567471"/>
                  </a:lnTo>
                  <a:lnTo>
                    <a:pt x="55997" y="665771"/>
                  </a:lnTo>
                  <a:lnTo>
                    <a:pt x="57709" y="766757"/>
                  </a:lnTo>
                  <a:lnTo>
                    <a:pt x="59420" y="667653"/>
                  </a:lnTo>
                  <a:lnTo>
                    <a:pt x="61131" y="611274"/>
                  </a:lnTo>
                  <a:lnTo>
                    <a:pt x="62843" y="730136"/>
                  </a:lnTo>
                  <a:lnTo>
                    <a:pt x="64554" y="813426"/>
                  </a:lnTo>
                  <a:lnTo>
                    <a:pt x="66266" y="892153"/>
                  </a:lnTo>
                  <a:lnTo>
                    <a:pt x="67977" y="901701"/>
                  </a:lnTo>
                  <a:lnTo>
                    <a:pt x="69688" y="1062515"/>
                  </a:lnTo>
                  <a:lnTo>
                    <a:pt x="71400" y="1162919"/>
                  </a:lnTo>
                  <a:lnTo>
                    <a:pt x="73111" y="1053937"/>
                  </a:lnTo>
                  <a:lnTo>
                    <a:pt x="74823" y="1096343"/>
                  </a:lnTo>
                  <a:lnTo>
                    <a:pt x="76534" y="1124446"/>
                  </a:lnTo>
                  <a:lnTo>
                    <a:pt x="78245" y="1149467"/>
                  </a:lnTo>
                  <a:lnTo>
                    <a:pt x="79957" y="1070890"/>
                  </a:lnTo>
                  <a:lnTo>
                    <a:pt x="81668" y="1015714"/>
                  </a:lnTo>
                  <a:lnTo>
                    <a:pt x="83380" y="1087131"/>
                  </a:lnTo>
                  <a:lnTo>
                    <a:pt x="85091" y="982087"/>
                  </a:lnTo>
                  <a:lnTo>
                    <a:pt x="86802" y="863708"/>
                  </a:lnTo>
                  <a:lnTo>
                    <a:pt x="88514" y="898409"/>
                  </a:lnTo>
                  <a:lnTo>
                    <a:pt x="90225" y="1026694"/>
                  </a:lnTo>
                  <a:lnTo>
                    <a:pt x="91937" y="1104968"/>
                  </a:lnTo>
                  <a:lnTo>
                    <a:pt x="93648" y="1133702"/>
                  </a:lnTo>
                  <a:lnTo>
                    <a:pt x="95359" y="1250015"/>
                  </a:lnTo>
                  <a:lnTo>
                    <a:pt x="97071" y="1344848"/>
                  </a:lnTo>
                  <a:lnTo>
                    <a:pt x="98782" y="1325138"/>
                  </a:lnTo>
                  <a:lnTo>
                    <a:pt x="100494" y="1244624"/>
                  </a:lnTo>
                  <a:lnTo>
                    <a:pt x="102205" y="1221404"/>
                  </a:lnTo>
                  <a:lnTo>
                    <a:pt x="103916" y="1212243"/>
                  </a:lnTo>
                  <a:lnTo>
                    <a:pt x="105628" y="1230668"/>
                  </a:lnTo>
                  <a:lnTo>
                    <a:pt x="107339" y="1217424"/>
                  </a:lnTo>
                  <a:lnTo>
                    <a:pt x="109051" y="1173947"/>
                  </a:lnTo>
                  <a:lnTo>
                    <a:pt x="110762" y="1200895"/>
                  </a:lnTo>
                  <a:lnTo>
                    <a:pt x="112473" y="1206757"/>
                  </a:lnTo>
                  <a:lnTo>
                    <a:pt x="114185" y="1251109"/>
                  </a:lnTo>
                  <a:lnTo>
                    <a:pt x="115896" y="1235787"/>
                  </a:lnTo>
                  <a:lnTo>
                    <a:pt x="117608" y="1208483"/>
                  </a:lnTo>
                  <a:lnTo>
                    <a:pt x="119319" y="1190137"/>
                  </a:lnTo>
                  <a:lnTo>
                    <a:pt x="121030" y="1157496"/>
                  </a:lnTo>
                  <a:lnTo>
                    <a:pt x="122742" y="1111372"/>
                  </a:lnTo>
                  <a:lnTo>
                    <a:pt x="124453" y="1006759"/>
                  </a:lnTo>
                  <a:lnTo>
                    <a:pt x="126165" y="959602"/>
                  </a:lnTo>
                  <a:lnTo>
                    <a:pt x="127876" y="1021399"/>
                  </a:lnTo>
                  <a:lnTo>
                    <a:pt x="129587" y="1100399"/>
                  </a:lnTo>
                  <a:lnTo>
                    <a:pt x="131299" y="1074385"/>
                  </a:lnTo>
                  <a:lnTo>
                    <a:pt x="133010" y="1034173"/>
                  </a:lnTo>
                  <a:lnTo>
                    <a:pt x="134722" y="1034362"/>
                  </a:lnTo>
                  <a:lnTo>
                    <a:pt x="136433" y="1020038"/>
                  </a:lnTo>
                  <a:lnTo>
                    <a:pt x="138144" y="865307"/>
                  </a:lnTo>
                  <a:lnTo>
                    <a:pt x="139856" y="747924"/>
                  </a:lnTo>
                  <a:lnTo>
                    <a:pt x="141567" y="817674"/>
                  </a:lnTo>
                  <a:lnTo>
                    <a:pt x="143279" y="897182"/>
                  </a:lnTo>
                  <a:lnTo>
                    <a:pt x="144990" y="939941"/>
                  </a:lnTo>
                  <a:lnTo>
                    <a:pt x="146701" y="899353"/>
                  </a:lnTo>
                  <a:lnTo>
                    <a:pt x="148413" y="949457"/>
                  </a:lnTo>
                  <a:lnTo>
                    <a:pt x="150124" y="1066422"/>
                  </a:lnTo>
                  <a:lnTo>
                    <a:pt x="151835" y="1065981"/>
                  </a:lnTo>
                  <a:lnTo>
                    <a:pt x="153547" y="982957"/>
                  </a:lnTo>
                  <a:lnTo>
                    <a:pt x="155258" y="892452"/>
                  </a:lnTo>
                  <a:lnTo>
                    <a:pt x="156970" y="902872"/>
                  </a:lnTo>
                  <a:lnTo>
                    <a:pt x="158681" y="885503"/>
                  </a:lnTo>
                  <a:lnTo>
                    <a:pt x="160392" y="818035"/>
                  </a:lnTo>
                  <a:lnTo>
                    <a:pt x="162104" y="806362"/>
                  </a:lnTo>
                  <a:lnTo>
                    <a:pt x="163815" y="905868"/>
                  </a:lnTo>
                  <a:lnTo>
                    <a:pt x="165527" y="982699"/>
                  </a:lnTo>
                  <a:lnTo>
                    <a:pt x="167238" y="973409"/>
                  </a:lnTo>
                  <a:lnTo>
                    <a:pt x="168949" y="969466"/>
                  </a:lnTo>
                  <a:lnTo>
                    <a:pt x="170661" y="951393"/>
                  </a:lnTo>
                  <a:lnTo>
                    <a:pt x="172372" y="964733"/>
                  </a:lnTo>
                  <a:lnTo>
                    <a:pt x="174084" y="899663"/>
                  </a:lnTo>
                  <a:lnTo>
                    <a:pt x="175795" y="901184"/>
                  </a:lnTo>
                  <a:lnTo>
                    <a:pt x="177506" y="977920"/>
                  </a:lnTo>
                  <a:lnTo>
                    <a:pt x="179218" y="1015297"/>
                  </a:lnTo>
                  <a:lnTo>
                    <a:pt x="180929" y="1107894"/>
                  </a:lnTo>
                  <a:lnTo>
                    <a:pt x="182641" y="1118695"/>
                  </a:lnTo>
                  <a:lnTo>
                    <a:pt x="184352" y="1171518"/>
                  </a:lnTo>
                  <a:lnTo>
                    <a:pt x="186063" y="1185495"/>
                  </a:lnTo>
                  <a:lnTo>
                    <a:pt x="187775" y="1105456"/>
                  </a:lnTo>
                  <a:lnTo>
                    <a:pt x="189486" y="1076038"/>
                  </a:lnTo>
                  <a:lnTo>
                    <a:pt x="191198" y="1043239"/>
                  </a:lnTo>
                  <a:lnTo>
                    <a:pt x="192909" y="1037902"/>
                  </a:lnTo>
                  <a:lnTo>
                    <a:pt x="194620" y="1026346"/>
                  </a:lnTo>
                  <a:lnTo>
                    <a:pt x="196332" y="910492"/>
                  </a:lnTo>
                  <a:lnTo>
                    <a:pt x="198043" y="771033"/>
                  </a:lnTo>
                  <a:lnTo>
                    <a:pt x="199755" y="602978"/>
                  </a:lnTo>
                  <a:lnTo>
                    <a:pt x="201466" y="458356"/>
                  </a:lnTo>
                  <a:lnTo>
                    <a:pt x="203177" y="430971"/>
                  </a:lnTo>
                  <a:lnTo>
                    <a:pt x="204889" y="385364"/>
                  </a:lnTo>
                  <a:lnTo>
                    <a:pt x="206600" y="360463"/>
                  </a:lnTo>
                  <a:lnTo>
                    <a:pt x="208312" y="353389"/>
                  </a:lnTo>
                  <a:lnTo>
                    <a:pt x="210023" y="351022"/>
                  </a:lnTo>
                  <a:lnTo>
                    <a:pt x="211734" y="246558"/>
                  </a:lnTo>
                  <a:lnTo>
                    <a:pt x="213446" y="78242"/>
                  </a:lnTo>
                  <a:lnTo>
                    <a:pt x="215157" y="0"/>
                  </a:lnTo>
                  <a:lnTo>
                    <a:pt x="216869" y="58918"/>
                  </a:lnTo>
                  <a:lnTo>
                    <a:pt x="218580" y="164175"/>
                  </a:lnTo>
                  <a:lnTo>
                    <a:pt x="220291" y="289121"/>
                  </a:lnTo>
                  <a:lnTo>
                    <a:pt x="222003" y="449805"/>
                  </a:lnTo>
                  <a:lnTo>
                    <a:pt x="223714" y="590681"/>
                  </a:lnTo>
                  <a:lnTo>
                    <a:pt x="225426" y="643917"/>
                  </a:lnTo>
                  <a:lnTo>
                    <a:pt x="227137" y="669470"/>
                  </a:lnTo>
                  <a:lnTo>
                    <a:pt x="228848" y="803781"/>
                  </a:lnTo>
                  <a:lnTo>
                    <a:pt x="230560" y="949569"/>
                  </a:lnTo>
                  <a:lnTo>
                    <a:pt x="232271" y="1106386"/>
                  </a:lnTo>
                  <a:lnTo>
                    <a:pt x="233983" y="1117359"/>
                  </a:lnTo>
                  <a:lnTo>
                    <a:pt x="235694" y="1098300"/>
                  </a:lnTo>
                  <a:lnTo>
                    <a:pt x="237405" y="1126996"/>
                  </a:lnTo>
                  <a:lnTo>
                    <a:pt x="239117" y="1058256"/>
                  </a:lnTo>
                  <a:lnTo>
                    <a:pt x="240828" y="874695"/>
                  </a:lnTo>
                  <a:lnTo>
                    <a:pt x="242540" y="744350"/>
                  </a:lnTo>
                  <a:lnTo>
                    <a:pt x="244251" y="707425"/>
                  </a:lnTo>
                  <a:lnTo>
                    <a:pt x="245962" y="697781"/>
                  </a:lnTo>
                  <a:lnTo>
                    <a:pt x="247674" y="661907"/>
                  </a:lnTo>
                  <a:lnTo>
                    <a:pt x="249385" y="700714"/>
                  </a:lnTo>
                  <a:lnTo>
                    <a:pt x="251096" y="929762"/>
                  </a:lnTo>
                  <a:lnTo>
                    <a:pt x="252808" y="1124583"/>
                  </a:lnTo>
                  <a:lnTo>
                    <a:pt x="254519" y="1218194"/>
                  </a:lnTo>
                  <a:lnTo>
                    <a:pt x="256231" y="1337289"/>
                  </a:lnTo>
                  <a:lnTo>
                    <a:pt x="256427" y="134502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6030555" y="2895097"/>
              <a:ext cx="62941" cy="367379"/>
            </a:xfrm>
            <a:custGeom>
              <a:avLst/>
              <a:pathLst>
                <a:path w="62941" h="367379">
                  <a:moveTo>
                    <a:pt x="0" y="367379"/>
                  </a:moveTo>
                  <a:lnTo>
                    <a:pt x="378" y="339925"/>
                  </a:lnTo>
                  <a:lnTo>
                    <a:pt x="2089" y="164728"/>
                  </a:lnTo>
                  <a:lnTo>
                    <a:pt x="3800" y="87459"/>
                  </a:lnTo>
                  <a:lnTo>
                    <a:pt x="5512" y="30384"/>
                  </a:lnTo>
                  <a:lnTo>
                    <a:pt x="7223" y="3476"/>
                  </a:lnTo>
                  <a:lnTo>
                    <a:pt x="8935" y="0"/>
                  </a:lnTo>
                  <a:lnTo>
                    <a:pt x="10646" y="34541"/>
                  </a:lnTo>
                  <a:lnTo>
                    <a:pt x="12357" y="39839"/>
                  </a:lnTo>
                  <a:lnTo>
                    <a:pt x="14069" y="76593"/>
                  </a:lnTo>
                  <a:lnTo>
                    <a:pt x="15780" y="117816"/>
                  </a:lnTo>
                  <a:lnTo>
                    <a:pt x="17492" y="173954"/>
                  </a:lnTo>
                  <a:lnTo>
                    <a:pt x="19203" y="183948"/>
                  </a:lnTo>
                  <a:lnTo>
                    <a:pt x="20914" y="221789"/>
                  </a:lnTo>
                  <a:lnTo>
                    <a:pt x="22626" y="235361"/>
                  </a:lnTo>
                  <a:lnTo>
                    <a:pt x="24337" y="196672"/>
                  </a:lnTo>
                  <a:lnTo>
                    <a:pt x="26049" y="149790"/>
                  </a:lnTo>
                  <a:lnTo>
                    <a:pt x="27760" y="131958"/>
                  </a:lnTo>
                  <a:lnTo>
                    <a:pt x="29471" y="126571"/>
                  </a:lnTo>
                  <a:lnTo>
                    <a:pt x="31183" y="129351"/>
                  </a:lnTo>
                  <a:lnTo>
                    <a:pt x="32894" y="178669"/>
                  </a:lnTo>
                  <a:lnTo>
                    <a:pt x="34606" y="245043"/>
                  </a:lnTo>
                  <a:lnTo>
                    <a:pt x="36317" y="299551"/>
                  </a:lnTo>
                  <a:lnTo>
                    <a:pt x="38028" y="308649"/>
                  </a:lnTo>
                  <a:lnTo>
                    <a:pt x="39740" y="308649"/>
                  </a:lnTo>
                  <a:lnTo>
                    <a:pt x="41451" y="308649"/>
                  </a:lnTo>
                  <a:lnTo>
                    <a:pt x="43163" y="308649"/>
                  </a:lnTo>
                  <a:lnTo>
                    <a:pt x="44874" y="308649"/>
                  </a:lnTo>
                  <a:lnTo>
                    <a:pt x="46585" y="323377"/>
                  </a:lnTo>
                  <a:lnTo>
                    <a:pt x="48297" y="260204"/>
                  </a:lnTo>
                  <a:lnTo>
                    <a:pt x="50008" y="228313"/>
                  </a:lnTo>
                  <a:lnTo>
                    <a:pt x="51720" y="260798"/>
                  </a:lnTo>
                  <a:lnTo>
                    <a:pt x="53431" y="263611"/>
                  </a:lnTo>
                  <a:lnTo>
                    <a:pt x="55142" y="263613"/>
                  </a:lnTo>
                  <a:lnTo>
                    <a:pt x="56854" y="248885"/>
                  </a:lnTo>
                  <a:lnTo>
                    <a:pt x="58565" y="312056"/>
                  </a:lnTo>
                  <a:lnTo>
                    <a:pt x="60277" y="343946"/>
                  </a:lnTo>
                  <a:lnTo>
                    <a:pt x="61988" y="324640"/>
                  </a:lnTo>
                  <a:lnTo>
                    <a:pt x="62941" y="36737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102923" y="2786259"/>
              <a:ext cx="42988" cy="476217"/>
            </a:xfrm>
            <a:custGeom>
              <a:avLst/>
              <a:pathLst>
                <a:path w="42988" h="476217">
                  <a:moveTo>
                    <a:pt x="0" y="476217"/>
                  </a:moveTo>
                  <a:lnTo>
                    <a:pt x="1599" y="343168"/>
                  </a:lnTo>
                  <a:lnTo>
                    <a:pt x="3311" y="302322"/>
                  </a:lnTo>
                  <a:lnTo>
                    <a:pt x="5022" y="290422"/>
                  </a:lnTo>
                  <a:lnTo>
                    <a:pt x="6734" y="203092"/>
                  </a:lnTo>
                  <a:lnTo>
                    <a:pt x="8445" y="123993"/>
                  </a:lnTo>
                  <a:lnTo>
                    <a:pt x="10156" y="38315"/>
                  </a:lnTo>
                  <a:lnTo>
                    <a:pt x="11868" y="0"/>
                  </a:lnTo>
                  <a:lnTo>
                    <a:pt x="13579" y="23198"/>
                  </a:lnTo>
                  <a:lnTo>
                    <a:pt x="15291" y="116459"/>
                  </a:lnTo>
                  <a:lnTo>
                    <a:pt x="17002" y="216894"/>
                  </a:lnTo>
                  <a:lnTo>
                    <a:pt x="18713" y="299226"/>
                  </a:lnTo>
                  <a:lnTo>
                    <a:pt x="20425" y="421571"/>
                  </a:lnTo>
                  <a:lnTo>
                    <a:pt x="22136" y="462285"/>
                  </a:lnTo>
                  <a:lnTo>
                    <a:pt x="23847" y="426696"/>
                  </a:lnTo>
                  <a:lnTo>
                    <a:pt x="25559" y="375523"/>
                  </a:lnTo>
                  <a:lnTo>
                    <a:pt x="27270" y="370407"/>
                  </a:lnTo>
                  <a:lnTo>
                    <a:pt x="28982" y="350753"/>
                  </a:lnTo>
                  <a:lnTo>
                    <a:pt x="30693" y="304574"/>
                  </a:lnTo>
                  <a:lnTo>
                    <a:pt x="32404" y="320001"/>
                  </a:lnTo>
                  <a:lnTo>
                    <a:pt x="34116" y="326977"/>
                  </a:lnTo>
                  <a:lnTo>
                    <a:pt x="35827" y="338494"/>
                  </a:lnTo>
                  <a:lnTo>
                    <a:pt x="37539" y="338495"/>
                  </a:lnTo>
                  <a:lnTo>
                    <a:pt x="39250" y="355690"/>
                  </a:lnTo>
                  <a:lnTo>
                    <a:pt x="40961" y="425964"/>
                  </a:lnTo>
                  <a:lnTo>
                    <a:pt x="42673" y="473722"/>
                  </a:lnTo>
                  <a:lnTo>
                    <a:pt x="42988" y="47621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6147737" y="2372880"/>
              <a:ext cx="35045" cy="889596"/>
            </a:xfrm>
            <a:custGeom>
              <a:avLst/>
              <a:pathLst>
                <a:path w="35045" h="889596">
                  <a:moveTo>
                    <a:pt x="0" y="889596"/>
                  </a:moveTo>
                  <a:lnTo>
                    <a:pt x="1282" y="856508"/>
                  </a:lnTo>
                  <a:lnTo>
                    <a:pt x="2993" y="805204"/>
                  </a:lnTo>
                  <a:lnTo>
                    <a:pt x="4705" y="764735"/>
                  </a:lnTo>
                  <a:lnTo>
                    <a:pt x="6416" y="661013"/>
                  </a:lnTo>
                  <a:lnTo>
                    <a:pt x="8127" y="559181"/>
                  </a:lnTo>
                  <a:lnTo>
                    <a:pt x="9839" y="415270"/>
                  </a:lnTo>
                  <a:lnTo>
                    <a:pt x="11550" y="291409"/>
                  </a:lnTo>
                  <a:lnTo>
                    <a:pt x="13262" y="254042"/>
                  </a:lnTo>
                  <a:lnTo>
                    <a:pt x="14973" y="88201"/>
                  </a:lnTo>
                  <a:lnTo>
                    <a:pt x="16684" y="0"/>
                  </a:lnTo>
                  <a:lnTo>
                    <a:pt x="18396" y="23239"/>
                  </a:lnTo>
                  <a:lnTo>
                    <a:pt x="20107" y="86122"/>
                  </a:lnTo>
                  <a:lnTo>
                    <a:pt x="21819" y="232893"/>
                  </a:lnTo>
                  <a:lnTo>
                    <a:pt x="23530" y="291256"/>
                  </a:lnTo>
                  <a:lnTo>
                    <a:pt x="25241" y="455160"/>
                  </a:lnTo>
                  <a:lnTo>
                    <a:pt x="26953" y="626395"/>
                  </a:lnTo>
                  <a:lnTo>
                    <a:pt x="28664" y="710779"/>
                  </a:lnTo>
                  <a:lnTo>
                    <a:pt x="30376" y="791805"/>
                  </a:lnTo>
                  <a:lnTo>
                    <a:pt x="32087" y="801539"/>
                  </a:lnTo>
                  <a:lnTo>
                    <a:pt x="33798" y="855395"/>
                  </a:lnTo>
                  <a:lnTo>
                    <a:pt x="35045" y="88959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6197080" y="2987827"/>
              <a:ext cx="40043" cy="274649"/>
            </a:xfrm>
            <a:custGeom>
              <a:avLst/>
              <a:pathLst>
                <a:path w="40043" h="274649">
                  <a:moveTo>
                    <a:pt x="0" y="274649"/>
                  </a:moveTo>
                  <a:lnTo>
                    <a:pt x="1570" y="245701"/>
                  </a:lnTo>
                  <a:lnTo>
                    <a:pt x="3281" y="152038"/>
                  </a:lnTo>
                  <a:lnTo>
                    <a:pt x="4992" y="69566"/>
                  </a:lnTo>
                  <a:lnTo>
                    <a:pt x="6704" y="67654"/>
                  </a:lnTo>
                  <a:lnTo>
                    <a:pt x="8415" y="95669"/>
                  </a:lnTo>
                  <a:lnTo>
                    <a:pt x="10127" y="95669"/>
                  </a:lnTo>
                  <a:lnTo>
                    <a:pt x="11838" y="85029"/>
                  </a:lnTo>
                  <a:lnTo>
                    <a:pt x="13549" y="95226"/>
                  </a:lnTo>
                  <a:lnTo>
                    <a:pt x="15261" y="147182"/>
                  </a:lnTo>
                  <a:lnTo>
                    <a:pt x="16972" y="149095"/>
                  </a:lnTo>
                  <a:lnTo>
                    <a:pt x="18683" y="109215"/>
                  </a:lnTo>
                  <a:lnTo>
                    <a:pt x="20395" y="64486"/>
                  </a:lnTo>
                  <a:lnTo>
                    <a:pt x="22106" y="50650"/>
                  </a:lnTo>
                  <a:lnTo>
                    <a:pt x="23818" y="44962"/>
                  </a:lnTo>
                  <a:lnTo>
                    <a:pt x="25529" y="0"/>
                  </a:lnTo>
                  <a:lnTo>
                    <a:pt x="27240" y="2467"/>
                  </a:lnTo>
                  <a:lnTo>
                    <a:pt x="28952" y="9816"/>
                  </a:lnTo>
                  <a:lnTo>
                    <a:pt x="30663" y="34204"/>
                  </a:lnTo>
                  <a:lnTo>
                    <a:pt x="32375" y="65483"/>
                  </a:lnTo>
                  <a:lnTo>
                    <a:pt x="34086" y="118280"/>
                  </a:lnTo>
                  <a:lnTo>
                    <a:pt x="35797" y="190860"/>
                  </a:lnTo>
                  <a:lnTo>
                    <a:pt x="37509" y="223696"/>
                  </a:lnTo>
                  <a:lnTo>
                    <a:pt x="39220" y="248379"/>
                  </a:lnTo>
                  <a:lnTo>
                    <a:pt x="40043" y="27464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6254223" y="2891877"/>
              <a:ext cx="15070" cy="370599"/>
            </a:xfrm>
            <a:custGeom>
              <a:avLst/>
              <a:pathLst>
                <a:path w="15070" h="370599">
                  <a:moveTo>
                    <a:pt x="0" y="370599"/>
                  </a:moveTo>
                  <a:lnTo>
                    <a:pt x="903" y="331763"/>
                  </a:lnTo>
                  <a:lnTo>
                    <a:pt x="2614" y="241646"/>
                  </a:lnTo>
                  <a:lnTo>
                    <a:pt x="4326" y="150708"/>
                  </a:lnTo>
                  <a:lnTo>
                    <a:pt x="6037" y="95940"/>
                  </a:lnTo>
                  <a:lnTo>
                    <a:pt x="7749" y="35023"/>
                  </a:lnTo>
                  <a:lnTo>
                    <a:pt x="9460" y="0"/>
                  </a:lnTo>
                  <a:lnTo>
                    <a:pt x="11171" y="32047"/>
                  </a:lnTo>
                  <a:lnTo>
                    <a:pt x="12883" y="168431"/>
                  </a:lnTo>
                  <a:lnTo>
                    <a:pt x="14594" y="334226"/>
                  </a:lnTo>
                  <a:lnTo>
                    <a:pt x="15070" y="37059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6278944" y="2910408"/>
              <a:ext cx="34151" cy="352069"/>
            </a:xfrm>
            <a:custGeom>
              <a:avLst/>
              <a:pathLst>
                <a:path w="34151" h="352069">
                  <a:moveTo>
                    <a:pt x="0" y="352069"/>
                  </a:moveTo>
                  <a:lnTo>
                    <a:pt x="142" y="335834"/>
                  </a:lnTo>
                  <a:lnTo>
                    <a:pt x="1853" y="189941"/>
                  </a:lnTo>
                  <a:lnTo>
                    <a:pt x="3564" y="111286"/>
                  </a:lnTo>
                  <a:lnTo>
                    <a:pt x="5276" y="36188"/>
                  </a:lnTo>
                  <a:lnTo>
                    <a:pt x="6987" y="46025"/>
                  </a:lnTo>
                  <a:lnTo>
                    <a:pt x="8699" y="90403"/>
                  </a:lnTo>
                  <a:lnTo>
                    <a:pt x="10410" y="169376"/>
                  </a:lnTo>
                  <a:lnTo>
                    <a:pt x="12121" y="191940"/>
                  </a:lnTo>
                  <a:lnTo>
                    <a:pt x="13833" y="78035"/>
                  </a:lnTo>
                  <a:lnTo>
                    <a:pt x="15544" y="0"/>
                  </a:lnTo>
                  <a:lnTo>
                    <a:pt x="17256" y="17937"/>
                  </a:lnTo>
                  <a:lnTo>
                    <a:pt x="18967" y="71305"/>
                  </a:lnTo>
                  <a:lnTo>
                    <a:pt x="20678" y="97796"/>
                  </a:lnTo>
                  <a:lnTo>
                    <a:pt x="22390" y="114878"/>
                  </a:lnTo>
                  <a:lnTo>
                    <a:pt x="24101" y="233241"/>
                  </a:lnTo>
                  <a:lnTo>
                    <a:pt x="25813" y="311275"/>
                  </a:lnTo>
                  <a:lnTo>
                    <a:pt x="27524" y="293339"/>
                  </a:lnTo>
                  <a:lnTo>
                    <a:pt x="29235" y="298940"/>
                  </a:lnTo>
                  <a:lnTo>
                    <a:pt x="30947" y="291421"/>
                  </a:lnTo>
                  <a:lnTo>
                    <a:pt x="32658" y="298898"/>
                  </a:lnTo>
                  <a:lnTo>
                    <a:pt x="34151" y="35206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6316209" y="2854323"/>
              <a:ext cx="17279" cy="408153"/>
            </a:xfrm>
            <a:custGeom>
              <a:avLst/>
              <a:pathLst>
                <a:path w="17279" h="408153">
                  <a:moveTo>
                    <a:pt x="0" y="408153"/>
                  </a:moveTo>
                  <a:lnTo>
                    <a:pt x="527" y="394066"/>
                  </a:lnTo>
                  <a:lnTo>
                    <a:pt x="2238" y="316561"/>
                  </a:lnTo>
                  <a:lnTo>
                    <a:pt x="3949" y="301469"/>
                  </a:lnTo>
                  <a:lnTo>
                    <a:pt x="5661" y="187864"/>
                  </a:lnTo>
                  <a:lnTo>
                    <a:pt x="7372" y="49671"/>
                  </a:lnTo>
                  <a:lnTo>
                    <a:pt x="9084" y="0"/>
                  </a:lnTo>
                  <a:lnTo>
                    <a:pt x="10795" y="82672"/>
                  </a:lnTo>
                  <a:lnTo>
                    <a:pt x="12506" y="235420"/>
                  </a:lnTo>
                  <a:lnTo>
                    <a:pt x="14218" y="288621"/>
                  </a:lnTo>
                  <a:lnTo>
                    <a:pt x="15929" y="377121"/>
                  </a:lnTo>
                  <a:lnTo>
                    <a:pt x="17279" y="40815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6334243" y="2606539"/>
              <a:ext cx="171856" cy="655937"/>
            </a:xfrm>
            <a:custGeom>
              <a:avLst/>
              <a:pathLst>
                <a:path w="171856" h="655937">
                  <a:moveTo>
                    <a:pt x="0" y="655937"/>
                  </a:moveTo>
                  <a:lnTo>
                    <a:pt x="1318" y="628032"/>
                  </a:lnTo>
                  <a:lnTo>
                    <a:pt x="3030" y="488832"/>
                  </a:lnTo>
                  <a:lnTo>
                    <a:pt x="4741" y="276306"/>
                  </a:lnTo>
                  <a:lnTo>
                    <a:pt x="6453" y="83609"/>
                  </a:lnTo>
                  <a:lnTo>
                    <a:pt x="8164" y="0"/>
                  </a:lnTo>
                  <a:lnTo>
                    <a:pt x="9875" y="19225"/>
                  </a:lnTo>
                  <a:lnTo>
                    <a:pt x="11587" y="81242"/>
                  </a:lnTo>
                  <a:lnTo>
                    <a:pt x="13298" y="183511"/>
                  </a:lnTo>
                  <a:lnTo>
                    <a:pt x="15010" y="315196"/>
                  </a:lnTo>
                  <a:lnTo>
                    <a:pt x="16721" y="477300"/>
                  </a:lnTo>
                  <a:lnTo>
                    <a:pt x="18432" y="578537"/>
                  </a:lnTo>
                  <a:lnTo>
                    <a:pt x="20144" y="597207"/>
                  </a:lnTo>
                  <a:lnTo>
                    <a:pt x="21855" y="597207"/>
                  </a:lnTo>
                  <a:lnTo>
                    <a:pt x="23567" y="597207"/>
                  </a:lnTo>
                  <a:lnTo>
                    <a:pt x="25278" y="569198"/>
                  </a:lnTo>
                  <a:lnTo>
                    <a:pt x="26989" y="518582"/>
                  </a:lnTo>
                  <a:lnTo>
                    <a:pt x="28701" y="502860"/>
                  </a:lnTo>
                  <a:lnTo>
                    <a:pt x="30412" y="429607"/>
                  </a:lnTo>
                  <a:lnTo>
                    <a:pt x="32124" y="319928"/>
                  </a:lnTo>
                  <a:lnTo>
                    <a:pt x="33835" y="273704"/>
                  </a:lnTo>
                  <a:lnTo>
                    <a:pt x="35546" y="262304"/>
                  </a:lnTo>
                  <a:lnTo>
                    <a:pt x="37258" y="249758"/>
                  </a:lnTo>
                  <a:lnTo>
                    <a:pt x="38969" y="186360"/>
                  </a:lnTo>
                  <a:lnTo>
                    <a:pt x="40681" y="262722"/>
                  </a:lnTo>
                  <a:lnTo>
                    <a:pt x="42392" y="395949"/>
                  </a:lnTo>
                  <a:lnTo>
                    <a:pt x="44103" y="432396"/>
                  </a:lnTo>
                  <a:lnTo>
                    <a:pt x="45815" y="449088"/>
                  </a:lnTo>
                  <a:lnTo>
                    <a:pt x="47526" y="528647"/>
                  </a:lnTo>
                  <a:lnTo>
                    <a:pt x="49238" y="616383"/>
                  </a:lnTo>
                  <a:lnTo>
                    <a:pt x="50949" y="489239"/>
                  </a:lnTo>
                  <a:lnTo>
                    <a:pt x="52660" y="318757"/>
                  </a:lnTo>
                  <a:lnTo>
                    <a:pt x="54372" y="185671"/>
                  </a:lnTo>
                  <a:lnTo>
                    <a:pt x="56083" y="128021"/>
                  </a:lnTo>
                  <a:lnTo>
                    <a:pt x="57795" y="71972"/>
                  </a:lnTo>
                  <a:lnTo>
                    <a:pt x="59506" y="49278"/>
                  </a:lnTo>
                  <a:lnTo>
                    <a:pt x="61217" y="129266"/>
                  </a:lnTo>
                  <a:lnTo>
                    <a:pt x="62929" y="183116"/>
                  </a:lnTo>
                  <a:lnTo>
                    <a:pt x="64640" y="300854"/>
                  </a:lnTo>
                  <a:lnTo>
                    <a:pt x="66351" y="381222"/>
                  </a:lnTo>
                  <a:lnTo>
                    <a:pt x="68063" y="420877"/>
                  </a:lnTo>
                  <a:lnTo>
                    <a:pt x="69774" y="434954"/>
                  </a:lnTo>
                  <a:lnTo>
                    <a:pt x="71486" y="455831"/>
                  </a:lnTo>
                  <a:lnTo>
                    <a:pt x="73197" y="475256"/>
                  </a:lnTo>
                  <a:lnTo>
                    <a:pt x="74908" y="406949"/>
                  </a:lnTo>
                  <a:lnTo>
                    <a:pt x="76620" y="312915"/>
                  </a:lnTo>
                  <a:lnTo>
                    <a:pt x="78331" y="268896"/>
                  </a:lnTo>
                  <a:lnTo>
                    <a:pt x="80043" y="263821"/>
                  </a:lnTo>
                  <a:lnTo>
                    <a:pt x="81754" y="213625"/>
                  </a:lnTo>
                  <a:lnTo>
                    <a:pt x="83465" y="209504"/>
                  </a:lnTo>
                  <a:lnTo>
                    <a:pt x="85177" y="305465"/>
                  </a:lnTo>
                  <a:lnTo>
                    <a:pt x="86888" y="458138"/>
                  </a:lnTo>
                  <a:lnTo>
                    <a:pt x="88600" y="492267"/>
                  </a:lnTo>
                  <a:lnTo>
                    <a:pt x="90311" y="465119"/>
                  </a:lnTo>
                  <a:lnTo>
                    <a:pt x="92022" y="497503"/>
                  </a:lnTo>
                  <a:lnTo>
                    <a:pt x="93734" y="613879"/>
                  </a:lnTo>
                  <a:lnTo>
                    <a:pt x="95445" y="636544"/>
                  </a:lnTo>
                  <a:lnTo>
                    <a:pt x="97157" y="526069"/>
                  </a:lnTo>
                  <a:lnTo>
                    <a:pt x="98868" y="497525"/>
                  </a:lnTo>
                  <a:lnTo>
                    <a:pt x="100579" y="497872"/>
                  </a:lnTo>
                  <a:lnTo>
                    <a:pt x="102291" y="452200"/>
                  </a:lnTo>
                  <a:lnTo>
                    <a:pt x="104002" y="382211"/>
                  </a:lnTo>
                  <a:lnTo>
                    <a:pt x="105714" y="322578"/>
                  </a:lnTo>
                  <a:lnTo>
                    <a:pt x="107425" y="375148"/>
                  </a:lnTo>
                  <a:lnTo>
                    <a:pt x="109136" y="448774"/>
                  </a:lnTo>
                  <a:lnTo>
                    <a:pt x="110848" y="486272"/>
                  </a:lnTo>
                  <a:lnTo>
                    <a:pt x="112559" y="608704"/>
                  </a:lnTo>
                  <a:lnTo>
                    <a:pt x="114271" y="635605"/>
                  </a:lnTo>
                  <a:lnTo>
                    <a:pt x="115982" y="592570"/>
                  </a:lnTo>
                  <a:lnTo>
                    <a:pt x="117693" y="465333"/>
                  </a:lnTo>
                  <a:lnTo>
                    <a:pt x="119405" y="298468"/>
                  </a:lnTo>
                  <a:lnTo>
                    <a:pt x="121116" y="268496"/>
                  </a:lnTo>
                  <a:lnTo>
                    <a:pt x="122828" y="257490"/>
                  </a:lnTo>
                  <a:lnTo>
                    <a:pt x="124539" y="261982"/>
                  </a:lnTo>
                  <a:lnTo>
                    <a:pt x="126250" y="339452"/>
                  </a:lnTo>
                  <a:lnTo>
                    <a:pt x="127962" y="465960"/>
                  </a:lnTo>
                  <a:lnTo>
                    <a:pt x="129673" y="583337"/>
                  </a:lnTo>
                  <a:lnTo>
                    <a:pt x="131385" y="554979"/>
                  </a:lnTo>
                  <a:lnTo>
                    <a:pt x="133096" y="503358"/>
                  </a:lnTo>
                  <a:lnTo>
                    <a:pt x="134807" y="515790"/>
                  </a:lnTo>
                  <a:lnTo>
                    <a:pt x="136519" y="576803"/>
                  </a:lnTo>
                  <a:lnTo>
                    <a:pt x="138230" y="565384"/>
                  </a:lnTo>
                  <a:lnTo>
                    <a:pt x="139942" y="519979"/>
                  </a:lnTo>
                  <a:lnTo>
                    <a:pt x="141653" y="551654"/>
                  </a:lnTo>
                  <a:lnTo>
                    <a:pt x="143364" y="578499"/>
                  </a:lnTo>
                  <a:lnTo>
                    <a:pt x="145076" y="566069"/>
                  </a:lnTo>
                  <a:lnTo>
                    <a:pt x="146787" y="505057"/>
                  </a:lnTo>
                  <a:lnTo>
                    <a:pt x="148499" y="517090"/>
                  </a:lnTo>
                  <a:lnTo>
                    <a:pt x="150210" y="551082"/>
                  </a:lnTo>
                  <a:lnTo>
                    <a:pt x="151921" y="496708"/>
                  </a:lnTo>
                  <a:lnTo>
                    <a:pt x="153633" y="412834"/>
                  </a:lnTo>
                  <a:lnTo>
                    <a:pt x="155344" y="282921"/>
                  </a:lnTo>
                  <a:lnTo>
                    <a:pt x="157056" y="135651"/>
                  </a:lnTo>
                  <a:lnTo>
                    <a:pt x="158767" y="42953"/>
                  </a:lnTo>
                  <a:lnTo>
                    <a:pt x="160478" y="30129"/>
                  </a:lnTo>
                  <a:lnTo>
                    <a:pt x="162190" y="55200"/>
                  </a:lnTo>
                  <a:lnTo>
                    <a:pt x="163901" y="131155"/>
                  </a:lnTo>
                  <a:lnTo>
                    <a:pt x="165613" y="294207"/>
                  </a:lnTo>
                  <a:lnTo>
                    <a:pt x="167324" y="441477"/>
                  </a:lnTo>
                  <a:lnTo>
                    <a:pt x="169035" y="539163"/>
                  </a:lnTo>
                  <a:lnTo>
                    <a:pt x="170747" y="612887"/>
                  </a:lnTo>
                  <a:lnTo>
                    <a:pt x="171856" y="65593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6507351" y="2440468"/>
              <a:ext cx="104576" cy="822009"/>
            </a:xfrm>
            <a:custGeom>
              <a:avLst/>
              <a:pathLst>
                <a:path w="104576" h="822009">
                  <a:moveTo>
                    <a:pt x="0" y="822009"/>
                  </a:moveTo>
                  <a:lnTo>
                    <a:pt x="1061" y="783852"/>
                  </a:lnTo>
                  <a:lnTo>
                    <a:pt x="2772" y="690589"/>
                  </a:lnTo>
                  <a:lnTo>
                    <a:pt x="4484" y="611978"/>
                  </a:lnTo>
                  <a:lnTo>
                    <a:pt x="6195" y="514664"/>
                  </a:lnTo>
                  <a:lnTo>
                    <a:pt x="7907" y="414285"/>
                  </a:lnTo>
                  <a:lnTo>
                    <a:pt x="9618" y="361158"/>
                  </a:lnTo>
                  <a:lnTo>
                    <a:pt x="11329" y="378889"/>
                  </a:lnTo>
                  <a:lnTo>
                    <a:pt x="13041" y="354510"/>
                  </a:lnTo>
                  <a:lnTo>
                    <a:pt x="14752" y="381345"/>
                  </a:lnTo>
                  <a:lnTo>
                    <a:pt x="16464" y="361704"/>
                  </a:lnTo>
                  <a:lnTo>
                    <a:pt x="18175" y="310267"/>
                  </a:lnTo>
                  <a:lnTo>
                    <a:pt x="19886" y="257668"/>
                  </a:lnTo>
                  <a:lnTo>
                    <a:pt x="21598" y="184390"/>
                  </a:lnTo>
                  <a:lnTo>
                    <a:pt x="23309" y="162903"/>
                  </a:lnTo>
                  <a:lnTo>
                    <a:pt x="25021" y="155160"/>
                  </a:lnTo>
                  <a:lnTo>
                    <a:pt x="26732" y="200321"/>
                  </a:lnTo>
                  <a:lnTo>
                    <a:pt x="28443" y="255557"/>
                  </a:lnTo>
                  <a:lnTo>
                    <a:pt x="30155" y="294036"/>
                  </a:lnTo>
                  <a:lnTo>
                    <a:pt x="31866" y="417350"/>
                  </a:lnTo>
                  <a:lnTo>
                    <a:pt x="33578" y="597841"/>
                  </a:lnTo>
                  <a:lnTo>
                    <a:pt x="35289" y="670592"/>
                  </a:lnTo>
                  <a:lnTo>
                    <a:pt x="37000" y="668272"/>
                  </a:lnTo>
                  <a:lnTo>
                    <a:pt x="38712" y="673021"/>
                  </a:lnTo>
                  <a:lnTo>
                    <a:pt x="40423" y="739893"/>
                  </a:lnTo>
                  <a:lnTo>
                    <a:pt x="42135" y="750285"/>
                  </a:lnTo>
                  <a:lnTo>
                    <a:pt x="43846" y="618692"/>
                  </a:lnTo>
                  <a:lnTo>
                    <a:pt x="45557" y="486986"/>
                  </a:lnTo>
                  <a:lnTo>
                    <a:pt x="47269" y="461251"/>
                  </a:lnTo>
                  <a:lnTo>
                    <a:pt x="48980" y="398937"/>
                  </a:lnTo>
                  <a:lnTo>
                    <a:pt x="50692" y="215395"/>
                  </a:lnTo>
                  <a:lnTo>
                    <a:pt x="52403" y="77247"/>
                  </a:lnTo>
                  <a:lnTo>
                    <a:pt x="54114" y="0"/>
                  </a:lnTo>
                  <a:lnTo>
                    <a:pt x="55826" y="80783"/>
                  </a:lnTo>
                  <a:lnTo>
                    <a:pt x="57537" y="160209"/>
                  </a:lnTo>
                  <a:lnTo>
                    <a:pt x="59249" y="184524"/>
                  </a:lnTo>
                  <a:lnTo>
                    <a:pt x="60960" y="240508"/>
                  </a:lnTo>
                  <a:lnTo>
                    <a:pt x="62671" y="305371"/>
                  </a:lnTo>
                  <a:lnTo>
                    <a:pt x="64383" y="363364"/>
                  </a:lnTo>
                  <a:lnTo>
                    <a:pt x="66094" y="334037"/>
                  </a:lnTo>
                  <a:lnTo>
                    <a:pt x="67806" y="299235"/>
                  </a:lnTo>
                  <a:lnTo>
                    <a:pt x="69517" y="310950"/>
                  </a:lnTo>
                  <a:lnTo>
                    <a:pt x="71228" y="261228"/>
                  </a:lnTo>
                  <a:lnTo>
                    <a:pt x="72940" y="177291"/>
                  </a:lnTo>
                  <a:lnTo>
                    <a:pt x="74651" y="193350"/>
                  </a:lnTo>
                  <a:lnTo>
                    <a:pt x="76363" y="199596"/>
                  </a:lnTo>
                  <a:lnTo>
                    <a:pt x="78074" y="159792"/>
                  </a:lnTo>
                  <a:lnTo>
                    <a:pt x="79785" y="173561"/>
                  </a:lnTo>
                  <a:lnTo>
                    <a:pt x="81497" y="288097"/>
                  </a:lnTo>
                  <a:lnTo>
                    <a:pt x="83208" y="423077"/>
                  </a:lnTo>
                  <a:lnTo>
                    <a:pt x="84920" y="495761"/>
                  </a:lnTo>
                  <a:lnTo>
                    <a:pt x="86631" y="540804"/>
                  </a:lnTo>
                  <a:lnTo>
                    <a:pt x="88342" y="641446"/>
                  </a:lnTo>
                  <a:lnTo>
                    <a:pt x="90054" y="701462"/>
                  </a:lnTo>
                  <a:lnTo>
                    <a:pt x="91765" y="779974"/>
                  </a:lnTo>
                  <a:lnTo>
                    <a:pt x="93477" y="776981"/>
                  </a:lnTo>
                  <a:lnTo>
                    <a:pt x="95188" y="688989"/>
                  </a:lnTo>
                  <a:lnTo>
                    <a:pt x="96899" y="696053"/>
                  </a:lnTo>
                  <a:lnTo>
                    <a:pt x="98611" y="712828"/>
                  </a:lnTo>
                  <a:lnTo>
                    <a:pt x="100322" y="779211"/>
                  </a:lnTo>
                  <a:lnTo>
                    <a:pt x="102033" y="776398"/>
                  </a:lnTo>
                  <a:lnTo>
                    <a:pt x="103745" y="781582"/>
                  </a:lnTo>
                  <a:lnTo>
                    <a:pt x="104576" y="82200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6623853" y="2766392"/>
              <a:ext cx="49090" cy="496084"/>
            </a:xfrm>
            <a:custGeom>
              <a:avLst/>
              <a:pathLst>
                <a:path w="49090" h="496084">
                  <a:moveTo>
                    <a:pt x="0" y="496084"/>
                  </a:moveTo>
                  <a:lnTo>
                    <a:pt x="934" y="431353"/>
                  </a:lnTo>
                  <a:lnTo>
                    <a:pt x="2645" y="253588"/>
                  </a:lnTo>
                  <a:lnTo>
                    <a:pt x="4357" y="165179"/>
                  </a:lnTo>
                  <a:lnTo>
                    <a:pt x="6068" y="143818"/>
                  </a:lnTo>
                  <a:lnTo>
                    <a:pt x="7780" y="148235"/>
                  </a:lnTo>
                  <a:lnTo>
                    <a:pt x="9491" y="112116"/>
                  </a:lnTo>
                  <a:lnTo>
                    <a:pt x="11202" y="70552"/>
                  </a:lnTo>
                  <a:lnTo>
                    <a:pt x="12914" y="149621"/>
                  </a:lnTo>
                  <a:lnTo>
                    <a:pt x="14625" y="236383"/>
                  </a:lnTo>
                  <a:lnTo>
                    <a:pt x="16337" y="220092"/>
                  </a:lnTo>
                  <a:lnTo>
                    <a:pt x="18048" y="140777"/>
                  </a:lnTo>
                  <a:lnTo>
                    <a:pt x="19759" y="150812"/>
                  </a:lnTo>
                  <a:lnTo>
                    <a:pt x="21471" y="191626"/>
                  </a:lnTo>
                  <a:lnTo>
                    <a:pt x="23182" y="144465"/>
                  </a:lnTo>
                  <a:lnTo>
                    <a:pt x="24894" y="28754"/>
                  </a:lnTo>
                  <a:lnTo>
                    <a:pt x="26605" y="0"/>
                  </a:lnTo>
                  <a:lnTo>
                    <a:pt x="28316" y="43025"/>
                  </a:lnTo>
                  <a:lnTo>
                    <a:pt x="30028" y="49179"/>
                  </a:lnTo>
                  <a:lnTo>
                    <a:pt x="31739" y="40244"/>
                  </a:lnTo>
                  <a:lnTo>
                    <a:pt x="33451" y="106340"/>
                  </a:lnTo>
                  <a:lnTo>
                    <a:pt x="35162" y="237356"/>
                  </a:lnTo>
                  <a:lnTo>
                    <a:pt x="36873" y="293151"/>
                  </a:lnTo>
                  <a:lnTo>
                    <a:pt x="38585" y="277410"/>
                  </a:lnTo>
                  <a:lnTo>
                    <a:pt x="40296" y="282215"/>
                  </a:lnTo>
                  <a:lnTo>
                    <a:pt x="42007" y="370151"/>
                  </a:lnTo>
                  <a:lnTo>
                    <a:pt x="43719" y="408831"/>
                  </a:lnTo>
                  <a:lnTo>
                    <a:pt x="45430" y="427015"/>
                  </a:lnTo>
                  <a:lnTo>
                    <a:pt x="47142" y="469570"/>
                  </a:lnTo>
                  <a:lnTo>
                    <a:pt x="48853" y="492161"/>
                  </a:lnTo>
                  <a:lnTo>
                    <a:pt x="49090" y="49608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6674829" y="2912308"/>
              <a:ext cx="35945" cy="350168"/>
            </a:xfrm>
            <a:custGeom>
              <a:avLst/>
              <a:pathLst>
                <a:path w="35945" h="350168">
                  <a:moveTo>
                    <a:pt x="0" y="350168"/>
                  </a:moveTo>
                  <a:lnTo>
                    <a:pt x="1301" y="272867"/>
                  </a:lnTo>
                  <a:lnTo>
                    <a:pt x="3012" y="155845"/>
                  </a:lnTo>
                  <a:lnTo>
                    <a:pt x="4723" y="87804"/>
                  </a:lnTo>
                  <a:lnTo>
                    <a:pt x="6435" y="0"/>
                  </a:lnTo>
                  <a:lnTo>
                    <a:pt x="8146" y="37567"/>
                  </a:lnTo>
                  <a:lnTo>
                    <a:pt x="9858" y="73719"/>
                  </a:lnTo>
                  <a:lnTo>
                    <a:pt x="11569" y="96635"/>
                  </a:lnTo>
                  <a:lnTo>
                    <a:pt x="13280" y="166313"/>
                  </a:lnTo>
                  <a:lnTo>
                    <a:pt x="14992" y="232808"/>
                  </a:lnTo>
                  <a:lnTo>
                    <a:pt x="16703" y="248060"/>
                  </a:lnTo>
                  <a:lnTo>
                    <a:pt x="18415" y="190641"/>
                  </a:lnTo>
                  <a:lnTo>
                    <a:pt x="20126" y="173663"/>
                  </a:lnTo>
                  <a:lnTo>
                    <a:pt x="21837" y="217226"/>
                  </a:lnTo>
                  <a:lnTo>
                    <a:pt x="23549" y="232431"/>
                  </a:lnTo>
                  <a:lnTo>
                    <a:pt x="25260" y="188830"/>
                  </a:lnTo>
                  <a:lnTo>
                    <a:pt x="26971" y="144010"/>
                  </a:lnTo>
                  <a:lnTo>
                    <a:pt x="28683" y="139103"/>
                  </a:lnTo>
                  <a:lnTo>
                    <a:pt x="30394" y="196361"/>
                  </a:lnTo>
                  <a:lnTo>
                    <a:pt x="32106" y="257458"/>
                  </a:lnTo>
                  <a:lnTo>
                    <a:pt x="33817" y="302678"/>
                  </a:lnTo>
                  <a:lnTo>
                    <a:pt x="35528" y="329534"/>
                  </a:lnTo>
                  <a:lnTo>
                    <a:pt x="35945" y="35016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6717208" y="2900449"/>
              <a:ext cx="21327" cy="362027"/>
            </a:xfrm>
            <a:custGeom>
              <a:avLst/>
              <a:pathLst>
                <a:path w="21327" h="362027">
                  <a:moveTo>
                    <a:pt x="0" y="362027"/>
                  </a:moveTo>
                  <a:lnTo>
                    <a:pt x="1707" y="257011"/>
                  </a:lnTo>
                  <a:lnTo>
                    <a:pt x="3418" y="160495"/>
                  </a:lnTo>
                  <a:lnTo>
                    <a:pt x="5129" y="99497"/>
                  </a:lnTo>
                  <a:lnTo>
                    <a:pt x="6841" y="27594"/>
                  </a:lnTo>
                  <a:lnTo>
                    <a:pt x="8552" y="0"/>
                  </a:lnTo>
                  <a:lnTo>
                    <a:pt x="10264" y="15376"/>
                  </a:lnTo>
                  <a:lnTo>
                    <a:pt x="11975" y="47797"/>
                  </a:lnTo>
                  <a:lnTo>
                    <a:pt x="13686" y="141632"/>
                  </a:lnTo>
                  <a:lnTo>
                    <a:pt x="15398" y="240458"/>
                  </a:lnTo>
                  <a:lnTo>
                    <a:pt x="17109" y="355754"/>
                  </a:lnTo>
                  <a:lnTo>
                    <a:pt x="18821" y="335079"/>
                  </a:lnTo>
                  <a:lnTo>
                    <a:pt x="20532" y="315589"/>
                  </a:lnTo>
                  <a:lnTo>
                    <a:pt x="21327" y="36202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6767618" y="2857054"/>
              <a:ext cx="14517" cy="405422"/>
            </a:xfrm>
            <a:custGeom>
              <a:avLst/>
              <a:pathLst>
                <a:path w="14517" h="405422">
                  <a:moveTo>
                    <a:pt x="0" y="405422"/>
                  </a:moveTo>
                  <a:lnTo>
                    <a:pt x="927" y="330915"/>
                  </a:lnTo>
                  <a:lnTo>
                    <a:pt x="2638" y="212721"/>
                  </a:lnTo>
                  <a:lnTo>
                    <a:pt x="4350" y="117035"/>
                  </a:lnTo>
                  <a:lnTo>
                    <a:pt x="6061" y="36908"/>
                  </a:lnTo>
                  <a:lnTo>
                    <a:pt x="7773" y="0"/>
                  </a:lnTo>
                  <a:lnTo>
                    <a:pt x="9484" y="14695"/>
                  </a:lnTo>
                  <a:lnTo>
                    <a:pt x="11195" y="125357"/>
                  </a:lnTo>
                  <a:lnTo>
                    <a:pt x="12907" y="263589"/>
                  </a:lnTo>
                  <a:lnTo>
                    <a:pt x="14517" y="40542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6791212" y="3118301"/>
              <a:ext cx="7031" cy="144175"/>
            </a:xfrm>
            <a:custGeom>
              <a:avLst/>
              <a:pathLst>
                <a:path w="7031" h="144175">
                  <a:moveTo>
                    <a:pt x="0" y="144175"/>
                  </a:moveTo>
                  <a:lnTo>
                    <a:pt x="1292" y="53162"/>
                  </a:lnTo>
                  <a:lnTo>
                    <a:pt x="3004" y="0"/>
                  </a:lnTo>
                  <a:lnTo>
                    <a:pt x="4715" y="74192"/>
                  </a:lnTo>
                  <a:lnTo>
                    <a:pt x="6427" y="133683"/>
                  </a:lnTo>
                  <a:lnTo>
                    <a:pt x="7031" y="14417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6806422" y="3203747"/>
              <a:ext cx="6457" cy="58729"/>
            </a:xfrm>
            <a:custGeom>
              <a:avLst/>
              <a:pathLst>
                <a:path w="6457" h="58729">
                  <a:moveTo>
                    <a:pt x="0" y="58729"/>
                  </a:moveTo>
                  <a:lnTo>
                    <a:pt x="1485" y="29711"/>
                  </a:lnTo>
                  <a:lnTo>
                    <a:pt x="3197" y="0"/>
                  </a:lnTo>
                  <a:lnTo>
                    <a:pt x="4908" y="6077"/>
                  </a:lnTo>
                  <a:lnTo>
                    <a:pt x="6457" y="5872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6827269" y="3070395"/>
              <a:ext cx="22841" cy="192081"/>
            </a:xfrm>
            <a:custGeom>
              <a:avLst/>
              <a:pathLst>
                <a:path w="22841" h="192081">
                  <a:moveTo>
                    <a:pt x="0" y="192081"/>
                  </a:moveTo>
                  <a:lnTo>
                    <a:pt x="1175" y="123780"/>
                  </a:lnTo>
                  <a:lnTo>
                    <a:pt x="2886" y="65427"/>
                  </a:lnTo>
                  <a:lnTo>
                    <a:pt x="4598" y="41192"/>
                  </a:lnTo>
                  <a:lnTo>
                    <a:pt x="6309" y="41193"/>
                  </a:lnTo>
                  <a:lnTo>
                    <a:pt x="8020" y="41193"/>
                  </a:lnTo>
                  <a:lnTo>
                    <a:pt x="9732" y="33204"/>
                  </a:lnTo>
                  <a:lnTo>
                    <a:pt x="11443" y="41612"/>
                  </a:lnTo>
                  <a:lnTo>
                    <a:pt x="13154" y="39720"/>
                  </a:lnTo>
                  <a:lnTo>
                    <a:pt x="14866" y="0"/>
                  </a:lnTo>
                  <a:lnTo>
                    <a:pt x="16577" y="17553"/>
                  </a:lnTo>
                  <a:lnTo>
                    <a:pt x="18289" y="99354"/>
                  </a:lnTo>
                  <a:lnTo>
                    <a:pt x="20000" y="158585"/>
                  </a:lnTo>
                  <a:lnTo>
                    <a:pt x="21711" y="167256"/>
                  </a:lnTo>
                  <a:lnTo>
                    <a:pt x="22841" y="19208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6860956" y="2900069"/>
              <a:ext cx="21489" cy="362407"/>
            </a:xfrm>
            <a:custGeom>
              <a:avLst/>
              <a:pathLst>
                <a:path w="21489" h="362407">
                  <a:moveTo>
                    <a:pt x="0" y="362407"/>
                  </a:moveTo>
                  <a:lnTo>
                    <a:pt x="4" y="362108"/>
                  </a:lnTo>
                  <a:lnTo>
                    <a:pt x="1716" y="253033"/>
                  </a:lnTo>
                  <a:lnTo>
                    <a:pt x="3427" y="230519"/>
                  </a:lnTo>
                  <a:lnTo>
                    <a:pt x="5139" y="148103"/>
                  </a:lnTo>
                  <a:lnTo>
                    <a:pt x="6850" y="26343"/>
                  </a:lnTo>
                  <a:lnTo>
                    <a:pt x="8561" y="0"/>
                  </a:lnTo>
                  <a:lnTo>
                    <a:pt x="10273" y="62565"/>
                  </a:lnTo>
                  <a:lnTo>
                    <a:pt x="11984" y="84985"/>
                  </a:lnTo>
                  <a:lnTo>
                    <a:pt x="13696" y="94621"/>
                  </a:lnTo>
                  <a:lnTo>
                    <a:pt x="15407" y="145732"/>
                  </a:lnTo>
                  <a:lnTo>
                    <a:pt x="17118" y="252802"/>
                  </a:lnTo>
                  <a:lnTo>
                    <a:pt x="18830" y="282111"/>
                  </a:lnTo>
                  <a:lnTo>
                    <a:pt x="20541" y="334409"/>
                  </a:lnTo>
                  <a:lnTo>
                    <a:pt x="21489" y="36240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6905886" y="2688341"/>
              <a:ext cx="81013" cy="574136"/>
            </a:xfrm>
            <a:custGeom>
              <a:avLst/>
              <a:pathLst>
                <a:path w="81013" h="574136">
                  <a:moveTo>
                    <a:pt x="0" y="574136"/>
                  </a:moveTo>
                  <a:lnTo>
                    <a:pt x="1282" y="565183"/>
                  </a:lnTo>
                  <a:lnTo>
                    <a:pt x="2993" y="504171"/>
                  </a:lnTo>
                  <a:lnTo>
                    <a:pt x="4705" y="501432"/>
                  </a:lnTo>
                  <a:lnTo>
                    <a:pt x="6416" y="514785"/>
                  </a:lnTo>
                  <a:lnTo>
                    <a:pt x="8127" y="515406"/>
                  </a:lnTo>
                  <a:lnTo>
                    <a:pt x="9839" y="515406"/>
                  </a:lnTo>
                  <a:lnTo>
                    <a:pt x="11550" y="515406"/>
                  </a:lnTo>
                  <a:lnTo>
                    <a:pt x="13262" y="515406"/>
                  </a:lnTo>
                  <a:lnTo>
                    <a:pt x="14973" y="515406"/>
                  </a:lnTo>
                  <a:lnTo>
                    <a:pt x="16684" y="515406"/>
                  </a:lnTo>
                  <a:lnTo>
                    <a:pt x="18396" y="515406"/>
                  </a:lnTo>
                  <a:lnTo>
                    <a:pt x="20107" y="515406"/>
                  </a:lnTo>
                  <a:lnTo>
                    <a:pt x="21819" y="487458"/>
                  </a:lnTo>
                  <a:lnTo>
                    <a:pt x="23530" y="422724"/>
                  </a:lnTo>
                  <a:lnTo>
                    <a:pt x="25241" y="346117"/>
                  </a:lnTo>
                  <a:lnTo>
                    <a:pt x="26953" y="201609"/>
                  </a:lnTo>
                  <a:lnTo>
                    <a:pt x="28664" y="81136"/>
                  </a:lnTo>
                  <a:lnTo>
                    <a:pt x="30376" y="0"/>
                  </a:lnTo>
                  <a:lnTo>
                    <a:pt x="32087" y="22552"/>
                  </a:lnTo>
                  <a:lnTo>
                    <a:pt x="33798" y="87287"/>
                  </a:lnTo>
                  <a:lnTo>
                    <a:pt x="35510" y="166894"/>
                  </a:lnTo>
                  <a:lnTo>
                    <a:pt x="37221" y="335029"/>
                  </a:lnTo>
                  <a:lnTo>
                    <a:pt x="38933" y="388288"/>
                  </a:lnTo>
                  <a:lnTo>
                    <a:pt x="40644" y="435420"/>
                  </a:lnTo>
                  <a:lnTo>
                    <a:pt x="42355" y="410724"/>
                  </a:lnTo>
                  <a:lnTo>
                    <a:pt x="44067" y="351702"/>
                  </a:lnTo>
                  <a:lnTo>
                    <a:pt x="45778" y="335248"/>
                  </a:lnTo>
                  <a:lnTo>
                    <a:pt x="47489" y="191160"/>
                  </a:lnTo>
                  <a:lnTo>
                    <a:pt x="49201" y="190275"/>
                  </a:lnTo>
                  <a:lnTo>
                    <a:pt x="50912" y="159457"/>
                  </a:lnTo>
                  <a:lnTo>
                    <a:pt x="52624" y="112839"/>
                  </a:lnTo>
                  <a:lnTo>
                    <a:pt x="54335" y="202505"/>
                  </a:lnTo>
                  <a:lnTo>
                    <a:pt x="56046" y="246195"/>
                  </a:lnTo>
                  <a:lnTo>
                    <a:pt x="57758" y="401958"/>
                  </a:lnTo>
                  <a:lnTo>
                    <a:pt x="59469" y="490223"/>
                  </a:lnTo>
                  <a:lnTo>
                    <a:pt x="61181" y="555045"/>
                  </a:lnTo>
                  <a:lnTo>
                    <a:pt x="62892" y="534541"/>
                  </a:lnTo>
                  <a:lnTo>
                    <a:pt x="64603" y="347618"/>
                  </a:lnTo>
                  <a:lnTo>
                    <a:pt x="66315" y="270879"/>
                  </a:lnTo>
                  <a:lnTo>
                    <a:pt x="68026" y="245040"/>
                  </a:lnTo>
                  <a:lnTo>
                    <a:pt x="69738" y="179082"/>
                  </a:lnTo>
                  <a:lnTo>
                    <a:pt x="71449" y="167895"/>
                  </a:lnTo>
                  <a:lnTo>
                    <a:pt x="73160" y="200632"/>
                  </a:lnTo>
                  <a:lnTo>
                    <a:pt x="74872" y="310662"/>
                  </a:lnTo>
                  <a:lnTo>
                    <a:pt x="76583" y="363678"/>
                  </a:lnTo>
                  <a:lnTo>
                    <a:pt x="78295" y="367581"/>
                  </a:lnTo>
                  <a:lnTo>
                    <a:pt x="80006" y="523833"/>
                  </a:lnTo>
                  <a:lnTo>
                    <a:pt x="81013" y="57413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6996005" y="2257320"/>
              <a:ext cx="69952" cy="1005156"/>
            </a:xfrm>
            <a:custGeom>
              <a:avLst/>
              <a:pathLst>
                <a:path w="69952" h="1005156">
                  <a:moveTo>
                    <a:pt x="0" y="1005156"/>
                  </a:moveTo>
                  <a:lnTo>
                    <a:pt x="155" y="985215"/>
                  </a:lnTo>
                  <a:lnTo>
                    <a:pt x="1866" y="786239"/>
                  </a:lnTo>
                  <a:lnTo>
                    <a:pt x="3578" y="804598"/>
                  </a:lnTo>
                  <a:lnTo>
                    <a:pt x="5289" y="778706"/>
                  </a:lnTo>
                  <a:lnTo>
                    <a:pt x="7001" y="703768"/>
                  </a:lnTo>
                  <a:lnTo>
                    <a:pt x="8712" y="719371"/>
                  </a:lnTo>
                  <a:lnTo>
                    <a:pt x="10423" y="772168"/>
                  </a:lnTo>
                  <a:lnTo>
                    <a:pt x="12135" y="850323"/>
                  </a:lnTo>
                  <a:lnTo>
                    <a:pt x="13846" y="829846"/>
                  </a:lnTo>
                  <a:lnTo>
                    <a:pt x="15558" y="857691"/>
                  </a:lnTo>
                  <a:lnTo>
                    <a:pt x="17269" y="875391"/>
                  </a:lnTo>
                  <a:lnTo>
                    <a:pt x="18980" y="836728"/>
                  </a:lnTo>
                  <a:lnTo>
                    <a:pt x="20692" y="801134"/>
                  </a:lnTo>
                  <a:lnTo>
                    <a:pt x="22403" y="715276"/>
                  </a:lnTo>
                  <a:lnTo>
                    <a:pt x="24115" y="596696"/>
                  </a:lnTo>
                  <a:lnTo>
                    <a:pt x="25826" y="486144"/>
                  </a:lnTo>
                  <a:lnTo>
                    <a:pt x="27537" y="352807"/>
                  </a:lnTo>
                  <a:lnTo>
                    <a:pt x="29249" y="279579"/>
                  </a:lnTo>
                  <a:lnTo>
                    <a:pt x="30960" y="200869"/>
                  </a:lnTo>
                  <a:lnTo>
                    <a:pt x="32672" y="199716"/>
                  </a:lnTo>
                  <a:lnTo>
                    <a:pt x="34383" y="162809"/>
                  </a:lnTo>
                  <a:lnTo>
                    <a:pt x="36094" y="97368"/>
                  </a:lnTo>
                  <a:lnTo>
                    <a:pt x="37806" y="31326"/>
                  </a:lnTo>
                  <a:lnTo>
                    <a:pt x="39517" y="0"/>
                  </a:lnTo>
                  <a:lnTo>
                    <a:pt x="41229" y="110347"/>
                  </a:lnTo>
                  <a:lnTo>
                    <a:pt x="42940" y="262591"/>
                  </a:lnTo>
                  <a:lnTo>
                    <a:pt x="44651" y="412675"/>
                  </a:lnTo>
                  <a:lnTo>
                    <a:pt x="46363" y="471358"/>
                  </a:lnTo>
                  <a:lnTo>
                    <a:pt x="48074" y="548067"/>
                  </a:lnTo>
                  <a:lnTo>
                    <a:pt x="49786" y="583515"/>
                  </a:lnTo>
                  <a:lnTo>
                    <a:pt x="51497" y="563759"/>
                  </a:lnTo>
                  <a:lnTo>
                    <a:pt x="53208" y="434454"/>
                  </a:lnTo>
                  <a:lnTo>
                    <a:pt x="54920" y="468854"/>
                  </a:lnTo>
                  <a:lnTo>
                    <a:pt x="56631" y="593492"/>
                  </a:lnTo>
                  <a:lnTo>
                    <a:pt x="58343" y="641170"/>
                  </a:lnTo>
                  <a:lnTo>
                    <a:pt x="60054" y="702731"/>
                  </a:lnTo>
                  <a:lnTo>
                    <a:pt x="61765" y="759817"/>
                  </a:lnTo>
                  <a:lnTo>
                    <a:pt x="63477" y="882867"/>
                  </a:lnTo>
                  <a:lnTo>
                    <a:pt x="65188" y="920061"/>
                  </a:lnTo>
                  <a:lnTo>
                    <a:pt x="66900" y="962867"/>
                  </a:lnTo>
                  <a:lnTo>
                    <a:pt x="68611" y="984064"/>
                  </a:lnTo>
                  <a:lnTo>
                    <a:pt x="69952" y="100515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7068828" y="2591060"/>
              <a:ext cx="111817" cy="671416"/>
            </a:xfrm>
            <a:custGeom>
              <a:avLst/>
              <a:pathLst>
                <a:path w="111817" h="671416">
                  <a:moveTo>
                    <a:pt x="0" y="671416"/>
                  </a:moveTo>
                  <a:lnTo>
                    <a:pt x="923" y="648928"/>
                  </a:lnTo>
                  <a:lnTo>
                    <a:pt x="2634" y="607344"/>
                  </a:lnTo>
                  <a:lnTo>
                    <a:pt x="4346" y="500774"/>
                  </a:lnTo>
                  <a:lnTo>
                    <a:pt x="6057" y="540606"/>
                  </a:lnTo>
                  <a:lnTo>
                    <a:pt x="7769" y="506955"/>
                  </a:lnTo>
                  <a:lnTo>
                    <a:pt x="9480" y="444261"/>
                  </a:lnTo>
                  <a:lnTo>
                    <a:pt x="11191" y="452669"/>
                  </a:lnTo>
                  <a:lnTo>
                    <a:pt x="12903" y="407230"/>
                  </a:lnTo>
                  <a:lnTo>
                    <a:pt x="14614" y="379180"/>
                  </a:lnTo>
                  <a:lnTo>
                    <a:pt x="16326" y="325151"/>
                  </a:lnTo>
                  <a:lnTo>
                    <a:pt x="18037" y="342337"/>
                  </a:lnTo>
                  <a:lnTo>
                    <a:pt x="19748" y="417037"/>
                  </a:lnTo>
                  <a:lnTo>
                    <a:pt x="21460" y="473138"/>
                  </a:lnTo>
                  <a:lnTo>
                    <a:pt x="23171" y="517106"/>
                  </a:lnTo>
                  <a:lnTo>
                    <a:pt x="24882" y="537101"/>
                  </a:lnTo>
                  <a:lnTo>
                    <a:pt x="26594" y="553270"/>
                  </a:lnTo>
                  <a:lnTo>
                    <a:pt x="28305" y="514444"/>
                  </a:lnTo>
                  <a:lnTo>
                    <a:pt x="30017" y="418922"/>
                  </a:lnTo>
                  <a:lnTo>
                    <a:pt x="31728" y="309202"/>
                  </a:lnTo>
                  <a:lnTo>
                    <a:pt x="33439" y="228876"/>
                  </a:lnTo>
                  <a:lnTo>
                    <a:pt x="35151" y="173916"/>
                  </a:lnTo>
                  <a:lnTo>
                    <a:pt x="36862" y="124128"/>
                  </a:lnTo>
                  <a:lnTo>
                    <a:pt x="38574" y="165369"/>
                  </a:lnTo>
                  <a:lnTo>
                    <a:pt x="40285" y="258292"/>
                  </a:lnTo>
                  <a:lnTo>
                    <a:pt x="41996" y="318412"/>
                  </a:lnTo>
                  <a:lnTo>
                    <a:pt x="43708" y="290989"/>
                  </a:lnTo>
                  <a:lnTo>
                    <a:pt x="45419" y="283649"/>
                  </a:lnTo>
                  <a:lnTo>
                    <a:pt x="47131" y="298023"/>
                  </a:lnTo>
                  <a:lnTo>
                    <a:pt x="48842" y="303972"/>
                  </a:lnTo>
                  <a:lnTo>
                    <a:pt x="50553" y="169407"/>
                  </a:lnTo>
                  <a:lnTo>
                    <a:pt x="52265" y="57367"/>
                  </a:lnTo>
                  <a:lnTo>
                    <a:pt x="53976" y="134455"/>
                  </a:lnTo>
                  <a:lnTo>
                    <a:pt x="55688" y="200654"/>
                  </a:lnTo>
                  <a:lnTo>
                    <a:pt x="57399" y="179462"/>
                  </a:lnTo>
                  <a:lnTo>
                    <a:pt x="59110" y="132164"/>
                  </a:lnTo>
                  <a:lnTo>
                    <a:pt x="60822" y="227417"/>
                  </a:lnTo>
                  <a:lnTo>
                    <a:pt x="62533" y="318686"/>
                  </a:lnTo>
                  <a:lnTo>
                    <a:pt x="64245" y="285888"/>
                  </a:lnTo>
                  <a:lnTo>
                    <a:pt x="65956" y="246793"/>
                  </a:lnTo>
                  <a:lnTo>
                    <a:pt x="67667" y="238406"/>
                  </a:lnTo>
                  <a:lnTo>
                    <a:pt x="69379" y="247938"/>
                  </a:lnTo>
                  <a:lnTo>
                    <a:pt x="71090" y="241104"/>
                  </a:lnTo>
                  <a:lnTo>
                    <a:pt x="72802" y="256387"/>
                  </a:lnTo>
                  <a:lnTo>
                    <a:pt x="74513" y="306365"/>
                  </a:lnTo>
                  <a:lnTo>
                    <a:pt x="76224" y="350764"/>
                  </a:lnTo>
                  <a:lnTo>
                    <a:pt x="77936" y="475337"/>
                  </a:lnTo>
                  <a:lnTo>
                    <a:pt x="79647" y="547654"/>
                  </a:lnTo>
                  <a:lnTo>
                    <a:pt x="81359" y="593801"/>
                  </a:lnTo>
                  <a:lnTo>
                    <a:pt x="83070" y="597230"/>
                  </a:lnTo>
                  <a:lnTo>
                    <a:pt x="84781" y="508875"/>
                  </a:lnTo>
                  <a:lnTo>
                    <a:pt x="86493" y="452807"/>
                  </a:lnTo>
                  <a:lnTo>
                    <a:pt x="88204" y="441195"/>
                  </a:lnTo>
                  <a:lnTo>
                    <a:pt x="89916" y="429649"/>
                  </a:lnTo>
                  <a:lnTo>
                    <a:pt x="91627" y="323252"/>
                  </a:lnTo>
                  <a:lnTo>
                    <a:pt x="93338" y="56681"/>
                  </a:lnTo>
                  <a:lnTo>
                    <a:pt x="95050" y="2855"/>
                  </a:lnTo>
                  <a:lnTo>
                    <a:pt x="96761" y="51038"/>
                  </a:lnTo>
                  <a:lnTo>
                    <a:pt x="98473" y="37924"/>
                  </a:lnTo>
                  <a:lnTo>
                    <a:pt x="100184" y="0"/>
                  </a:lnTo>
                  <a:lnTo>
                    <a:pt x="101895" y="22050"/>
                  </a:lnTo>
                  <a:lnTo>
                    <a:pt x="103607" y="274258"/>
                  </a:lnTo>
                  <a:lnTo>
                    <a:pt x="105318" y="443589"/>
                  </a:lnTo>
                  <a:lnTo>
                    <a:pt x="107030" y="496199"/>
                  </a:lnTo>
                  <a:lnTo>
                    <a:pt x="108741" y="509488"/>
                  </a:lnTo>
                  <a:lnTo>
                    <a:pt x="110452" y="575538"/>
                  </a:lnTo>
                  <a:lnTo>
                    <a:pt x="111817" y="67141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183659" y="2473520"/>
              <a:ext cx="361742" cy="788956"/>
            </a:xfrm>
            <a:custGeom>
              <a:avLst/>
              <a:pathLst>
                <a:path w="361742" h="788956">
                  <a:moveTo>
                    <a:pt x="0" y="788956"/>
                  </a:moveTo>
                  <a:lnTo>
                    <a:pt x="755" y="747158"/>
                  </a:lnTo>
                  <a:lnTo>
                    <a:pt x="2466" y="697337"/>
                  </a:lnTo>
                  <a:lnTo>
                    <a:pt x="4178" y="697338"/>
                  </a:lnTo>
                  <a:lnTo>
                    <a:pt x="5889" y="664062"/>
                  </a:lnTo>
                  <a:lnTo>
                    <a:pt x="7601" y="623602"/>
                  </a:lnTo>
                  <a:lnTo>
                    <a:pt x="9312" y="654041"/>
                  </a:lnTo>
                  <a:lnTo>
                    <a:pt x="11023" y="714420"/>
                  </a:lnTo>
                  <a:lnTo>
                    <a:pt x="12735" y="737218"/>
                  </a:lnTo>
                  <a:lnTo>
                    <a:pt x="14446" y="718835"/>
                  </a:lnTo>
                  <a:lnTo>
                    <a:pt x="16158" y="674633"/>
                  </a:lnTo>
                  <a:lnTo>
                    <a:pt x="17869" y="623963"/>
                  </a:lnTo>
                  <a:lnTo>
                    <a:pt x="19580" y="535874"/>
                  </a:lnTo>
                  <a:lnTo>
                    <a:pt x="21292" y="525014"/>
                  </a:lnTo>
                  <a:lnTo>
                    <a:pt x="23003" y="450300"/>
                  </a:lnTo>
                  <a:lnTo>
                    <a:pt x="24715" y="374823"/>
                  </a:lnTo>
                  <a:lnTo>
                    <a:pt x="26426" y="398955"/>
                  </a:lnTo>
                  <a:lnTo>
                    <a:pt x="28137" y="472931"/>
                  </a:lnTo>
                  <a:lnTo>
                    <a:pt x="29849" y="501833"/>
                  </a:lnTo>
                  <a:lnTo>
                    <a:pt x="31560" y="392675"/>
                  </a:lnTo>
                  <a:lnTo>
                    <a:pt x="33272" y="347473"/>
                  </a:lnTo>
                  <a:lnTo>
                    <a:pt x="34983" y="343348"/>
                  </a:lnTo>
                  <a:lnTo>
                    <a:pt x="36694" y="375197"/>
                  </a:lnTo>
                  <a:lnTo>
                    <a:pt x="38406" y="356460"/>
                  </a:lnTo>
                  <a:lnTo>
                    <a:pt x="40117" y="387396"/>
                  </a:lnTo>
                  <a:lnTo>
                    <a:pt x="41828" y="461910"/>
                  </a:lnTo>
                  <a:lnTo>
                    <a:pt x="43540" y="490320"/>
                  </a:lnTo>
                  <a:lnTo>
                    <a:pt x="45251" y="540120"/>
                  </a:lnTo>
                  <a:lnTo>
                    <a:pt x="46963" y="539005"/>
                  </a:lnTo>
                  <a:lnTo>
                    <a:pt x="48674" y="434584"/>
                  </a:lnTo>
                  <a:lnTo>
                    <a:pt x="50385" y="337436"/>
                  </a:lnTo>
                  <a:lnTo>
                    <a:pt x="52097" y="230964"/>
                  </a:lnTo>
                  <a:lnTo>
                    <a:pt x="53808" y="162369"/>
                  </a:lnTo>
                  <a:lnTo>
                    <a:pt x="55520" y="117296"/>
                  </a:lnTo>
                  <a:lnTo>
                    <a:pt x="57231" y="120701"/>
                  </a:lnTo>
                  <a:lnTo>
                    <a:pt x="58942" y="225122"/>
                  </a:lnTo>
                  <a:lnTo>
                    <a:pt x="60654" y="334732"/>
                  </a:lnTo>
                  <a:lnTo>
                    <a:pt x="62365" y="485773"/>
                  </a:lnTo>
                  <a:lnTo>
                    <a:pt x="64077" y="627511"/>
                  </a:lnTo>
                  <a:lnTo>
                    <a:pt x="65788" y="677688"/>
                  </a:lnTo>
                  <a:lnTo>
                    <a:pt x="67499" y="596809"/>
                  </a:lnTo>
                  <a:lnTo>
                    <a:pt x="69211" y="526148"/>
                  </a:lnTo>
                  <a:lnTo>
                    <a:pt x="70922" y="444523"/>
                  </a:lnTo>
                  <a:lnTo>
                    <a:pt x="72634" y="436496"/>
                  </a:lnTo>
                  <a:lnTo>
                    <a:pt x="74345" y="454857"/>
                  </a:lnTo>
                  <a:lnTo>
                    <a:pt x="76056" y="497935"/>
                  </a:lnTo>
                  <a:lnTo>
                    <a:pt x="77768" y="483878"/>
                  </a:lnTo>
                  <a:lnTo>
                    <a:pt x="79479" y="422267"/>
                  </a:lnTo>
                  <a:lnTo>
                    <a:pt x="81191" y="404401"/>
                  </a:lnTo>
                  <a:lnTo>
                    <a:pt x="82902" y="294597"/>
                  </a:lnTo>
                  <a:lnTo>
                    <a:pt x="84613" y="147352"/>
                  </a:lnTo>
                  <a:lnTo>
                    <a:pt x="86325" y="42701"/>
                  </a:lnTo>
                  <a:lnTo>
                    <a:pt x="88036" y="72845"/>
                  </a:lnTo>
                  <a:lnTo>
                    <a:pt x="89748" y="119413"/>
                  </a:lnTo>
                  <a:lnTo>
                    <a:pt x="91459" y="157853"/>
                  </a:lnTo>
                  <a:lnTo>
                    <a:pt x="93170" y="269077"/>
                  </a:lnTo>
                  <a:lnTo>
                    <a:pt x="94882" y="358524"/>
                  </a:lnTo>
                  <a:lnTo>
                    <a:pt x="96593" y="361266"/>
                  </a:lnTo>
                  <a:lnTo>
                    <a:pt x="98305" y="357753"/>
                  </a:lnTo>
                  <a:lnTo>
                    <a:pt x="100016" y="422364"/>
                  </a:lnTo>
                  <a:lnTo>
                    <a:pt x="101727" y="476932"/>
                  </a:lnTo>
                  <a:lnTo>
                    <a:pt x="103439" y="451760"/>
                  </a:lnTo>
                  <a:lnTo>
                    <a:pt x="105150" y="502550"/>
                  </a:lnTo>
                  <a:lnTo>
                    <a:pt x="106862" y="570939"/>
                  </a:lnTo>
                  <a:lnTo>
                    <a:pt x="108573" y="562503"/>
                  </a:lnTo>
                  <a:lnTo>
                    <a:pt x="110284" y="549987"/>
                  </a:lnTo>
                  <a:lnTo>
                    <a:pt x="111996" y="596121"/>
                  </a:lnTo>
                  <a:lnTo>
                    <a:pt x="113707" y="625618"/>
                  </a:lnTo>
                  <a:lnTo>
                    <a:pt x="115419" y="582291"/>
                  </a:lnTo>
                  <a:lnTo>
                    <a:pt x="117130" y="615811"/>
                  </a:lnTo>
                  <a:lnTo>
                    <a:pt x="118841" y="722528"/>
                  </a:lnTo>
                  <a:lnTo>
                    <a:pt x="120553" y="744880"/>
                  </a:lnTo>
                  <a:lnTo>
                    <a:pt x="122264" y="528904"/>
                  </a:lnTo>
                  <a:lnTo>
                    <a:pt x="123976" y="363829"/>
                  </a:lnTo>
                  <a:lnTo>
                    <a:pt x="125687" y="364340"/>
                  </a:lnTo>
                  <a:lnTo>
                    <a:pt x="127398" y="338842"/>
                  </a:lnTo>
                  <a:lnTo>
                    <a:pt x="129110" y="207353"/>
                  </a:lnTo>
                  <a:lnTo>
                    <a:pt x="130821" y="107556"/>
                  </a:lnTo>
                  <a:lnTo>
                    <a:pt x="132533" y="106428"/>
                  </a:lnTo>
                  <a:lnTo>
                    <a:pt x="134244" y="149206"/>
                  </a:lnTo>
                  <a:lnTo>
                    <a:pt x="135955" y="114932"/>
                  </a:lnTo>
                  <a:lnTo>
                    <a:pt x="137667" y="34532"/>
                  </a:lnTo>
                  <a:lnTo>
                    <a:pt x="139378" y="0"/>
                  </a:lnTo>
                  <a:lnTo>
                    <a:pt x="141090" y="1686"/>
                  </a:lnTo>
                  <a:lnTo>
                    <a:pt x="142801" y="34440"/>
                  </a:lnTo>
                  <a:lnTo>
                    <a:pt x="144512" y="114719"/>
                  </a:lnTo>
                  <a:lnTo>
                    <a:pt x="146224" y="241648"/>
                  </a:lnTo>
                  <a:lnTo>
                    <a:pt x="147935" y="329121"/>
                  </a:lnTo>
                  <a:lnTo>
                    <a:pt x="149646" y="472806"/>
                  </a:lnTo>
                  <a:lnTo>
                    <a:pt x="151358" y="554571"/>
                  </a:lnTo>
                  <a:lnTo>
                    <a:pt x="153069" y="583906"/>
                  </a:lnTo>
                  <a:lnTo>
                    <a:pt x="154781" y="510004"/>
                  </a:lnTo>
                  <a:lnTo>
                    <a:pt x="156492" y="397982"/>
                  </a:lnTo>
                  <a:lnTo>
                    <a:pt x="158203" y="327548"/>
                  </a:lnTo>
                  <a:lnTo>
                    <a:pt x="159915" y="201239"/>
                  </a:lnTo>
                  <a:lnTo>
                    <a:pt x="161626" y="178037"/>
                  </a:lnTo>
                  <a:lnTo>
                    <a:pt x="163338" y="327817"/>
                  </a:lnTo>
                  <a:lnTo>
                    <a:pt x="165049" y="375119"/>
                  </a:lnTo>
                  <a:lnTo>
                    <a:pt x="166760" y="274121"/>
                  </a:lnTo>
                  <a:lnTo>
                    <a:pt x="168472" y="198141"/>
                  </a:lnTo>
                  <a:lnTo>
                    <a:pt x="170183" y="230350"/>
                  </a:lnTo>
                  <a:lnTo>
                    <a:pt x="171895" y="212043"/>
                  </a:lnTo>
                  <a:lnTo>
                    <a:pt x="173606" y="101215"/>
                  </a:lnTo>
                  <a:lnTo>
                    <a:pt x="175317" y="103568"/>
                  </a:lnTo>
                  <a:lnTo>
                    <a:pt x="177029" y="249431"/>
                  </a:lnTo>
                  <a:lnTo>
                    <a:pt x="178740" y="414272"/>
                  </a:lnTo>
                  <a:lnTo>
                    <a:pt x="180452" y="501523"/>
                  </a:lnTo>
                  <a:lnTo>
                    <a:pt x="182163" y="514269"/>
                  </a:lnTo>
                  <a:lnTo>
                    <a:pt x="183874" y="544772"/>
                  </a:lnTo>
                  <a:lnTo>
                    <a:pt x="185586" y="614251"/>
                  </a:lnTo>
                  <a:lnTo>
                    <a:pt x="187297" y="647763"/>
                  </a:lnTo>
                  <a:lnTo>
                    <a:pt x="189009" y="683656"/>
                  </a:lnTo>
                  <a:lnTo>
                    <a:pt x="190720" y="701859"/>
                  </a:lnTo>
                  <a:lnTo>
                    <a:pt x="192431" y="757531"/>
                  </a:lnTo>
                  <a:lnTo>
                    <a:pt x="194143" y="753552"/>
                  </a:lnTo>
                  <a:lnTo>
                    <a:pt x="195854" y="707719"/>
                  </a:lnTo>
                  <a:lnTo>
                    <a:pt x="197566" y="662558"/>
                  </a:lnTo>
                  <a:lnTo>
                    <a:pt x="199277" y="557276"/>
                  </a:lnTo>
                  <a:lnTo>
                    <a:pt x="200988" y="473736"/>
                  </a:lnTo>
                  <a:lnTo>
                    <a:pt x="202700" y="387555"/>
                  </a:lnTo>
                  <a:lnTo>
                    <a:pt x="204411" y="356106"/>
                  </a:lnTo>
                  <a:lnTo>
                    <a:pt x="206123" y="292128"/>
                  </a:lnTo>
                  <a:lnTo>
                    <a:pt x="207834" y="173509"/>
                  </a:lnTo>
                  <a:lnTo>
                    <a:pt x="209545" y="154300"/>
                  </a:lnTo>
                  <a:lnTo>
                    <a:pt x="211257" y="225814"/>
                  </a:lnTo>
                  <a:lnTo>
                    <a:pt x="212968" y="298574"/>
                  </a:lnTo>
                  <a:lnTo>
                    <a:pt x="214680" y="337340"/>
                  </a:lnTo>
                  <a:lnTo>
                    <a:pt x="216391" y="464239"/>
                  </a:lnTo>
                  <a:lnTo>
                    <a:pt x="218102" y="624432"/>
                  </a:lnTo>
                  <a:lnTo>
                    <a:pt x="219814" y="713035"/>
                  </a:lnTo>
                  <a:lnTo>
                    <a:pt x="221525" y="706539"/>
                  </a:lnTo>
                  <a:lnTo>
                    <a:pt x="223237" y="667989"/>
                  </a:lnTo>
                  <a:lnTo>
                    <a:pt x="224948" y="613473"/>
                  </a:lnTo>
                  <a:lnTo>
                    <a:pt x="226659" y="558560"/>
                  </a:lnTo>
                  <a:lnTo>
                    <a:pt x="228371" y="552962"/>
                  </a:lnTo>
                  <a:lnTo>
                    <a:pt x="230082" y="552963"/>
                  </a:lnTo>
                  <a:lnTo>
                    <a:pt x="231794" y="533925"/>
                  </a:lnTo>
                  <a:lnTo>
                    <a:pt x="233505" y="523851"/>
                  </a:lnTo>
                  <a:lnTo>
                    <a:pt x="235216" y="519997"/>
                  </a:lnTo>
                  <a:lnTo>
                    <a:pt x="236928" y="470006"/>
                  </a:lnTo>
                  <a:lnTo>
                    <a:pt x="238639" y="420548"/>
                  </a:lnTo>
                  <a:lnTo>
                    <a:pt x="240351" y="400181"/>
                  </a:lnTo>
                  <a:lnTo>
                    <a:pt x="242062" y="421381"/>
                  </a:lnTo>
                  <a:lnTo>
                    <a:pt x="243773" y="484114"/>
                  </a:lnTo>
                  <a:lnTo>
                    <a:pt x="245485" y="572595"/>
                  </a:lnTo>
                  <a:lnTo>
                    <a:pt x="247196" y="660404"/>
                  </a:lnTo>
                  <a:lnTo>
                    <a:pt x="248907" y="702605"/>
                  </a:lnTo>
                  <a:lnTo>
                    <a:pt x="250619" y="689967"/>
                  </a:lnTo>
                  <a:lnTo>
                    <a:pt x="252330" y="592261"/>
                  </a:lnTo>
                  <a:lnTo>
                    <a:pt x="254042" y="542948"/>
                  </a:lnTo>
                  <a:lnTo>
                    <a:pt x="255753" y="479969"/>
                  </a:lnTo>
                  <a:lnTo>
                    <a:pt x="257464" y="381231"/>
                  </a:lnTo>
                  <a:lnTo>
                    <a:pt x="259176" y="298561"/>
                  </a:lnTo>
                  <a:lnTo>
                    <a:pt x="260887" y="244614"/>
                  </a:lnTo>
                  <a:lnTo>
                    <a:pt x="262599" y="160870"/>
                  </a:lnTo>
                  <a:lnTo>
                    <a:pt x="264310" y="60915"/>
                  </a:lnTo>
                  <a:lnTo>
                    <a:pt x="266021" y="86877"/>
                  </a:lnTo>
                  <a:lnTo>
                    <a:pt x="267733" y="152480"/>
                  </a:lnTo>
                  <a:lnTo>
                    <a:pt x="269444" y="258345"/>
                  </a:lnTo>
                  <a:lnTo>
                    <a:pt x="271156" y="300990"/>
                  </a:lnTo>
                  <a:lnTo>
                    <a:pt x="272867" y="403341"/>
                  </a:lnTo>
                  <a:lnTo>
                    <a:pt x="274578" y="523758"/>
                  </a:lnTo>
                  <a:lnTo>
                    <a:pt x="276290" y="615524"/>
                  </a:lnTo>
                  <a:lnTo>
                    <a:pt x="278001" y="739213"/>
                  </a:lnTo>
                  <a:lnTo>
                    <a:pt x="279713" y="734487"/>
                  </a:lnTo>
                  <a:lnTo>
                    <a:pt x="281424" y="747162"/>
                  </a:lnTo>
                  <a:lnTo>
                    <a:pt x="283135" y="708921"/>
                  </a:lnTo>
                  <a:lnTo>
                    <a:pt x="284847" y="700205"/>
                  </a:lnTo>
                  <a:lnTo>
                    <a:pt x="286558" y="645458"/>
                  </a:lnTo>
                  <a:lnTo>
                    <a:pt x="288270" y="554908"/>
                  </a:lnTo>
                  <a:lnTo>
                    <a:pt x="289981" y="516487"/>
                  </a:lnTo>
                  <a:lnTo>
                    <a:pt x="291692" y="496946"/>
                  </a:lnTo>
                  <a:lnTo>
                    <a:pt x="293404" y="598412"/>
                  </a:lnTo>
                  <a:lnTo>
                    <a:pt x="295115" y="635979"/>
                  </a:lnTo>
                  <a:lnTo>
                    <a:pt x="296827" y="635979"/>
                  </a:lnTo>
                  <a:lnTo>
                    <a:pt x="298538" y="635980"/>
                  </a:lnTo>
                  <a:lnTo>
                    <a:pt x="300249" y="600711"/>
                  </a:lnTo>
                  <a:lnTo>
                    <a:pt x="301961" y="577625"/>
                  </a:lnTo>
                  <a:lnTo>
                    <a:pt x="303672" y="538919"/>
                  </a:lnTo>
                  <a:lnTo>
                    <a:pt x="305384" y="465769"/>
                  </a:lnTo>
                  <a:lnTo>
                    <a:pt x="307095" y="364469"/>
                  </a:lnTo>
                  <a:lnTo>
                    <a:pt x="308806" y="333339"/>
                  </a:lnTo>
                  <a:lnTo>
                    <a:pt x="310518" y="430226"/>
                  </a:lnTo>
                  <a:lnTo>
                    <a:pt x="312229" y="513423"/>
                  </a:lnTo>
                  <a:lnTo>
                    <a:pt x="313941" y="507626"/>
                  </a:lnTo>
                  <a:lnTo>
                    <a:pt x="315652" y="566986"/>
                  </a:lnTo>
                  <a:lnTo>
                    <a:pt x="317363" y="684062"/>
                  </a:lnTo>
                  <a:lnTo>
                    <a:pt x="319075" y="751085"/>
                  </a:lnTo>
                  <a:lnTo>
                    <a:pt x="320786" y="724823"/>
                  </a:lnTo>
                  <a:lnTo>
                    <a:pt x="322498" y="677621"/>
                  </a:lnTo>
                  <a:lnTo>
                    <a:pt x="324209" y="693803"/>
                  </a:lnTo>
                  <a:lnTo>
                    <a:pt x="325920" y="663705"/>
                  </a:lnTo>
                  <a:lnTo>
                    <a:pt x="327632" y="602641"/>
                  </a:lnTo>
                  <a:lnTo>
                    <a:pt x="329343" y="500408"/>
                  </a:lnTo>
                  <a:lnTo>
                    <a:pt x="331055" y="430460"/>
                  </a:lnTo>
                  <a:lnTo>
                    <a:pt x="332766" y="413956"/>
                  </a:lnTo>
                  <a:lnTo>
                    <a:pt x="334477" y="374475"/>
                  </a:lnTo>
                  <a:lnTo>
                    <a:pt x="336189" y="296868"/>
                  </a:lnTo>
                  <a:lnTo>
                    <a:pt x="337900" y="260891"/>
                  </a:lnTo>
                  <a:lnTo>
                    <a:pt x="339612" y="297209"/>
                  </a:lnTo>
                  <a:lnTo>
                    <a:pt x="341323" y="250359"/>
                  </a:lnTo>
                  <a:lnTo>
                    <a:pt x="343034" y="212639"/>
                  </a:lnTo>
                  <a:lnTo>
                    <a:pt x="344746" y="217095"/>
                  </a:lnTo>
                  <a:lnTo>
                    <a:pt x="346457" y="297083"/>
                  </a:lnTo>
                  <a:lnTo>
                    <a:pt x="348169" y="249578"/>
                  </a:lnTo>
                  <a:lnTo>
                    <a:pt x="349880" y="60976"/>
                  </a:lnTo>
                  <a:lnTo>
                    <a:pt x="351591" y="46013"/>
                  </a:lnTo>
                  <a:lnTo>
                    <a:pt x="353303" y="105484"/>
                  </a:lnTo>
                  <a:lnTo>
                    <a:pt x="355014" y="163633"/>
                  </a:lnTo>
                  <a:lnTo>
                    <a:pt x="356725" y="236382"/>
                  </a:lnTo>
                  <a:lnTo>
                    <a:pt x="358437" y="397291"/>
                  </a:lnTo>
                  <a:lnTo>
                    <a:pt x="360148" y="652614"/>
                  </a:lnTo>
                  <a:lnTo>
                    <a:pt x="361742" y="78895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7546654" y="2924414"/>
              <a:ext cx="26296" cy="338062"/>
            </a:xfrm>
            <a:custGeom>
              <a:avLst/>
              <a:pathLst>
                <a:path w="26296" h="338062">
                  <a:moveTo>
                    <a:pt x="0" y="338062"/>
                  </a:moveTo>
                  <a:lnTo>
                    <a:pt x="576" y="332945"/>
                  </a:lnTo>
                  <a:lnTo>
                    <a:pt x="2288" y="314935"/>
                  </a:lnTo>
                  <a:lnTo>
                    <a:pt x="3999" y="181782"/>
                  </a:lnTo>
                  <a:lnTo>
                    <a:pt x="5711" y="75524"/>
                  </a:lnTo>
                  <a:lnTo>
                    <a:pt x="7422" y="22797"/>
                  </a:lnTo>
                  <a:lnTo>
                    <a:pt x="9133" y="0"/>
                  </a:lnTo>
                  <a:lnTo>
                    <a:pt x="10845" y="48188"/>
                  </a:lnTo>
                  <a:lnTo>
                    <a:pt x="12556" y="87275"/>
                  </a:lnTo>
                  <a:lnTo>
                    <a:pt x="14268" y="189186"/>
                  </a:lnTo>
                  <a:lnTo>
                    <a:pt x="15979" y="221610"/>
                  </a:lnTo>
                  <a:lnTo>
                    <a:pt x="17690" y="151700"/>
                  </a:lnTo>
                  <a:lnTo>
                    <a:pt x="19402" y="214107"/>
                  </a:lnTo>
                  <a:lnTo>
                    <a:pt x="21113" y="264812"/>
                  </a:lnTo>
                  <a:lnTo>
                    <a:pt x="22825" y="290662"/>
                  </a:lnTo>
                  <a:lnTo>
                    <a:pt x="24536" y="295113"/>
                  </a:lnTo>
                  <a:lnTo>
                    <a:pt x="26247" y="335618"/>
                  </a:lnTo>
                  <a:lnTo>
                    <a:pt x="26296" y="33806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577036" y="3207007"/>
              <a:ext cx="5733" cy="55470"/>
            </a:xfrm>
            <a:custGeom>
              <a:avLst/>
              <a:pathLst>
                <a:path w="5733" h="55470">
                  <a:moveTo>
                    <a:pt x="0" y="55470"/>
                  </a:moveTo>
                  <a:lnTo>
                    <a:pt x="999" y="25850"/>
                  </a:lnTo>
                  <a:lnTo>
                    <a:pt x="2711" y="0"/>
                  </a:lnTo>
                  <a:lnTo>
                    <a:pt x="4422" y="15719"/>
                  </a:lnTo>
                  <a:lnTo>
                    <a:pt x="5733" y="5547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7586008" y="1775369"/>
              <a:ext cx="684098" cy="1487107"/>
            </a:xfrm>
            <a:custGeom>
              <a:avLst/>
              <a:pathLst>
                <a:path w="684098" h="1487107">
                  <a:moveTo>
                    <a:pt x="0" y="1487107"/>
                  </a:moveTo>
                  <a:lnTo>
                    <a:pt x="584" y="1465622"/>
                  </a:lnTo>
                  <a:lnTo>
                    <a:pt x="2296" y="1381004"/>
                  </a:lnTo>
                  <a:lnTo>
                    <a:pt x="4007" y="1334154"/>
                  </a:lnTo>
                  <a:lnTo>
                    <a:pt x="5719" y="1321666"/>
                  </a:lnTo>
                  <a:lnTo>
                    <a:pt x="7430" y="1290774"/>
                  </a:lnTo>
                  <a:lnTo>
                    <a:pt x="9141" y="1267431"/>
                  </a:lnTo>
                  <a:lnTo>
                    <a:pt x="10853" y="1261771"/>
                  </a:lnTo>
                  <a:lnTo>
                    <a:pt x="12564" y="1225622"/>
                  </a:lnTo>
                  <a:lnTo>
                    <a:pt x="14276" y="1185503"/>
                  </a:lnTo>
                  <a:lnTo>
                    <a:pt x="15987" y="1140058"/>
                  </a:lnTo>
                  <a:lnTo>
                    <a:pt x="17698" y="1113602"/>
                  </a:lnTo>
                  <a:lnTo>
                    <a:pt x="19410" y="1063989"/>
                  </a:lnTo>
                  <a:lnTo>
                    <a:pt x="21121" y="1032982"/>
                  </a:lnTo>
                  <a:lnTo>
                    <a:pt x="22833" y="1042510"/>
                  </a:lnTo>
                  <a:lnTo>
                    <a:pt x="24544" y="1081382"/>
                  </a:lnTo>
                  <a:lnTo>
                    <a:pt x="26255" y="1116987"/>
                  </a:lnTo>
                  <a:lnTo>
                    <a:pt x="27967" y="1123633"/>
                  </a:lnTo>
                  <a:lnTo>
                    <a:pt x="29678" y="1109219"/>
                  </a:lnTo>
                  <a:lnTo>
                    <a:pt x="31390" y="1072774"/>
                  </a:lnTo>
                  <a:lnTo>
                    <a:pt x="33101" y="1038600"/>
                  </a:lnTo>
                  <a:lnTo>
                    <a:pt x="34812" y="1083251"/>
                  </a:lnTo>
                  <a:lnTo>
                    <a:pt x="36524" y="1082242"/>
                  </a:lnTo>
                  <a:lnTo>
                    <a:pt x="38235" y="935840"/>
                  </a:lnTo>
                  <a:lnTo>
                    <a:pt x="39947" y="842478"/>
                  </a:lnTo>
                  <a:lnTo>
                    <a:pt x="41658" y="884247"/>
                  </a:lnTo>
                  <a:lnTo>
                    <a:pt x="43369" y="953561"/>
                  </a:lnTo>
                  <a:lnTo>
                    <a:pt x="45081" y="896583"/>
                  </a:lnTo>
                  <a:lnTo>
                    <a:pt x="46792" y="830091"/>
                  </a:lnTo>
                  <a:lnTo>
                    <a:pt x="48504" y="889995"/>
                  </a:lnTo>
                  <a:lnTo>
                    <a:pt x="50215" y="1012785"/>
                  </a:lnTo>
                  <a:lnTo>
                    <a:pt x="51926" y="1088622"/>
                  </a:lnTo>
                  <a:lnTo>
                    <a:pt x="53638" y="1157507"/>
                  </a:lnTo>
                  <a:lnTo>
                    <a:pt x="55349" y="1192511"/>
                  </a:lnTo>
                  <a:lnTo>
                    <a:pt x="57061" y="1261009"/>
                  </a:lnTo>
                  <a:lnTo>
                    <a:pt x="58772" y="1330020"/>
                  </a:lnTo>
                  <a:lnTo>
                    <a:pt x="60483" y="1280055"/>
                  </a:lnTo>
                  <a:lnTo>
                    <a:pt x="62195" y="1239290"/>
                  </a:lnTo>
                  <a:lnTo>
                    <a:pt x="63906" y="1204726"/>
                  </a:lnTo>
                  <a:lnTo>
                    <a:pt x="65618" y="1160967"/>
                  </a:lnTo>
                  <a:lnTo>
                    <a:pt x="67329" y="1109764"/>
                  </a:lnTo>
                  <a:lnTo>
                    <a:pt x="69040" y="1077576"/>
                  </a:lnTo>
                  <a:lnTo>
                    <a:pt x="70752" y="943055"/>
                  </a:lnTo>
                  <a:lnTo>
                    <a:pt x="72463" y="789848"/>
                  </a:lnTo>
                  <a:lnTo>
                    <a:pt x="74175" y="768761"/>
                  </a:lnTo>
                  <a:lnTo>
                    <a:pt x="75886" y="829615"/>
                  </a:lnTo>
                  <a:lnTo>
                    <a:pt x="77597" y="809224"/>
                  </a:lnTo>
                  <a:lnTo>
                    <a:pt x="79309" y="743312"/>
                  </a:lnTo>
                  <a:lnTo>
                    <a:pt x="81020" y="911462"/>
                  </a:lnTo>
                  <a:lnTo>
                    <a:pt x="82732" y="1066837"/>
                  </a:lnTo>
                  <a:lnTo>
                    <a:pt x="84443" y="995783"/>
                  </a:lnTo>
                  <a:lnTo>
                    <a:pt x="86154" y="942388"/>
                  </a:lnTo>
                  <a:lnTo>
                    <a:pt x="87866" y="965214"/>
                  </a:lnTo>
                  <a:lnTo>
                    <a:pt x="89577" y="1026755"/>
                  </a:lnTo>
                  <a:lnTo>
                    <a:pt x="91288" y="1036017"/>
                  </a:lnTo>
                  <a:lnTo>
                    <a:pt x="93000" y="979291"/>
                  </a:lnTo>
                  <a:lnTo>
                    <a:pt x="94711" y="1019948"/>
                  </a:lnTo>
                  <a:lnTo>
                    <a:pt x="96423" y="1016388"/>
                  </a:lnTo>
                  <a:lnTo>
                    <a:pt x="98134" y="975207"/>
                  </a:lnTo>
                  <a:lnTo>
                    <a:pt x="99845" y="987656"/>
                  </a:lnTo>
                  <a:lnTo>
                    <a:pt x="101557" y="955559"/>
                  </a:lnTo>
                  <a:lnTo>
                    <a:pt x="103268" y="948592"/>
                  </a:lnTo>
                  <a:lnTo>
                    <a:pt x="104980" y="1021707"/>
                  </a:lnTo>
                  <a:lnTo>
                    <a:pt x="106691" y="1069920"/>
                  </a:lnTo>
                  <a:lnTo>
                    <a:pt x="108402" y="1123946"/>
                  </a:lnTo>
                  <a:lnTo>
                    <a:pt x="110114" y="1113758"/>
                  </a:lnTo>
                  <a:lnTo>
                    <a:pt x="111825" y="1172812"/>
                  </a:lnTo>
                  <a:lnTo>
                    <a:pt x="113537" y="1256808"/>
                  </a:lnTo>
                  <a:lnTo>
                    <a:pt x="115248" y="1130202"/>
                  </a:lnTo>
                  <a:lnTo>
                    <a:pt x="116959" y="995254"/>
                  </a:lnTo>
                  <a:lnTo>
                    <a:pt x="118671" y="930850"/>
                  </a:lnTo>
                  <a:lnTo>
                    <a:pt x="120382" y="934844"/>
                  </a:lnTo>
                  <a:lnTo>
                    <a:pt x="122094" y="903660"/>
                  </a:lnTo>
                  <a:lnTo>
                    <a:pt x="123805" y="922549"/>
                  </a:lnTo>
                  <a:lnTo>
                    <a:pt x="125516" y="1024565"/>
                  </a:lnTo>
                  <a:lnTo>
                    <a:pt x="127228" y="1099106"/>
                  </a:lnTo>
                  <a:lnTo>
                    <a:pt x="128939" y="1118138"/>
                  </a:lnTo>
                  <a:lnTo>
                    <a:pt x="130651" y="1106567"/>
                  </a:lnTo>
                  <a:lnTo>
                    <a:pt x="132362" y="1119354"/>
                  </a:lnTo>
                  <a:lnTo>
                    <a:pt x="134073" y="1010295"/>
                  </a:lnTo>
                  <a:lnTo>
                    <a:pt x="135785" y="914548"/>
                  </a:lnTo>
                  <a:lnTo>
                    <a:pt x="137496" y="864032"/>
                  </a:lnTo>
                  <a:lnTo>
                    <a:pt x="139208" y="793891"/>
                  </a:lnTo>
                  <a:lnTo>
                    <a:pt x="140919" y="673227"/>
                  </a:lnTo>
                  <a:lnTo>
                    <a:pt x="142630" y="529278"/>
                  </a:lnTo>
                  <a:lnTo>
                    <a:pt x="144342" y="450329"/>
                  </a:lnTo>
                  <a:lnTo>
                    <a:pt x="146053" y="415007"/>
                  </a:lnTo>
                  <a:lnTo>
                    <a:pt x="147765" y="445860"/>
                  </a:lnTo>
                  <a:lnTo>
                    <a:pt x="149476" y="487118"/>
                  </a:lnTo>
                  <a:lnTo>
                    <a:pt x="151187" y="606408"/>
                  </a:lnTo>
                  <a:lnTo>
                    <a:pt x="152899" y="677635"/>
                  </a:lnTo>
                  <a:lnTo>
                    <a:pt x="154610" y="774165"/>
                  </a:lnTo>
                  <a:lnTo>
                    <a:pt x="156322" y="772598"/>
                  </a:lnTo>
                  <a:lnTo>
                    <a:pt x="158033" y="753935"/>
                  </a:lnTo>
                  <a:lnTo>
                    <a:pt x="159744" y="728571"/>
                  </a:lnTo>
                  <a:lnTo>
                    <a:pt x="161456" y="607255"/>
                  </a:lnTo>
                  <a:lnTo>
                    <a:pt x="163167" y="621257"/>
                  </a:lnTo>
                  <a:lnTo>
                    <a:pt x="164879" y="650684"/>
                  </a:lnTo>
                  <a:lnTo>
                    <a:pt x="166590" y="753677"/>
                  </a:lnTo>
                  <a:lnTo>
                    <a:pt x="168301" y="848450"/>
                  </a:lnTo>
                  <a:lnTo>
                    <a:pt x="170013" y="983876"/>
                  </a:lnTo>
                  <a:lnTo>
                    <a:pt x="171724" y="1165928"/>
                  </a:lnTo>
                  <a:lnTo>
                    <a:pt x="173436" y="1251870"/>
                  </a:lnTo>
                  <a:lnTo>
                    <a:pt x="175147" y="1322925"/>
                  </a:lnTo>
                  <a:lnTo>
                    <a:pt x="176858" y="1361970"/>
                  </a:lnTo>
                  <a:lnTo>
                    <a:pt x="178570" y="1338976"/>
                  </a:lnTo>
                  <a:lnTo>
                    <a:pt x="180281" y="1319988"/>
                  </a:lnTo>
                  <a:lnTo>
                    <a:pt x="181993" y="1319990"/>
                  </a:lnTo>
                  <a:lnTo>
                    <a:pt x="183704" y="1325991"/>
                  </a:lnTo>
                  <a:lnTo>
                    <a:pt x="185415" y="1370650"/>
                  </a:lnTo>
                  <a:lnTo>
                    <a:pt x="187127" y="1422753"/>
                  </a:lnTo>
                  <a:lnTo>
                    <a:pt x="188838" y="1466769"/>
                  </a:lnTo>
                  <a:lnTo>
                    <a:pt x="190550" y="1487039"/>
                  </a:lnTo>
                  <a:lnTo>
                    <a:pt x="192261" y="1487041"/>
                  </a:lnTo>
                  <a:lnTo>
                    <a:pt x="193972" y="1481040"/>
                  </a:lnTo>
                  <a:lnTo>
                    <a:pt x="195684" y="1445146"/>
                  </a:lnTo>
                  <a:lnTo>
                    <a:pt x="197395" y="1410519"/>
                  </a:lnTo>
                  <a:lnTo>
                    <a:pt x="199106" y="1356804"/>
                  </a:lnTo>
                  <a:lnTo>
                    <a:pt x="200818" y="1326469"/>
                  </a:lnTo>
                  <a:lnTo>
                    <a:pt x="202529" y="1280906"/>
                  </a:lnTo>
                  <a:lnTo>
                    <a:pt x="204241" y="1238427"/>
                  </a:lnTo>
                  <a:lnTo>
                    <a:pt x="205952" y="1136205"/>
                  </a:lnTo>
                  <a:lnTo>
                    <a:pt x="207663" y="1094707"/>
                  </a:lnTo>
                  <a:lnTo>
                    <a:pt x="209375" y="1119203"/>
                  </a:lnTo>
                  <a:lnTo>
                    <a:pt x="211086" y="1109888"/>
                  </a:lnTo>
                  <a:lnTo>
                    <a:pt x="212798" y="1161881"/>
                  </a:lnTo>
                  <a:lnTo>
                    <a:pt x="214509" y="1130488"/>
                  </a:lnTo>
                  <a:lnTo>
                    <a:pt x="216220" y="1152742"/>
                  </a:lnTo>
                  <a:lnTo>
                    <a:pt x="217932" y="1245517"/>
                  </a:lnTo>
                  <a:lnTo>
                    <a:pt x="219643" y="1287228"/>
                  </a:lnTo>
                  <a:lnTo>
                    <a:pt x="221355" y="1281449"/>
                  </a:lnTo>
                  <a:lnTo>
                    <a:pt x="223066" y="1194379"/>
                  </a:lnTo>
                  <a:lnTo>
                    <a:pt x="224777" y="1111495"/>
                  </a:lnTo>
                  <a:lnTo>
                    <a:pt x="226489" y="1031887"/>
                  </a:lnTo>
                  <a:lnTo>
                    <a:pt x="228200" y="939724"/>
                  </a:lnTo>
                  <a:lnTo>
                    <a:pt x="229912" y="896180"/>
                  </a:lnTo>
                  <a:lnTo>
                    <a:pt x="231623" y="889045"/>
                  </a:lnTo>
                  <a:lnTo>
                    <a:pt x="233334" y="945955"/>
                  </a:lnTo>
                  <a:lnTo>
                    <a:pt x="235046" y="1052638"/>
                  </a:lnTo>
                  <a:lnTo>
                    <a:pt x="236757" y="1102179"/>
                  </a:lnTo>
                  <a:lnTo>
                    <a:pt x="238469" y="1059960"/>
                  </a:lnTo>
                  <a:lnTo>
                    <a:pt x="240180" y="966410"/>
                  </a:lnTo>
                  <a:lnTo>
                    <a:pt x="241891" y="993493"/>
                  </a:lnTo>
                  <a:lnTo>
                    <a:pt x="243603" y="996929"/>
                  </a:lnTo>
                  <a:lnTo>
                    <a:pt x="245314" y="1027414"/>
                  </a:lnTo>
                  <a:lnTo>
                    <a:pt x="247026" y="1117900"/>
                  </a:lnTo>
                  <a:lnTo>
                    <a:pt x="248737" y="1133881"/>
                  </a:lnTo>
                  <a:lnTo>
                    <a:pt x="250448" y="1175970"/>
                  </a:lnTo>
                  <a:lnTo>
                    <a:pt x="252160" y="1044455"/>
                  </a:lnTo>
                  <a:lnTo>
                    <a:pt x="253871" y="892278"/>
                  </a:lnTo>
                  <a:lnTo>
                    <a:pt x="255583" y="797168"/>
                  </a:lnTo>
                  <a:lnTo>
                    <a:pt x="257294" y="669502"/>
                  </a:lnTo>
                  <a:lnTo>
                    <a:pt x="259005" y="621469"/>
                  </a:lnTo>
                  <a:lnTo>
                    <a:pt x="260717" y="584966"/>
                  </a:lnTo>
                  <a:lnTo>
                    <a:pt x="262428" y="604686"/>
                  </a:lnTo>
                  <a:lnTo>
                    <a:pt x="264140" y="571299"/>
                  </a:lnTo>
                  <a:lnTo>
                    <a:pt x="265851" y="492166"/>
                  </a:lnTo>
                  <a:lnTo>
                    <a:pt x="267562" y="480229"/>
                  </a:lnTo>
                  <a:lnTo>
                    <a:pt x="269274" y="505907"/>
                  </a:lnTo>
                  <a:lnTo>
                    <a:pt x="270985" y="491662"/>
                  </a:lnTo>
                  <a:lnTo>
                    <a:pt x="272697" y="503536"/>
                  </a:lnTo>
                  <a:lnTo>
                    <a:pt x="274408" y="639072"/>
                  </a:lnTo>
                  <a:lnTo>
                    <a:pt x="276119" y="833256"/>
                  </a:lnTo>
                  <a:lnTo>
                    <a:pt x="277831" y="991616"/>
                  </a:lnTo>
                  <a:lnTo>
                    <a:pt x="279542" y="1049885"/>
                  </a:lnTo>
                  <a:lnTo>
                    <a:pt x="281254" y="1137632"/>
                  </a:lnTo>
                  <a:lnTo>
                    <a:pt x="282965" y="1185558"/>
                  </a:lnTo>
                  <a:lnTo>
                    <a:pt x="284676" y="1259202"/>
                  </a:lnTo>
                  <a:lnTo>
                    <a:pt x="286388" y="1307428"/>
                  </a:lnTo>
                  <a:lnTo>
                    <a:pt x="288099" y="1298093"/>
                  </a:lnTo>
                  <a:lnTo>
                    <a:pt x="289811" y="1262385"/>
                  </a:lnTo>
                  <a:lnTo>
                    <a:pt x="291522" y="1225323"/>
                  </a:lnTo>
                  <a:lnTo>
                    <a:pt x="293233" y="1215958"/>
                  </a:lnTo>
                  <a:lnTo>
                    <a:pt x="294945" y="1189668"/>
                  </a:lnTo>
                  <a:lnTo>
                    <a:pt x="296656" y="1089765"/>
                  </a:lnTo>
                  <a:lnTo>
                    <a:pt x="298367" y="1009650"/>
                  </a:lnTo>
                  <a:lnTo>
                    <a:pt x="300079" y="1017029"/>
                  </a:lnTo>
                  <a:lnTo>
                    <a:pt x="301790" y="1043058"/>
                  </a:lnTo>
                  <a:lnTo>
                    <a:pt x="303502" y="1076540"/>
                  </a:lnTo>
                  <a:lnTo>
                    <a:pt x="305213" y="1055411"/>
                  </a:lnTo>
                  <a:lnTo>
                    <a:pt x="306924" y="1053322"/>
                  </a:lnTo>
                  <a:lnTo>
                    <a:pt x="308636" y="1081492"/>
                  </a:lnTo>
                  <a:lnTo>
                    <a:pt x="310347" y="1062156"/>
                  </a:lnTo>
                  <a:lnTo>
                    <a:pt x="312059" y="1040386"/>
                  </a:lnTo>
                  <a:lnTo>
                    <a:pt x="313770" y="1064088"/>
                  </a:lnTo>
                  <a:lnTo>
                    <a:pt x="315481" y="1089377"/>
                  </a:lnTo>
                  <a:lnTo>
                    <a:pt x="317193" y="1095691"/>
                  </a:lnTo>
                  <a:lnTo>
                    <a:pt x="318904" y="1128805"/>
                  </a:lnTo>
                  <a:lnTo>
                    <a:pt x="320616" y="1171526"/>
                  </a:lnTo>
                  <a:lnTo>
                    <a:pt x="322327" y="1212440"/>
                  </a:lnTo>
                  <a:lnTo>
                    <a:pt x="324038" y="1228008"/>
                  </a:lnTo>
                  <a:lnTo>
                    <a:pt x="325750" y="1152877"/>
                  </a:lnTo>
                  <a:lnTo>
                    <a:pt x="327461" y="1115551"/>
                  </a:lnTo>
                  <a:lnTo>
                    <a:pt x="329173" y="1104161"/>
                  </a:lnTo>
                  <a:lnTo>
                    <a:pt x="330884" y="1097969"/>
                  </a:lnTo>
                  <a:lnTo>
                    <a:pt x="332595" y="999209"/>
                  </a:lnTo>
                  <a:lnTo>
                    <a:pt x="334307" y="875434"/>
                  </a:lnTo>
                  <a:lnTo>
                    <a:pt x="336018" y="834821"/>
                  </a:lnTo>
                  <a:lnTo>
                    <a:pt x="337730" y="826536"/>
                  </a:lnTo>
                  <a:lnTo>
                    <a:pt x="339441" y="775193"/>
                  </a:lnTo>
                  <a:lnTo>
                    <a:pt x="341152" y="738083"/>
                  </a:lnTo>
                  <a:lnTo>
                    <a:pt x="342864" y="828444"/>
                  </a:lnTo>
                  <a:lnTo>
                    <a:pt x="344575" y="917606"/>
                  </a:lnTo>
                  <a:lnTo>
                    <a:pt x="346287" y="1016489"/>
                  </a:lnTo>
                  <a:lnTo>
                    <a:pt x="347998" y="1056457"/>
                  </a:lnTo>
                  <a:lnTo>
                    <a:pt x="349709" y="1124650"/>
                  </a:lnTo>
                  <a:lnTo>
                    <a:pt x="351421" y="1204267"/>
                  </a:lnTo>
                  <a:lnTo>
                    <a:pt x="353132" y="1169182"/>
                  </a:lnTo>
                  <a:lnTo>
                    <a:pt x="354844" y="1056225"/>
                  </a:lnTo>
                  <a:lnTo>
                    <a:pt x="356555" y="908188"/>
                  </a:lnTo>
                  <a:lnTo>
                    <a:pt x="358266" y="838592"/>
                  </a:lnTo>
                  <a:lnTo>
                    <a:pt x="359978" y="789251"/>
                  </a:lnTo>
                  <a:lnTo>
                    <a:pt x="361689" y="767924"/>
                  </a:lnTo>
                  <a:lnTo>
                    <a:pt x="363401" y="755415"/>
                  </a:lnTo>
                  <a:lnTo>
                    <a:pt x="365112" y="827064"/>
                  </a:lnTo>
                  <a:lnTo>
                    <a:pt x="366823" y="960355"/>
                  </a:lnTo>
                  <a:lnTo>
                    <a:pt x="368535" y="898591"/>
                  </a:lnTo>
                  <a:lnTo>
                    <a:pt x="370246" y="663321"/>
                  </a:lnTo>
                  <a:lnTo>
                    <a:pt x="371958" y="441489"/>
                  </a:lnTo>
                  <a:lnTo>
                    <a:pt x="373669" y="355575"/>
                  </a:lnTo>
                  <a:lnTo>
                    <a:pt x="375380" y="238551"/>
                  </a:lnTo>
                  <a:lnTo>
                    <a:pt x="377092" y="26745"/>
                  </a:lnTo>
                  <a:lnTo>
                    <a:pt x="378803" y="0"/>
                  </a:lnTo>
                  <a:lnTo>
                    <a:pt x="380515" y="110200"/>
                  </a:lnTo>
                  <a:lnTo>
                    <a:pt x="382226" y="118776"/>
                  </a:lnTo>
                  <a:lnTo>
                    <a:pt x="383937" y="59860"/>
                  </a:lnTo>
                  <a:lnTo>
                    <a:pt x="385649" y="232400"/>
                  </a:lnTo>
                  <a:lnTo>
                    <a:pt x="387360" y="383714"/>
                  </a:lnTo>
                  <a:lnTo>
                    <a:pt x="389072" y="463162"/>
                  </a:lnTo>
                  <a:lnTo>
                    <a:pt x="390783" y="545685"/>
                  </a:lnTo>
                  <a:lnTo>
                    <a:pt x="392494" y="651468"/>
                  </a:lnTo>
                  <a:lnTo>
                    <a:pt x="394206" y="679028"/>
                  </a:lnTo>
                  <a:lnTo>
                    <a:pt x="395917" y="473270"/>
                  </a:lnTo>
                  <a:lnTo>
                    <a:pt x="397629" y="439222"/>
                  </a:lnTo>
                  <a:lnTo>
                    <a:pt x="399340" y="527295"/>
                  </a:lnTo>
                  <a:lnTo>
                    <a:pt x="401051" y="644700"/>
                  </a:lnTo>
                  <a:lnTo>
                    <a:pt x="402763" y="738833"/>
                  </a:lnTo>
                  <a:lnTo>
                    <a:pt x="404474" y="941834"/>
                  </a:lnTo>
                  <a:lnTo>
                    <a:pt x="406185" y="1182080"/>
                  </a:lnTo>
                  <a:lnTo>
                    <a:pt x="407897" y="1327031"/>
                  </a:lnTo>
                  <a:lnTo>
                    <a:pt x="409608" y="1367133"/>
                  </a:lnTo>
                  <a:lnTo>
                    <a:pt x="411320" y="1304839"/>
                  </a:lnTo>
                  <a:lnTo>
                    <a:pt x="413031" y="1259646"/>
                  </a:lnTo>
                  <a:lnTo>
                    <a:pt x="414742" y="1189950"/>
                  </a:lnTo>
                  <a:lnTo>
                    <a:pt x="416454" y="1168781"/>
                  </a:lnTo>
                  <a:lnTo>
                    <a:pt x="418165" y="1124593"/>
                  </a:lnTo>
                  <a:lnTo>
                    <a:pt x="419877" y="1121965"/>
                  </a:lnTo>
                  <a:lnTo>
                    <a:pt x="421588" y="1202196"/>
                  </a:lnTo>
                  <a:lnTo>
                    <a:pt x="423299" y="1287729"/>
                  </a:lnTo>
                  <a:lnTo>
                    <a:pt x="425011" y="1317553"/>
                  </a:lnTo>
                  <a:lnTo>
                    <a:pt x="426722" y="1303920"/>
                  </a:lnTo>
                  <a:lnTo>
                    <a:pt x="428434" y="1348110"/>
                  </a:lnTo>
                  <a:lnTo>
                    <a:pt x="430145" y="1353976"/>
                  </a:lnTo>
                  <a:lnTo>
                    <a:pt x="431856" y="1334022"/>
                  </a:lnTo>
                  <a:lnTo>
                    <a:pt x="433568" y="1346045"/>
                  </a:lnTo>
                  <a:lnTo>
                    <a:pt x="435279" y="1382515"/>
                  </a:lnTo>
                  <a:lnTo>
                    <a:pt x="436991" y="1341788"/>
                  </a:lnTo>
                  <a:lnTo>
                    <a:pt x="438702" y="1211823"/>
                  </a:lnTo>
                  <a:lnTo>
                    <a:pt x="440413" y="1192078"/>
                  </a:lnTo>
                  <a:lnTo>
                    <a:pt x="442125" y="1154226"/>
                  </a:lnTo>
                  <a:lnTo>
                    <a:pt x="443836" y="1075772"/>
                  </a:lnTo>
                  <a:lnTo>
                    <a:pt x="445548" y="1070561"/>
                  </a:lnTo>
                  <a:lnTo>
                    <a:pt x="447259" y="1085712"/>
                  </a:lnTo>
                  <a:lnTo>
                    <a:pt x="448970" y="1132915"/>
                  </a:lnTo>
                  <a:lnTo>
                    <a:pt x="450682" y="1022270"/>
                  </a:lnTo>
                  <a:lnTo>
                    <a:pt x="452393" y="1010014"/>
                  </a:lnTo>
                  <a:lnTo>
                    <a:pt x="454105" y="1004866"/>
                  </a:lnTo>
                  <a:lnTo>
                    <a:pt x="455816" y="956833"/>
                  </a:lnTo>
                  <a:lnTo>
                    <a:pt x="457527" y="965676"/>
                  </a:lnTo>
                  <a:lnTo>
                    <a:pt x="459239" y="948061"/>
                  </a:lnTo>
                  <a:lnTo>
                    <a:pt x="460950" y="1017112"/>
                  </a:lnTo>
                  <a:lnTo>
                    <a:pt x="462662" y="960081"/>
                  </a:lnTo>
                  <a:lnTo>
                    <a:pt x="464373" y="926042"/>
                  </a:lnTo>
                  <a:lnTo>
                    <a:pt x="466084" y="913979"/>
                  </a:lnTo>
                  <a:lnTo>
                    <a:pt x="467796" y="976895"/>
                  </a:lnTo>
                  <a:lnTo>
                    <a:pt x="469507" y="1024555"/>
                  </a:lnTo>
                  <a:lnTo>
                    <a:pt x="471219" y="1015568"/>
                  </a:lnTo>
                  <a:lnTo>
                    <a:pt x="472930" y="1122019"/>
                  </a:lnTo>
                  <a:lnTo>
                    <a:pt x="474641" y="1220930"/>
                  </a:lnTo>
                  <a:lnTo>
                    <a:pt x="476353" y="1179391"/>
                  </a:lnTo>
                  <a:lnTo>
                    <a:pt x="478064" y="1031702"/>
                  </a:lnTo>
                  <a:lnTo>
                    <a:pt x="479776" y="1018543"/>
                  </a:lnTo>
                  <a:lnTo>
                    <a:pt x="481487" y="1058229"/>
                  </a:lnTo>
                  <a:lnTo>
                    <a:pt x="483198" y="967824"/>
                  </a:lnTo>
                  <a:lnTo>
                    <a:pt x="484910" y="941010"/>
                  </a:lnTo>
                  <a:lnTo>
                    <a:pt x="486621" y="1077946"/>
                  </a:lnTo>
                  <a:lnTo>
                    <a:pt x="488333" y="1177990"/>
                  </a:lnTo>
                  <a:lnTo>
                    <a:pt x="490044" y="1194897"/>
                  </a:lnTo>
                  <a:lnTo>
                    <a:pt x="491755" y="1215242"/>
                  </a:lnTo>
                  <a:lnTo>
                    <a:pt x="493467" y="1278803"/>
                  </a:lnTo>
                  <a:lnTo>
                    <a:pt x="495178" y="1231945"/>
                  </a:lnTo>
                  <a:lnTo>
                    <a:pt x="496890" y="1059638"/>
                  </a:lnTo>
                  <a:lnTo>
                    <a:pt x="498601" y="987854"/>
                  </a:lnTo>
                  <a:lnTo>
                    <a:pt x="500312" y="974503"/>
                  </a:lnTo>
                  <a:lnTo>
                    <a:pt x="502024" y="931233"/>
                  </a:lnTo>
                  <a:lnTo>
                    <a:pt x="503735" y="931828"/>
                  </a:lnTo>
                  <a:lnTo>
                    <a:pt x="505447" y="991879"/>
                  </a:lnTo>
                  <a:lnTo>
                    <a:pt x="507158" y="1131531"/>
                  </a:lnTo>
                  <a:lnTo>
                    <a:pt x="508869" y="1239574"/>
                  </a:lnTo>
                  <a:lnTo>
                    <a:pt x="510581" y="1301896"/>
                  </a:lnTo>
                  <a:lnTo>
                    <a:pt x="512292" y="1309344"/>
                  </a:lnTo>
                  <a:lnTo>
                    <a:pt x="514003" y="1234884"/>
                  </a:lnTo>
                  <a:lnTo>
                    <a:pt x="515715" y="1236746"/>
                  </a:lnTo>
                  <a:lnTo>
                    <a:pt x="517426" y="1226208"/>
                  </a:lnTo>
                  <a:lnTo>
                    <a:pt x="519138" y="1187322"/>
                  </a:lnTo>
                  <a:lnTo>
                    <a:pt x="520849" y="1161839"/>
                  </a:lnTo>
                  <a:lnTo>
                    <a:pt x="522560" y="1185702"/>
                  </a:lnTo>
                  <a:lnTo>
                    <a:pt x="524272" y="1249274"/>
                  </a:lnTo>
                  <a:lnTo>
                    <a:pt x="525983" y="1252203"/>
                  </a:lnTo>
                  <a:lnTo>
                    <a:pt x="527695" y="1225456"/>
                  </a:lnTo>
                  <a:lnTo>
                    <a:pt x="529406" y="1213715"/>
                  </a:lnTo>
                  <a:lnTo>
                    <a:pt x="531117" y="1198073"/>
                  </a:lnTo>
                  <a:lnTo>
                    <a:pt x="532829" y="1149148"/>
                  </a:lnTo>
                  <a:lnTo>
                    <a:pt x="534540" y="1093056"/>
                  </a:lnTo>
                  <a:lnTo>
                    <a:pt x="536252" y="1054484"/>
                  </a:lnTo>
                  <a:lnTo>
                    <a:pt x="537963" y="1041531"/>
                  </a:lnTo>
                  <a:lnTo>
                    <a:pt x="539674" y="1040101"/>
                  </a:lnTo>
                  <a:lnTo>
                    <a:pt x="541386" y="991863"/>
                  </a:lnTo>
                  <a:lnTo>
                    <a:pt x="543097" y="918420"/>
                  </a:lnTo>
                  <a:lnTo>
                    <a:pt x="544809" y="828851"/>
                  </a:lnTo>
                  <a:lnTo>
                    <a:pt x="546520" y="725956"/>
                  </a:lnTo>
                  <a:lnTo>
                    <a:pt x="548231" y="671003"/>
                  </a:lnTo>
                  <a:lnTo>
                    <a:pt x="549943" y="656916"/>
                  </a:lnTo>
                  <a:lnTo>
                    <a:pt x="551654" y="658905"/>
                  </a:lnTo>
                  <a:lnTo>
                    <a:pt x="553366" y="749293"/>
                  </a:lnTo>
                  <a:lnTo>
                    <a:pt x="555077" y="894603"/>
                  </a:lnTo>
                  <a:lnTo>
                    <a:pt x="556788" y="945344"/>
                  </a:lnTo>
                  <a:lnTo>
                    <a:pt x="558500" y="966596"/>
                  </a:lnTo>
                  <a:lnTo>
                    <a:pt x="560211" y="1028639"/>
                  </a:lnTo>
                  <a:lnTo>
                    <a:pt x="561923" y="1119660"/>
                  </a:lnTo>
                  <a:lnTo>
                    <a:pt x="563634" y="1173791"/>
                  </a:lnTo>
                  <a:lnTo>
                    <a:pt x="565345" y="1224206"/>
                  </a:lnTo>
                  <a:lnTo>
                    <a:pt x="567057" y="1257567"/>
                  </a:lnTo>
                  <a:lnTo>
                    <a:pt x="568768" y="1250388"/>
                  </a:lnTo>
                  <a:lnTo>
                    <a:pt x="570480" y="1199667"/>
                  </a:lnTo>
                  <a:lnTo>
                    <a:pt x="572191" y="1193549"/>
                  </a:lnTo>
                  <a:lnTo>
                    <a:pt x="573902" y="1193645"/>
                  </a:lnTo>
                  <a:lnTo>
                    <a:pt x="575614" y="1207731"/>
                  </a:lnTo>
                  <a:lnTo>
                    <a:pt x="577325" y="1249467"/>
                  </a:lnTo>
                  <a:lnTo>
                    <a:pt x="579037" y="1183848"/>
                  </a:lnTo>
                  <a:lnTo>
                    <a:pt x="580748" y="1102142"/>
                  </a:lnTo>
                  <a:lnTo>
                    <a:pt x="582459" y="1034066"/>
                  </a:lnTo>
                  <a:lnTo>
                    <a:pt x="584171" y="937633"/>
                  </a:lnTo>
                  <a:lnTo>
                    <a:pt x="585882" y="852271"/>
                  </a:lnTo>
                  <a:lnTo>
                    <a:pt x="587594" y="885663"/>
                  </a:lnTo>
                  <a:lnTo>
                    <a:pt x="589305" y="1058621"/>
                  </a:lnTo>
                  <a:lnTo>
                    <a:pt x="591016" y="1197375"/>
                  </a:lnTo>
                  <a:lnTo>
                    <a:pt x="592728" y="1201675"/>
                  </a:lnTo>
                  <a:lnTo>
                    <a:pt x="594439" y="1231629"/>
                  </a:lnTo>
                  <a:lnTo>
                    <a:pt x="596151" y="1173589"/>
                  </a:lnTo>
                  <a:lnTo>
                    <a:pt x="597862" y="1118015"/>
                  </a:lnTo>
                  <a:lnTo>
                    <a:pt x="599573" y="1110025"/>
                  </a:lnTo>
                  <a:lnTo>
                    <a:pt x="601285" y="1113803"/>
                  </a:lnTo>
                  <a:lnTo>
                    <a:pt x="602996" y="1203767"/>
                  </a:lnTo>
                  <a:lnTo>
                    <a:pt x="604708" y="1237211"/>
                  </a:lnTo>
                  <a:lnTo>
                    <a:pt x="606419" y="1292819"/>
                  </a:lnTo>
                  <a:lnTo>
                    <a:pt x="608130" y="1298919"/>
                  </a:lnTo>
                  <a:lnTo>
                    <a:pt x="609842" y="1251434"/>
                  </a:lnTo>
                  <a:lnTo>
                    <a:pt x="611553" y="1169984"/>
                  </a:lnTo>
                  <a:lnTo>
                    <a:pt x="613264" y="1104928"/>
                  </a:lnTo>
                  <a:lnTo>
                    <a:pt x="614976" y="1124363"/>
                  </a:lnTo>
                  <a:lnTo>
                    <a:pt x="616687" y="1135304"/>
                  </a:lnTo>
                  <a:lnTo>
                    <a:pt x="618399" y="1040143"/>
                  </a:lnTo>
                  <a:lnTo>
                    <a:pt x="620110" y="909840"/>
                  </a:lnTo>
                  <a:lnTo>
                    <a:pt x="621821" y="861050"/>
                  </a:lnTo>
                  <a:lnTo>
                    <a:pt x="623533" y="869807"/>
                  </a:lnTo>
                  <a:lnTo>
                    <a:pt x="625244" y="846366"/>
                  </a:lnTo>
                  <a:lnTo>
                    <a:pt x="626956" y="848371"/>
                  </a:lnTo>
                  <a:lnTo>
                    <a:pt x="628667" y="928385"/>
                  </a:lnTo>
                  <a:lnTo>
                    <a:pt x="630378" y="993351"/>
                  </a:lnTo>
                  <a:lnTo>
                    <a:pt x="632090" y="935077"/>
                  </a:lnTo>
                  <a:lnTo>
                    <a:pt x="633801" y="793295"/>
                  </a:lnTo>
                  <a:lnTo>
                    <a:pt x="635513" y="720889"/>
                  </a:lnTo>
                  <a:lnTo>
                    <a:pt x="637224" y="649377"/>
                  </a:lnTo>
                  <a:lnTo>
                    <a:pt x="638935" y="612021"/>
                  </a:lnTo>
                  <a:lnTo>
                    <a:pt x="640647" y="653195"/>
                  </a:lnTo>
                  <a:lnTo>
                    <a:pt x="642358" y="744180"/>
                  </a:lnTo>
                  <a:lnTo>
                    <a:pt x="644070" y="771541"/>
                  </a:lnTo>
                  <a:lnTo>
                    <a:pt x="645781" y="764425"/>
                  </a:lnTo>
                  <a:lnTo>
                    <a:pt x="647492" y="837624"/>
                  </a:lnTo>
                  <a:lnTo>
                    <a:pt x="649204" y="949401"/>
                  </a:lnTo>
                  <a:lnTo>
                    <a:pt x="650915" y="976241"/>
                  </a:lnTo>
                  <a:lnTo>
                    <a:pt x="652627" y="973839"/>
                  </a:lnTo>
                  <a:lnTo>
                    <a:pt x="654338" y="1095760"/>
                  </a:lnTo>
                  <a:lnTo>
                    <a:pt x="656049" y="1192899"/>
                  </a:lnTo>
                  <a:lnTo>
                    <a:pt x="657761" y="1187423"/>
                  </a:lnTo>
                  <a:lnTo>
                    <a:pt x="659472" y="1143912"/>
                  </a:lnTo>
                  <a:lnTo>
                    <a:pt x="661184" y="1125902"/>
                  </a:lnTo>
                  <a:lnTo>
                    <a:pt x="662895" y="1170810"/>
                  </a:lnTo>
                  <a:lnTo>
                    <a:pt x="664606" y="1152315"/>
                  </a:lnTo>
                  <a:lnTo>
                    <a:pt x="666318" y="1084535"/>
                  </a:lnTo>
                  <a:lnTo>
                    <a:pt x="668029" y="1007476"/>
                  </a:lnTo>
                  <a:lnTo>
                    <a:pt x="669741" y="980263"/>
                  </a:lnTo>
                  <a:lnTo>
                    <a:pt x="671452" y="978607"/>
                  </a:lnTo>
                  <a:lnTo>
                    <a:pt x="673163" y="909252"/>
                  </a:lnTo>
                  <a:lnTo>
                    <a:pt x="674875" y="890078"/>
                  </a:lnTo>
                  <a:lnTo>
                    <a:pt x="676586" y="977544"/>
                  </a:lnTo>
                  <a:lnTo>
                    <a:pt x="678298" y="1140116"/>
                  </a:lnTo>
                  <a:lnTo>
                    <a:pt x="680009" y="1246620"/>
                  </a:lnTo>
                  <a:lnTo>
                    <a:pt x="681720" y="1322097"/>
                  </a:lnTo>
                  <a:lnTo>
                    <a:pt x="683432" y="1456462"/>
                  </a:lnTo>
                  <a:lnTo>
                    <a:pt x="684098" y="148710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8271997" y="1839928"/>
              <a:ext cx="514725" cy="1422548"/>
            </a:xfrm>
            <a:custGeom>
              <a:avLst/>
              <a:pathLst>
                <a:path w="514725" h="1422548">
                  <a:moveTo>
                    <a:pt x="0" y="1422548"/>
                  </a:moveTo>
                  <a:lnTo>
                    <a:pt x="866" y="1373282"/>
                  </a:lnTo>
                  <a:lnTo>
                    <a:pt x="2577" y="1169725"/>
                  </a:lnTo>
                  <a:lnTo>
                    <a:pt x="4288" y="1008785"/>
                  </a:lnTo>
                  <a:lnTo>
                    <a:pt x="6000" y="935507"/>
                  </a:lnTo>
                  <a:lnTo>
                    <a:pt x="7711" y="866198"/>
                  </a:lnTo>
                  <a:lnTo>
                    <a:pt x="9423" y="792057"/>
                  </a:lnTo>
                  <a:lnTo>
                    <a:pt x="11134" y="880151"/>
                  </a:lnTo>
                  <a:lnTo>
                    <a:pt x="12845" y="952277"/>
                  </a:lnTo>
                  <a:lnTo>
                    <a:pt x="14557" y="892084"/>
                  </a:lnTo>
                  <a:lnTo>
                    <a:pt x="16268" y="760539"/>
                  </a:lnTo>
                  <a:lnTo>
                    <a:pt x="17980" y="625560"/>
                  </a:lnTo>
                  <a:lnTo>
                    <a:pt x="19691" y="573296"/>
                  </a:lnTo>
                  <a:lnTo>
                    <a:pt x="21402" y="533011"/>
                  </a:lnTo>
                  <a:lnTo>
                    <a:pt x="23114" y="550933"/>
                  </a:lnTo>
                  <a:lnTo>
                    <a:pt x="24825" y="558379"/>
                  </a:lnTo>
                  <a:lnTo>
                    <a:pt x="26537" y="558667"/>
                  </a:lnTo>
                  <a:lnTo>
                    <a:pt x="28248" y="594242"/>
                  </a:lnTo>
                  <a:lnTo>
                    <a:pt x="29959" y="667193"/>
                  </a:lnTo>
                  <a:lnTo>
                    <a:pt x="31671" y="672273"/>
                  </a:lnTo>
                  <a:lnTo>
                    <a:pt x="33382" y="600472"/>
                  </a:lnTo>
                  <a:lnTo>
                    <a:pt x="35094" y="588377"/>
                  </a:lnTo>
                  <a:lnTo>
                    <a:pt x="36805" y="662188"/>
                  </a:lnTo>
                  <a:lnTo>
                    <a:pt x="38516" y="785115"/>
                  </a:lnTo>
                  <a:lnTo>
                    <a:pt x="40228" y="746040"/>
                  </a:lnTo>
                  <a:lnTo>
                    <a:pt x="41939" y="681475"/>
                  </a:lnTo>
                  <a:lnTo>
                    <a:pt x="43651" y="719122"/>
                  </a:lnTo>
                  <a:lnTo>
                    <a:pt x="45362" y="683981"/>
                  </a:lnTo>
                  <a:lnTo>
                    <a:pt x="47073" y="538126"/>
                  </a:lnTo>
                  <a:lnTo>
                    <a:pt x="48785" y="398105"/>
                  </a:lnTo>
                  <a:lnTo>
                    <a:pt x="50496" y="361589"/>
                  </a:lnTo>
                  <a:lnTo>
                    <a:pt x="52208" y="314411"/>
                  </a:lnTo>
                  <a:lnTo>
                    <a:pt x="53919" y="218900"/>
                  </a:lnTo>
                  <a:lnTo>
                    <a:pt x="55630" y="216630"/>
                  </a:lnTo>
                  <a:lnTo>
                    <a:pt x="57342" y="193824"/>
                  </a:lnTo>
                  <a:lnTo>
                    <a:pt x="59053" y="94039"/>
                  </a:lnTo>
                  <a:lnTo>
                    <a:pt x="60765" y="98285"/>
                  </a:lnTo>
                  <a:lnTo>
                    <a:pt x="62476" y="246388"/>
                  </a:lnTo>
                  <a:lnTo>
                    <a:pt x="64187" y="456359"/>
                  </a:lnTo>
                  <a:lnTo>
                    <a:pt x="65899" y="682583"/>
                  </a:lnTo>
                  <a:lnTo>
                    <a:pt x="67610" y="926560"/>
                  </a:lnTo>
                  <a:lnTo>
                    <a:pt x="69322" y="1113472"/>
                  </a:lnTo>
                  <a:lnTo>
                    <a:pt x="71033" y="1144388"/>
                  </a:lnTo>
                  <a:lnTo>
                    <a:pt x="72744" y="992302"/>
                  </a:lnTo>
                  <a:lnTo>
                    <a:pt x="74456" y="841522"/>
                  </a:lnTo>
                  <a:lnTo>
                    <a:pt x="76167" y="726186"/>
                  </a:lnTo>
                  <a:lnTo>
                    <a:pt x="77879" y="716665"/>
                  </a:lnTo>
                  <a:lnTo>
                    <a:pt x="79590" y="671999"/>
                  </a:lnTo>
                  <a:lnTo>
                    <a:pt x="81301" y="616615"/>
                  </a:lnTo>
                  <a:lnTo>
                    <a:pt x="83013" y="712713"/>
                  </a:lnTo>
                  <a:lnTo>
                    <a:pt x="84724" y="855504"/>
                  </a:lnTo>
                  <a:lnTo>
                    <a:pt x="86436" y="972031"/>
                  </a:lnTo>
                  <a:lnTo>
                    <a:pt x="88147" y="1031357"/>
                  </a:lnTo>
                  <a:lnTo>
                    <a:pt x="89858" y="1135346"/>
                  </a:lnTo>
                  <a:lnTo>
                    <a:pt x="91570" y="1187812"/>
                  </a:lnTo>
                  <a:lnTo>
                    <a:pt x="93281" y="1167564"/>
                  </a:lnTo>
                  <a:lnTo>
                    <a:pt x="94993" y="1146531"/>
                  </a:lnTo>
                  <a:lnTo>
                    <a:pt x="96704" y="1146532"/>
                  </a:lnTo>
                  <a:lnTo>
                    <a:pt x="98415" y="1128370"/>
                  </a:lnTo>
                  <a:lnTo>
                    <a:pt x="100127" y="1082184"/>
                  </a:lnTo>
                  <a:lnTo>
                    <a:pt x="101838" y="1082898"/>
                  </a:lnTo>
                  <a:lnTo>
                    <a:pt x="103550" y="1079480"/>
                  </a:lnTo>
                  <a:lnTo>
                    <a:pt x="105261" y="1030187"/>
                  </a:lnTo>
                  <a:lnTo>
                    <a:pt x="106972" y="963141"/>
                  </a:lnTo>
                  <a:lnTo>
                    <a:pt x="108684" y="954832"/>
                  </a:lnTo>
                  <a:lnTo>
                    <a:pt x="110395" y="994643"/>
                  </a:lnTo>
                  <a:lnTo>
                    <a:pt x="112106" y="997442"/>
                  </a:lnTo>
                  <a:lnTo>
                    <a:pt x="113818" y="914712"/>
                  </a:lnTo>
                  <a:lnTo>
                    <a:pt x="115529" y="787726"/>
                  </a:lnTo>
                  <a:lnTo>
                    <a:pt x="117241" y="677487"/>
                  </a:lnTo>
                  <a:lnTo>
                    <a:pt x="118952" y="506871"/>
                  </a:lnTo>
                  <a:lnTo>
                    <a:pt x="120663" y="327960"/>
                  </a:lnTo>
                  <a:lnTo>
                    <a:pt x="122375" y="246578"/>
                  </a:lnTo>
                  <a:lnTo>
                    <a:pt x="124086" y="283356"/>
                  </a:lnTo>
                  <a:lnTo>
                    <a:pt x="125798" y="343492"/>
                  </a:lnTo>
                  <a:lnTo>
                    <a:pt x="127509" y="390765"/>
                  </a:lnTo>
                  <a:lnTo>
                    <a:pt x="129220" y="472072"/>
                  </a:lnTo>
                  <a:lnTo>
                    <a:pt x="130932" y="542140"/>
                  </a:lnTo>
                  <a:lnTo>
                    <a:pt x="132643" y="643482"/>
                  </a:lnTo>
                  <a:lnTo>
                    <a:pt x="134355" y="694535"/>
                  </a:lnTo>
                  <a:lnTo>
                    <a:pt x="136066" y="749699"/>
                  </a:lnTo>
                  <a:lnTo>
                    <a:pt x="137777" y="891475"/>
                  </a:lnTo>
                  <a:lnTo>
                    <a:pt x="139489" y="947070"/>
                  </a:lnTo>
                  <a:lnTo>
                    <a:pt x="141200" y="951948"/>
                  </a:lnTo>
                  <a:lnTo>
                    <a:pt x="142912" y="818223"/>
                  </a:lnTo>
                  <a:lnTo>
                    <a:pt x="144623" y="726297"/>
                  </a:lnTo>
                  <a:lnTo>
                    <a:pt x="146334" y="647439"/>
                  </a:lnTo>
                  <a:lnTo>
                    <a:pt x="148046" y="474012"/>
                  </a:lnTo>
                  <a:lnTo>
                    <a:pt x="149757" y="399162"/>
                  </a:lnTo>
                  <a:lnTo>
                    <a:pt x="151469" y="342924"/>
                  </a:lnTo>
                  <a:lnTo>
                    <a:pt x="153180" y="278441"/>
                  </a:lnTo>
                  <a:lnTo>
                    <a:pt x="154891" y="135047"/>
                  </a:lnTo>
                  <a:lnTo>
                    <a:pt x="156603" y="7971"/>
                  </a:lnTo>
                  <a:lnTo>
                    <a:pt x="158314" y="14774"/>
                  </a:lnTo>
                  <a:lnTo>
                    <a:pt x="160026" y="49315"/>
                  </a:lnTo>
                  <a:lnTo>
                    <a:pt x="161737" y="152904"/>
                  </a:lnTo>
                  <a:lnTo>
                    <a:pt x="163448" y="344023"/>
                  </a:lnTo>
                  <a:lnTo>
                    <a:pt x="165160" y="598811"/>
                  </a:lnTo>
                  <a:lnTo>
                    <a:pt x="166871" y="802800"/>
                  </a:lnTo>
                  <a:lnTo>
                    <a:pt x="168583" y="811434"/>
                  </a:lnTo>
                  <a:lnTo>
                    <a:pt x="170294" y="730034"/>
                  </a:lnTo>
                  <a:lnTo>
                    <a:pt x="172005" y="726458"/>
                  </a:lnTo>
                  <a:lnTo>
                    <a:pt x="173717" y="710701"/>
                  </a:lnTo>
                  <a:lnTo>
                    <a:pt x="175428" y="694757"/>
                  </a:lnTo>
                  <a:lnTo>
                    <a:pt x="177140" y="695245"/>
                  </a:lnTo>
                  <a:lnTo>
                    <a:pt x="178851" y="751358"/>
                  </a:lnTo>
                  <a:lnTo>
                    <a:pt x="180562" y="915702"/>
                  </a:lnTo>
                  <a:lnTo>
                    <a:pt x="182274" y="1005638"/>
                  </a:lnTo>
                  <a:lnTo>
                    <a:pt x="183985" y="1038198"/>
                  </a:lnTo>
                  <a:lnTo>
                    <a:pt x="185697" y="996637"/>
                  </a:lnTo>
                  <a:lnTo>
                    <a:pt x="187408" y="972126"/>
                  </a:lnTo>
                  <a:lnTo>
                    <a:pt x="189119" y="1022490"/>
                  </a:lnTo>
                  <a:lnTo>
                    <a:pt x="190831" y="1028334"/>
                  </a:lnTo>
                  <a:lnTo>
                    <a:pt x="192542" y="1003351"/>
                  </a:lnTo>
                  <a:lnTo>
                    <a:pt x="194254" y="1050566"/>
                  </a:lnTo>
                  <a:lnTo>
                    <a:pt x="195965" y="1106810"/>
                  </a:lnTo>
                  <a:lnTo>
                    <a:pt x="197676" y="1041217"/>
                  </a:lnTo>
                  <a:lnTo>
                    <a:pt x="199388" y="904802"/>
                  </a:lnTo>
                  <a:lnTo>
                    <a:pt x="201099" y="826409"/>
                  </a:lnTo>
                  <a:lnTo>
                    <a:pt x="202811" y="788230"/>
                  </a:lnTo>
                  <a:lnTo>
                    <a:pt x="204522" y="705875"/>
                  </a:lnTo>
                  <a:lnTo>
                    <a:pt x="206233" y="750738"/>
                  </a:lnTo>
                  <a:lnTo>
                    <a:pt x="207945" y="846716"/>
                  </a:lnTo>
                  <a:lnTo>
                    <a:pt x="209656" y="937484"/>
                  </a:lnTo>
                  <a:lnTo>
                    <a:pt x="211367" y="959298"/>
                  </a:lnTo>
                  <a:lnTo>
                    <a:pt x="213079" y="906507"/>
                  </a:lnTo>
                  <a:lnTo>
                    <a:pt x="214790" y="921188"/>
                  </a:lnTo>
                  <a:lnTo>
                    <a:pt x="216502" y="859056"/>
                  </a:lnTo>
                  <a:lnTo>
                    <a:pt x="218213" y="804244"/>
                  </a:lnTo>
                  <a:lnTo>
                    <a:pt x="219924" y="773885"/>
                  </a:lnTo>
                  <a:lnTo>
                    <a:pt x="221636" y="788833"/>
                  </a:lnTo>
                  <a:lnTo>
                    <a:pt x="223347" y="867123"/>
                  </a:lnTo>
                  <a:lnTo>
                    <a:pt x="225059" y="898270"/>
                  </a:lnTo>
                  <a:lnTo>
                    <a:pt x="226770" y="931894"/>
                  </a:lnTo>
                  <a:lnTo>
                    <a:pt x="228481" y="1042043"/>
                  </a:lnTo>
                  <a:lnTo>
                    <a:pt x="230193" y="1168176"/>
                  </a:lnTo>
                  <a:lnTo>
                    <a:pt x="231904" y="1219050"/>
                  </a:lnTo>
                  <a:lnTo>
                    <a:pt x="233616" y="1192400"/>
                  </a:lnTo>
                  <a:lnTo>
                    <a:pt x="235327" y="1151075"/>
                  </a:lnTo>
                  <a:lnTo>
                    <a:pt x="237038" y="1111614"/>
                  </a:lnTo>
                  <a:lnTo>
                    <a:pt x="238750" y="1045480"/>
                  </a:lnTo>
                  <a:lnTo>
                    <a:pt x="240461" y="1023295"/>
                  </a:lnTo>
                  <a:lnTo>
                    <a:pt x="242173" y="1007683"/>
                  </a:lnTo>
                  <a:lnTo>
                    <a:pt x="243884" y="1056540"/>
                  </a:lnTo>
                  <a:lnTo>
                    <a:pt x="245595" y="1062875"/>
                  </a:lnTo>
                  <a:lnTo>
                    <a:pt x="247307" y="1027551"/>
                  </a:lnTo>
                  <a:lnTo>
                    <a:pt x="249018" y="1003484"/>
                  </a:lnTo>
                  <a:lnTo>
                    <a:pt x="250730" y="915852"/>
                  </a:lnTo>
                  <a:lnTo>
                    <a:pt x="252441" y="817168"/>
                  </a:lnTo>
                  <a:lnTo>
                    <a:pt x="254152" y="636574"/>
                  </a:lnTo>
                  <a:lnTo>
                    <a:pt x="255864" y="455655"/>
                  </a:lnTo>
                  <a:lnTo>
                    <a:pt x="257575" y="357058"/>
                  </a:lnTo>
                  <a:lnTo>
                    <a:pt x="259287" y="348184"/>
                  </a:lnTo>
                  <a:lnTo>
                    <a:pt x="260998" y="366541"/>
                  </a:lnTo>
                  <a:lnTo>
                    <a:pt x="262709" y="367835"/>
                  </a:lnTo>
                  <a:lnTo>
                    <a:pt x="264421" y="538274"/>
                  </a:lnTo>
                  <a:lnTo>
                    <a:pt x="266132" y="808286"/>
                  </a:lnTo>
                  <a:lnTo>
                    <a:pt x="267844" y="1006512"/>
                  </a:lnTo>
                  <a:lnTo>
                    <a:pt x="269555" y="1075458"/>
                  </a:lnTo>
                  <a:lnTo>
                    <a:pt x="271266" y="1146391"/>
                  </a:lnTo>
                  <a:lnTo>
                    <a:pt x="272978" y="1269083"/>
                  </a:lnTo>
                  <a:lnTo>
                    <a:pt x="274689" y="1289859"/>
                  </a:lnTo>
                  <a:lnTo>
                    <a:pt x="276401" y="1163832"/>
                  </a:lnTo>
                  <a:lnTo>
                    <a:pt x="278112" y="1046768"/>
                  </a:lnTo>
                  <a:lnTo>
                    <a:pt x="279823" y="1050138"/>
                  </a:lnTo>
                  <a:lnTo>
                    <a:pt x="281535" y="1045566"/>
                  </a:lnTo>
                  <a:lnTo>
                    <a:pt x="283246" y="1048020"/>
                  </a:lnTo>
                  <a:lnTo>
                    <a:pt x="284958" y="989442"/>
                  </a:lnTo>
                  <a:lnTo>
                    <a:pt x="286669" y="1012286"/>
                  </a:lnTo>
                  <a:lnTo>
                    <a:pt x="288380" y="1019294"/>
                  </a:lnTo>
                  <a:lnTo>
                    <a:pt x="290092" y="868020"/>
                  </a:lnTo>
                  <a:lnTo>
                    <a:pt x="291803" y="636621"/>
                  </a:lnTo>
                  <a:lnTo>
                    <a:pt x="293515" y="477531"/>
                  </a:lnTo>
                  <a:lnTo>
                    <a:pt x="295226" y="407711"/>
                  </a:lnTo>
                  <a:lnTo>
                    <a:pt x="296937" y="336078"/>
                  </a:lnTo>
                  <a:lnTo>
                    <a:pt x="298649" y="316675"/>
                  </a:lnTo>
                  <a:lnTo>
                    <a:pt x="300360" y="370147"/>
                  </a:lnTo>
                  <a:lnTo>
                    <a:pt x="302072" y="546351"/>
                  </a:lnTo>
                  <a:lnTo>
                    <a:pt x="303783" y="617984"/>
                  </a:lnTo>
                  <a:lnTo>
                    <a:pt x="305494" y="658744"/>
                  </a:lnTo>
                  <a:lnTo>
                    <a:pt x="307206" y="706455"/>
                  </a:lnTo>
                  <a:lnTo>
                    <a:pt x="308917" y="667586"/>
                  </a:lnTo>
                  <a:lnTo>
                    <a:pt x="310629" y="631423"/>
                  </a:lnTo>
                  <a:lnTo>
                    <a:pt x="312340" y="581155"/>
                  </a:lnTo>
                  <a:lnTo>
                    <a:pt x="314051" y="613845"/>
                  </a:lnTo>
                  <a:lnTo>
                    <a:pt x="315763" y="637699"/>
                  </a:lnTo>
                  <a:lnTo>
                    <a:pt x="317474" y="689321"/>
                  </a:lnTo>
                  <a:lnTo>
                    <a:pt x="319185" y="903930"/>
                  </a:lnTo>
                  <a:lnTo>
                    <a:pt x="320897" y="1138029"/>
                  </a:lnTo>
                  <a:lnTo>
                    <a:pt x="322608" y="1225159"/>
                  </a:lnTo>
                  <a:lnTo>
                    <a:pt x="324320" y="1164000"/>
                  </a:lnTo>
                  <a:lnTo>
                    <a:pt x="326031" y="1104811"/>
                  </a:lnTo>
                  <a:lnTo>
                    <a:pt x="327742" y="1025759"/>
                  </a:lnTo>
                  <a:lnTo>
                    <a:pt x="329454" y="726679"/>
                  </a:lnTo>
                  <a:lnTo>
                    <a:pt x="331165" y="420059"/>
                  </a:lnTo>
                  <a:lnTo>
                    <a:pt x="332877" y="273294"/>
                  </a:lnTo>
                  <a:lnTo>
                    <a:pt x="334588" y="171726"/>
                  </a:lnTo>
                  <a:lnTo>
                    <a:pt x="336299" y="103037"/>
                  </a:lnTo>
                  <a:lnTo>
                    <a:pt x="338011" y="99385"/>
                  </a:lnTo>
                  <a:lnTo>
                    <a:pt x="339722" y="245520"/>
                  </a:lnTo>
                  <a:lnTo>
                    <a:pt x="341434" y="256109"/>
                  </a:lnTo>
                  <a:lnTo>
                    <a:pt x="343145" y="186181"/>
                  </a:lnTo>
                  <a:lnTo>
                    <a:pt x="344856" y="272648"/>
                  </a:lnTo>
                  <a:lnTo>
                    <a:pt x="346568" y="348475"/>
                  </a:lnTo>
                  <a:lnTo>
                    <a:pt x="348279" y="277846"/>
                  </a:lnTo>
                  <a:lnTo>
                    <a:pt x="349991" y="235019"/>
                  </a:lnTo>
                  <a:lnTo>
                    <a:pt x="351702" y="384199"/>
                  </a:lnTo>
                  <a:lnTo>
                    <a:pt x="353413" y="468308"/>
                  </a:lnTo>
                  <a:lnTo>
                    <a:pt x="355125" y="399461"/>
                  </a:lnTo>
                  <a:lnTo>
                    <a:pt x="356836" y="354125"/>
                  </a:lnTo>
                  <a:lnTo>
                    <a:pt x="358548" y="419061"/>
                  </a:lnTo>
                  <a:lnTo>
                    <a:pt x="360259" y="488247"/>
                  </a:lnTo>
                  <a:lnTo>
                    <a:pt x="361970" y="566922"/>
                  </a:lnTo>
                  <a:lnTo>
                    <a:pt x="363682" y="751133"/>
                  </a:lnTo>
                  <a:lnTo>
                    <a:pt x="365393" y="855248"/>
                  </a:lnTo>
                  <a:lnTo>
                    <a:pt x="367105" y="916464"/>
                  </a:lnTo>
                  <a:lnTo>
                    <a:pt x="368816" y="1032491"/>
                  </a:lnTo>
                  <a:lnTo>
                    <a:pt x="370527" y="1082164"/>
                  </a:lnTo>
                  <a:lnTo>
                    <a:pt x="372239" y="1039175"/>
                  </a:lnTo>
                  <a:lnTo>
                    <a:pt x="373950" y="961730"/>
                  </a:lnTo>
                  <a:lnTo>
                    <a:pt x="375662" y="1039333"/>
                  </a:lnTo>
                  <a:lnTo>
                    <a:pt x="377373" y="1143100"/>
                  </a:lnTo>
                  <a:lnTo>
                    <a:pt x="379084" y="1123619"/>
                  </a:lnTo>
                  <a:lnTo>
                    <a:pt x="380796" y="1135965"/>
                  </a:lnTo>
                  <a:lnTo>
                    <a:pt x="382507" y="1204004"/>
                  </a:lnTo>
                  <a:lnTo>
                    <a:pt x="384219" y="1244758"/>
                  </a:lnTo>
                  <a:lnTo>
                    <a:pt x="385930" y="1091125"/>
                  </a:lnTo>
                  <a:lnTo>
                    <a:pt x="387641" y="930232"/>
                  </a:lnTo>
                  <a:lnTo>
                    <a:pt x="389353" y="957495"/>
                  </a:lnTo>
                  <a:lnTo>
                    <a:pt x="391064" y="998748"/>
                  </a:lnTo>
                  <a:lnTo>
                    <a:pt x="392776" y="998748"/>
                  </a:lnTo>
                  <a:lnTo>
                    <a:pt x="394487" y="1015352"/>
                  </a:lnTo>
                  <a:lnTo>
                    <a:pt x="396198" y="1093542"/>
                  </a:lnTo>
                  <a:lnTo>
                    <a:pt x="397910" y="1059970"/>
                  </a:lnTo>
                  <a:lnTo>
                    <a:pt x="399621" y="822300"/>
                  </a:lnTo>
                  <a:lnTo>
                    <a:pt x="401333" y="513866"/>
                  </a:lnTo>
                  <a:lnTo>
                    <a:pt x="403044" y="263388"/>
                  </a:lnTo>
                  <a:lnTo>
                    <a:pt x="404755" y="108899"/>
                  </a:lnTo>
                  <a:lnTo>
                    <a:pt x="406467" y="0"/>
                  </a:lnTo>
                  <a:lnTo>
                    <a:pt x="408178" y="21343"/>
                  </a:lnTo>
                  <a:lnTo>
                    <a:pt x="409890" y="87546"/>
                  </a:lnTo>
                  <a:lnTo>
                    <a:pt x="411601" y="209678"/>
                  </a:lnTo>
                  <a:lnTo>
                    <a:pt x="413312" y="317304"/>
                  </a:lnTo>
                  <a:lnTo>
                    <a:pt x="415024" y="251168"/>
                  </a:lnTo>
                  <a:lnTo>
                    <a:pt x="416735" y="259002"/>
                  </a:lnTo>
                  <a:lnTo>
                    <a:pt x="418447" y="257836"/>
                  </a:lnTo>
                  <a:lnTo>
                    <a:pt x="420158" y="328565"/>
                  </a:lnTo>
                  <a:lnTo>
                    <a:pt x="421869" y="336864"/>
                  </a:lnTo>
                  <a:lnTo>
                    <a:pt x="423581" y="278137"/>
                  </a:lnTo>
                  <a:lnTo>
                    <a:pt x="425292" y="382930"/>
                  </a:lnTo>
                  <a:lnTo>
                    <a:pt x="427003" y="501727"/>
                  </a:lnTo>
                  <a:lnTo>
                    <a:pt x="428715" y="586986"/>
                  </a:lnTo>
                  <a:lnTo>
                    <a:pt x="430426" y="621544"/>
                  </a:lnTo>
                  <a:lnTo>
                    <a:pt x="432138" y="741448"/>
                  </a:lnTo>
                  <a:lnTo>
                    <a:pt x="433849" y="844910"/>
                  </a:lnTo>
                  <a:lnTo>
                    <a:pt x="435560" y="843467"/>
                  </a:lnTo>
                  <a:lnTo>
                    <a:pt x="437272" y="900441"/>
                  </a:lnTo>
                  <a:lnTo>
                    <a:pt x="438983" y="963017"/>
                  </a:lnTo>
                  <a:lnTo>
                    <a:pt x="440695" y="1000620"/>
                  </a:lnTo>
                  <a:lnTo>
                    <a:pt x="442406" y="1053384"/>
                  </a:lnTo>
                  <a:lnTo>
                    <a:pt x="444117" y="1086040"/>
                  </a:lnTo>
                  <a:lnTo>
                    <a:pt x="445829" y="1215753"/>
                  </a:lnTo>
                  <a:lnTo>
                    <a:pt x="447540" y="1236393"/>
                  </a:lnTo>
                  <a:lnTo>
                    <a:pt x="449252" y="1231073"/>
                  </a:lnTo>
                  <a:lnTo>
                    <a:pt x="450963" y="1199436"/>
                  </a:lnTo>
                  <a:lnTo>
                    <a:pt x="452674" y="1167211"/>
                  </a:lnTo>
                  <a:lnTo>
                    <a:pt x="454386" y="1170928"/>
                  </a:lnTo>
                  <a:lnTo>
                    <a:pt x="456097" y="1105130"/>
                  </a:lnTo>
                  <a:lnTo>
                    <a:pt x="457809" y="1059930"/>
                  </a:lnTo>
                  <a:lnTo>
                    <a:pt x="459520" y="1083424"/>
                  </a:lnTo>
                  <a:lnTo>
                    <a:pt x="461231" y="1143574"/>
                  </a:lnTo>
                  <a:lnTo>
                    <a:pt x="462943" y="1181136"/>
                  </a:lnTo>
                  <a:lnTo>
                    <a:pt x="464654" y="1237457"/>
                  </a:lnTo>
                  <a:lnTo>
                    <a:pt x="466366" y="1205122"/>
                  </a:lnTo>
                  <a:lnTo>
                    <a:pt x="468077" y="1166323"/>
                  </a:lnTo>
                  <a:lnTo>
                    <a:pt x="469788" y="1166359"/>
                  </a:lnTo>
                  <a:lnTo>
                    <a:pt x="471500" y="1124505"/>
                  </a:lnTo>
                  <a:lnTo>
                    <a:pt x="473211" y="1072569"/>
                  </a:lnTo>
                  <a:lnTo>
                    <a:pt x="474923" y="1058630"/>
                  </a:lnTo>
                  <a:lnTo>
                    <a:pt x="476634" y="1096306"/>
                  </a:lnTo>
                  <a:lnTo>
                    <a:pt x="478345" y="1148569"/>
                  </a:lnTo>
                  <a:lnTo>
                    <a:pt x="480057" y="1088512"/>
                  </a:lnTo>
                  <a:lnTo>
                    <a:pt x="481768" y="1001254"/>
                  </a:lnTo>
                  <a:lnTo>
                    <a:pt x="483480" y="962761"/>
                  </a:lnTo>
                  <a:lnTo>
                    <a:pt x="485191" y="976264"/>
                  </a:lnTo>
                  <a:lnTo>
                    <a:pt x="486902" y="986489"/>
                  </a:lnTo>
                  <a:lnTo>
                    <a:pt x="488614" y="898148"/>
                  </a:lnTo>
                  <a:lnTo>
                    <a:pt x="490325" y="832734"/>
                  </a:lnTo>
                  <a:lnTo>
                    <a:pt x="492037" y="882560"/>
                  </a:lnTo>
                  <a:lnTo>
                    <a:pt x="493748" y="954763"/>
                  </a:lnTo>
                  <a:lnTo>
                    <a:pt x="495459" y="932776"/>
                  </a:lnTo>
                  <a:lnTo>
                    <a:pt x="497171" y="884061"/>
                  </a:lnTo>
                  <a:lnTo>
                    <a:pt x="498882" y="883176"/>
                  </a:lnTo>
                  <a:lnTo>
                    <a:pt x="500594" y="970807"/>
                  </a:lnTo>
                  <a:lnTo>
                    <a:pt x="502305" y="1060447"/>
                  </a:lnTo>
                  <a:lnTo>
                    <a:pt x="504016" y="1075588"/>
                  </a:lnTo>
                  <a:lnTo>
                    <a:pt x="505728" y="1058993"/>
                  </a:lnTo>
                  <a:lnTo>
                    <a:pt x="507439" y="1103310"/>
                  </a:lnTo>
                  <a:lnTo>
                    <a:pt x="509151" y="1213120"/>
                  </a:lnTo>
                  <a:lnTo>
                    <a:pt x="510862" y="1295415"/>
                  </a:lnTo>
                  <a:lnTo>
                    <a:pt x="512573" y="1334089"/>
                  </a:lnTo>
                  <a:lnTo>
                    <a:pt x="514285" y="1401180"/>
                  </a:lnTo>
                  <a:lnTo>
                    <a:pt x="514725" y="142254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8794067" y="1984744"/>
              <a:ext cx="204428" cy="1277732"/>
            </a:xfrm>
            <a:custGeom>
              <a:avLst/>
              <a:pathLst>
                <a:path w="204428" h="1277732">
                  <a:moveTo>
                    <a:pt x="0" y="1277732"/>
                  </a:moveTo>
                  <a:lnTo>
                    <a:pt x="771" y="1235807"/>
                  </a:lnTo>
                  <a:lnTo>
                    <a:pt x="2483" y="1096522"/>
                  </a:lnTo>
                  <a:lnTo>
                    <a:pt x="4194" y="993315"/>
                  </a:lnTo>
                  <a:lnTo>
                    <a:pt x="5905" y="950953"/>
                  </a:lnTo>
                  <a:lnTo>
                    <a:pt x="7617" y="950954"/>
                  </a:lnTo>
                  <a:lnTo>
                    <a:pt x="9328" y="967131"/>
                  </a:lnTo>
                  <a:lnTo>
                    <a:pt x="11040" y="988812"/>
                  </a:lnTo>
                  <a:lnTo>
                    <a:pt x="12751" y="1021952"/>
                  </a:lnTo>
                  <a:lnTo>
                    <a:pt x="14462" y="1007487"/>
                  </a:lnTo>
                  <a:lnTo>
                    <a:pt x="16174" y="999208"/>
                  </a:lnTo>
                  <a:lnTo>
                    <a:pt x="17885" y="1010074"/>
                  </a:lnTo>
                  <a:lnTo>
                    <a:pt x="19597" y="1052086"/>
                  </a:lnTo>
                  <a:lnTo>
                    <a:pt x="21308" y="1100038"/>
                  </a:lnTo>
                  <a:lnTo>
                    <a:pt x="23019" y="1138252"/>
                  </a:lnTo>
                  <a:lnTo>
                    <a:pt x="24731" y="1178282"/>
                  </a:lnTo>
                  <a:lnTo>
                    <a:pt x="26442" y="1150551"/>
                  </a:lnTo>
                  <a:lnTo>
                    <a:pt x="28154" y="1031416"/>
                  </a:lnTo>
                  <a:lnTo>
                    <a:pt x="29865" y="832662"/>
                  </a:lnTo>
                  <a:lnTo>
                    <a:pt x="31576" y="606985"/>
                  </a:lnTo>
                  <a:lnTo>
                    <a:pt x="33288" y="451217"/>
                  </a:lnTo>
                  <a:lnTo>
                    <a:pt x="34999" y="400230"/>
                  </a:lnTo>
                  <a:lnTo>
                    <a:pt x="36711" y="356350"/>
                  </a:lnTo>
                  <a:lnTo>
                    <a:pt x="38422" y="339211"/>
                  </a:lnTo>
                  <a:lnTo>
                    <a:pt x="40133" y="356823"/>
                  </a:lnTo>
                  <a:lnTo>
                    <a:pt x="41845" y="501954"/>
                  </a:lnTo>
                  <a:lnTo>
                    <a:pt x="43556" y="570122"/>
                  </a:lnTo>
                  <a:lnTo>
                    <a:pt x="45268" y="551411"/>
                  </a:lnTo>
                  <a:lnTo>
                    <a:pt x="46979" y="563851"/>
                  </a:lnTo>
                  <a:lnTo>
                    <a:pt x="48690" y="506135"/>
                  </a:lnTo>
                  <a:lnTo>
                    <a:pt x="50402" y="456340"/>
                  </a:lnTo>
                  <a:lnTo>
                    <a:pt x="52113" y="312608"/>
                  </a:lnTo>
                  <a:lnTo>
                    <a:pt x="53825" y="235796"/>
                  </a:lnTo>
                  <a:lnTo>
                    <a:pt x="55536" y="255444"/>
                  </a:lnTo>
                  <a:lnTo>
                    <a:pt x="57247" y="257079"/>
                  </a:lnTo>
                  <a:lnTo>
                    <a:pt x="58959" y="318621"/>
                  </a:lnTo>
                  <a:lnTo>
                    <a:pt x="60670" y="384077"/>
                  </a:lnTo>
                  <a:lnTo>
                    <a:pt x="62382" y="480504"/>
                  </a:lnTo>
                  <a:lnTo>
                    <a:pt x="64093" y="556704"/>
                  </a:lnTo>
                  <a:lnTo>
                    <a:pt x="65804" y="616225"/>
                  </a:lnTo>
                  <a:lnTo>
                    <a:pt x="67516" y="720230"/>
                  </a:lnTo>
                  <a:lnTo>
                    <a:pt x="69227" y="841811"/>
                  </a:lnTo>
                  <a:lnTo>
                    <a:pt x="70939" y="972102"/>
                  </a:lnTo>
                  <a:lnTo>
                    <a:pt x="72650" y="1097247"/>
                  </a:lnTo>
                  <a:lnTo>
                    <a:pt x="74361" y="1170427"/>
                  </a:lnTo>
                  <a:lnTo>
                    <a:pt x="76073" y="1065618"/>
                  </a:lnTo>
                  <a:lnTo>
                    <a:pt x="77784" y="819531"/>
                  </a:lnTo>
                  <a:lnTo>
                    <a:pt x="79496" y="702501"/>
                  </a:lnTo>
                  <a:lnTo>
                    <a:pt x="81207" y="614360"/>
                  </a:lnTo>
                  <a:lnTo>
                    <a:pt x="82918" y="590015"/>
                  </a:lnTo>
                  <a:lnTo>
                    <a:pt x="84630" y="577607"/>
                  </a:lnTo>
                  <a:lnTo>
                    <a:pt x="86341" y="717104"/>
                  </a:lnTo>
                  <a:lnTo>
                    <a:pt x="88053" y="963190"/>
                  </a:lnTo>
                  <a:lnTo>
                    <a:pt x="89764" y="1080220"/>
                  </a:lnTo>
                  <a:lnTo>
                    <a:pt x="91475" y="1158702"/>
                  </a:lnTo>
                  <a:lnTo>
                    <a:pt x="93187" y="1081259"/>
                  </a:lnTo>
                  <a:lnTo>
                    <a:pt x="94898" y="951120"/>
                  </a:lnTo>
                  <a:lnTo>
                    <a:pt x="96610" y="761307"/>
                  </a:lnTo>
                  <a:lnTo>
                    <a:pt x="98321" y="533100"/>
                  </a:lnTo>
                  <a:lnTo>
                    <a:pt x="100032" y="343709"/>
                  </a:lnTo>
                  <a:lnTo>
                    <a:pt x="101744" y="241511"/>
                  </a:lnTo>
                  <a:lnTo>
                    <a:pt x="103455" y="187137"/>
                  </a:lnTo>
                  <a:lnTo>
                    <a:pt x="105167" y="64039"/>
                  </a:lnTo>
                  <a:lnTo>
                    <a:pt x="106878" y="0"/>
                  </a:lnTo>
                  <a:lnTo>
                    <a:pt x="108589" y="45295"/>
                  </a:lnTo>
                  <a:lnTo>
                    <a:pt x="110301" y="112747"/>
                  </a:lnTo>
                  <a:lnTo>
                    <a:pt x="112012" y="134396"/>
                  </a:lnTo>
                  <a:lnTo>
                    <a:pt x="113723" y="188450"/>
                  </a:lnTo>
                  <a:lnTo>
                    <a:pt x="115435" y="407972"/>
                  </a:lnTo>
                  <a:lnTo>
                    <a:pt x="117146" y="453640"/>
                  </a:lnTo>
                  <a:lnTo>
                    <a:pt x="118858" y="426628"/>
                  </a:lnTo>
                  <a:lnTo>
                    <a:pt x="120569" y="408814"/>
                  </a:lnTo>
                  <a:lnTo>
                    <a:pt x="122280" y="312332"/>
                  </a:lnTo>
                  <a:lnTo>
                    <a:pt x="123992" y="284903"/>
                  </a:lnTo>
                  <a:lnTo>
                    <a:pt x="125703" y="312394"/>
                  </a:lnTo>
                  <a:lnTo>
                    <a:pt x="127415" y="387429"/>
                  </a:lnTo>
                  <a:lnTo>
                    <a:pt x="129126" y="386327"/>
                  </a:lnTo>
                  <a:lnTo>
                    <a:pt x="130837" y="386993"/>
                  </a:lnTo>
                  <a:lnTo>
                    <a:pt x="132549" y="513972"/>
                  </a:lnTo>
                  <a:lnTo>
                    <a:pt x="134260" y="605303"/>
                  </a:lnTo>
                  <a:lnTo>
                    <a:pt x="135972" y="622541"/>
                  </a:lnTo>
                  <a:lnTo>
                    <a:pt x="137683" y="617193"/>
                  </a:lnTo>
                  <a:lnTo>
                    <a:pt x="139394" y="733640"/>
                  </a:lnTo>
                  <a:lnTo>
                    <a:pt x="141106" y="796256"/>
                  </a:lnTo>
                  <a:lnTo>
                    <a:pt x="142817" y="700266"/>
                  </a:lnTo>
                  <a:lnTo>
                    <a:pt x="144529" y="552831"/>
                  </a:lnTo>
                  <a:lnTo>
                    <a:pt x="146240" y="424259"/>
                  </a:lnTo>
                  <a:lnTo>
                    <a:pt x="147951" y="444755"/>
                  </a:lnTo>
                  <a:lnTo>
                    <a:pt x="149663" y="440244"/>
                  </a:lnTo>
                  <a:lnTo>
                    <a:pt x="151374" y="425695"/>
                  </a:lnTo>
                  <a:lnTo>
                    <a:pt x="153086" y="508390"/>
                  </a:lnTo>
                  <a:lnTo>
                    <a:pt x="154797" y="597518"/>
                  </a:lnTo>
                  <a:lnTo>
                    <a:pt x="156508" y="666766"/>
                  </a:lnTo>
                  <a:lnTo>
                    <a:pt x="158220" y="686495"/>
                  </a:lnTo>
                  <a:lnTo>
                    <a:pt x="159931" y="731560"/>
                  </a:lnTo>
                  <a:lnTo>
                    <a:pt x="161643" y="831225"/>
                  </a:lnTo>
                  <a:lnTo>
                    <a:pt x="163354" y="901576"/>
                  </a:lnTo>
                  <a:lnTo>
                    <a:pt x="165065" y="963179"/>
                  </a:lnTo>
                  <a:lnTo>
                    <a:pt x="166777" y="962979"/>
                  </a:lnTo>
                  <a:lnTo>
                    <a:pt x="168488" y="891877"/>
                  </a:lnTo>
                  <a:lnTo>
                    <a:pt x="170200" y="756747"/>
                  </a:lnTo>
                  <a:lnTo>
                    <a:pt x="171911" y="567546"/>
                  </a:lnTo>
                  <a:lnTo>
                    <a:pt x="173622" y="407827"/>
                  </a:lnTo>
                  <a:lnTo>
                    <a:pt x="175334" y="251957"/>
                  </a:lnTo>
                  <a:lnTo>
                    <a:pt x="177045" y="192146"/>
                  </a:lnTo>
                  <a:lnTo>
                    <a:pt x="178757" y="243104"/>
                  </a:lnTo>
                  <a:lnTo>
                    <a:pt x="180468" y="186000"/>
                  </a:lnTo>
                  <a:lnTo>
                    <a:pt x="182179" y="75492"/>
                  </a:lnTo>
                  <a:lnTo>
                    <a:pt x="183891" y="98454"/>
                  </a:lnTo>
                  <a:lnTo>
                    <a:pt x="185602" y="208105"/>
                  </a:lnTo>
                  <a:lnTo>
                    <a:pt x="187314" y="246200"/>
                  </a:lnTo>
                  <a:lnTo>
                    <a:pt x="189025" y="260203"/>
                  </a:lnTo>
                  <a:lnTo>
                    <a:pt x="190736" y="372458"/>
                  </a:lnTo>
                  <a:lnTo>
                    <a:pt x="192448" y="493110"/>
                  </a:lnTo>
                  <a:lnTo>
                    <a:pt x="194159" y="346263"/>
                  </a:lnTo>
                  <a:lnTo>
                    <a:pt x="195871" y="196281"/>
                  </a:lnTo>
                  <a:lnTo>
                    <a:pt x="197582" y="216560"/>
                  </a:lnTo>
                  <a:lnTo>
                    <a:pt x="199293" y="310986"/>
                  </a:lnTo>
                  <a:lnTo>
                    <a:pt x="201005" y="425198"/>
                  </a:lnTo>
                  <a:lnTo>
                    <a:pt x="202716" y="524452"/>
                  </a:lnTo>
                  <a:lnTo>
                    <a:pt x="204428" y="769006"/>
                  </a:lnTo>
                  <a:lnTo>
                    <a:pt x="204428" y="76900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2956665"/>
                  </a:moveTo>
                  <a:lnTo>
                    <a:pt x="1711" y="3046364"/>
                  </a:lnTo>
                  <a:lnTo>
                    <a:pt x="3422" y="3116972"/>
                  </a:lnTo>
                  <a:lnTo>
                    <a:pt x="5134" y="3116972"/>
                  </a:lnTo>
                  <a:lnTo>
                    <a:pt x="6845" y="3089704"/>
                  </a:lnTo>
                  <a:lnTo>
                    <a:pt x="8556" y="3059797"/>
                  </a:lnTo>
                  <a:lnTo>
                    <a:pt x="10268" y="3074008"/>
                  </a:lnTo>
                  <a:lnTo>
                    <a:pt x="11979" y="3039978"/>
                  </a:lnTo>
                  <a:lnTo>
                    <a:pt x="13691" y="2984365"/>
                  </a:lnTo>
                  <a:lnTo>
                    <a:pt x="15402" y="2906873"/>
                  </a:lnTo>
                  <a:lnTo>
                    <a:pt x="17113" y="2816247"/>
                  </a:lnTo>
                  <a:lnTo>
                    <a:pt x="18825" y="2809776"/>
                  </a:lnTo>
                  <a:lnTo>
                    <a:pt x="20536" y="2809778"/>
                  </a:lnTo>
                  <a:lnTo>
                    <a:pt x="22248" y="2809780"/>
                  </a:lnTo>
                  <a:lnTo>
                    <a:pt x="23959" y="2849205"/>
                  </a:lnTo>
                  <a:lnTo>
                    <a:pt x="25670" y="2953989"/>
                  </a:lnTo>
                  <a:lnTo>
                    <a:pt x="27382" y="3051773"/>
                  </a:lnTo>
                  <a:lnTo>
                    <a:pt x="29093" y="3040380"/>
                  </a:lnTo>
                  <a:lnTo>
                    <a:pt x="30805" y="2980400"/>
                  </a:lnTo>
                  <a:lnTo>
                    <a:pt x="32516" y="2965458"/>
                  </a:lnTo>
                  <a:lnTo>
                    <a:pt x="34227" y="2965458"/>
                  </a:lnTo>
                  <a:lnTo>
                    <a:pt x="35939" y="2965459"/>
                  </a:lnTo>
                  <a:lnTo>
                    <a:pt x="37650" y="2965459"/>
                  </a:lnTo>
                  <a:lnTo>
                    <a:pt x="39362" y="2978731"/>
                  </a:lnTo>
                  <a:lnTo>
                    <a:pt x="41073" y="2973891"/>
                  </a:lnTo>
                  <a:lnTo>
                    <a:pt x="42784" y="2903753"/>
                  </a:lnTo>
                  <a:lnTo>
                    <a:pt x="44496" y="2884687"/>
                  </a:lnTo>
                  <a:lnTo>
                    <a:pt x="46207" y="2884688"/>
                  </a:lnTo>
                  <a:lnTo>
                    <a:pt x="47919" y="2884689"/>
                  </a:lnTo>
                  <a:lnTo>
                    <a:pt x="49630" y="2889280"/>
                  </a:lnTo>
                  <a:lnTo>
                    <a:pt x="51341" y="2903650"/>
                  </a:lnTo>
                  <a:lnTo>
                    <a:pt x="53053" y="2918771"/>
                  </a:lnTo>
                  <a:lnTo>
                    <a:pt x="54764" y="2889332"/>
                  </a:lnTo>
                  <a:lnTo>
                    <a:pt x="56476" y="2877468"/>
                  </a:lnTo>
                  <a:lnTo>
                    <a:pt x="58187" y="2869158"/>
                  </a:lnTo>
                  <a:lnTo>
                    <a:pt x="59898" y="2833293"/>
                  </a:lnTo>
                  <a:lnTo>
                    <a:pt x="61610" y="2871791"/>
                  </a:lnTo>
                  <a:lnTo>
                    <a:pt x="63321" y="2883972"/>
                  </a:lnTo>
                  <a:lnTo>
                    <a:pt x="65033" y="2924149"/>
                  </a:lnTo>
                  <a:lnTo>
                    <a:pt x="66744" y="2933542"/>
                  </a:lnTo>
                  <a:lnTo>
                    <a:pt x="68455" y="2885437"/>
                  </a:lnTo>
                  <a:lnTo>
                    <a:pt x="70167" y="2834983"/>
                  </a:lnTo>
                  <a:lnTo>
                    <a:pt x="71878" y="2807279"/>
                  </a:lnTo>
                  <a:lnTo>
                    <a:pt x="73590" y="2878155"/>
                  </a:lnTo>
                  <a:lnTo>
                    <a:pt x="75301" y="2911897"/>
                  </a:lnTo>
                  <a:lnTo>
                    <a:pt x="77012" y="2926924"/>
                  </a:lnTo>
                  <a:lnTo>
                    <a:pt x="78724" y="2966324"/>
                  </a:lnTo>
                  <a:lnTo>
                    <a:pt x="80435" y="2978236"/>
                  </a:lnTo>
                  <a:lnTo>
                    <a:pt x="82147" y="2891992"/>
                  </a:lnTo>
                  <a:lnTo>
                    <a:pt x="83858" y="2816911"/>
                  </a:lnTo>
                  <a:lnTo>
                    <a:pt x="85569" y="2668241"/>
                  </a:lnTo>
                  <a:lnTo>
                    <a:pt x="87281" y="2490032"/>
                  </a:lnTo>
                  <a:lnTo>
                    <a:pt x="88992" y="2361004"/>
                  </a:lnTo>
                  <a:lnTo>
                    <a:pt x="90704" y="2408849"/>
                  </a:lnTo>
                  <a:lnTo>
                    <a:pt x="92415" y="2531025"/>
                  </a:lnTo>
                  <a:lnTo>
                    <a:pt x="94126" y="2568848"/>
                  </a:lnTo>
                  <a:lnTo>
                    <a:pt x="95838" y="2648762"/>
                  </a:lnTo>
                  <a:lnTo>
                    <a:pt x="97549" y="2774771"/>
                  </a:lnTo>
                  <a:lnTo>
                    <a:pt x="99261" y="2850668"/>
                  </a:lnTo>
                  <a:lnTo>
                    <a:pt x="100972" y="2831818"/>
                  </a:lnTo>
                  <a:lnTo>
                    <a:pt x="102683" y="2815264"/>
                  </a:lnTo>
                  <a:lnTo>
                    <a:pt x="104395" y="2802798"/>
                  </a:lnTo>
                  <a:lnTo>
                    <a:pt x="106106" y="2813785"/>
                  </a:lnTo>
                  <a:lnTo>
                    <a:pt x="107817" y="2824522"/>
                  </a:lnTo>
                  <a:lnTo>
                    <a:pt x="109529" y="2807249"/>
                  </a:lnTo>
                  <a:lnTo>
                    <a:pt x="111240" y="2717364"/>
                  </a:lnTo>
                  <a:lnTo>
                    <a:pt x="112952" y="2672618"/>
                  </a:lnTo>
                  <a:lnTo>
                    <a:pt x="114663" y="2676591"/>
                  </a:lnTo>
                  <a:lnTo>
                    <a:pt x="116374" y="2659685"/>
                  </a:lnTo>
                  <a:lnTo>
                    <a:pt x="118086" y="2661191"/>
                  </a:lnTo>
                  <a:lnTo>
                    <a:pt x="119797" y="2738222"/>
                  </a:lnTo>
                  <a:lnTo>
                    <a:pt x="121509" y="2768671"/>
                  </a:lnTo>
                  <a:lnTo>
                    <a:pt x="123220" y="2731857"/>
                  </a:lnTo>
                  <a:lnTo>
                    <a:pt x="124931" y="2682876"/>
                  </a:lnTo>
                  <a:lnTo>
                    <a:pt x="126643" y="2618546"/>
                  </a:lnTo>
                  <a:lnTo>
                    <a:pt x="128354" y="2559554"/>
                  </a:lnTo>
                  <a:lnTo>
                    <a:pt x="130066" y="2466066"/>
                  </a:lnTo>
                  <a:lnTo>
                    <a:pt x="131777" y="2452822"/>
                  </a:lnTo>
                  <a:lnTo>
                    <a:pt x="133488" y="2389623"/>
                  </a:lnTo>
                  <a:lnTo>
                    <a:pt x="135200" y="2308234"/>
                  </a:lnTo>
                  <a:lnTo>
                    <a:pt x="136911" y="2228579"/>
                  </a:lnTo>
                  <a:lnTo>
                    <a:pt x="138623" y="2128507"/>
                  </a:lnTo>
                  <a:lnTo>
                    <a:pt x="140334" y="2064812"/>
                  </a:lnTo>
                  <a:lnTo>
                    <a:pt x="142045" y="1974750"/>
                  </a:lnTo>
                  <a:lnTo>
                    <a:pt x="143757" y="2048352"/>
                  </a:lnTo>
                  <a:lnTo>
                    <a:pt x="145468" y="2079274"/>
                  </a:lnTo>
                  <a:lnTo>
                    <a:pt x="147180" y="2149558"/>
                  </a:lnTo>
                  <a:lnTo>
                    <a:pt x="148891" y="2216154"/>
                  </a:lnTo>
                  <a:lnTo>
                    <a:pt x="150602" y="2257874"/>
                  </a:lnTo>
                  <a:lnTo>
                    <a:pt x="152314" y="2395820"/>
                  </a:lnTo>
                  <a:lnTo>
                    <a:pt x="154025" y="2429541"/>
                  </a:lnTo>
                  <a:lnTo>
                    <a:pt x="155737" y="2452482"/>
                  </a:lnTo>
                  <a:lnTo>
                    <a:pt x="157448" y="2528315"/>
                  </a:lnTo>
                  <a:lnTo>
                    <a:pt x="159159" y="2601152"/>
                  </a:lnTo>
                  <a:lnTo>
                    <a:pt x="160871" y="2670493"/>
                  </a:lnTo>
                  <a:lnTo>
                    <a:pt x="162582" y="2664364"/>
                  </a:lnTo>
                  <a:lnTo>
                    <a:pt x="164294" y="2604764"/>
                  </a:lnTo>
                  <a:lnTo>
                    <a:pt x="166005" y="2551589"/>
                  </a:lnTo>
                  <a:lnTo>
                    <a:pt x="167716" y="2459147"/>
                  </a:lnTo>
                  <a:lnTo>
                    <a:pt x="169428" y="2435005"/>
                  </a:lnTo>
                  <a:lnTo>
                    <a:pt x="171139" y="2417868"/>
                  </a:lnTo>
                  <a:lnTo>
                    <a:pt x="172851" y="2483473"/>
                  </a:lnTo>
                  <a:lnTo>
                    <a:pt x="174562" y="2600783"/>
                  </a:lnTo>
                  <a:lnTo>
                    <a:pt x="176273" y="2745256"/>
                  </a:lnTo>
                  <a:lnTo>
                    <a:pt x="177985" y="2798357"/>
                  </a:lnTo>
                  <a:lnTo>
                    <a:pt x="179696" y="2728593"/>
                  </a:lnTo>
                  <a:lnTo>
                    <a:pt x="181408" y="2752469"/>
                  </a:lnTo>
                  <a:lnTo>
                    <a:pt x="183119" y="2770845"/>
                  </a:lnTo>
                  <a:lnTo>
                    <a:pt x="184830" y="2814078"/>
                  </a:lnTo>
                  <a:lnTo>
                    <a:pt x="186542" y="2835715"/>
                  </a:lnTo>
                  <a:lnTo>
                    <a:pt x="188253" y="2890747"/>
                  </a:lnTo>
                  <a:lnTo>
                    <a:pt x="189965" y="3025070"/>
                  </a:lnTo>
                  <a:lnTo>
                    <a:pt x="191676" y="3067777"/>
                  </a:lnTo>
                  <a:lnTo>
                    <a:pt x="193387" y="2973803"/>
                  </a:lnTo>
                  <a:lnTo>
                    <a:pt x="195099" y="2806576"/>
                  </a:lnTo>
                  <a:lnTo>
                    <a:pt x="196810" y="2680255"/>
                  </a:lnTo>
                  <a:lnTo>
                    <a:pt x="198522" y="2719630"/>
                  </a:lnTo>
                  <a:lnTo>
                    <a:pt x="200233" y="2714578"/>
                  </a:lnTo>
                  <a:lnTo>
                    <a:pt x="201944" y="2563567"/>
                  </a:lnTo>
                  <a:lnTo>
                    <a:pt x="203656" y="2457104"/>
                  </a:lnTo>
                  <a:lnTo>
                    <a:pt x="205367" y="2427810"/>
                  </a:lnTo>
                  <a:lnTo>
                    <a:pt x="207079" y="2389187"/>
                  </a:lnTo>
                  <a:lnTo>
                    <a:pt x="208790" y="2386480"/>
                  </a:lnTo>
                  <a:lnTo>
                    <a:pt x="210501" y="2416003"/>
                  </a:lnTo>
                  <a:lnTo>
                    <a:pt x="212213" y="2496006"/>
                  </a:lnTo>
                  <a:lnTo>
                    <a:pt x="213924" y="2604004"/>
                  </a:lnTo>
                  <a:lnTo>
                    <a:pt x="215635" y="2647929"/>
                  </a:lnTo>
                  <a:lnTo>
                    <a:pt x="217347" y="2811002"/>
                  </a:lnTo>
                  <a:lnTo>
                    <a:pt x="219058" y="2779252"/>
                  </a:lnTo>
                  <a:lnTo>
                    <a:pt x="220770" y="2676271"/>
                  </a:lnTo>
                  <a:lnTo>
                    <a:pt x="222481" y="2593816"/>
                  </a:lnTo>
                  <a:lnTo>
                    <a:pt x="224192" y="2485815"/>
                  </a:lnTo>
                  <a:lnTo>
                    <a:pt x="225904" y="2522510"/>
                  </a:lnTo>
                  <a:lnTo>
                    <a:pt x="227615" y="2520598"/>
                  </a:lnTo>
                  <a:lnTo>
                    <a:pt x="229327" y="2547126"/>
                  </a:lnTo>
                  <a:lnTo>
                    <a:pt x="231038" y="2632253"/>
                  </a:lnTo>
                  <a:lnTo>
                    <a:pt x="232749" y="2745188"/>
                  </a:lnTo>
                  <a:lnTo>
                    <a:pt x="234461" y="2894324"/>
                  </a:lnTo>
                  <a:lnTo>
                    <a:pt x="236172" y="2966991"/>
                  </a:lnTo>
                  <a:lnTo>
                    <a:pt x="237884" y="2895266"/>
                  </a:lnTo>
                  <a:lnTo>
                    <a:pt x="239595" y="2778159"/>
                  </a:lnTo>
                  <a:lnTo>
                    <a:pt x="241306" y="2707510"/>
                  </a:lnTo>
                  <a:lnTo>
                    <a:pt x="243018" y="2628154"/>
                  </a:lnTo>
                  <a:lnTo>
                    <a:pt x="244729" y="2536125"/>
                  </a:lnTo>
                  <a:lnTo>
                    <a:pt x="246441" y="2508934"/>
                  </a:lnTo>
                  <a:lnTo>
                    <a:pt x="248152" y="2580660"/>
                  </a:lnTo>
                  <a:lnTo>
                    <a:pt x="249863" y="2697767"/>
                  </a:lnTo>
                  <a:lnTo>
                    <a:pt x="251575" y="2768415"/>
                  </a:lnTo>
                  <a:lnTo>
                    <a:pt x="253286" y="2893204"/>
                  </a:lnTo>
                  <a:lnTo>
                    <a:pt x="254998" y="2978617"/>
                  </a:lnTo>
                  <a:lnTo>
                    <a:pt x="256709" y="2927917"/>
                  </a:lnTo>
                  <a:lnTo>
                    <a:pt x="258420" y="2891832"/>
                  </a:lnTo>
                  <a:lnTo>
                    <a:pt x="260132" y="2752410"/>
                  </a:lnTo>
                  <a:lnTo>
                    <a:pt x="261843" y="2566117"/>
                  </a:lnTo>
                  <a:lnTo>
                    <a:pt x="263555" y="2524330"/>
                  </a:lnTo>
                  <a:lnTo>
                    <a:pt x="265266" y="2558233"/>
                  </a:lnTo>
                  <a:lnTo>
                    <a:pt x="266977" y="2634101"/>
                  </a:lnTo>
                  <a:lnTo>
                    <a:pt x="268689" y="2668661"/>
                  </a:lnTo>
                  <a:lnTo>
                    <a:pt x="270400" y="2815412"/>
                  </a:lnTo>
                  <a:lnTo>
                    <a:pt x="272112" y="2949126"/>
                  </a:lnTo>
                  <a:lnTo>
                    <a:pt x="273823" y="2876740"/>
                  </a:lnTo>
                  <a:lnTo>
                    <a:pt x="275534" y="2817627"/>
                  </a:lnTo>
                  <a:lnTo>
                    <a:pt x="277246" y="2715379"/>
                  </a:lnTo>
                  <a:lnTo>
                    <a:pt x="278957" y="2666763"/>
                  </a:lnTo>
                  <a:lnTo>
                    <a:pt x="280669" y="2650185"/>
                  </a:lnTo>
                  <a:lnTo>
                    <a:pt x="282380" y="2619484"/>
                  </a:lnTo>
                  <a:lnTo>
                    <a:pt x="284091" y="2532709"/>
                  </a:lnTo>
                  <a:lnTo>
                    <a:pt x="285803" y="2418713"/>
                  </a:lnTo>
                  <a:lnTo>
                    <a:pt x="287514" y="2288713"/>
                  </a:lnTo>
                  <a:lnTo>
                    <a:pt x="289226" y="2085418"/>
                  </a:lnTo>
                  <a:lnTo>
                    <a:pt x="290937" y="1792836"/>
                  </a:lnTo>
                  <a:lnTo>
                    <a:pt x="292648" y="1551062"/>
                  </a:lnTo>
                  <a:lnTo>
                    <a:pt x="294360" y="1425342"/>
                  </a:lnTo>
                  <a:lnTo>
                    <a:pt x="296071" y="1293927"/>
                  </a:lnTo>
                  <a:lnTo>
                    <a:pt x="297783" y="1271040"/>
                  </a:lnTo>
                  <a:lnTo>
                    <a:pt x="299494" y="1265021"/>
                  </a:lnTo>
                  <a:lnTo>
                    <a:pt x="301205" y="1243563"/>
                  </a:lnTo>
                  <a:lnTo>
                    <a:pt x="302917" y="1270112"/>
                  </a:lnTo>
                  <a:lnTo>
                    <a:pt x="304628" y="1276754"/>
                  </a:lnTo>
                  <a:lnTo>
                    <a:pt x="306340" y="1258065"/>
                  </a:lnTo>
                  <a:lnTo>
                    <a:pt x="308051" y="1274519"/>
                  </a:lnTo>
                  <a:lnTo>
                    <a:pt x="309762" y="1314551"/>
                  </a:lnTo>
                  <a:lnTo>
                    <a:pt x="311474" y="1333834"/>
                  </a:lnTo>
                  <a:lnTo>
                    <a:pt x="313185" y="1338192"/>
                  </a:lnTo>
                  <a:lnTo>
                    <a:pt x="314897" y="1413190"/>
                  </a:lnTo>
                  <a:lnTo>
                    <a:pt x="316608" y="1462308"/>
                  </a:lnTo>
                  <a:lnTo>
                    <a:pt x="318319" y="1376170"/>
                  </a:lnTo>
                  <a:lnTo>
                    <a:pt x="320031" y="1231284"/>
                  </a:lnTo>
                  <a:lnTo>
                    <a:pt x="321742" y="1121783"/>
                  </a:lnTo>
                  <a:lnTo>
                    <a:pt x="323453" y="900821"/>
                  </a:lnTo>
                  <a:lnTo>
                    <a:pt x="325165" y="617050"/>
                  </a:lnTo>
                  <a:lnTo>
                    <a:pt x="326876" y="395934"/>
                  </a:lnTo>
                  <a:lnTo>
                    <a:pt x="328588" y="209286"/>
                  </a:lnTo>
                  <a:lnTo>
                    <a:pt x="330299" y="57565"/>
                  </a:lnTo>
                  <a:lnTo>
                    <a:pt x="332010" y="0"/>
                  </a:lnTo>
                  <a:lnTo>
                    <a:pt x="333722" y="42688"/>
                  </a:lnTo>
                  <a:lnTo>
                    <a:pt x="335433" y="65293"/>
                  </a:lnTo>
                  <a:lnTo>
                    <a:pt x="337145" y="59350"/>
                  </a:lnTo>
                  <a:lnTo>
                    <a:pt x="338856" y="103945"/>
                  </a:lnTo>
                  <a:lnTo>
                    <a:pt x="340567" y="216361"/>
                  </a:lnTo>
                  <a:lnTo>
                    <a:pt x="342279" y="335053"/>
                  </a:lnTo>
                  <a:lnTo>
                    <a:pt x="343990" y="553691"/>
                  </a:lnTo>
                  <a:lnTo>
                    <a:pt x="345702" y="825142"/>
                  </a:lnTo>
                  <a:lnTo>
                    <a:pt x="347413" y="1122776"/>
                  </a:lnTo>
                  <a:lnTo>
                    <a:pt x="349124" y="1501809"/>
                  </a:lnTo>
                  <a:lnTo>
                    <a:pt x="350836" y="1760883"/>
                  </a:lnTo>
                  <a:lnTo>
                    <a:pt x="352547" y="1852243"/>
                  </a:lnTo>
                  <a:lnTo>
                    <a:pt x="354259" y="1857784"/>
                  </a:lnTo>
                  <a:lnTo>
                    <a:pt x="355970" y="1950928"/>
                  </a:lnTo>
                  <a:lnTo>
                    <a:pt x="357681" y="2099524"/>
                  </a:lnTo>
                  <a:lnTo>
                    <a:pt x="359393" y="2024031"/>
                  </a:lnTo>
                  <a:lnTo>
                    <a:pt x="361104" y="1883627"/>
                  </a:lnTo>
                  <a:lnTo>
                    <a:pt x="362816" y="1847584"/>
                  </a:lnTo>
                  <a:lnTo>
                    <a:pt x="364527" y="1833522"/>
                  </a:lnTo>
                  <a:lnTo>
                    <a:pt x="366238" y="1769787"/>
                  </a:lnTo>
                  <a:lnTo>
                    <a:pt x="367950" y="1612257"/>
                  </a:lnTo>
                  <a:lnTo>
                    <a:pt x="369661" y="1576967"/>
                  </a:lnTo>
                  <a:lnTo>
                    <a:pt x="371373" y="1792987"/>
                  </a:lnTo>
                  <a:lnTo>
                    <a:pt x="373084" y="1967410"/>
                  </a:lnTo>
                  <a:lnTo>
                    <a:pt x="374795" y="2046040"/>
                  </a:lnTo>
                  <a:lnTo>
                    <a:pt x="376507" y="2142217"/>
                  </a:lnTo>
                  <a:lnTo>
                    <a:pt x="378218" y="2282979"/>
                  </a:lnTo>
                  <a:lnTo>
                    <a:pt x="379930" y="2335608"/>
                  </a:lnTo>
                  <a:lnTo>
                    <a:pt x="381641" y="2190458"/>
                  </a:lnTo>
                  <a:lnTo>
                    <a:pt x="383352" y="2103359"/>
                  </a:lnTo>
                  <a:lnTo>
                    <a:pt x="385064" y="2129650"/>
                  </a:lnTo>
                  <a:lnTo>
                    <a:pt x="386775" y="2078829"/>
                  </a:lnTo>
                  <a:lnTo>
                    <a:pt x="388487" y="1981745"/>
                  </a:lnTo>
                  <a:lnTo>
                    <a:pt x="390198" y="2003292"/>
                  </a:lnTo>
                  <a:lnTo>
                    <a:pt x="391909" y="1983102"/>
                  </a:lnTo>
                  <a:lnTo>
                    <a:pt x="393621" y="1874637"/>
                  </a:lnTo>
                  <a:lnTo>
                    <a:pt x="395332" y="1761117"/>
                  </a:lnTo>
                  <a:lnTo>
                    <a:pt x="397044" y="1681272"/>
                  </a:lnTo>
                  <a:lnTo>
                    <a:pt x="398755" y="1662767"/>
                  </a:lnTo>
                  <a:lnTo>
                    <a:pt x="400466" y="1636497"/>
                  </a:lnTo>
                  <a:lnTo>
                    <a:pt x="402178" y="1722988"/>
                  </a:lnTo>
                  <a:lnTo>
                    <a:pt x="403889" y="1893899"/>
                  </a:lnTo>
                  <a:lnTo>
                    <a:pt x="405601" y="1996339"/>
                  </a:lnTo>
                  <a:lnTo>
                    <a:pt x="407312" y="1960175"/>
                  </a:lnTo>
                  <a:lnTo>
                    <a:pt x="409023" y="1835324"/>
                  </a:lnTo>
                  <a:lnTo>
                    <a:pt x="410735" y="1661998"/>
                  </a:lnTo>
                  <a:lnTo>
                    <a:pt x="412446" y="1486536"/>
                  </a:lnTo>
                  <a:lnTo>
                    <a:pt x="414158" y="1350579"/>
                  </a:lnTo>
                  <a:lnTo>
                    <a:pt x="415869" y="1320990"/>
                  </a:lnTo>
                  <a:lnTo>
                    <a:pt x="417580" y="1377203"/>
                  </a:lnTo>
                  <a:lnTo>
                    <a:pt x="419292" y="1436733"/>
                  </a:lnTo>
                  <a:lnTo>
                    <a:pt x="421003" y="1490405"/>
                  </a:lnTo>
                  <a:lnTo>
                    <a:pt x="422714" y="1516468"/>
                  </a:lnTo>
                  <a:lnTo>
                    <a:pt x="424426" y="1590897"/>
                  </a:lnTo>
                  <a:lnTo>
                    <a:pt x="426137" y="1597553"/>
                  </a:lnTo>
                  <a:lnTo>
                    <a:pt x="427849" y="1596942"/>
                  </a:lnTo>
                  <a:lnTo>
                    <a:pt x="429560" y="1565461"/>
                  </a:lnTo>
                  <a:lnTo>
                    <a:pt x="431271" y="1557710"/>
                  </a:lnTo>
                  <a:lnTo>
                    <a:pt x="432983" y="1581360"/>
                  </a:lnTo>
                  <a:lnTo>
                    <a:pt x="434694" y="1589923"/>
                  </a:lnTo>
                  <a:lnTo>
                    <a:pt x="436406" y="1616823"/>
                  </a:lnTo>
                  <a:lnTo>
                    <a:pt x="438117" y="1715228"/>
                  </a:lnTo>
                  <a:lnTo>
                    <a:pt x="439828" y="1779468"/>
                  </a:lnTo>
                  <a:lnTo>
                    <a:pt x="441540" y="1789751"/>
                  </a:lnTo>
                  <a:lnTo>
                    <a:pt x="443251" y="1904822"/>
                  </a:lnTo>
                  <a:lnTo>
                    <a:pt x="444963" y="2002191"/>
                  </a:lnTo>
                  <a:lnTo>
                    <a:pt x="446674" y="2018688"/>
                  </a:lnTo>
                  <a:lnTo>
                    <a:pt x="448385" y="2046265"/>
                  </a:lnTo>
                  <a:lnTo>
                    <a:pt x="450097" y="2284748"/>
                  </a:lnTo>
                  <a:lnTo>
                    <a:pt x="451808" y="2515641"/>
                  </a:lnTo>
                  <a:lnTo>
                    <a:pt x="453520" y="2634593"/>
                  </a:lnTo>
                  <a:lnTo>
                    <a:pt x="455231" y="2764742"/>
                  </a:lnTo>
                  <a:lnTo>
                    <a:pt x="456942" y="2907346"/>
                  </a:lnTo>
                  <a:lnTo>
                    <a:pt x="458654" y="2967860"/>
                  </a:lnTo>
                  <a:lnTo>
                    <a:pt x="460365" y="2879593"/>
                  </a:lnTo>
                  <a:lnTo>
                    <a:pt x="462077" y="2793360"/>
                  </a:lnTo>
                  <a:lnTo>
                    <a:pt x="463788" y="2690569"/>
                  </a:lnTo>
                  <a:lnTo>
                    <a:pt x="465499" y="2534145"/>
                  </a:lnTo>
                  <a:lnTo>
                    <a:pt x="467211" y="2442954"/>
                  </a:lnTo>
                  <a:lnTo>
                    <a:pt x="468922" y="2334162"/>
                  </a:lnTo>
                  <a:lnTo>
                    <a:pt x="470634" y="2202837"/>
                  </a:lnTo>
                  <a:lnTo>
                    <a:pt x="472345" y="2146699"/>
                  </a:lnTo>
                  <a:lnTo>
                    <a:pt x="474056" y="2112157"/>
                  </a:lnTo>
                  <a:lnTo>
                    <a:pt x="475768" y="2119167"/>
                  </a:lnTo>
                  <a:lnTo>
                    <a:pt x="477479" y="2030469"/>
                  </a:lnTo>
                  <a:lnTo>
                    <a:pt x="479191" y="1983033"/>
                  </a:lnTo>
                  <a:lnTo>
                    <a:pt x="480902" y="2066908"/>
                  </a:lnTo>
                  <a:lnTo>
                    <a:pt x="482613" y="2139848"/>
                  </a:lnTo>
                  <a:lnTo>
                    <a:pt x="484325" y="2205703"/>
                  </a:lnTo>
                  <a:lnTo>
                    <a:pt x="486036" y="2246807"/>
                  </a:lnTo>
                  <a:lnTo>
                    <a:pt x="487748" y="2352886"/>
                  </a:lnTo>
                  <a:lnTo>
                    <a:pt x="489459" y="2424766"/>
                  </a:lnTo>
                  <a:lnTo>
                    <a:pt x="491170" y="2422849"/>
                  </a:lnTo>
                  <a:lnTo>
                    <a:pt x="492882" y="2494795"/>
                  </a:lnTo>
                  <a:lnTo>
                    <a:pt x="494593" y="2567813"/>
                  </a:lnTo>
                  <a:lnTo>
                    <a:pt x="496305" y="2604468"/>
                  </a:lnTo>
                  <a:lnTo>
                    <a:pt x="498016" y="2585891"/>
                  </a:lnTo>
                  <a:lnTo>
                    <a:pt x="499727" y="2629812"/>
                  </a:lnTo>
                  <a:lnTo>
                    <a:pt x="501439" y="2672918"/>
                  </a:lnTo>
                  <a:lnTo>
                    <a:pt x="503150" y="2680234"/>
                  </a:lnTo>
                  <a:lnTo>
                    <a:pt x="504862" y="2684250"/>
                  </a:lnTo>
                  <a:lnTo>
                    <a:pt x="506573" y="2682820"/>
                  </a:lnTo>
                  <a:lnTo>
                    <a:pt x="508284" y="2765452"/>
                  </a:lnTo>
                  <a:lnTo>
                    <a:pt x="509996" y="2817230"/>
                  </a:lnTo>
                  <a:lnTo>
                    <a:pt x="511707" y="2871619"/>
                  </a:lnTo>
                  <a:lnTo>
                    <a:pt x="513419" y="2777418"/>
                  </a:lnTo>
                  <a:lnTo>
                    <a:pt x="515130" y="2662961"/>
                  </a:lnTo>
                  <a:lnTo>
                    <a:pt x="516841" y="2645058"/>
                  </a:lnTo>
                  <a:lnTo>
                    <a:pt x="518553" y="2694811"/>
                  </a:lnTo>
                  <a:lnTo>
                    <a:pt x="520264" y="2787121"/>
                  </a:lnTo>
                  <a:lnTo>
                    <a:pt x="521976" y="2881728"/>
                  </a:lnTo>
                  <a:lnTo>
                    <a:pt x="523687" y="3074949"/>
                  </a:lnTo>
                  <a:lnTo>
                    <a:pt x="525398" y="3116972"/>
                  </a:lnTo>
                  <a:lnTo>
                    <a:pt x="527110" y="3116972"/>
                  </a:lnTo>
                  <a:lnTo>
                    <a:pt x="528821" y="3116972"/>
                  </a:lnTo>
                  <a:lnTo>
                    <a:pt x="530532" y="3025425"/>
                  </a:lnTo>
                  <a:lnTo>
                    <a:pt x="532244" y="2946733"/>
                  </a:lnTo>
                  <a:lnTo>
                    <a:pt x="533955" y="2829379"/>
                  </a:lnTo>
                  <a:lnTo>
                    <a:pt x="535667" y="2803083"/>
                  </a:lnTo>
                  <a:lnTo>
                    <a:pt x="537378" y="2842277"/>
                  </a:lnTo>
                  <a:lnTo>
                    <a:pt x="539089" y="2830384"/>
                  </a:lnTo>
                  <a:lnTo>
                    <a:pt x="540801" y="2820593"/>
                  </a:lnTo>
                  <a:lnTo>
                    <a:pt x="542512" y="2788834"/>
                  </a:lnTo>
                  <a:lnTo>
                    <a:pt x="544224" y="2748190"/>
                  </a:lnTo>
                  <a:lnTo>
                    <a:pt x="545935" y="2759085"/>
                  </a:lnTo>
                  <a:lnTo>
                    <a:pt x="547646" y="2729407"/>
                  </a:lnTo>
                  <a:lnTo>
                    <a:pt x="549358" y="2668280"/>
                  </a:lnTo>
                  <a:lnTo>
                    <a:pt x="551069" y="2589329"/>
                  </a:lnTo>
                  <a:lnTo>
                    <a:pt x="552781" y="2559107"/>
                  </a:lnTo>
                  <a:lnTo>
                    <a:pt x="554492" y="2594612"/>
                  </a:lnTo>
                  <a:lnTo>
                    <a:pt x="556203" y="2624867"/>
                  </a:lnTo>
                  <a:lnTo>
                    <a:pt x="557915" y="2615697"/>
                  </a:lnTo>
                  <a:lnTo>
                    <a:pt x="559626" y="2631005"/>
                  </a:lnTo>
                  <a:lnTo>
                    <a:pt x="561338" y="2695288"/>
                  </a:lnTo>
                  <a:lnTo>
                    <a:pt x="563049" y="2719235"/>
                  </a:lnTo>
                  <a:lnTo>
                    <a:pt x="564760" y="2667340"/>
                  </a:lnTo>
                  <a:lnTo>
                    <a:pt x="566472" y="2597621"/>
                  </a:lnTo>
                  <a:lnTo>
                    <a:pt x="568183" y="2615867"/>
                  </a:lnTo>
                  <a:lnTo>
                    <a:pt x="569895" y="2617193"/>
                  </a:lnTo>
                  <a:lnTo>
                    <a:pt x="571606" y="2557960"/>
                  </a:lnTo>
                  <a:lnTo>
                    <a:pt x="573317" y="2534872"/>
                  </a:lnTo>
                  <a:lnTo>
                    <a:pt x="575029" y="2556805"/>
                  </a:lnTo>
                  <a:lnTo>
                    <a:pt x="576740" y="2584349"/>
                  </a:lnTo>
                  <a:lnTo>
                    <a:pt x="578452" y="2587868"/>
                  </a:lnTo>
                  <a:lnTo>
                    <a:pt x="580163" y="2639348"/>
                  </a:lnTo>
                  <a:lnTo>
                    <a:pt x="581874" y="2778141"/>
                  </a:lnTo>
                  <a:lnTo>
                    <a:pt x="583586" y="2744198"/>
                  </a:lnTo>
                  <a:lnTo>
                    <a:pt x="585297" y="2742565"/>
                  </a:lnTo>
                  <a:lnTo>
                    <a:pt x="587009" y="2763370"/>
                  </a:lnTo>
                  <a:lnTo>
                    <a:pt x="588720" y="2699640"/>
                  </a:lnTo>
                  <a:lnTo>
                    <a:pt x="590431" y="2640056"/>
                  </a:lnTo>
                  <a:lnTo>
                    <a:pt x="592143" y="2588969"/>
                  </a:lnTo>
                  <a:lnTo>
                    <a:pt x="593854" y="2701752"/>
                  </a:lnTo>
                  <a:lnTo>
                    <a:pt x="595566" y="2817176"/>
                  </a:lnTo>
                  <a:lnTo>
                    <a:pt x="597277" y="2867446"/>
                  </a:lnTo>
                  <a:lnTo>
                    <a:pt x="598988" y="2904549"/>
                  </a:lnTo>
                  <a:lnTo>
                    <a:pt x="600700" y="2884546"/>
                  </a:lnTo>
                  <a:lnTo>
                    <a:pt x="602411" y="2777582"/>
                  </a:lnTo>
                  <a:lnTo>
                    <a:pt x="604123" y="2679110"/>
                  </a:lnTo>
                  <a:lnTo>
                    <a:pt x="605834" y="2611361"/>
                  </a:lnTo>
                  <a:lnTo>
                    <a:pt x="607545" y="2583369"/>
                  </a:lnTo>
                  <a:lnTo>
                    <a:pt x="609257" y="2659657"/>
                  </a:lnTo>
                  <a:lnTo>
                    <a:pt x="610968" y="2802276"/>
                  </a:lnTo>
                  <a:lnTo>
                    <a:pt x="612680" y="2954479"/>
                  </a:lnTo>
                  <a:lnTo>
                    <a:pt x="614391" y="3022445"/>
                  </a:lnTo>
                  <a:lnTo>
                    <a:pt x="616102" y="2990553"/>
                  </a:lnTo>
                  <a:lnTo>
                    <a:pt x="617814" y="2940460"/>
                  </a:lnTo>
                  <a:lnTo>
                    <a:pt x="619525" y="2810546"/>
                  </a:lnTo>
                  <a:lnTo>
                    <a:pt x="621237" y="2692407"/>
                  </a:lnTo>
                  <a:lnTo>
                    <a:pt x="622948" y="2554729"/>
                  </a:lnTo>
                  <a:lnTo>
                    <a:pt x="624659" y="2498417"/>
                  </a:lnTo>
                  <a:lnTo>
                    <a:pt x="626371" y="2549454"/>
                  </a:lnTo>
                  <a:lnTo>
                    <a:pt x="628082" y="2594414"/>
                  </a:lnTo>
                  <a:lnTo>
                    <a:pt x="629794" y="2635422"/>
                  </a:lnTo>
                  <a:lnTo>
                    <a:pt x="631505" y="2638309"/>
                  </a:lnTo>
                  <a:lnTo>
                    <a:pt x="633216" y="2745373"/>
                  </a:lnTo>
                  <a:lnTo>
                    <a:pt x="634928" y="2830719"/>
                  </a:lnTo>
                  <a:lnTo>
                    <a:pt x="636639" y="2792475"/>
                  </a:lnTo>
                  <a:lnTo>
                    <a:pt x="638350" y="2722784"/>
                  </a:lnTo>
                  <a:lnTo>
                    <a:pt x="640062" y="2747786"/>
                  </a:lnTo>
                  <a:lnTo>
                    <a:pt x="641773" y="2839731"/>
                  </a:lnTo>
                  <a:lnTo>
                    <a:pt x="643485" y="2814681"/>
                  </a:lnTo>
                  <a:lnTo>
                    <a:pt x="645196" y="2806864"/>
                  </a:lnTo>
                  <a:lnTo>
                    <a:pt x="646907" y="2858906"/>
                  </a:lnTo>
                  <a:lnTo>
                    <a:pt x="648619" y="2916386"/>
                  </a:lnTo>
                  <a:lnTo>
                    <a:pt x="650330" y="2882953"/>
                  </a:lnTo>
                  <a:lnTo>
                    <a:pt x="652042" y="2815027"/>
                  </a:lnTo>
                  <a:lnTo>
                    <a:pt x="653753" y="2857062"/>
                  </a:lnTo>
                  <a:lnTo>
                    <a:pt x="655464" y="2850038"/>
                  </a:lnTo>
                  <a:lnTo>
                    <a:pt x="657176" y="2849807"/>
                  </a:lnTo>
                  <a:lnTo>
                    <a:pt x="658887" y="2772848"/>
                  </a:lnTo>
                  <a:lnTo>
                    <a:pt x="660599" y="2699051"/>
                  </a:lnTo>
                  <a:lnTo>
                    <a:pt x="662310" y="2733434"/>
                  </a:lnTo>
                  <a:lnTo>
                    <a:pt x="664021" y="2654138"/>
                  </a:lnTo>
                  <a:lnTo>
                    <a:pt x="665733" y="2596098"/>
                  </a:lnTo>
                  <a:lnTo>
                    <a:pt x="667444" y="2518897"/>
                  </a:lnTo>
                  <a:lnTo>
                    <a:pt x="669156" y="2525602"/>
                  </a:lnTo>
                  <a:lnTo>
                    <a:pt x="670867" y="2589579"/>
                  </a:lnTo>
                  <a:lnTo>
                    <a:pt x="672578" y="2552625"/>
                  </a:lnTo>
                  <a:lnTo>
                    <a:pt x="674290" y="2555917"/>
                  </a:lnTo>
                  <a:lnTo>
                    <a:pt x="676001" y="2536197"/>
                  </a:lnTo>
                  <a:lnTo>
                    <a:pt x="677713" y="2533476"/>
                  </a:lnTo>
                  <a:lnTo>
                    <a:pt x="679424" y="2636222"/>
                  </a:lnTo>
                  <a:lnTo>
                    <a:pt x="681135" y="2673602"/>
                  </a:lnTo>
                  <a:lnTo>
                    <a:pt x="682847" y="2643343"/>
                  </a:lnTo>
                  <a:lnTo>
                    <a:pt x="684558" y="2671974"/>
                  </a:lnTo>
                  <a:lnTo>
                    <a:pt x="686270" y="2696832"/>
                  </a:lnTo>
                  <a:lnTo>
                    <a:pt x="687981" y="2721774"/>
                  </a:lnTo>
                  <a:lnTo>
                    <a:pt x="689692" y="2666053"/>
                  </a:lnTo>
                  <a:lnTo>
                    <a:pt x="691404" y="2545007"/>
                  </a:lnTo>
                  <a:lnTo>
                    <a:pt x="693115" y="2491486"/>
                  </a:lnTo>
                  <a:lnTo>
                    <a:pt x="694827" y="2406582"/>
                  </a:lnTo>
                  <a:lnTo>
                    <a:pt x="696538" y="2329300"/>
                  </a:lnTo>
                  <a:lnTo>
                    <a:pt x="698249" y="2338863"/>
                  </a:lnTo>
                  <a:lnTo>
                    <a:pt x="699961" y="2391295"/>
                  </a:lnTo>
                  <a:lnTo>
                    <a:pt x="701672" y="2485872"/>
                  </a:lnTo>
                  <a:lnTo>
                    <a:pt x="703384" y="2520162"/>
                  </a:lnTo>
                  <a:lnTo>
                    <a:pt x="705095" y="2537643"/>
                  </a:lnTo>
                  <a:lnTo>
                    <a:pt x="706806" y="2624866"/>
                  </a:lnTo>
                  <a:lnTo>
                    <a:pt x="708518" y="2572526"/>
                  </a:lnTo>
                  <a:lnTo>
                    <a:pt x="710229" y="2498511"/>
                  </a:lnTo>
                  <a:lnTo>
                    <a:pt x="711941" y="2552519"/>
                  </a:lnTo>
                  <a:lnTo>
                    <a:pt x="713652" y="2663155"/>
                  </a:lnTo>
                  <a:lnTo>
                    <a:pt x="715363" y="2796297"/>
                  </a:lnTo>
                  <a:lnTo>
                    <a:pt x="717075" y="2815000"/>
                  </a:lnTo>
                  <a:lnTo>
                    <a:pt x="718786" y="2781016"/>
                  </a:lnTo>
                  <a:lnTo>
                    <a:pt x="720498" y="2751362"/>
                  </a:lnTo>
                  <a:lnTo>
                    <a:pt x="722209" y="2746562"/>
                  </a:lnTo>
                  <a:lnTo>
                    <a:pt x="723920" y="2746563"/>
                  </a:lnTo>
                  <a:lnTo>
                    <a:pt x="725632" y="2746564"/>
                  </a:lnTo>
                  <a:lnTo>
                    <a:pt x="727343" y="2791365"/>
                  </a:lnTo>
                  <a:lnTo>
                    <a:pt x="729055" y="2926917"/>
                  </a:lnTo>
                  <a:lnTo>
                    <a:pt x="730766" y="3042141"/>
                  </a:lnTo>
                  <a:lnTo>
                    <a:pt x="732477" y="3067643"/>
                  </a:lnTo>
                  <a:lnTo>
                    <a:pt x="734189" y="3104302"/>
                  </a:lnTo>
                  <a:lnTo>
                    <a:pt x="735900" y="3116972"/>
                  </a:lnTo>
                  <a:lnTo>
                    <a:pt x="737612" y="3116972"/>
                  </a:lnTo>
                  <a:lnTo>
                    <a:pt x="739323" y="3015934"/>
                  </a:lnTo>
                  <a:lnTo>
                    <a:pt x="741034" y="2904555"/>
                  </a:lnTo>
                  <a:lnTo>
                    <a:pt x="742746" y="2873051"/>
                  </a:lnTo>
                  <a:lnTo>
                    <a:pt x="744457" y="2775485"/>
                  </a:lnTo>
                  <a:lnTo>
                    <a:pt x="746168" y="2688623"/>
                  </a:lnTo>
                  <a:lnTo>
                    <a:pt x="747880" y="2683668"/>
                  </a:lnTo>
                  <a:lnTo>
                    <a:pt x="749591" y="2802955"/>
                  </a:lnTo>
                  <a:lnTo>
                    <a:pt x="751303" y="2843005"/>
                  </a:lnTo>
                  <a:lnTo>
                    <a:pt x="753014" y="2849940"/>
                  </a:lnTo>
                  <a:lnTo>
                    <a:pt x="754725" y="2902586"/>
                  </a:lnTo>
                  <a:lnTo>
                    <a:pt x="756437" y="2924444"/>
                  </a:lnTo>
                  <a:lnTo>
                    <a:pt x="758148" y="2929954"/>
                  </a:lnTo>
                  <a:lnTo>
                    <a:pt x="759860" y="2925631"/>
                  </a:lnTo>
                  <a:lnTo>
                    <a:pt x="761571" y="2981167"/>
                  </a:lnTo>
                  <a:lnTo>
                    <a:pt x="763282" y="2969375"/>
                  </a:lnTo>
                  <a:lnTo>
                    <a:pt x="764994" y="2870008"/>
                  </a:lnTo>
                  <a:lnTo>
                    <a:pt x="766705" y="2826176"/>
                  </a:lnTo>
                  <a:lnTo>
                    <a:pt x="768417" y="2829218"/>
                  </a:lnTo>
                  <a:lnTo>
                    <a:pt x="770128" y="2824243"/>
                  </a:lnTo>
                  <a:lnTo>
                    <a:pt x="771839" y="2807790"/>
                  </a:lnTo>
                  <a:lnTo>
                    <a:pt x="773551" y="2749165"/>
                  </a:lnTo>
                  <a:lnTo>
                    <a:pt x="775262" y="2726974"/>
                  </a:lnTo>
                  <a:lnTo>
                    <a:pt x="776974" y="2660650"/>
                  </a:lnTo>
                  <a:lnTo>
                    <a:pt x="778685" y="2520273"/>
                  </a:lnTo>
                  <a:lnTo>
                    <a:pt x="780396" y="2410220"/>
                  </a:lnTo>
                  <a:lnTo>
                    <a:pt x="782108" y="2274713"/>
                  </a:lnTo>
                  <a:lnTo>
                    <a:pt x="783819" y="2110301"/>
                  </a:lnTo>
                  <a:lnTo>
                    <a:pt x="785531" y="2000561"/>
                  </a:lnTo>
                  <a:lnTo>
                    <a:pt x="787242" y="1939857"/>
                  </a:lnTo>
                  <a:lnTo>
                    <a:pt x="788953" y="1933447"/>
                  </a:lnTo>
                  <a:lnTo>
                    <a:pt x="790665" y="2023041"/>
                  </a:lnTo>
                  <a:lnTo>
                    <a:pt x="792376" y="2187701"/>
                  </a:lnTo>
                  <a:lnTo>
                    <a:pt x="794088" y="2398757"/>
                  </a:lnTo>
                  <a:lnTo>
                    <a:pt x="795799" y="2569991"/>
                  </a:lnTo>
                  <a:lnTo>
                    <a:pt x="797510" y="2682120"/>
                  </a:lnTo>
                  <a:lnTo>
                    <a:pt x="799222" y="2711217"/>
                  </a:lnTo>
                  <a:lnTo>
                    <a:pt x="800933" y="2682413"/>
                  </a:lnTo>
                  <a:lnTo>
                    <a:pt x="802645" y="2677020"/>
                  </a:lnTo>
                  <a:lnTo>
                    <a:pt x="804356" y="2742201"/>
                  </a:lnTo>
                  <a:lnTo>
                    <a:pt x="806067" y="2764051"/>
                  </a:lnTo>
                  <a:lnTo>
                    <a:pt x="807779" y="2796810"/>
                  </a:lnTo>
                  <a:lnTo>
                    <a:pt x="809490" y="2923639"/>
                  </a:lnTo>
                  <a:lnTo>
                    <a:pt x="811202" y="2900220"/>
                  </a:lnTo>
                  <a:lnTo>
                    <a:pt x="812913" y="2776452"/>
                  </a:lnTo>
                  <a:lnTo>
                    <a:pt x="814624" y="2600844"/>
                  </a:lnTo>
                  <a:lnTo>
                    <a:pt x="816336" y="2556764"/>
                  </a:lnTo>
                  <a:lnTo>
                    <a:pt x="818047" y="2576559"/>
                  </a:lnTo>
                  <a:lnTo>
                    <a:pt x="819759" y="2455959"/>
                  </a:lnTo>
                  <a:lnTo>
                    <a:pt x="821470" y="2406856"/>
                  </a:lnTo>
                  <a:lnTo>
                    <a:pt x="823181" y="2435384"/>
                  </a:lnTo>
                  <a:lnTo>
                    <a:pt x="824893" y="2460722"/>
                  </a:lnTo>
                  <a:lnTo>
                    <a:pt x="826604" y="2474917"/>
                  </a:lnTo>
                  <a:lnTo>
                    <a:pt x="828316" y="2431081"/>
                  </a:lnTo>
                  <a:lnTo>
                    <a:pt x="830027" y="2381519"/>
                  </a:lnTo>
                  <a:lnTo>
                    <a:pt x="831738" y="2267470"/>
                  </a:lnTo>
                  <a:lnTo>
                    <a:pt x="833450" y="2173053"/>
                  </a:lnTo>
                  <a:lnTo>
                    <a:pt x="835161" y="2083964"/>
                  </a:lnTo>
                  <a:lnTo>
                    <a:pt x="836873" y="1982923"/>
                  </a:lnTo>
                  <a:lnTo>
                    <a:pt x="838584" y="1911598"/>
                  </a:lnTo>
                  <a:lnTo>
                    <a:pt x="840295" y="1979369"/>
                  </a:lnTo>
                  <a:lnTo>
                    <a:pt x="842007" y="2180236"/>
                  </a:lnTo>
                  <a:lnTo>
                    <a:pt x="843718" y="2336154"/>
                  </a:lnTo>
                  <a:lnTo>
                    <a:pt x="845429" y="2450498"/>
                  </a:lnTo>
                  <a:lnTo>
                    <a:pt x="847141" y="2495380"/>
                  </a:lnTo>
                  <a:lnTo>
                    <a:pt x="848852" y="2633893"/>
                  </a:lnTo>
                  <a:lnTo>
                    <a:pt x="850564" y="2724960"/>
                  </a:lnTo>
                  <a:lnTo>
                    <a:pt x="852275" y="2773056"/>
                  </a:lnTo>
                  <a:lnTo>
                    <a:pt x="853986" y="2809430"/>
                  </a:lnTo>
                  <a:lnTo>
                    <a:pt x="855698" y="2850637"/>
                  </a:lnTo>
                  <a:lnTo>
                    <a:pt x="857409" y="2938079"/>
                  </a:lnTo>
                  <a:lnTo>
                    <a:pt x="859121" y="2857715"/>
                  </a:lnTo>
                  <a:lnTo>
                    <a:pt x="860832" y="2751876"/>
                  </a:lnTo>
                  <a:lnTo>
                    <a:pt x="862543" y="2666886"/>
                  </a:lnTo>
                  <a:lnTo>
                    <a:pt x="864255" y="2609516"/>
                  </a:lnTo>
                  <a:lnTo>
                    <a:pt x="865966" y="2603409"/>
                  </a:lnTo>
                  <a:lnTo>
                    <a:pt x="867678" y="2552921"/>
                  </a:lnTo>
                  <a:lnTo>
                    <a:pt x="869389" y="2551078"/>
                  </a:lnTo>
                  <a:lnTo>
                    <a:pt x="871100" y="2586359"/>
                  </a:lnTo>
                  <a:lnTo>
                    <a:pt x="872812" y="2637740"/>
                  </a:lnTo>
                  <a:lnTo>
                    <a:pt x="874523" y="2547285"/>
                  </a:lnTo>
                  <a:lnTo>
                    <a:pt x="876235" y="2377603"/>
                  </a:lnTo>
                  <a:lnTo>
                    <a:pt x="877946" y="2248557"/>
                  </a:lnTo>
                  <a:lnTo>
                    <a:pt x="879657" y="2116639"/>
                  </a:lnTo>
                  <a:lnTo>
                    <a:pt x="881369" y="2013033"/>
                  </a:lnTo>
                  <a:lnTo>
                    <a:pt x="883080" y="1918983"/>
                  </a:lnTo>
                  <a:lnTo>
                    <a:pt x="884792" y="2099358"/>
                  </a:lnTo>
                  <a:lnTo>
                    <a:pt x="886503" y="2355080"/>
                  </a:lnTo>
                  <a:lnTo>
                    <a:pt x="888214" y="2585240"/>
                  </a:lnTo>
                  <a:lnTo>
                    <a:pt x="889926" y="2759738"/>
                  </a:lnTo>
                  <a:lnTo>
                    <a:pt x="891637" y="2871894"/>
                  </a:lnTo>
                  <a:lnTo>
                    <a:pt x="893349" y="2910813"/>
                  </a:lnTo>
                  <a:lnTo>
                    <a:pt x="895060" y="2764477"/>
                  </a:lnTo>
                  <a:lnTo>
                    <a:pt x="896771" y="2590684"/>
                  </a:lnTo>
                  <a:lnTo>
                    <a:pt x="898483" y="2442010"/>
                  </a:lnTo>
                  <a:lnTo>
                    <a:pt x="900194" y="2427909"/>
                  </a:lnTo>
                  <a:lnTo>
                    <a:pt x="901906" y="2495164"/>
                  </a:lnTo>
                  <a:lnTo>
                    <a:pt x="903617" y="2583908"/>
                  </a:lnTo>
                  <a:lnTo>
                    <a:pt x="905328" y="2703541"/>
                  </a:lnTo>
                  <a:lnTo>
                    <a:pt x="907040" y="2840975"/>
                  </a:lnTo>
                  <a:lnTo>
                    <a:pt x="908751" y="2919555"/>
                  </a:lnTo>
                  <a:lnTo>
                    <a:pt x="910463" y="2879095"/>
                  </a:lnTo>
                  <a:lnTo>
                    <a:pt x="912174" y="2735445"/>
                  </a:lnTo>
                  <a:lnTo>
                    <a:pt x="913885" y="2589436"/>
                  </a:lnTo>
                  <a:lnTo>
                    <a:pt x="915597" y="2472209"/>
                  </a:lnTo>
                  <a:lnTo>
                    <a:pt x="917308" y="2373965"/>
                  </a:lnTo>
                  <a:lnTo>
                    <a:pt x="919020" y="2353887"/>
                  </a:lnTo>
                  <a:lnTo>
                    <a:pt x="920731" y="2383254"/>
                  </a:lnTo>
                  <a:lnTo>
                    <a:pt x="922442" y="2438406"/>
                  </a:lnTo>
                  <a:lnTo>
                    <a:pt x="924154" y="2427496"/>
                  </a:lnTo>
                  <a:lnTo>
                    <a:pt x="925865" y="2340110"/>
                  </a:lnTo>
                  <a:lnTo>
                    <a:pt x="927577" y="2337804"/>
                  </a:lnTo>
                  <a:lnTo>
                    <a:pt x="929288" y="2345548"/>
                  </a:lnTo>
                  <a:lnTo>
                    <a:pt x="930999" y="2331449"/>
                  </a:lnTo>
                  <a:lnTo>
                    <a:pt x="932711" y="2300167"/>
                  </a:lnTo>
                  <a:lnTo>
                    <a:pt x="934422" y="2323101"/>
                  </a:lnTo>
                  <a:lnTo>
                    <a:pt x="936134" y="2411923"/>
                  </a:lnTo>
                  <a:lnTo>
                    <a:pt x="937845" y="2399321"/>
                  </a:lnTo>
                  <a:lnTo>
                    <a:pt x="939556" y="2358895"/>
                  </a:lnTo>
                  <a:lnTo>
                    <a:pt x="941268" y="2294346"/>
                  </a:lnTo>
                  <a:lnTo>
                    <a:pt x="942979" y="2279423"/>
                  </a:lnTo>
                  <a:lnTo>
                    <a:pt x="944691" y="2307822"/>
                  </a:lnTo>
                  <a:lnTo>
                    <a:pt x="946402" y="2323928"/>
                  </a:lnTo>
                  <a:lnTo>
                    <a:pt x="948113" y="2306160"/>
                  </a:lnTo>
                  <a:lnTo>
                    <a:pt x="949825" y="2290080"/>
                  </a:lnTo>
                  <a:lnTo>
                    <a:pt x="951536" y="2302977"/>
                  </a:lnTo>
                  <a:lnTo>
                    <a:pt x="953247" y="2252015"/>
                  </a:lnTo>
                  <a:lnTo>
                    <a:pt x="954959" y="2154997"/>
                  </a:lnTo>
                  <a:lnTo>
                    <a:pt x="956670" y="2014670"/>
                  </a:lnTo>
                  <a:lnTo>
                    <a:pt x="958382" y="1892738"/>
                  </a:lnTo>
                  <a:lnTo>
                    <a:pt x="960093" y="1779540"/>
                  </a:lnTo>
                  <a:lnTo>
                    <a:pt x="961804" y="1718873"/>
                  </a:lnTo>
                  <a:lnTo>
                    <a:pt x="963516" y="1739445"/>
                  </a:lnTo>
                  <a:lnTo>
                    <a:pt x="965227" y="1831644"/>
                  </a:lnTo>
                  <a:lnTo>
                    <a:pt x="966939" y="1964812"/>
                  </a:lnTo>
                  <a:lnTo>
                    <a:pt x="968650" y="2085450"/>
                  </a:lnTo>
                  <a:lnTo>
                    <a:pt x="970361" y="2138375"/>
                  </a:lnTo>
                  <a:lnTo>
                    <a:pt x="972073" y="2133163"/>
                  </a:lnTo>
                  <a:lnTo>
                    <a:pt x="973784" y="2223707"/>
                  </a:lnTo>
                  <a:lnTo>
                    <a:pt x="975496" y="2219691"/>
                  </a:lnTo>
                  <a:lnTo>
                    <a:pt x="977207" y="2183680"/>
                  </a:lnTo>
                  <a:lnTo>
                    <a:pt x="978918" y="2306009"/>
                  </a:lnTo>
                  <a:lnTo>
                    <a:pt x="980630" y="2489988"/>
                  </a:lnTo>
                  <a:lnTo>
                    <a:pt x="982341" y="2630619"/>
                  </a:lnTo>
                  <a:lnTo>
                    <a:pt x="984053" y="2587472"/>
                  </a:lnTo>
                  <a:lnTo>
                    <a:pt x="985764" y="2549455"/>
                  </a:lnTo>
                  <a:lnTo>
                    <a:pt x="987475" y="2565870"/>
                  </a:lnTo>
                  <a:lnTo>
                    <a:pt x="989187" y="2523721"/>
                  </a:lnTo>
                  <a:lnTo>
                    <a:pt x="990898" y="2376965"/>
                  </a:lnTo>
                  <a:lnTo>
                    <a:pt x="992610" y="2319312"/>
                  </a:lnTo>
                  <a:lnTo>
                    <a:pt x="994321" y="2423100"/>
                  </a:lnTo>
                  <a:lnTo>
                    <a:pt x="996032" y="2529704"/>
                  </a:lnTo>
                  <a:lnTo>
                    <a:pt x="997744" y="2592845"/>
                  </a:lnTo>
                  <a:lnTo>
                    <a:pt x="999455" y="2620580"/>
                  </a:lnTo>
                  <a:lnTo>
                    <a:pt x="1001167" y="2722629"/>
                  </a:lnTo>
                  <a:lnTo>
                    <a:pt x="1002878" y="2790535"/>
                  </a:lnTo>
                  <a:lnTo>
                    <a:pt x="1004589" y="2790817"/>
                  </a:lnTo>
                  <a:lnTo>
                    <a:pt x="1006301" y="2746473"/>
                  </a:lnTo>
                  <a:lnTo>
                    <a:pt x="1008012" y="2645447"/>
                  </a:lnTo>
                  <a:lnTo>
                    <a:pt x="1009724" y="2547313"/>
                  </a:lnTo>
                  <a:lnTo>
                    <a:pt x="1011435" y="2516677"/>
                  </a:lnTo>
                  <a:lnTo>
                    <a:pt x="1013146" y="2543709"/>
                  </a:lnTo>
                  <a:lnTo>
                    <a:pt x="1014858" y="2510492"/>
                  </a:lnTo>
                  <a:lnTo>
                    <a:pt x="1016569" y="2492395"/>
                  </a:lnTo>
                  <a:lnTo>
                    <a:pt x="1018281" y="2454567"/>
                  </a:lnTo>
                  <a:lnTo>
                    <a:pt x="1019992" y="2457717"/>
                  </a:lnTo>
                  <a:lnTo>
                    <a:pt x="1021703" y="2458119"/>
                  </a:lnTo>
                  <a:lnTo>
                    <a:pt x="1023415" y="2362024"/>
                  </a:lnTo>
                  <a:lnTo>
                    <a:pt x="1025126" y="2310890"/>
                  </a:lnTo>
                  <a:lnTo>
                    <a:pt x="1026838" y="2385578"/>
                  </a:lnTo>
                  <a:lnTo>
                    <a:pt x="1028549" y="2445382"/>
                  </a:lnTo>
                  <a:lnTo>
                    <a:pt x="1030260" y="2397612"/>
                  </a:lnTo>
                  <a:lnTo>
                    <a:pt x="1031972" y="2266077"/>
                  </a:lnTo>
                  <a:lnTo>
                    <a:pt x="1033683" y="2245193"/>
                  </a:lnTo>
                  <a:lnTo>
                    <a:pt x="1035395" y="2309344"/>
                  </a:lnTo>
                  <a:lnTo>
                    <a:pt x="1037106" y="2142134"/>
                  </a:lnTo>
                  <a:lnTo>
                    <a:pt x="1038817" y="2026263"/>
                  </a:lnTo>
                  <a:lnTo>
                    <a:pt x="1040529" y="1952824"/>
                  </a:lnTo>
                  <a:lnTo>
                    <a:pt x="1042240" y="1901651"/>
                  </a:lnTo>
                  <a:lnTo>
                    <a:pt x="1043952" y="1879409"/>
                  </a:lnTo>
                  <a:lnTo>
                    <a:pt x="1045663" y="1872279"/>
                  </a:lnTo>
                  <a:lnTo>
                    <a:pt x="1047374" y="2073080"/>
                  </a:lnTo>
                  <a:lnTo>
                    <a:pt x="1049086" y="2331301"/>
                  </a:lnTo>
                  <a:lnTo>
                    <a:pt x="1050797" y="2571791"/>
                  </a:lnTo>
                  <a:lnTo>
                    <a:pt x="1052509" y="2728164"/>
                  </a:lnTo>
                  <a:lnTo>
                    <a:pt x="1054220" y="2690838"/>
                  </a:lnTo>
                  <a:lnTo>
                    <a:pt x="1055931" y="2507291"/>
                  </a:lnTo>
                  <a:lnTo>
                    <a:pt x="1057643" y="2410271"/>
                  </a:lnTo>
                  <a:lnTo>
                    <a:pt x="1059354" y="2459513"/>
                  </a:lnTo>
                  <a:lnTo>
                    <a:pt x="1061065" y="2378036"/>
                  </a:lnTo>
                  <a:lnTo>
                    <a:pt x="1062777" y="2317013"/>
                  </a:lnTo>
                  <a:lnTo>
                    <a:pt x="1064488" y="2439216"/>
                  </a:lnTo>
                  <a:lnTo>
                    <a:pt x="1066200" y="2669123"/>
                  </a:lnTo>
                  <a:lnTo>
                    <a:pt x="1067911" y="2708853"/>
                  </a:lnTo>
                  <a:lnTo>
                    <a:pt x="1069622" y="2613818"/>
                  </a:lnTo>
                  <a:lnTo>
                    <a:pt x="1071334" y="2685026"/>
                  </a:lnTo>
                  <a:lnTo>
                    <a:pt x="1073045" y="2715639"/>
                  </a:lnTo>
                  <a:lnTo>
                    <a:pt x="1074757" y="2583592"/>
                  </a:lnTo>
                  <a:lnTo>
                    <a:pt x="1076468" y="2408472"/>
                  </a:lnTo>
                  <a:lnTo>
                    <a:pt x="1078179" y="2333674"/>
                  </a:lnTo>
                  <a:lnTo>
                    <a:pt x="1079891" y="2242741"/>
                  </a:lnTo>
                  <a:lnTo>
                    <a:pt x="1081602" y="2154209"/>
                  </a:lnTo>
                  <a:lnTo>
                    <a:pt x="1083314" y="2110331"/>
                  </a:lnTo>
                  <a:lnTo>
                    <a:pt x="1085025" y="2138687"/>
                  </a:lnTo>
                  <a:lnTo>
                    <a:pt x="1086736" y="2163922"/>
                  </a:lnTo>
                  <a:lnTo>
                    <a:pt x="1088448" y="2129018"/>
                  </a:lnTo>
                  <a:lnTo>
                    <a:pt x="1090159" y="2104517"/>
                  </a:lnTo>
                  <a:lnTo>
                    <a:pt x="1091871" y="2113105"/>
                  </a:lnTo>
                  <a:lnTo>
                    <a:pt x="1093582" y="2215126"/>
                  </a:lnTo>
                  <a:lnTo>
                    <a:pt x="1095293" y="2361106"/>
                  </a:lnTo>
                  <a:lnTo>
                    <a:pt x="1097005" y="2456425"/>
                  </a:lnTo>
                  <a:lnTo>
                    <a:pt x="1098716" y="2432044"/>
                  </a:lnTo>
                  <a:lnTo>
                    <a:pt x="1100428" y="2371385"/>
                  </a:lnTo>
                  <a:lnTo>
                    <a:pt x="1102139" y="2316786"/>
                  </a:lnTo>
                  <a:lnTo>
                    <a:pt x="1103850" y="2302317"/>
                  </a:lnTo>
                  <a:lnTo>
                    <a:pt x="1105562" y="2288305"/>
                  </a:lnTo>
                  <a:lnTo>
                    <a:pt x="1107273" y="2243166"/>
                  </a:lnTo>
                  <a:lnTo>
                    <a:pt x="1108985" y="2289967"/>
                  </a:lnTo>
                  <a:lnTo>
                    <a:pt x="1110696" y="2341612"/>
                  </a:lnTo>
                  <a:lnTo>
                    <a:pt x="1112407" y="2380214"/>
                  </a:lnTo>
                  <a:lnTo>
                    <a:pt x="1114119" y="2406498"/>
                  </a:lnTo>
                  <a:lnTo>
                    <a:pt x="1115830" y="2354693"/>
                  </a:lnTo>
                  <a:lnTo>
                    <a:pt x="1117542" y="2355979"/>
                  </a:lnTo>
                  <a:lnTo>
                    <a:pt x="1119253" y="2475439"/>
                  </a:lnTo>
                  <a:lnTo>
                    <a:pt x="1120964" y="2611798"/>
                  </a:lnTo>
                  <a:lnTo>
                    <a:pt x="1122676" y="2612491"/>
                  </a:lnTo>
                  <a:lnTo>
                    <a:pt x="1124387" y="2492269"/>
                  </a:lnTo>
                  <a:lnTo>
                    <a:pt x="1126099" y="2391643"/>
                  </a:lnTo>
                  <a:lnTo>
                    <a:pt x="1127810" y="2281971"/>
                  </a:lnTo>
                  <a:lnTo>
                    <a:pt x="1129521" y="2117740"/>
                  </a:lnTo>
                  <a:lnTo>
                    <a:pt x="1131233" y="1934441"/>
                  </a:lnTo>
                  <a:lnTo>
                    <a:pt x="1132944" y="1906974"/>
                  </a:lnTo>
                  <a:lnTo>
                    <a:pt x="1134656" y="2052492"/>
                  </a:lnTo>
                  <a:lnTo>
                    <a:pt x="1136367" y="2235648"/>
                  </a:lnTo>
                  <a:lnTo>
                    <a:pt x="1138078" y="2354989"/>
                  </a:lnTo>
                  <a:lnTo>
                    <a:pt x="1139790" y="2376666"/>
                  </a:lnTo>
                  <a:lnTo>
                    <a:pt x="1141501" y="2371167"/>
                  </a:lnTo>
                  <a:lnTo>
                    <a:pt x="1143213" y="2281474"/>
                  </a:lnTo>
                  <a:lnTo>
                    <a:pt x="1144924" y="2139069"/>
                  </a:lnTo>
                  <a:lnTo>
                    <a:pt x="1146635" y="1995617"/>
                  </a:lnTo>
                  <a:lnTo>
                    <a:pt x="1148347" y="1881637"/>
                  </a:lnTo>
                  <a:lnTo>
                    <a:pt x="1150058" y="1946134"/>
                  </a:lnTo>
                  <a:lnTo>
                    <a:pt x="1151770" y="2115967"/>
                  </a:lnTo>
                  <a:lnTo>
                    <a:pt x="1153481" y="2243810"/>
                  </a:lnTo>
                  <a:lnTo>
                    <a:pt x="1155192" y="2225257"/>
                  </a:lnTo>
                  <a:lnTo>
                    <a:pt x="1156904" y="2156256"/>
                  </a:lnTo>
                  <a:lnTo>
                    <a:pt x="1158615" y="2068745"/>
                  </a:lnTo>
                  <a:lnTo>
                    <a:pt x="1160326" y="1964023"/>
                  </a:lnTo>
                  <a:lnTo>
                    <a:pt x="1162038" y="1932274"/>
                  </a:lnTo>
                  <a:lnTo>
                    <a:pt x="1163749" y="1963016"/>
                  </a:lnTo>
                  <a:lnTo>
                    <a:pt x="1165461" y="2077775"/>
                  </a:lnTo>
                  <a:lnTo>
                    <a:pt x="1167172" y="2210387"/>
                  </a:lnTo>
                  <a:lnTo>
                    <a:pt x="1168883" y="2349252"/>
                  </a:lnTo>
                  <a:lnTo>
                    <a:pt x="1170595" y="2436917"/>
                  </a:lnTo>
                  <a:lnTo>
                    <a:pt x="1172306" y="2415010"/>
                  </a:lnTo>
                  <a:lnTo>
                    <a:pt x="1174018" y="2398392"/>
                  </a:lnTo>
                  <a:lnTo>
                    <a:pt x="1175729" y="2404529"/>
                  </a:lnTo>
                  <a:lnTo>
                    <a:pt x="1177440" y="2373716"/>
                  </a:lnTo>
                  <a:lnTo>
                    <a:pt x="1179152" y="2405585"/>
                  </a:lnTo>
                  <a:lnTo>
                    <a:pt x="1180863" y="2482873"/>
                  </a:lnTo>
                  <a:lnTo>
                    <a:pt x="1182575" y="2523515"/>
                  </a:lnTo>
                  <a:lnTo>
                    <a:pt x="1184286" y="2566393"/>
                  </a:lnTo>
                  <a:lnTo>
                    <a:pt x="1185997" y="2531853"/>
                  </a:lnTo>
                  <a:lnTo>
                    <a:pt x="1187709" y="2567420"/>
                  </a:lnTo>
                  <a:lnTo>
                    <a:pt x="1189420" y="2620260"/>
                  </a:lnTo>
                  <a:lnTo>
                    <a:pt x="1191132" y="2593342"/>
                  </a:lnTo>
                  <a:lnTo>
                    <a:pt x="1192843" y="2642714"/>
                  </a:lnTo>
                  <a:lnTo>
                    <a:pt x="1194554" y="2632458"/>
                  </a:lnTo>
                  <a:lnTo>
                    <a:pt x="1196266" y="2602176"/>
                  </a:lnTo>
                  <a:lnTo>
                    <a:pt x="1197977" y="2533781"/>
                  </a:lnTo>
                  <a:lnTo>
                    <a:pt x="1199689" y="2461629"/>
                  </a:lnTo>
                  <a:lnTo>
                    <a:pt x="1201400" y="2389348"/>
                  </a:lnTo>
                  <a:lnTo>
                    <a:pt x="1203111" y="2270109"/>
                  </a:lnTo>
                  <a:lnTo>
                    <a:pt x="1204823" y="2217730"/>
                  </a:lnTo>
                  <a:lnTo>
                    <a:pt x="1206534" y="2222932"/>
                  </a:lnTo>
                  <a:lnTo>
                    <a:pt x="1208246" y="2249035"/>
                  </a:lnTo>
                  <a:lnTo>
                    <a:pt x="1209957" y="2287608"/>
                  </a:lnTo>
                  <a:lnTo>
                    <a:pt x="1211668" y="2301696"/>
                  </a:lnTo>
                  <a:lnTo>
                    <a:pt x="1213380" y="2380750"/>
                  </a:lnTo>
                  <a:lnTo>
                    <a:pt x="1215091" y="2452542"/>
                  </a:lnTo>
                  <a:lnTo>
                    <a:pt x="1216803" y="2513418"/>
                  </a:lnTo>
                  <a:lnTo>
                    <a:pt x="1218514" y="2477344"/>
                  </a:lnTo>
                  <a:lnTo>
                    <a:pt x="1220225" y="2353541"/>
                  </a:lnTo>
                  <a:lnTo>
                    <a:pt x="1221937" y="2260049"/>
                  </a:lnTo>
                  <a:lnTo>
                    <a:pt x="1223648" y="2142661"/>
                  </a:lnTo>
                  <a:lnTo>
                    <a:pt x="1225360" y="2059751"/>
                  </a:lnTo>
                  <a:lnTo>
                    <a:pt x="1227071" y="1973356"/>
                  </a:lnTo>
                  <a:lnTo>
                    <a:pt x="1228782" y="1986940"/>
                  </a:lnTo>
                  <a:lnTo>
                    <a:pt x="1230494" y="2056328"/>
                  </a:lnTo>
                  <a:lnTo>
                    <a:pt x="1232205" y="2101303"/>
                  </a:lnTo>
                  <a:lnTo>
                    <a:pt x="1233917" y="2147602"/>
                  </a:lnTo>
                  <a:lnTo>
                    <a:pt x="1235628" y="2103646"/>
                  </a:lnTo>
                  <a:lnTo>
                    <a:pt x="1237339" y="2165636"/>
                  </a:lnTo>
                  <a:lnTo>
                    <a:pt x="1239051" y="2260195"/>
                  </a:lnTo>
                  <a:lnTo>
                    <a:pt x="1240762" y="2278284"/>
                  </a:lnTo>
                  <a:lnTo>
                    <a:pt x="1242474" y="2258848"/>
                  </a:lnTo>
                  <a:lnTo>
                    <a:pt x="1244185" y="2249935"/>
                  </a:lnTo>
                  <a:lnTo>
                    <a:pt x="1245896" y="2341706"/>
                  </a:lnTo>
                  <a:lnTo>
                    <a:pt x="1247608" y="2424758"/>
                  </a:lnTo>
                  <a:lnTo>
                    <a:pt x="1249319" y="2510662"/>
                  </a:lnTo>
                  <a:lnTo>
                    <a:pt x="1251031" y="2580112"/>
                  </a:lnTo>
                  <a:lnTo>
                    <a:pt x="1252742" y="2716255"/>
                  </a:lnTo>
                  <a:lnTo>
                    <a:pt x="1254453" y="2824948"/>
                  </a:lnTo>
                  <a:lnTo>
                    <a:pt x="1256165" y="2817035"/>
                  </a:lnTo>
                  <a:lnTo>
                    <a:pt x="1257876" y="2676872"/>
                  </a:lnTo>
                  <a:lnTo>
                    <a:pt x="1259588" y="2590445"/>
                  </a:lnTo>
                  <a:lnTo>
                    <a:pt x="1261299" y="2532066"/>
                  </a:lnTo>
                  <a:lnTo>
                    <a:pt x="1263010" y="2458927"/>
                  </a:lnTo>
                  <a:lnTo>
                    <a:pt x="1264722" y="2450514"/>
                  </a:lnTo>
                  <a:lnTo>
                    <a:pt x="1266433" y="2504677"/>
                  </a:lnTo>
                  <a:lnTo>
                    <a:pt x="1268144" y="2540862"/>
                  </a:lnTo>
                  <a:lnTo>
                    <a:pt x="1269856" y="2450461"/>
                  </a:lnTo>
                  <a:lnTo>
                    <a:pt x="1271567" y="2427887"/>
                  </a:lnTo>
                  <a:lnTo>
                    <a:pt x="1273279" y="2503723"/>
                  </a:lnTo>
                  <a:lnTo>
                    <a:pt x="1274990" y="2439765"/>
                  </a:lnTo>
                  <a:lnTo>
                    <a:pt x="1276701" y="2322193"/>
                  </a:lnTo>
                  <a:lnTo>
                    <a:pt x="1278413" y="2220863"/>
                  </a:lnTo>
                  <a:lnTo>
                    <a:pt x="1280124" y="2140012"/>
                  </a:lnTo>
                  <a:lnTo>
                    <a:pt x="1281836" y="2019240"/>
                  </a:lnTo>
                  <a:lnTo>
                    <a:pt x="1283547" y="1855061"/>
                  </a:lnTo>
                  <a:lnTo>
                    <a:pt x="1285258" y="1740594"/>
                  </a:lnTo>
                  <a:lnTo>
                    <a:pt x="1286970" y="1632552"/>
                  </a:lnTo>
                  <a:lnTo>
                    <a:pt x="1288681" y="1553585"/>
                  </a:lnTo>
                  <a:lnTo>
                    <a:pt x="1290393" y="1487156"/>
                  </a:lnTo>
                  <a:lnTo>
                    <a:pt x="1292104" y="1470281"/>
                  </a:lnTo>
                  <a:lnTo>
                    <a:pt x="1293815" y="1480100"/>
                  </a:lnTo>
                  <a:lnTo>
                    <a:pt x="1295527" y="1524496"/>
                  </a:lnTo>
                  <a:lnTo>
                    <a:pt x="1297238" y="1645901"/>
                  </a:lnTo>
                  <a:lnTo>
                    <a:pt x="1298950" y="1776157"/>
                  </a:lnTo>
                  <a:lnTo>
                    <a:pt x="1300661" y="1876572"/>
                  </a:lnTo>
                  <a:lnTo>
                    <a:pt x="1302372" y="1917946"/>
                  </a:lnTo>
                  <a:lnTo>
                    <a:pt x="1304084" y="1889421"/>
                  </a:lnTo>
                  <a:lnTo>
                    <a:pt x="1305795" y="1802658"/>
                  </a:lnTo>
                  <a:lnTo>
                    <a:pt x="1307507" y="1731997"/>
                  </a:lnTo>
                  <a:lnTo>
                    <a:pt x="1309218" y="1674035"/>
                  </a:lnTo>
                  <a:lnTo>
                    <a:pt x="1310929" y="1598556"/>
                  </a:lnTo>
                  <a:lnTo>
                    <a:pt x="1312641" y="1576508"/>
                  </a:lnTo>
                  <a:lnTo>
                    <a:pt x="1314352" y="1533563"/>
                  </a:lnTo>
                  <a:lnTo>
                    <a:pt x="1316064" y="1625572"/>
                  </a:lnTo>
                  <a:lnTo>
                    <a:pt x="1317775" y="1781776"/>
                  </a:lnTo>
                  <a:lnTo>
                    <a:pt x="1319486" y="1912930"/>
                  </a:lnTo>
                  <a:lnTo>
                    <a:pt x="1321198" y="2062100"/>
                  </a:lnTo>
                  <a:lnTo>
                    <a:pt x="1322909" y="2215363"/>
                  </a:lnTo>
                  <a:lnTo>
                    <a:pt x="1324621" y="2282956"/>
                  </a:lnTo>
                  <a:lnTo>
                    <a:pt x="1326332" y="2333513"/>
                  </a:lnTo>
                  <a:lnTo>
                    <a:pt x="1328043" y="2328837"/>
                  </a:lnTo>
                  <a:lnTo>
                    <a:pt x="1329755" y="2260010"/>
                  </a:lnTo>
                  <a:lnTo>
                    <a:pt x="1331466" y="2188410"/>
                  </a:lnTo>
                  <a:lnTo>
                    <a:pt x="1333178" y="2110324"/>
                  </a:lnTo>
                  <a:lnTo>
                    <a:pt x="1334889" y="2113312"/>
                  </a:lnTo>
                  <a:lnTo>
                    <a:pt x="1336600" y="2125164"/>
                  </a:lnTo>
                  <a:lnTo>
                    <a:pt x="1338312" y="2168829"/>
                  </a:lnTo>
                  <a:lnTo>
                    <a:pt x="1340023" y="2259398"/>
                  </a:lnTo>
                  <a:lnTo>
                    <a:pt x="1341735" y="2250619"/>
                  </a:lnTo>
                  <a:lnTo>
                    <a:pt x="1343446" y="2191962"/>
                  </a:lnTo>
                  <a:lnTo>
                    <a:pt x="1345157" y="2265629"/>
                  </a:lnTo>
                  <a:lnTo>
                    <a:pt x="1346869" y="2303619"/>
                  </a:lnTo>
                  <a:lnTo>
                    <a:pt x="1348580" y="2212094"/>
                  </a:lnTo>
                  <a:lnTo>
                    <a:pt x="1350292" y="2178657"/>
                  </a:lnTo>
                  <a:lnTo>
                    <a:pt x="1352003" y="2343346"/>
                  </a:lnTo>
                  <a:lnTo>
                    <a:pt x="1353714" y="2477135"/>
                  </a:lnTo>
                  <a:lnTo>
                    <a:pt x="1355426" y="2435216"/>
                  </a:lnTo>
                  <a:lnTo>
                    <a:pt x="1357137" y="2289697"/>
                  </a:lnTo>
                  <a:lnTo>
                    <a:pt x="1358849" y="2188409"/>
                  </a:lnTo>
                  <a:lnTo>
                    <a:pt x="1360560" y="2130941"/>
                  </a:lnTo>
                  <a:lnTo>
                    <a:pt x="1362271" y="2050000"/>
                  </a:lnTo>
                  <a:lnTo>
                    <a:pt x="1363983" y="2104076"/>
                  </a:lnTo>
                  <a:lnTo>
                    <a:pt x="1365694" y="2176834"/>
                  </a:lnTo>
                  <a:lnTo>
                    <a:pt x="1367406" y="2293094"/>
                  </a:lnTo>
                  <a:lnTo>
                    <a:pt x="1369117" y="2427786"/>
                  </a:lnTo>
                  <a:lnTo>
                    <a:pt x="1370828" y="2478961"/>
                  </a:lnTo>
                  <a:lnTo>
                    <a:pt x="1372540" y="2482194"/>
                  </a:lnTo>
                  <a:lnTo>
                    <a:pt x="1374251" y="2424187"/>
                  </a:lnTo>
                  <a:lnTo>
                    <a:pt x="1375962" y="2456996"/>
                  </a:lnTo>
                  <a:lnTo>
                    <a:pt x="1377674" y="2418956"/>
                  </a:lnTo>
                  <a:lnTo>
                    <a:pt x="1379385" y="2338318"/>
                  </a:lnTo>
                  <a:lnTo>
                    <a:pt x="1381097" y="2292693"/>
                  </a:lnTo>
                  <a:lnTo>
                    <a:pt x="1382808" y="2251918"/>
                  </a:lnTo>
                  <a:lnTo>
                    <a:pt x="1384519" y="2201968"/>
                  </a:lnTo>
                  <a:lnTo>
                    <a:pt x="1386231" y="2130871"/>
                  </a:lnTo>
                  <a:lnTo>
                    <a:pt x="1387942" y="2167941"/>
                  </a:lnTo>
                  <a:lnTo>
                    <a:pt x="1389654" y="2214307"/>
                  </a:lnTo>
                  <a:lnTo>
                    <a:pt x="1391365" y="2393430"/>
                  </a:lnTo>
                  <a:lnTo>
                    <a:pt x="1393076" y="2592856"/>
                  </a:lnTo>
                  <a:lnTo>
                    <a:pt x="1394788" y="2752173"/>
                  </a:lnTo>
                  <a:lnTo>
                    <a:pt x="1396499" y="2891831"/>
                  </a:lnTo>
                  <a:lnTo>
                    <a:pt x="1398211" y="2918801"/>
                  </a:lnTo>
                  <a:lnTo>
                    <a:pt x="1399922" y="2961900"/>
                  </a:lnTo>
                  <a:lnTo>
                    <a:pt x="1401633" y="2881673"/>
                  </a:lnTo>
                  <a:lnTo>
                    <a:pt x="1403345" y="2745429"/>
                  </a:lnTo>
                  <a:lnTo>
                    <a:pt x="1405056" y="2580650"/>
                  </a:lnTo>
                  <a:lnTo>
                    <a:pt x="1406768" y="2449909"/>
                  </a:lnTo>
                  <a:lnTo>
                    <a:pt x="1408479" y="2498988"/>
                  </a:lnTo>
                  <a:lnTo>
                    <a:pt x="1410190" y="2573008"/>
                  </a:lnTo>
                  <a:lnTo>
                    <a:pt x="1411902" y="2570780"/>
                  </a:lnTo>
                  <a:lnTo>
                    <a:pt x="1413613" y="2589141"/>
                  </a:lnTo>
                  <a:lnTo>
                    <a:pt x="1415325" y="2683319"/>
                  </a:lnTo>
                  <a:lnTo>
                    <a:pt x="1417036" y="2672636"/>
                  </a:lnTo>
                  <a:lnTo>
                    <a:pt x="1418747" y="2543760"/>
                  </a:lnTo>
                  <a:lnTo>
                    <a:pt x="1420459" y="2394787"/>
                  </a:lnTo>
                  <a:lnTo>
                    <a:pt x="1422170" y="2273691"/>
                  </a:lnTo>
                  <a:lnTo>
                    <a:pt x="1423882" y="2109635"/>
                  </a:lnTo>
                  <a:lnTo>
                    <a:pt x="1425593" y="1994882"/>
                  </a:lnTo>
                  <a:lnTo>
                    <a:pt x="1427304" y="1901405"/>
                  </a:lnTo>
                  <a:lnTo>
                    <a:pt x="1429016" y="1754485"/>
                  </a:lnTo>
                  <a:lnTo>
                    <a:pt x="1430727" y="1680396"/>
                  </a:lnTo>
                  <a:lnTo>
                    <a:pt x="1432439" y="1793010"/>
                  </a:lnTo>
                  <a:lnTo>
                    <a:pt x="1434150" y="1955478"/>
                  </a:lnTo>
                  <a:lnTo>
                    <a:pt x="1435861" y="2010290"/>
                  </a:lnTo>
                  <a:lnTo>
                    <a:pt x="1437573" y="2137636"/>
                  </a:lnTo>
                  <a:lnTo>
                    <a:pt x="1439284" y="2330578"/>
                  </a:lnTo>
                  <a:lnTo>
                    <a:pt x="1440996" y="2397050"/>
                  </a:lnTo>
                  <a:lnTo>
                    <a:pt x="1442707" y="2239391"/>
                  </a:lnTo>
                  <a:lnTo>
                    <a:pt x="1444418" y="2047024"/>
                  </a:lnTo>
                  <a:lnTo>
                    <a:pt x="1446130" y="2074970"/>
                  </a:lnTo>
                  <a:lnTo>
                    <a:pt x="1447841" y="2138366"/>
                  </a:lnTo>
                  <a:lnTo>
                    <a:pt x="1449553" y="2166929"/>
                  </a:lnTo>
                  <a:lnTo>
                    <a:pt x="1451264" y="2192060"/>
                  </a:lnTo>
                  <a:lnTo>
                    <a:pt x="1452975" y="2270342"/>
                  </a:lnTo>
                  <a:lnTo>
                    <a:pt x="1454687" y="2380544"/>
                  </a:lnTo>
                  <a:lnTo>
                    <a:pt x="1456398" y="2374561"/>
                  </a:lnTo>
                  <a:lnTo>
                    <a:pt x="1458110" y="2307340"/>
                  </a:lnTo>
                  <a:lnTo>
                    <a:pt x="1459821" y="2184637"/>
                  </a:lnTo>
                  <a:lnTo>
                    <a:pt x="1461532" y="2162406"/>
                  </a:lnTo>
                  <a:lnTo>
                    <a:pt x="1463244" y="2175768"/>
                  </a:lnTo>
                  <a:lnTo>
                    <a:pt x="1464955" y="2242950"/>
                  </a:lnTo>
                  <a:lnTo>
                    <a:pt x="1466667" y="2304276"/>
                  </a:lnTo>
                  <a:lnTo>
                    <a:pt x="1468378" y="2293441"/>
                  </a:lnTo>
                  <a:lnTo>
                    <a:pt x="1470089" y="2296416"/>
                  </a:lnTo>
                  <a:lnTo>
                    <a:pt x="1471801" y="2223689"/>
                  </a:lnTo>
                  <a:lnTo>
                    <a:pt x="1473512" y="2196489"/>
                  </a:lnTo>
                  <a:lnTo>
                    <a:pt x="1475224" y="2206437"/>
                  </a:lnTo>
                  <a:lnTo>
                    <a:pt x="1476935" y="2235834"/>
                  </a:lnTo>
                  <a:lnTo>
                    <a:pt x="1478646" y="2351229"/>
                  </a:lnTo>
                  <a:lnTo>
                    <a:pt x="1480358" y="2485365"/>
                  </a:lnTo>
                  <a:lnTo>
                    <a:pt x="1482069" y="2681772"/>
                  </a:lnTo>
                  <a:lnTo>
                    <a:pt x="1483780" y="2770308"/>
                  </a:lnTo>
                  <a:lnTo>
                    <a:pt x="1485492" y="2685898"/>
                  </a:lnTo>
                  <a:lnTo>
                    <a:pt x="1487203" y="2581668"/>
                  </a:lnTo>
                  <a:lnTo>
                    <a:pt x="1488915" y="2536712"/>
                  </a:lnTo>
                  <a:lnTo>
                    <a:pt x="1490626" y="2588709"/>
                  </a:lnTo>
                  <a:lnTo>
                    <a:pt x="1492337" y="2611132"/>
                  </a:lnTo>
                  <a:lnTo>
                    <a:pt x="1494049" y="2635186"/>
                  </a:lnTo>
                  <a:lnTo>
                    <a:pt x="1495760" y="2722653"/>
                  </a:lnTo>
                  <a:lnTo>
                    <a:pt x="1497472" y="2820873"/>
                  </a:lnTo>
                  <a:lnTo>
                    <a:pt x="1499183" y="2784346"/>
                  </a:lnTo>
                  <a:lnTo>
                    <a:pt x="1500894" y="2691272"/>
                  </a:lnTo>
                  <a:lnTo>
                    <a:pt x="1502606" y="2591276"/>
                  </a:lnTo>
                  <a:lnTo>
                    <a:pt x="1504317" y="2629656"/>
                  </a:lnTo>
                  <a:lnTo>
                    <a:pt x="1506029" y="2639170"/>
                  </a:lnTo>
                  <a:lnTo>
                    <a:pt x="1507740" y="2602890"/>
                  </a:lnTo>
                  <a:lnTo>
                    <a:pt x="1509451" y="2601839"/>
                  </a:lnTo>
                  <a:lnTo>
                    <a:pt x="1511163" y="2562730"/>
                  </a:lnTo>
                  <a:lnTo>
                    <a:pt x="1512874" y="2607454"/>
                  </a:lnTo>
                  <a:lnTo>
                    <a:pt x="1514586" y="2627614"/>
                  </a:lnTo>
                  <a:lnTo>
                    <a:pt x="1516297" y="2709256"/>
                  </a:lnTo>
                  <a:lnTo>
                    <a:pt x="1518008" y="2741677"/>
                  </a:lnTo>
                  <a:lnTo>
                    <a:pt x="1519720" y="2766042"/>
                  </a:lnTo>
                  <a:lnTo>
                    <a:pt x="1521431" y="2812811"/>
                  </a:lnTo>
                  <a:lnTo>
                    <a:pt x="1523143" y="2736610"/>
                  </a:lnTo>
                  <a:lnTo>
                    <a:pt x="1524854" y="2687487"/>
                  </a:lnTo>
                  <a:lnTo>
                    <a:pt x="1526565" y="2616206"/>
                  </a:lnTo>
                  <a:lnTo>
                    <a:pt x="1528277" y="2505574"/>
                  </a:lnTo>
                  <a:lnTo>
                    <a:pt x="1529988" y="2483469"/>
                  </a:lnTo>
                  <a:lnTo>
                    <a:pt x="1531700" y="2461920"/>
                  </a:lnTo>
                  <a:lnTo>
                    <a:pt x="1533411" y="2529703"/>
                  </a:lnTo>
                  <a:lnTo>
                    <a:pt x="1535122" y="2526728"/>
                  </a:lnTo>
                  <a:lnTo>
                    <a:pt x="1536834" y="2603577"/>
                  </a:lnTo>
                  <a:lnTo>
                    <a:pt x="1538545" y="2748614"/>
                  </a:lnTo>
                  <a:lnTo>
                    <a:pt x="1540257" y="2741515"/>
                  </a:lnTo>
                  <a:lnTo>
                    <a:pt x="1541968" y="2809056"/>
                  </a:lnTo>
                  <a:lnTo>
                    <a:pt x="1543679" y="2848322"/>
                  </a:lnTo>
                  <a:lnTo>
                    <a:pt x="1545391" y="2873509"/>
                  </a:lnTo>
                  <a:lnTo>
                    <a:pt x="1547102" y="2876170"/>
                  </a:lnTo>
                  <a:lnTo>
                    <a:pt x="1548814" y="2909243"/>
                  </a:lnTo>
                  <a:lnTo>
                    <a:pt x="1550525" y="3076925"/>
                  </a:lnTo>
                  <a:lnTo>
                    <a:pt x="1552236" y="3116972"/>
                  </a:lnTo>
                  <a:lnTo>
                    <a:pt x="1553948" y="3116972"/>
                  </a:lnTo>
                  <a:lnTo>
                    <a:pt x="1555659" y="3116972"/>
                  </a:lnTo>
                  <a:lnTo>
                    <a:pt x="1557371" y="3116972"/>
                  </a:lnTo>
                  <a:lnTo>
                    <a:pt x="1559082" y="3116972"/>
                  </a:lnTo>
                  <a:lnTo>
                    <a:pt x="1560793" y="3116972"/>
                  </a:lnTo>
                  <a:lnTo>
                    <a:pt x="1562505" y="3116972"/>
                  </a:lnTo>
                  <a:lnTo>
                    <a:pt x="1564216" y="3116972"/>
                  </a:lnTo>
                  <a:lnTo>
                    <a:pt x="1565928" y="3116972"/>
                  </a:lnTo>
                  <a:lnTo>
                    <a:pt x="1567639" y="3116972"/>
                  </a:lnTo>
                  <a:lnTo>
                    <a:pt x="1569350" y="3116972"/>
                  </a:lnTo>
                  <a:lnTo>
                    <a:pt x="1571062" y="3116972"/>
                  </a:lnTo>
                  <a:lnTo>
                    <a:pt x="1572773" y="3116972"/>
                  </a:lnTo>
                  <a:lnTo>
                    <a:pt x="1574485" y="3116972"/>
                  </a:lnTo>
                  <a:lnTo>
                    <a:pt x="1576196" y="3116972"/>
                  </a:lnTo>
                  <a:lnTo>
                    <a:pt x="1577907" y="3116972"/>
                  </a:lnTo>
                  <a:lnTo>
                    <a:pt x="1579619" y="3116972"/>
                  </a:lnTo>
                  <a:lnTo>
                    <a:pt x="1581330" y="3116972"/>
                  </a:lnTo>
                  <a:lnTo>
                    <a:pt x="1583041" y="3116972"/>
                  </a:lnTo>
                  <a:lnTo>
                    <a:pt x="1584753" y="3116972"/>
                  </a:lnTo>
                  <a:lnTo>
                    <a:pt x="1586464" y="3116972"/>
                  </a:lnTo>
                  <a:lnTo>
                    <a:pt x="1588176" y="3116972"/>
                  </a:lnTo>
                  <a:lnTo>
                    <a:pt x="1589887" y="3116972"/>
                  </a:lnTo>
                  <a:lnTo>
                    <a:pt x="1591598" y="3116972"/>
                  </a:lnTo>
                  <a:lnTo>
                    <a:pt x="1593310" y="2954478"/>
                  </a:lnTo>
                  <a:lnTo>
                    <a:pt x="1595021" y="2849198"/>
                  </a:lnTo>
                  <a:lnTo>
                    <a:pt x="1596733" y="2830981"/>
                  </a:lnTo>
                  <a:lnTo>
                    <a:pt x="1598444" y="2893954"/>
                  </a:lnTo>
                  <a:lnTo>
                    <a:pt x="1600155" y="3035315"/>
                  </a:lnTo>
                  <a:lnTo>
                    <a:pt x="1601867" y="3116972"/>
                  </a:lnTo>
                  <a:lnTo>
                    <a:pt x="1603578" y="3116972"/>
                  </a:lnTo>
                  <a:lnTo>
                    <a:pt x="1605290" y="3116972"/>
                  </a:lnTo>
                  <a:lnTo>
                    <a:pt x="1607001" y="3116972"/>
                  </a:lnTo>
                  <a:lnTo>
                    <a:pt x="1608712" y="3116972"/>
                  </a:lnTo>
                  <a:lnTo>
                    <a:pt x="1610424" y="3116972"/>
                  </a:lnTo>
                  <a:lnTo>
                    <a:pt x="1612135" y="3116972"/>
                  </a:lnTo>
                  <a:lnTo>
                    <a:pt x="1613847" y="3116972"/>
                  </a:lnTo>
                  <a:lnTo>
                    <a:pt x="1615558" y="3116972"/>
                  </a:lnTo>
                  <a:lnTo>
                    <a:pt x="1617269" y="3116972"/>
                  </a:lnTo>
                  <a:lnTo>
                    <a:pt x="1618981" y="3116972"/>
                  </a:lnTo>
                  <a:lnTo>
                    <a:pt x="1620692" y="3116972"/>
                  </a:lnTo>
                  <a:lnTo>
                    <a:pt x="1622404" y="3116972"/>
                  </a:lnTo>
                  <a:lnTo>
                    <a:pt x="1624115" y="3116972"/>
                  </a:lnTo>
                  <a:lnTo>
                    <a:pt x="1625826" y="3116972"/>
                  </a:lnTo>
                  <a:lnTo>
                    <a:pt x="1627538" y="3049422"/>
                  </a:lnTo>
                  <a:lnTo>
                    <a:pt x="1629249" y="3014365"/>
                  </a:lnTo>
                  <a:lnTo>
                    <a:pt x="1630961" y="3066197"/>
                  </a:lnTo>
                  <a:lnTo>
                    <a:pt x="1632672" y="3111826"/>
                  </a:lnTo>
                  <a:lnTo>
                    <a:pt x="1634383" y="3114534"/>
                  </a:lnTo>
                  <a:lnTo>
                    <a:pt x="1636095" y="3116972"/>
                  </a:lnTo>
                  <a:lnTo>
                    <a:pt x="1637806" y="3116972"/>
                  </a:lnTo>
                  <a:lnTo>
                    <a:pt x="1639518" y="3116972"/>
                  </a:lnTo>
                  <a:lnTo>
                    <a:pt x="1641229" y="3116972"/>
                  </a:lnTo>
                  <a:lnTo>
                    <a:pt x="1642940" y="3116972"/>
                  </a:lnTo>
                  <a:lnTo>
                    <a:pt x="1644652" y="3116972"/>
                  </a:lnTo>
                  <a:lnTo>
                    <a:pt x="1646363" y="3116972"/>
                  </a:lnTo>
                  <a:lnTo>
                    <a:pt x="1648075" y="3116972"/>
                  </a:lnTo>
                  <a:lnTo>
                    <a:pt x="1649786" y="3067590"/>
                  </a:lnTo>
                  <a:lnTo>
                    <a:pt x="1651497" y="3058242"/>
                  </a:lnTo>
                  <a:lnTo>
                    <a:pt x="1653209" y="3058242"/>
                  </a:lnTo>
                  <a:lnTo>
                    <a:pt x="1654920" y="3058242"/>
                  </a:lnTo>
                  <a:lnTo>
                    <a:pt x="1656632" y="3069844"/>
                  </a:lnTo>
                  <a:lnTo>
                    <a:pt x="1658343" y="3105737"/>
                  </a:lnTo>
                  <a:lnTo>
                    <a:pt x="1660054" y="3116972"/>
                  </a:lnTo>
                  <a:lnTo>
                    <a:pt x="1661766" y="3116972"/>
                  </a:lnTo>
                  <a:lnTo>
                    <a:pt x="1663477" y="3116972"/>
                  </a:lnTo>
                  <a:lnTo>
                    <a:pt x="1665189" y="3116972"/>
                  </a:lnTo>
                  <a:lnTo>
                    <a:pt x="1666900" y="3116972"/>
                  </a:lnTo>
                  <a:lnTo>
                    <a:pt x="1668611" y="3116972"/>
                  </a:lnTo>
                  <a:lnTo>
                    <a:pt x="1670323" y="3116972"/>
                  </a:lnTo>
                  <a:lnTo>
                    <a:pt x="1672034" y="3116972"/>
                  </a:lnTo>
                  <a:lnTo>
                    <a:pt x="1673746" y="3116972"/>
                  </a:lnTo>
                  <a:lnTo>
                    <a:pt x="1675457" y="3116972"/>
                  </a:lnTo>
                  <a:lnTo>
                    <a:pt x="1677168" y="3116972"/>
                  </a:lnTo>
                  <a:lnTo>
                    <a:pt x="1678880" y="3084202"/>
                  </a:lnTo>
                  <a:lnTo>
                    <a:pt x="1680591" y="3058242"/>
                  </a:lnTo>
                  <a:lnTo>
                    <a:pt x="1682303" y="3048188"/>
                  </a:lnTo>
                  <a:lnTo>
                    <a:pt x="1684014" y="3006982"/>
                  </a:lnTo>
                  <a:lnTo>
                    <a:pt x="1685725" y="2981578"/>
                  </a:lnTo>
                  <a:lnTo>
                    <a:pt x="1687437" y="3011456"/>
                  </a:lnTo>
                  <a:lnTo>
                    <a:pt x="1689148" y="3026753"/>
                  </a:lnTo>
                  <a:lnTo>
                    <a:pt x="1690859" y="3026753"/>
                  </a:lnTo>
                  <a:lnTo>
                    <a:pt x="1692571" y="3036807"/>
                  </a:lnTo>
                  <a:lnTo>
                    <a:pt x="1694282" y="3071025"/>
                  </a:lnTo>
                  <a:lnTo>
                    <a:pt x="1695994" y="3042458"/>
                  </a:lnTo>
                  <a:lnTo>
                    <a:pt x="1697705" y="2980898"/>
                  </a:lnTo>
                  <a:lnTo>
                    <a:pt x="1699416" y="2951970"/>
                  </a:lnTo>
                  <a:lnTo>
                    <a:pt x="1701128" y="2919616"/>
                  </a:lnTo>
                  <a:lnTo>
                    <a:pt x="1702839" y="2899957"/>
                  </a:lnTo>
                  <a:lnTo>
                    <a:pt x="1704551" y="2875355"/>
                  </a:lnTo>
                  <a:lnTo>
                    <a:pt x="1706262" y="2929329"/>
                  </a:lnTo>
                  <a:lnTo>
                    <a:pt x="1707973" y="2961010"/>
                  </a:lnTo>
                  <a:lnTo>
                    <a:pt x="1709685" y="2974640"/>
                  </a:lnTo>
                  <a:lnTo>
                    <a:pt x="1711396" y="2984170"/>
                  </a:lnTo>
                  <a:lnTo>
                    <a:pt x="1713108" y="2949189"/>
                  </a:lnTo>
                  <a:lnTo>
                    <a:pt x="1714819" y="2964601"/>
                  </a:lnTo>
                  <a:lnTo>
                    <a:pt x="1716530" y="2964603"/>
                  </a:lnTo>
                  <a:lnTo>
                    <a:pt x="1718242" y="2964603"/>
                  </a:lnTo>
                  <a:lnTo>
                    <a:pt x="1719953" y="2964604"/>
                  </a:lnTo>
                  <a:lnTo>
                    <a:pt x="1721665" y="2987425"/>
                  </a:lnTo>
                  <a:lnTo>
                    <a:pt x="1723376" y="3042066"/>
                  </a:lnTo>
                  <a:lnTo>
                    <a:pt x="1725087" y="3058242"/>
                  </a:lnTo>
                  <a:lnTo>
                    <a:pt x="1726799" y="3058242"/>
                  </a:lnTo>
                  <a:lnTo>
                    <a:pt x="1728510" y="3058242"/>
                  </a:lnTo>
                  <a:lnTo>
                    <a:pt x="1730222" y="3058242"/>
                  </a:lnTo>
                  <a:lnTo>
                    <a:pt x="1731933" y="3061777"/>
                  </a:lnTo>
                  <a:lnTo>
                    <a:pt x="1733644" y="3045519"/>
                  </a:lnTo>
                  <a:lnTo>
                    <a:pt x="1735356" y="3021192"/>
                  </a:lnTo>
                  <a:lnTo>
                    <a:pt x="1737067" y="3021193"/>
                  </a:lnTo>
                  <a:lnTo>
                    <a:pt x="1738779" y="3039195"/>
                  </a:lnTo>
                  <a:lnTo>
                    <a:pt x="1740490" y="3072622"/>
                  </a:lnTo>
                  <a:lnTo>
                    <a:pt x="1742201" y="3104603"/>
                  </a:lnTo>
                  <a:lnTo>
                    <a:pt x="1743913" y="3116972"/>
                  </a:lnTo>
                  <a:lnTo>
                    <a:pt x="1745624" y="3116972"/>
                  </a:lnTo>
                  <a:lnTo>
                    <a:pt x="1747336" y="3116972"/>
                  </a:lnTo>
                  <a:lnTo>
                    <a:pt x="1749047" y="3116972"/>
                  </a:lnTo>
                  <a:lnTo>
                    <a:pt x="1750758" y="3116972"/>
                  </a:lnTo>
                  <a:lnTo>
                    <a:pt x="1752470" y="3116972"/>
                  </a:lnTo>
                  <a:lnTo>
                    <a:pt x="1754181" y="3116972"/>
                  </a:lnTo>
                  <a:lnTo>
                    <a:pt x="1755893" y="3116972"/>
                  </a:lnTo>
                  <a:lnTo>
                    <a:pt x="1757604" y="3018818"/>
                  </a:lnTo>
                  <a:lnTo>
                    <a:pt x="1759315" y="2947558"/>
                  </a:lnTo>
                  <a:lnTo>
                    <a:pt x="1761027" y="2892175"/>
                  </a:lnTo>
                  <a:lnTo>
                    <a:pt x="1762738" y="2878676"/>
                  </a:lnTo>
                  <a:lnTo>
                    <a:pt x="1764450" y="2913422"/>
                  </a:lnTo>
                  <a:lnTo>
                    <a:pt x="1766161" y="2962011"/>
                  </a:lnTo>
                  <a:lnTo>
                    <a:pt x="1767872" y="3012627"/>
                  </a:lnTo>
                  <a:lnTo>
                    <a:pt x="1769584" y="3039585"/>
                  </a:lnTo>
                  <a:lnTo>
                    <a:pt x="1771295" y="3116972"/>
                  </a:lnTo>
                  <a:lnTo>
                    <a:pt x="1773007" y="3116972"/>
                  </a:lnTo>
                  <a:lnTo>
                    <a:pt x="1774718" y="3116972"/>
                  </a:lnTo>
                  <a:lnTo>
                    <a:pt x="1776429" y="3116972"/>
                  </a:lnTo>
                  <a:lnTo>
                    <a:pt x="1778141" y="3116972"/>
                  </a:lnTo>
                  <a:lnTo>
                    <a:pt x="1779852" y="3116972"/>
                  </a:lnTo>
                  <a:lnTo>
                    <a:pt x="1781564" y="3116972"/>
                  </a:lnTo>
                  <a:lnTo>
                    <a:pt x="1783275" y="3034379"/>
                  </a:lnTo>
                  <a:lnTo>
                    <a:pt x="1784986" y="2887265"/>
                  </a:lnTo>
                  <a:lnTo>
                    <a:pt x="1786698" y="2843970"/>
                  </a:lnTo>
                  <a:lnTo>
                    <a:pt x="1788409" y="2850479"/>
                  </a:lnTo>
                  <a:lnTo>
                    <a:pt x="1790121" y="2867183"/>
                  </a:lnTo>
                  <a:lnTo>
                    <a:pt x="1791832" y="2876811"/>
                  </a:lnTo>
                  <a:lnTo>
                    <a:pt x="1793543" y="2925807"/>
                  </a:lnTo>
                  <a:lnTo>
                    <a:pt x="1795255" y="3017550"/>
                  </a:lnTo>
                  <a:lnTo>
                    <a:pt x="1796966" y="3058242"/>
                  </a:lnTo>
                  <a:lnTo>
                    <a:pt x="1798677" y="3057895"/>
                  </a:lnTo>
                  <a:lnTo>
                    <a:pt x="1800389" y="3000320"/>
                  </a:lnTo>
                  <a:lnTo>
                    <a:pt x="1802100" y="2967159"/>
                  </a:lnTo>
                  <a:lnTo>
                    <a:pt x="1803812" y="2967159"/>
                  </a:lnTo>
                  <a:lnTo>
                    <a:pt x="1805523" y="2967159"/>
                  </a:lnTo>
                  <a:lnTo>
                    <a:pt x="1807234" y="2967160"/>
                  </a:lnTo>
                  <a:lnTo>
                    <a:pt x="1808946" y="2991161"/>
                  </a:lnTo>
                  <a:lnTo>
                    <a:pt x="1810657" y="3074706"/>
                  </a:lnTo>
                  <a:lnTo>
                    <a:pt x="1812369" y="3081443"/>
                  </a:lnTo>
                  <a:lnTo>
                    <a:pt x="1814080" y="3090058"/>
                  </a:lnTo>
                  <a:lnTo>
                    <a:pt x="1815791" y="3116972"/>
                  </a:lnTo>
                  <a:lnTo>
                    <a:pt x="1817503" y="3116972"/>
                  </a:lnTo>
                  <a:lnTo>
                    <a:pt x="1819214" y="3116972"/>
                  </a:lnTo>
                  <a:lnTo>
                    <a:pt x="1820926" y="3116972"/>
                  </a:lnTo>
                  <a:lnTo>
                    <a:pt x="1822637" y="3116972"/>
                  </a:lnTo>
                  <a:lnTo>
                    <a:pt x="1824348" y="3116972"/>
                  </a:lnTo>
                  <a:lnTo>
                    <a:pt x="1826060" y="3116972"/>
                  </a:lnTo>
                  <a:lnTo>
                    <a:pt x="1827771" y="3116972"/>
                  </a:lnTo>
                  <a:lnTo>
                    <a:pt x="1829483" y="3116972"/>
                  </a:lnTo>
                  <a:lnTo>
                    <a:pt x="1831194" y="3116972"/>
                  </a:lnTo>
                  <a:lnTo>
                    <a:pt x="1832905" y="3064243"/>
                  </a:lnTo>
                  <a:lnTo>
                    <a:pt x="1834617" y="3080507"/>
                  </a:lnTo>
                  <a:lnTo>
                    <a:pt x="1836328" y="3095855"/>
                  </a:lnTo>
                  <a:lnTo>
                    <a:pt x="1838040" y="3099512"/>
                  </a:lnTo>
                  <a:lnTo>
                    <a:pt x="1839751" y="3115318"/>
                  </a:lnTo>
                  <a:lnTo>
                    <a:pt x="1841462" y="3094324"/>
                  </a:lnTo>
                  <a:lnTo>
                    <a:pt x="1843174" y="3095613"/>
                  </a:lnTo>
                  <a:lnTo>
                    <a:pt x="1844885" y="3050515"/>
                  </a:lnTo>
                  <a:lnTo>
                    <a:pt x="1846597" y="2908451"/>
                  </a:lnTo>
                  <a:lnTo>
                    <a:pt x="1848308" y="2843951"/>
                  </a:lnTo>
                  <a:lnTo>
                    <a:pt x="1850019" y="2739295"/>
                  </a:lnTo>
                  <a:lnTo>
                    <a:pt x="1851731" y="2724443"/>
                  </a:lnTo>
                  <a:lnTo>
                    <a:pt x="1853442" y="2705677"/>
                  </a:lnTo>
                  <a:lnTo>
                    <a:pt x="1855154" y="2712572"/>
                  </a:lnTo>
                  <a:lnTo>
                    <a:pt x="1856865" y="2830190"/>
                  </a:lnTo>
                  <a:lnTo>
                    <a:pt x="1858576" y="2840274"/>
                  </a:lnTo>
                  <a:lnTo>
                    <a:pt x="1860288" y="2799411"/>
                  </a:lnTo>
                  <a:lnTo>
                    <a:pt x="1861999" y="2613277"/>
                  </a:lnTo>
                  <a:lnTo>
                    <a:pt x="1863711" y="2433015"/>
                  </a:lnTo>
                  <a:lnTo>
                    <a:pt x="1865422" y="2348053"/>
                  </a:lnTo>
                  <a:lnTo>
                    <a:pt x="1867133" y="2226345"/>
                  </a:lnTo>
                  <a:lnTo>
                    <a:pt x="1868845" y="2123495"/>
                  </a:lnTo>
                  <a:lnTo>
                    <a:pt x="1870556" y="2148820"/>
                  </a:lnTo>
                  <a:lnTo>
                    <a:pt x="1872268" y="2221204"/>
                  </a:lnTo>
                  <a:lnTo>
                    <a:pt x="1873979" y="2235302"/>
                  </a:lnTo>
                  <a:lnTo>
                    <a:pt x="1875690" y="2249311"/>
                  </a:lnTo>
                  <a:lnTo>
                    <a:pt x="1877402" y="2380116"/>
                  </a:lnTo>
                  <a:lnTo>
                    <a:pt x="1879113" y="2489629"/>
                  </a:lnTo>
                  <a:lnTo>
                    <a:pt x="1880825" y="2557533"/>
                  </a:lnTo>
                  <a:lnTo>
                    <a:pt x="1882536" y="2663889"/>
                  </a:lnTo>
                  <a:lnTo>
                    <a:pt x="1884247" y="2785975"/>
                  </a:lnTo>
                  <a:lnTo>
                    <a:pt x="1885959" y="2870553"/>
                  </a:lnTo>
                  <a:lnTo>
                    <a:pt x="1887670" y="2866801"/>
                  </a:lnTo>
                  <a:lnTo>
                    <a:pt x="1889382" y="2878875"/>
                  </a:lnTo>
                  <a:lnTo>
                    <a:pt x="1891093" y="2872118"/>
                  </a:lnTo>
                  <a:lnTo>
                    <a:pt x="1892804" y="2788621"/>
                  </a:lnTo>
                  <a:lnTo>
                    <a:pt x="1894516" y="2713798"/>
                  </a:lnTo>
                  <a:lnTo>
                    <a:pt x="1896227" y="2604393"/>
                  </a:lnTo>
                  <a:lnTo>
                    <a:pt x="1897938" y="2547475"/>
                  </a:lnTo>
                  <a:lnTo>
                    <a:pt x="1899650" y="2550370"/>
                  </a:lnTo>
                  <a:lnTo>
                    <a:pt x="1901361" y="2550311"/>
                  </a:lnTo>
                  <a:lnTo>
                    <a:pt x="1903073" y="2608874"/>
                  </a:lnTo>
                  <a:lnTo>
                    <a:pt x="1904784" y="2640286"/>
                  </a:lnTo>
                  <a:lnTo>
                    <a:pt x="1906495" y="2630193"/>
                  </a:lnTo>
                  <a:lnTo>
                    <a:pt x="1908207" y="2533898"/>
                  </a:lnTo>
                  <a:lnTo>
                    <a:pt x="1909918" y="2370002"/>
                  </a:lnTo>
                  <a:lnTo>
                    <a:pt x="1911630" y="2272097"/>
                  </a:lnTo>
                  <a:lnTo>
                    <a:pt x="1913341" y="2337036"/>
                  </a:lnTo>
                  <a:lnTo>
                    <a:pt x="1915052" y="2442000"/>
                  </a:lnTo>
                  <a:lnTo>
                    <a:pt x="1916764" y="2542872"/>
                  </a:lnTo>
                  <a:lnTo>
                    <a:pt x="1918475" y="2559279"/>
                  </a:lnTo>
                  <a:lnTo>
                    <a:pt x="1920187" y="2639128"/>
                  </a:lnTo>
                  <a:lnTo>
                    <a:pt x="1921898" y="2698953"/>
                  </a:lnTo>
                  <a:lnTo>
                    <a:pt x="1923609" y="2582007"/>
                  </a:lnTo>
                  <a:lnTo>
                    <a:pt x="1925321" y="2501904"/>
                  </a:lnTo>
                  <a:lnTo>
                    <a:pt x="1927032" y="2457502"/>
                  </a:lnTo>
                  <a:lnTo>
                    <a:pt x="1928744" y="2625307"/>
                  </a:lnTo>
                  <a:lnTo>
                    <a:pt x="1930455" y="2810075"/>
                  </a:lnTo>
                  <a:lnTo>
                    <a:pt x="1932166" y="2909514"/>
                  </a:lnTo>
                  <a:lnTo>
                    <a:pt x="1933878" y="2988175"/>
                  </a:lnTo>
                  <a:lnTo>
                    <a:pt x="1935589" y="2995807"/>
                  </a:lnTo>
                  <a:lnTo>
                    <a:pt x="1937301" y="3011026"/>
                  </a:lnTo>
                  <a:lnTo>
                    <a:pt x="1939012" y="2940010"/>
                  </a:lnTo>
                  <a:lnTo>
                    <a:pt x="1940723" y="2728049"/>
                  </a:lnTo>
                  <a:lnTo>
                    <a:pt x="1942435" y="2622328"/>
                  </a:lnTo>
                  <a:lnTo>
                    <a:pt x="1944146" y="2620462"/>
                  </a:lnTo>
                  <a:lnTo>
                    <a:pt x="1945858" y="2644418"/>
                  </a:lnTo>
                  <a:lnTo>
                    <a:pt x="1947569" y="2694546"/>
                  </a:lnTo>
                  <a:lnTo>
                    <a:pt x="1949280" y="2738318"/>
                  </a:lnTo>
                  <a:lnTo>
                    <a:pt x="1950992" y="2878680"/>
                  </a:lnTo>
                  <a:lnTo>
                    <a:pt x="1952703" y="2966342"/>
                  </a:lnTo>
                  <a:lnTo>
                    <a:pt x="1954415" y="3009727"/>
                  </a:lnTo>
                  <a:lnTo>
                    <a:pt x="1956126" y="3058242"/>
                  </a:lnTo>
                  <a:lnTo>
                    <a:pt x="1957837" y="3058242"/>
                  </a:lnTo>
                  <a:lnTo>
                    <a:pt x="1959549" y="3058242"/>
                  </a:lnTo>
                  <a:lnTo>
                    <a:pt x="1961260" y="3058242"/>
                  </a:lnTo>
                  <a:lnTo>
                    <a:pt x="1962972" y="3058242"/>
                  </a:lnTo>
                  <a:lnTo>
                    <a:pt x="1964683" y="3058242"/>
                  </a:lnTo>
                  <a:lnTo>
                    <a:pt x="1966394" y="3058242"/>
                  </a:lnTo>
                  <a:lnTo>
                    <a:pt x="1968106" y="3058242"/>
                  </a:lnTo>
                  <a:lnTo>
                    <a:pt x="1969817" y="3058242"/>
                  </a:lnTo>
                  <a:lnTo>
                    <a:pt x="1971529" y="3058242"/>
                  </a:lnTo>
                  <a:lnTo>
                    <a:pt x="1973240" y="3058242"/>
                  </a:lnTo>
                  <a:lnTo>
                    <a:pt x="1974951" y="3058242"/>
                  </a:lnTo>
                  <a:lnTo>
                    <a:pt x="1976663" y="3058242"/>
                  </a:lnTo>
                  <a:lnTo>
                    <a:pt x="1978374" y="3058242"/>
                  </a:lnTo>
                  <a:lnTo>
                    <a:pt x="1980086" y="3058242"/>
                  </a:lnTo>
                  <a:lnTo>
                    <a:pt x="1981797" y="3058242"/>
                  </a:lnTo>
                  <a:lnTo>
                    <a:pt x="1983508" y="3058242"/>
                  </a:lnTo>
                  <a:lnTo>
                    <a:pt x="1985220" y="3058242"/>
                  </a:lnTo>
                  <a:lnTo>
                    <a:pt x="1986931" y="3058242"/>
                  </a:lnTo>
                  <a:lnTo>
                    <a:pt x="1988643" y="3058242"/>
                  </a:lnTo>
                  <a:lnTo>
                    <a:pt x="1990354" y="3058242"/>
                  </a:lnTo>
                  <a:lnTo>
                    <a:pt x="1992065" y="3058242"/>
                  </a:lnTo>
                  <a:lnTo>
                    <a:pt x="1993777" y="3058242"/>
                  </a:lnTo>
                  <a:lnTo>
                    <a:pt x="1995488" y="3058242"/>
                  </a:lnTo>
                  <a:lnTo>
                    <a:pt x="1997200" y="3058242"/>
                  </a:lnTo>
                  <a:lnTo>
                    <a:pt x="1998911" y="3058242"/>
                  </a:lnTo>
                  <a:lnTo>
                    <a:pt x="2000622" y="3058242"/>
                  </a:lnTo>
                  <a:lnTo>
                    <a:pt x="2002334" y="3058242"/>
                  </a:lnTo>
                  <a:lnTo>
                    <a:pt x="2004045" y="3044443"/>
                  </a:lnTo>
                  <a:lnTo>
                    <a:pt x="2005756" y="3000582"/>
                  </a:lnTo>
                  <a:lnTo>
                    <a:pt x="2007468" y="2974673"/>
                  </a:lnTo>
                  <a:lnTo>
                    <a:pt x="2009179" y="2936794"/>
                  </a:lnTo>
                  <a:lnTo>
                    <a:pt x="2010891" y="2863453"/>
                  </a:lnTo>
                  <a:lnTo>
                    <a:pt x="2012602" y="2843238"/>
                  </a:lnTo>
                  <a:lnTo>
                    <a:pt x="2014313" y="2810838"/>
                  </a:lnTo>
                  <a:lnTo>
                    <a:pt x="2016025" y="2870384"/>
                  </a:lnTo>
                  <a:lnTo>
                    <a:pt x="2017736" y="2872194"/>
                  </a:lnTo>
                  <a:lnTo>
                    <a:pt x="2019448" y="2850650"/>
                  </a:lnTo>
                  <a:lnTo>
                    <a:pt x="2021159" y="2911751"/>
                  </a:lnTo>
                  <a:lnTo>
                    <a:pt x="2022870" y="2919840"/>
                  </a:lnTo>
                  <a:lnTo>
                    <a:pt x="2024582" y="2969663"/>
                  </a:lnTo>
                  <a:lnTo>
                    <a:pt x="2026293" y="2974349"/>
                  </a:lnTo>
                  <a:lnTo>
                    <a:pt x="2028005" y="3016923"/>
                  </a:lnTo>
                  <a:lnTo>
                    <a:pt x="2029716" y="3044388"/>
                  </a:lnTo>
                  <a:lnTo>
                    <a:pt x="2031427" y="2952628"/>
                  </a:lnTo>
                  <a:lnTo>
                    <a:pt x="2033139" y="2841972"/>
                  </a:lnTo>
                  <a:lnTo>
                    <a:pt x="2034850" y="2802647"/>
                  </a:lnTo>
                  <a:lnTo>
                    <a:pt x="2036562" y="2752662"/>
                  </a:lnTo>
                  <a:lnTo>
                    <a:pt x="2038273" y="2650906"/>
                  </a:lnTo>
                  <a:lnTo>
                    <a:pt x="2039984" y="2573417"/>
                  </a:lnTo>
                  <a:lnTo>
                    <a:pt x="2041696" y="2650667"/>
                  </a:lnTo>
                  <a:lnTo>
                    <a:pt x="2043407" y="2800248"/>
                  </a:lnTo>
                  <a:lnTo>
                    <a:pt x="2045119" y="2812029"/>
                  </a:lnTo>
                  <a:lnTo>
                    <a:pt x="2046830" y="2803091"/>
                  </a:lnTo>
                  <a:lnTo>
                    <a:pt x="2048541" y="2906583"/>
                  </a:lnTo>
                  <a:lnTo>
                    <a:pt x="2050253" y="2987103"/>
                  </a:lnTo>
                  <a:lnTo>
                    <a:pt x="2051964" y="2873573"/>
                  </a:lnTo>
                  <a:lnTo>
                    <a:pt x="2053676" y="2803713"/>
                  </a:lnTo>
                  <a:lnTo>
                    <a:pt x="2055387" y="2873542"/>
                  </a:lnTo>
                  <a:lnTo>
                    <a:pt x="2057098" y="2874904"/>
                  </a:lnTo>
                  <a:lnTo>
                    <a:pt x="2058810" y="2763270"/>
                  </a:lnTo>
                  <a:lnTo>
                    <a:pt x="2060521" y="2713678"/>
                  </a:lnTo>
                  <a:lnTo>
                    <a:pt x="2062233" y="2802124"/>
                  </a:lnTo>
                  <a:lnTo>
                    <a:pt x="2063944" y="2789969"/>
                  </a:lnTo>
                  <a:lnTo>
                    <a:pt x="2065655" y="2727286"/>
                  </a:lnTo>
                  <a:lnTo>
                    <a:pt x="2067367" y="2704100"/>
                  </a:lnTo>
                  <a:lnTo>
                    <a:pt x="2069078" y="2770031"/>
                  </a:lnTo>
                  <a:lnTo>
                    <a:pt x="2070790" y="2803259"/>
                  </a:lnTo>
                  <a:lnTo>
                    <a:pt x="2072501" y="2824970"/>
                  </a:lnTo>
                  <a:lnTo>
                    <a:pt x="2074212" y="2908838"/>
                  </a:lnTo>
                  <a:lnTo>
                    <a:pt x="2075924" y="2956679"/>
                  </a:lnTo>
                  <a:lnTo>
                    <a:pt x="2077635" y="3034659"/>
                  </a:lnTo>
                  <a:lnTo>
                    <a:pt x="2079347" y="3054518"/>
                  </a:lnTo>
                  <a:lnTo>
                    <a:pt x="2081058" y="3056410"/>
                  </a:lnTo>
                  <a:lnTo>
                    <a:pt x="2082769" y="3017236"/>
                  </a:lnTo>
                  <a:lnTo>
                    <a:pt x="2084481" y="2943296"/>
                  </a:lnTo>
                  <a:lnTo>
                    <a:pt x="2086192" y="2872403"/>
                  </a:lnTo>
                  <a:lnTo>
                    <a:pt x="2087904" y="2845951"/>
                  </a:lnTo>
                  <a:lnTo>
                    <a:pt x="2089615" y="2838547"/>
                  </a:lnTo>
                  <a:lnTo>
                    <a:pt x="2091326" y="2836253"/>
                  </a:lnTo>
                  <a:lnTo>
                    <a:pt x="2093038" y="2806519"/>
                  </a:lnTo>
                  <a:lnTo>
                    <a:pt x="2094749" y="2713853"/>
                  </a:lnTo>
                  <a:lnTo>
                    <a:pt x="2096461" y="2641993"/>
                  </a:lnTo>
                  <a:lnTo>
                    <a:pt x="2098172" y="2594082"/>
                  </a:lnTo>
                  <a:lnTo>
                    <a:pt x="2099883" y="2556502"/>
                  </a:lnTo>
                  <a:lnTo>
                    <a:pt x="2101595" y="2588065"/>
                  </a:lnTo>
                  <a:lnTo>
                    <a:pt x="2103306" y="2721120"/>
                  </a:lnTo>
                  <a:lnTo>
                    <a:pt x="2105018" y="2847920"/>
                  </a:lnTo>
                  <a:lnTo>
                    <a:pt x="2106729" y="2863910"/>
                  </a:lnTo>
                  <a:lnTo>
                    <a:pt x="2108440" y="2815449"/>
                  </a:lnTo>
                  <a:lnTo>
                    <a:pt x="2110152" y="2786688"/>
                  </a:lnTo>
                  <a:lnTo>
                    <a:pt x="2111863" y="2758614"/>
                  </a:lnTo>
                  <a:lnTo>
                    <a:pt x="2113574" y="2673519"/>
                  </a:lnTo>
                  <a:lnTo>
                    <a:pt x="2115286" y="2638976"/>
                  </a:lnTo>
                  <a:lnTo>
                    <a:pt x="2116997" y="2722804"/>
                  </a:lnTo>
                  <a:lnTo>
                    <a:pt x="2118709" y="2826835"/>
                  </a:lnTo>
                  <a:lnTo>
                    <a:pt x="2120420" y="2835974"/>
                  </a:lnTo>
                  <a:lnTo>
                    <a:pt x="2122131" y="2781685"/>
                  </a:lnTo>
                  <a:lnTo>
                    <a:pt x="2123843" y="2776621"/>
                  </a:lnTo>
                  <a:lnTo>
                    <a:pt x="2125554" y="2856220"/>
                  </a:lnTo>
                  <a:lnTo>
                    <a:pt x="2127266" y="2879080"/>
                  </a:lnTo>
                  <a:lnTo>
                    <a:pt x="2128977" y="2828900"/>
                  </a:lnTo>
                  <a:lnTo>
                    <a:pt x="2130688" y="2762962"/>
                  </a:lnTo>
                  <a:lnTo>
                    <a:pt x="2132400" y="2692612"/>
                  </a:lnTo>
                  <a:lnTo>
                    <a:pt x="2134111" y="2565563"/>
                  </a:lnTo>
                  <a:lnTo>
                    <a:pt x="2135823" y="2413467"/>
                  </a:lnTo>
                  <a:lnTo>
                    <a:pt x="2137534" y="2303329"/>
                  </a:lnTo>
                  <a:lnTo>
                    <a:pt x="2139245" y="2195133"/>
                  </a:lnTo>
                  <a:lnTo>
                    <a:pt x="2140957" y="2208610"/>
                  </a:lnTo>
                  <a:lnTo>
                    <a:pt x="2142668" y="2325154"/>
                  </a:lnTo>
                  <a:lnTo>
                    <a:pt x="2144380" y="2471078"/>
                  </a:lnTo>
                  <a:lnTo>
                    <a:pt x="2146091" y="2529345"/>
                  </a:lnTo>
                  <a:lnTo>
                    <a:pt x="2147802" y="2542176"/>
                  </a:lnTo>
                  <a:lnTo>
                    <a:pt x="2149514" y="2639264"/>
                  </a:lnTo>
                  <a:lnTo>
                    <a:pt x="2151225" y="2738965"/>
                  </a:lnTo>
                  <a:lnTo>
                    <a:pt x="2152937" y="2779328"/>
                  </a:lnTo>
                  <a:lnTo>
                    <a:pt x="2154648" y="2756212"/>
                  </a:lnTo>
                  <a:lnTo>
                    <a:pt x="2156359" y="2795341"/>
                  </a:lnTo>
                  <a:lnTo>
                    <a:pt x="2158071" y="2881650"/>
                  </a:lnTo>
                  <a:lnTo>
                    <a:pt x="2159782" y="2944129"/>
                  </a:lnTo>
                  <a:lnTo>
                    <a:pt x="2161494" y="2966098"/>
                  </a:lnTo>
                  <a:lnTo>
                    <a:pt x="2163205" y="2915398"/>
                  </a:lnTo>
                  <a:lnTo>
                    <a:pt x="2164916" y="2831494"/>
                  </a:lnTo>
                  <a:lnTo>
                    <a:pt x="2166628" y="2756737"/>
                  </a:lnTo>
                  <a:lnTo>
                    <a:pt x="2168339" y="2775843"/>
                  </a:lnTo>
                  <a:lnTo>
                    <a:pt x="2170051" y="2753367"/>
                  </a:lnTo>
                  <a:lnTo>
                    <a:pt x="2171762" y="2660981"/>
                  </a:lnTo>
                  <a:lnTo>
                    <a:pt x="2173473" y="2662718"/>
                  </a:lnTo>
                  <a:lnTo>
                    <a:pt x="2175185" y="2755094"/>
                  </a:lnTo>
                  <a:lnTo>
                    <a:pt x="2176896" y="2782036"/>
                  </a:lnTo>
                  <a:lnTo>
                    <a:pt x="2178608" y="2643449"/>
                  </a:lnTo>
                  <a:lnTo>
                    <a:pt x="2180319" y="2554934"/>
                  </a:lnTo>
                  <a:lnTo>
                    <a:pt x="2182030" y="2636936"/>
                  </a:lnTo>
                  <a:lnTo>
                    <a:pt x="2183742" y="2695839"/>
                  </a:lnTo>
                  <a:lnTo>
                    <a:pt x="2185453" y="2743652"/>
                  </a:lnTo>
                  <a:lnTo>
                    <a:pt x="2187165" y="2761097"/>
                  </a:lnTo>
                  <a:lnTo>
                    <a:pt x="2188876" y="2760821"/>
                  </a:lnTo>
                  <a:lnTo>
                    <a:pt x="2190587" y="2790244"/>
                  </a:lnTo>
                  <a:lnTo>
                    <a:pt x="2192299" y="2753422"/>
                  </a:lnTo>
                  <a:lnTo>
                    <a:pt x="2194010" y="2720311"/>
                  </a:lnTo>
                  <a:lnTo>
                    <a:pt x="2195722" y="2724407"/>
                  </a:lnTo>
                  <a:lnTo>
                    <a:pt x="2197433" y="2775578"/>
                  </a:lnTo>
                  <a:lnTo>
                    <a:pt x="2199144" y="2857388"/>
                  </a:lnTo>
                  <a:lnTo>
                    <a:pt x="2200856" y="2825147"/>
                  </a:lnTo>
                  <a:lnTo>
                    <a:pt x="2202567" y="2696982"/>
                  </a:lnTo>
                  <a:lnTo>
                    <a:pt x="2204279" y="2627240"/>
                  </a:lnTo>
                  <a:lnTo>
                    <a:pt x="2205990" y="2631449"/>
                  </a:lnTo>
                  <a:lnTo>
                    <a:pt x="2207701" y="2646132"/>
                  </a:lnTo>
                  <a:lnTo>
                    <a:pt x="2209413" y="2665960"/>
                  </a:lnTo>
                  <a:lnTo>
                    <a:pt x="2211124" y="2678806"/>
                  </a:lnTo>
                  <a:lnTo>
                    <a:pt x="2212836" y="2683300"/>
                  </a:lnTo>
                  <a:lnTo>
                    <a:pt x="2214547" y="2639698"/>
                  </a:lnTo>
                  <a:lnTo>
                    <a:pt x="2216258" y="2536297"/>
                  </a:lnTo>
                  <a:lnTo>
                    <a:pt x="2217970" y="2426529"/>
                  </a:lnTo>
                  <a:lnTo>
                    <a:pt x="2219681" y="2338277"/>
                  </a:lnTo>
                  <a:lnTo>
                    <a:pt x="2221392" y="2328482"/>
                  </a:lnTo>
                  <a:lnTo>
                    <a:pt x="2223104" y="2329626"/>
                  </a:lnTo>
                  <a:lnTo>
                    <a:pt x="2224815" y="2367452"/>
                  </a:lnTo>
                  <a:lnTo>
                    <a:pt x="2226527" y="2391992"/>
                  </a:lnTo>
                  <a:lnTo>
                    <a:pt x="2228238" y="2421492"/>
                  </a:lnTo>
                  <a:lnTo>
                    <a:pt x="2229949" y="2518780"/>
                  </a:lnTo>
                  <a:lnTo>
                    <a:pt x="2231661" y="2529571"/>
                  </a:lnTo>
                  <a:lnTo>
                    <a:pt x="2233372" y="2520064"/>
                  </a:lnTo>
                  <a:lnTo>
                    <a:pt x="2235084" y="2505403"/>
                  </a:lnTo>
                  <a:lnTo>
                    <a:pt x="2236795" y="2539672"/>
                  </a:lnTo>
                  <a:lnTo>
                    <a:pt x="2238506" y="2627079"/>
                  </a:lnTo>
                  <a:lnTo>
                    <a:pt x="2240218" y="2557357"/>
                  </a:lnTo>
                  <a:lnTo>
                    <a:pt x="2241929" y="2529573"/>
                  </a:lnTo>
                  <a:lnTo>
                    <a:pt x="2243641" y="2559953"/>
                  </a:lnTo>
                  <a:lnTo>
                    <a:pt x="2245352" y="2595554"/>
                  </a:lnTo>
                  <a:lnTo>
                    <a:pt x="2247063" y="2647644"/>
                  </a:lnTo>
                  <a:lnTo>
                    <a:pt x="2248775" y="2649172"/>
                  </a:lnTo>
                  <a:lnTo>
                    <a:pt x="2250486" y="2689270"/>
                  </a:lnTo>
                  <a:lnTo>
                    <a:pt x="2252198" y="2775391"/>
                  </a:lnTo>
                  <a:lnTo>
                    <a:pt x="2253909" y="2869193"/>
                  </a:lnTo>
                  <a:lnTo>
                    <a:pt x="2255620" y="2941941"/>
                  </a:lnTo>
                  <a:lnTo>
                    <a:pt x="2257332" y="2930233"/>
                  </a:lnTo>
                  <a:lnTo>
                    <a:pt x="2259043" y="2906883"/>
                  </a:lnTo>
                  <a:lnTo>
                    <a:pt x="2260755" y="2897218"/>
                  </a:lnTo>
                  <a:lnTo>
                    <a:pt x="2262466" y="2857256"/>
                  </a:lnTo>
                  <a:lnTo>
                    <a:pt x="2264177" y="2877586"/>
                  </a:lnTo>
                  <a:lnTo>
                    <a:pt x="2265889" y="2867859"/>
                  </a:lnTo>
                  <a:lnTo>
                    <a:pt x="2267600" y="2820590"/>
                  </a:lnTo>
                  <a:lnTo>
                    <a:pt x="2269312" y="2787220"/>
                  </a:lnTo>
                  <a:lnTo>
                    <a:pt x="2271023" y="2812247"/>
                  </a:lnTo>
                  <a:lnTo>
                    <a:pt x="2272734" y="2836061"/>
                  </a:lnTo>
                  <a:lnTo>
                    <a:pt x="2274446" y="2841894"/>
                  </a:lnTo>
                  <a:lnTo>
                    <a:pt x="2276157" y="2756713"/>
                  </a:lnTo>
                  <a:lnTo>
                    <a:pt x="2277869" y="2726542"/>
                  </a:lnTo>
                  <a:lnTo>
                    <a:pt x="2279580" y="2757437"/>
                  </a:lnTo>
                  <a:lnTo>
                    <a:pt x="2281291" y="2750252"/>
                  </a:lnTo>
                  <a:lnTo>
                    <a:pt x="2283003" y="2790173"/>
                  </a:lnTo>
                  <a:lnTo>
                    <a:pt x="2284714" y="2790754"/>
                  </a:lnTo>
                  <a:lnTo>
                    <a:pt x="2286426" y="2888513"/>
                  </a:lnTo>
                  <a:lnTo>
                    <a:pt x="2288137" y="2902454"/>
                  </a:lnTo>
                  <a:lnTo>
                    <a:pt x="2289848" y="2866410"/>
                  </a:lnTo>
                  <a:lnTo>
                    <a:pt x="2291560" y="2850119"/>
                  </a:lnTo>
                  <a:lnTo>
                    <a:pt x="2293271" y="2786256"/>
                  </a:lnTo>
                  <a:lnTo>
                    <a:pt x="2294983" y="2768754"/>
                  </a:lnTo>
                  <a:lnTo>
                    <a:pt x="2296694" y="2736981"/>
                  </a:lnTo>
                  <a:lnTo>
                    <a:pt x="2298405" y="2782094"/>
                  </a:lnTo>
                  <a:lnTo>
                    <a:pt x="2300117" y="2833627"/>
                  </a:lnTo>
                  <a:lnTo>
                    <a:pt x="2301828" y="2859603"/>
                  </a:lnTo>
                  <a:lnTo>
                    <a:pt x="2303540" y="2899409"/>
                  </a:lnTo>
                  <a:lnTo>
                    <a:pt x="2305251" y="2881296"/>
                  </a:lnTo>
                  <a:lnTo>
                    <a:pt x="2306962" y="2879899"/>
                  </a:lnTo>
                  <a:lnTo>
                    <a:pt x="2308674" y="2860367"/>
                  </a:lnTo>
                  <a:lnTo>
                    <a:pt x="2310385" y="2818950"/>
                  </a:lnTo>
                  <a:lnTo>
                    <a:pt x="2312097" y="2684814"/>
                  </a:lnTo>
                  <a:lnTo>
                    <a:pt x="2313808" y="2504507"/>
                  </a:lnTo>
                  <a:lnTo>
                    <a:pt x="2315519" y="2403565"/>
                  </a:lnTo>
                  <a:lnTo>
                    <a:pt x="2317231" y="2354503"/>
                  </a:lnTo>
                  <a:lnTo>
                    <a:pt x="2318942" y="2271513"/>
                  </a:lnTo>
                  <a:lnTo>
                    <a:pt x="2320653" y="2143363"/>
                  </a:lnTo>
                  <a:lnTo>
                    <a:pt x="2322365" y="2075853"/>
                  </a:lnTo>
                  <a:lnTo>
                    <a:pt x="2324076" y="2020346"/>
                  </a:lnTo>
                  <a:lnTo>
                    <a:pt x="2325788" y="1867650"/>
                  </a:lnTo>
                  <a:lnTo>
                    <a:pt x="2327499" y="1674899"/>
                  </a:lnTo>
                  <a:lnTo>
                    <a:pt x="2329210" y="1577290"/>
                  </a:lnTo>
                  <a:lnTo>
                    <a:pt x="2330922" y="1584927"/>
                  </a:lnTo>
                  <a:lnTo>
                    <a:pt x="2332633" y="1640064"/>
                  </a:lnTo>
                  <a:lnTo>
                    <a:pt x="2334345" y="1793516"/>
                  </a:lnTo>
                  <a:lnTo>
                    <a:pt x="2336056" y="1990028"/>
                  </a:lnTo>
                  <a:lnTo>
                    <a:pt x="2337767" y="2124530"/>
                  </a:lnTo>
                  <a:lnTo>
                    <a:pt x="2339479" y="2144912"/>
                  </a:lnTo>
                  <a:lnTo>
                    <a:pt x="2341190" y="1997851"/>
                  </a:lnTo>
                  <a:lnTo>
                    <a:pt x="2342902" y="1934114"/>
                  </a:lnTo>
                  <a:lnTo>
                    <a:pt x="2344613" y="1886696"/>
                  </a:lnTo>
                  <a:lnTo>
                    <a:pt x="2346324" y="1885091"/>
                  </a:lnTo>
                  <a:lnTo>
                    <a:pt x="2348036" y="1958141"/>
                  </a:lnTo>
                  <a:lnTo>
                    <a:pt x="2349747" y="2084733"/>
                  </a:lnTo>
                  <a:lnTo>
                    <a:pt x="2351459" y="2344962"/>
                  </a:lnTo>
                  <a:lnTo>
                    <a:pt x="2353170" y="2527079"/>
                  </a:lnTo>
                  <a:lnTo>
                    <a:pt x="2354881" y="2653775"/>
                  </a:lnTo>
                  <a:lnTo>
                    <a:pt x="2356593" y="2723487"/>
                  </a:lnTo>
                  <a:lnTo>
                    <a:pt x="2358304" y="2736319"/>
                  </a:lnTo>
                  <a:lnTo>
                    <a:pt x="2360016" y="2743326"/>
                  </a:lnTo>
                  <a:lnTo>
                    <a:pt x="2361727" y="2792341"/>
                  </a:lnTo>
                  <a:lnTo>
                    <a:pt x="2363438" y="2868447"/>
                  </a:lnTo>
                  <a:lnTo>
                    <a:pt x="2365150" y="2913443"/>
                  </a:lnTo>
                  <a:lnTo>
                    <a:pt x="2366861" y="2967409"/>
                  </a:lnTo>
                  <a:lnTo>
                    <a:pt x="2368573" y="3034102"/>
                  </a:lnTo>
                  <a:lnTo>
                    <a:pt x="2370284" y="3098645"/>
                  </a:lnTo>
                  <a:lnTo>
                    <a:pt x="2371995" y="3085374"/>
                  </a:lnTo>
                  <a:lnTo>
                    <a:pt x="2373707" y="3036513"/>
                  </a:lnTo>
                  <a:lnTo>
                    <a:pt x="2375418" y="2936601"/>
                  </a:lnTo>
                  <a:lnTo>
                    <a:pt x="2377130" y="2830996"/>
                  </a:lnTo>
                  <a:lnTo>
                    <a:pt x="2378841" y="2812347"/>
                  </a:lnTo>
                  <a:lnTo>
                    <a:pt x="2380552" y="2812349"/>
                  </a:lnTo>
                  <a:lnTo>
                    <a:pt x="2382264" y="2812350"/>
                  </a:lnTo>
                  <a:lnTo>
                    <a:pt x="2383975" y="2864430"/>
                  </a:lnTo>
                  <a:lnTo>
                    <a:pt x="2385687" y="3025396"/>
                  </a:lnTo>
                  <a:lnTo>
                    <a:pt x="2387398" y="3116972"/>
                  </a:lnTo>
                  <a:lnTo>
                    <a:pt x="2389109" y="3116972"/>
                  </a:lnTo>
                  <a:lnTo>
                    <a:pt x="2390821" y="3034398"/>
                  </a:lnTo>
                  <a:lnTo>
                    <a:pt x="2392532" y="2987258"/>
                  </a:lnTo>
                  <a:lnTo>
                    <a:pt x="2394244" y="2956907"/>
                  </a:lnTo>
                  <a:lnTo>
                    <a:pt x="2395955" y="2920201"/>
                  </a:lnTo>
                  <a:lnTo>
                    <a:pt x="2397666" y="2936662"/>
                  </a:lnTo>
                  <a:lnTo>
                    <a:pt x="2399378" y="2855283"/>
                  </a:lnTo>
                  <a:lnTo>
                    <a:pt x="2401089" y="2787391"/>
                  </a:lnTo>
                  <a:lnTo>
                    <a:pt x="2402801" y="2797793"/>
                  </a:lnTo>
                  <a:lnTo>
                    <a:pt x="2404512" y="2810671"/>
                  </a:lnTo>
                  <a:lnTo>
                    <a:pt x="2406223" y="2743510"/>
                  </a:lnTo>
                  <a:lnTo>
                    <a:pt x="2407935" y="2637710"/>
                  </a:lnTo>
                  <a:lnTo>
                    <a:pt x="2409646" y="2652256"/>
                  </a:lnTo>
                  <a:lnTo>
                    <a:pt x="2411358" y="2774794"/>
                  </a:lnTo>
                  <a:lnTo>
                    <a:pt x="2413069" y="2811535"/>
                  </a:lnTo>
                  <a:lnTo>
                    <a:pt x="2414780" y="2726673"/>
                  </a:lnTo>
                  <a:lnTo>
                    <a:pt x="2416492" y="2694569"/>
                  </a:lnTo>
                  <a:lnTo>
                    <a:pt x="2418203" y="2747818"/>
                  </a:lnTo>
                  <a:lnTo>
                    <a:pt x="2419915" y="2794280"/>
                  </a:lnTo>
                  <a:lnTo>
                    <a:pt x="2421626" y="2776363"/>
                  </a:lnTo>
                  <a:lnTo>
                    <a:pt x="2423337" y="2735384"/>
                  </a:lnTo>
                  <a:lnTo>
                    <a:pt x="2425049" y="2807370"/>
                  </a:lnTo>
                  <a:lnTo>
                    <a:pt x="2426760" y="2882285"/>
                  </a:lnTo>
                  <a:lnTo>
                    <a:pt x="2428471" y="2909136"/>
                  </a:lnTo>
                  <a:lnTo>
                    <a:pt x="2430183" y="2955017"/>
                  </a:lnTo>
                  <a:lnTo>
                    <a:pt x="2431894" y="2947295"/>
                  </a:lnTo>
                  <a:lnTo>
                    <a:pt x="2433606" y="2910547"/>
                  </a:lnTo>
                  <a:lnTo>
                    <a:pt x="2435317" y="2880874"/>
                  </a:lnTo>
                  <a:lnTo>
                    <a:pt x="2437028" y="2837489"/>
                  </a:lnTo>
                  <a:lnTo>
                    <a:pt x="2438740" y="2788468"/>
                  </a:lnTo>
                  <a:lnTo>
                    <a:pt x="2440451" y="2759813"/>
                  </a:lnTo>
                  <a:lnTo>
                    <a:pt x="2442163" y="2761887"/>
                  </a:lnTo>
                  <a:lnTo>
                    <a:pt x="2443874" y="2821277"/>
                  </a:lnTo>
                  <a:lnTo>
                    <a:pt x="2445585" y="2850949"/>
                  </a:lnTo>
                  <a:lnTo>
                    <a:pt x="2447297" y="2894337"/>
                  </a:lnTo>
                  <a:lnTo>
                    <a:pt x="2449008" y="2941201"/>
                  </a:lnTo>
                  <a:lnTo>
                    <a:pt x="2450720" y="2913570"/>
                  </a:lnTo>
                  <a:lnTo>
                    <a:pt x="2452431" y="2935081"/>
                  </a:lnTo>
                  <a:lnTo>
                    <a:pt x="2454142" y="2936611"/>
                  </a:lnTo>
                  <a:lnTo>
                    <a:pt x="2455854" y="2936611"/>
                  </a:lnTo>
                  <a:lnTo>
                    <a:pt x="2457565" y="2943090"/>
                  </a:lnTo>
                  <a:lnTo>
                    <a:pt x="2459277" y="2969755"/>
                  </a:lnTo>
                  <a:lnTo>
                    <a:pt x="2460988" y="2962366"/>
                  </a:lnTo>
                  <a:lnTo>
                    <a:pt x="2462699" y="2830034"/>
                  </a:lnTo>
                  <a:lnTo>
                    <a:pt x="2464411" y="2708885"/>
                  </a:lnTo>
                  <a:lnTo>
                    <a:pt x="2466122" y="2619218"/>
                  </a:lnTo>
                  <a:lnTo>
                    <a:pt x="2467834" y="2574368"/>
                  </a:lnTo>
                  <a:lnTo>
                    <a:pt x="2469545" y="2536251"/>
                  </a:lnTo>
                  <a:lnTo>
                    <a:pt x="2471256" y="2543640"/>
                  </a:lnTo>
                  <a:lnTo>
                    <a:pt x="2472968" y="2675698"/>
                  </a:lnTo>
                  <a:lnTo>
                    <a:pt x="2474679" y="2793028"/>
                  </a:lnTo>
                  <a:lnTo>
                    <a:pt x="2476391" y="2832528"/>
                  </a:lnTo>
                  <a:lnTo>
                    <a:pt x="2478102" y="2744757"/>
                  </a:lnTo>
                  <a:lnTo>
                    <a:pt x="2479813" y="2728583"/>
                  </a:lnTo>
                  <a:lnTo>
                    <a:pt x="2481525" y="2807119"/>
                  </a:lnTo>
                  <a:lnTo>
                    <a:pt x="2483236" y="2844382"/>
                  </a:lnTo>
                  <a:lnTo>
                    <a:pt x="2484948" y="2827634"/>
                  </a:lnTo>
                  <a:lnTo>
                    <a:pt x="2486659" y="2801290"/>
                  </a:lnTo>
                  <a:lnTo>
                    <a:pt x="2488370" y="2897863"/>
                  </a:lnTo>
                  <a:lnTo>
                    <a:pt x="2490082" y="2898910"/>
                  </a:lnTo>
                  <a:lnTo>
                    <a:pt x="2491793" y="2820863"/>
                  </a:lnTo>
                  <a:lnTo>
                    <a:pt x="2493505" y="2792598"/>
                  </a:lnTo>
                  <a:lnTo>
                    <a:pt x="2495216" y="2805154"/>
                  </a:lnTo>
                  <a:lnTo>
                    <a:pt x="2496927" y="2866595"/>
                  </a:lnTo>
                  <a:lnTo>
                    <a:pt x="2498639" y="2817918"/>
                  </a:lnTo>
                  <a:lnTo>
                    <a:pt x="2500350" y="2752503"/>
                  </a:lnTo>
                  <a:lnTo>
                    <a:pt x="2502062" y="2759556"/>
                  </a:lnTo>
                  <a:lnTo>
                    <a:pt x="2503773" y="2728321"/>
                  </a:lnTo>
                  <a:lnTo>
                    <a:pt x="2505484" y="2669416"/>
                  </a:lnTo>
                  <a:lnTo>
                    <a:pt x="2507196" y="2561659"/>
                  </a:lnTo>
                  <a:lnTo>
                    <a:pt x="2508907" y="2617159"/>
                  </a:lnTo>
                  <a:lnTo>
                    <a:pt x="2510619" y="2636984"/>
                  </a:lnTo>
                  <a:lnTo>
                    <a:pt x="2512330" y="2664170"/>
                  </a:lnTo>
                  <a:lnTo>
                    <a:pt x="2514041" y="2749267"/>
                  </a:lnTo>
                  <a:lnTo>
                    <a:pt x="2515753" y="2822451"/>
                  </a:lnTo>
                  <a:lnTo>
                    <a:pt x="2517464" y="2968830"/>
                  </a:lnTo>
                  <a:lnTo>
                    <a:pt x="2519176" y="2998567"/>
                  </a:lnTo>
                  <a:lnTo>
                    <a:pt x="2520887" y="3048455"/>
                  </a:lnTo>
                  <a:lnTo>
                    <a:pt x="2522598" y="2981219"/>
                  </a:lnTo>
                  <a:lnTo>
                    <a:pt x="2524310" y="2850099"/>
                  </a:lnTo>
                  <a:lnTo>
                    <a:pt x="2526021" y="2780005"/>
                  </a:lnTo>
                  <a:lnTo>
                    <a:pt x="2527733" y="2745418"/>
                  </a:lnTo>
                  <a:lnTo>
                    <a:pt x="2529444" y="2749190"/>
                  </a:lnTo>
                  <a:lnTo>
                    <a:pt x="2531155" y="2722229"/>
                  </a:lnTo>
                  <a:lnTo>
                    <a:pt x="2532867" y="2718868"/>
                  </a:lnTo>
                  <a:lnTo>
                    <a:pt x="2534578" y="2764670"/>
                  </a:lnTo>
                  <a:lnTo>
                    <a:pt x="2536289" y="2771405"/>
                  </a:lnTo>
                  <a:lnTo>
                    <a:pt x="2538001" y="2739065"/>
                  </a:lnTo>
                  <a:lnTo>
                    <a:pt x="2539712" y="2615396"/>
                  </a:lnTo>
                  <a:lnTo>
                    <a:pt x="2541424" y="2559800"/>
                  </a:lnTo>
                  <a:lnTo>
                    <a:pt x="2543135" y="2654859"/>
                  </a:lnTo>
                  <a:lnTo>
                    <a:pt x="2544846" y="2721195"/>
                  </a:lnTo>
                  <a:lnTo>
                    <a:pt x="2546558" y="2747599"/>
                  </a:lnTo>
                  <a:lnTo>
                    <a:pt x="2548269" y="2663227"/>
                  </a:lnTo>
                  <a:lnTo>
                    <a:pt x="2549981" y="2687666"/>
                  </a:lnTo>
                  <a:lnTo>
                    <a:pt x="2551692" y="2745130"/>
                  </a:lnTo>
                  <a:lnTo>
                    <a:pt x="2553403" y="2706773"/>
                  </a:lnTo>
                  <a:lnTo>
                    <a:pt x="2555115" y="2704430"/>
                  </a:lnTo>
                  <a:lnTo>
                    <a:pt x="2556826" y="2751927"/>
                  </a:lnTo>
                  <a:lnTo>
                    <a:pt x="2558538" y="2873498"/>
                  </a:lnTo>
                  <a:lnTo>
                    <a:pt x="2560249" y="2881326"/>
                  </a:lnTo>
                  <a:lnTo>
                    <a:pt x="2561960" y="2828683"/>
                  </a:lnTo>
                  <a:lnTo>
                    <a:pt x="2563672" y="2724096"/>
                  </a:lnTo>
                  <a:lnTo>
                    <a:pt x="2565383" y="2562776"/>
                  </a:lnTo>
                  <a:lnTo>
                    <a:pt x="2567095" y="2519518"/>
                  </a:lnTo>
                  <a:lnTo>
                    <a:pt x="2568806" y="2512937"/>
                  </a:lnTo>
                  <a:lnTo>
                    <a:pt x="2570517" y="2585098"/>
                  </a:lnTo>
                  <a:lnTo>
                    <a:pt x="2572229" y="2637193"/>
                  </a:lnTo>
                  <a:lnTo>
                    <a:pt x="2573940" y="2732828"/>
                  </a:lnTo>
                  <a:lnTo>
                    <a:pt x="2575652" y="2801178"/>
                  </a:lnTo>
                  <a:lnTo>
                    <a:pt x="2577363" y="2779326"/>
                  </a:lnTo>
                  <a:lnTo>
                    <a:pt x="2579074" y="2747952"/>
                  </a:lnTo>
                  <a:lnTo>
                    <a:pt x="2580786" y="2678571"/>
                  </a:lnTo>
                  <a:lnTo>
                    <a:pt x="2582497" y="2604465"/>
                  </a:lnTo>
                  <a:lnTo>
                    <a:pt x="2584209" y="2571161"/>
                  </a:lnTo>
                  <a:lnTo>
                    <a:pt x="2585920" y="2612344"/>
                  </a:lnTo>
                  <a:lnTo>
                    <a:pt x="2587631" y="2668061"/>
                  </a:lnTo>
                  <a:lnTo>
                    <a:pt x="2589343" y="2682776"/>
                  </a:lnTo>
                  <a:lnTo>
                    <a:pt x="2591054" y="2598346"/>
                  </a:lnTo>
                  <a:lnTo>
                    <a:pt x="2592766" y="2604890"/>
                  </a:lnTo>
                  <a:lnTo>
                    <a:pt x="2594477" y="2667779"/>
                  </a:lnTo>
                  <a:lnTo>
                    <a:pt x="2596188" y="2673618"/>
                  </a:lnTo>
                  <a:lnTo>
                    <a:pt x="2597900" y="2637710"/>
                  </a:lnTo>
                  <a:lnTo>
                    <a:pt x="2599611" y="2626219"/>
                  </a:lnTo>
                  <a:lnTo>
                    <a:pt x="2601323" y="2802042"/>
                  </a:lnTo>
                  <a:lnTo>
                    <a:pt x="2603034" y="2969375"/>
                  </a:lnTo>
                  <a:lnTo>
                    <a:pt x="2604745" y="2990211"/>
                  </a:lnTo>
                  <a:lnTo>
                    <a:pt x="2606457" y="2975904"/>
                  </a:lnTo>
                  <a:lnTo>
                    <a:pt x="2608168" y="2973439"/>
                  </a:lnTo>
                  <a:lnTo>
                    <a:pt x="2609880" y="2901633"/>
                  </a:lnTo>
                  <a:lnTo>
                    <a:pt x="2611591" y="2800698"/>
                  </a:lnTo>
                  <a:lnTo>
                    <a:pt x="2613302" y="2635195"/>
                  </a:lnTo>
                  <a:lnTo>
                    <a:pt x="2615014" y="2459942"/>
                  </a:lnTo>
                  <a:lnTo>
                    <a:pt x="2616725" y="2447140"/>
                  </a:lnTo>
                  <a:lnTo>
                    <a:pt x="2618437" y="2480369"/>
                  </a:lnTo>
                  <a:lnTo>
                    <a:pt x="2620148" y="2512458"/>
                  </a:lnTo>
                  <a:lnTo>
                    <a:pt x="2621859" y="2524172"/>
                  </a:lnTo>
                  <a:lnTo>
                    <a:pt x="2623571" y="2611907"/>
                  </a:lnTo>
                  <a:lnTo>
                    <a:pt x="2625282" y="2710135"/>
                  </a:lnTo>
                  <a:lnTo>
                    <a:pt x="2626994" y="2692409"/>
                  </a:lnTo>
                  <a:lnTo>
                    <a:pt x="2628705" y="2619391"/>
                  </a:lnTo>
                  <a:lnTo>
                    <a:pt x="2630416" y="2614662"/>
                  </a:lnTo>
                  <a:lnTo>
                    <a:pt x="2632128" y="2527244"/>
                  </a:lnTo>
                  <a:lnTo>
                    <a:pt x="2633839" y="2420389"/>
                  </a:lnTo>
                  <a:lnTo>
                    <a:pt x="2635550" y="2365475"/>
                  </a:lnTo>
                  <a:lnTo>
                    <a:pt x="2637262" y="2263010"/>
                  </a:lnTo>
                  <a:lnTo>
                    <a:pt x="2638973" y="2216629"/>
                  </a:lnTo>
                  <a:lnTo>
                    <a:pt x="2640685" y="2275435"/>
                  </a:lnTo>
                  <a:lnTo>
                    <a:pt x="2642396" y="2445220"/>
                  </a:lnTo>
                  <a:lnTo>
                    <a:pt x="2644107" y="2585369"/>
                  </a:lnTo>
                  <a:lnTo>
                    <a:pt x="2645819" y="2686388"/>
                  </a:lnTo>
                  <a:lnTo>
                    <a:pt x="2647530" y="2749063"/>
                  </a:lnTo>
                  <a:lnTo>
                    <a:pt x="2649242" y="2712969"/>
                  </a:lnTo>
                  <a:lnTo>
                    <a:pt x="2650953" y="2638089"/>
                  </a:lnTo>
                  <a:lnTo>
                    <a:pt x="2652664" y="2631378"/>
                  </a:lnTo>
                  <a:lnTo>
                    <a:pt x="2654376" y="2501209"/>
                  </a:lnTo>
                  <a:lnTo>
                    <a:pt x="2656087" y="2341908"/>
                  </a:lnTo>
                  <a:lnTo>
                    <a:pt x="2657799" y="2326333"/>
                  </a:lnTo>
                  <a:lnTo>
                    <a:pt x="2659510" y="2424472"/>
                  </a:lnTo>
                  <a:lnTo>
                    <a:pt x="2661221" y="2525904"/>
                  </a:lnTo>
                  <a:lnTo>
                    <a:pt x="2662933" y="2525938"/>
                  </a:lnTo>
                  <a:lnTo>
                    <a:pt x="2664644" y="2622069"/>
                  </a:lnTo>
                  <a:lnTo>
                    <a:pt x="2666356" y="2701382"/>
                  </a:lnTo>
                  <a:lnTo>
                    <a:pt x="2668067" y="2739422"/>
                  </a:lnTo>
                  <a:lnTo>
                    <a:pt x="2669778" y="2774858"/>
                  </a:lnTo>
                  <a:lnTo>
                    <a:pt x="2671490" y="2743865"/>
                  </a:lnTo>
                  <a:lnTo>
                    <a:pt x="2673201" y="2675394"/>
                  </a:lnTo>
                  <a:lnTo>
                    <a:pt x="2674913" y="2586296"/>
                  </a:lnTo>
                  <a:lnTo>
                    <a:pt x="2676624" y="2578105"/>
                  </a:lnTo>
                  <a:lnTo>
                    <a:pt x="2678335" y="2603152"/>
                  </a:lnTo>
                  <a:lnTo>
                    <a:pt x="2680047" y="2555171"/>
                  </a:lnTo>
                  <a:lnTo>
                    <a:pt x="2681758" y="2483562"/>
                  </a:lnTo>
                  <a:lnTo>
                    <a:pt x="2683470" y="2417500"/>
                  </a:lnTo>
                  <a:lnTo>
                    <a:pt x="2685181" y="2325795"/>
                  </a:lnTo>
                  <a:lnTo>
                    <a:pt x="2686892" y="2141292"/>
                  </a:lnTo>
                  <a:lnTo>
                    <a:pt x="2688604" y="1921303"/>
                  </a:lnTo>
                  <a:lnTo>
                    <a:pt x="2690315" y="1813747"/>
                  </a:lnTo>
                  <a:lnTo>
                    <a:pt x="2692027" y="1754895"/>
                  </a:lnTo>
                  <a:lnTo>
                    <a:pt x="2693738" y="1698948"/>
                  </a:lnTo>
                  <a:lnTo>
                    <a:pt x="2695449" y="1721574"/>
                  </a:lnTo>
                  <a:lnTo>
                    <a:pt x="2697161" y="1851876"/>
                  </a:lnTo>
                  <a:lnTo>
                    <a:pt x="2698872" y="2004976"/>
                  </a:lnTo>
                  <a:lnTo>
                    <a:pt x="2700584" y="2082819"/>
                  </a:lnTo>
                  <a:lnTo>
                    <a:pt x="2702295" y="2135192"/>
                  </a:lnTo>
                  <a:lnTo>
                    <a:pt x="2704006" y="2162999"/>
                  </a:lnTo>
                  <a:lnTo>
                    <a:pt x="2705718" y="2161126"/>
                  </a:lnTo>
                  <a:lnTo>
                    <a:pt x="2707429" y="2121526"/>
                  </a:lnTo>
                  <a:lnTo>
                    <a:pt x="2709141" y="2136278"/>
                  </a:lnTo>
                  <a:lnTo>
                    <a:pt x="2710852" y="2190715"/>
                  </a:lnTo>
                  <a:lnTo>
                    <a:pt x="2712563" y="2219191"/>
                  </a:lnTo>
                  <a:lnTo>
                    <a:pt x="2714275" y="2258577"/>
                  </a:lnTo>
                  <a:lnTo>
                    <a:pt x="2715986" y="2335084"/>
                  </a:lnTo>
                  <a:lnTo>
                    <a:pt x="2717698" y="2472434"/>
                  </a:lnTo>
                  <a:lnTo>
                    <a:pt x="2719409" y="2562536"/>
                  </a:lnTo>
                  <a:lnTo>
                    <a:pt x="2721120" y="2622250"/>
                  </a:lnTo>
                  <a:lnTo>
                    <a:pt x="2722832" y="2702855"/>
                  </a:lnTo>
                  <a:lnTo>
                    <a:pt x="2724543" y="2849690"/>
                  </a:lnTo>
                  <a:lnTo>
                    <a:pt x="2726255" y="2997238"/>
                  </a:lnTo>
                  <a:lnTo>
                    <a:pt x="2727966" y="3000562"/>
                  </a:lnTo>
                  <a:lnTo>
                    <a:pt x="2729677" y="2965551"/>
                  </a:lnTo>
                  <a:lnTo>
                    <a:pt x="2731389" y="2945623"/>
                  </a:lnTo>
                  <a:lnTo>
                    <a:pt x="2733100" y="2945625"/>
                  </a:lnTo>
                  <a:lnTo>
                    <a:pt x="2734812" y="2922079"/>
                  </a:lnTo>
                  <a:lnTo>
                    <a:pt x="2736523" y="2886886"/>
                  </a:lnTo>
                  <a:lnTo>
                    <a:pt x="2738234" y="2957187"/>
                  </a:lnTo>
                  <a:lnTo>
                    <a:pt x="2739946" y="3038313"/>
                  </a:lnTo>
                  <a:lnTo>
                    <a:pt x="2741657" y="3054150"/>
                  </a:lnTo>
                  <a:lnTo>
                    <a:pt x="2743368" y="2979194"/>
                  </a:lnTo>
                  <a:lnTo>
                    <a:pt x="2745080" y="2813949"/>
                  </a:lnTo>
                  <a:lnTo>
                    <a:pt x="2746791" y="2691167"/>
                  </a:lnTo>
                  <a:lnTo>
                    <a:pt x="2748503" y="2612578"/>
                  </a:lnTo>
                  <a:lnTo>
                    <a:pt x="2750214" y="2539942"/>
                  </a:lnTo>
                  <a:lnTo>
                    <a:pt x="2751925" y="2507276"/>
                  </a:lnTo>
                  <a:lnTo>
                    <a:pt x="2753637" y="2501213"/>
                  </a:lnTo>
                  <a:lnTo>
                    <a:pt x="2755348" y="2599697"/>
                  </a:lnTo>
                  <a:lnTo>
                    <a:pt x="2757060" y="2605775"/>
                  </a:lnTo>
                  <a:lnTo>
                    <a:pt x="2758771" y="2636919"/>
                  </a:lnTo>
                  <a:lnTo>
                    <a:pt x="2760482" y="2605569"/>
                  </a:lnTo>
                  <a:lnTo>
                    <a:pt x="2762194" y="2511188"/>
                  </a:lnTo>
                  <a:lnTo>
                    <a:pt x="2763905" y="2437217"/>
                  </a:lnTo>
                  <a:lnTo>
                    <a:pt x="2765617" y="2394277"/>
                  </a:lnTo>
                  <a:lnTo>
                    <a:pt x="2767328" y="2437551"/>
                  </a:lnTo>
                  <a:lnTo>
                    <a:pt x="2769039" y="2378945"/>
                  </a:lnTo>
                  <a:lnTo>
                    <a:pt x="2770751" y="2387115"/>
                  </a:lnTo>
                  <a:lnTo>
                    <a:pt x="2772462" y="2539171"/>
                  </a:lnTo>
                  <a:lnTo>
                    <a:pt x="2774174" y="2710528"/>
                  </a:lnTo>
                  <a:lnTo>
                    <a:pt x="2775885" y="2820228"/>
                  </a:lnTo>
                  <a:lnTo>
                    <a:pt x="2777596" y="2861250"/>
                  </a:lnTo>
                  <a:lnTo>
                    <a:pt x="2779308" y="2953835"/>
                  </a:lnTo>
                  <a:lnTo>
                    <a:pt x="2781019" y="3062161"/>
                  </a:lnTo>
                  <a:lnTo>
                    <a:pt x="2782731" y="3012396"/>
                  </a:lnTo>
                  <a:lnTo>
                    <a:pt x="2784442" y="2945694"/>
                  </a:lnTo>
                  <a:lnTo>
                    <a:pt x="2786153" y="2914445"/>
                  </a:lnTo>
                  <a:lnTo>
                    <a:pt x="2787865" y="2833803"/>
                  </a:lnTo>
                  <a:lnTo>
                    <a:pt x="2789576" y="2661386"/>
                  </a:lnTo>
                  <a:lnTo>
                    <a:pt x="2791288" y="2512901"/>
                  </a:lnTo>
                  <a:lnTo>
                    <a:pt x="2792999" y="2494605"/>
                  </a:lnTo>
                  <a:lnTo>
                    <a:pt x="2794710" y="2539073"/>
                  </a:lnTo>
                  <a:lnTo>
                    <a:pt x="2796422" y="2580252"/>
                  </a:lnTo>
                  <a:lnTo>
                    <a:pt x="2798133" y="2680079"/>
                  </a:lnTo>
                  <a:lnTo>
                    <a:pt x="2799845" y="2781127"/>
                  </a:lnTo>
                  <a:lnTo>
                    <a:pt x="2801556" y="2804718"/>
                  </a:lnTo>
                  <a:lnTo>
                    <a:pt x="2803267" y="2825276"/>
                  </a:lnTo>
                  <a:lnTo>
                    <a:pt x="2804979" y="2831148"/>
                  </a:lnTo>
                  <a:lnTo>
                    <a:pt x="2806690" y="2823434"/>
                  </a:lnTo>
                  <a:lnTo>
                    <a:pt x="2808402" y="2780479"/>
                  </a:lnTo>
                  <a:lnTo>
                    <a:pt x="2810113" y="2762021"/>
                  </a:lnTo>
                  <a:lnTo>
                    <a:pt x="2811824" y="2821366"/>
                  </a:lnTo>
                  <a:lnTo>
                    <a:pt x="2813536" y="2812865"/>
                  </a:lnTo>
                  <a:lnTo>
                    <a:pt x="2815247" y="2807913"/>
                  </a:lnTo>
                  <a:lnTo>
                    <a:pt x="2816959" y="2766545"/>
                  </a:lnTo>
                  <a:lnTo>
                    <a:pt x="2818670" y="2796490"/>
                  </a:lnTo>
                  <a:lnTo>
                    <a:pt x="2820381" y="2910090"/>
                  </a:lnTo>
                  <a:lnTo>
                    <a:pt x="2822093" y="2957233"/>
                  </a:lnTo>
                  <a:lnTo>
                    <a:pt x="2823804" y="2973082"/>
                  </a:lnTo>
                  <a:lnTo>
                    <a:pt x="2825516" y="2889563"/>
                  </a:lnTo>
                  <a:lnTo>
                    <a:pt x="2827227" y="2766756"/>
                  </a:lnTo>
                  <a:lnTo>
                    <a:pt x="2828938" y="2662874"/>
                  </a:lnTo>
                  <a:lnTo>
                    <a:pt x="2830650" y="2511915"/>
                  </a:lnTo>
                  <a:lnTo>
                    <a:pt x="2832361" y="2405373"/>
                  </a:lnTo>
                  <a:lnTo>
                    <a:pt x="2834073" y="2368652"/>
                  </a:lnTo>
                  <a:lnTo>
                    <a:pt x="2835784" y="2376777"/>
                  </a:lnTo>
                  <a:lnTo>
                    <a:pt x="2837495" y="2345252"/>
                  </a:lnTo>
                  <a:lnTo>
                    <a:pt x="2839207" y="2221191"/>
                  </a:lnTo>
                  <a:lnTo>
                    <a:pt x="2840918" y="2220583"/>
                  </a:lnTo>
                  <a:lnTo>
                    <a:pt x="2842630" y="2213774"/>
                  </a:lnTo>
                  <a:lnTo>
                    <a:pt x="2844341" y="2068505"/>
                  </a:lnTo>
                  <a:lnTo>
                    <a:pt x="2846052" y="1952970"/>
                  </a:lnTo>
                  <a:lnTo>
                    <a:pt x="2847764" y="2002993"/>
                  </a:lnTo>
                  <a:lnTo>
                    <a:pt x="2849475" y="2144530"/>
                  </a:lnTo>
                  <a:lnTo>
                    <a:pt x="2851186" y="2166740"/>
                  </a:lnTo>
                  <a:lnTo>
                    <a:pt x="2852898" y="2152745"/>
                  </a:lnTo>
                  <a:lnTo>
                    <a:pt x="2854609" y="2274888"/>
                  </a:lnTo>
                  <a:lnTo>
                    <a:pt x="2856321" y="2416385"/>
                  </a:lnTo>
                  <a:lnTo>
                    <a:pt x="2858032" y="2493678"/>
                  </a:lnTo>
                  <a:lnTo>
                    <a:pt x="2859743" y="2490969"/>
                  </a:lnTo>
                  <a:lnTo>
                    <a:pt x="2861455" y="2527476"/>
                  </a:lnTo>
                  <a:lnTo>
                    <a:pt x="2863166" y="2541491"/>
                  </a:lnTo>
                  <a:lnTo>
                    <a:pt x="2864878" y="2449658"/>
                  </a:lnTo>
                  <a:lnTo>
                    <a:pt x="2866589" y="2246127"/>
                  </a:lnTo>
                  <a:lnTo>
                    <a:pt x="2868300" y="2066879"/>
                  </a:lnTo>
                  <a:lnTo>
                    <a:pt x="2870012" y="2020278"/>
                  </a:lnTo>
                  <a:lnTo>
                    <a:pt x="2871723" y="1941694"/>
                  </a:lnTo>
                  <a:lnTo>
                    <a:pt x="2873435" y="1839112"/>
                  </a:lnTo>
                  <a:lnTo>
                    <a:pt x="2875146" y="1731451"/>
                  </a:lnTo>
                  <a:lnTo>
                    <a:pt x="2876857" y="1719225"/>
                  </a:lnTo>
                  <a:lnTo>
                    <a:pt x="2878569" y="1774469"/>
                  </a:lnTo>
                  <a:lnTo>
                    <a:pt x="2880280" y="1792952"/>
                  </a:lnTo>
                  <a:lnTo>
                    <a:pt x="2881992" y="1780217"/>
                  </a:lnTo>
                  <a:lnTo>
                    <a:pt x="2883703" y="1927180"/>
                  </a:lnTo>
                  <a:lnTo>
                    <a:pt x="2885414" y="2086101"/>
                  </a:lnTo>
                  <a:lnTo>
                    <a:pt x="2887126" y="2262382"/>
                  </a:lnTo>
                  <a:lnTo>
                    <a:pt x="2888837" y="2347882"/>
                  </a:lnTo>
                  <a:lnTo>
                    <a:pt x="2890549" y="2328025"/>
                  </a:lnTo>
                  <a:lnTo>
                    <a:pt x="2892260" y="2298140"/>
                  </a:lnTo>
                  <a:lnTo>
                    <a:pt x="2893971" y="2155031"/>
                  </a:lnTo>
                  <a:lnTo>
                    <a:pt x="2895683" y="2050767"/>
                  </a:lnTo>
                  <a:lnTo>
                    <a:pt x="2897394" y="1980676"/>
                  </a:lnTo>
                  <a:lnTo>
                    <a:pt x="2899106" y="1945786"/>
                  </a:lnTo>
                  <a:lnTo>
                    <a:pt x="2900817" y="1968714"/>
                  </a:lnTo>
                  <a:lnTo>
                    <a:pt x="2902528" y="1885446"/>
                  </a:lnTo>
                  <a:lnTo>
                    <a:pt x="2904240" y="1857197"/>
                  </a:lnTo>
                  <a:lnTo>
                    <a:pt x="2905951" y="1881142"/>
                  </a:lnTo>
                  <a:lnTo>
                    <a:pt x="2907663" y="1871476"/>
                  </a:lnTo>
                  <a:lnTo>
                    <a:pt x="2909374" y="1840540"/>
                  </a:lnTo>
                  <a:lnTo>
                    <a:pt x="2911085" y="1739302"/>
                  </a:lnTo>
                  <a:lnTo>
                    <a:pt x="2912797" y="1781643"/>
                  </a:lnTo>
                  <a:lnTo>
                    <a:pt x="2914508" y="1864770"/>
                  </a:lnTo>
                  <a:lnTo>
                    <a:pt x="2916220" y="2023539"/>
                  </a:lnTo>
                  <a:lnTo>
                    <a:pt x="2917931" y="2095824"/>
                  </a:lnTo>
                  <a:lnTo>
                    <a:pt x="2919642" y="2085245"/>
                  </a:lnTo>
                  <a:lnTo>
                    <a:pt x="2921354" y="2177553"/>
                  </a:lnTo>
                  <a:lnTo>
                    <a:pt x="2923065" y="2380514"/>
                  </a:lnTo>
                  <a:lnTo>
                    <a:pt x="2924777" y="2409421"/>
                  </a:lnTo>
                  <a:lnTo>
                    <a:pt x="2926488" y="2178057"/>
                  </a:lnTo>
                  <a:lnTo>
                    <a:pt x="2928199" y="2034635"/>
                  </a:lnTo>
                  <a:lnTo>
                    <a:pt x="2929911" y="2055432"/>
                  </a:lnTo>
                  <a:lnTo>
                    <a:pt x="2931622" y="2015729"/>
                  </a:lnTo>
                  <a:lnTo>
                    <a:pt x="2933334" y="1770239"/>
                  </a:lnTo>
                  <a:lnTo>
                    <a:pt x="2935045" y="1652762"/>
                  </a:lnTo>
                  <a:lnTo>
                    <a:pt x="2936756" y="1734979"/>
                  </a:lnTo>
                  <a:lnTo>
                    <a:pt x="2938468" y="1728028"/>
                  </a:lnTo>
                  <a:lnTo>
                    <a:pt x="2940179" y="1579658"/>
                  </a:lnTo>
                  <a:lnTo>
                    <a:pt x="2941891" y="1420261"/>
                  </a:lnTo>
                  <a:lnTo>
                    <a:pt x="2943602" y="1484263"/>
                  </a:lnTo>
                  <a:lnTo>
                    <a:pt x="2945313" y="1654136"/>
                  </a:lnTo>
                  <a:lnTo>
                    <a:pt x="2947025" y="1792149"/>
                  </a:lnTo>
                  <a:lnTo>
                    <a:pt x="2948736" y="1931232"/>
                  </a:lnTo>
                  <a:lnTo>
                    <a:pt x="2950448" y="2059703"/>
                  </a:lnTo>
                  <a:lnTo>
                    <a:pt x="2952159" y="2288286"/>
                  </a:lnTo>
                  <a:lnTo>
                    <a:pt x="2953870" y="2374613"/>
                  </a:lnTo>
                  <a:lnTo>
                    <a:pt x="2955582" y="2230996"/>
                  </a:lnTo>
                  <a:lnTo>
                    <a:pt x="2957293" y="2172405"/>
                  </a:lnTo>
                  <a:lnTo>
                    <a:pt x="2959004" y="2151924"/>
                  </a:lnTo>
                  <a:lnTo>
                    <a:pt x="2960716" y="2136171"/>
                  </a:lnTo>
                  <a:lnTo>
                    <a:pt x="2962427" y="2175258"/>
                  </a:lnTo>
                  <a:lnTo>
                    <a:pt x="2964139" y="2261777"/>
                  </a:lnTo>
                  <a:lnTo>
                    <a:pt x="2965850" y="2361981"/>
                  </a:lnTo>
                  <a:lnTo>
                    <a:pt x="2967561" y="2277600"/>
                  </a:lnTo>
                  <a:lnTo>
                    <a:pt x="2969273" y="2198068"/>
                  </a:lnTo>
                  <a:lnTo>
                    <a:pt x="2970984" y="2227681"/>
                  </a:lnTo>
                  <a:lnTo>
                    <a:pt x="2972696" y="2140177"/>
                  </a:lnTo>
                  <a:lnTo>
                    <a:pt x="2974407" y="1928149"/>
                  </a:lnTo>
                  <a:lnTo>
                    <a:pt x="2976118" y="1757406"/>
                  </a:lnTo>
                  <a:lnTo>
                    <a:pt x="2977830" y="1721559"/>
                  </a:lnTo>
                  <a:lnTo>
                    <a:pt x="2979541" y="1673747"/>
                  </a:lnTo>
                  <a:lnTo>
                    <a:pt x="2981253" y="1536317"/>
                  </a:lnTo>
                  <a:lnTo>
                    <a:pt x="2982964" y="1462631"/>
                  </a:lnTo>
                  <a:lnTo>
                    <a:pt x="2984675" y="1546881"/>
                  </a:lnTo>
                  <a:lnTo>
                    <a:pt x="2986387" y="1697515"/>
                  </a:lnTo>
                  <a:lnTo>
                    <a:pt x="2988098" y="1770047"/>
                  </a:lnTo>
                  <a:lnTo>
                    <a:pt x="2989810" y="1780902"/>
                  </a:lnTo>
                  <a:lnTo>
                    <a:pt x="2991521" y="1771246"/>
                  </a:lnTo>
                  <a:lnTo>
                    <a:pt x="2993232" y="1669392"/>
                  </a:lnTo>
                  <a:lnTo>
                    <a:pt x="2994944" y="1540001"/>
                  </a:lnTo>
                  <a:lnTo>
                    <a:pt x="2996655" y="1472164"/>
                  </a:lnTo>
                  <a:lnTo>
                    <a:pt x="2998367" y="1592889"/>
                  </a:lnTo>
                  <a:lnTo>
                    <a:pt x="3000078" y="1631836"/>
                  </a:lnTo>
                  <a:lnTo>
                    <a:pt x="3001789" y="1645451"/>
                  </a:lnTo>
                  <a:lnTo>
                    <a:pt x="3003501" y="1761891"/>
                  </a:lnTo>
                  <a:lnTo>
                    <a:pt x="3005212" y="1885733"/>
                  </a:lnTo>
                  <a:lnTo>
                    <a:pt x="3006924" y="1808769"/>
                  </a:lnTo>
                  <a:lnTo>
                    <a:pt x="3008635" y="1477830"/>
                  </a:lnTo>
                  <a:lnTo>
                    <a:pt x="3010346" y="1321859"/>
                  </a:lnTo>
                  <a:lnTo>
                    <a:pt x="3012058" y="1250951"/>
                  </a:lnTo>
                  <a:lnTo>
                    <a:pt x="3013769" y="1193728"/>
                  </a:lnTo>
                  <a:lnTo>
                    <a:pt x="3015481" y="1080609"/>
                  </a:lnTo>
                  <a:lnTo>
                    <a:pt x="3017192" y="1044681"/>
                  </a:lnTo>
                  <a:lnTo>
                    <a:pt x="3018903" y="1206166"/>
                  </a:lnTo>
                  <a:lnTo>
                    <a:pt x="3020615" y="1475092"/>
                  </a:lnTo>
                  <a:lnTo>
                    <a:pt x="3022326" y="1791561"/>
                  </a:lnTo>
                  <a:lnTo>
                    <a:pt x="3024038" y="1919842"/>
                  </a:lnTo>
                  <a:lnTo>
                    <a:pt x="3025749" y="1947335"/>
                  </a:lnTo>
                  <a:lnTo>
                    <a:pt x="3027460" y="1993993"/>
                  </a:lnTo>
                  <a:lnTo>
                    <a:pt x="3029172" y="1941848"/>
                  </a:lnTo>
                  <a:lnTo>
                    <a:pt x="3030883" y="1743789"/>
                  </a:lnTo>
                  <a:lnTo>
                    <a:pt x="3032595" y="1531904"/>
                  </a:lnTo>
                  <a:lnTo>
                    <a:pt x="3034306" y="1416415"/>
                  </a:lnTo>
                  <a:lnTo>
                    <a:pt x="3036017" y="1441633"/>
                  </a:lnTo>
                  <a:lnTo>
                    <a:pt x="3037729" y="1491275"/>
                  </a:lnTo>
                  <a:lnTo>
                    <a:pt x="3039440" y="1622788"/>
                  </a:lnTo>
                  <a:lnTo>
                    <a:pt x="3041152" y="1739163"/>
                  </a:lnTo>
                  <a:lnTo>
                    <a:pt x="3042863" y="1802377"/>
                  </a:lnTo>
                  <a:lnTo>
                    <a:pt x="3044574" y="1859262"/>
                  </a:lnTo>
                  <a:lnTo>
                    <a:pt x="3046286" y="1937558"/>
                  </a:lnTo>
                  <a:lnTo>
                    <a:pt x="3047997" y="2046111"/>
                  </a:lnTo>
                  <a:lnTo>
                    <a:pt x="3049709" y="2020862"/>
                  </a:lnTo>
                  <a:lnTo>
                    <a:pt x="3051420" y="1997522"/>
                  </a:lnTo>
                  <a:lnTo>
                    <a:pt x="3053131" y="1965510"/>
                  </a:lnTo>
                  <a:lnTo>
                    <a:pt x="3054843" y="1986257"/>
                  </a:lnTo>
                  <a:lnTo>
                    <a:pt x="3056554" y="1979277"/>
                  </a:lnTo>
                  <a:lnTo>
                    <a:pt x="3058265" y="1884171"/>
                  </a:lnTo>
                  <a:lnTo>
                    <a:pt x="3059977" y="1827651"/>
                  </a:lnTo>
                  <a:lnTo>
                    <a:pt x="3061688" y="1829695"/>
                  </a:lnTo>
                  <a:lnTo>
                    <a:pt x="3063400" y="1867442"/>
                  </a:lnTo>
                  <a:lnTo>
                    <a:pt x="3065111" y="1828140"/>
                  </a:lnTo>
                  <a:lnTo>
                    <a:pt x="3066822" y="1751747"/>
                  </a:lnTo>
                  <a:lnTo>
                    <a:pt x="3068534" y="1758649"/>
                  </a:lnTo>
                  <a:lnTo>
                    <a:pt x="3070245" y="1797612"/>
                  </a:lnTo>
                  <a:lnTo>
                    <a:pt x="3071957" y="1880076"/>
                  </a:lnTo>
                  <a:lnTo>
                    <a:pt x="3073668" y="1952286"/>
                  </a:lnTo>
                  <a:lnTo>
                    <a:pt x="3075379" y="1932753"/>
                  </a:lnTo>
                  <a:lnTo>
                    <a:pt x="3077091" y="1849606"/>
                  </a:lnTo>
                  <a:lnTo>
                    <a:pt x="3078802" y="1797830"/>
                  </a:lnTo>
                  <a:lnTo>
                    <a:pt x="3080514" y="1768981"/>
                  </a:lnTo>
                  <a:lnTo>
                    <a:pt x="3082225" y="1644726"/>
                  </a:lnTo>
                  <a:lnTo>
                    <a:pt x="3083936" y="1582207"/>
                  </a:lnTo>
                  <a:lnTo>
                    <a:pt x="3085648" y="1740547"/>
                  </a:lnTo>
                  <a:lnTo>
                    <a:pt x="3087359" y="2001934"/>
                  </a:lnTo>
                  <a:lnTo>
                    <a:pt x="3089071" y="2228262"/>
                  </a:lnTo>
                  <a:lnTo>
                    <a:pt x="3090782" y="2304525"/>
                  </a:lnTo>
                  <a:lnTo>
                    <a:pt x="3092493" y="2389448"/>
                  </a:lnTo>
                  <a:lnTo>
                    <a:pt x="3094205" y="2403136"/>
                  </a:lnTo>
                  <a:lnTo>
                    <a:pt x="3095916" y="2324885"/>
                  </a:lnTo>
                  <a:lnTo>
                    <a:pt x="3097628" y="2251819"/>
                  </a:lnTo>
                  <a:lnTo>
                    <a:pt x="3099339" y="2203649"/>
                  </a:lnTo>
                  <a:lnTo>
                    <a:pt x="3101050" y="2264657"/>
                  </a:lnTo>
                  <a:lnTo>
                    <a:pt x="3102762" y="2385228"/>
                  </a:lnTo>
                  <a:lnTo>
                    <a:pt x="3104473" y="2410683"/>
                  </a:lnTo>
                  <a:lnTo>
                    <a:pt x="3106185" y="2384844"/>
                  </a:lnTo>
                  <a:lnTo>
                    <a:pt x="3107896" y="2335304"/>
                  </a:lnTo>
                  <a:lnTo>
                    <a:pt x="3109607" y="2182145"/>
                  </a:lnTo>
                  <a:lnTo>
                    <a:pt x="3111319" y="1989098"/>
                  </a:lnTo>
                  <a:lnTo>
                    <a:pt x="3113030" y="1793527"/>
                  </a:lnTo>
                  <a:lnTo>
                    <a:pt x="3114742" y="1747996"/>
                  </a:lnTo>
                  <a:lnTo>
                    <a:pt x="3116453" y="1767951"/>
                  </a:lnTo>
                  <a:lnTo>
                    <a:pt x="3118164" y="1882326"/>
                  </a:lnTo>
                  <a:lnTo>
                    <a:pt x="3119876" y="2070453"/>
                  </a:lnTo>
                  <a:lnTo>
                    <a:pt x="3121587" y="2276827"/>
                  </a:lnTo>
                  <a:lnTo>
                    <a:pt x="3123299" y="2390872"/>
                  </a:lnTo>
                  <a:lnTo>
                    <a:pt x="3125010" y="2512556"/>
                  </a:lnTo>
                  <a:lnTo>
                    <a:pt x="3126721" y="2617282"/>
                  </a:lnTo>
                  <a:lnTo>
                    <a:pt x="3128433" y="2614532"/>
                  </a:lnTo>
                  <a:lnTo>
                    <a:pt x="3130144" y="2604324"/>
                  </a:lnTo>
                  <a:lnTo>
                    <a:pt x="3131856" y="2581286"/>
                  </a:lnTo>
                  <a:lnTo>
                    <a:pt x="3133567" y="2570902"/>
                  </a:lnTo>
                  <a:lnTo>
                    <a:pt x="3135278" y="2479237"/>
                  </a:lnTo>
                  <a:lnTo>
                    <a:pt x="3136990" y="2351574"/>
                  </a:lnTo>
                  <a:lnTo>
                    <a:pt x="3138701" y="2254586"/>
                  </a:lnTo>
                  <a:lnTo>
                    <a:pt x="3140413" y="2141680"/>
                  </a:lnTo>
                  <a:lnTo>
                    <a:pt x="3142124" y="2050083"/>
                  </a:lnTo>
                  <a:lnTo>
                    <a:pt x="3143835" y="2023079"/>
                  </a:lnTo>
                  <a:lnTo>
                    <a:pt x="3145547" y="2046725"/>
                  </a:lnTo>
                  <a:lnTo>
                    <a:pt x="3147258" y="2099034"/>
                  </a:lnTo>
                  <a:lnTo>
                    <a:pt x="3148970" y="2055820"/>
                  </a:lnTo>
                  <a:lnTo>
                    <a:pt x="3150681" y="1997339"/>
                  </a:lnTo>
                  <a:lnTo>
                    <a:pt x="3152392" y="2065608"/>
                  </a:lnTo>
                  <a:lnTo>
                    <a:pt x="3154104" y="2126262"/>
                  </a:lnTo>
                  <a:lnTo>
                    <a:pt x="3155815" y="2206875"/>
                  </a:lnTo>
                  <a:lnTo>
                    <a:pt x="3157527" y="2309035"/>
                  </a:lnTo>
                  <a:lnTo>
                    <a:pt x="3159238" y="2517858"/>
                  </a:lnTo>
                  <a:lnTo>
                    <a:pt x="3160949" y="2729229"/>
                  </a:lnTo>
                  <a:lnTo>
                    <a:pt x="3162661" y="2741194"/>
                  </a:lnTo>
                  <a:lnTo>
                    <a:pt x="3164372" y="2756285"/>
                  </a:lnTo>
                  <a:lnTo>
                    <a:pt x="3166083" y="2831521"/>
                  </a:lnTo>
                  <a:lnTo>
                    <a:pt x="3167795" y="2919768"/>
                  </a:lnTo>
                  <a:lnTo>
                    <a:pt x="3169506" y="2974056"/>
                  </a:lnTo>
                  <a:lnTo>
                    <a:pt x="3171218" y="2920343"/>
                  </a:lnTo>
                  <a:lnTo>
                    <a:pt x="3172929" y="2796522"/>
                  </a:lnTo>
                  <a:lnTo>
                    <a:pt x="3174640" y="2623850"/>
                  </a:lnTo>
                  <a:lnTo>
                    <a:pt x="3176352" y="2495009"/>
                  </a:lnTo>
                  <a:lnTo>
                    <a:pt x="3178063" y="2398089"/>
                  </a:lnTo>
                  <a:lnTo>
                    <a:pt x="3179775" y="2238220"/>
                  </a:lnTo>
                  <a:lnTo>
                    <a:pt x="3181486" y="2206007"/>
                  </a:lnTo>
                  <a:lnTo>
                    <a:pt x="3183197" y="2274189"/>
                  </a:lnTo>
                  <a:lnTo>
                    <a:pt x="3184909" y="2409836"/>
                  </a:lnTo>
                  <a:lnTo>
                    <a:pt x="3186620" y="2475531"/>
                  </a:lnTo>
                  <a:lnTo>
                    <a:pt x="3188332" y="2507518"/>
                  </a:lnTo>
                  <a:lnTo>
                    <a:pt x="3190043" y="2489534"/>
                  </a:lnTo>
                  <a:lnTo>
                    <a:pt x="3191754" y="2408154"/>
                  </a:lnTo>
                  <a:lnTo>
                    <a:pt x="3193466" y="2301317"/>
                  </a:lnTo>
                  <a:lnTo>
                    <a:pt x="3195177" y="2187455"/>
                  </a:lnTo>
                  <a:lnTo>
                    <a:pt x="3196889" y="2093325"/>
                  </a:lnTo>
                  <a:lnTo>
                    <a:pt x="3198600" y="2047824"/>
                  </a:lnTo>
                  <a:lnTo>
                    <a:pt x="3200311" y="2034167"/>
                  </a:lnTo>
                  <a:lnTo>
                    <a:pt x="3202023" y="2076801"/>
                  </a:lnTo>
                  <a:lnTo>
                    <a:pt x="3203734" y="2247944"/>
                  </a:lnTo>
                  <a:lnTo>
                    <a:pt x="3205446" y="2391085"/>
                  </a:lnTo>
                  <a:lnTo>
                    <a:pt x="3207157" y="2496401"/>
                  </a:lnTo>
                  <a:lnTo>
                    <a:pt x="3208868" y="2496384"/>
                  </a:lnTo>
                  <a:lnTo>
                    <a:pt x="3210580" y="2436094"/>
                  </a:lnTo>
                  <a:lnTo>
                    <a:pt x="3212291" y="2400969"/>
                  </a:lnTo>
                  <a:lnTo>
                    <a:pt x="3214003" y="2448204"/>
                  </a:lnTo>
                  <a:lnTo>
                    <a:pt x="3215714" y="2491982"/>
                  </a:lnTo>
                  <a:lnTo>
                    <a:pt x="3217425" y="2472202"/>
                  </a:lnTo>
                  <a:lnTo>
                    <a:pt x="3219137" y="2475969"/>
                  </a:lnTo>
                  <a:lnTo>
                    <a:pt x="3220848" y="2675764"/>
                  </a:lnTo>
                  <a:lnTo>
                    <a:pt x="3222560" y="2786309"/>
                  </a:lnTo>
                  <a:lnTo>
                    <a:pt x="3224271" y="2756611"/>
                  </a:lnTo>
                  <a:lnTo>
                    <a:pt x="3225982" y="2730194"/>
                  </a:lnTo>
                  <a:lnTo>
                    <a:pt x="3227694" y="2719332"/>
                  </a:lnTo>
                  <a:lnTo>
                    <a:pt x="3229405" y="2663418"/>
                  </a:lnTo>
                  <a:lnTo>
                    <a:pt x="3231117" y="2623980"/>
                  </a:lnTo>
                  <a:lnTo>
                    <a:pt x="3232828" y="2669219"/>
                  </a:lnTo>
                  <a:lnTo>
                    <a:pt x="3234539" y="2663339"/>
                  </a:lnTo>
                  <a:lnTo>
                    <a:pt x="3236251" y="2632049"/>
                  </a:lnTo>
                  <a:lnTo>
                    <a:pt x="3237962" y="2563728"/>
                  </a:lnTo>
                  <a:lnTo>
                    <a:pt x="3239674" y="2596223"/>
                  </a:lnTo>
                  <a:lnTo>
                    <a:pt x="3241385" y="2616290"/>
                  </a:lnTo>
                  <a:lnTo>
                    <a:pt x="3243096" y="2538940"/>
                  </a:lnTo>
                  <a:lnTo>
                    <a:pt x="3244808" y="2510298"/>
                  </a:lnTo>
                  <a:lnTo>
                    <a:pt x="3246519" y="2495046"/>
                  </a:lnTo>
                  <a:lnTo>
                    <a:pt x="3248231" y="2553045"/>
                  </a:lnTo>
                  <a:lnTo>
                    <a:pt x="3249942" y="2529974"/>
                  </a:lnTo>
                  <a:lnTo>
                    <a:pt x="3251653" y="2442070"/>
                  </a:lnTo>
                  <a:lnTo>
                    <a:pt x="3253365" y="2408616"/>
                  </a:lnTo>
                  <a:lnTo>
                    <a:pt x="3255076" y="2387660"/>
                  </a:lnTo>
                  <a:lnTo>
                    <a:pt x="3256788" y="2415178"/>
                  </a:lnTo>
                  <a:lnTo>
                    <a:pt x="3258499" y="2354886"/>
                  </a:lnTo>
                  <a:lnTo>
                    <a:pt x="3260210" y="2352245"/>
                  </a:lnTo>
                  <a:lnTo>
                    <a:pt x="3261922" y="2378042"/>
                  </a:lnTo>
                  <a:lnTo>
                    <a:pt x="3263633" y="2376470"/>
                  </a:lnTo>
                  <a:lnTo>
                    <a:pt x="3265345" y="2388160"/>
                  </a:lnTo>
                  <a:lnTo>
                    <a:pt x="3267056" y="2423123"/>
                  </a:lnTo>
                  <a:lnTo>
                    <a:pt x="3268767" y="2554489"/>
                  </a:lnTo>
                  <a:lnTo>
                    <a:pt x="3270479" y="2702041"/>
                  </a:lnTo>
                  <a:lnTo>
                    <a:pt x="3272190" y="2774871"/>
                  </a:lnTo>
                  <a:lnTo>
                    <a:pt x="3273901" y="2932767"/>
                  </a:lnTo>
                  <a:lnTo>
                    <a:pt x="3275613" y="3061047"/>
                  </a:lnTo>
                  <a:lnTo>
                    <a:pt x="3277324" y="3115632"/>
                  </a:lnTo>
                  <a:lnTo>
                    <a:pt x="3279036" y="3116972"/>
                  </a:lnTo>
                  <a:lnTo>
                    <a:pt x="3280747" y="3046202"/>
                  </a:lnTo>
                  <a:lnTo>
                    <a:pt x="3282458" y="2897241"/>
                  </a:lnTo>
                  <a:lnTo>
                    <a:pt x="3284170" y="2650405"/>
                  </a:lnTo>
                  <a:lnTo>
                    <a:pt x="3285881" y="2491126"/>
                  </a:lnTo>
                  <a:lnTo>
                    <a:pt x="3287593" y="2417210"/>
                  </a:lnTo>
                  <a:lnTo>
                    <a:pt x="3289304" y="2323092"/>
                  </a:lnTo>
                  <a:lnTo>
                    <a:pt x="3291015" y="2211875"/>
                  </a:lnTo>
                  <a:lnTo>
                    <a:pt x="3292727" y="2256555"/>
                  </a:lnTo>
                  <a:lnTo>
                    <a:pt x="3294438" y="2375921"/>
                  </a:lnTo>
                  <a:lnTo>
                    <a:pt x="3296150" y="2426612"/>
                  </a:lnTo>
                  <a:lnTo>
                    <a:pt x="3297861" y="2367519"/>
                  </a:lnTo>
                  <a:lnTo>
                    <a:pt x="3299572" y="2200806"/>
                  </a:lnTo>
                  <a:lnTo>
                    <a:pt x="3301284" y="2114066"/>
                  </a:lnTo>
                  <a:lnTo>
                    <a:pt x="3302995" y="2003999"/>
                  </a:lnTo>
                  <a:lnTo>
                    <a:pt x="3304707" y="1921143"/>
                  </a:lnTo>
                  <a:lnTo>
                    <a:pt x="3306418" y="1884924"/>
                  </a:lnTo>
                  <a:lnTo>
                    <a:pt x="3308129" y="1951686"/>
                  </a:lnTo>
                  <a:lnTo>
                    <a:pt x="3309841" y="2082691"/>
                  </a:lnTo>
                  <a:lnTo>
                    <a:pt x="3311552" y="2097927"/>
                  </a:lnTo>
                  <a:lnTo>
                    <a:pt x="3313264" y="2190752"/>
                  </a:lnTo>
                  <a:lnTo>
                    <a:pt x="3314975" y="2282452"/>
                  </a:lnTo>
                  <a:lnTo>
                    <a:pt x="3316686" y="2224476"/>
                  </a:lnTo>
                  <a:lnTo>
                    <a:pt x="3318398" y="2152201"/>
                  </a:lnTo>
                  <a:lnTo>
                    <a:pt x="3320109" y="2133381"/>
                  </a:lnTo>
                  <a:lnTo>
                    <a:pt x="3321821" y="2190804"/>
                  </a:lnTo>
                  <a:lnTo>
                    <a:pt x="3323532" y="2189712"/>
                  </a:lnTo>
                  <a:lnTo>
                    <a:pt x="3325243" y="2139905"/>
                  </a:lnTo>
                  <a:lnTo>
                    <a:pt x="3326955" y="2115359"/>
                  </a:lnTo>
                  <a:lnTo>
                    <a:pt x="3328666" y="2108446"/>
                  </a:lnTo>
                  <a:lnTo>
                    <a:pt x="3330378" y="2179598"/>
                  </a:lnTo>
                  <a:lnTo>
                    <a:pt x="3332089" y="2228169"/>
                  </a:lnTo>
                  <a:lnTo>
                    <a:pt x="3333800" y="2258284"/>
                  </a:lnTo>
                  <a:lnTo>
                    <a:pt x="3335512" y="2302784"/>
                  </a:lnTo>
                  <a:lnTo>
                    <a:pt x="3337223" y="2384630"/>
                  </a:lnTo>
                  <a:lnTo>
                    <a:pt x="3338935" y="2442640"/>
                  </a:lnTo>
                  <a:lnTo>
                    <a:pt x="3340646" y="2472295"/>
                  </a:lnTo>
                  <a:lnTo>
                    <a:pt x="3342357" y="2536264"/>
                  </a:lnTo>
                  <a:lnTo>
                    <a:pt x="3344069" y="2552956"/>
                  </a:lnTo>
                  <a:lnTo>
                    <a:pt x="3345780" y="2501822"/>
                  </a:lnTo>
                  <a:lnTo>
                    <a:pt x="3347492" y="2504962"/>
                  </a:lnTo>
                  <a:lnTo>
                    <a:pt x="3349203" y="2430957"/>
                  </a:lnTo>
                  <a:lnTo>
                    <a:pt x="3350914" y="2446137"/>
                  </a:lnTo>
                  <a:lnTo>
                    <a:pt x="3352626" y="2498141"/>
                  </a:lnTo>
                  <a:lnTo>
                    <a:pt x="3354337" y="2628605"/>
                  </a:lnTo>
                  <a:lnTo>
                    <a:pt x="3356049" y="2804065"/>
                  </a:lnTo>
                  <a:lnTo>
                    <a:pt x="3357760" y="2919163"/>
                  </a:lnTo>
                  <a:lnTo>
                    <a:pt x="3359471" y="3066460"/>
                  </a:lnTo>
                  <a:lnTo>
                    <a:pt x="3361183" y="3049350"/>
                  </a:lnTo>
                  <a:lnTo>
                    <a:pt x="3362894" y="3023158"/>
                  </a:lnTo>
                  <a:lnTo>
                    <a:pt x="3364606" y="2959918"/>
                  </a:lnTo>
                  <a:lnTo>
                    <a:pt x="3366317" y="2877100"/>
                  </a:lnTo>
                  <a:lnTo>
                    <a:pt x="3368028" y="2873009"/>
                  </a:lnTo>
                  <a:lnTo>
                    <a:pt x="3369740" y="2887140"/>
                  </a:lnTo>
                  <a:lnTo>
                    <a:pt x="3371451" y="2974392"/>
                  </a:lnTo>
                  <a:lnTo>
                    <a:pt x="3373162" y="3027817"/>
                  </a:lnTo>
                  <a:lnTo>
                    <a:pt x="3374874" y="3046336"/>
                  </a:lnTo>
                  <a:lnTo>
                    <a:pt x="3376585" y="3009346"/>
                  </a:lnTo>
                  <a:lnTo>
                    <a:pt x="3378297" y="2951252"/>
                  </a:lnTo>
                  <a:lnTo>
                    <a:pt x="3380008" y="2951252"/>
                  </a:lnTo>
                  <a:lnTo>
                    <a:pt x="3381719" y="2926127"/>
                  </a:lnTo>
                  <a:lnTo>
                    <a:pt x="3383431" y="2913754"/>
                  </a:lnTo>
                  <a:lnTo>
                    <a:pt x="3385142" y="2887191"/>
                  </a:lnTo>
                  <a:lnTo>
                    <a:pt x="3386854" y="2939092"/>
                  </a:lnTo>
                  <a:lnTo>
                    <a:pt x="3388565" y="2958778"/>
                  </a:lnTo>
                  <a:lnTo>
                    <a:pt x="3390276" y="2889322"/>
                  </a:lnTo>
                  <a:lnTo>
                    <a:pt x="3391988" y="2841411"/>
                  </a:lnTo>
                  <a:lnTo>
                    <a:pt x="3393699" y="2801265"/>
                  </a:lnTo>
                  <a:lnTo>
                    <a:pt x="3395411" y="2795711"/>
                  </a:lnTo>
                  <a:lnTo>
                    <a:pt x="3397122" y="2746181"/>
                  </a:lnTo>
                  <a:lnTo>
                    <a:pt x="3398833" y="2723272"/>
                  </a:lnTo>
                  <a:lnTo>
                    <a:pt x="3400545" y="2762445"/>
                  </a:lnTo>
                  <a:lnTo>
                    <a:pt x="3402256" y="2767274"/>
                  </a:lnTo>
                  <a:lnTo>
                    <a:pt x="3403968" y="2670639"/>
                  </a:lnTo>
                  <a:lnTo>
                    <a:pt x="3405679" y="2643097"/>
                  </a:lnTo>
                  <a:lnTo>
                    <a:pt x="3407390" y="2734409"/>
                  </a:lnTo>
                  <a:lnTo>
                    <a:pt x="3409102" y="2759199"/>
                  </a:lnTo>
                  <a:lnTo>
                    <a:pt x="3410813" y="2702851"/>
                  </a:lnTo>
                  <a:lnTo>
                    <a:pt x="3412525" y="2649586"/>
                  </a:lnTo>
                  <a:lnTo>
                    <a:pt x="3414236" y="2727292"/>
                  </a:lnTo>
                  <a:lnTo>
                    <a:pt x="3415947" y="2796668"/>
                  </a:lnTo>
                  <a:lnTo>
                    <a:pt x="3417659" y="2803836"/>
                  </a:lnTo>
                  <a:lnTo>
                    <a:pt x="3419370" y="2758708"/>
                  </a:lnTo>
                  <a:lnTo>
                    <a:pt x="3421082" y="2746141"/>
                  </a:lnTo>
                  <a:lnTo>
                    <a:pt x="3422793" y="2794810"/>
                  </a:lnTo>
                  <a:lnTo>
                    <a:pt x="3424504" y="2752697"/>
                  </a:lnTo>
                  <a:lnTo>
                    <a:pt x="3426216" y="2603964"/>
                  </a:lnTo>
                  <a:lnTo>
                    <a:pt x="3427927" y="2459923"/>
                  </a:lnTo>
                  <a:lnTo>
                    <a:pt x="3429639" y="2435039"/>
                  </a:lnTo>
                  <a:lnTo>
                    <a:pt x="3431350" y="2470131"/>
                  </a:lnTo>
                  <a:lnTo>
                    <a:pt x="3433061" y="2453603"/>
                  </a:lnTo>
                  <a:lnTo>
                    <a:pt x="3434773" y="2539929"/>
                  </a:lnTo>
                  <a:lnTo>
                    <a:pt x="3436484" y="2667090"/>
                  </a:lnTo>
                  <a:lnTo>
                    <a:pt x="3438196" y="2765150"/>
                  </a:lnTo>
                  <a:lnTo>
                    <a:pt x="3439907" y="2884687"/>
                  </a:lnTo>
                  <a:lnTo>
                    <a:pt x="3441618" y="2928340"/>
                  </a:lnTo>
                  <a:lnTo>
                    <a:pt x="3443330" y="2878188"/>
                  </a:lnTo>
                  <a:lnTo>
                    <a:pt x="3445041" y="2749118"/>
                  </a:lnTo>
                  <a:lnTo>
                    <a:pt x="3446753" y="2726208"/>
                  </a:lnTo>
                  <a:lnTo>
                    <a:pt x="3448464" y="2754828"/>
                  </a:lnTo>
                  <a:lnTo>
                    <a:pt x="3450175" y="2656320"/>
                  </a:lnTo>
                  <a:lnTo>
                    <a:pt x="3451887" y="2642104"/>
                  </a:lnTo>
                  <a:lnTo>
                    <a:pt x="3453598" y="2701684"/>
                  </a:lnTo>
                  <a:lnTo>
                    <a:pt x="3455310" y="2739339"/>
                  </a:lnTo>
                  <a:lnTo>
                    <a:pt x="3457021" y="2725021"/>
                  </a:lnTo>
                  <a:lnTo>
                    <a:pt x="3458732" y="2762171"/>
                  </a:lnTo>
                  <a:lnTo>
                    <a:pt x="3460444" y="2910359"/>
                  </a:lnTo>
                  <a:lnTo>
                    <a:pt x="3462155" y="2950737"/>
                  </a:lnTo>
                  <a:lnTo>
                    <a:pt x="3463867" y="2996804"/>
                  </a:lnTo>
                  <a:lnTo>
                    <a:pt x="3465578" y="3088220"/>
                  </a:lnTo>
                  <a:lnTo>
                    <a:pt x="3467289" y="3116972"/>
                  </a:lnTo>
                  <a:lnTo>
                    <a:pt x="3469001" y="3116972"/>
                  </a:lnTo>
                  <a:lnTo>
                    <a:pt x="3470712" y="3023688"/>
                  </a:lnTo>
                  <a:lnTo>
                    <a:pt x="3472424" y="2926586"/>
                  </a:lnTo>
                  <a:lnTo>
                    <a:pt x="3474135" y="2874494"/>
                  </a:lnTo>
                  <a:lnTo>
                    <a:pt x="3475846" y="2778038"/>
                  </a:lnTo>
                  <a:lnTo>
                    <a:pt x="3477558" y="2682638"/>
                  </a:lnTo>
                  <a:lnTo>
                    <a:pt x="3479269" y="2622928"/>
                  </a:lnTo>
                  <a:lnTo>
                    <a:pt x="3480980" y="2660105"/>
                  </a:lnTo>
                  <a:lnTo>
                    <a:pt x="3482692" y="2751498"/>
                  </a:lnTo>
                  <a:lnTo>
                    <a:pt x="3484403" y="2803591"/>
                  </a:lnTo>
                  <a:lnTo>
                    <a:pt x="3486115" y="2900047"/>
                  </a:lnTo>
                  <a:lnTo>
                    <a:pt x="3487826" y="2995099"/>
                  </a:lnTo>
                  <a:lnTo>
                    <a:pt x="3489537" y="2999888"/>
                  </a:lnTo>
                  <a:lnTo>
                    <a:pt x="3491249" y="2966727"/>
                  </a:lnTo>
                  <a:lnTo>
                    <a:pt x="3492960" y="2966727"/>
                  </a:lnTo>
                  <a:lnTo>
                    <a:pt x="3494672" y="2966727"/>
                  </a:lnTo>
                  <a:lnTo>
                    <a:pt x="3496383" y="2966728"/>
                  </a:lnTo>
                  <a:lnTo>
                    <a:pt x="3498094" y="2967075"/>
                  </a:lnTo>
                  <a:lnTo>
                    <a:pt x="3499806" y="3021997"/>
                  </a:lnTo>
                  <a:lnTo>
                    <a:pt x="3501517" y="3024581"/>
                  </a:lnTo>
                  <a:lnTo>
                    <a:pt x="3503229" y="2940443"/>
                  </a:lnTo>
                  <a:lnTo>
                    <a:pt x="3504940" y="2921153"/>
                  </a:lnTo>
                  <a:lnTo>
                    <a:pt x="3506651" y="2884609"/>
                  </a:lnTo>
                  <a:lnTo>
                    <a:pt x="3508363" y="2756563"/>
                  </a:lnTo>
                  <a:lnTo>
                    <a:pt x="3510074" y="2679209"/>
                  </a:lnTo>
                  <a:lnTo>
                    <a:pt x="3511786" y="2709116"/>
                  </a:lnTo>
                  <a:lnTo>
                    <a:pt x="3513497" y="2793255"/>
                  </a:lnTo>
                  <a:lnTo>
                    <a:pt x="3515208" y="2812543"/>
                  </a:lnTo>
                  <a:lnTo>
                    <a:pt x="3516920" y="2849088"/>
                  </a:lnTo>
                  <a:lnTo>
                    <a:pt x="3518631" y="3008148"/>
                  </a:lnTo>
                  <a:lnTo>
                    <a:pt x="3520343" y="3115638"/>
                  </a:lnTo>
                  <a:lnTo>
                    <a:pt x="3522054" y="3116972"/>
                  </a:lnTo>
                  <a:lnTo>
                    <a:pt x="3523765" y="3116972"/>
                  </a:lnTo>
                  <a:lnTo>
                    <a:pt x="3525477" y="3116972"/>
                  </a:lnTo>
                  <a:lnTo>
                    <a:pt x="3527188" y="3116972"/>
                  </a:lnTo>
                  <a:lnTo>
                    <a:pt x="3528900" y="3088380"/>
                  </a:lnTo>
                  <a:lnTo>
                    <a:pt x="3530611" y="3057385"/>
                  </a:lnTo>
                  <a:lnTo>
                    <a:pt x="3532322" y="3013151"/>
                  </a:lnTo>
                  <a:lnTo>
                    <a:pt x="3534034" y="2924224"/>
                  </a:lnTo>
                  <a:lnTo>
                    <a:pt x="3535745" y="2840853"/>
                  </a:lnTo>
                  <a:lnTo>
                    <a:pt x="3537457" y="2774288"/>
                  </a:lnTo>
                  <a:lnTo>
                    <a:pt x="3539168" y="2776543"/>
                  </a:lnTo>
                  <a:lnTo>
                    <a:pt x="3540879" y="2819939"/>
                  </a:lnTo>
                  <a:lnTo>
                    <a:pt x="3542591" y="2821672"/>
                  </a:lnTo>
                  <a:lnTo>
                    <a:pt x="3544302" y="2856089"/>
                  </a:lnTo>
                  <a:lnTo>
                    <a:pt x="3546014" y="2872495"/>
                  </a:lnTo>
                  <a:lnTo>
                    <a:pt x="3547725" y="2828672"/>
                  </a:lnTo>
                  <a:lnTo>
                    <a:pt x="3549436" y="2706509"/>
                  </a:lnTo>
                  <a:lnTo>
                    <a:pt x="3551148" y="2486420"/>
                  </a:lnTo>
                  <a:lnTo>
                    <a:pt x="3552859" y="2415832"/>
                  </a:lnTo>
                  <a:lnTo>
                    <a:pt x="3554571" y="2375286"/>
                  </a:lnTo>
                  <a:lnTo>
                    <a:pt x="3556282" y="2415099"/>
                  </a:lnTo>
                  <a:lnTo>
                    <a:pt x="3557993" y="2545067"/>
                  </a:lnTo>
                  <a:lnTo>
                    <a:pt x="3559705" y="2700283"/>
                  </a:lnTo>
                  <a:lnTo>
                    <a:pt x="3561416" y="2864033"/>
                  </a:lnTo>
                  <a:lnTo>
                    <a:pt x="3563128" y="2947358"/>
                  </a:lnTo>
                  <a:lnTo>
                    <a:pt x="3564839" y="3040714"/>
                  </a:lnTo>
                  <a:lnTo>
                    <a:pt x="3566550" y="3019023"/>
                  </a:lnTo>
                  <a:lnTo>
                    <a:pt x="3568262" y="2949698"/>
                  </a:lnTo>
                  <a:lnTo>
                    <a:pt x="3569973" y="2901549"/>
                  </a:lnTo>
                  <a:lnTo>
                    <a:pt x="3571685" y="2856582"/>
                  </a:lnTo>
                  <a:lnTo>
                    <a:pt x="3573396" y="2819702"/>
                  </a:lnTo>
                  <a:lnTo>
                    <a:pt x="3575107" y="2776200"/>
                  </a:lnTo>
                  <a:lnTo>
                    <a:pt x="3576819" y="2801776"/>
                  </a:lnTo>
                  <a:lnTo>
                    <a:pt x="3578530" y="2878355"/>
                  </a:lnTo>
                  <a:lnTo>
                    <a:pt x="3580242" y="2926507"/>
                  </a:lnTo>
                  <a:lnTo>
                    <a:pt x="3581953" y="2980087"/>
                  </a:lnTo>
                  <a:lnTo>
                    <a:pt x="3583664" y="3000033"/>
                  </a:lnTo>
                  <a:lnTo>
                    <a:pt x="3585376" y="2973907"/>
                  </a:lnTo>
                  <a:lnTo>
                    <a:pt x="3587087" y="3001080"/>
                  </a:lnTo>
                  <a:lnTo>
                    <a:pt x="3588798" y="3012307"/>
                  </a:lnTo>
                  <a:lnTo>
                    <a:pt x="3590510" y="2956210"/>
                  </a:lnTo>
                  <a:lnTo>
                    <a:pt x="3592221" y="2893805"/>
                  </a:lnTo>
                  <a:lnTo>
                    <a:pt x="3593933" y="2935345"/>
                  </a:lnTo>
                  <a:lnTo>
                    <a:pt x="3595644" y="3012677"/>
                  </a:lnTo>
                  <a:lnTo>
                    <a:pt x="3597355" y="3021189"/>
                  </a:lnTo>
                  <a:lnTo>
                    <a:pt x="3599067" y="2869431"/>
                  </a:lnTo>
                  <a:lnTo>
                    <a:pt x="3600778" y="2693221"/>
                  </a:lnTo>
                  <a:lnTo>
                    <a:pt x="3602490" y="2607635"/>
                  </a:lnTo>
                  <a:lnTo>
                    <a:pt x="3604201" y="2524258"/>
                  </a:lnTo>
                  <a:lnTo>
                    <a:pt x="3605912" y="2505266"/>
                  </a:lnTo>
                  <a:lnTo>
                    <a:pt x="3607624" y="2507370"/>
                  </a:lnTo>
                  <a:lnTo>
                    <a:pt x="3609335" y="2569845"/>
                  </a:lnTo>
                  <a:lnTo>
                    <a:pt x="3611047" y="2699160"/>
                  </a:lnTo>
                  <a:lnTo>
                    <a:pt x="3612758" y="2835078"/>
                  </a:lnTo>
                  <a:lnTo>
                    <a:pt x="3614469" y="2923617"/>
                  </a:lnTo>
                  <a:lnTo>
                    <a:pt x="3616181" y="2866627"/>
                  </a:lnTo>
                  <a:lnTo>
                    <a:pt x="3617892" y="2714994"/>
                  </a:lnTo>
                  <a:lnTo>
                    <a:pt x="3619604" y="2629662"/>
                  </a:lnTo>
                  <a:lnTo>
                    <a:pt x="3621315" y="2642443"/>
                  </a:lnTo>
                  <a:lnTo>
                    <a:pt x="3623026" y="2624534"/>
                  </a:lnTo>
                  <a:lnTo>
                    <a:pt x="3624738" y="2550314"/>
                  </a:lnTo>
                  <a:lnTo>
                    <a:pt x="3626449" y="2575267"/>
                  </a:lnTo>
                  <a:lnTo>
                    <a:pt x="3628161" y="2686831"/>
                  </a:lnTo>
                  <a:lnTo>
                    <a:pt x="3629872" y="2839677"/>
                  </a:lnTo>
                  <a:lnTo>
                    <a:pt x="3631583" y="2904052"/>
                  </a:lnTo>
                  <a:lnTo>
                    <a:pt x="3633295" y="2932263"/>
                  </a:lnTo>
                  <a:lnTo>
                    <a:pt x="3635006" y="2934431"/>
                  </a:lnTo>
                  <a:lnTo>
                    <a:pt x="3636718" y="2969323"/>
                  </a:lnTo>
                  <a:lnTo>
                    <a:pt x="3638429" y="2996561"/>
                  </a:lnTo>
                  <a:lnTo>
                    <a:pt x="3640140" y="2980268"/>
                  </a:lnTo>
                  <a:lnTo>
                    <a:pt x="3641852" y="2970797"/>
                  </a:lnTo>
                  <a:lnTo>
                    <a:pt x="3643563" y="2977746"/>
                  </a:lnTo>
                  <a:lnTo>
                    <a:pt x="3645275" y="3049800"/>
                  </a:lnTo>
                  <a:lnTo>
                    <a:pt x="3646986" y="3018582"/>
                  </a:lnTo>
                  <a:lnTo>
                    <a:pt x="3648697" y="2970523"/>
                  </a:lnTo>
                  <a:lnTo>
                    <a:pt x="3650409" y="2932472"/>
                  </a:lnTo>
                  <a:lnTo>
                    <a:pt x="3652120" y="2875238"/>
                  </a:lnTo>
                  <a:lnTo>
                    <a:pt x="3653832" y="2819275"/>
                  </a:lnTo>
                  <a:lnTo>
                    <a:pt x="3655543" y="2733854"/>
                  </a:lnTo>
                  <a:lnTo>
                    <a:pt x="3657254" y="2684349"/>
                  </a:lnTo>
                  <a:lnTo>
                    <a:pt x="3658966" y="2702173"/>
                  </a:lnTo>
                  <a:lnTo>
                    <a:pt x="3660677" y="2740224"/>
                  </a:lnTo>
                  <a:lnTo>
                    <a:pt x="3662389" y="2774812"/>
                  </a:lnTo>
                  <a:lnTo>
                    <a:pt x="3664100" y="2779744"/>
                  </a:lnTo>
                  <a:lnTo>
                    <a:pt x="3665811" y="2806538"/>
                  </a:lnTo>
                  <a:lnTo>
                    <a:pt x="3667523" y="2846727"/>
                  </a:lnTo>
                  <a:lnTo>
                    <a:pt x="3669234" y="2844412"/>
                  </a:lnTo>
                  <a:lnTo>
                    <a:pt x="3670946" y="2795320"/>
                  </a:lnTo>
                  <a:lnTo>
                    <a:pt x="3672657" y="2752540"/>
                  </a:lnTo>
                  <a:lnTo>
                    <a:pt x="3674368" y="2780117"/>
                  </a:lnTo>
                  <a:lnTo>
                    <a:pt x="3676080" y="2823291"/>
                  </a:lnTo>
                  <a:lnTo>
                    <a:pt x="3677791" y="2798269"/>
                  </a:lnTo>
                  <a:lnTo>
                    <a:pt x="3679503" y="2769187"/>
                  </a:lnTo>
                  <a:lnTo>
                    <a:pt x="3681214" y="2805947"/>
                  </a:lnTo>
                  <a:lnTo>
                    <a:pt x="3682925" y="2871375"/>
                  </a:lnTo>
                  <a:lnTo>
                    <a:pt x="3684637" y="2891076"/>
                  </a:lnTo>
                  <a:lnTo>
                    <a:pt x="3686348" y="2873439"/>
                  </a:lnTo>
                  <a:lnTo>
                    <a:pt x="3688060" y="2900549"/>
                  </a:lnTo>
                  <a:lnTo>
                    <a:pt x="3689771" y="2881999"/>
                  </a:lnTo>
                  <a:lnTo>
                    <a:pt x="3691482" y="2829399"/>
                  </a:lnTo>
                  <a:lnTo>
                    <a:pt x="3693194" y="2766104"/>
                  </a:lnTo>
                  <a:lnTo>
                    <a:pt x="3694905" y="2684216"/>
                  </a:lnTo>
                  <a:lnTo>
                    <a:pt x="3696616" y="2650687"/>
                  </a:lnTo>
                  <a:lnTo>
                    <a:pt x="3698328" y="2688003"/>
                  </a:lnTo>
                  <a:lnTo>
                    <a:pt x="3700039" y="2690543"/>
                  </a:lnTo>
                  <a:lnTo>
                    <a:pt x="3701751" y="2663652"/>
                  </a:lnTo>
                  <a:lnTo>
                    <a:pt x="3703462" y="2716227"/>
                  </a:lnTo>
                  <a:lnTo>
                    <a:pt x="3705173" y="2774310"/>
                  </a:lnTo>
                  <a:lnTo>
                    <a:pt x="3706885" y="2784569"/>
                  </a:lnTo>
                  <a:lnTo>
                    <a:pt x="3708596" y="2795145"/>
                  </a:lnTo>
                  <a:lnTo>
                    <a:pt x="3710308" y="2860192"/>
                  </a:lnTo>
                  <a:lnTo>
                    <a:pt x="3712019" y="2830875"/>
                  </a:lnTo>
                  <a:lnTo>
                    <a:pt x="3713730" y="2711918"/>
                  </a:lnTo>
                  <a:lnTo>
                    <a:pt x="3715442" y="2695015"/>
                  </a:lnTo>
                  <a:lnTo>
                    <a:pt x="3717153" y="2751376"/>
                  </a:lnTo>
                  <a:lnTo>
                    <a:pt x="3718865" y="2752065"/>
                  </a:lnTo>
                  <a:lnTo>
                    <a:pt x="3720576" y="2756149"/>
                  </a:lnTo>
                  <a:lnTo>
                    <a:pt x="3722287" y="2835785"/>
                  </a:lnTo>
                  <a:lnTo>
                    <a:pt x="3723999" y="2882319"/>
                  </a:lnTo>
                  <a:lnTo>
                    <a:pt x="3725710" y="2791919"/>
                  </a:lnTo>
                  <a:lnTo>
                    <a:pt x="3727422" y="2609943"/>
                  </a:lnTo>
                  <a:lnTo>
                    <a:pt x="3729133" y="2472646"/>
                  </a:lnTo>
                  <a:lnTo>
                    <a:pt x="3730844" y="2422672"/>
                  </a:lnTo>
                  <a:lnTo>
                    <a:pt x="3732556" y="2383136"/>
                  </a:lnTo>
                  <a:lnTo>
                    <a:pt x="3734267" y="2394756"/>
                  </a:lnTo>
                  <a:lnTo>
                    <a:pt x="3735979" y="2474951"/>
                  </a:lnTo>
                  <a:lnTo>
                    <a:pt x="3737690" y="2605982"/>
                  </a:lnTo>
                  <a:lnTo>
                    <a:pt x="3739401" y="2710626"/>
                  </a:lnTo>
                  <a:lnTo>
                    <a:pt x="3741113" y="2715846"/>
                  </a:lnTo>
                  <a:lnTo>
                    <a:pt x="3742824" y="2762539"/>
                  </a:lnTo>
                  <a:lnTo>
                    <a:pt x="3744536" y="2819090"/>
                  </a:lnTo>
                  <a:lnTo>
                    <a:pt x="3746247" y="2856466"/>
                  </a:lnTo>
                  <a:lnTo>
                    <a:pt x="3747958" y="2886584"/>
                  </a:lnTo>
                  <a:lnTo>
                    <a:pt x="3749670" y="2904602"/>
                  </a:lnTo>
                  <a:lnTo>
                    <a:pt x="3751381" y="2981792"/>
                  </a:lnTo>
                  <a:lnTo>
                    <a:pt x="3753093" y="3036434"/>
                  </a:lnTo>
                  <a:lnTo>
                    <a:pt x="3754804" y="3019945"/>
                  </a:lnTo>
                  <a:lnTo>
                    <a:pt x="3756515" y="2987475"/>
                  </a:lnTo>
                  <a:lnTo>
                    <a:pt x="3758227" y="2995513"/>
                  </a:lnTo>
                  <a:lnTo>
                    <a:pt x="3759938" y="3010146"/>
                  </a:lnTo>
                  <a:lnTo>
                    <a:pt x="3761650" y="2982688"/>
                  </a:lnTo>
                  <a:lnTo>
                    <a:pt x="3763361" y="2922225"/>
                  </a:lnTo>
                  <a:lnTo>
                    <a:pt x="3765072" y="2897334"/>
                  </a:lnTo>
                  <a:lnTo>
                    <a:pt x="3766784" y="2930188"/>
                  </a:lnTo>
                  <a:lnTo>
                    <a:pt x="3768495" y="2946421"/>
                  </a:lnTo>
                  <a:lnTo>
                    <a:pt x="3770207" y="2946423"/>
                  </a:lnTo>
                  <a:lnTo>
                    <a:pt x="3771918" y="2971920"/>
                  </a:lnTo>
                  <a:lnTo>
                    <a:pt x="3773629" y="2983370"/>
                  </a:lnTo>
                  <a:lnTo>
                    <a:pt x="3775341" y="2926095"/>
                  </a:lnTo>
                  <a:lnTo>
                    <a:pt x="3777052" y="2850106"/>
                  </a:lnTo>
                  <a:lnTo>
                    <a:pt x="3778764" y="2748247"/>
                  </a:lnTo>
                  <a:lnTo>
                    <a:pt x="3780475" y="2692732"/>
                  </a:lnTo>
                  <a:lnTo>
                    <a:pt x="3782186" y="2607962"/>
                  </a:lnTo>
                  <a:lnTo>
                    <a:pt x="3783898" y="2557160"/>
                  </a:lnTo>
                  <a:lnTo>
                    <a:pt x="3785609" y="2611035"/>
                  </a:lnTo>
                  <a:lnTo>
                    <a:pt x="3787321" y="2697500"/>
                  </a:lnTo>
                  <a:lnTo>
                    <a:pt x="3789032" y="2795918"/>
                  </a:lnTo>
                  <a:lnTo>
                    <a:pt x="3790743" y="2851435"/>
                  </a:lnTo>
                  <a:lnTo>
                    <a:pt x="3792455" y="2912551"/>
                  </a:lnTo>
                  <a:lnTo>
                    <a:pt x="3794166" y="2986511"/>
                  </a:lnTo>
                  <a:lnTo>
                    <a:pt x="3795877" y="3024767"/>
                  </a:lnTo>
                  <a:lnTo>
                    <a:pt x="3797589" y="2978400"/>
                  </a:lnTo>
                  <a:lnTo>
                    <a:pt x="3799300" y="2913471"/>
                  </a:lnTo>
                  <a:lnTo>
                    <a:pt x="3801012" y="2908744"/>
                  </a:lnTo>
                  <a:lnTo>
                    <a:pt x="3802723" y="2893373"/>
                  </a:lnTo>
                  <a:lnTo>
                    <a:pt x="3804434" y="2891632"/>
                  </a:lnTo>
                  <a:lnTo>
                    <a:pt x="3806146" y="2852751"/>
                  </a:lnTo>
                  <a:lnTo>
                    <a:pt x="3807857" y="2821347"/>
                  </a:lnTo>
                  <a:lnTo>
                    <a:pt x="3809569" y="2807179"/>
                  </a:lnTo>
                  <a:lnTo>
                    <a:pt x="3811280" y="2858573"/>
                  </a:lnTo>
                  <a:lnTo>
                    <a:pt x="3812991" y="2942839"/>
                  </a:lnTo>
                  <a:lnTo>
                    <a:pt x="3814703" y="2895886"/>
                  </a:lnTo>
                  <a:lnTo>
                    <a:pt x="3816414" y="2926546"/>
                  </a:lnTo>
                  <a:lnTo>
                    <a:pt x="3818126" y="3047037"/>
                  </a:lnTo>
                  <a:lnTo>
                    <a:pt x="3819837" y="3116972"/>
                  </a:lnTo>
                  <a:lnTo>
                    <a:pt x="3821548" y="3116972"/>
                  </a:lnTo>
                  <a:lnTo>
                    <a:pt x="3823260" y="3116972"/>
                  </a:lnTo>
                  <a:lnTo>
                    <a:pt x="3824971" y="3116972"/>
                  </a:lnTo>
                  <a:lnTo>
                    <a:pt x="3826683" y="3116972"/>
                  </a:lnTo>
                  <a:lnTo>
                    <a:pt x="3828394" y="3116972"/>
                  </a:lnTo>
                  <a:lnTo>
                    <a:pt x="3830105" y="3114538"/>
                  </a:lnTo>
                  <a:lnTo>
                    <a:pt x="3831817" y="2875726"/>
                  </a:lnTo>
                  <a:lnTo>
                    <a:pt x="3833528" y="2786272"/>
                  </a:lnTo>
                  <a:lnTo>
                    <a:pt x="3835240" y="2826814"/>
                  </a:lnTo>
                  <a:lnTo>
                    <a:pt x="3836951" y="2779710"/>
                  </a:lnTo>
                  <a:lnTo>
                    <a:pt x="3838662" y="2789189"/>
                  </a:lnTo>
                  <a:lnTo>
                    <a:pt x="3840374" y="2858305"/>
                  </a:lnTo>
                  <a:lnTo>
                    <a:pt x="3842085" y="2921558"/>
                  </a:lnTo>
                  <a:lnTo>
                    <a:pt x="3843797" y="2892367"/>
                  </a:lnTo>
                  <a:lnTo>
                    <a:pt x="3845508" y="2856788"/>
                  </a:lnTo>
                  <a:lnTo>
                    <a:pt x="3847219" y="2863008"/>
                  </a:lnTo>
                  <a:lnTo>
                    <a:pt x="3848931" y="2850381"/>
                  </a:lnTo>
                  <a:lnTo>
                    <a:pt x="3850642" y="2845266"/>
                  </a:lnTo>
                  <a:lnTo>
                    <a:pt x="3852354" y="2793733"/>
                  </a:lnTo>
                  <a:lnTo>
                    <a:pt x="3854065" y="2834086"/>
                  </a:lnTo>
                  <a:lnTo>
                    <a:pt x="3855776" y="2879370"/>
                  </a:lnTo>
                  <a:lnTo>
                    <a:pt x="3857488" y="2915635"/>
                  </a:lnTo>
                  <a:lnTo>
                    <a:pt x="3859199" y="2966220"/>
                  </a:lnTo>
                  <a:lnTo>
                    <a:pt x="3860911" y="2975927"/>
                  </a:lnTo>
                  <a:lnTo>
                    <a:pt x="3862622" y="3035773"/>
                  </a:lnTo>
                  <a:lnTo>
                    <a:pt x="3864333" y="3058242"/>
                  </a:lnTo>
                  <a:lnTo>
                    <a:pt x="3866045" y="3039736"/>
                  </a:lnTo>
                  <a:lnTo>
                    <a:pt x="3867756" y="3010907"/>
                  </a:lnTo>
                  <a:lnTo>
                    <a:pt x="3869468" y="2933990"/>
                  </a:lnTo>
                  <a:lnTo>
                    <a:pt x="3871179" y="2797611"/>
                  </a:lnTo>
                  <a:lnTo>
                    <a:pt x="3872890" y="2758005"/>
                  </a:lnTo>
                  <a:lnTo>
                    <a:pt x="3874602" y="2738437"/>
                  </a:lnTo>
                  <a:lnTo>
                    <a:pt x="3876313" y="2707266"/>
                  </a:lnTo>
                  <a:lnTo>
                    <a:pt x="3878025" y="2667912"/>
                  </a:lnTo>
                  <a:lnTo>
                    <a:pt x="3879736" y="2713483"/>
                  </a:lnTo>
                  <a:lnTo>
                    <a:pt x="3881447" y="2849862"/>
                  </a:lnTo>
                  <a:lnTo>
                    <a:pt x="3883159" y="2848750"/>
                  </a:lnTo>
                  <a:lnTo>
                    <a:pt x="3884870" y="2833898"/>
                  </a:lnTo>
                  <a:lnTo>
                    <a:pt x="3886582" y="2918781"/>
                  </a:lnTo>
                  <a:lnTo>
                    <a:pt x="3888293" y="2993444"/>
                  </a:lnTo>
                  <a:lnTo>
                    <a:pt x="3890004" y="3024787"/>
                  </a:lnTo>
                  <a:lnTo>
                    <a:pt x="3891716" y="3024789"/>
                  </a:lnTo>
                  <a:lnTo>
                    <a:pt x="3893427" y="3036539"/>
                  </a:lnTo>
                  <a:lnTo>
                    <a:pt x="3895139" y="3026079"/>
                  </a:lnTo>
                  <a:lnTo>
                    <a:pt x="3896850" y="2969460"/>
                  </a:lnTo>
                  <a:lnTo>
                    <a:pt x="3898561" y="2962984"/>
                  </a:lnTo>
                  <a:lnTo>
                    <a:pt x="3900273" y="2962984"/>
                  </a:lnTo>
                  <a:lnTo>
                    <a:pt x="3901984" y="2940504"/>
                  </a:lnTo>
                  <a:lnTo>
                    <a:pt x="3903695" y="2909093"/>
                  </a:lnTo>
                  <a:lnTo>
                    <a:pt x="3905407" y="2945068"/>
                  </a:lnTo>
                  <a:lnTo>
                    <a:pt x="3907118" y="2966480"/>
                  </a:lnTo>
                  <a:lnTo>
                    <a:pt x="3908830" y="2944286"/>
                  </a:lnTo>
                  <a:lnTo>
                    <a:pt x="3910541" y="2864134"/>
                  </a:lnTo>
                  <a:lnTo>
                    <a:pt x="3912252" y="2790721"/>
                  </a:lnTo>
                  <a:lnTo>
                    <a:pt x="3913964" y="2794105"/>
                  </a:lnTo>
                  <a:lnTo>
                    <a:pt x="3915675" y="2793270"/>
                  </a:lnTo>
                  <a:lnTo>
                    <a:pt x="3917387" y="2738893"/>
                  </a:lnTo>
                  <a:lnTo>
                    <a:pt x="3919098" y="2723112"/>
                  </a:lnTo>
                  <a:lnTo>
                    <a:pt x="3920809" y="2781391"/>
                  </a:lnTo>
                  <a:lnTo>
                    <a:pt x="3922521" y="2851493"/>
                  </a:lnTo>
                  <a:lnTo>
                    <a:pt x="3924232" y="2865808"/>
                  </a:lnTo>
                  <a:lnTo>
                    <a:pt x="3925944" y="2785916"/>
                  </a:lnTo>
                  <a:lnTo>
                    <a:pt x="3927655" y="2799054"/>
                  </a:lnTo>
                  <a:lnTo>
                    <a:pt x="3929366" y="2867854"/>
                  </a:lnTo>
                  <a:lnTo>
                    <a:pt x="3931078" y="2919973"/>
                  </a:lnTo>
                  <a:lnTo>
                    <a:pt x="3932789" y="2945762"/>
                  </a:lnTo>
                  <a:lnTo>
                    <a:pt x="3934501" y="2988442"/>
                  </a:lnTo>
                  <a:lnTo>
                    <a:pt x="3936212" y="3078074"/>
                  </a:lnTo>
                  <a:lnTo>
                    <a:pt x="3937923" y="3090574"/>
                  </a:lnTo>
                  <a:lnTo>
                    <a:pt x="3939635" y="2932434"/>
                  </a:lnTo>
                  <a:lnTo>
                    <a:pt x="3941346" y="2827165"/>
                  </a:lnTo>
                  <a:lnTo>
                    <a:pt x="3943058" y="2819324"/>
                  </a:lnTo>
                  <a:lnTo>
                    <a:pt x="3944769" y="2823996"/>
                  </a:lnTo>
                  <a:lnTo>
                    <a:pt x="3946480" y="2834557"/>
                  </a:lnTo>
                  <a:lnTo>
                    <a:pt x="3948192" y="2799740"/>
                  </a:lnTo>
                  <a:lnTo>
                    <a:pt x="3949903" y="2820333"/>
                  </a:lnTo>
                  <a:lnTo>
                    <a:pt x="3951615" y="2789593"/>
                  </a:lnTo>
                  <a:lnTo>
                    <a:pt x="3953326" y="2726450"/>
                  </a:lnTo>
                  <a:lnTo>
                    <a:pt x="3955037" y="2605551"/>
                  </a:lnTo>
                  <a:lnTo>
                    <a:pt x="3956749" y="2434626"/>
                  </a:lnTo>
                  <a:lnTo>
                    <a:pt x="3958460" y="2384212"/>
                  </a:lnTo>
                  <a:lnTo>
                    <a:pt x="3960172" y="2444832"/>
                  </a:lnTo>
                  <a:lnTo>
                    <a:pt x="3961883" y="2549570"/>
                  </a:lnTo>
                  <a:lnTo>
                    <a:pt x="3963594" y="2620557"/>
                  </a:lnTo>
                  <a:lnTo>
                    <a:pt x="3965306" y="2736782"/>
                  </a:lnTo>
                  <a:lnTo>
                    <a:pt x="3967017" y="2927344"/>
                  </a:lnTo>
                  <a:lnTo>
                    <a:pt x="3968729" y="3101737"/>
                  </a:lnTo>
                  <a:lnTo>
                    <a:pt x="3970440" y="3116972"/>
                  </a:lnTo>
                  <a:lnTo>
                    <a:pt x="3972151" y="3116972"/>
                  </a:lnTo>
                  <a:lnTo>
                    <a:pt x="3973863" y="3116647"/>
                  </a:lnTo>
                  <a:lnTo>
                    <a:pt x="3975574" y="3046177"/>
                  </a:lnTo>
                  <a:lnTo>
                    <a:pt x="3977286" y="2969392"/>
                  </a:lnTo>
                  <a:lnTo>
                    <a:pt x="3978997" y="2887712"/>
                  </a:lnTo>
                  <a:lnTo>
                    <a:pt x="3980708" y="2777327"/>
                  </a:lnTo>
                  <a:lnTo>
                    <a:pt x="3982420" y="2632364"/>
                  </a:lnTo>
                  <a:lnTo>
                    <a:pt x="3984131" y="2628742"/>
                  </a:lnTo>
                  <a:lnTo>
                    <a:pt x="3985843" y="2732501"/>
                  </a:lnTo>
                  <a:lnTo>
                    <a:pt x="3987554" y="2827330"/>
                  </a:lnTo>
                  <a:lnTo>
                    <a:pt x="3989265" y="2872124"/>
                  </a:lnTo>
                  <a:lnTo>
                    <a:pt x="3990977" y="2977609"/>
                  </a:lnTo>
                  <a:lnTo>
                    <a:pt x="3992688" y="3116972"/>
                  </a:lnTo>
                  <a:lnTo>
                    <a:pt x="3994400" y="3116972"/>
                  </a:lnTo>
                  <a:lnTo>
                    <a:pt x="3996111" y="3116972"/>
                  </a:lnTo>
                  <a:lnTo>
                    <a:pt x="3997822" y="3116972"/>
                  </a:lnTo>
                  <a:lnTo>
                    <a:pt x="3999534" y="3116972"/>
                  </a:lnTo>
                  <a:lnTo>
                    <a:pt x="4001245" y="3116972"/>
                  </a:lnTo>
                  <a:lnTo>
                    <a:pt x="4002957" y="3116972"/>
                  </a:lnTo>
                  <a:lnTo>
                    <a:pt x="4004668" y="3065327"/>
                  </a:lnTo>
                  <a:lnTo>
                    <a:pt x="4006379" y="3116972"/>
                  </a:lnTo>
                  <a:lnTo>
                    <a:pt x="4008091" y="3116972"/>
                  </a:lnTo>
                  <a:lnTo>
                    <a:pt x="4009802" y="3116972"/>
                  </a:lnTo>
                  <a:lnTo>
                    <a:pt x="4011513" y="3116972"/>
                  </a:lnTo>
                  <a:lnTo>
                    <a:pt x="4013225" y="3095486"/>
                  </a:lnTo>
                  <a:lnTo>
                    <a:pt x="4014936" y="3085813"/>
                  </a:lnTo>
                  <a:lnTo>
                    <a:pt x="4016648" y="3070138"/>
                  </a:lnTo>
                  <a:lnTo>
                    <a:pt x="4018359" y="2976112"/>
                  </a:lnTo>
                  <a:lnTo>
                    <a:pt x="4020070" y="2884596"/>
                  </a:lnTo>
                  <a:lnTo>
                    <a:pt x="4021782" y="2811112"/>
                  </a:lnTo>
                  <a:lnTo>
                    <a:pt x="4023493" y="2667326"/>
                  </a:lnTo>
                  <a:lnTo>
                    <a:pt x="4025205" y="2529326"/>
                  </a:lnTo>
                  <a:lnTo>
                    <a:pt x="4026916" y="2377633"/>
                  </a:lnTo>
                  <a:lnTo>
                    <a:pt x="4028627" y="2413356"/>
                  </a:lnTo>
                  <a:lnTo>
                    <a:pt x="4030339" y="2510624"/>
                  </a:lnTo>
                  <a:lnTo>
                    <a:pt x="4032050" y="2558963"/>
                  </a:lnTo>
                  <a:lnTo>
                    <a:pt x="4033762" y="2646806"/>
                  </a:lnTo>
                  <a:lnTo>
                    <a:pt x="4035473" y="2704009"/>
                  </a:lnTo>
                  <a:lnTo>
                    <a:pt x="4037184" y="2839310"/>
                  </a:lnTo>
                  <a:lnTo>
                    <a:pt x="4038896" y="2898028"/>
                  </a:lnTo>
                  <a:lnTo>
                    <a:pt x="4040607" y="2885849"/>
                  </a:lnTo>
                  <a:lnTo>
                    <a:pt x="4042319" y="2826011"/>
                  </a:lnTo>
                  <a:lnTo>
                    <a:pt x="4044030" y="2800108"/>
                  </a:lnTo>
                  <a:lnTo>
                    <a:pt x="4045741" y="2811286"/>
                  </a:lnTo>
                  <a:lnTo>
                    <a:pt x="4047453" y="2753365"/>
                  </a:lnTo>
                  <a:lnTo>
                    <a:pt x="4049164" y="2702994"/>
                  </a:lnTo>
                  <a:lnTo>
                    <a:pt x="4050876" y="2701373"/>
                  </a:lnTo>
                  <a:lnTo>
                    <a:pt x="4052587" y="2793938"/>
                  </a:lnTo>
                  <a:lnTo>
                    <a:pt x="4054298" y="2875787"/>
                  </a:lnTo>
                  <a:lnTo>
                    <a:pt x="4056010" y="2953176"/>
                  </a:lnTo>
                  <a:lnTo>
                    <a:pt x="4057721" y="3049919"/>
                  </a:lnTo>
                  <a:lnTo>
                    <a:pt x="4059433" y="3103289"/>
                  </a:lnTo>
                  <a:lnTo>
                    <a:pt x="4061144" y="3116972"/>
                  </a:lnTo>
                  <a:lnTo>
                    <a:pt x="4062855" y="3116972"/>
                  </a:lnTo>
                  <a:lnTo>
                    <a:pt x="4064567" y="3116972"/>
                  </a:lnTo>
                  <a:lnTo>
                    <a:pt x="4066278" y="3053405"/>
                  </a:lnTo>
                  <a:lnTo>
                    <a:pt x="4067990" y="2921394"/>
                  </a:lnTo>
                  <a:lnTo>
                    <a:pt x="4069701" y="2852767"/>
                  </a:lnTo>
                  <a:lnTo>
                    <a:pt x="4071412" y="2828873"/>
                  </a:lnTo>
                  <a:lnTo>
                    <a:pt x="4073124" y="2756534"/>
                  </a:lnTo>
                  <a:lnTo>
                    <a:pt x="4074835" y="2660276"/>
                  </a:lnTo>
                  <a:lnTo>
                    <a:pt x="4076547" y="2662380"/>
                  </a:lnTo>
                  <a:lnTo>
                    <a:pt x="4078258" y="2768737"/>
                  </a:lnTo>
                  <a:lnTo>
                    <a:pt x="4079969" y="2805509"/>
                  </a:lnTo>
                  <a:lnTo>
                    <a:pt x="4081681" y="2746015"/>
                  </a:lnTo>
                  <a:lnTo>
                    <a:pt x="4083392" y="2683080"/>
                  </a:lnTo>
                  <a:lnTo>
                    <a:pt x="4085104" y="2692922"/>
                  </a:lnTo>
                  <a:lnTo>
                    <a:pt x="4086815" y="2691512"/>
                  </a:lnTo>
                  <a:lnTo>
                    <a:pt x="4088526" y="2705439"/>
                  </a:lnTo>
                  <a:lnTo>
                    <a:pt x="4090238" y="2789359"/>
                  </a:lnTo>
                  <a:lnTo>
                    <a:pt x="4091949" y="2860410"/>
                  </a:lnTo>
                  <a:lnTo>
                    <a:pt x="4093661" y="2900282"/>
                  </a:lnTo>
                  <a:lnTo>
                    <a:pt x="4095372" y="2895611"/>
                  </a:lnTo>
                  <a:lnTo>
                    <a:pt x="4097083" y="2886950"/>
                  </a:lnTo>
                  <a:lnTo>
                    <a:pt x="4098795" y="2819614"/>
                  </a:lnTo>
                  <a:lnTo>
                    <a:pt x="4100506" y="2717772"/>
                  </a:lnTo>
                  <a:lnTo>
                    <a:pt x="4102218" y="2726358"/>
                  </a:lnTo>
                  <a:lnTo>
                    <a:pt x="4103929" y="2821763"/>
                  </a:lnTo>
                  <a:lnTo>
                    <a:pt x="4105640" y="2887668"/>
                  </a:lnTo>
                  <a:lnTo>
                    <a:pt x="4107352" y="2834511"/>
                  </a:lnTo>
                  <a:lnTo>
                    <a:pt x="4109063" y="2758207"/>
                  </a:lnTo>
                  <a:lnTo>
                    <a:pt x="4110775" y="2759813"/>
                  </a:lnTo>
                  <a:lnTo>
                    <a:pt x="4112486" y="2731212"/>
                  </a:lnTo>
                  <a:lnTo>
                    <a:pt x="4114197" y="2728899"/>
                  </a:lnTo>
                  <a:lnTo>
                    <a:pt x="4115909" y="2724144"/>
                  </a:lnTo>
                  <a:lnTo>
                    <a:pt x="4117620" y="2806920"/>
                  </a:lnTo>
                  <a:lnTo>
                    <a:pt x="4119331" y="2845566"/>
                  </a:lnTo>
                  <a:lnTo>
                    <a:pt x="4121043" y="2810381"/>
                  </a:lnTo>
                  <a:lnTo>
                    <a:pt x="4122754" y="2837819"/>
                  </a:lnTo>
                  <a:lnTo>
                    <a:pt x="4124466" y="2840136"/>
                  </a:lnTo>
                  <a:lnTo>
                    <a:pt x="4126177" y="2829794"/>
                  </a:lnTo>
                  <a:lnTo>
                    <a:pt x="4127888" y="2823076"/>
                  </a:lnTo>
                  <a:lnTo>
                    <a:pt x="4129600" y="2899677"/>
                  </a:lnTo>
                  <a:lnTo>
                    <a:pt x="4131311" y="2914241"/>
                  </a:lnTo>
                  <a:lnTo>
                    <a:pt x="4133023" y="2863972"/>
                  </a:lnTo>
                  <a:lnTo>
                    <a:pt x="4134734" y="2883241"/>
                  </a:lnTo>
                  <a:lnTo>
                    <a:pt x="4136445" y="2853542"/>
                  </a:lnTo>
                  <a:lnTo>
                    <a:pt x="4138157" y="2689077"/>
                  </a:lnTo>
                  <a:lnTo>
                    <a:pt x="4139868" y="2498337"/>
                  </a:lnTo>
                  <a:lnTo>
                    <a:pt x="4141580" y="2442826"/>
                  </a:lnTo>
                  <a:lnTo>
                    <a:pt x="4143291" y="2382697"/>
                  </a:lnTo>
                  <a:lnTo>
                    <a:pt x="4145002" y="2266842"/>
                  </a:lnTo>
                  <a:lnTo>
                    <a:pt x="4146714" y="2208637"/>
                  </a:lnTo>
                  <a:lnTo>
                    <a:pt x="4148425" y="2305307"/>
                  </a:lnTo>
                  <a:lnTo>
                    <a:pt x="4150137" y="2398443"/>
                  </a:lnTo>
                  <a:lnTo>
                    <a:pt x="4151848" y="2262018"/>
                  </a:lnTo>
                  <a:lnTo>
                    <a:pt x="4153559" y="2120982"/>
                  </a:lnTo>
                  <a:lnTo>
                    <a:pt x="4155271" y="1966608"/>
                  </a:lnTo>
                  <a:lnTo>
                    <a:pt x="4156982" y="1865014"/>
                  </a:lnTo>
                  <a:lnTo>
                    <a:pt x="4158694" y="1797996"/>
                  </a:lnTo>
                  <a:lnTo>
                    <a:pt x="4160405" y="1697651"/>
                  </a:lnTo>
                  <a:lnTo>
                    <a:pt x="4162116" y="1783862"/>
                  </a:lnTo>
                  <a:lnTo>
                    <a:pt x="4163828" y="1906196"/>
                  </a:lnTo>
                  <a:lnTo>
                    <a:pt x="4165539" y="2069687"/>
                  </a:lnTo>
                  <a:lnTo>
                    <a:pt x="4167251" y="2202268"/>
                  </a:lnTo>
                  <a:lnTo>
                    <a:pt x="4168962" y="2202963"/>
                  </a:lnTo>
                  <a:lnTo>
                    <a:pt x="4170673" y="2291226"/>
                  </a:lnTo>
                  <a:lnTo>
                    <a:pt x="4172385" y="2408855"/>
                  </a:lnTo>
                  <a:lnTo>
                    <a:pt x="4174096" y="2490739"/>
                  </a:lnTo>
                  <a:lnTo>
                    <a:pt x="4175808" y="2494226"/>
                  </a:lnTo>
                  <a:lnTo>
                    <a:pt x="4177519" y="2549882"/>
                  </a:lnTo>
                  <a:lnTo>
                    <a:pt x="4179230" y="2657961"/>
                  </a:lnTo>
                  <a:lnTo>
                    <a:pt x="4180942" y="2705916"/>
                  </a:lnTo>
                  <a:lnTo>
                    <a:pt x="4182653" y="2686277"/>
                  </a:lnTo>
                  <a:lnTo>
                    <a:pt x="4184365" y="2656838"/>
                  </a:lnTo>
                  <a:lnTo>
                    <a:pt x="4186076" y="2675814"/>
                  </a:lnTo>
                  <a:lnTo>
                    <a:pt x="4187787" y="2710470"/>
                  </a:lnTo>
                  <a:lnTo>
                    <a:pt x="4189499" y="2740427"/>
                  </a:lnTo>
                  <a:lnTo>
                    <a:pt x="4191210" y="2784914"/>
                  </a:lnTo>
                  <a:lnTo>
                    <a:pt x="4192922" y="2771434"/>
                  </a:lnTo>
                  <a:lnTo>
                    <a:pt x="4194633" y="2810733"/>
                  </a:lnTo>
                  <a:lnTo>
                    <a:pt x="4196344" y="2832460"/>
                  </a:lnTo>
                  <a:lnTo>
                    <a:pt x="4198056" y="2824238"/>
                  </a:lnTo>
                  <a:lnTo>
                    <a:pt x="4199767" y="2852594"/>
                  </a:lnTo>
                  <a:lnTo>
                    <a:pt x="4201479" y="2879261"/>
                  </a:lnTo>
                  <a:lnTo>
                    <a:pt x="4203190" y="2874668"/>
                  </a:lnTo>
                  <a:lnTo>
                    <a:pt x="4204901" y="2815437"/>
                  </a:lnTo>
                  <a:lnTo>
                    <a:pt x="4206613" y="2788683"/>
                  </a:lnTo>
                  <a:lnTo>
                    <a:pt x="4208324" y="2715663"/>
                  </a:lnTo>
                  <a:lnTo>
                    <a:pt x="4210036" y="2704454"/>
                  </a:lnTo>
                  <a:lnTo>
                    <a:pt x="4211747" y="2693544"/>
                  </a:lnTo>
                  <a:lnTo>
                    <a:pt x="4213458" y="2728455"/>
                  </a:lnTo>
                  <a:lnTo>
                    <a:pt x="4215170" y="2756140"/>
                  </a:lnTo>
                  <a:lnTo>
                    <a:pt x="4216881" y="2718911"/>
                  </a:lnTo>
                  <a:lnTo>
                    <a:pt x="4218592" y="2659970"/>
                  </a:lnTo>
                  <a:lnTo>
                    <a:pt x="4220304" y="2601116"/>
                  </a:lnTo>
                  <a:lnTo>
                    <a:pt x="4222015" y="2596273"/>
                  </a:lnTo>
                  <a:lnTo>
                    <a:pt x="4223727" y="2541035"/>
                  </a:lnTo>
                  <a:lnTo>
                    <a:pt x="4225438" y="2499012"/>
                  </a:lnTo>
                  <a:lnTo>
                    <a:pt x="4227149" y="2554670"/>
                  </a:lnTo>
                  <a:lnTo>
                    <a:pt x="4228861" y="2635893"/>
                  </a:lnTo>
                  <a:lnTo>
                    <a:pt x="4230572" y="2679286"/>
                  </a:lnTo>
                  <a:lnTo>
                    <a:pt x="4232284" y="2659576"/>
                  </a:lnTo>
                  <a:lnTo>
                    <a:pt x="4233995" y="2728078"/>
                  </a:lnTo>
                  <a:lnTo>
                    <a:pt x="4235706" y="2786180"/>
                  </a:lnTo>
                  <a:lnTo>
                    <a:pt x="4237418" y="2707949"/>
                  </a:lnTo>
                  <a:lnTo>
                    <a:pt x="4239129" y="2753103"/>
                  </a:lnTo>
                  <a:lnTo>
                    <a:pt x="4240841" y="2772016"/>
                  </a:lnTo>
                  <a:lnTo>
                    <a:pt x="4242552" y="2686693"/>
                  </a:lnTo>
                  <a:lnTo>
                    <a:pt x="4244263" y="2507133"/>
                  </a:lnTo>
                  <a:lnTo>
                    <a:pt x="4245975" y="2395642"/>
                  </a:lnTo>
                  <a:lnTo>
                    <a:pt x="4247686" y="2459528"/>
                  </a:lnTo>
                  <a:lnTo>
                    <a:pt x="4249398" y="2452796"/>
                  </a:lnTo>
                  <a:lnTo>
                    <a:pt x="4251109" y="2460553"/>
                  </a:lnTo>
                  <a:lnTo>
                    <a:pt x="4252820" y="2539909"/>
                  </a:lnTo>
                  <a:lnTo>
                    <a:pt x="4254532" y="2655924"/>
                  </a:lnTo>
                  <a:lnTo>
                    <a:pt x="4256243" y="2714712"/>
                  </a:lnTo>
                  <a:lnTo>
                    <a:pt x="4257955" y="2708840"/>
                  </a:lnTo>
                  <a:lnTo>
                    <a:pt x="4259666" y="2732767"/>
                  </a:lnTo>
                  <a:lnTo>
                    <a:pt x="4261377" y="2697024"/>
                  </a:lnTo>
                  <a:lnTo>
                    <a:pt x="4263089" y="2581609"/>
                  </a:lnTo>
                  <a:lnTo>
                    <a:pt x="4264800" y="2520519"/>
                  </a:lnTo>
                  <a:lnTo>
                    <a:pt x="4266512" y="2449172"/>
                  </a:lnTo>
                  <a:lnTo>
                    <a:pt x="4268223" y="2360286"/>
                  </a:lnTo>
                  <a:lnTo>
                    <a:pt x="4269934" y="2253348"/>
                  </a:lnTo>
                  <a:lnTo>
                    <a:pt x="4271646" y="2179797"/>
                  </a:lnTo>
                  <a:lnTo>
                    <a:pt x="4273357" y="2219703"/>
                  </a:lnTo>
                  <a:lnTo>
                    <a:pt x="4275069" y="2278528"/>
                  </a:lnTo>
                  <a:lnTo>
                    <a:pt x="4276780" y="2380654"/>
                  </a:lnTo>
                  <a:lnTo>
                    <a:pt x="4278491" y="2515846"/>
                  </a:lnTo>
                  <a:lnTo>
                    <a:pt x="4280203" y="2602809"/>
                  </a:lnTo>
                  <a:lnTo>
                    <a:pt x="4281914" y="2561042"/>
                  </a:lnTo>
                  <a:lnTo>
                    <a:pt x="4283626" y="2499681"/>
                  </a:lnTo>
                  <a:lnTo>
                    <a:pt x="4285337" y="2554120"/>
                  </a:lnTo>
                  <a:lnTo>
                    <a:pt x="4287048" y="2588248"/>
                  </a:lnTo>
                  <a:lnTo>
                    <a:pt x="4288760" y="2495633"/>
                  </a:lnTo>
                  <a:lnTo>
                    <a:pt x="4290471" y="2405131"/>
                  </a:lnTo>
                  <a:lnTo>
                    <a:pt x="4292183" y="2481564"/>
                  </a:lnTo>
                  <a:lnTo>
                    <a:pt x="4293894" y="2644444"/>
                  </a:lnTo>
                  <a:lnTo>
                    <a:pt x="4295605" y="2666664"/>
                  </a:lnTo>
                  <a:lnTo>
                    <a:pt x="4297317" y="2606767"/>
                  </a:lnTo>
                  <a:lnTo>
                    <a:pt x="4299028" y="2543259"/>
                  </a:lnTo>
                  <a:lnTo>
                    <a:pt x="4300740" y="2551627"/>
                  </a:lnTo>
                  <a:lnTo>
                    <a:pt x="4302451" y="2581805"/>
                  </a:lnTo>
                  <a:lnTo>
                    <a:pt x="4304162" y="2509641"/>
                  </a:lnTo>
                  <a:lnTo>
                    <a:pt x="4305874" y="2345693"/>
                  </a:lnTo>
                  <a:lnTo>
                    <a:pt x="4307585" y="2250516"/>
                  </a:lnTo>
                  <a:lnTo>
                    <a:pt x="4309297" y="2287477"/>
                  </a:lnTo>
                  <a:lnTo>
                    <a:pt x="4311008" y="2274629"/>
                  </a:lnTo>
                  <a:lnTo>
                    <a:pt x="4312719" y="2157544"/>
                  </a:lnTo>
                  <a:lnTo>
                    <a:pt x="4314431" y="2072035"/>
                  </a:lnTo>
                  <a:lnTo>
                    <a:pt x="4316142" y="2109842"/>
                  </a:lnTo>
                  <a:lnTo>
                    <a:pt x="4317854" y="2167134"/>
                  </a:lnTo>
                  <a:lnTo>
                    <a:pt x="4319565" y="2182924"/>
                  </a:lnTo>
                  <a:lnTo>
                    <a:pt x="4321276" y="2218861"/>
                  </a:lnTo>
                  <a:lnTo>
                    <a:pt x="4322988" y="2238168"/>
                  </a:lnTo>
                  <a:lnTo>
                    <a:pt x="4324699" y="2234149"/>
                  </a:lnTo>
                  <a:lnTo>
                    <a:pt x="4326410" y="2207937"/>
                  </a:lnTo>
                  <a:lnTo>
                    <a:pt x="4328122" y="2214425"/>
                  </a:lnTo>
                  <a:lnTo>
                    <a:pt x="4329833" y="2255442"/>
                  </a:lnTo>
                  <a:lnTo>
                    <a:pt x="4331545" y="2267405"/>
                  </a:lnTo>
                  <a:lnTo>
                    <a:pt x="4333256" y="2316872"/>
                  </a:lnTo>
                  <a:lnTo>
                    <a:pt x="4334967" y="2337578"/>
                  </a:lnTo>
                  <a:lnTo>
                    <a:pt x="4336679" y="2446561"/>
                  </a:lnTo>
                  <a:lnTo>
                    <a:pt x="4338390" y="2550367"/>
                  </a:lnTo>
                  <a:lnTo>
                    <a:pt x="4340102" y="2562585"/>
                  </a:lnTo>
                  <a:lnTo>
                    <a:pt x="4341813" y="2496219"/>
                  </a:lnTo>
                  <a:lnTo>
                    <a:pt x="4343524" y="2367304"/>
                  </a:lnTo>
                  <a:lnTo>
                    <a:pt x="4345236" y="2243544"/>
                  </a:lnTo>
                  <a:lnTo>
                    <a:pt x="4346947" y="1968962"/>
                  </a:lnTo>
                  <a:lnTo>
                    <a:pt x="4348659" y="1695575"/>
                  </a:lnTo>
                  <a:lnTo>
                    <a:pt x="4350370" y="1573607"/>
                  </a:lnTo>
                  <a:lnTo>
                    <a:pt x="4352081" y="1666187"/>
                  </a:lnTo>
                  <a:lnTo>
                    <a:pt x="4353793" y="1846377"/>
                  </a:lnTo>
                  <a:lnTo>
                    <a:pt x="4355504" y="2024673"/>
                  </a:lnTo>
                  <a:lnTo>
                    <a:pt x="4357216" y="2187443"/>
                  </a:lnTo>
                  <a:lnTo>
                    <a:pt x="4358927" y="2434747"/>
                  </a:lnTo>
                  <a:lnTo>
                    <a:pt x="4360638" y="2603220"/>
                  </a:lnTo>
                  <a:lnTo>
                    <a:pt x="4362350" y="2566649"/>
                  </a:lnTo>
                  <a:lnTo>
                    <a:pt x="4364061" y="2529051"/>
                  </a:lnTo>
                  <a:lnTo>
                    <a:pt x="4365773" y="2542430"/>
                  </a:lnTo>
                  <a:lnTo>
                    <a:pt x="4367484" y="2726409"/>
                  </a:lnTo>
                  <a:lnTo>
                    <a:pt x="4369195" y="2780922"/>
                  </a:lnTo>
                  <a:lnTo>
                    <a:pt x="4370907" y="2810063"/>
                  </a:lnTo>
                  <a:lnTo>
                    <a:pt x="4372618" y="2911365"/>
                  </a:lnTo>
                  <a:lnTo>
                    <a:pt x="4374330" y="2958315"/>
                  </a:lnTo>
                  <a:lnTo>
                    <a:pt x="4376041" y="2986231"/>
                  </a:lnTo>
                  <a:lnTo>
                    <a:pt x="4377752" y="2930620"/>
                  </a:lnTo>
                  <a:lnTo>
                    <a:pt x="4379464" y="2884599"/>
                  </a:lnTo>
                  <a:lnTo>
                    <a:pt x="4381175" y="2786077"/>
                  </a:lnTo>
                  <a:lnTo>
                    <a:pt x="4382887" y="2729224"/>
                  </a:lnTo>
                  <a:lnTo>
                    <a:pt x="4384598" y="2760761"/>
                  </a:lnTo>
                  <a:lnTo>
                    <a:pt x="4386309" y="2807798"/>
                  </a:lnTo>
                  <a:lnTo>
                    <a:pt x="4388021" y="2791780"/>
                  </a:lnTo>
                  <a:lnTo>
                    <a:pt x="4389732" y="2774224"/>
                  </a:lnTo>
                  <a:lnTo>
                    <a:pt x="4391444" y="2834108"/>
                  </a:lnTo>
                  <a:lnTo>
                    <a:pt x="4393155" y="2747367"/>
                  </a:lnTo>
                  <a:lnTo>
                    <a:pt x="4394866" y="2582013"/>
                  </a:lnTo>
                  <a:lnTo>
                    <a:pt x="4396578" y="2436644"/>
                  </a:lnTo>
                  <a:lnTo>
                    <a:pt x="4398289" y="2338724"/>
                  </a:lnTo>
                  <a:lnTo>
                    <a:pt x="4400001" y="2208539"/>
                  </a:lnTo>
                  <a:lnTo>
                    <a:pt x="4401712" y="2045158"/>
                  </a:lnTo>
                  <a:lnTo>
                    <a:pt x="4403423" y="2051698"/>
                  </a:lnTo>
                  <a:lnTo>
                    <a:pt x="4405135" y="2128280"/>
                  </a:lnTo>
                  <a:lnTo>
                    <a:pt x="4406846" y="2186168"/>
                  </a:lnTo>
                  <a:lnTo>
                    <a:pt x="4408558" y="2198972"/>
                  </a:lnTo>
                  <a:lnTo>
                    <a:pt x="4410269" y="2235526"/>
                  </a:lnTo>
                  <a:lnTo>
                    <a:pt x="4411980" y="2247782"/>
                  </a:lnTo>
                  <a:lnTo>
                    <a:pt x="4413692" y="2180370"/>
                  </a:lnTo>
                  <a:lnTo>
                    <a:pt x="4415403" y="2133606"/>
                  </a:lnTo>
                  <a:lnTo>
                    <a:pt x="4417115" y="2061914"/>
                  </a:lnTo>
                  <a:lnTo>
                    <a:pt x="4418826" y="2018901"/>
                  </a:lnTo>
                  <a:lnTo>
                    <a:pt x="4420537" y="2019670"/>
                  </a:lnTo>
                  <a:lnTo>
                    <a:pt x="4422249" y="2176844"/>
                  </a:lnTo>
                  <a:lnTo>
                    <a:pt x="4423960" y="2333521"/>
                  </a:lnTo>
                  <a:lnTo>
                    <a:pt x="4425672" y="2383792"/>
                  </a:lnTo>
                  <a:lnTo>
                    <a:pt x="4427383" y="2434689"/>
                  </a:lnTo>
                  <a:lnTo>
                    <a:pt x="4429094" y="2535754"/>
                  </a:lnTo>
                  <a:lnTo>
                    <a:pt x="4430806" y="2547552"/>
                  </a:lnTo>
                  <a:lnTo>
                    <a:pt x="4432517" y="2526078"/>
                  </a:lnTo>
                  <a:lnTo>
                    <a:pt x="4434228" y="2561764"/>
                  </a:lnTo>
                  <a:lnTo>
                    <a:pt x="4435940" y="2597726"/>
                  </a:lnTo>
                  <a:lnTo>
                    <a:pt x="4437651" y="2721277"/>
                  </a:lnTo>
                  <a:lnTo>
                    <a:pt x="4439363" y="2847069"/>
                  </a:lnTo>
                  <a:lnTo>
                    <a:pt x="4441074" y="2873448"/>
                  </a:lnTo>
                  <a:lnTo>
                    <a:pt x="4442785" y="2733405"/>
                  </a:lnTo>
                  <a:lnTo>
                    <a:pt x="4444497" y="2615954"/>
                  </a:lnTo>
                  <a:lnTo>
                    <a:pt x="4446208" y="2628379"/>
                  </a:lnTo>
                  <a:lnTo>
                    <a:pt x="4447920" y="2523883"/>
                  </a:lnTo>
                  <a:lnTo>
                    <a:pt x="4449631" y="2365811"/>
                  </a:lnTo>
                  <a:lnTo>
                    <a:pt x="4451342" y="2448106"/>
                  </a:lnTo>
                  <a:lnTo>
                    <a:pt x="4453054" y="2604359"/>
                  </a:lnTo>
                  <a:lnTo>
                    <a:pt x="4454765" y="2618007"/>
                  </a:lnTo>
                  <a:lnTo>
                    <a:pt x="4456477" y="2618897"/>
                  </a:lnTo>
                  <a:lnTo>
                    <a:pt x="4458188" y="2596761"/>
                  </a:lnTo>
                  <a:lnTo>
                    <a:pt x="4459899" y="2652517"/>
                  </a:lnTo>
                  <a:lnTo>
                    <a:pt x="4461611" y="2666373"/>
                  </a:lnTo>
                  <a:lnTo>
                    <a:pt x="4463322" y="2639517"/>
                  </a:lnTo>
                  <a:lnTo>
                    <a:pt x="4465034" y="2701997"/>
                  </a:lnTo>
                  <a:lnTo>
                    <a:pt x="4466745" y="2747199"/>
                  </a:lnTo>
                  <a:lnTo>
                    <a:pt x="4468456" y="2780157"/>
                  </a:lnTo>
                  <a:lnTo>
                    <a:pt x="4470168" y="2677603"/>
                  </a:lnTo>
                  <a:lnTo>
                    <a:pt x="4471879" y="2505731"/>
                  </a:lnTo>
                  <a:lnTo>
                    <a:pt x="4473591" y="2358419"/>
                  </a:lnTo>
                  <a:lnTo>
                    <a:pt x="4475302" y="2243301"/>
                  </a:lnTo>
                  <a:lnTo>
                    <a:pt x="4477013" y="2167324"/>
                  </a:lnTo>
                  <a:lnTo>
                    <a:pt x="4478725" y="2253191"/>
                  </a:lnTo>
                  <a:lnTo>
                    <a:pt x="4480436" y="2384043"/>
                  </a:lnTo>
                  <a:lnTo>
                    <a:pt x="4482148" y="2393233"/>
                  </a:lnTo>
                  <a:lnTo>
                    <a:pt x="4483859" y="2409998"/>
                  </a:lnTo>
                  <a:lnTo>
                    <a:pt x="4485570" y="2433639"/>
                  </a:lnTo>
                  <a:lnTo>
                    <a:pt x="4487282" y="2368936"/>
                  </a:lnTo>
                  <a:lnTo>
                    <a:pt x="4488993" y="2170997"/>
                  </a:lnTo>
                  <a:lnTo>
                    <a:pt x="4490705" y="2043519"/>
                  </a:lnTo>
                  <a:lnTo>
                    <a:pt x="4492416" y="2103859"/>
                  </a:lnTo>
                  <a:lnTo>
                    <a:pt x="4494127" y="2189885"/>
                  </a:lnTo>
                  <a:lnTo>
                    <a:pt x="4495839" y="2160164"/>
                  </a:lnTo>
                  <a:lnTo>
                    <a:pt x="4497550" y="2162497"/>
                  </a:lnTo>
                  <a:lnTo>
                    <a:pt x="4499262" y="2313739"/>
                  </a:lnTo>
                  <a:lnTo>
                    <a:pt x="4500973" y="2467851"/>
                  </a:lnTo>
                  <a:lnTo>
                    <a:pt x="4502684" y="2530900"/>
                  </a:lnTo>
                  <a:lnTo>
                    <a:pt x="4504396" y="2524913"/>
                  </a:lnTo>
                  <a:lnTo>
                    <a:pt x="4506107" y="2523688"/>
                  </a:lnTo>
                  <a:lnTo>
                    <a:pt x="4507819" y="2486931"/>
                  </a:lnTo>
                  <a:lnTo>
                    <a:pt x="4509530" y="2482715"/>
                  </a:lnTo>
                  <a:lnTo>
                    <a:pt x="4511241" y="2380914"/>
                  </a:lnTo>
                  <a:lnTo>
                    <a:pt x="4512953" y="2338156"/>
                  </a:lnTo>
                  <a:lnTo>
                    <a:pt x="4514664" y="2412252"/>
                  </a:lnTo>
                  <a:lnTo>
                    <a:pt x="4516376" y="2503299"/>
                  </a:lnTo>
                  <a:lnTo>
                    <a:pt x="4518087" y="2617423"/>
                  </a:lnTo>
                  <a:lnTo>
                    <a:pt x="4519798" y="2604011"/>
                  </a:lnTo>
                  <a:lnTo>
                    <a:pt x="4521510" y="2653306"/>
                  </a:lnTo>
                  <a:lnTo>
                    <a:pt x="4523221" y="2681995"/>
                  </a:lnTo>
                  <a:lnTo>
                    <a:pt x="4524933" y="2697663"/>
                  </a:lnTo>
                  <a:lnTo>
                    <a:pt x="4526644" y="2734713"/>
                  </a:lnTo>
                  <a:lnTo>
                    <a:pt x="4528355" y="2710300"/>
                  </a:lnTo>
                  <a:lnTo>
                    <a:pt x="4530067" y="2655236"/>
                  </a:lnTo>
                  <a:lnTo>
                    <a:pt x="4531778" y="2662154"/>
                  </a:lnTo>
                  <a:lnTo>
                    <a:pt x="4533489" y="2694104"/>
                  </a:lnTo>
                  <a:lnTo>
                    <a:pt x="4535201" y="2693823"/>
                  </a:lnTo>
                  <a:lnTo>
                    <a:pt x="4536912" y="2721186"/>
                  </a:lnTo>
                  <a:lnTo>
                    <a:pt x="4538624" y="2797966"/>
                  </a:lnTo>
                  <a:lnTo>
                    <a:pt x="4540335" y="2918234"/>
                  </a:lnTo>
                  <a:lnTo>
                    <a:pt x="4542046" y="2993602"/>
                  </a:lnTo>
                  <a:lnTo>
                    <a:pt x="4543758" y="3034511"/>
                  </a:lnTo>
                  <a:lnTo>
                    <a:pt x="4545469" y="3034930"/>
                  </a:lnTo>
                  <a:lnTo>
                    <a:pt x="4547181" y="3063993"/>
                  </a:lnTo>
                  <a:lnTo>
                    <a:pt x="4548892" y="3116972"/>
                  </a:lnTo>
                  <a:lnTo>
                    <a:pt x="4550603" y="3116972"/>
                  </a:lnTo>
                  <a:lnTo>
                    <a:pt x="4552315" y="3116972"/>
                  </a:lnTo>
                  <a:lnTo>
                    <a:pt x="4554026" y="3116972"/>
                  </a:lnTo>
                  <a:lnTo>
                    <a:pt x="4555738" y="3116972"/>
                  </a:lnTo>
                  <a:lnTo>
                    <a:pt x="4557449" y="3116972"/>
                  </a:lnTo>
                  <a:lnTo>
                    <a:pt x="4559160" y="3116972"/>
                  </a:lnTo>
                  <a:lnTo>
                    <a:pt x="4560872" y="3109169"/>
                  </a:lnTo>
                  <a:lnTo>
                    <a:pt x="4562583" y="3098011"/>
                  </a:lnTo>
                  <a:lnTo>
                    <a:pt x="4564295" y="3089474"/>
                  </a:lnTo>
                  <a:lnTo>
                    <a:pt x="4566006" y="3077585"/>
                  </a:lnTo>
                  <a:lnTo>
                    <a:pt x="4567717" y="3056125"/>
                  </a:lnTo>
                  <a:lnTo>
                    <a:pt x="4569429" y="2967283"/>
                  </a:lnTo>
                  <a:lnTo>
                    <a:pt x="4571140" y="2892040"/>
                  </a:lnTo>
                  <a:lnTo>
                    <a:pt x="4572852" y="2863187"/>
                  </a:lnTo>
                  <a:lnTo>
                    <a:pt x="4574563" y="2832341"/>
                  </a:lnTo>
                  <a:lnTo>
                    <a:pt x="4576274" y="2890586"/>
                  </a:lnTo>
                  <a:lnTo>
                    <a:pt x="4577986" y="2963731"/>
                  </a:lnTo>
                  <a:lnTo>
                    <a:pt x="4579697" y="3001953"/>
                  </a:lnTo>
                  <a:lnTo>
                    <a:pt x="4581409" y="3100332"/>
                  </a:lnTo>
                  <a:lnTo>
                    <a:pt x="4583120" y="3116972"/>
                  </a:lnTo>
                  <a:lnTo>
                    <a:pt x="4584831" y="3116972"/>
                  </a:lnTo>
                  <a:lnTo>
                    <a:pt x="4586543" y="3049763"/>
                  </a:lnTo>
                  <a:lnTo>
                    <a:pt x="4588254" y="2920857"/>
                  </a:lnTo>
                  <a:lnTo>
                    <a:pt x="4589966" y="2794708"/>
                  </a:lnTo>
                  <a:lnTo>
                    <a:pt x="4591677" y="2669470"/>
                  </a:lnTo>
                  <a:lnTo>
                    <a:pt x="4593388" y="2581155"/>
                  </a:lnTo>
                  <a:lnTo>
                    <a:pt x="4595100" y="2468004"/>
                  </a:lnTo>
                  <a:lnTo>
                    <a:pt x="4596811" y="2430865"/>
                  </a:lnTo>
                  <a:lnTo>
                    <a:pt x="4598523" y="2482448"/>
                  </a:lnTo>
                  <a:lnTo>
                    <a:pt x="4600234" y="2614316"/>
                  </a:lnTo>
                  <a:lnTo>
                    <a:pt x="4601945" y="2671013"/>
                  </a:lnTo>
                  <a:lnTo>
                    <a:pt x="4603657" y="2629704"/>
                  </a:lnTo>
                  <a:lnTo>
                    <a:pt x="4605368" y="2680667"/>
                  </a:lnTo>
                  <a:lnTo>
                    <a:pt x="4607080" y="2755458"/>
                  </a:lnTo>
                  <a:lnTo>
                    <a:pt x="4608791" y="2739040"/>
                  </a:lnTo>
                  <a:lnTo>
                    <a:pt x="4610502" y="2627406"/>
                  </a:lnTo>
                  <a:lnTo>
                    <a:pt x="4612214" y="2542603"/>
                  </a:lnTo>
                  <a:lnTo>
                    <a:pt x="4613925" y="2564269"/>
                  </a:lnTo>
                  <a:lnTo>
                    <a:pt x="4615637" y="2666818"/>
                  </a:lnTo>
                  <a:lnTo>
                    <a:pt x="4617348" y="2705256"/>
                  </a:lnTo>
                  <a:lnTo>
                    <a:pt x="4619059" y="2677483"/>
                  </a:lnTo>
                  <a:lnTo>
                    <a:pt x="4620771" y="2717793"/>
                  </a:lnTo>
                  <a:lnTo>
                    <a:pt x="4622482" y="2841930"/>
                  </a:lnTo>
                  <a:lnTo>
                    <a:pt x="4624194" y="2837645"/>
                  </a:lnTo>
                  <a:lnTo>
                    <a:pt x="4625905" y="2717169"/>
                  </a:lnTo>
                  <a:lnTo>
                    <a:pt x="4627616" y="2678289"/>
                  </a:lnTo>
                  <a:lnTo>
                    <a:pt x="4629328" y="2796191"/>
                  </a:lnTo>
                  <a:lnTo>
                    <a:pt x="4631039" y="2875901"/>
                  </a:lnTo>
                  <a:lnTo>
                    <a:pt x="4632751" y="2806232"/>
                  </a:lnTo>
                  <a:lnTo>
                    <a:pt x="4634462" y="2814450"/>
                  </a:lnTo>
                  <a:lnTo>
                    <a:pt x="4636173" y="2811465"/>
                  </a:lnTo>
                  <a:lnTo>
                    <a:pt x="4637885" y="2759559"/>
                  </a:lnTo>
                  <a:lnTo>
                    <a:pt x="4639596" y="2601972"/>
                  </a:lnTo>
                  <a:lnTo>
                    <a:pt x="4641307" y="2498610"/>
                  </a:lnTo>
                  <a:lnTo>
                    <a:pt x="4643019" y="2546321"/>
                  </a:lnTo>
                  <a:lnTo>
                    <a:pt x="4644730" y="2575270"/>
                  </a:lnTo>
                  <a:lnTo>
                    <a:pt x="4646442" y="2518857"/>
                  </a:lnTo>
                  <a:lnTo>
                    <a:pt x="4648153" y="2423659"/>
                  </a:lnTo>
                  <a:lnTo>
                    <a:pt x="4649864" y="2393542"/>
                  </a:lnTo>
                  <a:lnTo>
                    <a:pt x="4651576" y="2292931"/>
                  </a:lnTo>
                  <a:lnTo>
                    <a:pt x="4653287" y="2155521"/>
                  </a:lnTo>
                  <a:lnTo>
                    <a:pt x="4654999" y="2089618"/>
                  </a:lnTo>
                  <a:lnTo>
                    <a:pt x="4656710" y="2220123"/>
                  </a:lnTo>
                  <a:lnTo>
                    <a:pt x="4658421" y="2437330"/>
                  </a:lnTo>
                  <a:lnTo>
                    <a:pt x="4660133" y="2582537"/>
                  </a:lnTo>
                  <a:lnTo>
                    <a:pt x="4661844" y="2780126"/>
                  </a:lnTo>
                  <a:lnTo>
                    <a:pt x="4663556" y="2952266"/>
                  </a:lnTo>
                  <a:lnTo>
                    <a:pt x="4665267" y="3015566"/>
                  </a:lnTo>
                  <a:lnTo>
                    <a:pt x="4666978" y="2962421"/>
                  </a:lnTo>
                  <a:lnTo>
                    <a:pt x="4668690" y="2869643"/>
                  </a:lnTo>
                  <a:lnTo>
                    <a:pt x="4670401" y="2766819"/>
                  </a:lnTo>
                  <a:lnTo>
                    <a:pt x="4672113" y="2746375"/>
                  </a:lnTo>
                  <a:lnTo>
                    <a:pt x="4673824" y="2710289"/>
                  </a:lnTo>
                  <a:lnTo>
                    <a:pt x="4675535" y="2668066"/>
                  </a:lnTo>
                  <a:lnTo>
                    <a:pt x="4677247" y="2653004"/>
                  </a:lnTo>
                  <a:lnTo>
                    <a:pt x="4678958" y="2622655"/>
                  </a:lnTo>
                  <a:lnTo>
                    <a:pt x="4680670" y="2623554"/>
                  </a:lnTo>
                  <a:lnTo>
                    <a:pt x="4682381" y="2628763"/>
                  </a:lnTo>
                  <a:lnTo>
                    <a:pt x="4684092" y="2662039"/>
                  </a:lnTo>
                  <a:lnTo>
                    <a:pt x="4685804" y="2710741"/>
                  </a:lnTo>
                  <a:lnTo>
                    <a:pt x="4687515" y="2715460"/>
                  </a:lnTo>
                  <a:lnTo>
                    <a:pt x="4689227" y="2777364"/>
                  </a:lnTo>
                  <a:lnTo>
                    <a:pt x="4690938" y="2904428"/>
                  </a:lnTo>
                  <a:lnTo>
                    <a:pt x="4692649" y="2980101"/>
                  </a:lnTo>
                  <a:lnTo>
                    <a:pt x="4694361" y="2997980"/>
                  </a:lnTo>
                  <a:lnTo>
                    <a:pt x="4696072" y="2974787"/>
                  </a:lnTo>
                  <a:lnTo>
                    <a:pt x="4697784" y="3010521"/>
                  </a:lnTo>
                  <a:lnTo>
                    <a:pt x="4699495" y="3015724"/>
                  </a:lnTo>
                  <a:lnTo>
                    <a:pt x="4701206" y="2946229"/>
                  </a:lnTo>
                  <a:lnTo>
                    <a:pt x="4702918" y="2841269"/>
                  </a:lnTo>
                  <a:lnTo>
                    <a:pt x="4704629" y="2734390"/>
                  </a:lnTo>
                  <a:lnTo>
                    <a:pt x="4706341" y="2675052"/>
                  </a:lnTo>
                  <a:lnTo>
                    <a:pt x="4708052" y="2576966"/>
                  </a:lnTo>
                  <a:lnTo>
                    <a:pt x="4709763" y="2489481"/>
                  </a:lnTo>
                  <a:lnTo>
                    <a:pt x="4711475" y="2408499"/>
                  </a:lnTo>
                  <a:lnTo>
                    <a:pt x="4713186" y="2385446"/>
                  </a:lnTo>
                  <a:lnTo>
                    <a:pt x="4714898" y="2374316"/>
                  </a:lnTo>
                  <a:lnTo>
                    <a:pt x="4716609" y="2310486"/>
                  </a:lnTo>
                  <a:lnTo>
                    <a:pt x="4718320" y="2282431"/>
                  </a:lnTo>
                  <a:lnTo>
                    <a:pt x="4720032" y="2266996"/>
                  </a:lnTo>
                  <a:lnTo>
                    <a:pt x="4721743" y="2334472"/>
                  </a:lnTo>
                  <a:lnTo>
                    <a:pt x="4723455" y="2355517"/>
                  </a:lnTo>
                  <a:lnTo>
                    <a:pt x="4725166" y="2448491"/>
                  </a:lnTo>
                  <a:lnTo>
                    <a:pt x="4726877" y="2622528"/>
                  </a:lnTo>
                  <a:lnTo>
                    <a:pt x="4728589" y="2805242"/>
                  </a:lnTo>
                  <a:lnTo>
                    <a:pt x="4730300" y="2925845"/>
                  </a:lnTo>
                  <a:lnTo>
                    <a:pt x="4732012" y="2861568"/>
                  </a:lnTo>
                  <a:lnTo>
                    <a:pt x="4733723" y="2794683"/>
                  </a:lnTo>
                  <a:lnTo>
                    <a:pt x="4735434" y="2698454"/>
                  </a:lnTo>
                  <a:lnTo>
                    <a:pt x="4737146" y="2658446"/>
                  </a:lnTo>
                  <a:lnTo>
                    <a:pt x="4738857" y="2658448"/>
                  </a:lnTo>
                  <a:lnTo>
                    <a:pt x="4740569" y="2696785"/>
                  </a:lnTo>
                  <a:lnTo>
                    <a:pt x="4742280" y="2750941"/>
                  </a:lnTo>
                  <a:lnTo>
                    <a:pt x="4743991" y="2708998"/>
                  </a:lnTo>
                  <a:lnTo>
                    <a:pt x="4745703" y="2731290"/>
                  </a:lnTo>
                  <a:lnTo>
                    <a:pt x="4747414" y="2714098"/>
                  </a:lnTo>
                  <a:lnTo>
                    <a:pt x="4749125" y="2648081"/>
                  </a:lnTo>
                  <a:lnTo>
                    <a:pt x="4750837" y="2636475"/>
                  </a:lnTo>
                  <a:lnTo>
                    <a:pt x="4752548" y="2704455"/>
                  </a:lnTo>
                  <a:lnTo>
                    <a:pt x="4754260" y="2859812"/>
                  </a:lnTo>
                  <a:lnTo>
                    <a:pt x="4755971" y="2940906"/>
                  </a:lnTo>
                  <a:lnTo>
                    <a:pt x="4757682" y="2986775"/>
                  </a:lnTo>
                  <a:lnTo>
                    <a:pt x="4759394" y="3072872"/>
                  </a:lnTo>
                  <a:lnTo>
                    <a:pt x="4761105" y="3091571"/>
                  </a:lnTo>
                  <a:lnTo>
                    <a:pt x="4762817" y="3055534"/>
                  </a:lnTo>
                  <a:lnTo>
                    <a:pt x="4764528" y="3001963"/>
                  </a:lnTo>
                  <a:lnTo>
                    <a:pt x="4766239" y="2972394"/>
                  </a:lnTo>
                  <a:lnTo>
                    <a:pt x="4767951" y="2993182"/>
                  </a:lnTo>
                  <a:lnTo>
                    <a:pt x="4769662" y="3007521"/>
                  </a:lnTo>
                  <a:lnTo>
                    <a:pt x="4771374" y="3014368"/>
                  </a:lnTo>
                  <a:lnTo>
                    <a:pt x="4773085" y="3037583"/>
                  </a:lnTo>
                  <a:lnTo>
                    <a:pt x="4774796" y="2966747"/>
                  </a:lnTo>
                  <a:lnTo>
                    <a:pt x="4776508" y="2901944"/>
                  </a:lnTo>
                  <a:lnTo>
                    <a:pt x="4778219" y="2709655"/>
                  </a:lnTo>
                  <a:lnTo>
                    <a:pt x="4779931" y="2553281"/>
                  </a:lnTo>
                  <a:lnTo>
                    <a:pt x="4781642" y="2531410"/>
                  </a:lnTo>
                  <a:lnTo>
                    <a:pt x="4783353" y="2472937"/>
                  </a:lnTo>
                  <a:lnTo>
                    <a:pt x="4785065" y="2574972"/>
                  </a:lnTo>
                  <a:lnTo>
                    <a:pt x="4786776" y="2695485"/>
                  </a:lnTo>
                  <a:lnTo>
                    <a:pt x="4788488" y="2867321"/>
                  </a:lnTo>
                  <a:lnTo>
                    <a:pt x="4790199" y="2967036"/>
                  </a:lnTo>
                  <a:lnTo>
                    <a:pt x="4791910" y="2892947"/>
                  </a:lnTo>
                  <a:lnTo>
                    <a:pt x="4793622" y="2817943"/>
                  </a:lnTo>
                  <a:lnTo>
                    <a:pt x="4795333" y="2750990"/>
                  </a:lnTo>
                  <a:lnTo>
                    <a:pt x="4797045" y="2713302"/>
                  </a:lnTo>
                  <a:lnTo>
                    <a:pt x="4798756" y="2683478"/>
                  </a:lnTo>
                  <a:lnTo>
                    <a:pt x="4800467" y="2653395"/>
                  </a:lnTo>
                  <a:lnTo>
                    <a:pt x="4802179" y="2744055"/>
                  </a:lnTo>
                  <a:lnTo>
                    <a:pt x="4803890" y="2924662"/>
                  </a:lnTo>
                  <a:lnTo>
                    <a:pt x="4805602" y="3013988"/>
                  </a:lnTo>
                  <a:lnTo>
                    <a:pt x="4807313" y="3010039"/>
                  </a:lnTo>
                  <a:lnTo>
                    <a:pt x="4809024" y="2957385"/>
                  </a:lnTo>
                  <a:lnTo>
                    <a:pt x="4810736" y="2894021"/>
                  </a:lnTo>
                  <a:lnTo>
                    <a:pt x="4812447" y="2832832"/>
                  </a:lnTo>
                  <a:lnTo>
                    <a:pt x="4814159" y="2778187"/>
                  </a:lnTo>
                  <a:lnTo>
                    <a:pt x="4815870" y="2702591"/>
                  </a:lnTo>
                  <a:lnTo>
                    <a:pt x="4817581" y="2649766"/>
                  </a:lnTo>
                  <a:lnTo>
                    <a:pt x="4819293" y="2690937"/>
                  </a:lnTo>
                  <a:lnTo>
                    <a:pt x="4821004" y="2741486"/>
                  </a:lnTo>
                  <a:lnTo>
                    <a:pt x="4822716" y="2765347"/>
                  </a:lnTo>
                  <a:lnTo>
                    <a:pt x="4824427" y="2701397"/>
                  </a:lnTo>
                  <a:lnTo>
                    <a:pt x="4826138" y="2719230"/>
                  </a:lnTo>
                  <a:lnTo>
                    <a:pt x="4827850" y="2779852"/>
                  </a:lnTo>
                  <a:lnTo>
                    <a:pt x="4829561" y="2814671"/>
                  </a:lnTo>
                  <a:lnTo>
                    <a:pt x="4831273" y="2842267"/>
                  </a:lnTo>
                  <a:lnTo>
                    <a:pt x="4832984" y="2779393"/>
                  </a:lnTo>
                  <a:lnTo>
                    <a:pt x="4834695" y="2767932"/>
                  </a:lnTo>
                  <a:lnTo>
                    <a:pt x="4836407" y="2696881"/>
                  </a:lnTo>
                  <a:lnTo>
                    <a:pt x="4838118" y="2486457"/>
                  </a:lnTo>
                  <a:lnTo>
                    <a:pt x="4839830" y="2290470"/>
                  </a:lnTo>
                  <a:lnTo>
                    <a:pt x="4841541" y="2195656"/>
                  </a:lnTo>
                  <a:lnTo>
                    <a:pt x="4843252" y="2219959"/>
                  </a:lnTo>
                  <a:lnTo>
                    <a:pt x="4844964" y="2281720"/>
                  </a:lnTo>
                  <a:lnTo>
                    <a:pt x="4846675" y="2377395"/>
                  </a:lnTo>
                  <a:lnTo>
                    <a:pt x="4848387" y="2575680"/>
                  </a:lnTo>
                  <a:lnTo>
                    <a:pt x="4850098" y="2690933"/>
                  </a:lnTo>
                  <a:lnTo>
                    <a:pt x="4851809" y="2673417"/>
                  </a:lnTo>
                  <a:lnTo>
                    <a:pt x="4853521" y="2628619"/>
                  </a:lnTo>
                  <a:lnTo>
                    <a:pt x="4855232" y="2653550"/>
                  </a:lnTo>
                  <a:lnTo>
                    <a:pt x="4856943" y="2701457"/>
                  </a:lnTo>
                  <a:lnTo>
                    <a:pt x="4858655" y="2647406"/>
                  </a:lnTo>
                  <a:lnTo>
                    <a:pt x="4860366" y="2648469"/>
                  </a:lnTo>
                  <a:lnTo>
                    <a:pt x="4862078" y="2787611"/>
                  </a:lnTo>
                  <a:lnTo>
                    <a:pt x="4863789" y="2894301"/>
                  </a:lnTo>
                  <a:lnTo>
                    <a:pt x="4865500" y="2814683"/>
                  </a:lnTo>
                  <a:lnTo>
                    <a:pt x="4867212" y="2730426"/>
                  </a:lnTo>
                  <a:lnTo>
                    <a:pt x="4868923" y="2743559"/>
                  </a:lnTo>
                  <a:lnTo>
                    <a:pt x="4870635" y="2676749"/>
                  </a:lnTo>
                  <a:lnTo>
                    <a:pt x="4872346" y="2547971"/>
                  </a:lnTo>
                  <a:lnTo>
                    <a:pt x="4874057" y="2397983"/>
                  </a:lnTo>
                  <a:lnTo>
                    <a:pt x="4875769" y="2355685"/>
                  </a:lnTo>
                  <a:lnTo>
                    <a:pt x="4877480" y="2310291"/>
                  </a:lnTo>
                  <a:lnTo>
                    <a:pt x="4879192" y="2320497"/>
                  </a:lnTo>
                  <a:lnTo>
                    <a:pt x="4880903" y="2406015"/>
                  </a:lnTo>
                  <a:lnTo>
                    <a:pt x="4882614" y="2419561"/>
                  </a:lnTo>
                  <a:lnTo>
                    <a:pt x="4884326" y="2430487"/>
                  </a:lnTo>
                  <a:lnTo>
                    <a:pt x="4886037" y="2430979"/>
                  </a:lnTo>
                  <a:lnTo>
                    <a:pt x="4887749" y="2397186"/>
                  </a:lnTo>
                  <a:lnTo>
                    <a:pt x="4889460" y="2265265"/>
                  </a:lnTo>
                  <a:lnTo>
                    <a:pt x="4891171" y="2209093"/>
                  </a:lnTo>
                  <a:lnTo>
                    <a:pt x="4892883" y="2221153"/>
                  </a:lnTo>
                  <a:lnTo>
                    <a:pt x="4894594" y="2201883"/>
                  </a:lnTo>
                  <a:lnTo>
                    <a:pt x="4896306" y="2224143"/>
                  </a:lnTo>
                  <a:lnTo>
                    <a:pt x="4898017" y="2259377"/>
                  </a:lnTo>
                  <a:lnTo>
                    <a:pt x="4899728" y="2350439"/>
                  </a:lnTo>
                  <a:lnTo>
                    <a:pt x="4901440" y="2327573"/>
                  </a:lnTo>
                  <a:lnTo>
                    <a:pt x="4903151" y="2309836"/>
                  </a:lnTo>
                  <a:lnTo>
                    <a:pt x="4904863" y="2338717"/>
                  </a:lnTo>
                  <a:lnTo>
                    <a:pt x="4906574" y="2288541"/>
                  </a:lnTo>
                  <a:lnTo>
                    <a:pt x="4908285" y="2314698"/>
                  </a:lnTo>
                  <a:lnTo>
                    <a:pt x="4909997" y="2390714"/>
                  </a:lnTo>
                  <a:lnTo>
                    <a:pt x="4911708" y="2530720"/>
                  </a:lnTo>
                  <a:lnTo>
                    <a:pt x="4913420" y="2648906"/>
                  </a:lnTo>
                  <a:lnTo>
                    <a:pt x="4915131" y="2722884"/>
                  </a:lnTo>
                  <a:lnTo>
                    <a:pt x="4916842" y="2826187"/>
                  </a:lnTo>
                  <a:lnTo>
                    <a:pt x="4918554" y="2875709"/>
                  </a:lnTo>
                  <a:lnTo>
                    <a:pt x="4920265" y="2789937"/>
                  </a:lnTo>
                  <a:lnTo>
                    <a:pt x="4921977" y="2683957"/>
                  </a:lnTo>
                  <a:lnTo>
                    <a:pt x="4923688" y="2661669"/>
                  </a:lnTo>
                  <a:lnTo>
                    <a:pt x="4925399" y="2671437"/>
                  </a:lnTo>
                  <a:lnTo>
                    <a:pt x="4927111" y="2670622"/>
                  </a:lnTo>
                  <a:lnTo>
                    <a:pt x="4928822" y="2631797"/>
                  </a:lnTo>
                  <a:lnTo>
                    <a:pt x="4930534" y="2657017"/>
                  </a:lnTo>
                  <a:lnTo>
                    <a:pt x="4932245" y="2737005"/>
                  </a:lnTo>
                  <a:lnTo>
                    <a:pt x="4933956" y="2772745"/>
                  </a:lnTo>
                  <a:lnTo>
                    <a:pt x="4935668" y="2823822"/>
                  </a:lnTo>
                  <a:lnTo>
                    <a:pt x="4937379" y="2853439"/>
                  </a:lnTo>
                  <a:lnTo>
                    <a:pt x="4939091" y="2869647"/>
                  </a:lnTo>
                  <a:lnTo>
                    <a:pt x="4940802" y="2943739"/>
                  </a:lnTo>
                  <a:lnTo>
                    <a:pt x="4942513" y="3005036"/>
                  </a:lnTo>
                  <a:lnTo>
                    <a:pt x="4944225" y="2972841"/>
                  </a:lnTo>
                  <a:lnTo>
                    <a:pt x="4945936" y="2887907"/>
                  </a:lnTo>
                  <a:lnTo>
                    <a:pt x="4947648" y="2892923"/>
                  </a:lnTo>
                  <a:lnTo>
                    <a:pt x="4949359" y="2928526"/>
                  </a:lnTo>
                  <a:lnTo>
                    <a:pt x="4951070" y="2902160"/>
                  </a:lnTo>
                  <a:lnTo>
                    <a:pt x="4952782" y="2810359"/>
                  </a:lnTo>
                  <a:lnTo>
                    <a:pt x="4954493" y="2800107"/>
                  </a:lnTo>
                  <a:lnTo>
                    <a:pt x="4956204" y="2824664"/>
                  </a:lnTo>
                  <a:lnTo>
                    <a:pt x="4957916" y="2823840"/>
                  </a:lnTo>
                  <a:lnTo>
                    <a:pt x="4959627" y="2842474"/>
                  </a:lnTo>
                  <a:lnTo>
                    <a:pt x="4961339" y="2847881"/>
                  </a:lnTo>
                  <a:lnTo>
                    <a:pt x="4963050" y="2733261"/>
                  </a:lnTo>
                  <a:lnTo>
                    <a:pt x="4964761" y="2507743"/>
                  </a:lnTo>
                  <a:lnTo>
                    <a:pt x="4966473" y="2372831"/>
                  </a:lnTo>
                  <a:lnTo>
                    <a:pt x="4968184" y="2200205"/>
                  </a:lnTo>
                  <a:lnTo>
                    <a:pt x="4969896" y="2101433"/>
                  </a:lnTo>
                  <a:lnTo>
                    <a:pt x="4971607" y="2098487"/>
                  </a:lnTo>
                  <a:lnTo>
                    <a:pt x="4973318" y="2128939"/>
                  </a:lnTo>
                  <a:lnTo>
                    <a:pt x="4975030" y="2163692"/>
                  </a:lnTo>
                  <a:lnTo>
                    <a:pt x="4976741" y="2108545"/>
                  </a:lnTo>
                  <a:lnTo>
                    <a:pt x="4978453" y="2089561"/>
                  </a:lnTo>
                  <a:lnTo>
                    <a:pt x="4980164" y="1983511"/>
                  </a:lnTo>
                  <a:lnTo>
                    <a:pt x="4981875" y="1880179"/>
                  </a:lnTo>
                  <a:lnTo>
                    <a:pt x="4983587" y="1928946"/>
                  </a:lnTo>
                  <a:lnTo>
                    <a:pt x="4985298" y="2025321"/>
                  </a:lnTo>
                  <a:lnTo>
                    <a:pt x="4987010" y="2101449"/>
                  </a:lnTo>
                  <a:lnTo>
                    <a:pt x="4988721" y="2226643"/>
                  </a:lnTo>
                  <a:lnTo>
                    <a:pt x="4990432" y="2305083"/>
                  </a:lnTo>
                  <a:lnTo>
                    <a:pt x="4992144" y="2204517"/>
                  </a:lnTo>
                  <a:lnTo>
                    <a:pt x="4993855" y="2115482"/>
                  </a:lnTo>
                  <a:lnTo>
                    <a:pt x="4995567" y="2199531"/>
                  </a:lnTo>
                  <a:lnTo>
                    <a:pt x="4997278" y="2326939"/>
                  </a:lnTo>
                  <a:lnTo>
                    <a:pt x="4998989" y="2316425"/>
                  </a:lnTo>
                  <a:lnTo>
                    <a:pt x="5000701" y="2306039"/>
                  </a:lnTo>
                  <a:lnTo>
                    <a:pt x="5002412" y="2257629"/>
                  </a:lnTo>
                  <a:lnTo>
                    <a:pt x="5004124" y="2101917"/>
                  </a:lnTo>
                  <a:lnTo>
                    <a:pt x="5005835" y="1955829"/>
                  </a:lnTo>
                  <a:lnTo>
                    <a:pt x="5007546" y="1898225"/>
                  </a:lnTo>
                  <a:lnTo>
                    <a:pt x="5009258" y="1771519"/>
                  </a:lnTo>
                  <a:lnTo>
                    <a:pt x="5010969" y="1656163"/>
                  </a:lnTo>
                  <a:lnTo>
                    <a:pt x="5012681" y="1754418"/>
                  </a:lnTo>
                  <a:lnTo>
                    <a:pt x="5014392" y="2021924"/>
                  </a:lnTo>
                  <a:lnTo>
                    <a:pt x="5016103" y="2071822"/>
                  </a:lnTo>
                  <a:lnTo>
                    <a:pt x="5017815" y="1998288"/>
                  </a:lnTo>
                  <a:lnTo>
                    <a:pt x="5019526" y="2005313"/>
                  </a:lnTo>
                  <a:lnTo>
                    <a:pt x="5021238" y="2001383"/>
                  </a:lnTo>
                  <a:lnTo>
                    <a:pt x="5022949" y="1917159"/>
                  </a:lnTo>
                  <a:lnTo>
                    <a:pt x="5024660" y="1723382"/>
                  </a:lnTo>
                  <a:lnTo>
                    <a:pt x="5026372" y="1668571"/>
                  </a:lnTo>
                  <a:lnTo>
                    <a:pt x="5028083" y="1673205"/>
                  </a:lnTo>
                  <a:lnTo>
                    <a:pt x="5029795" y="1796488"/>
                  </a:lnTo>
                  <a:lnTo>
                    <a:pt x="5031506" y="2015035"/>
                  </a:lnTo>
                  <a:lnTo>
                    <a:pt x="5033217" y="2169275"/>
                  </a:lnTo>
                  <a:lnTo>
                    <a:pt x="5034929" y="2341486"/>
                  </a:lnTo>
                  <a:lnTo>
                    <a:pt x="5036640" y="2535871"/>
                  </a:lnTo>
                  <a:lnTo>
                    <a:pt x="5038352" y="2684211"/>
                  </a:lnTo>
                  <a:lnTo>
                    <a:pt x="5040063" y="2684864"/>
                  </a:lnTo>
                  <a:lnTo>
                    <a:pt x="5041774" y="2596230"/>
                  </a:lnTo>
                  <a:lnTo>
                    <a:pt x="5043486" y="2517697"/>
                  </a:lnTo>
                  <a:lnTo>
                    <a:pt x="5045197" y="2401307"/>
                  </a:lnTo>
                  <a:lnTo>
                    <a:pt x="5046909" y="2222003"/>
                  </a:lnTo>
                  <a:lnTo>
                    <a:pt x="5048620" y="2092282"/>
                  </a:lnTo>
                  <a:lnTo>
                    <a:pt x="5050331" y="2095604"/>
                  </a:lnTo>
                  <a:lnTo>
                    <a:pt x="5052043" y="2213921"/>
                  </a:lnTo>
                  <a:lnTo>
                    <a:pt x="5053754" y="2402246"/>
                  </a:lnTo>
                  <a:lnTo>
                    <a:pt x="5055466" y="2609339"/>
                  </a:lnTo>
                  <a:lnTo>
                    <a:pt x="5057177" y="2798048"/>
                  </a:lnTo>
                  <a:lnTo>
                    <a:pt x="5058888" y="2957068"/>
                  </a:lnTo>
                  <a:lnTo>
                    <a:pt x="5060600" y="3017635"/>
                  </a:lnTo>
                  <a:lnTo>
                    <a:pt x="5062311" y="2900695"/>
                  </a:lnTo>
                  <a:lnTo>
                    <a:pt x="5064022" y="2749539"/>
                  </a:lnTo>
                  <a:lnTo>
                    <a:pt x="5065734" y="2601269"/>
                  </a:lnTo>
                  <a:lnTo>
                    <a:pt x="5067445" y="2526628"/>
                  </a:lnTo>
                  <a:lnTo>
                    <a:pt x="5069157" y="2519749"/>
                  </a:lnTo>
                  <a:lnTo>
                    <a:pt x="5070868" y="2468390"/>
                  </a:lnTo>
                  <a:lnTo>
                    <a:pt x="5072579" y="2470621"/>
                  </a:lnTo>
                  <a:lnTo>
                    <a:pt x="5074291" y="2531854"/>
                  </a:lnTo>
                  <a:lnTo>
                    <a:pt x="5076002" y="2623643"/>
                  </a:lnTo>
                  <a:lnTo>
                    <a:pt x="5077714" y="2692732"/>
                  </a:lnTo>
                  <a:lnTo>
                    <a:pt x="5079425" y="2621188"/>
                  </a:lnTo>
                  <a:lnTo>
                    <a:pt x="5081136" y="2621884"/>
                  </a:lnTo>
                  <a:lnTo>
                    <a:pt x="5082848" y="2738848"/>
                  </a:lnTo>
                  <a:lnTo>
                    <a:pt x="5084559" y="2848141"/>
                  </a:lnTo>
                  <a:lnTo>
                    <a:pt x="5086271" y="2901231"/>
                  </a:lnTo>
                  <a:lnTo>
                    <a:pt x="5087982" y="2829924"/>
                  </a:lnTo>
                  <a:lnTo>
                    <a:pt x="5089693" y="2697442"/>
                  </a:lnTo>
                  <a:lnTo>
                    <a:pt x="5091405" y="2560476"/>
                  </a:lnTo>
                  <a:lnTo>
                    <a:pt x="5093116" y="2379339"/>
                  </a:lnTo>
                  <a:lnTo>
                    <a:pt x="5094828" y="2195162"/>
                  </a:lnTo>
                  <a:lnTo>
                    <a:pt x="5096539" y="2038501"/>
                  </a:lnTo>
                  <a:lnTo>
                    <a:pt x="5098250" y="2086996"/>
                  </a:lnTo>
                  <a:lnTo>
                    <a:pt x="5099962" y="2226114"/>
                  </a:lnTo>
                  <a:lnTo>
                    <a:pt x="5101673" y="2328300"/>
                  </a:lnTo>
                  <a:lnTo>
                    <a:pt x="5103385" y="2426767"/>
                  </a:lnTo>
                  <a:lnTo>
                    <a:pt x="5105096" y="2501543"/>
                  </a:lnTo>
                  <a:lnTo>
                    <a:pt x="5106807" y="2614796"/>
                  </a:lnTo>
                  <a:lnTo>
                    <a:pt x="5108519" y="2565870"/>
                  </a:lnTo>
                  <a:lnTo>
                    <a:pt x="5110230" y="2592049"/>
                  </a:lnTo>
                  <a:lnTo>
                    <a:pt x="5111942" y="2735086"/>
                  </a:lnTo>
                  <a:lnTo>
                    <a:pt x="5113653" y="2850063"/>
                  </a:lnTo>
                  <a:lnTo>
                    <a:pt x="5115364" y="2940095"/>
                  </a:lnTo>
                  <a:lnTo>
                    <a:pt x="5117076" y="2986895"/>
                  </a:lnTo>
                  <a:lnTo>
                    <a:pt x="5118787" y="3064185"/>
                  </a:lnTo>
                  <a:lnTo>
                    <a:pt x="5120499" y="3116972"/>
                  </a:lnTo>
                  <a:lnTo>
                    <a:pt x="5122210" y="3116972"/>
                  </a:lnTo>
                  <a:lnTo>
                    <a:pt x="5123921" y="3116972"/>
                  </a:lnTo>
                  <a:lnTo>
                    <a:pt x="5125633" y="3116972"/>
                  </a:lnTo>
                  <a:lnTo>
                    <a:pt x="5127344" y="3098878"/>
                  </a:lnTo>
                  <a:lnTo>
                    <a:pt x="5129056" y="3086526"/>
                  </a:lnTo>
                  <a:lnTo>
                    <a:pt x="5130767" y="3040757"/>
                  </a:lnTo>
                  <a:lnTo>
                    <a:pt x="5132478" y="2896961"/>
                  </a:lnTo>
                  <a:lnTo>
                    <a:pt x="5134190" y="2772201"/>
                  </a:lnTo>
                  <a:lnTo>
                    <a:pt x="5135901" y="2640057"/>
                  </a:lnTo>
                  <a:lnTo>
                    <a:pt x="5137613" y="2472104"/>
                  </a:lnTo>
                  <a:lnTo>
                    <a:pt x="5139324" y="2288380"/>
                  </a:lnTo>
                  <a:lnTo>
                    <a:pt x="5141035" y="2238849"/>
                  </a:lnTo>
                  <a:lnTo>
                    <a:pt x="5142747" y="2326062"/>
                  </a:lnTo>
                  <a:lnTo>
                    <a:pt x="5144458" y="2445206"/>
                  </a:lnTo>
                  <a:lnTo>
                    <a:pt x="5146170" y="2543493"/>
                  </a:lnTo>
                  <a:lnTo>
                    <a:pt x="5147881" y="2760467"/>
                  </a:lnTo>
                  <a:lnTo>
                    <a:pt x="5149592" y="2901102"/>
                  </a:lnTo>
                  <a:lnTo>
                    <a:pt x="5151304" y="2894737"/>
                  </a:lnTo>
                  <a:lnTo>
                    <a:pt x="5153015" y="2879385"/>
                  </a:lnTo>
                  <a:lnTo>
                    <a:pt x="5154727" y="2881593"/>
                  </a:lnTo>
                  <a:lnTo>
                    <a:pt x="5156438" y="2903313"/>
                  </a:lnTo>
                  <a:lnTo>
                    <a:pt x="5158149" y="2881148"/>
                  </a:lnTo>
                  <a:lnTo>
                    <a:pt x="5159861" y="2860586"/>
                  </a:lnTo>
                  <a:lnTo>
                    <a:pt x="5161572" y="2816204"/>
                  </a:lnTo>
                  <a:lnTo>
                    <a:pt x="5163284" y="2808141"/>
                  </a:lnTo>
                  <a:lnTo>
                    <a:pt x="5164995" y="2811550"/>
                  </a:lnTo>
                  <a:lnTo>
                    <a:pt x="5166706" y="2811551"/>
                  </a:lnTo>
                  <a:lnTo>
                    <a:pt x="5168418" y="2814937"/>
                  </a:lnTo>
                  <a:lnTo>
                    <a:pt x="5170129" y="2890942"/>
                  </a:lnTo>
                  <a:lnTo>
                    <a:pt x="5171840" y="2972500"/>
                  </a:lnTo>
                  <a:lnTo>
                    <a:pt x="5173552" y="2967257"/>
                  </a:lnTo>
                  <a:lnTo>
                    <a:pt x="5175263" y="2926706"/>
                  </a:lnTo>
                  <a:lnTo>
                    <a:pt x="5176975" y="2880341"/>
                  </a:lnTo>
                  <a:lnTo>
                    <a:pt x="5178686" y="2848442"/>
                  </a:lnTo>
                  <a:lnTo>
                    <a:pt x="5180397" y="2797377"/>
                  </a:lnTo>
                  <a:lnTo>
                    <a:pt x="5182109" y="2815048"/>
                  </a:lnTo>
                  <a:lnTo>
                    <a:pt x="5183820" y="2869559"/>
                  </a:lnTo>
                  <a:lnTo>
                    <a:pt x="5185532" y="2910109"/>
                  </a:lnTo>
                  <a:lnTo>
                    <a:pt x="5187243" y="2911936"/>
                  </a:lnTo>
                  <a:lnTo>
                    <a:pt x="5188954" y="2896593"/>
                  </a:lnTo>
                  <a:lnTo>
                    <a:pt x="5190666" y="2947660"/>
                  </a:lnTo>
                  <a:lnTo>
                    <a:pt x="5192377" y="2966464"/>
                  </a:lnTo>
                  <a:lnTo>
                    <a:pt x="5194089" y="2966464"/>
                  </a:lnTo>
                  <a:lnTo>
                    <a:pt x="5195800" y="2966464"/>
                  </a:lnTo>
                  <a:lnTo>
                    <a:pt x="5197511" y="3011002"/>
                  </a:lnTo>
                  <a:lnTo>
                    <a:pt x="5199223" y="3058242"/>
                  </a:lnTo>
                  <a:lnTo>
                    <a:pt x="5200934" y="3058242"/>
                  </a:lnTo>
                  <a:lnTo>
                    <a:pt x="5202646" y="3058242"/>
                  </a:lnTo>
                  <a:lnTo>
                    <a:pt x="5204357" y="3058242"/>
                  </a:lnTo>
                  <a:lnTo>
                    <a:pt x="5206068" y="3058242"/>
                  </a:lnTo>
                  <a:lnTo>
                    <a:pt x="5207780" y="3058242"/>
                  </a:lnTo>
                  <a:lnTo>
                    <a:pt x="5209491" y="3058242"/>
                  </a:lnTo>
                  <a:lnTo>
                    <a:pt x="5211203" y="3058242"/>
                  </a:lnTo>
                  <a:lnTo>
                    <a:pt x="5212914" y="3058242"/>
                  </a:lnTo>
                  <a:lnTo>
                    <a:pt x="5214625" y="3058242"/>
                  </a:lnTo>
                  <a:lnTo>
                    <a:pt x="5216337" y="3058242"/>
                  </a:lnTo>
                  <a:lnTo>
                    <a:pt x="5218048" y="3058242"/>
                  </a:lnTo>
                  <a:lnTo>
                    <a:pt x="5219760" y="3058242"/>
                  </a:lnTo>
                  <a:lnTo>
                    <a:pt x="5221471" y="3058242"/>
                  </a:lnTo>
                  <a:lnTo>
                    <a:pt x="5223182" y="3058242"/>
                  </a:lnTo>
                  <a:lnTo>
                    <a:pt x="5224894" y="3062791"/>
                  </a:lnTo>
                  <a:lnTo>
                    <a:pt x="5226605" y="3038306"/>
                  </a:lnTo>
                  <a:lnTo>
                    <a:pt x="5228317" y="3028327"/>
                  </a:lnTo>
                  <a:lnTo>
                    <a:pt x="5230028" y="3034300"/>
                  </a:lnTo>
                  <a:lnTo>
                    <a:pt x="5231739" y="3021675"/>
                  </a:lnTo>
                  <a:lnTo>
                    <a:pt x="5233451" y="2943619"/>
                  </a:lnTo>
                  <a:lnTo>
                    <a:pt x="5235162" y="2870543"/>
                  </a:lnTo>
                  <a:lnTo>
                    <a:pt x="5236874" y="2801553"/>
                  </a:lnTo>
                  <a:lnTo>
                    <a:pt x="5238585" y="2711891"/>
                  </a:lnTo>
                  <a:lnTo>
                    <a:pt x="5240296" y="2657381"/>
                  </a:lnTo>
                  <a:lnTo>
                    <a:pt x="5242008" y="2624837"/>
                  </a:lnTo>
                  <a:lnTo>
                    <a:pt x="5243719" y="2702895"/>
                  </a:lnTo>
                  <a:lnTo>
                    <a:pt x="5245431" y="2771422"/>
                  </a:lnTo>
                  <a:lnTo>
                    <a:pt x="5247142" y="2864895"/>
                  </a:lnTo>
                  <a:lnTo>
                    <a:pt x="5248853" y="2964537"/>
                  </a:lnTo>
                  <a:lnTo>
                    <a:pt x="5250565" y="2956602"/>
                  </a:lnTo>
                  <a:lnTo>
                    <a:pt x="5252276" y="2967024"/>
                  </a:lnTo>
                  <a:lnTo>
                    <a:pt x="5253988" y="2967024"/>
                  </a:lnTo>
                  <a:lnTo>
                    <a:pt x="5255699" y="2944184"/>
                  </a:lnTo>
                  <a:lnTo>
                    <a:pt x="5257410" y="2933927"/>
                  </a:lnTo>
                  <a:lnTo>
                    <a:pt x="5259122" y="2936528"/>
                  </a:lnTo>
                  <a:lnTo>
                    <a:pt x="5260833" y="2992999"/>
                  </a:lnTo>
                  <a:lnTo>
                    <a:pt x="5262545" y="3027745"/>
                  </a:lnTo>
                  <a:lnTo>
                    <a:pt x="5264256" y="3026187"/>
                  </a:lnTo>
                  <a:lnTo>
                    <a:pt x="5265967" y="2935877"/>
                  </a:lnTo>
                  <a:lnTo>
                    <a:pt x="5267679" y="2824462"/>
                  </a:lnTo>
                  <a:lnTo>
                    <a:pt x="5269390" y="2818108"/>
                  </a:lnTo>
                  <a:lnTo>
                    <a:pt x="5271101" y="2803008"/>
                  </a:lnTo>
                  <a:lnTo>
                    <a:pt x="5272813" y="2762644"/>
                  </a:lnTo>
                  <a:lnTo>
                    <a:pt x="5274524" y="2730827"/>
                  </a:lnTo>
                  <a:lnTo>
                    <a:pt x="5276236" y="2836987"/>
                  </a:lnTo>
                  <a:lnTo>
                    <a:pt x="5277947" y="2958660"/>
                  </a:lnTo>
                  <a:lnTo>
                    <a:pt x="5279658" y="2928974"/>
                  </a:lnTo>
                  <a:lnTo>
                    <a:pt x="5281370" y="2866697"/>
                  </a:lnTo>
                  <a:lnTo>
                    <a:pt x="5283081" y="2850804"/>
                  </a:lnTo>
                  <a:lnTo>
                    <a:pt x="5284793" y="2872159"/>
                  </a:lnTo>
                  <a:lnTo>
                    <a:pt x="5286504" y="2879150"/>
                  </a:lnTo>
                  <a:lnTo>
                    <a:pt x="5288215" y="2855206"/>
                  </a:lnTo>
                  <a:lnTo>
                    <a:pt x="5289927" y="2875901"/>
                  </a:lnTo>
                  <a:lnTo>
                    <a:pt x="5291638" y="2983888"/>
                  </a:lnTo>
                  <a:lnTo>
                    <a:pt x="5293350" y="3091148"/>
                  </a:lnTo>
                  <a:lnTo>
                    <a:pt x="5295061" y="3116972"/>
                  </a:lnTo>
                  <a:lnTo>
                    <a:pt x="5296772" y="3116972"/>
                  </a:lnTo>
                  <a:lnTo>
                    <a:pt x="5298484" y="3116972"/>
                  </a:lnTo>
                  <a:lnTo>
                    <a:pt x="5300195" y="3116972"/>
                  </a:lnTo>
                  <a:lnTo>
                    <a:pt x="5301907" y="3116972"/>
                  </a:lnTo>
                  <a:lnTo>
                    <a:pt x="5303618" y="3116972"/>
                  </a:lnTo>
                  <a:lnTo>
                    <a:pt x="5305329" y="3116972"/>
                  </a:lnTo>
                  <a:lnTo>
                    <a:pt x="5307041" y="3039240"/>
                  </a:lnTo>
                  <a:lnTo>
                    <a:pt x="5308752" y="2943502"/>
                  </a:lnTo>
                  <a:lnTo>
                    <a:pt x="5310464" y="2881308"/>
                  </a:lnTo>
                  <a:lnTo>
                    <a:pt x="5312175" y="2892676"/>
                  </a:lnTo>
                  <a:lnTo>
                    <a:pt x="5313886" y="2960731"/>
                  </a:lnTo>
                  <a:lnTo>
                    <a:pt x="5315598" y="2999542"/>
                  </a:lnTo>
                  <a:lnTo>
                    <a:pt x="5317309" y="3072394"/>
                  </a:lnTo>
                  <a:lnTo>
                    <a:pt x="5319021" y="3116972"/>
                  </a:lnTo>
                  <a:lnTo>
                    <a:pt x="5320732" y="3116972"/>
                  </a:lnTo>
                  <a:lnTo>
                    <a:pt x="5322443" y="3116972"/>
                  </a:lnTo>
                  <a:lnTo>
                    <a:pt x="5324155" y="3116972"/>
                  </a:lnTo>
                  <a:lnTo>
                    <a:pt x="5325866" y="3062603"/>
                  </a:lnTo>
                  <a:lnTo>
                    <a:pt x="5327578" y="3022917"/>
                  </a:lnTo>
                  <a:lnTo>
                    <a:pt x="5329289" y="2995781"/>
                  </a:lnTo>
                  <a:lnTo>
                    <a:pt x="5331000" y="2964368"/>
                  </a:lnTo>
                  <a:lnTo>
                    <a:pt x="5332712" y="2964368"/>
                  </a:lnTo>
                  <a:lnTo>
                    <a:pt x="5334423" y="2972194"/>
                  </a:lnTo>
                  <a:lnTo>
                    <a:pt x="5336135" y="2964919"/>
                  </a:lnTo>
                  <a:lnTo>
                    <a:pt x="5337846" y="2852038"/>
                  </a:lnTo>
                  <a:lnTo>
                    <a:pt x="5339557" y="2695834"/>
                  </a:lnTo>
                  <a:lnTo>
                    <a:pt x="5341269" y="2606623"/>
                  </a:lnTo>
                  <a:lnTo>
                    <a:pt x="5342980" y="2556769"/>
                  </a:lnTo>
                  <a:lnTo>
                    <a:pt x="5344692" y="2454313"/>
                  </a:lnTo>
                  <a:lnTo>
                    <a:pt x="5346403" y="2414882"/>
                  </a:lnTo>
                  <a:lnTo>
                    <a:pt x="5348114" y="2547522"/>
                  </a:lnTo>
                  <a:lnTo>
                    <a:pt x="5349826" y="2644015"/>
                  </a:lnTo>
                  <a:lnTo>
                    <a:pt x="5351537" y="2666321"/>
                  </a:lnTo>
                  <a:lnTo>
                    <a:pt x="5353249" y="2628430"/>
                  </a:lnTo>
                  <a:lnTo>
                    <a:pt x="5354960" y="2625602"/>
                  </a:lnTo>
                  <a:lnTo>
                    <a:pt x="5356671" y="2646075"/>
                  </a:lnTo>
                  <a:lnTo>
                    <a:pt x="5358383" y="2612929"/>
                  </a:lnTo>
                  <a:lnTo>
                    <a:pt x="5360094" y="2625814"/>
                  </a:lnTo>
                  <a:lnTo>
                    <a:pt x="5361806" y="2630882"/>
                  </a:lnTo>
                  <a:lnTo>
                    <a:pt x="5363517" y="2597783"/>
                  </a:lnTo>
                  <a:lnTo>
                    <a:pt x="5365228" y="2543972"/>
                  </a:lnTo>
                  <a:lnTo>
                    <a:pt x="5366940" y="2480140"/>
                  </a:lnTo>
                  <a:lnTo>
                    <a:pt x="5368651" y="2411050"/>
                  </a:lnTo>
                  <a:lnTo>
                    <a:pt x="5370363" y="2276297"/>
                  </a:lnTo>
                  <a:lnTo>
                    <a:pt x="5372074" y="2170689"/>
                  </a:lnTo>
                  <a:lnTo>
                    <a:pt x="5373785" y="2215899"/>
                  </a:lnTo>
                  <a:lnTo>
                    <a:pt x="5375497" y="2327827"/>
                  </a:lnTo>
                  <a:lnTo>
                    <a:pt x="5377208" y="2354221"/>
                  </a:lnTo>
                  <a:lnTo>
                    <a:pt x="5378919" y="2339417"/>
                  </a:lnTo>
                  <a:lnTo>
                    <a:pt x="5380631" y="2437718"/>
                  </a:lnTo>
                  <a:lnTo>
                    <a:pt x="5382342" y="2538704"/>
                  </a:lnTo>
                  <a:lnTo>
                    <a:pt x="5384054" y="2439599"/>
                  </a:lnTo>
                  <a:lnTo>
                    <a:pt x="5385765" y="2383221"/>
                  </a:lnTo>
                  <a:lnTo>
                    <a:pt x="5387476" y="2502082"/>
                  </a:lnTo>
                  <a:lnTo>
                    <a:pt x="5389188" y="2585373"/>
                  </a:lnTo>
                  <a:lnTo>
                    <a:pt x="5390899" y="2664100"/>
                  </a:lnTo>
                  <a:lnTo>
                    <a:pt x="5392611" y="2673648"/>
                  </a:lnTo>
                  <a:lnTo>
                    <a:pt x="5394322" y="2834461"/>
                  </a:lnTo>
                  <a:lnTo>
                    <a:pt x="5396033" y="2934865"/>
                  </a:lnTo>
                  <a:lnTo>
                    <a:pt x="5397745" y="2825883"/>
                  </a:lnTo>
                  <a:lnTo>
                    <a:pt x="5399456" y="2868289"/>
                  </a:lnTo>
                  <a:lnTo>
                    <a:pt x="5401168" y="2896393"/>
                  </a:lnTo>
                  <a:lnTo>
                    <a:pt x="5402879" y="2921413"/>
                  </a:lnTo>
                  <a:lnTo>
                    <a:pt x="5404590" y="2842837"/>
                  </a:lnTo>
                  <a:lnTo>
                    <a:pt x="5406302" y="2787660"/>
                  </a:lnTo>
                  <a:lnTo>
                    <a:pt x="5408013" y="2859077"/>
                  </a:lnTo>
                  <a:lnTo>
                    <a:pt x="5409725" y="2754033"/>
                  </a:lnTo>
                  <a:lnTo>
                    <a:pt x="5411436" y="2635654"/>
                  </a:lnTo>
                  <a:lnTo>
                    <a:pt x="5413147" y="2670355"/>
                  </a:lnTo>
                  <a:lnTo>
                    <a:pt x="5414859" y="2798641"/>
                  </a:lnTo>
                  <a:lnTo>
                    <a:pt x="5416570" y="2876915"/>
                  </a:lnTo>
                  <a:lnTo>
                    <a:pt x="5418282" y="2905648"/>
                  </a:lnTo>
                  <a:lnTo>
                    <a:pt x="5419993" y="3021961"/>
                  </a:lnTo>
                  <a:lnTo>
                    <a:pt x="5421704" y="3116794"/>
                  </a:lnTo>
                  <a:lnTo>
                    <a:pt x="5423416" y="3097084"/>
                  </a:lnTo>
                  <a:lnTo>
                    <a:pt x="5425127" y="3016571"/>
                  </a:lnTo>
                  <a:lnTo>
                    <a:pt x="5426839" y="2993350"/>
                  </a:lnTo>
                  <a:lnTo>
                    <a:pt x="5428550" y="2984190"/>
                  </a:lnTo>
                  <a:lnTo>
                    <a:pt x="5430261" y="3002615"/>
                  </a:lnTo>
                  <a:lnTo>
                    <a:pt x="5431973" y="2989371"/>
                  </a:lnTo>
                  <a:lnTo>
                    <a:pt x="5433684" y="2945893"/>
                  </a:lnTo>
                  <a:lnTo>
                    <a:pt x="5435396" y="2972842"/>
                  </a:lnTo>
                  <a:lnTo>
                    <a:pt x="5437107" y="2978703"/>
                  </a:lnTo>
                  <a:lnTo>
                    <a:pt x="5438818" y="3023055"/>
                  </a:lnTo>
                  <a:lnTo>
                    <a:pt x="5440530" y="3007734"/>
                  </a:lnTo>
                  <a:lnTo>
                    <a:pt x="5442241" y="2980429"/>
                  </a:lnTo>
                  <a:lnTo>
                    <a:pt x="5443953" y="2962083"/>
                  </a:lnTo>
                  <a:lnTo>
                    <a:pt x="5445664" y="2929443"/>
                  </a:lnTo>
                  <a:lnTo>
                    <a:pt x="5447375" y="2883319"/>
                  </a:lnTo>
                  <a:lnTo>
                    <a:pt x="5449087" y="2778705"/>
                  </a:lnTo>
                  <a:lnTo>
                    <a:pt x="5450798" y="2731548"/>
                  </a:lnTo>
                  <a:lnTo>
                    <a:pt x="5452510" y="2793345"/>
                  </a:lnTo>
                  <a:lnTo>
                    <a:pt x="5454221" y="2872345"/>
                  </a:lnTo>
                  <a:lnTo>
                    <a:pt x="5455932" y="2846331"/>
                  </a:lnTo>
                  <a:lnTo>
                    <a:pt x="5457644" y="2806119"/>
                  </a:lnTo>
                  <a:lnTo>
                    <a:pt x="5459355" y="2806309"/>
                  </a:lnTo>
                  <a:lnTo>
                    <a:pt x="5461067" y="2791984"/>
                  </a:lnTo>
                  <a:lnTo>
                    <a:pt x="5462778" y="2637253"/>
                  </a:lnTo>
                  <a:lnTo>
                    <a:pt x="5464489" y="2519871"/>
                  </a:lnTo>
                  <a:lnTo>
                    <a:pt x="5466201" y="2589620"/>
                  </a:lnTo>
                  <a:lnTo>
                    <a:pt x="5467912" y="2669129"/>
                  </a:lnTo>
                  <a:lnTo>
                    <a:pt x="5469624" y="2711888"/>
                  </a:lnTo>
                  <a:lnTo>
                    <a:pt x="5471335" y="2671299"/>
                  </a:lnTo>
                  <a:lnTo>
                    <a:pt x="5473046" y="2721403"/>
                  </a:lnTo>
                  <a:lnTo>
                    <a:pt x="5474758" y="2838369"/>
                  </a:lnTo>
                  <a:lnTo>
                    <a:pt x="5476469" y="2837927"/>
                  </a:lnTo>
                  <a:lnTo>
                    <a:pt x="5478181" y="2754903"/>
                  </a:lnTo>
                  <a:lnTo>
                    <a:pt x="5479892" y="2664398"/>
                  </a:lnTo>
                  <a:lnTo>
                    <a:pt x="5481603" y="2674818"/>
                  </a:lnTo>
                  <a:lnTo>
                    <a:pt x="5483315" y="2657450"/>
                  </a:lnTo>
                  <a:lnTo>
                    <a:pt x="5485026" y="2589981"/>
                  </a:lnTo>
                  <a:lnTo>
                    <a:pt x="5486737" y="2578308"/>
                  </a:lnTo>
                  <a:lnTo>
                    <a:pt x="5488449" y="2677815"/>
                  </a:lnTo>
                  <a:lnTo>
                    <a:pt x="5490160" y="2754645"/>
                  </a:lnTo>
                  <a:lnTo>
                    <a:pt x="5491872" y="2745355"/>
                  </a:lnTo>
                  <a:lnTo>
                    <a:pt x="5493583" y="2741412"/>
                  </a:lnTo>
                  <a:lnTo>
                    <a:pt x="5495294" y="2723339"/>
                  </a:lnTo>
                  <a:lnTo>
                    <a:pt x="5497006" y="2736680"/>
                  </a:lnTo>
                  <a:lnTo>
                    <a:pt x="5498717" y="2671610"/>
                  </a:lnTo>
                  <a:lnTo>
                    <a:pt x="5500429" y="2673131"/>
                  </a:lnTo>
                  <a:lnTo>
                    <a:pt x="5502140" y="2749866"/>
                  </a:lnTo>
                  <a:lnTo>
                    <a:pt x="5503851" y="2787243"/>
                  </a:lnTo>
                  <a:lnTo>
                    <a:pt x="5505563" y="2879840"/>
                  </a:lnTo>
                  <a:lnTo>
                    <a:pt x="5507274" y="2890641"/>
                  </a:lnTo>
                  <a:lnTo>
                    <a:pt x="5508986" y="2943464"/>
                  </a:lnTo>
                  <a:lnTo>
                    <a:pt x="5510697" y="2957441"/>
                  </a:lnTo>
                  <a:lnTo>
                    <a:pt x="5512408" y="2877403"/>
                  </a:lnTo>
                  <a:lnTo>
                    <a:pt x="5514120" y="2847985"/>
                  </a:lnTo>
                  <a:lnTo>
                    <a:pt x="5515831" y="2815186"/>
                  </a:lnTo>
                  <a:lnTo>
                    <a:pt x="5517543" y="2809848"/>
                  </a:lnTo>
                  <a:lnTo>
                    <a:pt x="5519254" y="2798292"/>
                  </a:lnTo>
                  <a:lnTo>
                    <a:pt x="5520965" y="2682439"/>
                  </a:lnTo>
                  <a:lnTo>
                    <a:pt x="5522677" y="2542980"/>
                  </a:lnTo>
                  <a:lnTo>
                    <a:pt x="5524388" y="2374925"/>
                  </a:lnTo>
                  <a:lnTo>
                    <a:pt x="5526100" y="2230302"/>
                  </a:lnTo>
                  <a:lnTo>
                    <a:pt x="5527811" y="2202918"/>
                  </a:lnTo>
                  <a:lnTo>
                    <a:pt x="5529522" y="2157310"/>
                  </a:lnTo>
                  <a:lnTo>
                    <a:pt x="5531234" y="2132409"/>
                  </a:lnTo>
                  <a:lnTo>
                    <a:pt x="5532945" y="2125335"/>
                  </a:lnTo>
                  <a:lnTo>
                    <a:pt x="5534657" y="2122968"/>
                  </a:lnTo>
                  <a:lnTo>
                    <a:pt x="5536368" y="2018504"/>
                  </a:lnTo>
                  <a:lnTo>
                    <a:pt x="5538079" y="1850188"/>
                  </a:lnTo>
                  <a:lnTo>
                    <a:pt x="5539791" y="1771946"/>
                  </a:lnTo>
                  <a:lnTo>
                    <a:pt x="5541502" y="1830864"/>
                  </a:lnTo>
                  <a:lnTo>
                    <a:pt x="5543214" y="1936121"/>
                  </a:lnTo>
                  <a:lnTo>
                    <a:pt x="5544925" y="2061067"/>
                  </a:lnTo>
                  <a:lnTo>
                    <a:pt x="5546636" y="2221751"/>
                  </a:lnTo>
                  <a:lnTo>
                    <a:pt x="5548348" y="2362627"/>
                  </a:lnTo>
                  <a:lnTo>
                    <a:pt x="5550059" y="2415863"/>
                  </a:lnTo>
                  <a:lnTo>
                    <a:pt x="5551771" y="2441416"/>
                  </a:lnTo>
                  <a:lnTo>
                    <a:pt x="5553482" y="2575727"/>
                  </a:lnTo>
                  <a:lnTo>
                    <a:pt x="5555193" y="2721515"/>
                  </a:lnTo>
                  <a:lnTo>
                    <a:pt x="5556905" y="2878332"/>
                  </a:lnTo>
                  <a:lnTo>
                    <a:pt x="5558616" y="2889305"/>
                  </a:lnTo>
                  <a:lnTo>
                    <a:pt x="5560328" y="2870246"/>
                  </a:lnTo>
                  <a:lnTo>
                    <a:pt x="5562039" y="2898942"/>
                  </a:lnTo>
                  <a:lnTo>
                    <a:pt x="5563750" y="2830202"/>
                  </a:lnTo>
                  <a:lnTo>
                    <a:pt x="5565462" y="2646641"/>
                  </a:lnTo>
                  <a:lnTo>
                    <a:pt x="5567173" y="2516296"/>
                  </a:lnTo>
                  <a:lnTo>
                    <a:pt x="5568885" y="2479372"/>
                  </a:lnTo>
                  <a:lnTo>
                    <a:pt x="5570596" y="2469728"/>
                  </a:lnTo>
                  <a:lnTo>
                    <a:pt x="5572307" y="2433853"/>
                  </a:lnTo>
                  <a:lnTo>
                    <a:pt x="5574019" y="2472660"/>
                  </a:lnTo>
                  <a:lnTo>
                    <a:pt x="5575730" y="2701708"/>
                  </a:lnTo>
                  <a:lnTo>
                    <a:pt x="5577442" y="2896530"/>
                  </a:lnTo>
                  <a:lnTo>
                    <a:pt x="5579153" y="2990140"/>
                  </a:lnTo>
                  <a:lnTo>
                    <a:pt x="5580864" y="3109235"/>
                  </a:lnTo>
                  <a:lnTo>
                    <a:pt x="5582576" y="3116972"/>
                  </a:lnTo>
                  <a:lnTo>
                    <a:pt x="5584287" y="3116972"/>
                  </a:lnTo>
                  <a:lnTo>
                    <a:pt x="5585999" y="3089518"/>
                  </a:lnTo>
                  <a:lnTo>
                    <a:pt x="5587710" y="2914321"/>
                  </a:lnTo>
                  <a:lnTo>
                    <a:pt x="5589421" y="2837052"/>
                  </a:lnTo>
                  <a:lnTo>
                    <a:pt x="5591133" y="2779977"/>
                  </a:lnTo>
                  <a:lnTo>
                    <a:pt x="5592844" y="2753069"/>
                  </a:lnTo>
                  <a:lnTo>
                    <a:pt x="5594555" y="2749593"/>
                  </a:lnTo>
                  <a:lnTo>
                    <a:pt x="5596267" y="2784134"/>
                  </a:lnTo>
                  <a:lnTo>
                    <a:pt x="5597978" y="2789432"/>
                  </a:lnTo>
                  <a:lnTo>
                    <a:pt x="5599690" y="2826186"/>
                  </a:lnTo>
                  <a:lnTo>
                    <a:pt x="5601401" y="2867409"/>
                  </a:lnTo>
                  <a:lnTo>
                    <a:pt x="5603112" y="2923547"/>
                  </a:lnTo>
                  <a:lnTo>
                    <a:pt x="5604824" y="2933541"/>
                  </a:lnTo>
                  <a:lnTo>
                    <a:pt x="5606535" y="2971382"/>
                  </a:lnTo>
                  <a:lnTo>
                    <a:pt x="5608247" y="2984954"/>
                  </a:lnTo>
                  <a:lnTo>
                    <a:pt x="5609958" y="2946265"/>
                  </a:lnTo>
                  <a:lnTo>
                    <a:pt x="5611669" y="2899383"/>
                  </a:lnTo>
                  <a:lnTo>
                    <a:pt x="5613381" y="2881551"/>
                  </a:lnTo>
                  <a:lnTo>
                    <a:pt x="5615092" y="2876164"/>
                  </a:lnTo>
                  <a:lnTo>
                    <a:pt x="5616804" y="2878944"/>
                  </a:lnTo>
                  <a:lnTo>
                    <a:pt x="5618515" y="2928262"/>
                  </a:lnTo>
                  <a:lnTo>
                    <a:pt x="5620226" y="2994636"/>
                  </a:lnTo>
                  <a:lnTo>
                    <a:pt x="5621938" y="3049144"/>
                  </a:lnTo>
                  <a:lnTo>
                    <a:pt x="5623649" y="3058242"/>
                  </a:lnTo>
                  <a:lnTo>
                    <a:pt x="5625361" y="3058242"/>
                  </a:lnTo>
                  <a:lnTo>
                    <a:pt x="5627072" y="3058242"/>
                  </a:lnTo>
                  <a:lnTo>
                    <a:pt x="5628783" y="3058242"/>
                  </a:lnTo>
                  <a:lnTo>
                    <a:pt x="5630495" y="3058242"/>
                  </a:lnTo>
                  <a:lnTo>
                    <a:pt x="5632206" y="3072970"/>
                  </a:lnTo>
                  <a:lnTo>
                    <a:pt x="5633918" y="3009797"/>
                  </a:lnTo>
                  <a:lnTo>
                    <a:pt x="5635629" y="2977906"/>
                  </a:lnTo>
                  <a:lnTo>
                    <a:pt x="5637340" y="3010391"/>
                  </a:lnTo>
                  <a:lnTo>
                    <a:pt x="5639052" y="3013204"/>
                  </a:lnTo>
                  <a:lnTo>
                    <a:pt x="5640763" y="3013206"/>
                  </a:lnTo>
                  <a:lnTo>
                    <a:pt x="5642475" y="2998478"/>
                  </a:lnTo>
                  <a:lnTo>
                    <a:pt x="5644186" y="3061650"/>
                  </a:lnTo>
                  <a:lnTo>
                    <a:pt x="5645897" y="3093539"/>
                  </a:lnTo>
                  <a:lnTo>
                    <a:pt x="5647609" y="3074233"/>
                  </a:lnTo>
                  <a:lnTo>
                    <a:pt x="5649320" y="3116972"/>
                  </a:lnTo>
                  <a:lnTo>
                    <a:pt x="5651032" y="3116972"/>
                  </a:lnTo>
                  <a:lnTo>
                    <a:pt x="5652743" y="3116972"/>
                  </a:lnTo>
                  <a:lnTo>
                    <a:pt x="5654454" y="3116972"/>
                  </a:lnTo>
                  <a:lnTo>
                    <a:pt x="5656166" y="3116972"/>
                  </a:lnTo>
                  <a:lnTo>
                    <a:pt x="5657877" y="3116972"/>
                  </a:lnTo>
                  <a:lnTo>
                    <a:pt x="5659589" y="2983923"/>
                  </a:lnTo>
                  <a:lnTo>
                    <a:pt x="5661300" y="2943077"/>
                  </a:lnTo>
                  <a:lnTo>
                    <a:pt x="5663011" y="2931177"/>
                  </a:lnTo>
                  <a:lnTo>
                    <a:pt x="5664723" y="2843847"/>
                  </a:lnTo>
                  <a:lnTo>
                    <a:pt x="5666434" y="2764748"/>
                  </a:lnTo>
                  <a:lnTo>
                    <a:pt x="5668146" y="2679070"/>
                  </a:lnTo>
                  <a:lnTo>
                    <a:pt x="5669857" y="2640755"/>
                  </a:lnTo>
                  <a:lnTo>
                    <a:pt x="5671568" y="2663953"/>
                  </a:lnTo>
                  <a:lnTo>
                    <a:pt x="5673280" y="2757214"/>
                  </a:lnTo>
                  <a:lnTo>
                    <a:pt x="5674991" y="2857649"/>
                  </a:lnTo>
                  <a:lnTo>
                    <a:pt x="5676703" y="2939981"/>
                  </a:lnTo>
                  <a:lnTo>
                    <a:pt x="5678414" y="3062326"/>
                  </a:lnTo>
                  <a:lnTo>
                    <a:pt x="5680125" y="3103040"/>
                  </a:lnTo>
                  <a:lnTo>
                    <a:pt x="5681837" y="3067451"/>
                  </a:lnTo>
                  <a:lnTo>
                    <a:pt x="5683548" y="3016278"/>
                  </a:lnTo>
                  <a:lnTo>
                    <a:pt x="5685260" y="3011162"/>
                  </a:lnTo>
                  <a:lnTo>
                    <a:pt x="5686971" y="2991508"/>
                  </a:lnTo>
                  <a:lnTo>
                    <a:pt x="5688682" y="2945329"/>
                  </a:lnTo>
                  <a:lnTo>
                    <a:pt x="5690394" y="2960756"/>
                  </a:lnTo>
                  <a:lnTo>
                    <a:pt x="5692105" y="2967732"/>
                  </a:lnTo>
                  <a:lnTo>
                    <a:pt x="5693816" y="2979249"/>
                  </a:lnTo>
                  <a:lnTo>
                    <a:pt x="5695528" y="2979250"/>
                  </a:lnTo>
                  <a:lnTo>
                    <a:pt x="5697239" y="2996445"/>
                  </a:lnTo>
                  <a:lnTo>
                    <a:pt x="5698951" y="3066719"/>
                  </a:lnTo>
                  <a:lnTo>
                    <a:pt x="5700662" y="3114477"/>
                  </a:lnTo>
                  <a:lnTo>
                    <a:pt x="5702373" y="3116972"/>
                  </a:lnTo>
                  <a:lnTo>
                    <a:pt x="5704085" y="3083884"/>
                  </a:lnTo>
                  <a:lnTo>
                    <a:pt x="5705796" y="3032580"/>
                  </a:lnTo>
                  <a:lnTo>
                    <a:pt x="5707508" y="2992111"/>
                  </a:lnTo>
                  <a:lnTo>
                    <a:pt x="5709219" y="2888389"/>
                  </a:lnTo>
                  <a:lnTo>
                    <a:pt x="5710930" y="2786557"/>
                  </a:lnTo>
                  <a:lnTo>
                    <a:pt x="5712642" y="2642647"/>
                  </a:lnTo>
                  <a:lnTo>
                    <a:pt x="5714353" y="2518785"/>
                  </a:lnTo>
                  <a:lnTo>
                    <a:pt x="5716065" y="2481418"/>
                  </a:lnTo>
                  <a:lnTo>
                    <a:pt x="5717776" y="2315578"/>
                  </a:lnTo>
                  <a:lnTo>
                    <a:pt x="5719487" y="2227376"/>
                  </a:lnTo>
                  <a:lnTo>
                    <a:pt x="5721199" y="2250615"/>
                  </a:lnTo>
                  <a:lnTo>
                    <a:pt x="5722910" y="2313499"/>
                  </a:lnTo>
                  <a:lnTo>
                    <a:pt x="5724622" y="2460270"/>
                  </a:lnTo>
                  <a:lnTo>
                    <a:pt x="5726333" y="2518632"/>
                  </a:lnTo>
                  <a:lnTo>
                    <a:pt x="5728044" y="2682536"/>
                  </a:lnTo>
                  <a:lnTo>
                    <a:pt x="5729756" y="2853771"/>
                  </a:lnTo>
                  <a:lnTo>
                    <a:pt x="5731467" y="2938155"/>
                  </a:lnTo>
                  <a:lnTo>
                    <a:pt x="5733179" y="3019182"/>
                  </a:lnTo>
                  <a:lnTo>
                    <a:pt x="5734890" y="3028915"/>
                  </a:lnTo>
                  <a:lnTo>
                    <a:pt x="5736601" y="3082771"/>
                  </a:lnTo>
                  <a:lnTo>
                    <a:pt x="5738313" y="3116972"/>
                  </a:lnTo>
                  <a:lnTo>
                    <a:pt x="5740024" y="3116972"/>
                  </a:lnTo>
                  <a:lnTo>
                    <a:pt x="5741736" y="3116972"/>
                  </a:lnTo>
                  <a:lnTo>
                    <a:pt x="5743447" y="3116972"/>
                  </a:lnTo>
                  <a:lnTo>
                    <a:pt x="5745158" y="3116972"/>
                  </a:lnTo>
                  <a:lnTo>
                    <a:pt x="5746870" y="3116972"/>
                  </a:lnTo>
                  <a:lnTo>
                    <a:pt x="5748581" y="3116972"/>
                  </a:lnTo>
                  <a:lnTo>
                    <a:pt x="5750293" y="3116972"/>
                  </a:lnTo>
                  <a:lnTo>
                    <a:pt x="5752004" y="3116972"/>
                  </a:lnTo>
                  <a:lnTo>
                    <a:pt x="5753715" y="3088025"/>
                  </a:lnTo>
                  <a:lnTo>
                    <a:pt x="5755427" y="2994362"/>
                  </a:lnTo>
                  <a:lnTo>
                    <a:pt x="5757138" y="2911890"/>
                  </a:lnTo>
                  <a:lnTo>
                    <a:pt x="5758850" y="2909977"/>
                  </a:lnTo>
                  <a:lnTo>
                    <a:pt x="5760561" y="2937992"/>
                  </a:lnTo>
                  <a:lnTo>
                    <a:pt x="5762272" y="2937992"/>
                  </a:lnTo>
                  <a:lnTo>
                    <a:pt x="5763984" y="2927353"/>
                  </a:lnTo>
                  <a:lnTo>
                    <a:pt x="5765695" y="2937550"/>
                  </a:lnTo>
                  <a:lnTo>
                    <a:pt x="5767407" y="2989506"/>
                  </a:lnTo>
                  <a:lnTo>
                    <a:pt x="5769118" y="2991418"/>
                  </a:lnTo>
                  <a:lnTo>
                    <a:pt x="5770829" y="2951539"/>
                  </a:lnTo>
                  <a:lnTo>
                    <a:pt x="5772541" y="2906809"/>
                  </a:lnTo>
                  <a:lnTo>
                    <a:pt x="5774252" y="2892973"/>
                  </a:lnTo>
                  <a:lnTo>
                    <a:pt x="5775964" y="2887285"/>
                  </a:lnTo>
                  <a:lnTo>
                    <a:pt x="5777675" y="2842323"/>
                  </a:lnTo>
                  <a:lnTo>
                    <a:pt x="5779386" y="2844791"/>
                  </a:lnTo>
                  <a:lnTo>
                    <a:pt x="5781098" y="2852139"/>
                  </a:lnTo>
                  <a:lnTo>
                    <a:pt x="5782809" y="2876528"/>
                  </a:lnTo>
                  <a:lnTo>
                    <a:pt x="5784521" y="2907807"/>
                  </a:lnTo>
                  <a:lnTo>
                    <a:pt x="5786232" y="2960603"/>
                  </a:lnTo>
                  <a:lnTo>
                    <a:pt x="5787943" y="3033184"/>
                  </a:lnTo>
                  <a:lnTo>
                    <a:pt x="5789655" y="3066019"/>
                  </a:lnTo>
                  <a:lnTo>
                    <a:pt x="5791366" y="3090702"/>
                  </a:lnTo>
                  <a:lnTo>
                    <a:pt x="5793078" y="3116972"/>
                  </a:lnTo>
                  <a:lnTo>
                    <a:pt x="5794789" y="3116972"/>
                  </a:lnTo>
                  <a:lnTo>
                    <a:pt x="5796500" y="3116972"/>
                  </a:lnTo>
                  <a:lnTo>
                    <a:pt x="5798212" y="3116972"/>
                  </a:lnTo>
                  <a:lnTo>
                    <a:pt x="5799923" y="3116972"/>
                  </a:lnTo>
                  <a:lnTo>
                    <a:pt x="5801634" y="3116972"/>
                  </a:lnTo>
                  <a:lnTo>
                    <a:pt x="5803346" y="3116972"/>
                  </a:lnTo>
                  <a:lnTo>
                    <a:pt x="5805057" y="3116972"/>
                  </a:lnTo>
                  <a:lnTo>
                    <a:pt x="5806769" y="3116972"/>
                  </a:lnTo>
                  <a:lnTo>
                    <a:pt x="5808480" y="3116972"/>
                  </a:lnTo>
                  <a:lnTo>
                    <a:pt x="5810191" y="3078136"/>
                  </a:lnTo>
                  <a:lnTo>
                    <a:pt x="5811903" y="2988020"/>
                  </a:lnTo>
                  <a:lnTo>
                    <a:pt x="5813614" y="2897081"/>
                  </a:lnTo>
                  <a:lnTo>
                    <a:pt x="5815326" y="2842313"/>
                  </a:lnTo>
                  <a:lnTo>
                    <a:pt x="5817037" y="2781396"/>
                  </a:lnTo>
                  <a:lnTo>
                    <a:pt x="5818748" y="2746373"/>
                  </a:lnTo>
                  <a:lnTo>
                    <a:pt x="5820460" y="2778420"/>
                  </a:lnTo>
                  <a:lnTo>
                    <a:pt x="5822171" y="2914804"/>
                  </a:lnTo>
                  <a:lnTo>
                    <a:pt x="5823883" y="3080599"/>
                  </a:lnTo>
                  <a:lnTo>
                    <a:pt x="5825594" y="3116972"/>
                  </a:lnTo>
                  <a:lnTo>
                    <a:pt x="5827305" y="3116972"/>
                  </a:lnTo>
                  <a:lnTo>
                    <a:pt x="5829017" y="3116972"/>
                  </a:lnTo>
                  <a:lnTo>
                    <a:pt x="5830728" y="3116972"/>
                  </a:lnTo>
                  <a:lnTo>
                    <a:pt x="5832440" y="3116972"/>
                  </a:lnTo>
                  <a:lnTo>
                    <a:pt x="5834151" y="3100737"/>
                  </a:lnTo>
                  <a:lnTo>
                    <a:pt x="5835862" y="2954845"/>
                  </a:lnTo>
                  <a:lnTo>
                    <a:pt x="5837574" y="2876190"/>
                  </a:lnTo>
                  <a:lnTo>
                    <a:pt x="5839285" y="2801092"/>
                  </a:lnTo>
                  <a:lnTo>
                    <a:pt x="5840997" y="2810929"/>
                  </a:lnTo>
                  <a:lnTo>
                    <a:pt x="5842708" y="2855307"/>
                  </a:lnTo>
                  <a:lnTo>
                    <a:pt x="5844419" y="2934280"/>
                  </a:lnTo>
                  <a:lnTo>
                    <a:pt x="5846131" y="2956843"/>
                  </a:lnTo>
                  <a:lnTo>
                    <a:pt x="5847842" y="2842939"/>
                  </a:lnTo>
                  <a:lnTo>
                    <a:pt x="5849554" y="2764903"/>
                  </a:lnTo>
                  <a:lnTo>
                    <a:pt x="5851265" y="2782841"/>
                  </a:lnTo>
                  <a:lnTo>
                    <a:pt x="5852976" y="2836208"/>
                  </a:lnTo>
                  <a:lnTo>
                    <a:pt x="5854688" y="2862700"/>
                  </a:lnTo>
                  <a:lnTo>
                    <a:pt x="5856399" y="2879781"/>
                  </a:lnTo>
                  <a:lnTo>
                    <a:pt x="5858111" y="2998145"/>
                  </a:lnTo>
                  <a:lnTo>
                    <a:pt x="5859822" y="3076179"/>
                  </a:lnTo>
                  <a:lnTo>
                    <a:pt x="5861533" y="3058242"/>
                  </a:lnTo>
                  <a:lnTo>
                    <a:pt x="5863245" y="3063843"/>
                  </a:lnTo>
                  <a:lnTo>
                    <a:pt x="5864956" y="3056325"/>
                  </a:lnTo>
                  <a:lnTo>
                    <a:pt x="5866668" y="3063801"/>
                  </a:lnTo>
                  <a:lnTo>
                    <a:pt x="5868379" y="3116972"/>
                  </a:lnTo>
                  <a:lnTo>
                    <a:pt x="5870090" y="3116972"/>
                  </a:lnTo>
                  <a:lnTo>
                    <a:pt x="5871802" y="3102885"/>
                  </a:lnTo>
                  <a:lnTo>
                    <a:pt x="5873513" y="3025380"/>
                  </a:lnTo>
                  <a:lnTo>
                    <a:pt x="5875225" y="3010288"/>
                  </a:lnTo>
                  <a:lnTo>
                    <a:pt x="5876936" y="2896683"/>
                  </a:lnTo>
                  <a:lnTo>
                    <a:pt x="5878647" y="2758490"/>
                  </a:lnTo>
                  <a:lnTo>
                    <a:pt x="5880359" y="2708819"/>
                  </a:lnTo>
                  <a:lnTo>
                    <a:pt x="5882070" y="2791492"/>
                  </a:lnTo>
                  <a:lnTo>
                    <a:pt x="5883782" y="2944239"/>
                  </a:lnTo>
                  <a:lnTo>
                    <a:pt x="5885493" y="2997440"/>
                  </a:lnTo>
                  <a:lnTo>
                    <a:pt x="5887204" y="3085940"/>
                  </a:lnTo>
                  <a:lnTo>
                    <a:pt x="5888916" y="3116972"/>
                  </a:lnTo>
                  <a:lnTo>
                    <a:pt x="5890627" y="3089067"/>
                  </a:lnTo>
                  <a:lnTo>
                    <a:pt x="5892339" y="2949867"/>
                  </a:lnTo>
                  <a:lnTo>
                    <a:pt x="5894050" y="2737341"/>
                  </a:lnTo>
                  <a:lnTo>
                    <a:pt x="5895761" y="2544644"/>
                  </a:lnTo>
                  <a:lnTo>
                    <a:pt x="5897473" y="2461035"/>
                  </a:lnTo>
                  <a:lnTo>
                    <a:pt x="5899184" y="2480261"/>
                  </a:lnTo>
                  <a:lnTo>
                    <a:pt x="5900896" y="2542277"/>
                  </a:lnTo>
                  <a:lnTo>
                    <a:pt x="5902607" y="2644547"/>
                  </a:lnTo>
                  <a:lnTo>
                    <a:pt x="5904318" y="2776231"/>
                  </a:lnTo>
                  <a:lnTo>
                    <a:pt x="5906030" y="2938335"/>
                  </a:lnTo>
                  <a:lnTo>
                    <a:pt x="5907741" y="3039573"/>
                  </a:lnTo>
                  <a:lnTo>
                    <a:pt x="5909452" y="3058242"/>
                  </a:lnTo>
                  <a:lnTo>
                    <a:pt x="5911164" y="3058242"/>
                  </a:lnTo>
                  <a:lnTo>
                    <a:pt x="5912875" y="3058242"/>
                  </a:lnTo>
                  <a:lnTo>
                    <a:pt x="5914587" y="3030234"/>
                  </a:lnTo>
                  <a:lnTo>
                    <a:pt x="5916298" y="2979617"/>
                  </a:lnTo>
                  <a:lnTo>
                    <a:pt x="5918009" y="2963896"/>
                  </a:lnTo>
                  <a:lnTo>
                    <a:pt x="5919721" y="2890642"/>
                  </a:lnTo>
                  <a:lnTo>
                    <a:pt x="5921432" y="2780963"/>
                  </a:lnTo>
                  <a:lnTo>
                    <a:pt x="5923144" y="2734740"/>
                  </a:lnTo>
                  <a:lnTo>
                    <a:pt x="5924855" y="2723339"/>
                  </a:lnTo>
                  <a:lnTo>
                    <a:pt x="5926566" y="2710793"/>
                  </a:lnTo>
                  <a:lnTo>
                    <a:pt x="5928278" y="2647396"/>
                  </a:lnTo>
                  <a:lnTo>
                    <a:pt x="5929989" y="2723758"/>
                  </a:lnTo>
                  <a:lnTo>
                    <a:pt x="5931701" y="2856985"/>
                  </a:lnTo>
                  <a:lnTo>
                    <a:pt x="5933412" y="2893431"/>
                  </a:lnTo>
                  <a:lnTo>
                    <a:pt x="5935123" y="2910123"/>
                  </a:lnTo>
                  <a:lnTo>
                    <a:pt x="5936835" y="2989683"/>
                  </a:lnTo>
                  <a:lnTo>
                    <a:pt x="5938546" y="3077418"/>
                  </a:lnTo>
                  <a:lnTo>
                    <a:pt x="5940258" y="2950275"/>
                  </a:lnTo>
                  <a:lnTo>
                    <a:pt x="5941969" y="2779792"/>
                  </a:lnTo>
                  <a:lnTo>
                    <a:pt x="5943680" y="2646707"/>
                  </a:lnTo>
                  <a:lnTo>
                    <a:pt x="5945392" y="2589056"/>
                  </a:lnTo>
                  <a:lnTo>
                    <a:pt x="5947103" y="2533007"/>
                  </a:lnTo>
                  <a:lnTo>
                    <a:pt x="5948815" y="2510314"/>
                  </a:lnTo>
                  <a:lnTo>
                    <a:pt x="5950526" y="2590301"/>
                  </a:lnTo>
                  <a:lnTo>
                    <a:pt x="5952237" y="2644151"/>
                  </a:lnTo>
                  <a:lnTo>
                    <a:pt x="5953949" y="2761889"/>
                  </a:lnTo>
                  <a:lnTo>
                    <a:pt x="5955660" y="2842257"/>
                  </a:lnTo>
                  <a:lnTo>
                    <a:pt x="5957372" y="2881912"/>
                  </a:lnTo>
                  <a:lnTo>
                    <a:pt x="5959083" y="2895989"/>
                  </a:lnTo>
                  <a:lnTo>
                    <a:pt x="5960794" y="2916866"/>
                  </a:lnTo>
                  <a:lnTo>
                    <a:pt x="5962506" y="2936291"/>
                  </a:lnTo>
                  <a:lnTo>
                    <a:pt x="5964217" y="2867985"/>
                  </a:lnTo>
                  <a:lnTo>
                    <a:pt x="5965929" y="2773950"/>
                  </a:lnTo>
                  <a:lnTo>
                    <a:pt x="5967640" y="2729932"/>
                  </a:lnTo>
                  <a:lnTo>
                    <a:pt x="5969351" y="2724856"/>
                  </a:lnTo>
                  <a:lnTo>
                    <a:pt x="5971063" y="2674661"/>
                  </a:lnTo>
                  <a:lnTo>
                    <a:pt x="5972774" y="2670539"/>
                  </a:lnTo>
                  <a:lnTo>
                    <a:pt x="5974486" y="2766501"/>
                  </a:lnTo>
                  <a:lnTo>
                    <a:pt x="5976197" y="2919173"/>
                  </a:lnTo>
                  <a:lnTo>
                    <a:pt x="5977908" y="2953302"/>
                  </a:lnTo>
                  <a:lnTo>
                    <a:pt x="5979620" y="2926155"/>
                  </a:lnTo>
                  <a:lnTo>
                    <a:pt x="5981331" y="2958539"/>
                  </a:lnTo>
                  <a:lnTo>
                    <a:pt x="5983043" y="3074915"/>
                  </a:lnTo>
                  <a:lnTo>
                    <a:pt x="5984754" y="3097580"/>
                  </a:lnTo>
                  <a:lnTo>
                    <a:pt x="5986465" y="2987104"/>
                  </a:lnTo>
                  <a:lnTo>
                    <a:pt x="5988177" y="2958560"/>
                  </a:lnTo>
                  <a:lnTo>
                    <a:pt x="5989888" y="2958907"/>
                  </a:lnTo>
                  <a:lnTo>
                    <a:pt x="5991600" y="2913235"/>
                  </a:lnTo>
                  <a:lnTo>
                    <a:pt x="5993311" y="2843246"/>
                  </a:lnTo>
                  <a:lnTo>
                    <a:pt x="5995022" y="2783613"/>
                  </a:lnTo>
                  <a:lnTo>
                    <a:pt x="5996734" y="2836184"/>
                  </a:lnTo>
                  <a:lnTo>
                    <a:pt x="5998445" y="2909809"/>
                  </a:lnTo>
                  <a:lnTo>
                    <a:pt x="6000157" y="2947308"/>
                  </a:lnTo>
                  <a:lnTo>
                    <a:pt x="6001868" y="3069739"/>
                  </a:lnTo>
                  <a:lnTo>
                    <a:pt x="6003579" y="3096641"/>
                  </a:lnTo>
                  <a:lnTo>
                    <a:pt x="6005291" y="3053605"/>
                  </a:lnTo>
                  <a:lnTo>
                    <a:pt x="6007002" y="2926368"/>
                  </a:lnTo>
                  <a:lnTo>
                    <a:pt x="6008713" y="2759503"/>
                  </a:lnTo>
                  <a:lnTo>
                    <a:pt x="6010425" y="2729531"/>
                  </a:lnTo>
                  <a:lnTo>
                    <a:pt x="6012136" y="2718525"/>
                  </a:lnTo>
                  <a:lnTo>
                    <a:pt x="6013848" y="2723018"/>
                  </a:lnTo>
                  <a:lnTo>
                    <a:pt x="6015559" y="2800487"/>
                  </a:lnTo>
                  <a:lnTo>
                    <a:pt x="6017270" y="2926996"/>
                  </a:lnTo>
                  <a:lnTo>
                    <a:pt x="6018982" y="3044372"/>
                  </a:lnTo>
                  <a:lnTo>
                    <a:pt x="6020693" y="3016015"/>
                  </a:lnTo>
                  <a:lnTo>
                    <a:pt x="6022405" y="2964393"/>
                  </a:lnTo>
                  <a:lnTo>
                    <a:pt x="6024116" y="2976826"/>
                  </a:lnTo>
                  <a:lnTo>
                    <a:pt x="6025827" y="3037839"/>
                  </a:lnTo>
                  <a:lnTo>
                    <a:pt x="6027539" y="3026419"/>
                  </a:lnTo>
                  <a:lnTo>
                    <a:pt x="6029250" y="2981014"/>
                  </a:lnTo>
                  <a:lnTo>
                    <a:pt x="6030962" y="3012689"/>
                  </a:lnTo>
                  <a:lnTo>
                    <a:pt x="6032673" y="3039535"/>
                  </a:lnTo>
                  <a:lnTo>
                    <a:pt x="6034384" y="3027105"/>
                  </a:lnTo>
                  <a:lnTo>
                    <a:pt x="6036096" y="2966092"/>
                  </a:lnTo>
                  <a:lnTo>
                    <a:pt x="6037807" y="2978125"/>
                  </a:lnTo>
                  <a:lnTo>
                    <a:pt x="6039519" y="3012118"/>
                  </a:lnTo>
                  <a:lnTo>
                    <a:pt x="6041230" y="2957743"/>
                  </a:lnTo>
                  <a:lnTo>
                    <a:pt x="6042941" y="2873869"/>
                  </a:lnTo>
                  <a:lnTo>
                    <a:pt x="6044653" y="2743957"/>
                  </a:lnTo>
                  <a:lnTo>
                    <a:pt x="6046364" y="2596686"/>
                  </a:lnTo>
                  <a:lnTo>
                    <a:pt x="6048076" y="2503988"/>
                  </a:lnTo>
                  <a:lnTo>
                    <a:pt x="6049787" y="2491164"/>
                  </a:lnTo>
                  <a:lnTo>
                    <a:pt x="6051498" y="2516235"/>
                  </a:lnTo>
                  <a:lnTo>
                    <a:pt x="6053210" y="2592190"/>
                  </a:lnTo>
                  <a:lnTo>
                    <a:pt x="6054921" y="2755242"/>
                  </a:lnTo>
                  <a:lnTo>
                    <a:pt x="6056633" y="2902512"/>
                  </a:lnTo>
                  <a:lnTo>
                    <a:pt x="6058344" y="3000199"/>
                  </a:lnTo>
                  <a:lnTo>
                    <a:pt x="6060055" y="3073922"/>
                  </a:lnTo>
                  <a:lnTo>
                    <a:pt x="6061767" y="3116972"/>
                  </a:lnTo>
                  <a:lnTo>
                    <a:pt x="6063478" y="3078816"/>
                  </a:lnTo>
                  <a:lnTo>
                    <a:pt x="6065190" y="2985553"/>
                  </a:lnTo>
                  <a:lnTo>
                    <a:pt x="6066901" y="2906942"/>
                  </a:lnTo>
                  <a:lnTo>
                    <a:pt x="6068612" y="2809627"/>
                  </a:lnTo>
                  <a:lnTo>
                    <a:pt x="6070324" y="2709249"/>
                  </a:lnTo>
                  <a:lnTo>
                    <a:pt x="6072035" y="2656122"/>
                  </a:lnTo>
                  <a:lnTo>
                    <a:pt x="6073747" y="2673853"/>
                  </a:lnTo>
                  <a:lnTo>
                    <a:pt x="6075458" y="2649474"/>
                  </a:lnTo>
                  <a:lnTo>
                    <a:pt x="6077169" y="2676309"/>
                  </a:lnTo>
                  <a:lnTo>
                    <a:pt x="6078881" y="2656667"/>
                  </a:lnTo>
                  <a:lnTo>
                    <a:pt x="6080592" y="2605231"/>
                  </a:lnTo>
                  <a:lnTo>
                    <a:pt x="6082304" y="2552632"/>
                  </a:lnTo>
                  <a:lnTo>
                    <a:pt x="6084015" y="2479354"/>
                  </a:lnTo>
                  <a:lnTo>
                    <a:pt x="6085726" y="2457867"/>
                  </a:lnTo>
                  <a:lnTo>
                    <a:pt x="6087438" y="2450123"/>
                  </a:lnTo>
                  <a:lnTo>
                    <a:pt x="6089149" y="2495285"/>
                  </a:lnTo>
                  <a:lnTo>
                    <a:pt x="6090861" y="2550521"/>
                  </a:lnTo>
                  <a:lnTo>
                    <a:pt x="6092572" y="2589000"/>
                  </a:lnTo>
                  <a:lnTo>
                    <a:pt x="6094283" y="2712314"/>
                  </a:lnTo>
                  <a:lnTo>
                    <a:pt x="6095995" y="2892804"/>
                  </a:lnTo>
                  <a:lnTo>
                    <a:pt x="6097706" y="2965556"/>
                  </a:lnTo>
                  <a:lnTo>
                    <a:pt x="6099418" y="2963236"/>
                  </a:lnTo>
                  <a:lnTo>
                    <a:pt x="6101129" y="2967985"/>
                  </a:lnTo>
                  <a:lnTo>
                    <a:pt x="6102840" y="3034857"/>
                  </a:lnTo>
                  <a:lnTo>
                    <a:pt x="6104552" y="3045249"/>
                  </a:lnTo>
                  <a:lnTo>
                    <a:pt x="6106263" y="2913655"/>
                  </a:lnTo>
                  <a:lnTo>
                    <a:pt x="6107975" y="2781950"/>
                  </a:lnTo>
                  <a:lnTo>
                    <a:pt x="6109686" y="2756215"/>
                  </a:lnTo>
                  <a:lnTo>
                    <a:pt x="6111397" y="2693901"/>
                  </a:lnTo>
                  <a:lnTo>
                    <a:pt x="6113109" y="2510359"/>
                  </a:lnTo>
                  <a:lnTo>
                    <a:pt x="6114820" y="2372211"/>
                  </a:lnTo>
                  <a:lnTo>
                    <a:pt x="6116531" y="2294963"/>
                  </a:lnTo>
                  <a:lnTo>
                    <a:pt x="6118243" y="2375747"/>
                  </a:lnTo>
                  <a:lnTo>
                    <a:pt x="6119954" y="2455172"/>
                  </a:lnTo>
                  <a:lnTo>
                    <a:pt x="6121666" y="2479488"/>
                  </a:lnTo>
                  <a:lnTo>
                    <a:pt x="6123377" y="2535472"/>
                  </a:lnTo>
                  <a:lnTo>
                    <a:pt x="6125088" y="2600335"/>
                  </a:lnTo>
                  <a:lnTo>
                    <a:pt x="6126800" y="2658328"/>
                  </a:lnTo>
                  <a:lnTo>
                    <a:pt x="6128511" y="2629000"/>
                  </a:lnTo>
                  <a:lnTo>
                    <a:pt x="6130223" y="2594199"/>
                  </a:lnTo>
                  <a:lnTo>
                    <a:pt x="6131934" y="2605914"/>
                  </a:lnTo>
                  <a:lnTo>
                    <a:pt x="6133645" y="2556192"/>
                  </a:lnTo>
                  <a:lnTo>
                    <a:pt x="6135357" y="2472255"/>
                  </a:lnTo>
                  <a:lnTo>
                    <a:pt x="6137068" y="2488314"/>
                  </a:lnTo>
                  <a:lnTo>
                    <a:pt x="6138780" y="2494560"/>
                  </a:lnTo>
                  <a:lnTo>
                    <a:pt x="6140491" y="2454755"/>
                  </a:lnTo>
                  <a:lnTo>
                    <a:pt x="6142202" y="2468524"/>
                  </a:lnTo>
                  <a:lnTo>
                    <a:pt x="6143914" y="2583061"/>
                  </a:lnTo>
                  <a:lnTo>
                    <a:pt x="6145625" y="2718041"/>
                  </a:lnTo>
                  <a:lnTo>
                    <a:pt x="6147337" y="2790725"/>
                  </a:lnTo>
                  <a:lnTo>
                    <a:pt x="6149048" y="2835768"/>
                  </a:lnTo>
                  <a:lnTo>
                    <a:pt x="6150759" y="2936410"/>
                  </a:lnTo>
                  <a:lnTo>
                    <a:pt x="6152471" y="2996426"/>
                  </a:lnTo>
                  <a:lnTo>
                    <a:pt x="6154182" y="3074937"/>
                  </a:lnTo>
                  <a:lnTo>
                    <a:pt x="6155894" y="3071945"/>
                  </a:lnTo>
                  <a:lnTo>
                    <a:pt x="6157605" y="2983953"/>
                  </a:lnTo>
                  <a:lnTo>
                    <a:pt x="6159316" y="2991017"/>
                  </a:lnTo>
                  <a:lnTo>
                    <a:pt x="6161028" y="3007792"/>
                  </a:lnTo>
                  <a:lnTo>
                    <a:pt x="6162739" y="3074175"/>
                  </a:lnTo>
                  <a:lnTo>
                    <a:pt x="6164451" y="3071362"/>
                  </a:lnTo>
                  <a:lnTo>
                    <a:pt x="6166162" y="3076546"/>
                  </a:lnTo>
                  <a:lnTo>
                    <a:pt x="6167873" y="3116972"/>
                  </a:lnTo>
                  <a:lnTo>
                    <a:pt x="6169585" y="3116972"/>
                  </a:lnTo>
                  <a:lnTo>
                    <a:pt x="6171296" y="3116972"/>
                  </a:lnTo>
                  <a:lnTo>
                    <a:pt x="6173008" y="3116972"/>
                  </a:lnTo>
                  <a:lnTo>
                    <a:pt x="6174719" y="3116972"/>
                  </a:lnTo>
                  <a:lnTo>
                    <a:pt x="6176430" y="3116972"/>
                  </a:lnTo>
                  <a:lnTo>
                    <a:pt x="6178142" y="3116972"/>
                  </a:lnTo>
                  <a:lnTo>
                    <a:pt x="6179853" y="3052242"/>
                  </a:lnTo>
                  <a:lnTo>
                    <a:pt x="6181565" y="2874476"/>
                  </a:lnTo>
                  <a:lnTo>
                    <a:pt x="6183276" y="2786067"/>
                  </a:lnTo>
                  <a:lnTo>
                    <a:pt x="6184987" y="2764706"/>
                  </a:lnTo>
                  <a:lnTo>
                    <a:pt x="6186699" y="2769123"/>
                  </a:lnTo>
                  <a:lnTo>
                    <a:pt x="6188410" y="2733004"/>
                  </a:lnTo>
                  <a:lnTo>
                    <a:pt x="6190122" y="2691441"/>
                  </a:lnTo>
                  <a:lnTo>
                    <a:pt x="6191833" y="2770509"/>
                  </a:lnTo>
                  <a:lnTo>
                    <a:pt x="6193544" y="2857271"/>
                  </a:lnTo>
                  <a:lnTo>
                    <a:pt x="6195256" y="2840980"/>
                  </a:lnTo>
                  <a:lnTo>
                    <a:pt x="6196967" y="2761665"/>
                  </a:lnTo>
                  <a:lnTo>
                    <a:pt x="6198679" y="2771700"/>
                  </a:lnTo>
                  <a:lnTo>
                    <a:pt x="6200390" y="2812514"/>
                  </a:lnTo>
                  <a:lnTo>
                    <a:pt x="6202101" y="2765353"/>
                  </a:lnTo>
                  <a:lnTo>
                    <a:pt x="6203813" y="2649642"/>
                  </a:lnTo>
                  <a:lnTo>
                    <a:pt x="6205524" y="2620888"/>
                  </a:lnTo>
                  <a:lnTo>
                    <a:pt x="6207236" y="2663913"/>
                  </a:lnTo>
                  <a:lnTo>
                    <a:pt x="6208947" y="2670067"/>
                  </a:lnTo>
                  <a:lnTo>
                    <a:pt x="6210658" y="2661132"/>
                  </a:lnTo>
                  <a:lnTo>
                    <a:pt x="6212370" y="2727228"/>
                  </a:lnTo>
                  <a:lnTo>
                    <a:pt x="6214081" y="2858244"/>
                  </a:lnTo>
                  <a:lnTo>
                    <a:pt x="6215793" y="2914039"/>
                  </a:lnTo>
                  <a:lnTo>
                    <a:pt x="6217504" y="2898298"/>
                  </a:lnTo>
                  <a:lnTo>
                    <a:pt x="6219215" y="2903103"/>
                  </a:lnTo>
                  <a:lnTo>
                    <a:pt x="6220927" y="2991040"/>
                  </a:lnTo>
                  <a:lnTo>
                    <a:pt x="6222638" y="3029719"/>
                  </a:lnTo>
                  <a:lnTo>
                    <a:pt x="6224349" y="3047903"/>
                  </a:lnTo>
                  <a:lnTo>
                    <a:pt x="6226061" y="3090458"/>
                  </a:lnTo>
                  <a:lnTo>
                    <a:pt x="6227772" y="3113049"/>
                  </a:lnTo>
                  <a:lnTo>
                    <a:pt x="6229484" y="3116972"/>
                  </a:lnTo>
                  <a:lnTo>
                    <a:pt x="6231195" y="3039671"/>
                  </a:lnTo>
                  <a:lnTo>
                    <a:pt x="6232906" y="2922649"/>
                  </a:lnTo>
                  <a:lnTo>
                    <a:pt x="6234618" y="2854608"/>
                  </a:lnTo>
                  <a:lnTo>
                    <a:pt x="6236329" y="2766804"/>
                  </a:lnTo>
                  <a:lnTo>
                    <a:pt x="6238041" y="2804371"/>
                  </a:lnTo>
                  <a:lnTo>
                    <a:pt x="6239752" y="2840523"/>
                  </a:lnTo>
                  <a:lnTo>
                    <a:pt x="6241463" y="2863439"/>
                  </a:lnTo>
                  <a:lnTo>
                    <a:pt x="6243175" y="2933117"/>
                  </a:lnTo>
                  <a:lnTo>
                    <a:pt x="6244886" y="2999613"/>
                  </a:lnTo>
                  <a:lnTo>
                    <a:pt x="6246598" y="3014864"/>
                  </a:lnTo>
                  <a:lnTo>
                    <a:pt x="6248309" y="2957445"/>
                  </a:lnTo>
                  <a:lnTo>
                    <a:pt x="6250020" y="2940467"/>
                  </a:lnTo>
                  <a:lnTo>
                    <a:pt x="6251732" y="2984031"/>
                  </a:lnTo>
                  <a:lnTo>
                    <a:pt x="6253443" y="2999236"/>
                  </a:lnTo>
                  <a:lnTo>
                    <a:pt x="6255155" y="2955634"/>
                  </a:lnTo>
                  <a:lnTo>
                    <a:pt x="6256866" y="2910814"/>
                  </a:lnTo>
                  <a:lnTo>
                    <a:pt x="6258577" y="2905907"/>
                  </a:lnTo>
                  <a:lnTo>
                    <a:pt x="6260289" y="2963165"/>
                  </a:lnTo>
                  <a:lnTo>
                    <a:pt x="6262000" y="3024262"/>
                  </a:lnTo>
                  <a:lnTo>
                    <a:pt x="6263712" y="3069482"/>
                  </a:lnTo>
                  <a:lnTo>
                    <a:pt x="6265423" y="3096339"/>
                  </a:lnTo>
                  <a:lnTo>
                    <a:pt x="6267134" y="3116972"/>
                  </a:lnTo>
                  <a:lnTo>
                    <a:pt x="6268846" y="3116972"/>
                  </a:lnTo>
                  <a:lnTo>
                    <a:pt x="6270557" y="3116972"/>
                  </a:lnTo>
                  <a:lnTo>
                    <a:pt x="6272269" y="3116972"/>
                  </a:lnTo>
                  <a:lnTo>
                    <a:pt x="6273980" y="3011956"/>
                  </a:lnTo>
                  <a:lnTo>
                    <a:pt x="6275691" y="2915440"/>
                  </a:lnTo>
                  <a:lnTo>
                    <a:pt x="6277403" y="2854442"/>
                  </a:lnTo>
                  <a:lnTo>
                    <a:pt x="6279114" y="2782539"/>
                  </a:lnTo>
                  <a:lnTo>
                    <a:pt x="6280826" y="2754945"/>
                  </a:lnTo>
                  <a:lnTo>
                    <a:pt x="6282537" y="2770321"/>
                  </a:lnTo>
                  <a:lnTo>
                    <a:pt x="6284248" y="2802742"/>
                  </a:lnTo>
                  <a:lnTo>
                    <a:pt x="6285960" y="2896577"/>
                  </a:lnTo>
                  <a:lnTo>
                    <a:pt x="6287671" y="2995403"/>
                  </a:lnTo>
                  <a:lnTo>
                    <a:pt x="6289383" y="3110699"/>
                  </a:lnTo>
                  <a:lnTo>
                    <a:pt x="6291094" y="3090024"/>
                  </a:lnTo>
                  <a:lnTo>
                    <a:pt x="6292805" y="3070534"/>
                  </a:lnTo>
                  <a:lnTo>
                    <a:pt x="6294517" y="3116972"/>
                  </a:lnTo>
                  <a:lnTo>
                    <a:pt x="6296228" y="3116972"/>
                  </a:lnTo>
                  <a:lnTo>
                    <a:pt x="6297940" y="3116972"/>
                  </a:lnTo>
                  <a:lnTo>
                    <a:pt x="6299651" y="3116972"/>
                  </a:lnTo>
                  <a:lnTo>
                    <a:pt x="6301362" y="3116972"/>
                  </a:lnTo>
                  <a:lnTo>
                    <a:pt x="6303074" y="3116972"/>
                  </a:lnTo>
                  <a:lnTo>
                    <a:pt x="6304785" y="3116972"/>
                  </a:lnTo>
                  <a:lnTo>
                    <a:pt x="6306497" y="3116972"/>
                  </a:lnTo>
                  <a:lnTo>
                    <a:pt x="6308208" y="3116972"/>
                  </a:lnTo>
                  <a:lnTo>
                    <a:pt x="6309919" y="3116972"/>
                  </a:lnTo>
                  <a:lnTo>
                    <a:pt x="6311631" y="3116972"/>
                  </a:lnTo>
                  <a:lnTo>
                    <a:pt x="6313342" y="3116972"/>
                  </a:lnTo>
                  <a:lnTo>
                    <a:pt x="6315054" y="3116972"/>
                  </a:lnTo>
                  <a:lnTo>
                    <a:pt x="6316765" y="3116972"/>
                  </a:lnTo>
                  <a:lnTo>
                    <a:pt x="6318476" y="3116972"/>
                  </a:lnTo>
                  <a:lnTo>
                    <a:pt x="6320188" y="3116972"/>
                  </a:lnTo>
                  <a:lnTo>
                    <a:pt x="6321899" y="3116972"/>
                  </a:lnTo>
                  <a:lnTo>
                    <a:pt x="6323611" y="3042466"/>
                  </a:lnTo>
                  <a:lnTo>
                    <a:pt x="6325322" y="2924272"/>
                  </a:lnTo>
                  <a:lnTo>
                    <a:pt x="6327033" y="2828585"/>
                  </a:lnTo>
                  <a:lnTo>
                    <a:pt x="6328745" y="2748458"/>
                  </a:lnTo>
                  <a:lnTo>
                    <a:pt x="6330456" y="2711550"/>
                  </a:lnTo>
                  <a:lnTo>
                    <a:pt x="6332167" y="2726246"/>
                  </a:lnTo>
                  <a:lnTo>
                    <a:pt x="6333879" y="2836907"/>
                  </a:lnTo>
                  <a:lnTo>
                    <a:pt x="6335590" y="2975139"/>
                  </a:lnTo>
                  <a:lnTo>
                    <a:pt x="6337302" y="3116972"/>
                  </a:lnTo>
                  <a:lnTo>
                    <a:pt x="6339013" y="3116972"/>
                  </a:lnTo>
                  <a:lnTo>
                    <a:pt x="6340724" y="3116972"/>
                  </a:lnTo>
                  <a:lnTo>
                    <a:pt x="6342436" y="3116972"/>
                  </a:lnTo>
                  <a:lnTo>
                    <a:pt x="6344147" y="3116972"/>
                  </a:lnTo>
                  <a:lnTo>
                    <a:pt x="6345859" y="3116972"/>
                  </a:lnTo>
                  <a:lnTo>
                    <a:pt x="6347570" y="3025960"/>
                  </a:lnTo>
                  <a:lnTo>
                    <a:pt x="6349281" y="2972797"/>
                  </a:lnTo>
                  <a:lnTo>
                    <a:pt x="6350993" y="3046989"/>
                  </a:lnTo>
                  <a:lnTo>
                    <a:pt x="6352704" y="3106480"/>
                  </a:lnTo>
                  <a:lnTo>
                    <a:pt x="6354416" y="3116972"/>
                  </a:lnTo>
                  <a:lnTo>
                    <a:pt x="6356127" y="3116972"/>
                  </a:lnTo>
                  <a:lnTo>
                    <a:pt x="6357838" y="3116972"/>
                  </a:lnTo>
                  <a:lnTo>
                    <a:pt x="6359550" y="3116972"/>
                  </a:lnTo>
                  <a:lnTo>
                    <a:pt x="6361261" y="3116972"/>
                  </a:lnTo>
                  <a:lnTo>
                    <a:pt x="6362973" y="3087954"/>
                  </a:lnTo>
                  <a:lnTo>
                    <a:pt x="6364684" y="3058242"/>
                  </a:lnTo>
                  <a:lnTo>
                    <a:pt x="6366395" y="3064320"/>
                  </a:lnTo>
                  <a:lnTo>
                    <a:pt x="6368107" y="3116972"/>
                  </a:lnTo>
                  <a:lnTo>
                    <a:pt x="6369818" y="3116972"/>
                  </a:lnTo>
                  <a:lnTo>
                    <a:pt x="6371530" y="3116972"/>
                  </a:lnTo>
                  <a:lnTo>
                    <a:pt x="6373241" y="3116972"/>
                  </a:lnTo>
                  <a:lnTo>
                    <a:pt x="6374952" y="3116972"/>
                  </a:lnTo>
                  <a:lnTo>
                    <a:pt x="6376664" y="3116972"/>
                  </a:lnTo>
                  <a:lnTo>
                    <a:pt x="6378375" y="3116972"/>
                  </a:lnTo>
                  <a:lnTo>
                    <a:pt x="6380087" y="3116972"/>
                  </a:lnTo>
                  <a:lnTo>
                    <a:pt x="6381798" y="3116972"/>
                  </a:lnTo>
                  <a:lnTo>
                    <a:pt x="6383509" y="3048671"/>
                  </a:lnTo>
                  <a:lnTo>
                    <a:pt x="6385221" y="2990319"/>
                  </a:lnTo>
                  <a:lnTo>
                    <a:pt x="6386932" y="2966084"/>
                  </a:lnTo>
                  <a:lnTo>
                    <a:pt x="6388644" y="2966084"/>
                  </a:lnTo>
                  <a:lnTo>
                    <a:pt x="6390355" y="2966084"/>
                  </a:lnTo>
                  <a:lnTo>
                    <a:pt x="6392066" y="2958096"/>
                  </a:lnTo>
                  <a:lnTo>
                    <a:pt x="6393778" y="2966503"/>
                  </a:lnTo>
                  <a:lnTo>
                    <a:pt x="6395489" y="2964611"/>
                  </a:lnTo>
                  <a:lnTo>
                    <a:pt x="6397201" y="2924891"/>
                  </a:lnTo>
                  <a:lnTo>
                    <a:pt x="6398912" y="2942445"/>
                  </a:lnTo>
                  <a:lnTo>
                    <a:pt x="6400623" y="3024245"/>
                  </a:lnTo>
                  <a:lnTo>
                    <a:pt x="6402335" y="3083477"/>
                  </a:lnTo>
                  <a:lnTo>
                    <a:pt x="6404046" y="3092147"/>
                  </a:lnTo>
                  <a:lnTo>
                    <a:pt x="6405758" y="3116972"/>
                  </a:lnTo>
                  <a:lnTo>
                    <a:pt x="6407469" y="3116972"/>
                  </a:lnTo>
                  <a:lnTo>
                    <a:pt x="6409180" y="3116972"/>
                  </a:lnTo>
                  <a:lnTo>
                    <a:pt x="6410892" y="3116972"/>
                  </a:lnTo>
                  <a:lnTo>
                    <a:pt x="6412603" y="3116972"/>
                  </a:lnTo>
                  <a:lnTo>
                    <a:pt x="6414315" y="3116972"/>
                  </a:lnTo>
                  <a:lnTo>
                    <a:pt x="6416026" y="3116673"/>
                  </a:lnTo>
                  <a:lnTo>
                    <a:pt x="6417737" y="3007598"/>
                  </a:lnTo>
                  <a:lnTo>
                    <a:pt x="6419449" y="2985084"/>
                  </a:lnTo>
                  <a:lnTo>
                    <a:pt x="6421160" y="2902668"/>
                  </a:lnTo>
                  <a:lnTo>
                    <a:pt x="6422872" y="2780909"/>
                  </a:lnTo>
                  <a:lnTo>
                    <a:pt x="6424583" y="2754565"/>
                  </a:lnTo>
                  <a:lnTo>
                    <a:pt x="6426294" y="2817130"/>
                  </a:lnTo>
                  <a:lnTo>
                    <a:pt x="6428006" y="2839550"/>
                  </a:lnTo>
                  <a:lnTo>
                    <a:pt x="6429717" y="2849187"/>
                  </a:lnTo>
                  <a:lnTo>
                    <a:pt x="6431428" y="2900297"/>
                  </a:lnTo>
                  <a:lnTo>
                    <a:pt x="6433140" y="3007367"/>
                  </a:lnTo>
                  <a:lnTo>
                    <a:pt x="6434851" y="3036676"/>
                  </a:lnTo>
                  <a:lnTo>
                    <a:pt x="6436563" y="3088975"/>
                  </a:lnTo>
                  <a:lnTo>
                    <a:pt x="6438274" y="3116972"/>
                  </a:lnTo>
                  <a:lnTo>
                    <a:pt x="6439985" y="3116972"/>
                  </a:lnTo>
                  <a:lnTo>
                    <a:pt x="6441697" y="3116972"/>
                  </a:lnTo>
                  <a:lnTo>
                    <a:pt x="6443408" y="3116972"/>
                  </a:lnTo>
                  <a:lnTo>
                    <a:pt x="6445120" y="3116972"/>
                  </a:lnTo>
                  <a:lnTo>
                    <a:pt x="6446831" y="3116972"/>
                  </a:lnTo>
                  <a:lnTo>
                    <a:pt x="6448542" y="3116972"/>
                  </a:lnTo>
                  <a:lnTo>
                    <a:pt x="6450254" y="3116972"/>
                  </a:lnTo>
                  <a:lnTo>
                    <a:pt x="6451965" y="3116972"/>
                  </a:lnTo>
                  <a:lnTo>
                    <a:pt x="6453677" y="3116972"/>
                  </a:lnTo>
                  <a:lnTo>
                    <a:pt x="6455388" y="3116972"/>
                  </a:lnTo>
                  <a:lnTo>
                    <a:pt x="6457099" y="3116972"/>
                  </a:lnTo>
                  <a:lnTo>
                    <a:pt x="6458811" y="3116972"/>
                  </a:lnTo>
                  <a:lnTo>
                    <a:pt x="6460522" y="3116972"/>
                  </a:lnTo>
                  <a:lnTo>
                    <a:pt x="6462234" y="3108019"/>
                  </a:lnTo>
                  <a:lnTo>
                    <a:pt x="6463945" y="3047007"/>
                  </a:lnTo>
                  <a:lnTo>
                    <a:pt x="6465656" y="3044269"/>
                  </a:lnTo>
                  <a:lnTo>
                    <a:pt x="6467368" y="3057621"/>
                  </a:lnTo>
                  <a:lnTo>
                    <a:pt x="6469079" y="3058242"/>
                  </a:lnTo>
                  <a:lnTo>
                    <a:pt x="6470791" y="3058242"/>
                  </a:lnTo>
                  <a:lnTo>
                    <a:pt x="6472502" y="3058242"/>
                  </a:lnTo>
                  <a:lnTo>
                    <a:pt x="6474213" y="3058242"/>
                  </a:lnTo>
                  <a:lnTo>
                    <a:pt x="6475925" y="3058242"/>
                  </a:lnTo>
                  <a:lnTo>
                    <a:pt x="6477636" y="3058242"/>
                  </a:lnTo>
                  <a:lnTo>
                    <a:pt x="6479348" y="3058242"/>
                  </a:lnTo>
                  <a:lnTo>
                    <a:pt x="6481059" y="3058242"/>
                  </a:lnTo>
                  <a:lnTo>
                    <a:pt x="6482770" y="3030294"/>
                  </a:lnTo>
                  <a:lnTo>
                    <a:pt x="6484482" y="2965561"/>
                  </a:lnTo>
                  <a:lnTo>
                    <a:pt x="6486193" y="2888954"/>
                  </a:lnTo>
                  <a:lnTo>
                    <a:pt x="6487905" y="2744446"/>
                  </a:lnTo>
                  <a:lnTo>
                    <a:pt x="6489616" y="2623973"/>
                  </a:lnTo>
                  <a:lnTo>
                    <a:pt x="6491327" y="2542836"/>
                  </a:lnTo>
                  <a:lnTo>
                    <a:pt x="6493039" y="2565389"/>
                  </a:lnTo>
                  <a:lnTo>
                    <a:pt x="6494750" y="2630124"/>
                  </a:lnTo>
                  <a:lnTo>
                    <a:pt x="6496462" y="2709731"/>
                  </a:lnTo>
                  <a:lnTo>
                    <a:pt x="6498173" y="2877865"/>
                  </a:lnTo>
                  <a:lnTo>
                    <a:pt x="6499884" y="2931125"/>
                  </a:lnTo>
                  <a:lnTo>
                    <a:pt x="6501596" y="2978257"/>
                  </a:lnTo>
                  <a:lnTo>
                    <a:pt x="6503307" y="2953561"/>
                  </a:lnTo>
                  <a:lnTo>
                    <a:pt x="6505019" y="2894539"/>
                  </a:lnTo>
                  <a:lnTo>
                    <a:pt x="6506730" y="2878084"/>
                  </a:lnTo>
                  <a:lnTo>
                    <a:pt x="6508441" y="2733997"/>
                  </a:lnTo>
                  <a:lnTo>
                    <a:pt x="6510153" y="2733111"/>
                  </a:lnTo>
                  <a:lnTo>
                    <a:pt x="6511864" y="2702293"/>
                  </a:lnTo>
                  <a:lnTo>
                    <a:pt x="6513576" y="2655675"/>
                  </a:lnTo>
                  <a:lnTo>
                    <a:pt x="6515287" y="2745341"/>
                  </a:lnTo>
                  <a:lnTo>
                    <a:pt x="6516998" y="2789032"/>
                  </a:lnTo>
                  <a:lnTo>
                    <a:pt x="6518710" y="2944795"/>
                  </a:lnTo>
                  <a:lnTo>
                    <a:pt x="6520421" y="3033060"/>
                  </a:lnTo>
                  <a:lnTo>
                    <a:pt x="6522133" y="3097882"/>
                  </a:lnTo>
                  <a:lnTo>
                    <a:pt x="6523844" y="3077378"/>
                  </a:lnTo>
                  <a:lnTo>
                    <a:pt x="6525555" y="2890455"/>
                  </a:lnTo>
                  <a:lnTo>
                    <a:pt x="6527267" y="2813715"/>
                  </a:lnTo>
                  <a:lnTo>
                    <a:pt x="6528978" y="2787876"/>
                  </a:lnTo>
                  <a:lnTo>
                    <a:pt x="6530690" y="2721919"/>
                  </a:lnTo>
                  <a:lnTo>
                    <a:pt x="6532401" y="2710732"/>
                  </a:lnTo>
                  <a:lnTo>
                    <a:pt x="6534112" y="2743468"/>
                  </a:lnTo>
                  <a:lnTo>
                    <a:pt x="6535824" y="2853498"/>
                  </a:lnTo>
                  <a:lnTo>
                    <a:pt x="6537535" y="2906514"/>
                  </a:lnTo>
                  <a:lnTo>
                    <a:pt x="6539246" y="2910418"/>
                  </a:lnTo>
                  <a:lnTo>
                    <a:pt x="6540958" y="3066670"/>
                  </a:lnTo>
                  <a:lnTo>
                    <a:pt x="6542669" y="3116972"/>
                  </a:lnTo>
                  <a:lnTo>
                    <a:pt x="6544381" y="3116972"/>
                  </a:lnTo>
                  <a:lnTo>
                    <a:pt x="6546092" y="3116972"/>
                  </a:lnTo>
                  <a:lnTo>
                    <a:pt x="6547803" y="3116972"/>
                  </a:lnTo>
                  <a:lnTo>
                    <a:pt x="6549515" y="3116972"/>
                  </a:lnTo>
                  <a:lnTo>
                    <a:pt x="6551226" y="3097031"/>
                  </a:lnTo>
                  <a:lnTo>
                    <a:pt x="6552938" y="2898055"/>
                  </a:lnTo>
                  <a:lnTo>
                    <a:pt x="6554649" y="2916414"/>
                  </a:lnTo>
                  <a:lnTo>
                    <a:pt x="6556360" y="2890522"/>
                  </a:lnTo>
                  <a:lnTo>
                    <a:pt x="6558072" y="2815584"/>
                  </a:lnTo>
                  <a:lnTo>
                    <a:pt x="6559783" y="2831187"/>
                  </a:lnTo>
                  <a:lnTo>
                    <a:pt x="6561495" y="2883985"/>
                  </a:lnTo>
                  <a:lnTo>
                    <a:pt x="6563206" y="2962139"/>
                  </a:lnTo>
                  <a:lnTo>
                    <a:pt x="6564917" y="2941662"/>
                  </a:lnTo>
                  <a:lnTo>
                    <a:pt x="6566629" y="2969507"/>
                  </a:lnTo>
                  <a:lnTo>
                    <a:pt x="6568340" y="2987207"/>
                  </a:lnTo>
                  <a:lnTo>
                    <a:pt x="6570052" y="2948544"/>
                  </a:lnTo>
                  <a:lnTo>
                    <a:pt x="6571763" y="2912950"/>
                  </a:lnTo>
                  <a:lnTo>
                    <a:pt x="6573474" y="2827092"/>
                  </a:lnTo>
                  <a:lnTo>
                    <a:pt x="6575186" y="2708512"/>
                  </a:lnTo>
                  <a:lnTo>
                    <a:pt x="6576897" y="2597960"/>
                  </a:lnTo>
                  <a:lnTo>
                    <a:pt x="6578609" y="2464623"/>
                  </a:lnTo>
                  <a:lnTo>
                    <a:pt x="6580320" y="2391395"/>
                  </a:lnTo>
                  <a:lnTo>
                    <a:pt x="6582031" y="2312685"/>
                  </a:lnTo>
                  <a:lnTo>
                    <a:pt x="6583743" y="2311532"/>
                  </a:lnTo>
                  <a:lnTo>
                    <a:pt x="6585454" y="2274625"/>
                  </a:lnTo>
                  <a:lnTo>
                    <a:pt x="6587166" y="2209185"/>
                  </a:lnTo>
                  <a:lnTo>
                    <a:pt x="6588877" y="2143142"/>
                  </a:lnTo>
                  <a:lnTo>
                    <a:pt x="6590588" y="2111816"/>
                  </a:lnTo>
                  <a:lnTo>
                    <a:pt x="6592300" y="2222163"/>
                  </a:lnTo>
                  <a:lnTo>
                    <a:pt x="6594011" y="2374407"/>
                  </a:lnTo>
                  <a:lnTo>
                    <a:pt x="6595723" y="2524491"/>
                  </a:lnTo>
                  <a:lnTo>
                    <a:pt x="6597434" y="2583174"/>
                  </a:lnTo>
                  <a:lnTo>
                    <a:pt x="6599145" y="2659884"/>
                  </a:lnTo>
                  <a:lnTo>
                    <a:pt x="6600857" y="2695331"/>
                  </a:lnTo>
                  <a:lnTo>
                    <a:pt x="6602568" y="2675575"/>
                  </a:lnTo>
                  <a:lnTo>
                    <a:pt x="6604280" y="2546270"/>
                  </a:lnTo>
                  <a:lnTo>
                    <a:pt x="6605991" y="2580670"/>
                  </a:lnTo>
                  <a:lnTo>
                    <a:pt x="6607702" y="2705308"/>
                  </a:lnTo>
                  <a:lnTo>
                    <a:pt x="6609414" y="2752986"/>
                  </a:lnTo>
                  <a:lnTo>
                    <a:pt x="6611125" y="2814547"/>
                  </a:lnTo>
                  <a:lnTo>
                    <a:pt x="6612837" y="2871633"/>
                  </a:lnTo>
                  <a:lnTo>
                    <a:pt x="6614548" y="2994683"/>
                  </a:lnTo>
                  <a:lnTo>
                    <a:pt x="6616259" y="3031877"/>
                  </a:lnTo>
                  <a:lnTo>
                    <a:pt x="6617971" y="3074684"/>
                  </a:lnTo>
                  <a:lnTo>
                    <a:pt x="6619682" y="3095880"/>
                  </a:lnTo>
                  <a:lnTo>
                    <a:pt x="6621394" y="3116972"/>
                  </a:lnTo>
                  <a:lnTo>
                    <a:pt x="6623105" y="3116972"/>
                  </a:lnTo>
                  <a:lnTo>
                    <a:pt x="6624816" y="3094485"/>
                  </a:lnTo>
                  <a:lnTo>
                    <a:pt x="6626528" y="3052900"/>
                  </a:lnTo>
                  <a:lnTo>
                    <a:pt x="6628239" y="2946331"/>
                  </a:lnTo>
                  <a:lnTo>
                    <a:pt x="6629951" y="2986163"/>
                  </a:lnTo>
                  <a:lnTo>
                    <a:pt x="6631662" y="2952512"/>
                  </a:lnTo>
                  <a:lnTo>
                    <a:pt x="6633373" y="2889817"/>
                  </a:lnTo>
                  <a:lnTo>
                    <a:pt x="6635085" y="2898225"/>
                  </a:lnTo>
                  <a:lnTo>
                    <a:pt x="6636796" y="2852786"/>
                  </a:lnTo>
                  <a:lnTo>
                    <a:pt x="6638508" y="2824737"/>
                  </a:lnTo>
                  <a:lnTo>
                    <a:pt x="6640219" y="2770707"/>
                  </a:lnTo>
                  <a:lnTo>
                    <a:pt x="6641930" y="2787893"/>
                  </a:lnTo>
                  <a:lnTo>
                    <a:pt x="6643642" y="2862593"/>
                  </a:lnTo>
                  <a:lnTo>
                    <a:pt x="6645353" y="2918694"/>
                  </a:lnTo>
                  <a:lnTo>
                    <a:pt x="6647064" y="2962662"/>
                  </a:lnTo>
                  <a:lnTo>
                    <a:pt x="6648776" y="2982657"/>
                  </a:lnTo>
                  <a:lnTo>
                    <a:pt x="6650487" y="2998826"/>
                  </a:lnTo>
                  <a:lnTo>
                    <a:pt x="6652199" y="2960001"/>
                  </a:lnTo>
                  <a:lnTo>
                    <a:pt x="6653910" y="2864478"/>
                  </a:lnTo>
                  <a:lnTo>
                    <a:pt x="6655621" y="2754759"/>
                  </a:lnTo>
                  <a:lnTo>
                    <a:pt x="6657333" y="2674432"/>
                  </a:lnTo>
                  <a:lnTo>
                    <a:pt x="6659044" y="2619472"/>
                  </a:lnTo>
                  <a:lnTo>
                    <a:pt x="6660756" y="2569685"/>
                  </a:lnTo>
                  <a:lnTo>
                    <a:pt x="6662467" y="2610925"/>
                  </a:lnTo>
                  <a:lnTo>
                    <a:pt x="6664178" y="2703848"/>
                  </a:lnTo>
                  <a:lnTo>
                    <a:pt x="6665890" y="2763968"/>
                  </a:lnTo>
                  <a:lnTo>
                    <a:pt x="6667601" y="2736546"/>
                  </a:lnTo>
                  <a:lnTo>
                    <a:pt x="6669313" y="2729206"/>
                  </a:lnTo>
                  <a:lnTo>
                    <a:pt x="6671024" y="2743580"/>
                  </a:lnTo>
                  <a:lnTo>
                    <a:pt x="6672735" y="2749528"/>
                  </a:lnTo>
                  <a:lnTo>
                    <a:pt x="6674447" y="2614964"/>
                  </a:lnTo>
                  <a:lnTo>
                    <a:pt x="6676158" y="2502923"/>
                  </a:lnTo>
                  <a:lnTo>
                    <a:pt x="6677870" y="2580012"/>
                  </a:lnTo>
                  <a:lnTo>
                    <a:pt x="6679581" y="2646210"/>
                  </a:lnTo>
                  <a:lnTo>
                    <a:pt x="6681292" y="2625018"/>
                  </a:lnTo>
                  <a:lnTo>
                    <a:pt x="6683004" y="2577720"/>
                  </a:lnTo>
                  <a:lnTo>
                    <a:pt x="6684715" y="2672973"/>
                  </a:lnTo>
                  <a:lnTo>
                    <a:pt x="6686427" y="2764243"/>
                  </a:lnTo>
                  <a:lnTo>
                    <a:pt x="6688138" y="2731444"/>
                  </a:lnTo>
                  <a:lnTo>
                    <a:pt x="6689849" y="2692350"/>
                  </a:lnTo>
                  <a:lnTo>
                    <a:pt x="6691561" y="2683962"/>
                  </a:lnTo>
                  <a:lnTo>
                    <a:pt x="6693272" y="2693495"/>
                  </a:lnTo>
                  <a:lnTo>
                    <a:pt x="6694984" y="2686660"/>
                  </a:lnTo>
                  <a:lnTo>
                    <a:pt x="6696695" y="2701944"/>
                  </a:lnTo>
                  <a:lnTo>
                    <a:pt x="6698406" y="2751922"/>
                  </a:lnTo>
                  <a:lnTo>
                    <a:pt x="6700118" y="2796320"/>
                  </a:lnTo>
                  <a:lnTo>
                    <a:pt x="6701829" y="2920893"/>
                  </a:lnTo>
                  <a:lnTo>
                    <a:pt x="6703541" y="2993210"/>
                  </a:lnTo>
                  <a:lnTo>
                    <a:pt x="6705252" y="3039357"/>
                  </a:lnTo>
                  <a:lnTo>
                    <a:pt x="6706963" y="3042786"/>
                  </a:lnTo>
                  <a:lnTo>
                    <a:pt x="6708675" y="2954431"/>
                  </a:lnTo>
                  <a:lnTo>
                    <a:pt x="6710386" y="2898363"/>
                  </a:lnTo>
                  <a:lnTo>
                    <a:pt x="6712098" y="2886752"/>
                  </a:lnTo>
                  <a:lnTo>
                    <a:pt x="6713809" y="2875205"/>
                  </a:lnTo>
                  <a:lnTo>
                    <a:pt x="6715520" y="2768808"/>
                  </a:lnTo>
                  <a:lnTo>
                    <a:pt x="6717232" y="2502237"/>
                  </a:lnTo>
                  <a:lnTo>
                    <a:pt x="6718943" y="2448411"/>
                  </a:lnTo>
                  <a:lnTo>
                    <a:pt x="6720655" y="2496594"/>
                  </a:lnTo>
                  <a:lnTo>
                    <a:pt x="6722366" y="2483480"/>
                  </a:lnTo>
                  <a:lnTo>
                    <a:pt x="6724077" y="2445556"/>
                  </a:lnTo>
                  <a:lnTo>
                    <a:pt x="6725789" y="2467607"/>
                  </a:lnTo>
                  <a:lnTo>
                    <a:pt x="6727500" y="2719814"/>
                  </a:lnTo>
                  <a:lnTo>
                    <a:pt x="6729212" y="2889145"/>
                  </a:lnTo>
                  <a:lnTo>
                    <a:pt x="6730923" y="2941756"/>
                  </a:lnTo>
                  <a:lnTo>
                    <a:pt x="6732634" y="2955044"/>
                  </a:lnTo>
                  <a:lnTo>
                    <a:pt x="6734346" y="3021095"/>
                  </a:lnTo>
                  <a:lnTo>
                    <a:pt x="6736057" y="3116972"/>
                  </a:lnTo>
                  <a:lnTo>
                    <a:pt x="6737769" y="3116972"/>
                  </a:lnTo>
                  <a:lnTo>
                    <a:pt x="6739480" y="3075173"/>
                  </a:lnTo>
                  <a:lnTo>
                    <a:pt x="6741191" y="3025353"/>
                  </a:lnTo>
                  <a:lnTo>
                    <a:pt x="6742903" y="3025354"/>
                  </a:lnTo>
                  <a:lnTo>
                    <a:pt x="6744614" y="2992078"/>
                  </a:lnTo>
                  <a:lnTo>
                    <a:pt x="6746325" y="2951618"/>
                  </a:lnTo>
                  <a:lnTo>
                    <a:pt x="6748037" y="2982057"/>
                  </a:lnTo>
                  <a:lnTo>
                    <a:pt x="6749748" y="3042436"/>
                  </a:lnTo>
                  <a:lnTo>
                    <a:pt x="6751460" y="3065233"/>
                  </a:lnTo>
                  <a:lnTo>
                    <a:pt x="6753171" y="3046851"/>
                  </a:lnTo>
                  <a:lnTo>
                    <a:pt x="6754882" y="3002649"/>
                  </a:lnTo>
                  <a:lnTo>
                    <a:pt x="6756594" y="2951979"/>
                  </a:lnTo>
                  <a:lnTo>
                    <a:pt x="6758305" y="2863890"/>
                  </a:lnTo>
                  <a:lnTo>
                    <a:pt x="6760017" y="2853029"/>
                  </a:lnTo>
                  <a:lnTo>
                    <a:pt x="6761728" y="2778316"/>
                  </a:lnTo>
                  <a:lnTo>
                    <a:pt x="6763439" y="2702839"/>
                  </a:lnTo>
                  <a:lnTo>
                    <a:pt x="6765151" y="2726971"/>
                  </a:lnTo>
                  <a:lnTo>
                    <a:pt x="6766862" y="2800947"/>
                  </a:lnTo>
                  <a:lnTo>
                    <a:pt x="6768574" y="2829849"/>
                  </a:lnTo>
                  <a:lnTo>
                    <a:pt x="6770285" y="2720691"/>
                  </a:lnTo>
                  <a:lnTo>
                    <a:pt x="6771996" y="2675488"/>
                  </a:lnTo>
                  <a:lnTo>
                    <a:pt x="6773708" y="2671364"/>
                  </a:lnTo>
                  <a:lnTo>
                    <a:pt x="6775419" y="2703213"/>
                  </a:lnTo>
                  <a:lnTo>
                    <a:pt x="6777131" y="2684476"/>
                  </a:lnTo>
                  <a:lnTo>
                    <a:pt x="6778842" y="2715412"/>
                  </a:lnTo>
                  <a:lnTo>
                    <a:pt x="6780553" y="2789926"/>
                  </a:lnTo>
                  <a:lnTo>
                    <a:pt x="6782265" y="2818335"/>
                  </a:lnTo>
                  <a:lnTo>
                    <a:pt x="6783976" y="2868136"/>
                  </a:lnTo>
                  <a:lnTo>
                    <a:pt x="6785688" y="2867021"/>
                  </a:lnTo>
                  <a:lnTo>
                    <a:pt x="6787399" y="2762600"/>
                  </a:lnTo>
                  <a:lnTo>
                    <a:pt x="6789110" y="2665452"/>
                  </a:lnTo>
                  <a:lnTo>
                    <a:pt x="6790822" y="2558980"/>
                  </a:lnTo>
                  <a:lnTo>
                    <a:pt x="6792533" y="2490385"/>
                  </a:lnTo>
                  <a:lnTo>
                    <a:pt x="6794245" y="2445312"/>
                  </a:lnTo>
                  <a:lnTo>
                    <a:pt x="6795956" y="2448717"/>
                  </a:lnTo>
                  <a:lnTo>
                    <a:pt x="6797667" y="2553138"/>
                  </a:lnTo>
                  <a:lnTo>
                    <a:pt x="6799379" y="2662748"/>
                  </a:lnTo>
                  <a:lnTo>
                    <a:pt x="6801090" y="2813789"/>
                  </a:lnTo>
                  <a:lnTo>
                    <a:pt x="6802802" y="2955527"/>
                  </a:lnTo>
                  <a:lnTo>
                    <a:pt x="6804513" y="3005704"/>
                  </a:lnTo>
                  <a:lnTo>
                    <a:pt x="6806224" y="2924825"/>
                  </a:lnTo>
                  <a:lnTo>
                    <a:pt x="6807936" y="2854164"/>
                  </a:lnTo>
                  <a:lnTo>
                    <a:pt x="6809647" y="2772539"/>
                  </a:lnTo>
                  <a:lnTo>
                    <a:pt x="6811359" y="2764512"/>
                  </a:lnTo>
                  <a:lnTo>
                    <a:pt x="6813070" y="2782873"/>
                  </a:lnTo>
                  <a:lnTo>
                    <a:pt x="6814781" y="2825951"/>
                  </a:lnTo>
                  <a:lnTo>
                    <a:pt x="6816493" y="2811894"/>
                  </a:lnTo>
                  <a:lnTo>
                    <a:pt x="6818204" y="2750283"/>
                  </a:lnTo>
                  <a:lnTo>
                    <a:pt x="6819916" y="2732417"/>
                  </a:lnTo>
                  <a:lnTo>
                    <a:pt x="6821627" y="2622613"/>
                  </a:lnTo>
                  <a:lnTo>
                    <a:pt x="6823338" y="2475368"/>
                  </a:lnTo>
                  <a:lnTo>
                    <a:pt x="6825050" y="2370717"/>
                  </a:lnTo>
                  <a:lnTo>
                    <a:pt x="6826761" y="2400861"/>
                  </a:lnTo>
                  <a:lnTo>
                    <a:pt x="6828473" y="2447429"/>
                  </a:lnTo>
                  <a:lnTo>
                    <a:pt x="6830184" y="2485869"/>
                  </a:lnTo>
                  <a:lnTo>
                    <a:pt x="6831895" y="2597092"/>
                  </a:lnTo>
                  <a:lnTo>
                    <a:pt x="6833607" y="2686540"/>
                  </a:lnTo>
                  <a:lnTo>
                    <a:pt x="6835318" y="2689282"/>
                  </a:lnTo>
                  <a:lnTo>
                    <a:pt x="6837030" y="2685769"/>
                  </a:lnTo>
                  <a:lnTo>
                    <a:pt x="6838741" y="2750380"/>
                  </a:lnTo>
                  <a:lnTo>
                    <a:pt x="6840452" y="2804948"/>
                  </a:lnTo>
                  <a:lnTo>
                    <a:pt x="6842164" y="2779776"/>
                  </a:lnTo>
                  <a:lnTo>
                    <a:pt x="6843875" y="2830566"/>
                  </a:lnTo>
                  <a:lnTo>
                    <a:pt x="6845587" y="2898955"/>
                  </a:lnTo>
                  <a:lnTo>
                    <a:pt x="6847298" y="2890519"/>
                  </a:lnTo>
                  <a:lnTo>
                    <a:pt x="6849009" y="2878003"/>
                  </a:lnTo>
                  <a:lnTo>
                    <a:pt x="6850721" y="2924137"/>
                  </a:lnTo>
                  <a:lnTo>
                    <a:pt x="6852432" y="2953634"/>
                  </a:lnTo>
                  <a:lnTo>
                    <a:pt x="6854143" y="2910307"/>
                  </a:lnTo>
                  <a:lnTo>
                    <a:pt x="6855855" y="2943827"/>
                  </a:lnTo>
                  <a:lnTo>
                    <a:pt x="6857566" y="3050543"/>
                  </a:lnTo>
                  <a:lnTo>
                    <a:pt x="6859278" y="3072896"/>
                  </a:lnTo>
                  <a:lnTo>
                    <a:pt x="6860989" y="2856920"/>
                  </a:lnTo>
                  <a:lnTo>
                    <a:pt x="6862700" y="2691845"/>
                  </a:lnTo>
                  <a:lnTo>
                    <a:pt x="6864412" y="2692356"/>
                  </a:lnTo>
                  <a:lnTo>
                    <a:pt x="6866123" y="2666858"/>
                  </a:lnTo>
                  <a:lnTo>
                    <a:pt x="6867835" y="2535369"/>
                  </a:lnTo>
                  <a:lnTo>
                    <a:pt x="6869546" y="2435571"/>
                  </a:lnTo>
                  <a:lnTo>
                    <a:pt x="6871257" y="2434444"/>
                  </a:lnTo>
                  <a:lnTo>
                    <a:pt x="6872969" y="2477222"/>
                  </a:lnTo>
                  <a:lnTo>
                    <a:pt x="6874680" y="2442948"/>
                  </a:lnTo>
                  <a:lnTo>
                    <a:pt x="6876392" y="2362548"/>
                  </a:lnTo>
                  <a:lnTo>
                    <a:pt x="6878103" y="2328015"/>
                  </a:lnTo>
                  <a:lnTo>
                    <a:pt x="6879814" y="2329702"/>
                  </a:lnTo>
                  <a:lnTo>
                    <a:pt x="6881526" y="2362456"/>
                  </a:lnTo>
                  <a:lnTo>
                    <a:pt x="6883237" y="2442735"/>
                  </a:lnTo>
                  <a:lnTo>
                    <a:pt x="6884949" y="2569663"/>
                  </a:lnTo>
                  <a:lnTo>
                    <a:pt x="6886660" y="2657137"/>
                  </a:lnTo>
                  <a:lnTo>
                    <a:pt x="6888371" y="2800822"/>
                  </a:lnTo>
                  <a:lnTo>
                    <a:pt x="6890083" y="2882587"/>
                  </a:lnTo>
                  <a:lnTo>
                    <a:pt x="6891794" y="2911922"/>
                  </a:lnTo>
                  <a:lnTo>
                    <a:pt x="6893506" y="2838020"/>
                  </a:lnTo>
                  <a:lnTo>
                    <a:pt x="6895217" y="2725998"/>
                  </a:lnTo>
                  <a:lnTo>
                    <a:pt x="6896928" y="2655564"/>
                  </a:lnTo>
                  <a:lnTo>
                    <a:pt x="6898640" y="2529255"/>
                  </a:lnTo>
                  <a:lnTo>
                    <a:pt x="6900351" y="2506052"/>
                  </a:lnTo>
                  <a:lnTo>
                    <a:pt x="6902063" y="2655833"/>
                  </a:lnTo>
                  <a:lnTo>
                    <a:pt x="6903774" y="2703134"/>
                  </a:lnTo>
                  <a:lnTo>
                    <a:pt x="6905485" y="2602137"/>
                  </a:lnTo>
                  <a:lnTo>
                    <a:pt x="6907197" y="2526157"/>
                  </a:lnTo>
                  <a:lnTo>
                    <a:pt x="6908908" y="2558365"/>
                  </a:lnTo>
                  <a:lnTo>
                    <a:pt x="6910620" y="2540059"/>
                  </a:lnTo>
                  <a:lnTo>
                    <a:pt x="6912331" y="2429230"/>
                  </a:lnTo>
                  <a:lnTo>
                    <a:pt x="6914042" y="2431584"/>
                  </a:lnTo>
                  <a:lnTo>
                    <a:pt x="6915754" y="2577447"/>
                  </a:lnTo>
                  <a:lnTo>
                    <a:pt x="6917465" y="2742288"/>
                  </a:lnTo>
                  <a:lnTo>
                    <a:pt x="6919177" y="2829539"/>
                  </a:lnTo>
                  <a:lnTo>
                    <a:pt x="6920888" y="2842285"/>
                  </a:lnTo>
                  <a:lnTo>
                    <a:pt x="6922599" y="2872788"/>
                  </a:lnTo>
                  <a:lnTo>
                    <a:pt x="6924311" y="2942266"/>
                  </a:lnTo>
                  <a:lnTo>
                    <a:pt x="6926022" y="2975778"/>
                  </a:lnTo>
                  <a:lnTo>
                    <a:pt x="6927734" y="3011672"/>
                  </a:lnTo>
                  <a:lnTo>
                    <a:pt x="6929445" y="3029874"/>
                  </a:lnTo>
                  <a:lnTo>
                    <a:pt x="6931156" y="3085547"/>
                  </a:lnTo>
                  <a:lnTo>
                    <a:pt x="6932868" y="3081568"/>
                  </a:lnTo>
                  <a:lnTo>
                    <a:pt x="6934579" y="3035735"/>
                  </a:lnTo>
                  <a:lnTo>
                    <a:pt x="6936291" y="2990574"/>
                  </a:lnTo>
                  <a:lnTo>
                    <a:pt x="6938002" y="2885292"/>
                  </a:lnTo>
                  <a:lnTo>
                    <a:pt x="6939713" y="2801752"/>
                  </a:lnTo>
                  <a:lnTo>
                    <a:pt x="6941425" y="2715571"/>
                  </a:lnTo>
                  <a:lnTo>
                    <a:pt x="6943136" y="2684121"/>
                  </a:lnTo>
                  <a:lnTo>
                    <a:pt x="6944848" y="2620144"/>
                  </a:lnTo>
                  <a:lnTo>
                    <a:pt x="6946559" y="2501525"/>
                  </a:lnTo>
                  <a:lnTo>
                    <a:pt x="6948270" y="2482316"/>
                  </a:lnTo>
                  <a:lnTo>
                    <a:pt x="6949982" y="2553830"/>
                  </a:lnTo>
                  <a:lnTo>
                    <a:pt x="6951693" y="2626590"/>
                  </a:lnTo>
                  <a:lnTo>
                    <a:pt x="6953405" y="2665355"/>
                  </a:lnTo>
                  <a:lnTo>
                    <a:pt x="6955116" y="2792255"/>
                  </a:lnTo>
                  <a:lnTo>
                    <a:pt x="6956827" y="2952448"/>
                  </a:lnTo>
                  <a:lnTo>
                    <a:pt x="6958539" y="3041050"/>
                  </a:lnTo>
                  <a:lnTo>
                    <a:pt x="6960250" y="3034555"/>
                  </a:lnTo>
                  <a:lnTo>
                    <a:pt x="6961961" y="2996005"/>
                  </a:lnTo>
                  <a:lnTo>
                    <a:pt x="6963673" y="2941489"/>
                  </a:lnTo>
                  <a:lnTo>
                    <a:pt x="6965384" y="2886576"/>
                  </a:lnTo>
                  <a:lnTo>
                    <a:pt x="6967096" y="2880978"/>
                  </a:lnTo>
                  <a:lnTo>
                    <a:pt x="6968807" y="2880979"/>
                  </a:lnTo>
                  <a:lnTo>
                    <a:pt x="6970518" y="2861941"/>
                  </a:lnTo>
                  <a:lnTo>
                    <a:pt x="6972230" y="2851867"/>
                  </a:lnTo>
                  <a:lnTo>
                    <a:pt x="6973941" y="2848012"/>
                  </a:lnTo>
                  <a:lnTo>
                    <a:pt x="6975653" y="2798021"/>
                  </a:lnTo>
                  <a:lnTo>
                    <a:pt x="6977364" y="2748564"/>
                  </a:lnTo>
                  <a:lnTo>
                    <a:pt x="6979075" y="2728197"/>
                  </a:lnTo>
                  <a:lnTo>
                    <a:pt x="6980787" y="2749396"/>
                  </a:lnTo>
                  <a:lnTo>
                    <a:pt x="6982498" y="2812130"/>
                  </a:lnTo>
                  <a:lnTo>
                    <a:pt x="6984210" y="2900611"/>
                  </a:lnTo>
                  <a:lnTo>
                    <a:pt x="6985921" y="2988420"/>
                  </a:lnTo>
                  <a:lnTo>
                    <a:pt x="6987632" y="3030621"/>
                  </a:lnTo>
                  <a:lnTo>
                    <a:pt x="6989344" y="3017982"/>
                  </a:lnTo>
                  <a:lnTo>
                    <a:pt x="6991055" y="2920277"/>
                  </a:lnTo>
                  <a:lnTo>
                    <a:pt x="6992767" y="2870963"/>
                  </a:lnTo>
                  <a:lnTo>
                    <a:pt x="6994478" y="2807985"/>
                  </a:lnTo>
                  <a:lnTo>
                    <a:pt x="6996189" y="2709246"/>
                  </a:lnTo>
                  <a:lnTo>
                    <a:pt x="6997901" y="2626577"/>
                  </a:lnTo>
                  <a:lnTo>
                    <a:pt x="6999612" y="2572630"/>
                  </a:lnTo>
                  <a:lnTo>
                    <a:pt x="7001324" y="2488885"/>
                  </a:lnTo>
                  <a:lnTo>
                    <a:pt x="7003035" y="2388931"/>
                  </a:lnTo>
                  <a:lnTo>
                    <a:pt x="7004746" y="2414893"/>
                  </a:lnTo>
                  <a:lnTo>
                    <a:pt x="7006458" y="2480495"/>
                  </a:lnTo>
                  <a:lnTo>
                    <a:pt x="7008169" y="2586360"/>
                  </a:lnTo>
                  <a:lnTo>
                    <a:pt x="7009881" y="2629006"/>
                  </a:lnTo>
                  <a:lnTo>
                    <a:pt x="7011592" y="2731357"/>
                  </a:lnTo>
                  <a:lnTo>
                    <a:pt x="7013303" y="2851774"/>
                  </a:lnTo>
                  <a:lnTo>
                    <a:pt x="7015015" y="2943540"/>
                  </a:lnTo>
                  <a:lnTo>
                    <a:pt x="7016726" y="3067229"/>
                  </a:lnTo>
                  <a:lnTo>
                    <a:pt x="7018438" y="3062503"/>
                  </a:lnTo>
                  <a:lnTo>
                    <a:pt x="7020149" y="3075178"/>
                  </a:lnTo>
                  <a:lnTo>
                    <a:pt x="7021860" y="3036937"/>
                  </a:lnTo>
                  <a:lnTo>
                    <a:pt x="7023572" y="3028221"/>
                  </a:lnTo>
                  <a:lnTo>
                    <a:pt x="7025283" y="2973473"/>
                  </a:lnTo>
                  <a:lnTo>
                    <a:pt x="7026995" y="2882924"/>
                  </a:lnTo>
                  <a:lnTo>
                    <a:pt x="7028706" y="2844502"/>
                  </a:lnTo>
                  <a:lnTo>
                    <a:pt x="7030417" y="2824962"/>
                  </a:lnTo>
                  <a:lnTo>
                    <a:pt x="7032129" y="2926428"/>
                  </a:lnTo>
                  <a:lnTo>
                    <a:pt x="7033840" y="2963995"/>
                  </a:lnTo>
                  <a:lnTo>
                    <a:pt x="7035552" y="2963995"/>
                  </a:lnTo>
                  <a:lnTo>
                    <a:pt x="7037263" y="2963996"/>
                  </a:lnTo>
                  <a:lnTo>
                    <a:pt x="7038974" y="2928727"/>
                  </a:lnTo>
                  <a:lnTo>
                    <a:pt x="7040686" y="2905640"/>
                  </a:lnTo>
                  <a:lnTo>
                    <a:pt x="7042397" y="2866935"/>
                  </a:lnTo>
                  <a:lnTo>
                    <a:pt x="7044109" y="2793785"/>
                  </a:lnTo>
                  <a:lnTo>
                    <a:pt x="7045820" y="2692485"/>
                  </a:lnTo>
                  <a:lnTo>
                    <a:pt x="7047531" y="2661355"/>
                  </a:lnTo>
                  <a:lnTo>
                    <a:pt x="7049243" y="2758241"/>
                  </a:lnTo>
                  <a:lnTo>
                    <a:pt x="7050954" y="2841439"/>
                  </a:lnTo>
                  <a:lnTo>
                    <a:pt x="7052666" y="2835642"/>
                  </a:lnTo>
                  <a:lnTo>
                    <a:pt x="7054377" y="2895002"/>
                  </a:lnTo>
                  <a:lnTo>
                    <a:pt x="7056088" y="3012078"/>
                  </a:lnTo>
                  <a:lnTo>
                    <a:pt x="7057800" y="3079100"/>
                  </a:lnTo>
                  <a:lnTo>
                    <a:pt x="7059511" y="3052839"/>
                  </a:lnTo>
                  <a:lnTo>
                    <a:pt x="7061223" y="3005637"/>
                  </a:lnTo>
                  <a:lnTo>
                    <a:pt x="7062934" y="3021819"/>
                  </a:lnTo>
                  <a:lnTo>
                    <a:pt x="7064645" y="2991720"/>
                  </a:lnTo>
                  <a:lnTo>
                    <a:pt x="7066357" y="2930657"/>
                  </a:lnTo>
                  <a:lnTo>
                    <a:pt x="7068068" y="2828423"/>
                  </a:lnTo>
                  <a:lnTo>
                    <a:pt x="7069779" y="2758476"/>
                  </a:lnTo>
                  <a:lnTo>
                    <a:pt x="7071491" y="2741972"/>
                  </a:lnTo>
                  <a:lnTo>
                    <a:pt x="7073202" y="2702490"/>
                  </a:lnTo>
                  <a:lnTo>
                    <a:pt x="7074914" y="2624884"/>
                  </a:lnTo>
                  <a:lnTo>
                    <a:pt x="7076625" y="2588906"/>
                  </a:lnTo>
                  <a:lnTo>
                    <a:pt x="7078336" y="2625225"/>
                  </a:lnTo>
                  <a:lnTo>
                    <a:pt x="7080048" y="2578375"/>
                  </a:lnTo>
                  <a:lnTo>
                    <a:pt x="7081759" y="2540655"/>
                  </a:lnTo>
                  <a:lnTo>
                    <a:pt x="7083471" y="2545111"/>
                  </a:lnTo>
                  <a:lnTo>
                    <a:pt x="7085182" y="2625098"/>
                  </a:lnTo>
                  <a:lnTo>
                    <a:pt x="7086893" y="2577594"/>
                  </a:lnTo>
                  <a:lnTo>
                    <a:pt x="7088605" y="2388992"/>
                  </a:lnTo>
                  <a:lnTo>
                    <a:pt x="7090316" y="2374029"/>
                  </a:lnTo>
                  <a:lnTo>
                    <a:pt x="7092028" y="2433500"/>
                  </a:lnTo>
                  <a:lnTo>
                    <a:pt x="7093739" y="2491649"/>
                  </a:lnTo>
                  <a:lnTo>
                    <a:pt x="7095450" y="2564398"/>
                  </a:lnTo>
                  <a:lnTo>
                    <a:pt x="7097162" y="2725307"/>
                  </a:lnTo>
                  <a:lnTo>
                    <a:pt x="7098873" y="2980630"/>
                  </a:lnTo>
                  <a:lnTo>
                    <a:pt x="7100585" y="3116972"/>
                  </a:lnTo>
                  <a:lnTo>
                    <a:pt x="7102296" y="3111855"/>
                  </a:lnTo>
                  <a:lnTo>
                    <a:pt x="7104007" y="3093846"/>
                  </a:lnTo>
                  <a:lnTo>
                    <a:pt x="7105719" y="2960693"/>
                  </a:lnTo>
                  <a:lnTo>
                    <a:pt x="7107430" y="2854435"/>
                  </a:lnTo>
                  <a:lnTo>
                    <a:pt x="7109142" y="2801707"/>
                  </a:lnTo>
                  <a:lnTo>
                    <a:pt x="7110853" y="2778910"/>
                  </a:lnTo>
                  <a:lnTo>
                    <a:pt x="7112564" y="2827099"/>
                  </a:lnTo>
                  <a:lnTo>
                    <a:pt x="7114276" y="2866185"/>
                  </a:lnTo>
                  <a:lnTo>
                    <a:pt x="7115987" y="2968096"/>
                  </a:lnTo>
                  <a:lnTo>
                    <a:pt x="7117699" y="3000520"/>
                  </a:lnTo>
                  <a:lnTo>
                    <a:pt x="7119410" y="2930611"/>
                  </a:lnTo>
                  <a:lnTo>
                    <a:pt x="7121121" y="2993018"/>
                  </a:lnTo>
                  <a:lnTo>
                    <a:pt x="7122833" y="3043723"/>
                  </a:lnTo>
                  <a:lnTo>
                    <a:pt x="7124544" y="3069573"/>
                  </a:lnTo>
                  <a:lnTo>
                    <a:pt x="7126256" y="3074023"/>
                  </a:lnTo>
                  <a:lnTo>
                    <a:pt x="7127967" y="3114529"/>
                  </a:lnTo>
                  <a:lnTo>
                    <a:pt x="7129678" y="3116972"/>
                  </a:lnTo>
                  <a:lnTo>
                    <a:pt x="7131390" y="3116972"/>
                  </a:lnTo>
                  <a:lnTo>
                    <a:pt x="7133101" y="3087353"/>
                  </a:lnTo>
                  <a:lnTo>
                    <a:pt x="7134813" y="3061502"/>
                  </a:lnTo>
                  <a:lnTo>
                    <a:pt x="7136524" y="3077222"/>
                  </a:lnTo>
                  <a:lnTo>
                    <a:pt x="7138235" y="3116972"/>
                  </a:lnTo>
                  <a:lnTo>
                    <a:pt x="7139947" y="3116972"/>
                  </a:lnTo>
                  <a:lnTo>
                    <a:pt x="7141658" y="3095487"/>
                  </a:lnTo>
                  <a:lnTo>
                    <a:pt x="7143370" y="3010869"/>
                  </a:lnTo>
                  <a:lnTo>
                    <a:pt x="7145081" y="2964019"/>
                  </a:lnTo>
                  <a:lnTo>
                    <a:pt x="7146792" y="2951532"/>
                  </a:lnTo>
                  <a:lnTo>
                    <a:pt x="7148504" y="2920639"/>
                  </a:lnTo>
                  <a:lnTo>
                    <a:pt x="7150215" y="2897296"/>
                  </a:lnTo>
                  <a:lnTo>
                    <a:pt x="7151927" y="2891637"/>
                  </a:lnTo>
                  <a:lnTo>
                    <a:pt x="7153638" y="2855487"/>
                  </a:lnTo>
                  <a:lnTo>
                    <a:pt x="7155349" y="2815368"/>
                  </a:lnTo>
                  <a:lnTo>
                    <a:pt x="7157061" y="2769924"/>
                  </a:lnTo>
                  <a:lnTo>
                    <a:pt x="7158772" y="2743467"/>
                  </a:lnTo>
                  <a:lnTo>
                    <a:pt x="7160484" y="2693855"/>
                  </a:lnTo>
                  <a:lnTo>
                    <a:pt x="7162195" y="2662847"/>
                  </a:lnTo>
                  <a:lnTo>
                    <a:pt x="7163906" y="2672375"/>
                  </a:lnTo>
                  <a:lnTo>
                    <a:pt x="7165618" y="2711247"/>
                  </a:lnTo>
                  <a:lnTo>
                    <a:pt x="7167329" y="2746852"/>
                  </a:lnTo>
                  <a:lnTo>
                    <a:pt x="7169040" y="2753498"/>
                  </a:lnTo>
                  <a:lnTo>
                    <a:pt x="7170752" y="2739084"/>
                  </a:lnTo>
                  <a:lnTo>
                    <a:pt x="7172463" y="2702639"/>
                  </a:lnTo>
                  <a:lnTo>
                    <a:pt x="7174175" y="2668465"/>
                  </a:lnTo>
                  <a:lnTo>
                    <a:pt x="7175886" y="2713116"/>
                  </a:lnTo>
                  <a:lnTo>
                    <a:pt x="7177597" y="2712107"/>
                  </a:lnTo>
                  <a:lnTo>
                    <a:pt x="7179309" y="2565705"/>
                  </a:lnTo>
                  <a:lnTo>
                    <a:pt x="7181020" y="2472343"/>
                  </a:lnTo>
                  <a:lnTo>
                    <a:pt x="7182732" y="2514112"/>
                  </a:lnTo>
                  <a:lnTo>
                    <a:pt x="7184443" y="2583427"/>
                  </a:lnTo>
                  <a:lnTo>
                    <a:pt x="7186154" y="2526448"/>
                  </a:lnTo>
                  <a:lnTo>
                    <a:pt x="7187866" y="2459956"/>
                  </a:lnTo>
                  <a:lnTo>
                    <a:pt x="7189577" y="2519860"/>
                  </a:lnTo>
                  <a:lnTo>
                    <a:pt x="7191289" y="2642650"/>
                  </a:lnTo>
                  <a:lnTo>
                    <a:pt x="7193000" y="2718487"/>
                  </a:lnTo>
                  <a:lnTo>
                    <a:pt x="7194711" y="2787372"/>
                  </a:lnTo>
                  <a:lnTo>
                    <a:pt x="7196423" y="2822376"/>
                  </a:lnTo>
                  <a:lnTo>
                    <a:pt x="7198134" y="2890874"/>
                  </a:lnTo>
                  <a:lnTo>
                    <a:pt x="7199846" y="2959885"/>
                  </a:lnTo>
                  <a:lnTo>
                    <a:pt x="7201557" y="2909921"/>
                  </a:lnTo>
                  <a:lnTo>
                    <a:pt x="7203268" y="2869155"/>
                  </a:lnTo>
                  <a:lnTo>
                    <a:pt x="7204980" y="2834591"/>
                  </a:lnTo>
                  <a:lnTo>
                    <a:pt x="7206691" y="2790832"/>
                  </a:lnTo>
                  <a:lnTo>
                    <a:pt x="7208403" y="2739630"/>
                  </a:lnTo>
                  <a:lnTo>
                    <a:pt x="7210114" y="2707442"/>
                  </a:lnTo>
                  <a:lnTo>
                    <a:pt x="7211825" y="2572920"/>
                  </a:lnTo>
                  <a:lnTo>
                    <a:pt x="7213537" y="2419713"/>
                  </a:lnTo>
                  <a:lnTo>
                    <a:pt x="7215248" y="2398627"/>
                  </a:lnTo>
                  <a:lnTo>
                    <a:pt x="7216960" y="2459481"/>
                  </a:lnTo>
                  <a:lnTo>
                    <a:pt x="7218671" y="2439090"/>
                  </a:lnTo>
                  <a:lnTo>
                    <a:pt x="7220382" y="2373177"/>
                  </a:lnTo>
                  <a:lnTo>
                    <a:pt x="7222094" y="2541327"/>
                  </a:lnTo>
                  <a:lnTo>
                    <a:pt x="7223805" y="2696703"/>
                  </a:lnTo>
                  <a:lnTo>
                    <a:pt x="7225517" y="2625648"/>
                  </a:lnTo>
                  <a:lnTo>
                    <a:pt x="7227228" y="2572253"/>
                  </a:lnTo>
                  <a:lnTo>
                    <a:pt x="7228939" y="2595079"/>
                  </a:lnTo>
                  <a:lnTo>
                    <a:pt x="7230651" y="2656620"/>
                  </a:lnTo>
                  <a:lnTo>
                    <a:pt x="7232362" y="2665882"/>
                  </a:lnTo>
                  <a:lnTo>
                    <a:pt x="7234074" y="2609156"/>
                  </a:lnTo>
                  <a:lnTo>
                    <a:pt x="7235785" y="2649814"/>
                  </a:lnTo>
                  <a:lnTo>
                    <a:pt x="7237496" y="2646253"/>
                  </a:lnTo>
                  <a:lnTo>
                    <a:pt x="7239208" y="2605072"/>
                  </a:lnTo>
                  <a:lnTo>
                    <a:pt x="7240919" y="2617521"/>
                  </a:lnTo>
                  <a:lnTo>
                    <a:pt x="7242631" y="2585424"/>
                  </a:lnTo>
                  <a:lnTo>
                    <a:pt x="7244342" y="2578457"/>
                  </a:lnTo>
                  <a:lnTo>
                    <a:pt x="7246053" y="2651573"/>
                  </a:lnTo>
                  <a:lnTo>
                    <a:pt x="7247765" y="2699786"/>
                  </a:lnTo>
                  <a:lnTo>
                    <a:pt x="7249476" y="2753811"/>
                  </a:lnTo>
                  <a:lnTo>
                    <a:pt x="7251188" y="2743624"/>
                  </a:lnTo>
                  <a:lnTo>
                    <a:pt x="7252899" y="2802677"/>
                  </a:lnTo>
                  <a:lnTo>
                    <a:pt x="7254610" y="2886674"/>
                  </a:lnTo>
                  <a:lnTo>
                    <a:pt x="7256322" y="2760067"/>
                  </a:lnTo>
                  <a:lnTo>
                    <a:pt x="7258033" y="2625119"/>
                  </a:lnTo>
                  <a:lnTo>
                    <a:pt x="7259745" y="2560716"/>
                  </a:lnTo>
                  <a:lnTo>
                    <a:pt x="7261456" y="2564709"/>
                  </a:lnTo>
                  <a:lnTo>
                    <a:pt x="7263167" y="2533525"/>
                  </a:lnTo>
                  <a:lnTo>
                    <a:pt x="7264879" y="2552414"/>
                  </a:lnTo>
                  <a:lnTo>
                    <a:pt x="7266590" y="2654430"/>
                  </a:lnTo>
                  <a:lnTo>
                    <a:pt x="7268302" y="2728971"/>
                  </a:lnTo>
                  <a:lnTo>
                    <a:pt x="7270013" y="2748003"/>
                  </a:lnTo>
                  <a:lnTo>
                    <a:pt x="7271724" y="2736432"/>
                  </a:lnTo>
                  <a:lnTo>
                    <a:pt x="7273436" y="2749220"/>
                  </a:lnTo>
                  <a:lnTo>
                    <a:pt x="7275147" y="2640161"/>
                  </a:lnTo>
                  <a:lnTo>
                    <a:pt x="7276858" y="2544414"/>
                  </a:lnTo>
                  <a:lnTo>
                    <a:pt x="7278570" y="2493897"/>
                  </a:lnTo>
                  <a:lnTo>
                    <a:pt x="7280281" y="2423756"/>
                  </a:lnTo>
                  <a:lnTo>
                    <a:pt x="7281993" y="2303093"/>
                  </a:lnTo>
                  <a:lnTo>
                    <a:pt x="7283704" y="2159144"/>
                  </a:lnTo>
                  <a:lnTo>
                    <a:pt x="7285415" y="2080195"/>
                  </a:lnTo>
                  <a:lnTo>
                    <a:pt x="7287127" y="2044872"/>
                  </a:lnTo>
                  <a:lnTo>
                    <a:pt x="7288838" y="2075725"/>
                  </a:lnTo>
                  <a:lnTo>
                    <a:pt x="7290550" y="2116983"/>
                  </a:lnTo>
                  <a:lnTo>
                    <a:pt x="7292261" y="2236274"/>
                  </a:lnTo>
                  <a:lnTo>
                    <a:pt x="7293972" y="2307500"/>
                  </a:lnTo>
                  <a:lnTo>
                    <a:pt x="7295684" y="2404031"/>
                  </a:lnTo>
                  <a:lnTo>
                    <a:pt x="7297395" y="2402463"/>
                  </a:lnTo>
                  <a:lnTo>
                    <a:pt x="7299107" y="2383800"/>
                  </a:lnTo>
                  <a:lnTo>
                    <a:pt x="7300818" y="2358436"/>
                  </a:lnTo>
                  <a:lnTo>
                    <a:pt x="7302529" y="2237120"/>
                  </a:lnTo>
                  <a:lnTo>
                    <a:pt x="7304241" y="2251123"/>
                  </a:lnTo>
                  <a:lnTo>
                    <a:pt x="7305952" y="2280550"/>
                  </a:lnTo>
                  <a:lnTo>
                    <a:pt x="7307664" y="2383542"/>
                  </a:lnTo>
                  <a:lnTo>
                    <a:pt x="7309375" y="2478315"/>
                  </a:lnTo>
                  <a:lnTo>
                    <a:pt x="7311086" y="2613741"/>
                  </a:lnTo>
                  <a:lnTo>
                    <a:pt x="7312798" y="2795793"/>
                  </a:lnTo>
                  <a:lnTo>
                    <a:pt x="7314509" y="2881735"/>
                  </a:lnTo>
                  <a:lnTo>
                    <a:pt x="7316221" y="2952790"/>
                  </a:lnTo>
                  <a:lnTo>
                    <a:pt x="7317932" y="2991835"/>
                  </a:lnTo>
                  <a:lnTo>
                    <a:pt x="7319643" y="2968841"/>
                  </a:lnTo>
                  <a:lnTo>
                    <a:pt x="7321355" y="2949853"/>
                  </a:lnTo>
                  <a:lnTo>
                    <a:pt x="7323066" y="2949855"/>
                  </a:lnTo>
                  <a:lnTo>
                    <a:pt x="7324778" y="2955856"/>
                  </a:lnTo>
                  <a:lnTo>
                    <a:pt x="7326489" y="3000515"/>
                  </a:lnTo>
                  <a:lnTo>
                    <a:pt x="7328200" y="3052618"/>
                  </a:lnTo>
                  <a:lnTo>
                    <a:pt x="7329912" y="3096634"/>
                  </a:lnTo>
                  <a:lnTo>
                    <a:pt x="7331623" y="3116905"/>
                  </a:lnTo>
                  <a:lnTo>
                    <a:pt x="7333335" y="3116906"/>
                  </a:lnTo>
                  <a:lnTo>
                    <a:pt x="7335046" y="3110905"/>
                  </a:lnTo>
                  <a:lnTo>
                    <a:pt x="7336757" y="3075012"/>
                  </a:lnTo>
                  <a:lnTo>
                    <a:pt x="7338469" y="3040385"/>
                  </a:lnTo>
                  <a:lnTo>
                    <a:pt x="7340180" y="2986669"/>
                  </a:lnTo>
                  <a:lnTo>
                    <a:pt x="7341892" y="2956334"/>
                  </a:lnTo>
                  <a:lnTo>
                    <a:pt x="7343603" y="2910771"/>
                  </a:lnTo>
                  <a:lnTo>
                    <a:pt x="7345314" y="2868292"/>
                  </a:lnTo>
                  <a:lnTo>
                    <a:pt x="7347026" y="2766070"/>
                  </a:lnTo>
                  <a:lnTo>
                    <a:pt x="7348737" y="2724572"/>
                  </a:lnTo>
                  <a:lnTo>
                    <a:pt x="7350449" y="2749069"/>
                  </a:lnTo>
                  <a:lnTo>
                    <a:pt x="7352160" y="2739753"/>
                  </a:lnTo>
                  <a:lnTo>
                    <a:pt x="7353871" y="2791746"/>
                  </a:lnTo>
                  <a:lnTo>
                    <a:pt x="7355583" y="2760354"/>
                  </a:lnTo>
                  <a:lnTo>
                    <a:pt x="7357294" y="2782607"/>
                  </a:lnTo>
                  <a:lnTo>
                    <a:pt x="7359006" y="2875382"/>
                  </a:lnTo>
                  <a:lnTo>
                    <a:pt x="7360717" y="2917094"/>
                  </a:lnTo>
                  <a:lnTo>
                    <a:pt x="7362428" y="2911315"/>
                  </a:lnTo>
                  <a:lnTo>
                    <a:pt x="7364140" y="2824245"/>
                  </a:lnTo>
                  <a:lnTo>
                    <a:pt x="7365851" y="2741360"/>
                  </a:lnTo>
                  <a:lnTo>
                    <a:pt x="7367563" y="2661752"/>
                  </a:lnTo>
                  <a:lnTo>
                    <a:pt x="7369274" y="2569590"/>
                  </a:lnTo>
                  <a:lnTo>
                    <a:pt x="7370985" y="2526045"/>
                  </a:lnTo>
                  <a:lnTo>
                    <a:pt x="7372697" y="2518910"/>
                  </a:lnTo>
                  <a:lnTo>
                    <a:pt x="7374408" y="2575820"/>
                  </a:lnTo>
                  <a:lnTo>
                    <a:pt x="7376120" y="2682504"/>
                  </a:lnTo>
                  <a:lnTo>
                    <a:pt x="7377831" y="2732044"/>
                  </a:lnTo>
                  <a:lnTo>
                    <a:pt x="7379542" y="2689825"/>
                  </a:lnTo>
                  <a:lnTo>
                    <a:pt x="7381254" y="2596275"/>
                  </a:lnTo>
                  <a:lnTo>
                    <a:pt x="7382965" y="2623359"/>
                  </a:lnTo>
                  <a:lnTo>
                    <a:pt x="7384676" y="2626794"/>
                  </a:lnTo>
                  <a:lnTo>
                    <a:pt x="7386388" y="2657280"/>
                  </a:lnTo>
                  <a:lnTo>
                    <a:pt x="7388099" y="2747765"/>
                  </a:lnTo>
                  <a:lnTo>
                    <a:pt x="7389811" y="2763746"/>
                  </a:lnTo>
                  <a:lnTo>
                    <a:pt x="7391522" y="2805835"/>
                  </a:lnTo>
                  <a:lnTo>
                    <a:pt x="7393233" y="2674320"/>
                  </a:lnTo>
                  <a:lnTo>
                    <a:pt x="7394945" y="2522143"/>
                  </a:lnTo>
                  <a:lnTo>
                    <a:pt x="7396656" y="2427033"/>
                  </a:lnTo>
                  <a:lnTo>
                    <a:pt x="7398368" y="2299367"/>
                  </a:lnTo>
                  <a:lnTo>
                    <a:pt x="7400079" y="2251334"/>
                  </a:lnTo>
                  <a:lnTo>
                    <a:pt x="7401790" y="2214832"/>
                  </a:lnTo>
                  <a:lnTo>
                    <a:pt x="7403502" y="2234551"/>
                  </a:lnTo>
                  <a:lnTo>
                    <a:pt x="7405213" y="2201164"/>
                  </a:lnTo>
                  <a:lnTo>
                    <a:pt x="7406925" y="2122031"/>
                  </a:lnTo>
                  <a:lnTo>
                    <a:pt x="7408636" y="2110094"/>
                  </a:lnTo>
                  <a:lnTo>
                    <a:pt x="7410347" y="2135772"/>
                  </a:lnTo>
                  <a:lnTo>
                    <a:pt x="7412059" y="2121527"/>
                  </a:lnTo>
                  <a:lnTo>
                    <a:pt x="7413770" y="2133402"/>
                  </a:lnTo>
                  <a:lnTo>
                    <a:pt x="7415482" y="2268937"/>
                  </a:lnTo>
                  <a:lnTo>
                    <a:pt x="7417193" y="2463122"/>
                  </a:lnTo>
                  <a:lnTo>
                    <a:pt x="7418904" y="2621481"/>
                  </a:lnTo>
                  <a:lnTo>
                    <a:pt x="7420616" y="2679750"/>
                  </a:lnTo>
                  <a:lnTo>
                    <a:pt x="7422327" y="2767497"/>
                  </a:lnTo>
                  <a:lnTo>
                    <a:pt x="7424039" y="2815424"/>
                  </a:lnTo>
                  <a:lnTo>
                    <a:pt x="7425750" y="2889067"/>
                  </a:lnTo>
                  <a:lnTo>
                    <a:pt x="7427461" y="2937294"/>
                  </a:lnTo>
                  <a:lnTo>
                    <a:pt x="7429173" y="2927958"/>
                  </a:lnTo>
                  <a:lnTo>
                    <a:pt x="7430884" y="2892250"/>
                  </a:lnTo>
                  <a:lnTo>
                    <a:pt x="7432596" y="2855189"/>
                  </a:lnTo>
                  <a:lnTo>
                    <a:pt x="7434307" y="2845824"/>
                  </a:lnTo>
                  <a:lnTo>
                    <a:pt x="7436018" y="2819533"/>
                  </a:lnTo>
                  <a:lnTo>
                    <a:pt x="7437730" y="2719630"/>
                  </a:lnTo>
                  <a:lnTo>
                    <a:pt x="7439441" y="2639515"/>
                  </a:lnTo>
                  <a:lnTo>
                    <a:pt x="7441153" y="2646894"/>
                  </a:lnTo>
                  <a:lnTo>
                    <a:pt x="7442864" y="2672923"/>
                  </a:lnTo>
                  <a:lnTo>
                    <a:pt x="7444575" y="2706405"/>
                  </a:lnTo>
                  <a:lnTo>
                    <a:pt x="7446287" y="2685276"/>
                  </a:lnTo>
                  <a:lnTo>
                    <a:pt x="7447998" y="2683188"/>
                  </a:lnTo>
                  <a:lnTo>
                    <a:pt x="7449710" y="2711357"/>
                  </a:lnTo>
                  <a:lnTo>
                    <a:pt x="7451421" y="2692022"/>
                  </a:lnTo>
                  <a:lnTo>
                    <a:pt x="7453132" y="2670252"/>
                  </a:lnTo>
                  <a:lnTo>
                    <a:pt x="7454844" y="2693953"/>
                  </a:lnTo>
                  <a:lnTo>
                    <a:pt x="7456555" y="2719243"/>
                  </a:lnTo>
                  <a:lnTo>
                    <a:pt x="7458267" y="2725556"/>
                  </a:lnTo>
                  <a:lnTo>
                    <a:pt x="7459978" y="2758670"/>
                  </a:lnTo>
                  <a:lnTo>
                    <a:pt x="7461689" y="2801391"/>
                  </a:lnTo>
                  <a:lnTo>
                    <a:pt x="7463401" y="2842305"/>
                  </a:lnTo>
                  <a:lnTo>
                    <a:pt x="7465112" y="2857874"/>
                  </a:lnTo>
                  <a:lnTo>
                    <a:pt x="7466824" y="2782742"/>
                  </a:lnTo>
                  <a:lnTo>
                    <a:pt x="7468535" y="2745416"/>
                  </a:lnTo>
                  <a:lnTo>
                    <a:pt x="7470246" y="2734027"/>
                  </a:lnTo>
                  <a:lnTo>
                    <a:pt x="7471958" y="2727834"/>
                  </a:lnTo>
                  <a:lnTo>
                    <a:pt x="7473669" y="2629074"/>
                  </a:lnTo>
                  <a:lnTo>
                    <a:pt x="7475381" y="2505299"/>
                  </a:lnTo>
                  <a:lnTo>
                    <a:pt x="7477092" y="2464687"/>
                  </a:lnTo>
                  <a:lnTo>
                    <a:pt x="7478803" y="2456401"/>
                  </a:lnTo>
                  <a:lnTo>
                    <a:pt x="7480515" y="2405059"/>
                  </a:lnTo>
                  <a:lnTo>
                    <a:pt x="7482226" y="2367949"/>
                  </a:lnTo>
                  <a:lnTo>
                    <a:pt x="7483938" y="2458309"/>
                  </a:lnTo>
                  <a:lnTo>
                    <a:pt x="7485649" y="2547471"/>
                  </a:lnTo>
                  <a:lnTo>
                    <a:pt x="7487360" y="2646354"/>
                  </a:lnTo>
                  <a:lnTo>
                    <a:pt x="7489072" y="2686322"/>
                  </a:lnTo>
                  <a:lnTo>
                    <a:pt x="7490783" y="2754515"/>
                  </a:lnTo>
                  <a:lnTo>
                    <a:pt x="7492494" y="2834132"/>
                  </a:lnTo>
                  <a:lnTo>
                    <a:pt x="7494206" y="2799047"/>
                  </a:lnTo>
                  <a:lnTo>
                    <a:pt x="7495917" y="2686090"/>
                  </a:lnTo>
                  <a:lnTo>
                    <a:pt x="7497629" y="2538054"/>
                  </a:lnTo>
                  <a:lnTo>
                    <a:pt x="7499340" y="2468457"/>
                  </a:lnTo>
                  <a:lnTo>
                    <a:pt x="7501051" y="2419116"/>
                  </a:lnTo>
                  <a:lnTo>
                    <a:pt x="7502763" y="2397789"/>
                  </a:lnTo>
                  <a:lnTo>
                    <a:pt x="7504474" y="2385280"/>
                  </a:lnTo>
                  <a:lnTo>
                    <a:pt x="7506186" y="2456929"/>
                  </a:lnTo>
                  <a:lnTo>
                    <a:pt x="7507897" y="2590220"/>
                  </a:lnTo>
                  <a:lnTo>
                    <a:pt x="7509608" y="2528456"/>
                  </a:lnTo>
                  <a:lnTo>
                    <a:pt x="7511320" y="2293186"/>
                  </a:lnTo>
                  <a:lnTo>
                    <a:pt x="7513031" y="2071355"/>
                  </a:lnTo>
                  <a:lnTo>
                    <a:pt x="7514743" y="1985441"/>
                  </a:lnTo>
                  <a:lnTo>
                    <a:pt x="7516454" y="1868416"/>
                  </a:lnTo>
                  <a:lnTo>
                    <a:pt x="7518165" y="1656610"/>
                  </a:lnTo>
                  <a:lnTo>
                    <a:pt x="7519877" y="1629865"/>
                  </a:lnTo>
                  <a:lnTo>
                    <a:pt x="7521588" y="1740065"/>
                  </a:lnTo>
                  <a:lnTo>
                    <a:pt x="7523300" y="1748641"/>
                  </a:lnTo>
                  <a:lnTo>
                    <a:pt x="7525011" y="1689726"/>
                  </a:lnTo>
                  <a:lnTo>
                    <a:pt x="7526722" y="1862265"/>
                  </a:lnTo>
                  <a:lnTo>
                    <a:pt x="7528434" y="2013580"/>
                  </a:lnTo>
                  <a:lnTo>
                    <a:pt x="7530145" y="2093027"/>
                  </a:lnTo>
                  <a:lnTo>
                    <a:pt x="7531857" y="2175550"/>
                  </a:lnTo>
                  <a:lnTo>
                    <a:pt x="7533568" y="2281333"/>
                  </a:lnTo>
                  <a:lnTo>
                    <a:pt x="7535279" y="2308893"/>
                  </a:lnTo>
                  <a:lnTo>
                    <a:pt x="7536991" y="2103136"/>
                  </a:lnTo>
                  <a:lnTo>
                    <a:pt x="7538702" y="2069088"/>
                  </a:lnTo>
                  <a:lnTo>
                    <a:pt x="7540414" y="2157160"/>
                  </a:lnTo>
                  <a:lnTo>
                    <a:pt x="7542125" y="2274565"/>
                  </a:lnTo>
                  <a:lnTo>
                    <a:pt x="7543836" y="2368698"/>
                  </a:lnTo>
                  <a:lnTo>
                    <a:pt x="7545548" y="2571699"/>
                  </a:lnTo>
                  <a:lnTo>
                    <a:pt x="7547259" y="2811945"/>
                  </a:lnTo>
                  <a:lnTo>
                    <a:pt x="7548971" y="2956896"/>
                  </a:lnTo>
                  <a:lnTo>
                    <a:pt x="7550682" y="2996998"/>
                  </a:lnTo>
                  <a:lnTo>
                    <a:pt x="7552393" y="2934704"/>
                  </a:lnTo>
                  <a:lnTo>
                    <a:pt x="7554105" y="2889511"/>
                  </a:lnTo>
                  <a:lnTo>
                    <a:pt x="7555816" y="2819815"/>
                  </a:lnTo>
                  <a:lnTo>
                    <a:pt x="7557528" y="2798647"/>
                  </a:lnTo>
                  <a:lnTo>
                    <a:pt x="7559239" y="2754458"/>
                  </a:lnTo>
                  <a:lnTo>
                    <a:pt x="7560950" y="2751830"/>
                  </a:lnTo>
                  <a:lnTo>
                    <a:pt x="7562662" y="2832062"/>
                  </a:lnTo>
                  <a:lnTo>
                    <a:pt x="7564373" y="2917594"/>
                  </a:lnTo>
                  <a:lnTo>
                    <a:pt x="7566085" y="2947418"/>
                  </a:lnTo>
                  <a:lnTo>
                    <a:pt x="7567796" y="2933785"/>
                  </a:lnTo>
                  <a:lnTo>
                    <a:pt x="7569507" y="2977975"/>
                  </a:lnTo>
                  <a:lnTo>
                    <a:pt x="7571219" y="2983841"/>
                  </a:lnTo>
                  <a:lnTo>
                    <a:pt x="7572930" y="2963888"/>
                  </a:lnTo>
                  <a:lnTo>
                    <a:pt x="7574642" y="2975910"/>
                  </a:lnTo>
                  <a:lnTo>
                    <a:pt x="7576353" y="3012380"/>
                  </a:lnTo>
                  <a:lnTo>
                    <a:pt x="7578064" y="2971653"/>
                  </a:lnTo>
                  <a:lnTo>
                    <a:pt x="7579776" y="2841688"/>
                  </a:lnTo>
                  <a:lnTo>
                    <a:pt x="7581487" y="2821944"/>
                  </a:lnTo>
                  <a:lnTo>
                    <a:pt x="7583199" y="2784091"/>
                  </a:lnTo>
                  <a:lnTo>
                    <a:pt x="7584910" y="2705637"/>
                  </a:lnTo>
                  <a:lnTo>
                    <a:pt x="7586621" y="2700427"/>
                  </a:lnTo>
                  <a:lnTo>
                    <a:pt x="7588333" y="2715577"/>
                  </a:lnTo>
                  <a:lnTo>
                    <a:pt x="7590044" y="2762781"/>
                  </a:lnTo>
                  <a:lnTo>
                    <a:pt x="7591755" y="2652135"/>
                  </a:lnTo>
                  <a:lnTo>
                    <a:pt x="7593467" y="2639879"/>
                  </a:lnTo>
                  <a:lnTo>
                    <a:pt x="7595178" y="2634732"/>
                  </a:lnTo>
                  <a:lnTo>
                    <a:pt x="7596890" y="2586698"/>
                  </a:lnTo>
                  <a:lnTo>
                    <a:pt x="7598601" y="2595541"/>
                  </a:lnTo>
                  <a:lnTo>
                    <a:pt x="7600312" y="2577926"/>
                  </a:lnTo>
                  <a:lnTo>
                    <a:pt x="7602024" y="2646977"/>
                  </a:lnTo>
                  <a:lnTo>
                    <a:pt x="7603735" y="2589946"/>
                  </a:lnTo>
                  <a:lnTo>
                    <a:pt x="7605447" y="2555907"/>
                  </a:lnTo>
                  <a:lnTo>
                    <a:pt x="7607158" y="2543845"/>
                  </a:lnTo>
                  <a:lnTo>
                    <a:pt x="7608869" y="2606761"/>
                  </a:lnTo>
                  <a:lnTo>
                    <a:pt x="7610581" y="2654420"/>
                  </a:lnTo>
                  <a:lnTo>
                    <a:pt x="7612292" y="2645434"/>
                  </a:lnTo>
                  <a:lnTo>
                    <a:pt x="7614004" y="2751885"/>
                  </a:lnTo>
                  <a:lnTo>
                    <a:pt x="7615715" y="2850795"/>
                  </a:lnTo>
                  <a:lnTo>
                    <a:pt x="7617426" y="2809256"/>
                  </a:lnTo>
                  <a:lnTo>
                    <a:pt x="7619138" y="2661567"/>
                  </a:lnTo>
                  <a:lnTo>
                    <a:pt x="7620849" y="2648408"/>
                  </a:lnTo>
                  <a:lnTo>
                    <a:pt x="7622561" y="2688095"/>
                  </a:lnTo>
                  <a:lnTo>
                    <a:pt x="7624272" y="2597689"/>
                  </a:lnTo>
                  <a:lnTo>
                    <a:pt x="7625983" y="2570875"/>
                  </a:lnTo>
                  <a:lnTo>
                    <a:pt x="7627695" y="2707812"/>
                  </a:lnTo>
                  <a:lnTo>
                    <a:pt x="7629406" y="2807855"/>
                  </a:lnTo>
                  <a:lnTo>
                    <a:pt x="7631118" y="2824762"/>
                  </a:lnTo>
                  <a:lnTo>
                    <a:pt x="7632829" y="2845107"/>
                  </a:lnTo>
                  <a:lnTo>
                    <a:pt x="7634540" y="2908669"/>
                  </a:lnTo>
                  <a:lnTo>
                    <a:pt x="7636252" y="2861810"/>
                  </a:lnTo>
                  <a:lnTo>
                    <a:pt x="7637963" y="2689503"/>
                  </a:lnTo>
                  <a:lnTo>
                    <a:pt x="7639675" y="2617719"/>
                  </a:lnTo>
                  <a:lnTo>
                    <a:pt x="7641386" y="2604369"/>
                  </a:lnTo>
                  <a:lnTo>
                    <a:pt x="7643097" y="2561099"/>
                  </a:lnTo>
                  <a:lnTo>
                    <a:pt x="7644809" y="2561693"/>
                  </a:lnTo>
                  <a:lnTo>
                    <a:pt x="7646520" y="2621745"/>
                  </a:lnTo>
                  <a:lnTo>
                    <a:pt x="7648232" y="2761396"/>
                  </a:lnTo>
                  <a:lnTo>
                    <a:pt x="7649943" y="2869439"/>
                  </a:lnTo>
                  <a:lnTo>
                    <a:pt x="7651654" y="2931761"/>
                  </a:lnTo>
                  <a:lnTo>
                    <a:pt x="7653366" y="2939209"/>
                  </a:lnTo>
                  <a:lnTo>
                    <a:pt x="7655077" y="2864749"/>
                  </a:lnTo>
                  <a:lnTo>
                    <a:pt x="7656789" y="2866611"/>
                  </a:lnTo>
                  <a:lnTo>
                    <a:pt x="7658500" y="2856074"/>
                  </a:lnTo>
                  <a:lnTo>
                    <a:pt x="7660211" y="2817187"/>
                  </a:lnTo>
                  <a:lnTo>
                    <a:pt x="7661923" y="2791705"/>
                  </a:lnTo>
                  <a:lnTo>
                    <a:pt x="7663634" y="2815567"/>
                  </a:lnTo>
                  <a:lnTo>
                    <a:pt x="7665346" y="2879139"/>
                  </a:lnTo>
                  <a:lnTo>
                    <a:pt x="7667057" y="2882068"/>
                  </a:lnTo>
                  <a:lnTo>
                    <a:pt x="7668768" y="2855321"/>
                  </a:lnTo>
                  <a:lnTo>
                    <a:pt x="7670480" y="2843580"/>
                  </a:lnTo>
                  <a:lnTo>
                    <a:pt x="7672191" y="2827938"/>
                  </a:lnTo>
                  <a:lnTo>
                    <a:pt x="7673903" y="2779014"/>
                  </a:lnTo>
                  <a:lnTo>
                    <a:pt x="7675614" y="2722921"/>
                  </a:lnTo>
                  <a:lnTo>
                    <a:pt x="7677325" y="2684349"/>
                  </a:lnTo>
                  <a:lnTo>
                    <a:pt x="7679037" y="2671396"/>
                  </a:lnTo>
                  <a:lnTo>
                    <a:pt x="7680748" y="2669966"/>
                  </a:lnTo>
                  <a:lnTo>
                    <a:pt x="7682460" y="2621729"/>
                  </a:lnTo>
                  <a:lnTo>
                    <a:pt x="7684171" y="2548285"/>
                  </a:lnTo>
                  <a:lnTo>
                    <a:pt x="7685882" y="2458716"/>
                  </a:lnTo>
                  <a:lnTo>
                    <a:pt x="7687594" y="2355821"/>
                  </a:lnTo>
                  <a:lnTo>
                    <a:pt x="7689305" y="2300868"/>
                  </a:lnTo>
                  <a:lnTo>
                    <a:pt x="7691017" y="2286781"/>
                  </a:lnTo>
                  <a:lnTo>
                    <a:pt x="7692728" y="2288770"/>
                  </a:lnTo>
                  <a:lnTo>
                    <a:pt x="7694439" y="2379158"/>
                  </a:lnTo>
                  <a:lnTo>
                    <a:pt x="7696151" y="2524468"/>
                  </a:lnTo>
                  <a:lnTo>
                    <a:pt x="7697862" y="2575209"/>
                  </a:lnTo>
                  <a:lnTo>
                    <a:pt x="7699573" y="2596461"/>
                  </a:lnTo>
                  <a:lnTo>
                    <a:pt x="7701285" y="2658504"/>
                  </a:lnTo>
                  <a:lnTo>
                    <a:pt x="7702996" y="2749526"/>
                  </a:lnTo>
                  <a:lnTo>
                    <a:pt x="7704708" y="2803657"/>
                  </a:lnTo>
                  <a:lnTo>
                    <a:pt x="7706419" y="2854072"/>
                  </a:lnTo>
                  <a:lnTo>
                    <a:pt x="7708130" y="2887432"/>
                  </a:lnTo>
                  <a:lnTo>
                    <a:pt x="7709842" y="2880253"/>
                  </a:lnTo>
                  <a:lnTo>
                    <a:pt x="7711553" y="2829532"/>
                  </a:lnTo>
                  <a:lnTo>
                    <a:pt x="7713265" y="2823414"/>
                  </a:lnTo>
                  <a:lnTo>
                    <a:pt x="7714976" y="2823511"/>
                  </a:lnTo>
                  <a:lnTo>
                    <a:pt x="7716687" y="2837596"/>
                  </a:lnTo>
                  <a:lnTo>
                    <a:pt x="7718399" y="2879333"/>
                  </a:lnTo>
                  <a:lnTo>
                    <a:pt x="7720110" y="2813713"/>
                  </a:lnTo>
                  <a:lnTo>
                    <a:pt x="7721822" y="2732008"/>
                  </a:lnTo>
                  <a:lnTo>
                    <a:pt x="7723533" y="2663932"/>
                  </a:lnTo>
                  <a:lnTo>
                    <a:pt x="7725244" y="2567498"/>
                  </a:lnTo>
                  <a:lnTo>
                    <a:pt x="7726956" y="2482136"/>
                  </a:lnTo>
                  <a:lnTo>
                    <a:pt x="7728667" y="2515529"/>
                  </a:lnTo>
                  <a:lnTo>
                    <a:pt x="7730379" y="2688486"/>
                  </a:lnTo>
                  <a:lnTo>
                    <a:pt x="7732090" y="2827241"/>
                  </a:lnTo>
                  <a:lnTo>
                    <a:pt x="7733801" y="2831540"/>
                  </a:lnTo>
                  <a:lnTo>
                    <a:pt x="7735513" y="2861494"/>
                  </a:lnTo>
                  <a:lnTo>
                    <a:pt x="7737224" y="2803455"/>
                  </a:lnTo>
                  <a:lnTo>
                    <a:pt x="7738936" y="2747880"/>
                  </a:lnTo>
                  <a:lnTo>
                    <a:pt x="7740647" y="2739890"/>
                  </a:lnTo>
                  <a:lnTo>
                    <a:pt x="7742358" y="2743668"/>
                  </a:lnTo>
                  <a:lnTo>
                    <a:pt x="7744070" y="2833632"/>
                  </a:lnTo>
                  <a:lnTo>
                    <a:pt x="7745781" y="2867076"/>
                  </a:lnTo>
                  <a:lnTo>
                    <a:pt x="7747493" y="2922684"/>
                  </a:lnTo>
                  <a:lnTo>
                    <a:pt x="7749204" y="2928785"/>
                  </a:lnTo>
                  <a:lnTo>
                    <a:pt x="7750915" y="2881299"/>
                  </a:lnTo>
                  <a:lnTo>
                    <a:pt x="7752627" y="2799849"/>
                  </a:lnTo>
                  <a:lnTo>
                    <a:pt x="7754338" y="2734793"/>
                  </a:lnTo>
                  <a:lnTo>
                    <a:pt x="7756050" y="2754229"/>
                  </a:lnTo>
                  <a:lnTo>
                    <a:pt x="7757761" y="2765170"/>
                  </a:lnTo>
                  <a:lnTo>
                    <a:pt x="7759472" y="2670008"/>
                  </a:lnTo>
                  <a:lnTo>
                    <a:pt x="7761184" y="2539705"/>
                  </a:lnTo>
                  <a:lnTo>
                    <a:pt x="7762895" y="2490915"/>
                  </a:lnTo>
                  <a:lnTo>
                    <a:pt x="7764607" y="2499672"/>
                  </a:lnTo>
                  <a:lnTo>
                    <a:pt x="7766318" y="2476231"/>
                  </a:lnTo>
                  <a:lnTo>
                    <a:pt x="7768029" y="2478236"/>
                  </a:lnTo>
                  <a:lnTo>
                    <a:pt x="7769741" y="2558251"/>
                  </a:lnTo>
                  <a:lnTo>
                    <a:pt x="7771452" y="2623216"/>
                  </a:lnTo>
                  <a:lnTo>
                    <a:pt x="7773164" y="2564942"/>
                  </a:lnTo>
                  <a:lnTo>
                    <a:pt x="7774875" y="2423160"/>
                  </a:lnTo>
                  <a:lnTo>
                    <a:pt x="7776586" y="2350754"/>
                  </a:lnTo>
                  <a:lnTo>
                    <a:pt x="7778298" y="2279242"/>
                  </a:lnTo>
                  <a:lnTo>
                    <a:pt x="7780009" y="2241886"/>
                  </a:lnTo>
                  <a:lnTo>
                    <a:pt x="7781721" y="2283060"/>
                  </a:lnTo>
                  <a:lnTo>
                    <a:pt x="7783432" y="2374045"/>
                  </a:lnTo>
                  <a:lnTo>
                    <a:pt x="7785143" y="2401406"/>
                  </a:lnTo>
                  <a:lnTo>
                    <a:pt x="7786855" y="2394290"/>
                  </a:lnTo>
                  <a:lnTo>
                    <a:pt x="7788566" y="2467490"/>
                  </a:lnTo>
                  <a:lnTo>
                    <a:pt x="7790278" y="2579266"/>
                  </a:lnTo>
                  <a:lnTo>
                    <a:pt x="7791989" y="2606106"/>
                  </a:lnTo>
                  <a:lnTo>
                    <a:pt x="7793700" y="2603704"/>
                  </a:lnTo>
                  <a:lnTo>
                    <a:pt x="7795412" y="2725625"/>
                  </a:lnTo>
                  <a:lnTo>
                    <a:pt x="7797123" y="2822764"/>
                  </a:lnTo>
                  <a:lnTo>
                    <a:pt x="7798835" y="2817288"/>
                  </a:lnTo>
                  <a:lnTo>
                    <a:pt x="7800546" y="2773777"/>
                  </a:lnTo>
                  <a:lnTo>
                    <a:pt x="7802257" y="2755767"/>
                  </a:lnTo>
                  <a:lnTo>
                    <a:pt x="7803969" y="2800676"/>
                  </a:lnTo>
                  <a:lnTo>
                    <a:pt x="7805680" y="2782180"/>
                  </a:lnTo>
                  <a:lnTo>
                    <a:pt x="7807391" y="2714400"/>
                  </a:lnTo>
                  <a:lnTo>
                    <a:pt x="7809103" y="2637341"/>
                  </a:lnTo>
                  <a:lnTo>
                    <a:pt x="7810814" y="2610128"/>
                  </a:lnTo>
                  <a:lnTo>
                    <a:pt x="7812526" y="2608472"/>
                  </a:lnTo>
                  <a:lnTo>
                    <a:pt x="7814237" y="2539117"/>
                  </a:lnTo>
                  <a:lnTo>
                    <a:pt x="7815948" y="2519943"/>
                  </a:lnTo>
                  <a:lnTo>
                    <a:pt x="7817660" y="2607409"/>
                  </a:lnTo>
                  <a:lnTo>
                    <a:pt x="7819371" y="2769981"/>
                  </a:lnTo>
                  <a:lnTo>
                    <a:pt x="7821083" y="2876486"/>
                  </a:lnTo>
                  <a:lnTo>
                    <a:pt x="7822794" y="2951962"/>
                  </a:lnTo>
                  <a:lnTo>
                    <a:pt x="7824505" y="3086327"/>
                  </a:lnTo>
                  <a:lnTo>
                    <a:pt x="7826217" y="3116972"/>
                  </a:lnTo>
                  <a:lnTo>
                    <a:pt x="7827928" y="3067707"/>
                  </a:lnTo>
                  <a:lnTo>
                    <a:pt x="7829640" y="2864150"/>
                  </a:lnTo>
                  <a:lnTo>
                    <a:pt x="7831351" y="2703209"/>
                  </a:lnTo>
                  <a:lnTo>
                    <a:pt x="7833062" y="2629932"/>
                  </a:lnTo>
                  <a:lnTo>
                    <a:pt x="7834774" y="2560622"/>
                  </a:lnTo>
                  <a:lnTo>
                    <a:pt x="7836485" y="2486482"/>
                  </a:lnTo>
                  <a:lnTo>
                    <a:pt x="7838197" y="2574575"/>
                  </a:lnTo>
                  <a:lnTo>
                    <a:pt x="7839908" y="2646701"/>
                  </a:lnTo>
                  <a:lnTo>
                    <a:pt x="7841619" y="2586509"/>
                  </a:lnTo>
                  <a:lnTo>
                    <a:pt x="7843331" y="2454963"/>
                  </a:lnTo>
                  <a:lnTo>
                    <a:pt x="7845042" y="2319984"/>
                  </a:lnTo>
                  <a:lnTo>
                    <a:pt x="7846754" y="2267720"/>
                  </a:lnTo>
                  <a:lnTo>
                    <a:pt x="7848465" y="2227435"/>
                  </a:lnTo>
                  <a:lnTo>
                    <a:pt x="7850176" y="2245357"/>
                  </a:lnTo>
                  <a:lnTo>
                    <a:pt x="7851888" y="2252803"/>
                  </a:lnTo>
                  <a:lnTo>
                    <a:pt x="7853599" y="2253091"/>
                  </a:lnTo>
                  <a:lnTo>
                    <a:pt x="7855311" y="2288666"/>
                  </a:lnTo>
                  <a:lnTo>
                    <a:pt x="7857022" y="2361618"/>
                  </a:lnTo>
                  <a:lnTo>
                    <a:pt x="7858733" y="2366697"/>
                  </a:lnTo>
                  <a:lnTo>
                    <a:pt x="7860445" y="2294897"/>
                  </a:lnTo>
                  <a:lnTo>
                    <a:pt x="7862156" y="2282802"/>
                  </a:lnTo>
                  <a:lnTo>
                    <a:pt x="7863868" y="2356613"/>
                  </a:lnTo>
                  <a:lnTo>
                    <a:pt x="7865579" y="2479539"/>
                  </a:lnTo>
                  <a:lnTo>
                    <a:pt x="7867290" y="2440464"/>
                  </a:lnTo>
                  <a:lnTo>
                    <a:pt x="7869002" y="2375899"/>
                  </a:lnTo>
                  <a:lnTo>
                    <a:pt x="7870713" y="2413546"/>
                  </a:lnTo>
                  <a:lnTo>
                    <a:pt x="7872425" y="2378405"/>
                  </a:lnTo>
                  <a:lnTo>
                    <a:pt x="7874136" y="2232550"/>
                  </a:lnTo>
                  <a:lnTo>
                    <a:pt x="7875847" y="2092529"/>
                  </a:lnTo>
                  <a:lnTo>
                    <a:pt x="7877559" y="2056014"/>
                  </a:lnTo>
                  <a:lnTo>
                    <a:pt x="7879270" y="2008836"/>
                  </a:lnTo>
                  <a:lnTo>
                    <a:pt x="7880982" y="1913324"/>
                  </a:lnTo>
                  <a:lnTo>
                    <a:pt x="7882693" y="1911054"/>
                  </a:lnTo>
                  <a:lnTo>
                    <a:pt x="7884404" y="1888248"/>
                  </a:lnTo>
                  <a:lnTo>
                    <a:pt x="7886116" y="1788464"/>
                  </a:lnTo>
                  <a:lnTo>
                    <a:pt x="7887827" y="1792709"/>
                  </a:lnTo>
                  <a:lnTo>
                    <a:pt x="7889539" y="1940812"/>
                  </a:lnTo>
                  <a:lnTo>
                    <a:pt x="7891250" y="2150783"/>
                  </a:lnTo>
                  <a:lnTo>
                    <a:pt x="7892961" y="2377007"/>
                  </a:lnTo>
                  <a:lnTo>
                    <a:pt x="7894673" y="2620985"/>
                  </a:lnTo>
                  <a:lnTo>
                    <a:pt x="7896384" y="2807896"/>
                  </a:lnTo>
                  <a:lnTo>
                    <a:pt x="7898096" y="2838812"/>
                  </a:lnTo>
                  <a:lnTo>
                    <a:pt x="7899807" y="2686726"/>
                  </a:lnTo>
                  <a:lnTo>
                    <a:pt x="7901518" y="2535947"/>
                  </a:lnTo>
                  <a:lnTo>
                    <a:pt x="7903230" y="2420611"/>
                  </a:lnTo>
                  <a:lnTo>
                    <a:pt x="7904941" y="2411090"/>
                  </a:lnTo>
                  <a:lnTo>
                    <a:pt x="7906652" y="2366424"/>
                  </a:lnTo>
                  <a:lnTo>
                    <a:pt x="7908364" y="2311039"/>
                  </a:lnTo>
                  <a:lnTo>
                    <a:pt x="7910075" y="2407137"/>
                  </a:lnTo>
                  <a:lnTo>
                    <a:pt x="7911787" y="2549928"/>
                  </a:lnTo>
                  <a:lnTo>
                    <a:pt x="7913498" y="2666455"/>
                  </a:lnTo>
                  <a:lnTo>
                    <a:pt x="7915209" y="2725781"/>
                  </a:lnTo>
                  <a:lnTo>
                    <a:pt x="7916921" y="2829770"/>
                  </a:lnTo>
                  <a:lnTo>
                    <a:pt x="7918632" y="2882236"/>
                  </a:lnTo>
                  <a:lnTo>
                    <a:pt x="7920344" y="2861988"/>
                  </a:lnTo>
                  <a:lnTo>
                    <a:pt x="7922055" y="2840956"/>
                  </a:lnTo>
                  <a:lnTo>
                    <a:pt x="7923766" y="2840957"/>
                  </a:lnTo>
                  <a:lnTo>
                    <a:pt x="7925478" y="2822795"/>
                  </a:lnTo>
                  <a:lnTo>
                    <a:pt x="7927189" y="2776608"/>
                  </a:lnTo>
                  <a:lnTo>
                    <a:pt x="7928901" y="2777322"/>
                  </a:lnTo>
                  <a:lnTo>
                    <a:pt x="7930612" y="2773905"/>
                  </a:lnTo>
                  <a:lnTo>
                    <a:pt x="7932323" y="2724611"/>
                  </a:lnTo>
                  <a:lnTo>
                    <a:pt x="7934035" y="2657565"/>
                  </a:lnTo>
                  <a:lnTo>
                    <a:pt x="7935746" y="2649256"/>
                  </a:lnTo>
                  <a:lnTo>
                    <a:pt x="7937458" y="2689068"/>
                  </a:lnTo>
                  <a:lnTo>
                    <a:pt x="7939169" y="2691866"/>
                  </a:lnTo>
                  <a:lnTo>
                    <a:pt x="7940880" y="2609137"/>
                  </a:lnTo>
                  <a:lnTo>
                    <a:pt x="7942592" y="2482150"/>
                  </a:lnTo>
                  <a:lnTo>
                    <a:pt x="7944303" y="2371911"/>
                  </a:lnTo>
                  <a:lnTo>
                    <a:pt x="7946015" y="2201295"/>
                  </a:lnTo>
                  <a:lnTo>
                    <a:pt x="7947726" y="2022384"/>
                  </a:lnTo>
                  <a:lnTo>
                    <a:pt x="7949437" y="1941002"/>
                  </a:lnTo>
                  <a:lnTo>
                    <a:pt x="7951149" y="1977780"/>
                  </a:lnTo>
                  <a:lnTo>
                    <a:pt x="7952860" y="2037916"/>
                  </a:lnTo>
                  <a:lnTo>
                    <a:pt x="7954572" y="2085189"/>
                  </a:lnTo>
                  <a:lnTo>
                    <a:pt x="7956283" y="2166496"/>
                  </a:lnTo>
                  <a:lnTo>
                    <a:pt x="7957994" y="2236565"/>
                  </a:lnTo>
                  <a:lnTo>
                    <a:pt x="7959706" y="2337907"/>
                  </a:lnTo>
                  <a:lnTo>
                    <a:pt x="7961417" y="2388960"/>
                  </a:lnTo>
                  <a:lnTo>
                    <a:pt x="7963129" y="2444124"/>
                  </a:lnTo>
                  <a:lnTo>
                    <a:pt x="7964840" y="2585899"/>
                  </a:lnTo>
                  <a:lnTo>
                    <a:pt x="7966551" y="2641495"/>
                  </a:lnTo>
                  <a:lnTo>
                    <a:pt x="7968263" y="2646373"/>
                  </a:lnTo>
                  <a:lnTo>
                    <a:pt x="7969974" y="2512647"/>
                  </a:lnTo>
                  <a:lnTo>
                    <a:pt x="7971686" y="2420721"/>
                  </a:lnTo>
                  <a:lnTo>
                    <a:pt x="7973397" y="2341863"/>
                  </a:lnTo>
                  <a:lnTo>
                    <a:pt x="7975108" y="2168436"/>
                  </a:lnTo>
                  <a:lnTo>
                    <a:pt x="7976820" y="2093586"/>
                  </a:lnTo>
                  <a:lnTo>
                    <a:pt x="7978531" y="2037349"/>
                  </a:lnTo>
                  <a:lnTo>
                    <a:pt x="7980243" y="1972866"/>
                  </a:lnTo>
                  <a:lnTo>
                    <a:pt x="7981954" y="1829472"/>
                  </a:lnTo>
                  <a:lnTo>
                    <a:pt x="7983665" y="1702395"/>
                  </a:lnTo>
                  <a:lnTo>
                    <a:pt x="7985377" y="1709198"/>
                  </a:lnTo>
                  <a:lnTo>
                    <a:pt x="7987088" y="1743740"/>
                  </a:lnTo>
                  <a:lnTo>
                    <a:pt x="7988800" y="1847328"/>
                  </a:lnTo>
                  <a:lnTo>
                    <a:pt x="7990511" y="2038448"/>
                  </a:lnTo>
                  <a:lnTo>
                    <a:pt x="7992222" y="2293236"/>
                  </a:lnTo>
                  <a:lnTo>
                    <a:pt x="7993934" y="2497224"/>
                  </a:lnTo>
                  <a:lnTo>
                    <a:pt x="7995645" y="2505858"/>
                  </a:lnTo>
                  <a:lnTo>
                    <a:pt x="7997357" y="2424459"/>
                  </a:lnTo>
                  <a:lnTo>
                    <a:pt x="7999068" y="2420882"/>
                  </a:lnTo>
                  <a:lnTo>
                    <a:pt x="8000779" y="2405125"/>
                  </a:lnTo>
                  <a:lnTo>
                    <a:pt x="8002491" y="2389181"/>
                  </a:lnTo>
                  <a:lnTo>
                    <a:pt x="8004202" y="2389670"/>
                  </a:lnTo>
                  <a:lnTo>
                    <a:pt x="8005914" y="2445782"/>
                  </a:lnTo>
                  <a:lnTo>
                    <a:pt x="8007625" y="2610126"/>
                  </a:lnTo>
                  <a:lnTo>
                    <a:pt x="8009336" y="2700063"/>
                  </a:lnTo>
                  <a:lnTo>
                    <a:pt x="8011048" y="2732622"/>
                  </a:lnTo>
                  <a:lnTo>
                    <a:pt x="8012759" y="2691061"/>
                  </a:lnTo>
                  <a:lnTo>
                    <a:pt x="8014470" y="2666550"/>
                  </a:lnTo>
                  <a:lnTo>
                    <a:pt x="8016182" y="2716915"/>
                  </a:lnTo>
                  <a:lnTo>
                    <a:pt x="8017893" y="2722759"/>
                  </a:lnTo>
                  <a:lnTo>
                    <a:pt x="8019605" y="2697775"/>
                  </a:lnTo>
                  <a:lnTo>
                    <a:pt x="8021316" y="2744990"/>
                  </a:lnTo>
                  <a:lnTo>
                    <a:pt x="8023027" y="2801234"/>
                  </a:lnTo>
                  <a:lnTo>
                    <a:pt x="8024739" y="2735642"/>
                  </a:lnTo>
                  <a:lnTo>
                    <a:pt x="8026450" y="2599226"/>
                  </a:lnTo>
                  <a:lnTo>
                    <a:pt x="8028162" y="2520833"/>
                  </a:lnTo>
                  <a:lnTo>
                    <a:pt x="8029873" y="2482655"/>
                  </a:lnTo>
                  <a:lnTo>
                    <a:pt x="8031584" y="2400300"/>
                  </a:lnTo>
                  <a:lnTo>
                    <a:pt x="8033296" y="2445162"/>
                  </a:lnTo>
                  <a:lnTo>
                    <a:pt x="8035007" y="2541141"/>
                  </a:lnTo>
                  <a:lnTo>
                    <a:pt x="8036719" y="2631908"/>
                  </a:lnTo>
                  <a:lnTo>
                    <a:pt x="8038430" y="2653723"/>
                  </a:lnTo>
                  <a:lnTo>
                    <a:pt x="8040141" y="2600932"/>
                  </a:lnTo>
                  <a:lnTo>
                    <a:pt x="8041853" y="2615612"/>
                  </a:lnTo>
                  <a:lnTo>
                    <a:pt x="8043564" y="2553480"/>
                  </a:lnTo>
                  <a:lnTo>
                    <a:pt x="8045276" y="2498668"/>
                  </a:lnTo>
                  <a:lnTo>
                    <a:pt x="8046987" y="2468309"/>
                  </a:lnTo>
                  <a:lnTo>
                    <a:pt x="8048698" y="2483257"/>
                  </a:lnTo>
                  <a:lnTo>
                    <a:pt x="8050410" y="2561548"/>
                  </a:lnTo>
                  <a:lnTo>
                    <a:pt x="8052121" y="2592694"/>
                  </a:lnTo>
                  <a:lnTo>
                    <a:pt x="8053833" y="2626318"/>
                  </a:lnTo>
                  <a:lnTo>
                    <a:pt x="8055544" y="2736467"/>
                  </a:lnTo>
                  <a:lnTo>
                    <a:pt x="8057255" y="2862600"/>
                  </a:lnTo>
                  <a:lnTo>
                    <a:pt x="8058967" y="2913475"/>
                  </a:lnTo>
                  <a:lnTo>
                    <a:pt x="8060678" y="2886824"/>
                  </a:lnTo>
                  <a:lnTo>
                    <a:pt x="8062390" y="2845499"/>
                  </a:lnTo>
                  <a:lnTo>
                    <a:pt x="8064101" y="2806038"/>
                  </a:lnTo>
                  <a:lnTo>
                    <a:pt x="8065812" y="2739904"/>
                  </a:lnTo>
                  <a:lnTo>
                    <a:pt x="8067524" y="2717719"/>
                  </a:lnTo>
                  <a:lnTo>
                    <a:pt x="8069235" y="2702107"/>
                  </a:lnTo>
                  <a:lnTo>
                    <a:pt x="8070947" y="2750964"/>
                  </a:lnTo>
                  <a:lnTo>
                    <a:pt x="8072658" y="2757299"/>
                  </a:lnTo>
                  <a:lnTo>
                    <a:pt x="8074369" y="2721976"/>
                  </a:lnTo>
                  <a:lnTo>
                    <a:pt x="8076081" y="2697908"/>
                  </a:lnTo>
                  <a:lnTo>
                    <a:pt x="8077792" y="2610277"/>
                  </a:lnTo>
                  <a:lnTo>
                    <a:pt x="8079504" y="2511593"/>
                  </a:lnTo>
                  <a:lnTo>
                    <a:pt x="8081215" y="2330998"/>
                  </a:lnTo>
                  <a:lnTo>
                    <a:pt x="8082926" y="2150079"/>
                  </a:lnTo>
                  <a:lnTo>
                    <a:pt x="8084638" y="2051483"/>
                  </a:lnTo>
                  <a:lnTo>
                    <a:pt x="8086349" y="2042609"/>
                  </a:lnTo>
                  <a:lnTo>
                    <a:pt x="8088061" y="2060966"/>
                  </a:lnTo>
                  <a:lnTo>
                    <a:pt x="8089772" y="2062259"/>
                  </a:lnTo>
                  <a:lnTo>
                    <a:pt x="8091483" y="2232698"/>
                  </a:lnTo>
                  <a:lnTo>
                    <a:pt x="8093195" y="2502711"/>
                  </a:lnTo>
                  <a:lnTo>
                    <a:pt x="8094906" y="2700937"/>
                  </a:lnTo>
                  <a:lnTo>
                    <a:pt x="8096618" y="2769882"/>
                  </a:lnTo>
                  <a:lnTo>
                    <a:pt x="8098329" y="2840816"/>
                  </a:lnTo>
                  <a:lnTo>
                    <a:pt x="8100040" y="2963507"/>
                  </a:lnTo>
                  <a:lnTo>
                    <a:pt x="8101752" y="2984284"/>
                  </a:lnTo>
                  <a:lnTo>
                    <a:pt x="8103463" y="2858256"/>
                  </a:lnTo>
                  <a:lnTo>
                    <a:pt x="8105175" y="2741193"/>
                  </a:lnTo>
                  <a:lnTo>
                    <a:pt x="8106886" y="2744563"/>
                  </a:lnTo>
                  <a:lnTo>
                    <a:pt x="8108597" y="2739990"/>
                  </a:lnTo>
                  <a:lnTo>
                    <a:pt x="8110309" y="2742445"/>
                  </a:lnTo>
                  <a:lnTo>
                    <a:pt x="8112020" y="2683867"/>
                  </a:lnTo>
                  <a:lnTo>
                    <a:pt x="8113732" y="2706710"/>
                  </a:lnTo>
                  <a:lnTo>
                    <a:pt x="8115443" y="2713719"/>
                  </a:lnTo>
                  <a:lnTo>
                    <a:pt x="8117154" y="2562445"/>
                  </a:lnTo>
                  <a:lnTo>
                    <a:pt x="8118866" y="2331046"/>
                  </a:lnTo>
                  <a:lnTo>
                    <a:pt x="8120577" y="2171956"/>
                  </a:lnTo>
                  <a:lnTo>
                    <a:pt x="8122288" y="2102136"/>
                  </a:lnTo>
                  <a:lnTo>
                    <a:pt x="8124000" y="2030503"/>
                  </a:lnTo>
                  <a:lnTo>
                    <a:pt x="8125711" y="2011100"/>
                  </a:lnTo>
                  <a:lnTo>
                    <a:pt x="8127423" y="2064572"/>
                  </a:lnTo>
                  <a:lnTo>
                    <a:pt x="8129134" y="2240775"/>
                  </a:lnTo>
                  <a:lnTo>
                    <a:pt x="8130845" y="2312409"/>
                  </a:lnTo>
                  <a:lnTo>
                    <a:pt x="8132557" y="2353169"/>
                  </a:lnTo>
                  <a:lnTo>
                    <a:pt x="8134268" y="2400879"/>
                  </a:lnTo>
                  <a:lnTo>
                    <a:pt x="8135980" y="2362010"/>
                  </a:lnTo>
                  <a:lnTo>
                    <a:pt x="8137691" y="2325847"/>
                  </a:lnTo>
                  <a:lnTo>
                    <a:pt x="8139402" y="2275579"/>
                  </a:lnTo>
                  <a:lnTo>
                    <a:pt x="8141114" y="2308269"/>
                  </a:lnTo>
                  <a:lnTo>
                    <a:pt x="8142825" y="2332123"/>
                  </a:lnTo>
                  <a:lnTo>
                    <a:pt x="8144537" y="2383746"/>
                  </a:lnTo>
                  <a:lnTo>
                    <a:pt x="8146248" y="2598354"/>
                  </a:lnTo>
                  <a:lnTo>
                    <a:pt x="8147959" y="2832454"/>
                  </a:lnTo>
                  <a:lnTo>
                    <a:pt x="8149671" y="2919583"/>
                  </a:lnTo>
                  <a:lnTo>
                    <a:pt x="8151382" y="2858425"/>
                  </a:lnTo>
                  <a:lnTo>
                    <a:pt x="8153094" y="2799236"/>
                  </a:lnTo>
                  <a:lnTo>
                    <a:pt x="8154805" y="2720183"/>
                  </a:lnTo>
                  <a:lnTo>
                    <a:pt x="8156516" y="2421103"/>
                  </a:lnTo>
                  <a:lnTo>
                    <a:pt x="8158228" y="2114483"/>
                  </a:lnTo>
                  <a:lnTo>
                    <a:pt x="8159939" y="1967719"/>
                  </a:lnTo>
                  <a:lnTo>
                    <a:pt x="8161651" y="1866150"/>
                  </a:lnTo>
                  <a:lnTo>
                    <a:pt x="8163362" y="1797461"/>
                  </a:lnTo>
                  <a:lnTo>
                    <a:pt x="8165073" y="1793809"/>
                  </a:lnTo>
                  <a:lnTo>
                    <a:pt x="8166785" y="1939945"/>
                  </a:lnTo>
                  <a:lnTo>
                    <a:pt x="8168496" y="1950534"/>
                  </a:lnTo>
                  <a:lnTo>
                    <a:pt x="8170208" y="1880605"/>
                  </a:lnTo>
                  <a:lnTo>
                    <a:pt x="8171919" y="1967072"/>
                  </a:lnTo>
                  <a:lnTo>
                    <a:pt x="8173630" y="2042899"/>
                  </a:lnTo>
                  <a:lnTo>
                    <a:pt x="8175342" y="1972270"/>
                  </a:lnTo>
                  <a:lnTo>
                    <a:pt x="8177053" y="1929443"/>
                  </a:lnTo>
                  <a:lnTo>
                    <a:pt x="8178765" y="2078623"/>
                  </a:lnTo>
                  <a:lnTo>
                    <a:pt x="8180476" y="2162733"/>
                  </a:lnTo>
                  <a:lnTo>
                    <a:pt x="8182187" y="2093885"/>
                  </a:lnTo>
                  <a:lnTo>
                    <a:pt x="8183899" y="2048549"/>
                  </a:lnTo>
                  <a:lnTo>
                    <a:pt x="8185610" y="2113485"/>
                  </a:lnTo>
                  <a:lnTo>
                    <a:pt x="8187322" y="2182672"/>
                  </a:lnTo>
                  <a:lnTo>
                    <a:pt x="8189033" y="2261346"/>
                  </a:lnTo>
                  <a:lnTo>
                    <a:pt x="8190744" y="2445557"/>
                  </a:lnTo>
                  <a:lnTo>
                    <a:pt x="8192456" y="2549672"/>
                  </a:lnTo>
                  <a:lnTo>
                    <a:pt x="8194167" y="2610888"/>
                  </a:lnTo>
                  <a:lnTo>
                    <a:pt x="8195879" y="2726916"/>
                  </a:lnTo>
                  <a:lnTo>
                    <a:pt x="8197590" y="2776589"/>
                  </a:lnTo>
                  <a:lnTo>
                    <a:pt x="8199301" y="2733599"/>
                  </a:lnTo>
                  <a:lnTo>
                    <a:pt x="8201013" y="2656155"/>
                  </a:lnTo>
                  <a:lnTo>
                    <a:pt x="8202724" y="2733757"/>
                  </a:lnTo>
                  <a:lnTo>
                    <a:pt x="8204436" y="2837524"/>
                  </a:lnTo>
                  <a:lnTo>
                    <a:pt x="8206147" y="2818044"/>
                  </a:lnTo>
                  <a:lnTo>
                    <a:pt x="8207858" y="2830389"/>
                  </a:lnTo>
                  <a:lnTo>
                    <a:pt x="8209570" y="2898428"/>
                  </a:lnTo>
                  <a:lnTo>
                    <a:pt x="8211281" y="2939182"/>
                  </a:lnTo>
                  <a:lnTo>
                    <a:pt x="8212993" y="2785549"/>
                  </a:lnTo>
                  <a:lnTo>
                    <a:pt x="8214704" y="2624656"/>
                  </a:lnTo>
                  <a:lnTo>
                    <a:pt x="8216415" y="2651919"/>
                  </a:lnTo>
                  <a:lnTo>
                    <a:pt x="8218127" y="2693172"/>
                  </a:lnTo>
                  <a:lnTo>
                    <a:pt x="8219838" y="2693173"/>
                  </a:lnTo>
                  <a:lnTo>
                    <a:pt x="8221550" y="2709776"/>
                  </a:lnTo>
                  <a:lnTo>
                    <a:pt x="8223261" y="2787967"/>
                  </a:lnTo>
                  <a:lnTo>
                    <a:pt x="8224972" y="2754395"/>
                  </a:lnTo>
                  <a:lnTo>
                    <a:pt x="8226684" y="2516725"/>
                  </a:lnTo>
                  <a:lnTo>
                    <a:pt x="8228395" y="2208291"/>
                  </a:lnTo>
                  <a:lnTo>
                    <a:pt x="8230106" y="1957813"/>
                  </a:lnTo>
                  <a:lnTo>
                    <a:pt x="8231818" y="1803323"/>
                  </a:lnTo>
                  <a:lnTo>
                    <a:pt x="8233529" y="1694424"/>
                  </a:lnTo>
                  <a:lnTo>
                    <a:pt x="8235241" y="1715768"/>
                  </a:lnTo>
                  <a:lnTo>
                    <a:pt x="8236952" y="1781971"/>
                  </a:lnTo>
                  <a:lnTo>
                    <a:pt x="8238663" y="1904102"/>
                  </a:lnTo>
                  <a:lnTo>
                    <a:pt x="8240375" y="2011728"/>
                  </a:lnTo>
                  <a:lnTo>
                    <a:pt x="8242086" y="1945592"/>
                  </a:lnTo>
                  <a:lnTo>
                    <a:pt x="8243798" y="1953427"/>
                  </a:lnTo>
                  <a:lnTo>
                    <a:pt x="8245509" y="1952260"/>
                  </a:lnTo>
                  <a:lnTo>
                    <a:pt x="8247220" y="2022989"/>
                  </a:lnTo>
                  <a:lnTo>
                    <a:pt x="8248932" y="2031288"/>
                  </a:lnTo>
                  <a:lnTo>
                    <a:pt x="8250643" y="1972561"/>
                  </a:lnTo>
                  <a:lnTo>
                    <a:pt x="8252355" y="2077354"/>
                  </a:lnTo>
                  <a:lnTo>
                    <a:pt x="8254066" y="2196152"/>
                  </a:lnTo>
                  <a:lnTo>
                    <a:pt x="8255777" y="2281410"/>
                  </a:lnTo>
                  <a:lnTo>
                    <a:pt x="8257489" y="2315969"/>
                  </a:lnTo>
                  <a:lnTo>
                    <a:pt x="8259200" y="2435872"/>
                  </a:lnTo>
                  <a:lnTo>
                    <a:pt x="8260912" y="2539335"/>
                  </a:lnTo>
                  <a:lnTo>
                    <a:pt x="8262623" y="2537892"/>
                  </a:lnTo>
                  <a:lnTo>
                    <a:pt x="8264334" y="2594865"/>
                  </a:lnTo>
                  <a:lnTo>
                    <a:pt x="8266046" y="2657442"/>
                  </a:lnTo>
                  <a:lnTo>
                    <a:pt x="8267757" y="2695044"/>
                  </a:lnTo>
                  <a:lnTo>
                    <a:pt x="8269469" y="2747808"/>
                  </a:lnTo>
                  <a:lnTo>
                    <a:pt x="8271180" y="2780464"/>
                  </a:lnTo>
                  <a:lnTo>
                    <a:pt x="8272891" y="2910177"/>
                  </a:lnTo>
                  <a:lnTo>
                    <a:pt x="8274603" y="2930817"/>
                  </a:lnTo>
                  <a:lnTo>
                    <a:pt x="8276314" y="2925497"/>
                  </a:lnTo>
                  <a:lnTo>
                    <a:pt x="8278026" y="2893861"/>
                  </a:lnTo>
                  <a:lnTo>
                    <a:pt x="8279737" y="2861635"/>
                  </a:lnTo>
                  <a:lnTo>
                    <a:pt x="8281448" y="2865352"/>
                  </a:lnTo>
                  <a:lnTo>
                    <a:pt x="8283160" y="2799554"/>
                  </a:lnTo>
                  <a:lnTo>
                    <a:pt x="8284871" y="2754355"/>
                  </a:lnTo>
                  <a:lnTo>
                    <a:pt x="8286583" y="2777849"/>
                  </a:lnTo>
                  <a:lnTo>
                    <a:pt x="8288294" y="2837998"/>
                  </a:lnTo>
                  <a:lnTo>
                    <a:pt x="8290005" y="2875560"/>
                  </a:lnTo>
                  <a:lnTo>
                    <a:pt x="8291717" y="2931881"/>
                  </a:lnTo>
                  <a:lnTo>
                    <a:pt x="8293428" y="2899546"/>
                  </a:lnTo>
                  <a:lnTo>
                    <a:pt x="8295140" y="2860748"/>
                  </a:lnTo>
                  <a:lnTo>
                    <a:pt x="8296851" y="2860784"/>
                  </a:lnTo>
                  <a:lnTo>
                    <a:pt x="8298562" y="2818930"/>
                  </a:lnTo>
                  <a:lnTo>
                    <a:pt x="8300274" y="2766993"/>
                  </a:lnTo>
                  <a:lnTo>
                    <a:pt x="8301985" y="2753054"/>
                  </a:lnTo>
                  <a:lnTo>
                    <a:pt x="8303697" y="2790730"/>
                  </a:lnTo>
                  <a:lnTo>
                    <a:pt x="8305408" y="2842993"/>
                  </a:lnTo>
                  <a:lnTo>
                    <a:pt x="8307119" y="2782936"/>
                  </a:lnTo>
                  <a:lnTo>
                    <a:pt x="8308831" y="2695679"/>
                  </a:lnTo>
                  <a:lnTo>
                    <a:pt x="8310542" y="2657185"/>
                  </a:lnTo>
                  <a:lnTo>
                    <a:pt x="8312254" y="2670689"/>
                  </a:lnTo>
                  <a:lnTo>
                    <a:pt x="8313965" y="2680913"/>
                  </a:lnTo>
                  <a:lnTo>
                    <a:pt x="8315676" y="2592572"/>
                  </a:lnTo>
                  <a:lnTo>
                    <a:pt x="8317388" y="2527159"/>
                  </a:lnTo>
                  <a:lnTo>
                    <a:pt x="8319099" y="2576985"/>
                  </a:lnTo>
                  <a:lnTo>
                    <a:pt x="8320811" y="2649188"/>
                  </a:lnTo>
                  <a:lnTo>
                    <a:pt x="8322522" y="2627201"/>
                  </a:lnTo>
                  <a:lnTo>
                    <a:pt x="8324233" y="2578485"/>
                  </a:lnTo>
                  <a:lnTo>
                    <a:pt x="8325945" y="2577601"/>
                  </a:lnTo>
                  <a:lnTo>
                    <a:pt x="8327656" y="2665231"/>
                  </a:lnTo>
                  <a:lnTo>
                    <a:pt x="8329367" y="2754872"/>
                  </a:lnTo>
                  <a:lnTo>
                    <a:pt x="8331079" y="2770012"/>
                  </a:lnTo>
                  <a:lnTo>
                    <a:pt x="8332790" y="2753417"/>
                  </a:lnTo>
                  <a:lnTo>
                    <a:pt x="8334502" y="2797734"/>
                  </a:lnTo>
                  <a:lnTo>
                    <a:pt x="8336213" y="2907545"/>
                  </a:lnTo>
                  <a:lnTo>
                    <a:pt x="8337924" y="2989840"/>
                  </a:lnTo>
                  <a:lnTo>
                    <a:pt x="8339636" y="3028513"/>
                  </a:lnTo>
                  <a:lnTo>
                    <a:pt x="8341347" y="3095604"/>
                  </a:lnTo>
                  <a:lnTo>
                    <a:pt x="8343059" y="3116972"/>
                  </a:lnTo>
                  <a:lnTo>
                    <a:pt x="8344770" y="3116972"/>
                  </a:lnTo>
                  <a:lnTo>
                    <a:pt x="8346481" y="3116972"/>
                  </a:lnTo>
                  <a:lnTo>
                    <a:pt x="8348193" y="3116972"/>
                  </a:lnTo>
                  <a:lnTo>
                    <a:pt x="8349904" y="3075047"/>
                  </a:lnTo>
                  <a:lnTo>
                    <a:pt x="8351616" y="2935762"/>
                  </a:lnTo>
                  <a:lnTo>
                    <a:pt x="8353327" y="2832556"/>
                  </a:lnTo>
                  <a:lnTo>
                    <a:pt x="8355038" y="2790193"/>
                  </a:lnTo>
                  <a:lnTo>
                    <a:pt x="8356750" y="2790195"/>
                  </a:lnTo>
                  <a:lnTo>
                    <a:pt x="8358461" y="2806371"/>
                  </a:lnTo>
                  <a:lnTo>
                    <a:pt x="8360173" y="2828053"/>
                  </a:lnTo>
                  <a:lnTo>
                    <a:pt x="8361884" y="2861193"/>
                  </a:lnTo>
                  <a:lnTo>
                    <a:pt x="8363595" y="2846727"/>
                  </a:lnTo>
                  <a:lnTo>
                    <a:pt x="8365307" y="2838448"/>
                  </a:lnTo>
                  <a:lnTo>
                    <a:pt x="8367018" y="2849314"/>
                  </a:lnTo>
                  <a:lnTo>
                    <a:pt x="8368730" y="2891326"/>
                  </a:lnTo>
                  <a:lnTo>
                    <a:pt x="8370441" y="2939278"/>
                  </a:lnTo>
                  <a:lnTo>
                    <a:pt x="8372152" y="2977493"/>
                  </a:lnTo>
                  <a:lnTo>
                    <a:pt x="8373864" y="3017523"/>
                  </a:lnTo>
                  <a:lnTo>
                    <a:pt x="8375575" y="2989791"/>
                  </a:lnTo>
                  <a:lnTo>
                    <a:pt x="8377287" y="2870656"/>
                  </a:lnTo>
                  <a:lnTo>
                    <a:pt x="8378998" y="2671902"/>
                  </a:lnTo>
                  <a:lnTo>
                    <a:pt x="8380709" y="2446226"/>
                  </a:lnTo>
                  <a:lnTo>
                    <a:pt x="8382421" y="2290457"/>
                  </a:lnTo>
                  <a:lnTo>
                    <a:pt x="8384132" y="2239470"/>
                  </a:lnTo>
                  <a:lnTo>
                    <a:pt x="8385844" y="2195591"/>
                  </a:lnTo>
                  <a:lnTo>
                    <a:pt x="8387555" y="2178452"/>
                  </a:lnTo>
                  <a:lnTo>
                    <a:pt x="8389266" y="2196063"/>
                  </a:lnTo>
                  <a:lnTo>
                    <a:pt x="8390978" y="2341194"/>
                  </a:lnTo>
                  <a:lnTo>
                    <a:pt x="8392689" y="2409362"/>
                  </a:lnTo>
                  <a:lnTo>
                    <a:pt x="8394401" y="2390652"/>
                  </a:lnTo>
                  <a:lnTo>
                    <a:pt x="8396112" y="2403092"/>
                  </a:lnTo>
                  <a:lnTo>
                    <a:pt x="8397823" y="2345375"/>
                  </a:lnTo>
                  <a:lnTo>
                    <a:pt x="8399535" y="2295580"/>
                  </a:lnTo>
                  <a:lnTo>
                    <a:pt x="8401246" y="2151848"/>
                  </a:lnTo>
                  <a:lnTo>
                    <a:pt x="8402958" y="2075036"/>
                  </a:lnTo>
                  <a:lnTo>
                    <a:pt x="8404669" y="2094684"/>
                  </a:lnTo>
                  <a:lnTo>
                    <a:pt x="8406380" y="2096319"/>
                  </a:lnTo>
                  <a:lnTo>
                    <a:pt x="8408092" y="2157861"/>
                  </a:lnTo>
                  <a:lnTo>
                    <a:pt x="8409803" y="2223318"/>
                  </a:lnTo>
                  <a:lnTo>
                    <a:pt x="8411515" y="2319745"/>
                  </a:lnTo>
                  <a:lnTo>
                    <a:pt x="8413226" y="2395944"/>
                  </a:lnTo>
                  <a:lnTo>
                    <a:pt x="8414937" y="2455465"/>
                  </a:lnTo>
                  <a:lnTo>
                    <a:pt x="8416649" y="2559471"/>
                  </a:lnTo>
                  <a:lnTo>
                    <a:pt x="8418360" y="2681051"/>
                  </a:lnTo>
                  <a:lnTo>
                    <a:pt x="8420072" y="2811343"/>
                  </a:lnTo>
                  <a:lnTo>
                    <a:pt x="8421783" y="2936487"/>
                  </a:lnTo>
                  <a:lnTo>
                    <a:pt x="8423494" y="3009668"/>
                  </a:lnTo>
                  <a:lnTo>
                    <a:pt x="8425206" y="2904859"/>
                  </a:lnTo>
                  <a:lnTo>
                    <a:pt x="8426917" y="2658772"/>
                  </a:lnTo>
                  <a:lnTo>
                    <a:pt x="8428629" y="2541742"/>
                  </a:lnTo>
                  <a:lnTo>
                    <a:pt x="8430340" y="2453600"/>
                  </a:lnTo>
                  <a:lnTo>
                    <a:pt x="8432051" y="2429255"/>
                  </a:lnTo>
                  <a:lnTo>
                    <a:pt x="8433763" y="2416847"/>
                  </a:lnTo>
                  <a:lnTo>
                    <a:pt x="8435474" y="2556344"/>
                  </a:lnTo>
                  <a:lnTo>
                    <a:pt x="8437185" y="2802430"/>
                  </a:lnTo>
                  <a:lnTo>
                    <a:pt x="8438897" y="2919460"/>
                  </a:lnTo>
                  <a:lnTo>
                    <a:pt x="8440608" y="2997942"/>
                  </a:lnTo>
                  <a:lnTo>
                    <a:pt x="8442320" y="2920499"/>
                  </a:lnTo>
                  <a:lnTo>
                    <a:pt x="8444031" y="2790360"/>
                  </a:lnTo>
                  <a:lnTo>
                    <a:pt x="8445742" y="2600548"/>
                  </a:lnTo>
                  <a:lnTo>
                    <a:pt x="8447454" y="2372341"/>
                  </a:lnTo>
                  <a:lnTo>
                    <a:pt x="8449165" y="2182949"/>
                  </a:lnTo>
                  <a:lnTo>
                    <a:pt x="8450877" y="2080752"/>
                  </a:lnTo>
                  <a:lnTo>
                    <a:pt x="8452588" y="2026377"/>
                  </a:lnTo>
                  <a:lnTo>
                    <a:pt x="8454299" y="1903280"/>
                  </a:lnTo>
                  <a:lnTo>
                    <a:pt x="8456011" y="1839240"/>
                  </a:lnTo>
                  <a:lnTo>
                    <a:pt x="8457722" y="1884535"/>
                  </a:lnTo>
                  <a:lnTo>
                    <a:pt x="8459434" y="1951988"/>
                  </a:lnTo>
                  <a:lnTo>
                    <a:pt x="8461145" y="1973636"/>
                  </a:lnTo>
                  <a:lnTo>
                    <a:pt x="8462856" y="2027690"/>
                  </a:lnTo>
                  <a:lnTo>
                    <a:pt x="8464568" y="2247212"/>
                  </a:lnTo>
                  <a:lnTo>
                    <a:pt x="8466279" y="2292880"/>
                  </a:lnTo>
                  <a:lnTo>
                    <a:pt x="8467991" y="2265869"/>
                  </a:lnTo>
                  <a:lnTo>
                    <a:pt x="8469702" y="2248054"/>
                  </a:lnTo>
                  <a:lnTo>
                    <a:pt x="8471413" y="2151573"/>
                  </a:lnTo>
                  <a:lnTo>
                    <a:pt x="8473125" y="2124144"/>
                  </a:lnTo>
                  <a:lnTo>
                    <a:pt x="8474836" y="2151634"/>
                  </a:lnTo>
                  <a:lnTo>
                    <a:pt x="8476548" y="2226670"/>
                  </a:lnTo>
                  <a:lnTo>
                    <a:pt x="8478259" y="2225567"/>
                  </a:lnTo>
                  <a:lnTo>
                    <a:pt x="8479970" y="2226233"/>
                  </a:lnTo>
                  <a:lnTo>
                    <a:pt x="8481682" y="2353213"/>
                  </a:lnTo>
                  <a:lnTo>
                    <a:pt x="8483393" y="2444543"/>
                  </a:lnTo>
                  <a:lnTo>
                    <a:pt x="8485105" y="2461782"/>
                  </a:lnTo>
                  <a:lnTo>
                    <a:pt x="8486816" y="2456433"/>
                  </a:lnTo>
                  <a:lnTo>
                    <a:pt x="8488527" y="2572881"/>
                  </a:lnTo>
                  <a:lnTo>
                    <a:pt x="8490239" y="2635496"/>
                  </a:lnTo>
                  <a:lnTo>
                    <a:pt x="8491950" y="2539507"/>
                  </a:lnTo>
                  <a:lnTo>
                    <a:pt x="8493662" y="2392072"/>
                  </a:lnTo>
                  <a:lnTo>
                    <a:pt x="8495373" y="2263500"/>
                  </a:lnTo>
                  <a:lnTo>
                    <a:pt x="8497084" y="2283995"/>
                  </a:lnTo>
                  <a:lnTo>
                    <a:pt x="8498796" y="2279484"/>
                  </a:lnTo>
                  <a:lnTo>
                    <a:pt x="8500507" y="2264935"/>
                  </a:lnTo>
                  <a:lnTo>
                    <a:pt x="8502219" y="2347630"/>
                  </a:lnTo>
                  <a:lnTo>
                    <a:pt x="8503930" y="2436758"/>
                  </a:lnTo>
                  <a:lnTo>
                    <a:pt x="8505641" y="2506007"/>
                  </a:lnTo>
                  <a:lnTo>
                    <a:pt x="8507353" y="2525735"/>
                  </a:lnTo>
                  <a:lnTo>
                    <a:pt x="8509064" y="2570800"/>
                  </a:lnTo>
                  <a:lnTo>
                    <a:pt x="8510776" y="2670465"/>
                  </a:lnTo>
                  <a:lnTo>
                    <a:pt x="8512487" y="2740817"/>
                  </a:lnTo>
                  <a:lnTo>
                    <a:pt x="8514198" y="2802419"/>
                  </a:lnTo>
                  <a:lnTo>
                    <a:pt x="8515910" y="2802219"/>
                  </a:lnTo>
                  <a:lnTo>
                    <a:pt x="8517621" y="2731118"/>
                  </a:lnTo>
                  <a:lnTo>
                    <a:pt x="8519333" y="2595987"/>
                  </a:lnTo>
                  <a:lnTo>
                    <a:pt x="8521044" y="2406786"/>
                  </a:lnTo>
                  <a:lnTo>
                    <a:pt x="8522755" y="2247067"/>
                  </a:lnTo>
                  <a:lnTo>
                    <a:pt x="8524467" y="2091198"/>
                  </a:lnTo>
                  <a:lnTo>
                    <a:pt x="8526178" y="2031387"/>
                  </a:lnTo>
                  <a:lnTo>
                    <a:pt x="8527890" y="2082345"/>
                  </a:lnTo>
                  <a:lnTo>
                    <a:pt x="8529601" y="2025241"/>
                  </a:lnTo>
                  <a:lnTo>
                    <a:pt x="8531312" y="1914732"/>
                  </a:lnTo>
                  <a:lnTo>
                    <a:pt x="8533024" y="1937694"/>
                  </a:lnTo>
                  <a:lnTo>
                    <a:pt x="8534735" y="2047346"/>
                  </a:lnTo>
                  <a:lnTo>
                    <a:pt x="8536447" y="2085440"/>
                  </a:lnTo>
                  <a:lnTo>
                    <a:pt x="8538158" y="2099444"/>
                  </a:lnTo>
                  <a:lnTo>
                    <a:pt x="8539869" y="2211698"/>
                  </a:lnTo>
                  <a:lnTo>
                    <a:pt x="8541581" y="2332350"/>
                  </a:lnTo>
                  <a:lnTo>
                    <a:pt x="8543292" y="2185503"/>
                  </a:lnTo>
                  <a:lnTo>
                    <a:pt x="8545003" y="2035521"/>
                  </a:lnTo>
                  <a:lnTo>
                    <a:pt x="8546715" y="2055800"/>
                  </a:lnTo>
                  <a:lnTo>
                    <a:pt x="8548426" y="2150226"/>
                  </a:lnTo>
                  <a:lnTo>
                    <a:pt x="8550138" y="2264438"/>
                  </a:lnTo>
                  <a:lnTo>
                    <a:pt x="8551849" y="2363692"/>
                  </a:lnTo>
                  <a:lnTo>
                    <a:pt x="8553560" y="2608246"/>
                  </a:lnTo>
                  <a:lnTo>
                    <a:pt x="8553560" y="3116972"/>
                  </a:lnTo>
                  <a:lnTo>
                    <a:pt x="8551849" y="3116972"/>
                  </a:lnTo>
                  <a:lnTo>
                    <a:pt x="8550138" y="3116972"/>
                  </a:lnTo>
                  <a:lnTo>
                    <a:pt x="8548426" y="3116972"/>
                  </a:lnTo>
                  <a:lnTo>
                    <a:pt x="8546715" y="3116972"/>
                  </a:lnTo>
                  <a:lnTo>
                    <a:pt x="8545003" y="3116972"/>
                  </a:lnTo>
                  <a:lnTo>
                    <a:pt x="8543292" y="3116972"/>
                  </a:lnTo>
                  <a:lnTo>
                    <a:pt x="8541581" y="3116972"/>
                  </a:lnTo>
                  <a:lnTo>
                    <a:pt x="8539869" y="3116972"/>
                  </a:lnTo>
                  <a:lnTo>
                    <a:pt x="8538158" y="3116972"/>
                  </a:lnTo>
                  <a:lnTo>
                    <a:pt x="8536447" y="3116972"/>
                  </a:lnTo>
                  <a:lnTo>
                    <a:pt x="8534735" y="3116972"/>
                  </a:lnTo>
                  <a:lnTo>
                    <a:pt x="8533024" y="3116972"/>
                  </a:lnTo>
                  <a:lnTo>
                    <a:pt x="8531312" y="3116972"/>
                  </a:lnTo>
                  <a:lnTo>
                    <a:pt x="8529601" y="3116972"/>
                  </a:lnTo>
                  <a:lnTo>
                    <a:pt x="8527890" y="3116972"/>
                  </a:lnTo>
                  <a:lnTo>
                    <a:pt x="8526178" y="3116972"/>
                  </a:lnTo>
                  <a:lnTo>
                    <a:pt x="8524467" y="3116972"/>
                  </a:lnTo>
                  <a:lnTo>
                    <a:pt x="8522755" y="3116972"/>
                  </a:lnTo>
                  <a:lnTo>
                    <a:pt x="8521044" y="3116972"/>
                  </a:lnTo>
                  <a:lnTo>
                    <a:pt x="8519333" y="3116972"/>
                  </a:lnTo>
                  <a:lnTo>
                    <a:pt x="8517621" y="3116972"/>
                  </a:lnTo>
                  <a:lnTo>
                    <a:pt x="8515910" y="3116972"/>
                  </a:lnTo>
                  <a:lnTo>
                    <a:pt x="8514198" y="3116972"/>
                  </a:lnTo>
                  <a:lnTo>
                    <a:pt x="8512487" y="3116972"/>
                  </a:lnTo>
                  <a:lnTo>
                    <a:pt x="8510776" y="3116972"/>
                  </a:lnTo>
                  <a:lnTo>
                    <a:pt x="8509064" y="3116972"/>
                  </a:lnTo>
                  <a:lnTo>
                    <a:pt x="8507353" y="3116972"/>
                  </a:lnTo>
                  <a:lnTo>
                    <a:pt x="8505641" y="3116972"/>
                  </a:lnTo>
                  <a:lnTo>
                    <a:pt x="8503930" y="3116972"/>
                  </a:lnTo>
                  <a:lnTo>
                    <a:pt x="8502219" y="3116972"/>
                  </a:lnTo>
                  <a:lnTo>
                    <a:pt x="8500507" y="3116972"/>
                  </a:lnTo>
                  <a:lnTo>
                    <a:pt x="8498796" y="3116972"/>
                  </a:lnTo>
                  <a:lnTo>
                    <a:pt x="8497084" y="3116972"/>
                  </a:lnTo>
                  <a:lnTo>
                    <a:pt x="8495373" y="3116972"/>
                  </a:lnTo>
                  <a:lnTo>
                    <a:pt x="8493662" y="3116972"/>
                  </a:lnTo>
                  <a:lnTo>
                    <a:pt x="8491950" y="3116972"/>
                  </a:lnTo>
                  <a:lnTo>
                    <a:pt x="8490239" y="3116972"/>
                  </a:lnTo>
                  <a:lnTo>
                    <a:pt x="8488527" y="3116972"/>
                  </a:lnTo>
                  <a:lnTo>
                    <a:pt x="8486816" y="3116972"/>
                  </a:lnTo>
                  <a:lnTo>
                    <a:pt x="8485105" y="3116972"/>
                  </a:lnTo>
                  <a:lnTo>
                    <a:pt x="8483393" y="3116972"/>
                  </a:lnTo>
                  <a:lnTo>
                    <a:pt x="8481682" y="3116972"/>
                  </a:lnTo>
                  <a:lnTo>
                    <a:pt x="8479970" y="3116972"/>
                  </a:lnTo>
                  <a:lnTo>
                    <a:pt x="8478259" y="3116972"/>
                  </a:lnTo>
                  <a:lnTo>
                    <a:pt x="8476548" y="3116972"/>
                  </a:lnTo>
                  <a:lnTo>
                    <a:pt x="8474836" y="3116972"/>
                  </a:lnTo>
                  <a:lnTo>
                    <a:pt x="8473125" y="3116972"/>
                  </a:lnTo>
                  <a:lnTo>
                    <a:pt x="8471413" y="3116972"/>
                  </a:lnTo>
                  <a:lnTo>
                    <a:pt x="8469702" y="3116972"/>
                  </a:lnTo>
                  <a:lnTo>
                    <a:pt x="8467991" y="3116972"/>
                  </a:lnTo>
                  <a:lnTo>
                    <a:pt x="8466279" y="3116972"/>
                  </a:lnTo>
                  <a:lnTo>
                    <a:pt x="8464568" y="3116972"/>
                  </a:lnTo>
                  <a:lnTo>
                    <a:pt x="8462856" y="3116972"/>
                  </a:lnTo>
                  <a:lnTo>
                    <a:pt x="8461145" y="3116972"/>
                  </a:lnTo>
                  <a:lnTo>
                    <a:pt x="8459434" y="3116972"/>
                  </a:lnTo>
                  <a:lnTo>
                    <a:pt x="8457722" y="3116972"/>
                  </a:lnTo>
                  <a:lnTo>
                    <a:pt x="8456011" y="3116972"/>
                  </a:lnTo>
                  <a:lnTo>
                    <a:pt x="8454299" y="3116972"/>
                  </a:lnTo>
                  <a:lnTo>
                    <a:pt x="8452588" y="3116972"/>
                  </a:lnTo>
                  <a:lnTo>
                    <a:pt x="8450877" y="3116972"/>
                  </a:lnTo>
                  <a:lnTo>
                    <a:pt x="8449165" y="3116972"/>
                  </a:lnTo>
                  <a:lnTo>
                    <a:pt x="8447454" y="3116972"/>
                  </a:lnTo>
                  <a:lnTo>
                    <a:pt x="8445742" y="3116972"/>
                  </a:lnTo>
                  <a:lnTo>
                    <a:pt x="8444031" y="3116972"/>
                  </a:lnTo>
                  <a:lnTo>
                    <a:pt x="8442320" y="3116972"/>
                  </a:lnTo>
                  <a:lnTo>
                    <a:pt x="8440608" y="3116972"/>
                  </a:lnTo>
                  <a:lnTo>
                    <a:pt x="8438897" y="3116972"/>
                  </a:lnTo>
                  <a:lnTo>
                    <a:pt x="8437185" y="3116972"/>
                  </a:lnTo>
                  <a:lnTo>
                    <a:pt x="8435474" y="3116972"/>
                  </a:lnTo>
                  <a:lnTo>
                    <a:pt x="8433763" y="3116972"/>
                  </a:lnTo>
                  <a:lnTo>
                    <a:pt x="8432051" y="3116972"/>
                  </a:lnTo>
                  <a:lnTo>
                    <a:pt x="8430340" y="3116972"/>
                  </a:lnTo>
                  <a:lnTo>
                    <a:pt x="8428629" y="3116972"/>
                  </a:lnTo>
                  <a:lnTo>
                    <a:pt x="8426917" y="3116972"/>
                  </a:lnTo>
                  <a:lnTo>
                    <a:pt x="8425206" y="3116972"/>
                  </a:lnTo>
                  <a:lnTo>
                    <a:pt x="8423494" y="3116972"/>
                  </a:lnTo>
                  <a:lnTo>
                    <a:pt x="8421783" y="3116972"/>
                  </a:lnTo>
                  <a:lnTo>
                    <a:pt x="8420072" y="3116972"/>
                  </a:lnTo>
                  <a:lnTo>
                    <a:pt x="8418360" y="3116972"/>
                  </a:lnTo>
                  <a:lnTo>
                    <a:pt x="8416649" y="3116972"/>
                  </a:lnTo>
                  <a:lnTo>
                    <a:pt x="8414937" y="3116972"/>
                  </a:lnTo>
                  <a:lnTo>
                    <a:pt x="8413226" y="3116972"/>
                  </a:lnTo>
                  <a:lnTo>
                    <a:pt x="8411515" y="3116972"/>
                  </a:lnTo>
                  <a:lnTo>
                    <a:pt x="8409803" y="3116972"/>
                  </a:lnTo>
                  <a:lnTo>
                    <a:pt x="8408092" y="3116972"/>
                  </a:lnTo>
                  <a:lnTo>
                    <a:pt x="8406380" y="3116972"/>
                  </a:lnTo>
                  <a:lnTo>
                    <a:pt x="8404669" y="3116972"/>
                  </a:lnTo>
                  <a:lnTo>
                    <a:pt x="8402958" y="3116972"/>
                  </a:lnTo>
                  <a:lnTo>
                    <a:pt x="8401246" y="3116972"/>
                  </a:lnTo>
                  <a:lnTo>
                    <a:pt x="8399535" y="3116972"/>
                  </a:lnTo>
                  <a:lnTo>
                    <a:pt x="8397823" y="3116972"/>
                  </a:lnTo>
                  <a:lnTo>
                    <a:pt x="8396112" y="3116972"/>
                  </a:lnTo>
                  <a:lnTo>
                    <a:pt x="8394401" y="3116972"/>
                  </a:lnTo>
                  <a:lnTo>
                    <a:pt x="8392689" y="3116972"/>
                  </a:lnTo>
                  <a:lnTo>
                    <a:pt x="8390978" y="3116972"/>
                  </a:lnTo>
                  <a:lnTo>
                    <a:pt x="8389266" y="3116972"/>
                  </a:lnTo>
                  <a:lnTo>
                    <a:pt x="8387555" y="3116972"/>
                  </a:lnTo>
                  <a:lnTo>
                    <a:pt x="8385844" y="3116972"/>
                  </a:lnTo>
                  <a:lnTo>
                    <a:pt x="8384132" y="3116972"/>
                  </a:lnTo>
                  <a:lnTo>
                    <a:pt x="8382421" y="3116972"/>
                  </a:lnTo>
                  <a:lnTo>
                    <a:pt x="8380709" y="3116972"/>
                  </a:lnTo>
                  <a:lnTo>
                    <a:pt x="8378998" y="3116972"/>
                  </a:lnTo>
                  <a:lnTo>
                    <a:pt x="8377287" y="3116972"/>
                  </a:lnTo>
                  <a:lnTo>
                    <a:pt x="8375575" y="3116972"/>
                  </a:lnTo>
                  <a:lnTo>
                    <a:pt x="8373864" y="3116972"/>
                  </a:lnTo>
                  <a:lnTo>
                    <a:pt x="8372152" y="3116972"/>
                  </a:lnTo>
                  <a:lnTo>
                    <a:pt x="8370441" y="3116972"/>
                  </a:lnTo>
                  <a:lnTo>
                    <a:pt x="8368730" y="3116972"/>
                  </a:lnTo>
                  <a:lnTo>
                    <a:pt x="8367018" y="3116972"/>
                  </a:lnTo>
                  <a:lnTo>
                    <a:pt x="8365307" y="3116972"/>
                  </a:lnTo>
                  <a:lnTo>
                    <a:pt x="8363595" y="3116972"/>
                  </a:lnTo>
                  <a:lnTo>
                    <a:pt x="8361884" y="3116972"/>
                  </a:lnTo>
                  <a:lnTo>
                    <a:pt x="8360173" y="3116972"/>
                  </a:lnTo>
                  <a:lnTo>
                    <a:pt x="8358461" y="3116972"/>
                  </a:lnTo>
                  <a:lnTo>
                    <a:pt x="8356750" y="3116972"/>
                  </a:lnTo>
                  <a:lnTo>
                    <a:pt x="8355038" y="3116972"/>
                  </a:lnTo>
                  <a:lnTo>
                    <a:pt x="8353327" y="3116972"/>
                  </a:lnTo>
                  <a:lnTo>
                    <a:pt x="8351616" y="3116972"/>
                  </a:lnTo>
                  <a:lnTo>
                    <a:pt x="8349904" y="3116972"/>
                  </a:lnTo>
                  <a:lnTo>
                    <a:pt x="8348193" y="3116972"/>
                  </a:lnTo>
                  <a:lnTo>
                    <a:pt x="8346481" y="3116972"/>
                  </a:lnTo>
                  <a:lnTo>
                    <a:pt x="8344770" y="3116972"/>
                  </a:lnTo>
                  <a:lnTo>
                    <a:pt x="8343059" y="3116972"/>
                  </a:lnTo>
                  <a:lnTo>
                    <a:pt x="8341347" y="3116972"/>
                  </a:lnTo>
                  <a:lnTo>
                    <a:pt x="8339636" y="3116972"/>
                  </a:lnTo>
                  <a:lnTo>
                    <a:pt x="8337924" y="3116972"/>
                  </a:lnTo>
                  <a:lnTo>
                    <a:pt x="8336213" y="3116972"/>
                  </a:lnTo>
                  <a:lnTo>
                    <a:pt x="8334502" y="3116972"/>
                  </a:lnTo>
                  <a:lnTo>
                    <a:pt x="8332790" y="3116972"/>
                  </a:lnTo>
                  <a:lnTo>
                    <a:pt x="8331079" y="3116972"/>
                  </a:lnTo>
                  <a:lnTo>
                    <a:pt x="8329367" y="3116972"/>
                  </a:lnTo>
                  <a:lnTo>
                    <a:pt x="8327656" y="3116972"/>
                  </a:lnTo>
                  <a:lnTo>
                    <a:pt x="8325945" y="3116972"/>
                  </a:lnTo>
                  <a:lnTo>
                    <a:pt x="8324233" y="3116972"/>
                  </a:lnTo>
                  <a:lnTo>
                    <a:pt x="8322522" y="3116972"/>
                  </a:lnTo>
                  <a:lnTo>
                    <a:pt x="8320811" y="3116972"/>
                  </a:lnTo>
                  <a:lnTo>
                    <a:pt x="8319099" y="3116972"/>
                  </a:lnTo>
                  <a:lnTo>
                    <a:pt x="8317388" y="3116972"/>
                  </a:lnTo>
                  <a:lnTo>
                    <a:pt x="8315676" y="3116972"/>
                  </a:lnTo>
                  <a:lnTo>
                    <a:pt x="8313965" y="3116972"/>
                  </a:lnTo>
                  <a:lnTo>
                    <a:pt x="8312254" y="3116972"/>
                  </a:lnTo>
                  <a:lnTo>
                    <a:pt x="8310542" y="3116972"/>
                  </a:lnTo>
                  <a:lnTo>
                    <a:pt x="8308831" y="3116972"/>
                  </a:lnTo>
                  <a:lnTo>
                    <a:pt x="8307119" y="3116972"/>
                  </a:lnTo>
                  <a:lnTo>
                    <a:pt x="8305408" y="3116972"/>
                  </a:lnTo>
                  <a:lnTo>
                    <a:pt x="8303697" y="3116972"/>
                  </a:lnTo>
                  <a:lnTo>
                    <a:pt x="8301985" y="3116972"/>
                  </a:lnTo>
                  <a:lnTo>
                    <a:pt x="8300274" y="3116972"/>
                  </a:lnTo>
                  <a:lnTo>
                    <a:pt x="8298562" y="3116972"/>
                  </a:lnTo>
                  <a:lnTo>
                    <a:pt x="8296851" y="3116972"/>
                  </a:lnTo>
                  <a:lnTo>
                    <a:pt x="8295140" y="3116972"/>
                  </a:lnTo>
                  <a:lnTo>
                    <a:pt x="8293428" y="3116972"/>
                  </a:lnTo>
                  <a:lnTo>
                    <a:pt x="8291717" y="3116972"/>
                  </a:lnTo>
                  <a:lnTo>
                    <a:pt x="8290005" y="3116972"/>
                  </a:lnTo>
                  <a:lnTo>
                    <a:pt x="8288294" y="3116972"/>
                  </a:lnTo>
                  <a:lnTo>
                    <a:pt x="8286583" y="3116972"/>
                  </a:lnTo>
                  <a:lnTo>
                    <a:pt x="8284871" y="3116972"/>
                  </a:lnTo>
                  <a:lnTo>
                    <a:pt x="8283160" y="3116972"/>
                  </a:lnTo>
                  <a:lnTo>
                    <a:pt x="8281448" y="3116972"/>
                  </a:lnTo>
                  <a:lnTo>
                    <a:pt x="8279737" y="3116972"/>
                  </a:lnTo>
                  <a:lnTo>
                    <a:pt x="8278026" y="3116972"/>
                  </a:lnTo>
                  <a:lnTo>
                    <a:pt x="8276314" y="3116972"/>
                  </a:lnTo>
                  <a:lnTo>
                    <a:pt x="8274603" y="3116972"/>
                  </a:lnTo>
                  <a:lnTo>
                    <a:pt x="8272891" y="3116972"/>
                  </a:lnTo>
                  <a:lnTo>
                    <a:pt x="8271180" y="3116972"/>
                  </a:lnTo>
                  <a:lnTo>
                    <a:pt x="8269469" y="3116972"/>
                  </a:lnTo>
                  <a:lnTo>
                    <a:pt x="8267757" y="3116972"/>
                  </a:lnTo>
                  <a:lnTo>
                    <a:pt x="8266046" y="3116972"/>
                  </a:lnTo>
                  <a:lnTo>
                    <a:pt x="8264334" y="3116972"/>
                  </a:lnTo>
                  <a:lnTo>
                    <a:pt x="8262623" y="3116972"/>
                  </a:lnTo>
                  <a:lnTo>
                    <a:pt x="8260912" y="3116972"/>
                  </a:lnTo>
                  <a:lnTo>
                    <a:pt x="8259200" y="3116972"/>
                  </a:lnTo>
                  <a:lnTo>
                    <a:pt x="8257489" y="3116972"/>
                  </a:lnTo>
                  <a:lnTo>
                    <a:pt x="8255777" y="3116972"/>
                  </a:lnTo>
                  <a:lnTo>
                    <a:pt x="8254066" y="3116972"/>
                  </a:lnTo>
                  <a:lnTo>
                    <a:pt x="8252355" y="3116972"/>
                  </a:lnTo>
                  <a:lnTo>
                    <a:pt x="8250643" y="3116972"/>
                  </a:lnTo>
                  <a:lnTo>
                    <a:pt x="8248932" y="3116972"/>
                  </a:lnTo>
                  <a:lnTo>
                    <a:pt x="8247220" y="3116972"/>
                  </a:lnTo>
                  <a:lnTo>
                    <a:pt x="8245509" y="3116972"/>
                  </a:lnTo>
                  <a:lnTo>
                    <a:pt x="8243798" y="3116972"/>
                  </a:lnTo>
                  <a:lnTo>
                    <a:pt x="8242086" y="3116972"/>
                  </a:lnTo>
                  <a:lnTo>
                    <a:pt x="8240375" y="3116972"/>
                  </a:lnTo>
                  <a:lnTo>
                    <a:pt x="8238663" y="3116972"/>
                  </a:lnTo>
                  <a:lnTo>
                    <a:pt x="8236952" y="3116972"/>
                  </a:lnTo>
                  <a:lnTo>
                    <a:pt x="8235241" y="3116972"/>
                  </a:lnTo>
                  <a:lnTo>
                    <a:pt x="8233529" y="3116972"/>
                  </a:lnTo>
                  <a:lnTo>
                    <a:pt x="8231818" y="3116972"/>
                  </a:lnTo>
                  <a:lnTo>
                    <a:pt x="8230106" y="3116972"/>
                  </a:lnTo>
                  <a:lnTo>
                    <a:pt x="8228395" y="3116972"/>
                  </a:lnTo>
                  <a:lnTo>
                    <a:pt x="8226684" y="3116972"/>
                  </a:lnTo>
                  <a:lnTo>
                    <a:pt x="8224972" y="3116972"/>
                  </a:lnTo>
                  <a:lnTo>
                    <a:pt x="8223261" y="3116972"/>
                  </a:lnTo>
                  <a:lnTo>
                    <a:pt x="8221550" y="3116972"/>
                  </a:lnTo>
                  <a:lnTo>
                    <a:pt x="8219838" y="3116972"/>
                  </a:lnTo>
                  <a:lnTo>
                    <a:pt x="8218127" y="3116972"/>
                  </a:lnTo>
                  <a:lnTo>
                    <a:pt x="8216415" y="3116972"/>
                  </a:lnTo>
                  <a:lnTo>
                    <a:pt x="8214704" y="3116972"/>
                  </a:lnTo>
                  <a:lnTo>
                    <a:pt x="8212993" y="3116972"/>
                  </a:lnTo>
                  <a:lnTo>
                    <a:pt x="8211281" y="3116972"/>
                  </a:lnTo>
                  <a:lnTo>
                    <a:pt x="8209570" y="3116972"/>
                  </a:lnTo>
                  <a:lnTo>
                    <a:pt x="8207858" y="3116972"/>
                  </a:lnTo>
                  <a:lnTo>
                    <a:pt x="8206147" y="3116972"/>
                  </a:lnTo>
                  <a:lnTo>
                    <a:pt x="8204436" y="3116972"/>
                  </a:lnTo>
                  <a:lnTo>
                    <a:pt x="8202724" y="3116972"/>
                  </a:lnTo>
                  <a:lnTo>
                    <a:pt x="8201013" y="3116972"/>
                  </a:lnTo>
                  <a:lnTo>
                    <a:pt x="8199301" y="3116972"/>
                  </a:lnTo>
                  <a:lnTo>
                    <a:pt x="8197590" y="3116972"/>
                  </a:lnTo>
                  <a:lnTo>
                    <a:pt x="8195879" y="3116972"/>
                  </a:lnTo>
                  <a:lnTo>
                    <a:pt x="8194167" y="3116972"/>
                  </a:lnTo>
                  <a:lnTo>
                    <a:pt x="8192456" y="3116972"/>
                  </a:lnTo>
                  <a:lnTo>
                    <a:pt x="8190744" y="3116972"/>
                  </a:lnTo>
                  <a:lnTo>
                    <a:pt x="8189033" y="3116972"/>
                  </a:lnTo>
                  <a:lnTo>
                    <a:pt x="8187322" y="3116972"/>
                  </a:lnTo>
                  <a:lnTo>
                    <a:pt x="8185610" y="3116972"/>
                  </a:lnTo>
                  <a:lnTo>
                    <a:pt x="8183899" y="3116972"/>
                  </a:lnTo>
                  <a:lnTo>
                    <a:pt x="8182187" y="3116972"/>
                  </a:lnTo>
                  <a:lnTo>
                    <a:pt x="8180476" y="3116972"/>
                  </a:lnTo>
                  <a:lnTo>
                    <a:pt x="8178765" y="3116972"/>
                  </a:lnTo>
                  <a:lnTo>
                    <a:pt x="8177053" y="3116972"/>
                  </a:lnTo>
                  <a:lnTo>
                    <a:pt x="8175342" y="3116972"/>
                  </a:lnTo>
                  <a:lnTo>
                    <a:pt x="8173630" y="3116972"/>
                  </a:lnTo>
                  <a:lnTo>
                    <a:pt x="8171919" y="3116972"/>
                  </a:lnTo>
                  <a:lnTo>
                    <a:pt x="8170208" y="3116972"/>
                  </a:lnTo>
                  <a:lnTo>
                    <a:pt x="8168496" y="3116972"/>
                  </a:lnTo>
                  <a:lnTo>
                    <a:pt x="8166785" y="3116972"/>
                  </a:lnTo>
                  <a:lnTo>
                    <a:pt x="8165073" y="3116972"/>
                  </a:lnTo>
                  <a:lnTo>
                    <a:pt x="8163362" y="3116972"/>
                  </a:lnTo>
                  <a:lnTo>
                    <a:pt x="8161651" y="3116972"/>
                  </a:lnTo>
                  <a:lnTo>
                    <a:pt x="8159939" y="3116972"/>
                  </a:lnTo>
                  <a:lnTo>
                    <a:pt x="8158228" y="3116972"/>
                  </a:lnTo>
                  <a:lnTo>
                    <a:pt x="8156516" y="3116972"/>
                  </a:lnTo>
                  <a:lnTo>
                    <a:pt x="8154805" y="3116972"/>
                  </a:lnTo>
                  <a:lnTo>
                    <a:pt x="8153094" y="3116972"/>
                  </a:lnTo>
                  <a:lnTo>
                    <a:pt x="8151382" y="3116972"/>
                  </a:lnTo>
                  <a:lnTo>
                    <a:pt x="8149671" y="3116972"/>
                  </a:lnTo>
                  <a:lnTo>
                    <a:pt x="8147959" y="3116972"/>
                  </a:lnTo>
                  <a:lnTo>
                    <a:pt x="8146248" y="3116972"/>
                  </a:lnTo>
                  <a:lnTo>
                    <a:pt x="8144537" y="3116972"/>
                  </a:lnTo>
                  <a:lnTo>
                    <a:pt x="8142825" y="3116972"/>
                  </a:lnTo>
                  <a:lnTo>
                    <a:pt x="8141114" y="3116972"/>
                  </a:lnTo>
                  <a:lnTo>
                    <a:pt x="8139402" y="3116972"/>
                  </a:lnTo>
                  <a:lnTo>
                    <a:pt x="8137691" y="3116972"/>
                  </a:lnTo>
                  <a:lnTo>
                    <a:pt x="8135980" y="3116972"/>
                  </a:lnTo>
                  <a:lnTo>
                    <a:pt x="8134268" y="3116972"/>
                  </a:lnTo>
                  <a:lnTo>
                    <a:pt x="8132557" y="3116972"/>
                  </a:lnTo>
                  <a:lnTo>
                    <a:pt x="8130845" y="3116972"/>
                  </a:lnTo>
                  <a:lnTo>
                    <a:pt x="8129134" y="3116972"/>
                  </a:lnTo>
                  <a:lnTo>
                    <a:pt x="8127423" y="3116972"/>
                  </a:lnTo>
                  <a:lnTo>
                    <a:pt x="8125711" y="3116972"/>
                  </a:lnTo>
                  <a:lnTo>
                    <a:pt x="8124000" y="3116972"/>
                  </a:lnTo>
                  <a:lnTo>
                    <a:pt x="8122288" y="3116972"/>
                  </a:lnTo>
                  <a:lnTo>
                    <a:pt x="8120577" y="3116972"/>
                  </a:lnTo>
                  <a:lnTo>
                    <a:pt x="8118866" y="3116972"/>
                  </a:lnTo>
                  <a:lnTo>
                    <a:pt x="8117154" y="3116972"/>
                  </a:lnTo>
                  <a:lnTo>
                    <a:pt x="8115443" y="3116972"/>
                  </a:lnTo>
                  <a:lnTo>
                    <a:pt x="8113732" y="3116972"/>
                  </a:lnTo>
                  <a:lnTo>
                    <a:pt x="8112020" y="3116972"/>
                  </a:lnTo>
                  <a:lnTo>
                    <a:pt x="8110309" y="3116972"/>
                  </a:lnTo>
                  <a:lnTo>
                    <a:pt x="8108597" y="3116972"/>
                  </a:lnTo>
                  <a:lnTo>
                    <a:pt x="8106886" y="3116972"/>
                  </a:lnTo>
                  <a:lnTo>
                    <a:pt x="8105175" y="3116972"/>
                  </a:lnTo>
                  <a:lnTo>
                    <a:pt x="8103463" y="3116972"/>
                  </a:lnTo>
                  <a:lnTo>
                    <a:pt x="8101752" y="3116972"/>
                  </a:lnTo>
                  <a:lnTo>
                    <a:pt x="8100040" y="3116972"/>
                  </a:lnTo>
                  <a:lnTo>
                    <a:pt x="8098329" y="3116972"/>
                  </a:lnTo>
                  <a:lnTo>
                    <a:pt x="8096618" y="3116972"/>
                  </a:lnTo>
                  <a:lnTo>
                    <a:pt x="8094906" y="3116972"/>
                  </a:lnTo>
                  <a:lnTo>
                    <a:pt x="8093195" y="3116972"/>
                  </a:lnTo>
                  <a:lnTo>
                    <a:pt x="8091483" y="3116972"/>
                  </a:lnTo>
                  <a:lnTo>
                    <a:pt x="8089772" y="3116972"/>
                  </a:lnTo>
                  <a:lnTo>
                    <a:pt x="8088061" y="3116972"/>
                  </a:lnTo>
                  <a:lnTo>
                    <a:pt x="8086349" y="3116972"/>
                  </a:lnTo>
                  <a:lnTo>
                    <a:pt x="8084638" y="3116972"/>
                  </a:lnTo>
                  <a:lnTo>
                    <a:pt x="8082926" y="3116972"/>
                  </a:lnTo>
                  <a:lnTo>
                    <a:pt x="8081215" y="3116972"/>
                  </a:lnTo>
                  <a:lnTo>
                    <a:pt x="8079504" y="3116972"/>
                  </a:lnTo>
                  <a:lnTo>
                    <a:pt x="8077792" y="3116972"/>
                  </a:lnTo>
                  <a:lnTo>
                    <a:pt x="8076081" y="3116972"/>
                  </a:lnTo>
                  <a:lnTo>
                    <a:pt x="8074369" y="3116972"/>
                  </a:lnTo>
                  <a:lnTo>
                    <a:pt x="8072658" y="3116972"/>
                  </a:lnTo>
                  <a:lnTo>
                    <a:pt x="8070947" y="3116972"/>
                  </a:lnTo>
                  <a:lnTo>
                    <a:pt x="8069235" y="3116972"/>
                  </a:lnTo>
                  <a:lnTo>
                    <a:pt x="8067524" y="3116972"/>
                  </a:lnTo>
                  <a:lnTo>
                    <a:pt x="8065812" y="3116972"/>
                  </a:lnTo>
                  <a:lnTo>
                    <a:pt x="8064101" y="3116972"/>
                  </a:lnTo>
                  <a:lnTo>
                    <a:pt x="8062390" y="3116972"/>
                  </a:lnTo>
                  <a:lnTo>
                    <a:pt x="8060678" y="3116972"/>
                  </a:lnTo>
                  <a:lnTo>
                    <a:pt x="8058967" y="3116972"/>
                  </a:lnTo>
                  <a:lnTo>
                    <a:pt x="8057255" y="3116972"/>
                  </a:lnTo>
                  <a:lnTo>
                    <a:pt x="8055544" y="3116972"/>
                  </a:lnTo>
                  <a:lnTo>
                    <a:pt x="8053833" y="3116972"/>
                  </a:lnTo>
                  <a:lnTo>
                    <a:pt x="8052121" y="3116972"/>
                  </a:lnTo>
                  <a:lnTo>
                    <a:pt x="8050410" y="3116972"/>
                  </a:lnTo>
                  <a:lnTo>
                    <a:pt x="8048698" y="3116972"/>
                  </a:lnTo>
                  <a:lnTo>
                    <a:pt x="8046987" y="3116972"/>
                  </a:lnTo>
                  <a:lnTo>
                    <a:pt x="8045276" y="3116972"/>
                  </a:lnTo>
                  <a:lnTo>
                    <a:pt x="8043564" y="3116972"/>
                  </a:lnTo>
                  <a:lnTo>
                    <a:pt x="8041853" y="3116972"/>
                  </a:lnTo>
                  <a:lnTo>
                    <a:pt x="8040141" y="3116972"/>
                  </a:lnTo>
                  <a:lnTo>
                    <a:pt x="8038430" y="3116972"/>
                  </a:lnTo>
                  <a:lnTo>
                    <a:pt x="8036719" y="3116972"/>
                  </a:lnTo>
                  <a:lnTo>
                    <a:pt x="8035007" y="3116972"/>
                  </a:lnTo>
                  <a:lnTo>
                    <a:pt x="8033296" y="3116972"/>
                  </a:lnTo>
                  <a:lnTo>
                    <a:pt x="8031584" y="3116972"/>
                  </a:lnTo>
                  <a:lnTo>
                    <a:pt x="8029873" y="3116972"/>
                  </a:lnTo>
                  <a:lnTo>
                    <a:pt x="8028162" y="3116972"/>
                  </a:lnTo>
                  <a:lnTo>
                    <a:pt x="8026450" y="3116972"/>
                  </a:lnTo>
                  <a:lnTo>
                    <a:pt x="8024739" y="3116972"/>
                  </a:lnTo>
                  <a:lnTo>
                    <a:pt x="8023027" y="3116972"/>
                  </a:lnTo>
                  <a:lnTo>
                    <a:pt x="8021316" y="3116972"/>
                  </a:lnTo>
                  <a:lnTo>
                    <a:pt x="8019605" y="3116972"/>
                  </a:lnTo>
                  <a:lnTo>
                    <a:pt x="8017893" y="3116972"/>
                  </a:lnTo>
                  <a:lnTo>
                    <a:pt x="8016182" y="3116972"/>
                  </a:lnTo>
                  <a:lnTo>
                    <a:pt x="8014470" y="3116972"/>
                  </a:lnTo>
                  <a:lnTo>
                    <a:pt x="8012759" y="3116972"/>
                  </a:lnTo>
                  <a:lnTo>
                    <a:pt x="8011048" y="3116972"/>
                  </a:lnTo>
                  <a:lnTo>
                    <a:pt x="8009336" y="3116972"/>
                  </a:lnTo>
                  <a:lnTo>
                    <a:pt x="8007625" y="3116972"/>
                  </a:lnTo>
                  <a:lnTo>
                    <a:pt x="8005914" y="3116972"/>
                  </a:lnTo>
                  <a:lnTo>
                    <a:pt x="8004202" y="3116972"/>
                  </a:lnTo>
                  <a:lnTo>
                    <a:pt x="8002491" y="3116972"/>
                  </a:lnTo>
                  <a:lnTo>
                    <a:pt x="8000779" y="3116972"/>
                  </a:lnTo>
                  <a:lnTo>
                    <a:pt x="7999068" y="3116972"/>
                  </a:lnTo>
                  <a:lnTo>
                    <a:pt x="7997357" y="3116972"/>
                  </a:lnTo>
                  <a:lnTo>
                    <a:pt x="7995645" y="3116972"/>
                  </a:lnTo>
                  <a:lnTo>
                    <a:pt x="7993934" y="3116972"/>
                  </a:lnTo>
                  <a:lnTo>
                    <a:pt x="7992222" y="3116972"/>
                  </a:lnTo>
                  <a:lnTo>
                    <a:pt x="7990511" y="3116972"/>
                  </a:lnTo>
                  <a:lnTo>
                    <a:pt x="7988800" y="3116972"/>
                  </a:lnTo>
                  <a:lnTo>
                    <a:pt x="7987088" y="3116972"/>
                  </a:lnTo>
                  <a:lnTo>
                    <a:pt x="7985377" y="3116972"/>
                  </a:lnTo>
                  <a:lnTo>
                    <a:pt x="7983665" y="3116972"/>
                  </a:lnTo>
                  <a:lnTo>
                    <a:pt x="7981954" y="3116972"/>
                  </a:lnTo>
                  <a:lnTo>
                    <a:pt x="7980243" y="3116972"/>
                  </a:lnTo>
                  <a:lnTo>
                    <a:pt x="7978531" y="3116972"/>
                  </a:lnTo>
                  <a:lnTo>
                    <a:pt x="7976820" y="3116972"/>
                  </a:lnTo>
                  <a:lnTo>
                    <a:pt x="7975108" y="3116972"/>
                  </a:lnTo>
                  <a:lnTo>
                    <a:pt x="7973397" y="3116972"/>
                  </a:lnTo>
                  <a:lnTo>
                    <a:pt x="7971686" y="3116972"/>
                  </a:lnTo>
                  <a:lnTo>
                    <a:pt x="7969974" y="3116972"/>
                  </a:lnTo>
                  <a:lnTo>
                    <a:pt x="7968263" y="3116972"/>
                  </a:lnTo>
                  <a:lnTo>
                    <a:pt x="7966551" y="3116972"/>
                  </a:lnTo>
                  <a:lnTo>
                    <a:pt x="7964840" y="3116972"/>
                  </a:lnTo>
                  <a:lnTo>
                    <a:pt x="7963129" y="3116972"/>
                  </a:lnTo>
                  <a:lnTo>
                    <a:pt x="7961417" y="3116972"/>
                  </a:lnTo>
                  <a:lnTo>
                    <a:pt x="7959706" y="3116972"/>
                  </a:lnTo>
                  <a:lnTo>
                    <a:pt x="7957994" y="3116972"/>
                  </a:lnTo>
                  <a:lnTo>
                    <a:pt x="7956283" y="3116972"/>
                  </a:lnTo>
                  <a:lnTo>
                    <a:pt x="7954572" y="3116972"/>
                  </a:lnTo>
                  <a:lnTo>
                    <a:pt x="7952860" y="3116972"/>
                  </a:lnTo>
                  <a:lnTo>
                    <a:pt x="7951149" y="3116972"/>
                  </a:lnTo>
                  <a:lnTo>
                    <a:pt x="7949437" y="3116972"/>
                  </a:lnTo>
                  <a:lnTo>
                    <a:pt x="7947726" y="3116972"/>
                  </a:lnTo>
                  <a:lnTo>
                    <a:pt x="7946015" y="3116972"/>
                  </a:lnTo>
                  <a:lnTo>
                    <a:pt x="7944303" y="3116972"/>
                  </a:lnTo>
                  <a:lnTo>
                    <a:pt x="7942592" y="3116972"/>
                  </a:lnTo>
                  <a:lnTo>
                    <a:pt x="7940880" y="3116972"/>
                  </a:lnTo>
                  <a:lnTo>
                    <a:pt x="7939169" y="3116972"/>
                  </a:lnTo>
                  <a:lnTo>
                    <a:pt x="7937458" y="3116972"/>
                  </a:lnTo>
                  <a:lnTo>
                    <a:pt x="7935746" y="3116972"/>
                  </a:lnTo>
                  <a:lnTo>
                    <a:pt x="7934035" y="3116972"/>
                  </a:lnTo>
                  <a:lnTo>
                    <a:pt x="7932323" y="3116972"/>
                  </a:lnTo>
                  <a:lnTo>
                    <a:pt x="7930612" y="3116972"/>
                  </a:lnTo>
                  <a:lnTo>
                    <a:pt x="7928901" y="3116972"/>
                  </a:lnTo>
                  <a:lnTo>
                    <a:pt x="7927189" y="3116972"/>
                  </a:lnTo>
                  <a:lnTo>
                    <a:pt x="7925478" y="3116972"/>
                  </a:lnTo>
                  <a:lnTo>
                    <a:pt x="7923766" y="3116972"/>
                  </a:lnTo>
                  <a:lnTo>
                    <a:pt x="7922055" y="3116972"/>
                  </a:lnTo>
                  <a:lnTo>
                    <a:pt x="7920344" y="3116972"/>
                  </a:lnTo>
                  <a:lnTo>
                    <a:pt x="7918632" y="3116972"/>
                  </a:lnTo>
                  <a:lnTo>
                    <a:pt x="7916921" y="3116972"/>
                  </a:lnTo>
                  <a:lnTo>
                    <a:pt x="7915209" y="3116972"/>
                  </a:lnTo>
                  <a:lnTo>
                    <a:pt x="7913498" y="3116972"/>
                  </a:lnTo>
                  <a:lnTo>
                    <a:pt x="7911787" y="3116972"/>
                  </a:lnTo>
                  <a:lnTo>
                    <a:pt x="7910075" y="3116972"/>
                  </a:lnTo>
                  <a:lnTo>
                    <a:pt x="7908364" y="3116972"/>
                  </a:lnTo>
                  <a:lnTo>
                    <a:pt x="7906652" y="3116972"/>
                  </a:lnTo>
                  <a:lnTo>
                    <a:pt x="7904941" y="3116972"/>
                  </a:lnTo>
                  <a:lnTo>
                    <a:pt x="7903230" y="3116972"/>
                  </a:lnTo>
                  <a:lnTo>
                    <a:pt x="7901518" y="3116972"/>
                  </a:lnTo>
                  <a:lnTo>
                    <a:pt x="7899807" y="3116972"/>
                  </a:lnTo>
                  <a:lnTo>
                    <a:pt x="7898096" y="3116972"/>
                  </a:lnTo>
                  <a:lnTo>
                    <a:pt x="7896384" y="3116972"/>
                  </a:lnTo>
                  <a:lnTo>
                    <a:pt x="7894673" y="3116972"/>
                  </a:lnTo>
                  <a:lnTo>
                    <a:pt x="7892961" y="3116972"/>
                  </a:lnTo>
                  <a:lnTo>
                    <a:pt x="7891250" y="3116972"/>
                  </a:lnTo>
                  <a:lnTo>
                    <a:pt x="7889539" y="3116972"/>
                  </a:lnTo>
                  <a:lnTo>
                    <a:pt x="7887827" y="3116972"/>
                  </a:lnTo>
                  <a:lnTo>
                    <a:pt x="7886116" y="3116972"/>
                  </a:lnTo>
                  <a:lnTo>
                    <a:pt x="7884404" y="3116972"/>
                  </a:lnTo>
                  <a:lnTo>
                    <a:pt x="7882693" y="3116972"/>
                  </a:lnTo>
                  <a:lnTo>
                    <a:pt x="7880982" y="3116972"/>
                  </a:lnTo>
                  <a:lnTo>
                    <a:pt x="7879270" y="3116972"/>
                  </a:lnTo>
                  <a:lnTo>
                    <a:pt x="7877559" y="3116972"/>
                  </a:lnTo>
                  <a:lnTo>
                    <a:pt x="7875847" y="3116972"/>
                  </a:lnTo>
                  <a:lnTo>
                    <a:pt x="7874136" y="3116972"/>
                  </a:lnTo>
                  <a:lnTo>
                    <a:pt x="7872425" y="3116972"/>
                  </a:lnTo>
                  <a:lnTo>
                    <a:pt x="7870713" y="3116972"/>
                  </a:lnTo>
                  <a:lnTo>
                    <a:pt x="7869002" y="3116972"/>
                  </a:lnTo>
                  <a:lnTo>
                    <a:pt x="7867290" y="3116972"/>
                  </a:lnTo>
                  <a:lnTo>
                    <a:pt x="7865579" y="3116972"/>
                  </a:lnTo>
                  <a:lnTo>
                    <a:pt x="7863868" y="3116972"/>
                  </a:lnTo>
                  <a:lnTo>
                    <a:pt x="7862156" y="3116972"/>
                  </a:lnTo>
                  <a:lnTo>
                    <a:pt x="7860445" y="3116972"/>
                  </a:lnTo>
                  <a:lnTo>
                    <a:pt x="7858733" y="3116972"/>
                  </a:lnTo>
                  <a:lnTo>
                    <a:pt x="7857022" y="3116972"/>
                  </a:lnTo>
                  <a:lnTo>
                    <a:pt x="7855311" y="3116972"/>
                  </a:lnTo>
                  <a:lnTo>
                    <a:pt x="7853599" y="3116972"/>
                  </a:lnTo>
                  <a:lnTo>
                    <a:pt x="7851888" y="3116972"/>
                  </a:lnTo>
                  <a:lnTo>
                    <a:pt x="7850176" y="3116972"/>
                  </a:lnTo>
                  <a:lnTo>
                    <a:pt x="7848465" y="3116972"/>
                  </a:lnTo>
                  <a:lnTo>
                    <a:pt x="7846754" y="3116972"/>
                  </a:lnTo>
                  <a:lnTo>
                    <a:pt x="7845042" y="3116972"/>
                  </a:lnTo>
                  <a:lnTo>
                    <a:pt x="7843331" y="3116972"/>
                  </a:lnTo>
                  <a:lnTo>
                    <a:pt x="7841619" y="3116972"/>
                  </a:lnTo>
                  <a:lnTo>
                    <a:pt x="7839908" y="3116972"/>
                  </a:lnTo>
                  <a:lnTo>
                    <a:pt x="7838197" y="3116972"/>
                  </a:lnTo>
                  <a:lnTo>
                    <a:pt x="7836485" y="3116972"/>
                  </a:lnTo>
                  <a:lnTo>
                    <a:pt x="7834774" y="3116972"/>
                  </a:lnTo>
                  <a:lnTo>
                    <a:pt x="7833062" y="3116972"/>
                  </a:lnTo>
                  <a:lnTo>
                    <a:pt x="7831351" y="3116972"/>
                  </a:lnTo>
                  <a:lnTo>
                    <a:pt x="7829640" y="3116972"/>
                  </a:lnTo>
                  <a:lnTo>
                    <a:pt x="7827928" y="3116972"/>
                  </a:lnTo>
                  <a:lnTo>
                    <a:pt x="7826217" y="3116972"/>
                  </a:lnTo>
                  <a:lnTo>
                    <a:pt x="7824505" y="3116972"/>
                  </a:lnTo>
                  <a:lnTo>
                    <a:pt x="7822794" y="3116972"/>
                  </a:lnTo>
                  <a:lnTo>
                    <a:pt x="7821083" y="3116972"/>
                  </a:lnTo>
                  <a:lnTo>
                    <a:pt x="7819371" y="3116972"/>
                  </a:lnTo>
                  <a:lnTo>
                    <a:pt x="7817660" y="3116972"/>
                  </a:lnTo>
                  <a:lnTo>
                    <a:pt x="7815948" y="3116972"/>
                  </a:lnTo>
                  <a:lnTo>
                    <a:pt x="7814237" y="3116972"/>
                  </a:lnTo>
                  <a:lnTo>
                    <a:pt x="7812526" y="3116972"/>
                  </a:lnTo>
                  <a:lnTo>
                    <a:pt x="7810814" y="3116972"/>
                  </a:lnTo>
                  <a:lnTo>
                    <a:pt x="7809103" y="3116972"/>
                  </a:lnTo>
                  <a:lnTo>
                    <a:pt x="7807391" y="3116972"/>
                  </a:lnTo>
                  <a:lnTo>
                    <a:pt x="7805680" y="3116972"/>
                  </a:lnTo>
                  <a:lnTo>
                    <a:pt x="7803969" y="3116972"/>
                  </a:lnTo>
                  <a:lnTo>
                    <a:pt x="7802257" y="3116972"/>
                  </a:lnTo>
                  <a:lnTo>
                    <a:pt x="7800546" y="3116972"/>
                  </a:lnTo>
                  <a:lnTo>
                    <a:pt x="7798835" y="3116972"/>
                  </a:lnTo>
                  <a:lnTo>
                    <a:pt x="7797123" y="3116972"/>
                  </a:lnTo>
                  <a:lnTo>
                    <a:pt x="7795412" y="3116972"/>
                  </a:lnTo>
                  <a:lnTo>
                    <a:pt x="7793700" y="3116972"/>
                  </a:lnTo>
                  <a:lnTo>
                    <a:pt x="7791989" y="3116972"/>
                  </a:lnTo>
                  <a:lnTo>
                    <a:pt x="7790278" y="3116972"/>
                  </a:lnTo>
                  <a:lnTo>
                    <a:pt x="7788566" y="3116972"/>
                  </a:lnTo>
                  <a:lnTo>
                    <a:pt x="7786855" y="3116972"/>
                  </a:lnTo>
                  <a:lnTo>
                    <a:pt x="7785143" y="3116972"/>
                  </a:lnTo>
                  <a:lnTo>
                    <a:pt x="7783432" y="3116972"/>
                  </a:lnTo>
                  <a:lnTo>
                    <a:pt x="7781721" y="3116972"/>
                  </a:lnTo>
                  <a:lnTo>
                    <a:pt x="7780009" y="3116972"/>
                  </a:lnTo>
                  <a:lnTo>
                    <a:pt x="7778298" y="3116972"/>
                  </a:lnTo>
                  <a:lnTo>
                    <a:pt x="7776586" y="3116972"/>
                  </a:lnTo>
                  <a:lnTo>
                    <a:pt x="7774875" y="3116972"/>
                  </a:lnTo>
                  <a:lnTo>
                    <a:pt x="7773164" y="3116972"/>
                  </a:lnTo>
                  <a:lnTo>
                    <a:pt x="7771452" y="3116972"/>
                  </a:lnTo>
                  <a:lnTo>
                    <a:pt x="7769741" y="3116972"/>
                  </a:lnTo>
                  <a:lnTo>
                    <a:pt x="7768029" y="3116972"/>
                  </a:lnTo>
                  <a:lnTo>
                    <a:pt x="7766318" y="3116972"/>
                  </a:lnTo>
                  <a:lnTo>
                    <a:pt x="7764607" y="3116972"/>
                  </a:lnTo>
                  <a:lnTo>
                    <a:pt x="7762895" y="3116972"/>
                  </a:lnTo>
                  <a:lnTo>
                    <a:pt x="7761184" y="3116972"/>
                  </a:lnTo>
                  <a:lnTo>
                    <a:pt x="7759472" y="3116972"/>
                  </a:lnTo>
                  <a:lnTo>
                    <a:pt x="7757761" y="3116972"/>
                  </a:lnTo>
                  <a:lnTo>
                    <a:pt x="7756050" y="3116972"/>
                  </a:lnTo>
                  <a:lnTo>
                    <a:pt x="7754338" y="3116972"/>
                  </a:lnTo>
                  <a:lnTo>
                    <a:pt x="7752627" y="3116972"/>
                  </a:lnTo>
                  <a:lnTo>
                    <a:pt x="7750915" y="3116972"/>
                  </a:lnTo>
                  <a:lnTo>
                    <a:pt x="7749204" y="3116972"/>
                  </a:lnTo>
                  <a:lnTo>
                    <a:pt x="7747493" y="3116972"/>
                  </a:lnTo>
                  <a:lnTo>
                    <a:pt x="7745781" y="3116972"/>
                  </a:lnTo>
                  <a:lnTo>
                    <a:pt x="7744070" y="3116972"/>
                  </a:lnTo>
                  <a:lnTo>
                    <a:pt x="7742358" y="3116972"/>
                  </a:lnTo>
                  <a:lnTo>
                    <a:pt x="7740647" y="3116972"/>
                  </a:lnTo>
                  <a:lnTo>
                    <a:pt x="7738936" y="3116972"/>
                  </a:lnTo>
                  <a:lnTo>
                    <a:pt x="7737224" y="3116972"/>
                  </a:lnTo>
                  <a:lnTo>
                    <a:pt x="7735513" y="3116972"/>
                  </a:lnTo>
                  <a:lnTo>
                    <a:pt x="7733801" y="3116972"/>
                  </a:lnTo>
                  <a:lnTo>
                    <a:pt x="7732090" y="3116972"/>
                  </a:lnTo>
                  <a:lnTo>
                    <a:pt x="7730379" y="3116972"/>
                  </a:lnTo>
                  <a:lnTo>
                    <a:pt x="7728667" y="3116972"/>
                  </a:lnTo>
                  <a:lnTo>
                    <a:pt x="7726956" y="3116972"/>
                  </a:lnTo>
                  <a:lnTo>
                    <a:pt x="7725244" y="3116972"/>
                  </a:lnTo>
                  <a:lnTo>
                    <a:pt x="7723533" y="3116972"/>
                  </a:lnTo>
                  <a:lnTo>
                    <a:pt x="7721822" y="3116972"/>
                  </a:lnTo>
                  <a:lnTo>
                    <a:pt x="7720110" y="3116972"/>
                  </a:lnTo>
                  <a:lnTo>
                    <a:pt x="7718399" y="3116972"/>
                  </a:lnTo>
                  <a:lnTo>
                    <a:pt x="7716687" y="3116972"/>
                  </a:lnTo>
                  <a:lnTo>
                    <a:pt x="7714976" y="3116972"/>
                  </a:lnTo>
                  <a:lnTo>
                    <a:pt x="7713265" y="3116972"/>
                  </a:lnTo>
                  <a:lnTo>
                    <a:pt x="7711553" y="3116972"/>
                  </a:lnTo>
                  <a:lnTo>
                    <a:pt x="7709842" y="3116972"/>
                  </a:lnTo>
                  <a:lnTo>
                    <a:pt x="7708130" y="3116972"/>
                  </a:lnTo>
                  <a:lnTo>
                    <a:pt x="7706419" y="3116972"/>
                  </a:lnTo>
                  <a:lnTo>
                    <a:pt x="7704708" y="3116972"/>
                  </a:lnTo>
                  <a:lnTo>
                    <a:pt x="7702996" y="3116972"/>
                  </a:lnTo>
                  <a:lnTo>
                    <a:pt x="7701285" y="3116972"/>
                  </a:lnTo>
                  <a:lnTo>
                    <a:pt x="7699573" y="3116972"/>
                  </a:lnTo>
                  <a:lnTo>
                    <a:pt x="7697862" y="3116972"/>
                  </a:lnTo>
                  <a:lnTo>
                    <a:pt x="7696151" y="3116972"/>
                  </a:lnTo>
                  <a:lnTo>
                    <a:pt x="7694439" y="3116972"/>
                  </a:lnTo>
                  <a:lnTo>
                    <a:pt x="7692728" y="3116972"/>
                  </a:lnTo>
                  <a:lnTo>
                    <a:pt x="7691017" y="3116972"/>
                  </a:lnTo>
                  <a:lnTo>
                    <a:pt x="7689305" y="3116972"/>
                  </a:lnTo>
                  <a:lnTo>
                    <a:pt x="7687594" y="3116972"/>
                  </a:lnTo>
                  <a:lnTo>
                    <a:pt x="7685882" y="3116972"/>
                  </a:lnTo>
                  <a:lnTo>
                    <a:pt x="7684171" y="3116972"/>
                  </a:lnTo>
                  <a:lnTo>
                    <a:pt x="7682460" y="3116972"/>
                  </a:lnTo>
                  <a:lnTo>
                    <a:pt x="7680748" y="3116972"/>
                  </a:lnTo>
                  <a:lnTo>
                    <a:pt x="7679037" y="3116972"/>
                  </a:lnTo>
                  <a:lnTo>
                    <a:pt x="7677325" y="3116972"/>
                  </a:lnTo>
                  <a:lnTo>
                    <a:pt x="7675614" y="3116972"/>
                  </a:lnTo>
                  <a:lnTo>
                    <a:pt x="7673903" y="3116972"/>
                  </a:lnTo>
                  <a:lnTo>
                    <a:pt x="7672191" y="3116972"/>
                  </a:lnTo>
                  <a:lnTo>
                    <a:pt x="7670480" y="3116972"/>
                  </a:lnTo>
                  <a:lnTo>
                    <a:pt x="7668768" y="3116972"/>
                  </a:lnTo>
                  <a:lnTo>
                    <a:pt x="7667057" y="3116972"/>
                  </a:lnTo>
                  <a:lnTo>
                    <a:pt x="7665346" y="3116972"/>
                  </a:lnTo>
                  <a:lnTo>
                    <a:pt x="7663634" y="3116972"/>
                  </a:lnTo>
                  <a:lnTo>
                    <a:pt x="7661923" y="3116972"/>
                  </a:lnTo>
                  <a:lnTo>
                    <a:pt x="7660211" y="3116972"/>
                  </a:lnTo>
                  <a:lnTo>
                    <a:pt x="7658500" y="3116972"/>
                  </a:lnTo>
                  <a:lnTo>
                    <a:pt x="7656789" y="3116972"/>
                  </a:lnTo>
                  <a:lnTo>
                    <a:pt x="7655077" y="3116972"/>
                  </a:lnTo>
                  <a:lnTo>
                    <a:pt x="7653366" y="3116972"/>
                  </a:lnTo>
                  <a:lnTo>
                    <a:pt x="7651654" y="3116972"/>
                  </a:lnTo>
                  <a:lnTo>
                    <a:pt x="7649943" y="3116972"/>
                  </a:lnTo>
                  <a:lnTo>
                    <a:pt x="7648232" y="3116972"/>
                  </a:lnTo>
                  <a:lnTo>
                    <a:pt x="7646520" y="3116972"/>
                  </a:lnTo>
                  <a:lnTo>
                    <a:pt x="7644809" y="3116972"/>
                  </a:lnTo>
                  <a:lnTo>
                    <a:pt x="7643097" y="3116972"/>
                  </a:lnTo>
                  <a:lnTo>
                    <a:pt x="7641386" y="3116972"/>
                  </a:lnTo>
                  <a:lnTo>
                    <a:pt x="7639675" y="3116972"/>
                  </a:lnTo>
                  <a:lnTo>
                    <a:pt x="7637963" y="3116972"/>
                  </a:lnTo>
                  <a:lnTo>
                    <a:pt x="7636252" y="3116972"/>
                  </a:lnTo>
                  <a:lnTo>
                    <a:pt x="7634540" y="3116972"/>
                  </a:lnTo>
                  <a:lnTo>
                    <a:pt x="7632829" y="3116972"/>
                  </a:lnTo>
                  <a:lnTo>
                    <a:pt x="7631118" y="3116972"/>
                  </a:lnTo>
                  <a:lnTo>
                    <a:pt x="7629406" y="3116972"/>
                  </a:lnTo>
                  <a:lnTo>
                    <a:pt x="7627695" y="3116972"/>
                  </a:lnTo>
                  <a:lnTo>
                    <a:pt x="7625983" y="3116972"/>
                  </a:lnTo>
                  <a:lnTo>
                    <a:pt x="7624272" y="3116972"/>
                  </a:lnTo>
                  <a:lnTo>
                    <a:pt x="7622561" y="3116972"/>
                  </a:lnTo>
                  <a:lnTo>
                    <a:pt x="7620849" y="3116972"/>
                  </a:lnTo>
                  <a:lnTo>
                    <a:pt x="7619138" y="3116972"/>
                  </a:lnTo>
                  <a:lnTo>
                    <a:pt x="7617426" y="3116972"/>
                  </a:lnTo>
                  <a:lnTo>
                    <a:pt x="7615715" y="3116972"/>
                  </a:lnTo>
                  <a:lnTo>
                    <a:pt x="7614004" y="3116972"/>
                  </a:lnTo>
                  <a:lnTo>
                    <a:pt x="7612292" y="3116972"/>
                  </a:lnTo>
                  <a:lnTo>
                    <a:pt x="7610581" y="3116972"/>
                  </a:lnTo>
                  <a:lnTo>
                    <a:pt x="7608869" y="3116972"/>
                  </a:lnTo>
                  <a:lnTo>
                    <a:pt x="7607158" y="3116972"/>
                  </a:lnTo>
                  <a:lnTo>
                    <a:pt x="7605447" y="3116972"/>
                  </a:lnTo>
                  <a:lnTo>
                    <a:pt x="7603735" y="3116972"/>
                  </a:lnTo>
                  <a:lnTo>
                    <a:pt x="7602024" y="3116972"/>
                  </a:lnTo>
                  <a:lnTo>
                    <a:pt x="7600312" y="3116972"/>
                  </a:lnTo>
                  <a:lnTo>
                    <a:pt x="7598601" y="3116972"/>
                  </a:lnTo>
                  <a:lnTo>
                    <a:pt x="7596890" y="3116972"/>
                  </a:lnTo>
                  <a:lnTo>
                    <a:pt x="7595178" y="3116972"/>
                  </a:lnTo>
                  <a:lnTo>
                    <a:pt x="7593467" y="3116972"/>
                  </a:lnTo>
                  <a:lnTo>
                    <a:pt x="7591755" y="3116972"/>
                  </a:lnTo>
                  <a:lnTo>
                    <a:pt x="7590044" y="3116972"/>
                  </a:lnTo>
                  <a:lnTo>
                    <a:pt x="7588333" y="3116972"/>
                  </a:lnTo>
                  <a:lnTo>
                    <a:pt x="7586621" y="3116972"/>
                  </a:lnTo>
                  <a:lnTo>
                    <a:pt x="7584910" y="3116972"/>
                  </a:lnTo>
                  <a:lnTo>
                    <a:pt x="7583199" y="3116972"/>
                  </a:lnTo>
                  <a:lnTo>
                    <a:pt x="7581487" y="3116972"/>
                  </a:lnTo>
                  <a:lnTo>
                    <a:pt x="7579776" y="3116972"/>
                  </a:lnTo>
                  <a:lnTo>
                    <a:pt x="7578064" y="3116972"/>
                  </a:lnTo>
                  <a:lnTo>
                    <a:pt x="7576353" y="3116972"/>
                  </a:lnTo>
                  <a:lnTo>
                    <a:pt x="7574642" y="3116972"/>
                  </a:lnTo>
                  <a:lnTo>
                    <a:pt x="7572930" y="3116972"/>
                  </a:lnTo>
                  <a:lnTo>
                    <a:pt x="7571219" y="3116972"/>
                  </a:lnTo>
                  <a:lnTo>
                    <a:pt x="7569507" y="3116972"/>
                  </a:lnTo>
                  <a:lnTo>
                    <a:pt x="7567796" y="3116972"/>
                  </a:lnTo>
                  <a:lnTo>
                    <a:pt x="7566085" y="3116972"/>
                  </a:lnTo>
                  <a:lnTo>
                    <a:pt x="7564373" y="3116972"/>
                  </a:lnTo>
                  <a:lnTo>
                    <a:pt x="7562662" y="3116972"/>
                  </a:lnTo>
                  <a:lnTo>
                    <a:pt x="7560950" y="3116972"/>
                  </a:lnTo>
                  <a:lnTo>
                    <a:pt x="7559239" y="3116972"/>
                  </a:lnTo>
                  <a:lnTo>
                    <a:pt x="7557528" y="3116972"/>
                  </a:lnTo>
                  <a:lnTo>
                    <a:pt x="7555816" y="3116972"/>
                  </a:lnTo>
                  <a:lnTo>
                    <a:pt x="7554105" y="3116972"/>
                  </a:lnTo>
                  <a:lnTo>
                    <a:pt x="7552393" y="3116972"/>
                  </a:lnTo>
                  <a:lnTo>
                    <a:pt x="7550682" y="3116972"/>
                  </a:lnTo>
                  <a:lnTo>
                    <a:pt x="7548971" y="3116972"/>
                  </a:lnTo>
                  <a:lnTo>
                    <a:pt x="7547259" y="3116972"/>
                  </a:lnTo>
                  <a:lnTo>
                    <a:pt x="7545548" y="3116972"/>
                  </a:lnTo>
                  <a:lnTo>
                    <a:pt x="7543836" y="3116972"/>
                  </a:lnTo>
                  <a:lnTo>
                    <a:pt x="7542125" y="3116972"/>
                  </a:lnTo>
                  <a:lnTo>
                    <a:pt x="7540414" y="3116972"/>
                  </a:lnTo>
                  <a:lnTo>
                    <a:pt x="7538702" y="3116972"/>
                  </a:lnTo>
                  <a:lnTo>
                    <a:pt x="7536991" y="3116972"/>
                  </a:lnTo>
                  <a:lnTo>
                    <a:pt x="7535279" y="3116972"/>
                  </a:lnTo>
                  <a:lnTo>
                    <a:pt x="7533568" y="3116972"/>
                  </a:lnTo>
                  <a:lnTo>
                    <a:pt x="7531857" y="3116972"/>
                  </a:lnTo>
                  <a:lnTo>
                    <a:pt x="7530145" y="3116972"/>
                  </a:lnTo>
                  <a:lnTo>
                    <a:pt x="7528434" y="3116972"/>
                  </a:lnTo>
                  <a:lnTo>
                    <a:pt x="7526722" y="3116972"/>
                  </a:lnTo>
                  <a:lnTo>
                    <a:pt x="7525011" y="3116972"/>
                  </a:lnTo>
                  <a:lnTo>
                    <a:pt x="7523300" y="3116972"/>
                  </a:lnTo>
                  <a:lnTo>
                    <a:pt x="7521588" y="3116972"/>
                  </a:lnTo>
                  <a:lnTo>
                    <a:pt x="7519877" y="3116972"/>
                  </a:lnTo>
                  <a:lnTo>
                    <a:pt x="7518165" y="3116972"/>
                  </a:lnTo>
                  <a:lnTo>
                    <a:pt x="7516454" y="3116972"/>
                  </a:lnTo>
                  <a:lnTo>
                    <a:pt x="7514743" y="3116972"/>
                  </a:lnTo>
                  <a:lnTo>
                    <a:pt x="7513031" y="3116972"/>
                  </a:lnTo>
                  <a:lnTo>
                    <a:pt x="7511320" y="3116972"/>
                  </a:lnTo>
                  <a:lnTo>
                    <a:pt x="7509608" y="3116972"/>
                  </a:lnTo>
                  <a:lnTo>
                    <a:pt x="7507897" y="3116972"/>
                  </a:lnTo>
                  <a:lnTo>
                    <a:pt x="7506186" y="3116972"/>
                  </a:lnTo>
                  <a:lnTo>
                    <a:pt x="7504474" y="3116972"/>
                  </a:lnTo>
                  <a:lnTo>
                    <a:pt x="7502763" y="3116972"/>
                  </a:lnTo>
                  <a:lnTo>
                    <a:pt x="7501051" y="3116972"/>
                  </a:lnTo>
                  <a:lnTo>
                    <a:pt x="7499340" y="3116972"/>
                  </a:lnTo>
                  <a:lnTo>
                    <a:pt x="7497629" y="3116972"/>
                  </a:lnTo>
                  <a:lnTo>
                    <a:pt x="7495917" y="3116972"/>
                  </a:lnTo>
                  <a:lnTo>
                    <a:pt x="7494206" y="3116972"/>
                  </a:lnTo>
                  <a:lnTo>
                    <a:pt x="7492494" y="3116972"/>
                  </a:lnTo>
                  <a:lnTo>
                    <a:pt x="7490783" y="3116972"/>
                  </a:lnTo>
                  <a:lnTo>
                    <a:pt x="7489072" y="3116972"/>
                  </a:lnTo>
                  <a:lnTo>
                    <a:pt x="7487360" y="3116972"/>
                  </a:lnTo>
                  <a:lnTo>
                    <a:pt x="7485649" y="3116972"/>
                  </a:lnTo>
                  <a:lnTo>
                    <a:pt x="7483938" y="3116972"/>
                  </a:lnTo>
                  <a:lnTo>
                    <a:pt x="7482226" y="3116972"/>
                  </a:lnTo>
                  <a:lnTo>
                    <a:pt x="7480515" y="3116972"/>
                  </a:lnTo>
                  <a:lnTo>
                    <a:pt x="7478803" y="3116972"/>
                  </a:lnTo>
                  <a:lnTo>
                    <a:pt x="7477092" y="3116972"/>
                  </a:lnTo>
                  <a:lnTo>
                    <a:pt x="7475381" y="3116972"/>
                  </a:lnTo>
                  <a:lnTo>
                    <a:pt x="7473669" y="3116972"/>
                  </a:lnTo>
                  <a:lnTo>
                    <a:pt x="7471958" y="3116972"/>
                  </a:lnTo>
                  <a:lnTo>
                    <a:pt x="7470246" y="3116972"/>
                  </a:lnTo>
                  <a:lnTo>
                    <a:pt x="7468535" y="3116972"/>
                  </a:lnTo>
                  <a:lnTo>
                    <a:pt x="7466824" y="3116972"/>
                  </a:lnTo>
                  <a:lnTo>
                    <a:pt x="7465112" y="3116972"/>
                  </a:lnTo>
                  <a:lnTo>
                    <a:pt x="7463401" y="3116972"/>
                  </a:lnTo>
                  <a:lnTo>
                    <a:pt x="7461689" y="3116972"/>
                  </a:lnTo>
                  <a:lnTo>
                    <a:pt x="7459978" y="3116972"/>
                  </a:lnTo>
                  <a:lnTo>
                    <a:pt x="7458267" y="3116972"/>
                  </a:lnTo>
                  <a:lnTo>
                    <a:pt x="7456555" y="3116972"/>
                  </a:lnTo>
                  <a:lnTo>
                    <a:pt x="7454844" y="3116972"/>
                  </a:lnTo>
                  <a:lnTo>
                    <a:pt x="7453132" y="3116972"/>
                  </a:lnTo>
                  <a:lnTo>
                    <a:pt x="7451421" y="3116972"/>
                  </a:lnTo>
                  <a:lnTo>
                    <a:pt x="7449710" y="3116972"/>
                  </a:lnTo>
                  <a:lnTo>
                    <a:pt x="7447998" y="3116972"/>
                  </a:lnTo>
                  <a:lnTo>
                    <a:pt x="7446287" y="3116972"/>
                  </a:lnTo>
                  <a:lnTo>
                    <a:pt x="7444575" y="3116972"/>
                  </a:lnTo>
                  <a:lnTo>
                    <a:pt x="7442864" y="3116972"/>
                  </a:lnTo>
                  <a:lnTo>
                    <a:pt x="7441153" y="3116972"/>
                  </a:lnTo>
                  <a:lnTo>
                    <a:pt x="7439441" y="3116972"/>
                  </a:lnTo>
                  <a:lnTo>
                    <a:pt x="7437730" y="3116972"/>
                  </a:lnTo>
                  <a:lnTo>
                    <a:pt x="7436018" y="3116972"/>
                  </a:lnTo>
                  <a:lnTo>
                    <a:pt x="7434307" y="3116972"/>
                  </a:lnTo>
                  <a:lnTo>
                    <a:pt x="7432596" y="3116972"/>
                  </a:lnTo>
                  <a:lnTo>
                    <a:pt x="7430884" y="3116972"/>
                  </a:lnTo>
                  <a:lnTo>
                    <a:pt x="7429173" y="3116972"/>
                  </a:lnTo>
                  <a:lnTo>
                    <a:pt x="7427461" y="3116972"/>
                  </a:lnTo>
                  <a:lnTo>
                    <a:pt x="7425750" y="3116972"/>
                  </a:lnTo>
                  <a:lnTo>
                    <a:pt x="7424039" y="3116972"/>
                  </a:lnTo>
                  <a:lnTo>
                    <a:pt x="7422327" y="3116972"/>
                  </a:lnTo>
                  <a:lnTo>
                    <a:pt x="7420616" y="3116972"/>
                  </a:lnTo>
                  <a:lnTo>
                    <a:pt x="7418904" y="3116972"/>
                  </a:lnTo>
                  <a:lnTo>
                    <a:pt x="7417193" y="3116972"/>
                  </a:lnTo>
                  <a:lnTo>
                    <a:pt x="7415482" y="3116972"/>
                  </a:lnTo>
                  <a:lnTo>
                    <a:pt x="7413770" y="3116972"/>
                  </a:lnTo>
                  <a:lnTo>
                    <a:pt x="7412059" y="3116972"/>
                  </a:lnTo>
                  <a:lnTo>
                    <a:pt x="7410347" y="3116972"/>
                  </a:lnTo>
                  <a:lnTo>
                    <a:pt x="7408636" y="3116972"/>
                  </a:lnTo>
                  <a:lnTo>
                    <a:pt x="7406925" y="3116972"/>
                  </a:lnTo>
                  <a:lnTo>
                    <a:pt x="7405213" y="3116972"/>
                  </a:lnTo>
                  <a:lnTo>
                    <a:pt x="7403502" y="3116972"/>
                  </a:lnTo>
                  <a:lnTo>
                    <a:pt x="7401790" y="3116972"/>
                  </a:lnTo>
                  <a:lnTo>
                    <a:pt x="7400079" y="3116972"/>
                  </a:lnTo>
                  <a:lnTo>
                    <a:pt x="7398368" y="3116972"/>
                  </a:lnTo>
                  <a:lnTo>
                    <a:pt x="7396656" y="3116972"/>
                  </a:lnTo>
                  <a:lnTo>
                    <a:pt x="7394945" y="3116972"/>
                  </a:lnTo>
                  <a:lnTo>
                    <a:pt x="7393233" y="3116972"/>
                  </a:lnTo>
                  <a:lnTo>
                    <a:pt x="7391522" y="3116972"/>
                  </a:lnTo>
                  <a:lnTo>
                    <a:pt x="7389811" y="3116972"/>
                  </a:lnTo>
                  <a:lnTo>
                    <a:pt x="7388099" y="3116972"/>
                  </a:lnTo>
                  <a:lnTo>
                    <a:pt x="7386388" y="3116972"/>
                  </a:lnTo>
                  <a:lnTo>
                    <a:pt x="7384676" y="3116972"/>
                  </a:lnTo>
                  <a:lnTo>
                    <a:pt x="7382965" y="3116972"/>
                  </a:lnTo>
                  <a:lnTo>
                    <a:pt x="7381254" y="3116972"/>
                  </a:lnTo>
                  <a:lnTo>
                    <a:pt x="7379542" y="3116972"/>
                  </a:lnTo>
                  <a:lnTo>
                    <a:pt x="7377831" y="3116972"/>
                  </a:lnTo>
                  <a:lnTo>
                    <a:pt x="7376120" y="3116972"/>
                  </a:lnTo>
                  <a:lnTo>
                    <a:pt x="7374408" y="3116972"/>
                  </a:lnTo>
                  <a:lnTo>
                    <a:pt x="7372697" y="3116972"/>
                  </a:lnTo>
                  <a:lnTo>
                    <a:pt x="7370985" y="3116972"/>
                  </a:lnTo>
                  <a:lnTo>
                    <a:pt x="7369274" y="3116972"/>
                  </a:lnTo>
                  <a:lnTo>
                    <a:pt x="7367563" y="3116972"/>
                  </a:lnTo>
                  <a:lnTo>
                    <a:pt x="7365851" y="3116972"/>
                  </a:lnTo>
                  <a:lnTo>
                    <a:pt x="7364140" y="3116972"/>
                  </a:lnTo>
                  <a:lnTo>
                    <a:pt x="7362428" y="3116972"/>
                  </a:lnTo>
                  <a:lnTo>
                    <a:pt x="7360717" y="3116972"/>
                  </a:lnTo>
                  <a:lnTo>
                    <a:pt x="7359006" y="3116972"/>
                  </a:lnTo>
                  <a:lnTo>
                    <a:pt x="7357294" y="3116972"/>
                  </a:lnTo>
                  <a:lnTo>
                    <a:pt x="7355583" y="3116972"/>
                  </a:lnTo>
                  <a:lnTo>
                    <a:pt x="7353871" y="3116972"/>
                  </a:lnTo>
                  <a:lnTo>
                    <a:pt x="7352160" y="3116972"/>
                  </a:lnTo>
                  <a:lnTo>
                    <a:pt x="7350449" y="3116972"/>
                  </a:lnTo>
                  <a:lnTo>
                    <a:pt x="7348737" y="3116972"/>
                  </a:lnTo>
                  <a:lnTo>
                    <a:pt x="7347026" y="3116972"/>
                  </a:lnTo>
                  <a:lnTo>
                    <a:pt x="7345314" y="3116972"/>
                  </a:lnTo>
                  <a:lnTo>
                    <a:pt x="7343603" y="3116972"/>
                  </a:lnTo>
                  <a:lnTo>
                    <a:pt x="7341892" y="3116972"/>
                  </a:lnTo>
                  <a:lnTo>
                    <a:pt x="7340180" y="3116972"/>
                  </a:lnTo>
                  <a:lnTo>
                    <a:pt x="7338469" y="3116972"/>
                  </a:lnTo>
                  <a:lnTo>
                    <a:pt x="7336757" y="3116972"/>
                  </a:lnTo>
                  <a:lnTo>
                    <a:pt x="7335046" y="3116972"/>
                  </a:lnTo>
                  <a:lnTo>
                    <a:pt x="7333335" y="3116972"/>
                  </a:lnTo>
                  <a:lnTo>
                    <a:pt x="7331623" y="3116972"/>
                  </a:lnTo>
                  <a:lnTo>
                    <a:pt x="7329912" y="3116972"/>
                  </a:lnTo>
                  <a:lnTo>
                    <a:pt x="7328200" y="3116972"/>
                  </a:lnTo>
                  <a:lnTo>
                    <a:pt x="7326489" y="3116972"/>
                  </a:lnTo>
                  <a:lnTo>
                    <a:pt x="7324778" y="3116972"/>
                  </a:lnTo>
                  <a:lnTo>
                    <a:pt x="7323066" y="3116972"/>
                  </a:lnTo>
                  <a:lnTo>
                    <a:pt x="7321355" y="3116972"/>
                  </a:lnTo>
                  <a:lnTo>
                    <a:pt x="7319643" y="3116972"/>
                  </a:lnTo>
                  <a:lnTo>
                    <a:pt x="7317932" y="3116972"/>
                  </a:lnTo>
                  <a:lnTo>
                    <a:pt x="7316221" y="3116972"/>
                  </a:lnTo>
                  <a:lnTo>
                    <a:pt x="7314509" y="3116972"/>
                  </a:lnTo>
                  <a:lnTo>
                    <a:pt x="7312798" y="3116972"/>
                  </a:lnTo>
                  <a:lnTo>
                    <a:pt x="7311086" y="3116972"/>
                  </a:lnTo>
                  <a:lnTo>
                    <a:pt x="7309375" y="3116972"/>
                  </a:lnTo>
                  <a:lnTo>
                    <a:pt x="7307664" y="3116972"/>
                  </a:lnTo>
                  <a:lnTo>
                    <a:pt x="7305952" y="3116972"/>
                  </a:lnTo>
                  <a:lnTo>
                    <a:pt x="7304241" y="3116972"/>
                  </a:lnTo>
                  <a:lnTo>
                    <a:pt x="7302529" y="3116972"/>
                  </a:lnTo>
                  <a:lnTo>
                    <a:pt x="7300818" y="3116972"/>
                  </a:lnTo>
                  <a:lnTo>
                    <a:pt x="7299107" y="3116972"/>
                  </a:lnTo>
                  <a:lnTo>
                    <a:pt x="7297395" y="3116972"/>
                  </a:lnTo>
                  <a:lnTo>
                    <a:pt x="7295684" y="3116972"/>
                  </a:lnTo>
                  <a:lnTo>
                    <a:pt x="7293972" y="3116972"/>
                  </a:lnTo>
                  <a:lnTo>
                    <a:pt x="7292261" y="3116972"/>
                  </a:lnTo>
                  <a:lnTo>
                    <a:pt x="7290550" y="3116972"/>
                  </a:lnTo>
                  <a:lnTo>
                    <a:pt x="7288838" y="3116972"/>
                  </a:lnTo>
                  <a:lnTo>
                    <a:pt x="7287127" y="3116972"/>
                  </a:lnTo>
                  <a:lnTo>
                    <a:pt x="7285415" y="3116972"/>
                  </a:lnTo>
                  <a:lnTo>
                    <a:pt x="7283704" y="3116972"/>
                  </a:lnTo>
                  <a:lnTo>
                    <a:pt x="7281993" y="3116972"/>
                  </a:lnTo>
                  <a:lnTo>
                    <a:pt x="7280281" y="3116972"/>
                  </a:lnTo>
                  <a:lnTo>
                    <a:pt x="7278570" y="3116972"/>
                  </a:lnTo>
                  <a:lnTo>
                    <a:pt x="7276858" y="3116972"/>
                  </a:lnTo>
                  <a:lnTo>
                    <a:pt x="7275147" y="3116972"/>
                  </a:lnTo>
                  <a:lnTo>
                    <a:pt x="7273436" y="3116972"/>
                  </a:lnTo>
                  <a:lnTo>
                    <a:pt x="7271724" y="3116972"/>
                  </a:lnTo>
                  <a:lnTo>
                    <a:pt x="7270013" y="3116972"/>
                  </a:lnTo>
                  <a:lnTo>
                    <a:pt x="7268302" y="3116972"/>
                  </a:lnTo>
                  <a:lnTo>
                    <a:pt x="7266590" y="3116972"/>
                  </a:lnTo>
                  <a:lnTo>
                    <a:pt x="7264879" y="3116972"/>
                  </a:lnTo>
                  <a:lnTo>
                    <a:pt x="7263167" y="3116972"/>
                  </a:lnTo>
                  <a:lnTo>
                    <a:pt x="7261456" y="3116972"/>
                  </a:lnTo>
                  <a:lnTo>
                    <a:pt x="7259745" y="3116972"/>
                  </a:lnTo>
                  <a:lnTo>
                    <a:pt x="7258033" y="3116972"/>
                  </a:lnTo>
                  <a:lnTo>
                    <a:pt x="7256322" y="3116972"/>
                  </a:lnTo>
                  <a:lnTo>
                    <a:pt x="7254610" y="3116972"/>
                  </a:lnTo>
                  <a:lnTo>
                    <a:pt x="7252899" y="3116972"/>
                  </a:lnTo>
                  <a:lnTo>
                    <a:pt x="7251188" y="3116972"/>
                  </a:lnTo>
                  <a:lnTo>
                    <a:pt x="7249476" y="3116972"/>
                  </a:lnTo>
                  <a:lnTo>
                    <a:pt x="7247765" y="3116972"/>
                  </a:lnTo>
                  <a:lnTo>
                    <a:pt x="7246053" y="3116972"/>
                  </a:lnTo>
                  <a:lnTo>
                    <a:pt x="7244342" y="3116972"/>
                  </a:lnTo>
                  <a:lnTo>
                    <a:pt x="7242631" y="3116972"/>
                  </a:lnTo>
                  <a:lnTo>
                    <a:pt x="7240919" y="3116972"/>
                  </a:lnTo>
                  <a:lnTo>
                    <a:pt x="7239208" y="3116972"/>
                  </a:lnTo>
                  <a:lnTo>
                    <a:pt x="7237496" y="3116972"/>
                  </a:lnTo>
                  <a:lnTo>
                    <a:pt x="7235785" y="3116972"/>
                  </a:lnTo>
                  <a:lnTo>
                    <a:pt x="7234074" y="3116972"/>
                  </a:lnTo>
                  <a:lnTo>
                    <a:pt x="7232362" y="3116972"/>
                  </a:lnTo>
                  <a:lnTo>
                    <a:pt x="7230651" y="3116972"/>
                  </a:lnTo>
                  <a:lnTo>
                    <a:pt x="7228939" y="3116972"/>
                  </a:lnTo>
                  <a:lnTo>
                    <a:pt x="7227228" y="3116972"/>
                  </a:lnTo>
                  <a:lnTo>
                    <a:pt x="7225517" y="3116972"/>
                  </a:lnTo>
                  <a:lnTo>
                    <a:pt x="7223805" y="3116972"/>
                  </a:lnTo>
                  <a:lnTo>
                    <a:pt x="7222094" y="3116972"/>
                  </a:lnTo>
                  <a:lnTo>
                    <a:pt x="7220382" y="3116972"/>
                  </a:lnTo>
                  <a:lnTo>
                    <a:pt x="7218671" y="3116972"/>
                  </a:lnTo>
                  <a:lnTo>
                    <a:pt x="7216960" y="3116972"/>
                  </a:lnTo>
                  <a:lnTo>
                    <a:pt x="7215248" y="3116972"/>
                  </a:lnTo>
                  <a:lnTo>
                    <a:pt x="7213537" y="3116972"/>
                  </a:lnTo>
                  <a:lnTo>
                    <a:pt x="7211825" y="3116972"/>
                  </a:lnTo>
                  <a:lnTo>
                    <a:pt x="7210114" y="3116972"/>
                  </a:lnTo>
                  <a:lnTo>
                    <a:pt x="7208403" y="3116972"/>
                  </a:lnTo>
                  <a:lnTo>
                    <a:pt x="7206691" y="3116972"/>
                  </a:lnTo>
                  <a:lnTo>
                    <a:pt x="7204980" y="3116972"/>
                  </a:lnTo>
                  <a:lnTo>
                    <a:pt x="7203268" y="3116972"/>
                  </a:lnTo>
                  <a:lnTo>
                    <a:pt x="7201557" y="3116972"/>
                  </a:lnTo>
                  <a:lnTo>
                    <a:pt x="7199846" y="3116972"/>
                  </a:lnTo>
                  <a:lnTo>
                    <a:pt x="7198134" y="3116972"/>
                  </a:lnTo>
                  <a:lnTo>
                    <a:pt x="7196423" y="3116972"/>
                  </a:lnTo>
                  <a:lnTo>
                    <a:pt x="7194711" y="3116972"/>
                  </a:lnTo>
                  <a:lnTo>
                    <a:pt x="7193000" y="3116972"/>
                  </a:lnTo>
                  <a:lnTo>
                    <a:pt x="7191289" y="3116972"/>
                  </a:lnTo>
                  <a:lnTo>
                    <a:pt x="7189577" y="3116972"/>
                  </a:lnTo>
                  <a:lnTo>
                    <a:pt x="7187866" y="3116972"/>
                  </a:lnTo>
                  <a:lnTo>
                    <a:pt x="7186154" y="3116972"/>
                  </a:lnTo>
                  <a:lnTo>
                    <a:pt x="7184443" y="3116972"/>
                  </a:lnTo>
                  <a:lnTo>
                    <a:pt x="7182732" y="3116972"/>
                  </a:lnTo>
                  <a:lnTo>
                    <a:pt x="7181020" y="3116972"/>
                  </a:lnTo>
                  <a:lnTo>
                    <a:pt x="7179309" y="3116972"/>
                  </a:lnTo>
                  <a:lnTo>
                    <a:pt x="7177597" y="3116972"/>
                  </a:lnTo>
                  <a:lnTo>
                    <a:pt x="7175886" y="3116972"/>
                  </a:lnTo>
                  <a:lnTo>
                    <a:pt x="7174175" y="3116972"/>
                  </a:lnTo>
                  <a:lnTo>
                    <a:pt x="7172463" y="3116972"/>
                  </a:lnTo>
                  <a:lnTo>
                    <a:pt x="7170752" y="3116972"/>
                  </a:lnTo>
                  <a:lnTo>
                    <a:pt x="7169040" y="3116972"/>
                  </a:lnTo>
                  <a:lnTo>
                    <a:pt x="7167329" y="3116972"/>
                  </a:lnTo>
                  <a:lnTo>
                    <a:pt x="7165618" y="3116972"/>
                  </a:lnTo>
                  <a:lnTo>
                    <a:pt x="7163906" y="3116972"/>
                  </a:lnTo>
                  <a:lnTo>
                    <a:pt x="7162195" y="3116972"/>
                  </a:lnTo>
                  <a:lnTo>
                    <a:pt x="7160484" y="3116972"/>
                  </a:lnTo>
                  <a:lnTo>
                    <a:pt x="7158772" y="3116972"/>
                  </a:lnTo>
                  <a:lnTo>
                    <a:pt x="7157061" y="3116972"/>
                  </a:lnTo>
                  <a:lnTo>
                    <a:pt x="7155349" y="3116972"/>
                  </a:lnTo>
                  <a:lnTo>
                    <a:pt x="7153638" y="3116972"/>
                  </a:lnTo>
                  <a:lnTo>
                    <a:pt x="7151927" y="3116972"/>
                  </a:lnTo>
                  <a:lnTo>
                    <a:pt x="7150215" y="3116972"/>
                  </a:lnTo>
                  <a:lnTo>
                    <a:pt x="7148504" y="3116972"/>
                  </a:lnTo>
                  <a:lnTo>
                    <a:pt x="7146792" y="3116972"/>
                  </a:lnTo>
                  <a:lnTo>
                    <a:pt x="7145081" y="3116972"/>
                  </a:lnTo>
                  <a:lnTo>
                    <a:pt x="7143370" y="3116972"/>
                  </a:lnTo>
                  <a:lnTo>
                    <a:pt x="7141658" y="3116972"/>
                  </a:lnTo>
                  <a:lnTo>
                    <a:pt x="7139947" y="3116972"/>
                  </a:lnTo>
                  <a:lnTo>
                    <a:pt x="7138235" y="3116972"/>
                  </a:lnTo>
                  <a:lnTo>
                    <a:pt x="7136524" y="3116972"/>
                  </a:lnTo>
                  <a:lnTo>
                    <a:pt x="7134813" y="3116972"/>
                  </a:lnTo>
                  <a:lnTo>
                    <a:pt x="7133101" y="3116972"/>
                  </a:lnTo>
                  <a:lnTo>
                    <a:pt x="7131390" y="3116972"/>
                  </a:lnTo>
                  <a:lnTo>
                    <a:pt x="7129678" y="3116972"/>
                  </a:lnTo>
                  <a:lnTo>
                    <a:pt x="7127967" y="3116972"/>
                  </a:lnTo>
                  <a:lnTo>
                    <a:pt x="7126256" y="3116972"/>
                  </a:lnTo>
                  <a:lnTo>
                    <a:pt x="7124544" y="3116972"/>
                  </a:lnTo>
                  <a:lnTo>
                    <a:pt x="7122833" y="3116972"/>
                  </a:lnTo>
                  <a:lnTo>
                    <a:pt x="7121121" y="3116972"/>
                  </a:lnTo>
                  <a:lnTo>
                    <a:pt x="7119410" y="3116972"/>
                  </a:lnTo>
                  <a:lnTo>
                    <a:pt x="7117699" y="3116972"/>
                  </a:lnTo>
                  <a:lnTo>
                    <a:pt x="7115987" y="3116972"/>
                  </a:lnTo>
                  <a:lnTo>
                    <a:pt x="7114276" y="3116972"/>
                  </a:lnTo>
                  <a:lnTo>
                    <a:pt x="7112564" y="3116972"/>
                  </a:lnTo>
                  <a:lnTo>
                    <a:pt x="7110853" y="3116972"/>
                  </a:lnTo>
                  <a:lnTo>
                    <a:pt x="7109142" y="3116972"/>
                  </a:lnTo>
                  <a:lnTo>
                    <a:pt x="7107430" y="3116972"/>
                  </a:lnTo>
                  <a:lnTo>
                    <a:pt x="7105719" y="3116972"/>
                  </a:lnTo>
                  <a:lnTo>
                    <a:pt x="7104007" y="3116972"/>
                  </a:lnTo>
                  <a:lnTo>
                    <a:pt x="7102296" y="3116972"/>
                  </a:lnTo>
                  <a:lnTo>
                    <a:pt x="7100585" y="3116972"/>
                  </a:lnTo>
                  <a:lnTo>
                    <a:pt x="7098873" y="3116972"/>
                  </a:lnTo>
                  <a:lnTo>
                    <a:pt x="7097162" y="3116972"/>
                  </a:lnTo>
                  <a:lnTo>
                    <a:pt x="7095450" y="3116972"/>
                  </a:lnTo>
                  <a:lnTo>
                    <a:pt x="7093739" y="3116972"/>
                  </a:lnTo>
                  <a:lnTo>
                    <a:pt x="7092028" y="3116972"/>
                  </a:lnTo>
                  <a:lnTo>
                    <a:pt x="7090316" y="3116972"/>
                  </a:lnTo>
                  <a:lnTo>
                    <a:pt x="7088605" y="3116972"/>
                  </a:lnTo>
                  <a:lnTo>
                    <a:pt x="7086893" y="3116972"/>
                  </a:lnTo>
                  <a:lnTo>
                    <a:pt x="7085182" y="3116972"/>
                  </a:lnTo>
                  <a:lnTo>
                    <a:pt x="7083471" y="3116972"/>
                  </a:lnTo>
                  <a:lnTo>
                    <a:pt x="7081759" y="3116972"/>
                  </a:lnTo>
                  <a:lnTo>
                    <a:pt x="7080048" y="3116972"/>
                  </a:lnTo>
                  <a:lnTo>
                    <a:pt x="7078336" y="3116972"/>
                  </a:lnTo>
                  <a:lnTo>
                    <a:pt x="7076625" y="3116972"/>
                  </a:lnTo>
                  <a:lnTo>
                    <a:pt x="7074914" y="3116972"/>
                  </a:lnTo>
                  <a:lnTo>
                    <a:pt x="7073202" y="3116972"/>
                  </a:lnTo>
                  <a:lnTo>
                    <a:pt x="7071491" y="3116972"/>
                  </a:lnTo>
                  <a:lnTo>
                    <a:pt x="7069779" y="3116972"/>
                  </a:lnTo>
                  <a:lnTo>
                    <a:pt x="7068068" y="3116972"/>
                  </a:lnTo>
                  <a:lnTo>
                    <a:pt x="7066357" y="3116972"/>
                  </a:lnTo>
                  <a:lnTo>
                    <a:pt x="7064645" y="3116972"/>
                  </a:lnTo>
                  <a:lnTo>
                    <a:pt x="7062934" y="3116972"/>
                  </a:lnTo>
                  <a:lnTo>
                    <a:pt x="7061223" y="3116972"/>
                  </a:lnTo>
                  <a:lnTo>
                    <a:pt x="7059511" y="3116972"/>
                  </a:lnTo>
                  <a:lnTo>
                    <a:pt x="7057800" y="3116972"/>
                  </a:lnTo>
                  <a:lnTo>
                    <a:pt x="7056088" y="3116972"/>
                  </a:lnTo>
                  <a:lnTo>
                    <a:pt x="7054377" y="3116972"/>
                  </a:lnTo>
                  <a:lnTo>
                    <a:pt x="7052666" y="3116972"/>
                  </a:lnTo>
                  <a:lnTo>
                    <a:pt x="7050954" y="3116972"/>
                  </a:lnTo>
                  <a:lnTo>
                    <a:pt x="7049243" y="3116972"/>
                  </a:lnTo>
                  <a:lnTo>
                    <a:pt x="7047531" y="3116972"/>
                  </a:lnTo>
                  <a:lnTo>
                    <a:pt x="7045820" y="3116972"/>
                  </a:lnTo>
                  <a:lnTo>
                    <a:pt x="7044109" y="3116972"/>
                  </a:lnTo>
                  <a:lnTo>
                    <a:pt x="7042397" y="3116972"/>
                  </a:lnTo>
                  <a:lnTo>
                    <a:pt x="7040686" y="3116972"/>
                  </a:lnTo>
                  <a:lnTo>
                    <a:pt x="7038974" y="3116972"/>
                  </a:lnTo>
                  <a:lnTo>
                    <a:pt x="7037263" y="3116972"/>
                  </a:lnTo>
                  <a:lnTo>
                    <a:pt x="7035552" y="3116972"/>
                  </a:lnTo>
                  <a:lnTo>
                    <a:pt x="7033840" y="3116972"/>
                  </a:lnTo>
                  <a:lnTo>
                    <a:pt x="7032129" y="3116972"/>
                  </a:lnTo>
                  <a:lnTo>
                    <a:pt x="7030417" y="3116972"/>
                  </a:lnTo>
                  <a:lnTo>
                    <a:pt x="7028706" y="3116972"/>
                  </a:lnTo>
                  <a:lnTo>
                    <a:pt x="7026995" y="3116972"/>
                  </a:lnTo>
                  <a:lnTo>
                    <a:pt x="7025283" y="3116972"/>
                  </a:lnTo>
                  <a:lnTo>
                    <a:pt x="7023572" y="3116972"/>
                  </a:lnTo>
                  <a:lnTo>
                    <a:pt x="7021860" y="3116972"/>
                  </a:lnTo>
                  <a:lnTo>
                    <a:pt x="7020149" y="3116972"/>
                  </a:lnTo>
                  <a:lnTo>
                    <a:pt x="7018438" y="3116972"/>
                  </a:lnTo>
                  <a:lnTo>
                    <a:pt x="7016726" y="3116972"/>
                  </a:lnTo>
                  <a:lnTo>
                    <a:pt x="7015015" y="3116972"/>
                  </a:lnTo>
                  <a:lnTo>
                    <a:pt x="7013303" y="3116972"/>
                  </a:lnTo>
                  <a:lnTo>
                    <a:pt x="7011592" y="3116972"/>
                  </a:lnTo>
                  <a:lnTo>
                    <a:pt x="7009881" y="3116972"/>
                  </a:lnTo>
                  <a:lnTo>
                    <a:pt x="7008169" y="3116972"/>
                  </a:lnTo>
                  <a:lnTo>
                    <a:pt x="7006458" y="3116972"/>
                  </a:lnTo>
                  <a:lnTo>
                    <a:pt x="7004746" y="3116972"/>
                  </a:lnTo>
                  <a:lnTo>
                    <a:pt x="7003035" y="3116972"/>
                  </a:lnTo>
                  <a:lnTo>
                    <a:pt x="7001324" y="3116972"/>
                  </a:lnTo>
                  <a:lnTo>
                    <a:pt x="6999612" y="3116972"/>
                  </a:lnTo>
                  <a:lnTo>
                    <a:pt x="6997901" y="3116972"/>
                  </a:lnTo>
                  <a:lnTo>
                    <a:pt x="6996189" y="3116972"/>
                  </a:lnTo>
                  <a:lnTo>
                    <a:pt x="6994478" y="3116972"/>
                  </a:lnTo>
                  <a:lnTo>
                    <a:pt x="6992767" y="3116972"/>
                  </a:lnTo>
                  <a:lnTo>
                    <a:pt x="6991055" y="3116972"/>
                  </a:lnTo>
                  <a:lnTo>
                    <a:pt x="6989344" y="3116972"/>
                  </a:lnTo>
                  <a:lnTo>
                    <a:pt x="6987632" y="3116972"/>
                  </a:lnTo>
                  <a:lnTo>
                    <a:pt x="6985921" y="3116972"/>
                  </a:lnTo>
                  <a:lnTo>
                    <a:pt x="6984210" y="3116972"/>
                  </a:lnTo>
                  <a:lnTo>
                    <a:pt x="6982498" y="3116972"/>
                  </a:lnTo>
                  <a:lnTo>
                    <a:pt x="6980787" y="3116972"/>
                  </a:lnTo>
                  <a:lnTo>
                    <a:pt x="6979075" y="3116972"/>
                  </a:lnTo>
                  <a:lnTo>
                    <a:pt x="6977364" y="3116972"/>
                  </a:lnTo>
                  <a:lnTo>
                    <a:pt x="6975653" y="3116972"/>
                  </a:lnTo>
                  <a:lnTo>
                    <a:pt x="6973941" y="3116972"/>
                  </a:lnTo>
                  <a:lnTo>
                    <a:pt x="6972230" y="3116972"/>
                  </a:lnTo>
                  <a:lnTo>
                    <a:pt x="6970518" y="3116972"/>
                  </a:lnTo>
                  <a:lnTo>
                    <a:pt x="6968807" y="3116972"/>
                  </a:lnTo>
                  <a:lnTo>
                    <a:pt x="6967096" y="3116972"/>
                  </a:lnTo>
                  <a:lnTo>
                    <a:pt x="6965384" y="3116972"/>
                  </a:lnTo>
                  <a:lnTo>
                    <a:pt x="6963673" y="3116972"/>
                  </a:lnTo>
                  <a:lnTo>
                    <a:pt x="6961961" y="3116972"/>
                  </a:lnTo>
                  <a:lnTo>
                    <a:pt x="6960250" y="3116972"/>
                  </a:lnTo>
                  <a:lnTo>
                    <a:pt x="6958539" y="3116972"/>
                  </a:lnTo>
                  <a:lnTo>
                    <a:pt x="6956827" y="3116972"/>
                  </a:lnTo>
                  <a:lnTo>
                    <a:pt x="6955116" y="3116972"/>
                  </a:lnTo>
                  <a:lnTo>
                    <a:pt x="6953405" y="3116972"/>
                  </a:lnTo>
                  <a:lnTo>
                    <a:pt x="6951693" y="3116972"/>
                  </a:lnTo>
                  <a:lnTo>
                    <a:pt x="6949982" y="3116972"/>
                  </a:lnTo>
                  <a:lnTo>
                    <a:pt x="6948270" y="3116972"/>
                  </a:lnTo>
                  <a:lnTo>
                    <a:pt x="6946559" y="3116972"/>
                  </a:lnTo>
                  <a:lnTo>
                    <a:pt x="6944848" y="3116972"/>
                  </a:lnTo>
                  <a:lnTo>
                    <a:pt x="6943136" y="3116972"/>
                  </a:lnTo>
                  <a:lnTo>
                    <a:pt x="6941425" y="3116972"/>
                  </a:lnTo>
                  <a:lnTo>
                    <a:pt x="6939713" y="3116972"/>
                  </a:lnTo>
                  <a:lnTo>
                    <a:pt x="6938002" y="3116972"/>
                  </a:lnTo>
                  <a:lnTo>
                    <a:pt x="6936291" y="3116972"/>
                  </a:lnTo>
                  <a:lnTo>
                    <a:pt x="6934579" y="3116972"/>
                  </a:lnTo>
                  <a:lnTo>
                    <a:pt x="6932868" y="3116972"/>
                  </a:lnTo>
                  <a:lnTo>
                    <a:pt x="6931156" y="3116972"/>
                  </a:lnTo>
                  <a:lnTo>
                    <a:pt x="6929445" y="3116972"/>
                  </a:lnTo>
                  <a:lnTo>
                    <a:pt x="6927734" y="3116972"/>
                  </a:lnTo>
                  <a:lnTo>
                    <a:pt x="6926022" y="3116972"/>
                  </a:lnTo>
                  <a:lnTo>
                    <a:pt x="6924311" y="3116972"/>
                  </a:lnTo>
                  <a:lnTo>
                    <a:pt x="6922599" y="3116972"/>
                  </a:lnTo>
                  <a:lnTo>
                    <a:pt x="6920888" y="3116972"/>
                  </a:lnTo>
                  <a:lnTo>
                    <a:pt x="6919177" y="3116972"/>
                  </a:lnTo>
                  <a:lnTo>
                    <a:pt x="6917465" y="3116972"/>
                  </a:lnTo>
                  <a:lnTo>
                    <a:pt x="6915754" y="3116972"/>
                  </a:lnTo>
                  <a:lnTo>
                    <a:pt x="6914042" y="3116972"/>
                  </a:lnTo>
                  <a:lnTo>
                    <a:pt x="6912331" y="3116972"/>
                  </a:lnTo>
                  <a:lnTo>
                    <a:pt x="6910620" y="3116972"/>
                  </a:lnTo>
                  <a:lnTo>
                    <a:pt x="6908908" y="3116972"/>
                  </a:lnTo>
                  <a:lnTo>
                    <a:pt x="6907197" y="3116972"/>
                  </a:lnTo>
                  <a:lnTo>
                    <a:pt x="6905485" y="3116972"/>
                  </a:lnTo>
                  <a:lnTo>
                    <a:pt x="6903774" y="3116972"/>
                  </a:lnTo>
                  <a:lnTo>
                    <a:pt x="6902063" y="3116972"/>
                  </a:lnTo>
                  <a:lnTo>
                    <a:pt x="6900351" y="3116972"/>
                  </a:lnTo>
                  <a:lnTo>
                    <a:pt x="6898640" y="3116972"/>
                  </a:lnTo>
                  <a:lnTo>
                    <a:pt x="6896928" y="3116972"/>
                  </a:lnTo>
                  <a:lnTo>
                    <a:pt x="6895217" y="3116972"/>
                  </a:lnTo>
                  <a:lnTo>
                    <a:pt x="6893506" y="3116972"/>
                  </a:lnTo>
                  <a:lnTo>
                    <a:pt x="6891794" y="3116972"/>
                  </a:lnTo>
                  <a:lnTo>
                    <a:pt x="6890083" y="3116972"/>
                  </a:lnTo>
                  <a:lnTo>
                    <a:pt x="6888371" y="3116972"/>
                  </a:lnTo>
                  <a:lnTo>
                    <a:pt x="6886660" y="3116972"/>
                  </a:lnTo>
                  <a:lnTo>
                    <a:pt x="6884949" y="3116972"/>
                  </a:lnTo>
                  <a:lnTo>
                    <a:pt x="6883237" y="3116972"/>
                  </a:lnTo>
                  <a:lnTo>
                    <a:pt x="6881526" y="3116972"/>
                  </a:lnTo>
                  <a:lnTo>
                    <a:pt x="6879814" y="3116972"/>
                  </a:lnTo>
                  <a:lnTo>
                    <a:pt x="6878103" y="3116972"/>
                  </a:lnTo>
                  <a:lnTo>
                    <a:pt x="6876392" y="3116972"/>
                  </a:lnTo>
                  <a:lnTo>
                    <a:pt x="6874680" y="3116972"/>
                  </a:lnTo>
                  <a:lnTo>
                    <a:pt x="6872969" y="3116972"/>
                  </a:lnTo>
                  <a:lnTo>
                    <a:pt x="6871257" y="3116972"/>
                  </a:lnTo>
                  <a:lnTo>
                    <a:pt x="6869546" y="3116972"/>
                  </a:lnTo>
                  <a:lnTo>
                    <a:pt x="6867835" y="3116972"/>
                  </a:lnTo>
                  <a:lnTo>
                    <a:pt x="6866123" y="3116972"/>
                  </a:lnTo>
                  <a:lnTo>
                    <a:pt x="6864412" y="3116972"/>
                  </a:lnTo>
                  <a:lnTo>
                    <a:pt x="6862700" y="3116972"/>
                  </a:lnTo>
                  <a:lnTo>
                    <a:pt x="6860989" y="3116972"/>
                  </a:lnTo>
                  <a:lnTo>
                    <a:pt x="6859278" y="3116972"/>
                  </a:lnTo>
                  <a:lnTo>
                    <a:pt x="6857566" y="3116972"/>
                  </a:lnTo>
                  <a:lnTo>
                    <a:pt x="6855855" y="3116972"/>
                  </a:lnTo>
                  <a:lnTo>
                    <a:pt x="6854143" y="3116972"/>
                  </a:lnTo>
                  <a:lnTo>
                    <a:pt x="6852432" y="3116972"/>
                  </a:lnTo>
                  <a:lnTo>
                    <a:pt x="6850721" y="3116972"/>
                  </a:lnTo>
                  <a:lnTo>
                    <a:pt x="6849009" y="3116972"/>
                  </a:lnTo>
                  <a:lnTo>
                    <a:pt x="6847298" y="3116972"/>
                  </a:lnTo>
                  <a:lnTo>
                    <a:pt x="6845587" y="3116972"/>
                  </a:lnTo>
                  <a:lnTo>
                    <a:pt x="6843875" y="3116972"/>
                  </a:lnTo>
                  <a:lnTo>
                    <a:pt x="6842164" y="3116972"/>
                  </a:lnTo>
                  <a:lnTo>
                    <a:pt x="6840452" y="3116972"/>
                  </a:lnTo>
                  <a:lnTo>
                    <a:pt x="6838741" y="3116972"/>
                  </a:lnTo>
                  <a:lnTo>
                    <a:pt x="6837030" y="3116972"/>
                  </a:lnTo>
                  <a:lnTo>
                    <a:pt x="6835318" y="3116972"/>
                  </a:lnTo>
                  <a:lnTo>
                    <a:pt x="6833607" y="3116972"/>
                  </a:lnTo>
                  <a:lnTo>
                    <a:pt x="6831895" y="3116972"/>
                  </a:lnTo>
                  <a:lnTo>
                    <a:pt x="6830184" y="3116972"/>
                  </a:lnTo>
                  <a:lnTo>
                    <a:pt x="6828473" y="3116972"/>
                  </a:lnTo>
                  <a:lnTo>
                    <a:pt x="6826761" y="3116972"/>
                  </a:lnTo>
                  <a:lnTo>
                    <a:pt x="6825050" y="3116972"/>
                  </a:lnTo>
                  <a:lnTo>
                    <a:pt x="6823338" y="3116972"/>
                  </a:lnTo>
                  <a:lnTo>
                    <a:pt x="6821627" y="3116972"/>
                  </a:lnTo>
                  <a:lnTo>
                    <a:pt x="6819916" y="3116972"/>
                  </a:lnTo>
                  <a:lnTo>
                    <a:pt x="6818204" y="3116972"/>
                  </a:lnTo>
                  <a:lnTo>
                    <a:pt x="6816493" y="3116972"/>
                  </a:lnTo>
                  <a:lnTo>
                    <a:pt x="6814781" y="3116972"/>
                  </a:lnTo>
                  <a:lnTo>
                    <a:pt x="6813070" y="3116972"/>
                  </a:lnTo>
                  <a:lnTo>
                    <a:pt x="6811359" y="3116972"/>
                  </a:lnTo>
                  <a:lnTo>
                    <a:pt x="6809647" y="3116972"/>
                  </a:lnTo>
                  <a:lnTo>
                    <a:pt x="6807936" y="3116972"/>
                  </a:lnTo>
                  <a:lnTo>
                    <a:pt x="6806224" y="3116972"/>
                  </a:lnTo>
                  <a:lnTo>
                    <a:pt x="6804513" y="3116972"/>
                  </a:lnTo>
                  <a:lnTo>
                    <a:pt x="6802802" y="3116972"/>
                  </a:lnTo>
                  <a:lnTo>
                    <a:pt x="6801090" y="3116972"/>
                  </a:lnTo>
                  <a:lnTo>
                    <a:pt x="6799379" y="3116972"/>
                  </a:lnTo>
                  <a:lnTo>
                    <a:pt x="6797667" y="3116972"/>
                  </a:lnTo>
                  <a:lnTo>
                    <a:pt x="6795956" y="3116972"/>
                  </a:lnTo>
                  <a:lnTo>
                    <a:pt x="6794245" y="3116972"/>
                  </a:lnTo>
                  <a:lnTo>
                    <a:pt x="6792533" y="3116972"/>
                  </a:lnTo>
                  <a:lnTo>
                    <a:pt x="6790822" y="3116972"/>
                  </a:lnTo>
                  <a:lnTo>
                    <a:pt x="6789110" y="3116972"/>
                  </a:lnTo>
                  <a:lnTo>
                    <a:pt x="6787399" y="3116972"/>
                  </a:lnTo>
                  <a:lnTo>
                    <a:pt x="6785688" y="3116972"/>
                  </a:lnTo>
                  <a:lnTo>
                    <a:pt x="6783976" y="3116972"/>
                  </a:lnTo>
                  <a:lnTo>
                    <a:pt x="6782265" y="3116972"/>
                  </a:lnTo>
                  <a:lnTo>
                    <a:pt x="6780553" y="3116972"/>
                  </a:lnTo>
                  <a:lnTo>
                    <a:pt x="6778842" y="3116972"/>
                  </a:lnTo>
                  <a:lnTo>
                    <a:pt x="6777131" y="3116972"/>
                  </a:lnTo>
                  <a:lnTo>
                    <a:pt x="6775419" y="3116972"/>
                  </a:lnTo>
                  <a:lnTo>
                    <a:pt x="6773708" y="3116972"/>
                  </a:lnTo>
                  <a:lnTo>
                    <a:pt x="6771996" y="3116972"/>
                  </a:lnTo>
                  <a:lnTo>
                    <a:pt x="6770285" y="3116972"/>
                  </a:lnTo>
                  <a:lnTo>
                    <a:pt x="6768574" y="3116972"/>
                  </a:lnTo>
                  <a:lnTo>
                    <a:pt x="6766862" y="3116972"/>
                  </a:lnTo>
                  <a:lnTo>
                    <a:pt x="6765151" y="3116972"/>
                  </a:lnTo>
                  <a:lnTo>
                    <a:pt x="6763439" y="3116972"/>
                  </a:lnTo>
                  <a:lnTo>
                    <a:pt x="6761728" y="3116972"/>
                  </a:lnTo>
                  <a:lnTo>
                    <a:pt x="6760017" y="3116972"/>
                  </a:lnTo>
                  <a:lnTo>
                    <a:pt x="6758305" y="3116972"/>
                  </a:lnTo>
                  <a:lnTo>
                    <a:pt x="6756594" y="3116972"/>
                  </a:lnTo>
                  <a:lnTo>
                    <a:pt x="6754882" y="3116972"/>
                  </a:lnTo>
                  <a:lnTo>
                    <a:pt x="6753171" y="3116972"/>
                  </a:lnTo>
                  <a:lnTo>
                    <a:pt x="6751460" y="3116972"/>
                  </a:lnTo>
                  <a:lnTo>
                    <a:pt x="6749748" y="3116972"/>
                  </a:lnTo>
                  <a:lnTo>
                    <a:pt x="6748037" y="3116972"/>
                  </a:lnTo>
                  <a:lnTo>
                    <a:pt x="6746325" y="3116972"/>
                  </a:lnTo>
                  <a:lnTo>
                    <a:pt x="6744614" y="3116972"/>
                  </a:lnTo>
                  <a:lnTo>
                    <a:pt x="6742903" y="3116972"/>
                  </a:lnTo>
                  <a:lnTo>
                    <a:pt x="6741191" y="3116972"/>
                  </a:lnTo>
                  <a:lnTo>
                    <a:pt x="6739480" y="3116972"/>
                  </a:lnTo>
                  <a:lnTo>
                    <a:pt x="6737769" y="3116972"/>
                  </a:lnTo>
                  <a:lnTo>
                    <a:pt x="6736057" y="3116972"/>
                  </a:lnTo>
                  <a:lnTo>
                    <a:pt x="6734346" y="3116972"/>
                  </a:lnTo>
                  <a:lnTo>
                    <a:pt x="6732634" y="3116972"/>
                  </a:lnTo>
                  <a:lnTo>
                    <a:pt x="6730923" y="3116972"/>
                  </a:lnTo>
                  <a:lnTo>
                    <a:pt x="6729212" y="3116972"/>
                  </a:lnTo>
                  <a:lnTo>
                    <a:pt x="6727500" y="3116972"/>
                  </a:lnTo>
                  <a:lnTo>
                    <a:pt x="6725789" y="3116972"/>
                  </a:lnTo>
                  <a:lnTo>
                    <a:pt x="6724077" y="3116972"/>
                  </a:lnTo>
                  <a:lnTo>
                    <a:pt x="6722366" y="3116972"/>
                  </a:lnTo>
                  <a:lnTo>
                    <a:pt x="6720655" y="3116972"/>
                  </a:lnTo>
                  <a:lnTo>
                    <a:pt x="6718943" y="3116972"/>
                  </a:lnTo>
                  <a:lnTo>
                    <a:pt x="6717232" y="3116972"/>
                  </a:lnTo>
                  <a:lnTo>
                    <a:pt x="6715520" y="3116972"/>
                  </a:lnTo>
                  <a:lnTo>
                    <a:pt x="6713809" y="3116972"/>
                  </a:lnTo>
                  <a:lnTo>
                    <a:pt x="6712098" y="3116972"/>
                  </a:lnTo>
                  <a:lnTo>
                    <a:pt x="6710386" y="3116972"/>
                  </a:lnTo>
                  <a:lnTo>
                    <a:pt x="6708675" y="3116972"/>
                  </a:lnTo>
                  <a:lnTo>
                    <a:pt x="6706963" y="3116972"/>
                  </a:lnTo>
                  <a:lnTo>
                    <a:pt x="6705252" y="3116972"/>
                  </a:lnTo>
                  <a:lnTo>
                    <a:pt x="6703541" y="3116972"/>
                  </a:lnTo>
                  <a:lnTo>
                    <a:pt x="6701829" y="3116972"/>
                  </a:lnTo>
                  <a:lnTo>
                    <a:pt x="6700118" y="3116972"/>
                  </a:lnTo>
                  <a:lnTo>
                    <a:pt x="6698406" y="3116972"/>
                  </a:lnTo>
                  <a:lnTo>
                    <a:pt x="6696695" y="3116972"/>
                  </a:lnTo>
                  <a:lnTo>
                    <a:pt x="6694984" y="3116972"/>
                  </a:lnTo>
                  <a:lnTo>
                    <a:pt x="6693272" y="3116972"/>
                  </a:lnTo>
                  <a:lnTo>
                    <a:pt x="6691561" y="3116972"/>
                  </a:lnTo>
                  <a:lnTo>
                    <a:pt x="6689849" y="3116972"/>
                  </a:lnTo>
                  <a:lnTo>
                    <a:pt x="6688138" y="3116972"/>
                  </a:lnTo>
                  <a:lnTo>
                    <a:pt x="6686427" y="3116972"/>
                  </a:lnTo>
                  <a:lnTo>
                    <a:pt x="6684715" y="3116972"/>
                  </a:lnTo>
                  <a:lnTo>
                    <a:pt x="6683004" y="3116972"/>
                  </a:lnTo>
                  <a:lnTo>
                    <a:pt x="6681292" y="3116972"/>
                  </a:lnTo>
                  <a:lnTo>
                    <a:pt x="6679581" y="3116972"/>
                  </a:lnTo>
                  <a:lnTo>
                    <a:pt x="6677870" y="3116972"/>
                  </a:lnTo>
                  <a:lnTo>
                    <a:pt x="6676158" y="3116972"/>
                  </a:lnTo>
                  <a:lnTo>
                    <a:pt x="6674447" y="3116972"/>
                  </a:lnTo>
                  <a:lnTo>
                    <a:pt x="6672735" y="3116972"/>
                  </a:lnTo>
                  <a:lnTo>
                    <a:pt x="6671024" y="3116972"/>
                  </a:lnTo>
                  <a:lnTo>
                    <a:pt x="6669313" y="3116972"/>
                  </a:lnTo>
                  <a:lnTo>
                    <a:pt x="6667601" y="3116972"/>
                  </a:lnTo>
                  <a:lnTo>
                    <a:pt x="6665890" y="3116972"/>
                  </a:lnTo>
                  <a:lnTo>
                    <a:pt x="6664178" y="3116972"/>
                  </a:lnTo>
                  <a:lnTo>
                    <a:pt x="6662467" y="3116972"/>
                  </a:lnTo>
                  <a:lnTo>
                    <a:pt x="6660756" y="3116972"/>
                  </a:lnTo>
                  <a:lnTo>
                    <a:pt x="6659044" y="3116972"/>
                  </a:lnTo>
                  <a:lnTo>
                    <a:pt x="6657333" y="3116972"/>
                  </a:lnTo>
                  <a:lnTo>
                    <a:pt x="6655621" y="3116972"/>
                  </a:lnTo>
                  <a:lnTo>
                    <a:pt x="6653910" y="3116972"/>
                  </a:lnTo>
                  <a:lnTo>
                    <a:pt x="6652199" y="3116972"/>
                  </a:lnTo>
                  <a:lnTo>
                    <a:pt x="6650487" y="3116972"/>
                  </a:lnTo>
                  <a:lnTo>
                    <a:pt x="6648776" y="3116972"/>
                  </a:lnTo>
                  <a:lnTo>
                    <a:pt x="6647064" y="3116972"/>
                  </a:lnTo>
                  <a:lnTo>
                    <a:pt x="6645353" y="3116972"/>
                  </a:lnTo>
                  <a:lnTo>
                    <a:pt x="6643642" y="3116972"/>
                  </a:lnTo>
                  <a:lnTo>
                    <a:pt x="6641930" y="3116972"/>
                  </a:lnTo>
                  <a:lnTo>
                    <a:pt x="6640219" y="3116972"/>
                  </a:lnTo>
                  <a:lnTo>
                    <a:pt x="6638508" y="3116972"/>
                  </a:lnTo>
                  <a:lnTo>
                    <a:pt x="6636796" y="3116972"/>
                  </a:lnTo>
                  <a:lnTo>
                    <a:pt x="6635085" y="3116972"/>
                  </a:lnTo>
                  <a:lnTo>
                    <a:pt x="6633373" y="3116972"/>
                  </a:lnTo>
                  <a:lnTo>
                    <a:pt x="6631662" y="3116972"/>
                  </a:lnTo>
                  <a:lnTo>
                    <a:pt x="6629951" y="3116972"/>
                  </a:lnTo>
                  <a:lnTo>
                    <a:pt x="6628239" y="3116972"/>
                  </a:lnTo>
                  <a:lnTo>
                    <a:pt x="6626528" y="3116972"/>
                  </a:lnTo>
                  <a:lnTo>
                    <a:pt x="6624816" y="3116972"/>
                  </a:lnTo>
                  <a:lnTo>
                    <a:pt x="6623105" y="3116972"/>
                  </a:lnTo>
                  <a:lnTo>
                    <a:pt x="6621394" y="3116972"/>
                  </a:lnTo>
                  <a:lnTo>
                    <a:pt x="6619682" y="3116972"/>
                  </a:lnTo>
                  <a:lnTo>
                    <a:pt x="6617971" y="3116972"/>
                  </a:lnTo>
                  <a:lnTo>
                    <a:pt x="6616259" y="3116972"/>
                  </a:lnTo>
                  <a:lnTo>
                    <a:pt x="6614548" y="3116972"/>
                  </a:lnTo>
                  <a:lnTo>
                    <a:pt x="6612837" y="3116972"/>
                  </a:lnTo>
                  <a:lnTo>
                    <a:pt x="6611125" y="3116972"/>
                  </a:lnTo>
                  <a:lnTo>
                    <a:pt x="6609414" y="3116972"/>
                  </a:lnTo>
                  <a:lnTo>
                    <a:pt x="6607702" y="3116972"/>
                  </a:lnTo>
                  <a:lnTo>
                    <a:pt x="6605991" y="3116972"/>
                  </a:lnTo>
                  <a:lnTo>
                    <a:pt x="6604280" y="3116972"/>
                  </a:lnTo>
                  <a:lnTo>
                    <a:pt x="6602568" y="3116972"/>
                  </a:lnTo>
                  <a:lnTo>
                    <a:pt x="6600857" y="3116972"/>
                  </a:lnTo>
                  <a:lnTo>
                    <a:pt x="6599145" y="3116972"/>
                  </a:lnTo>
                  <a:lnTo>
                    <a:pt x="6597434" y="3116972"/>
                  </a:lnTo>
                  <a:lnTo>
                    <a:pt x="6595723" y="3116972"/>
                  </a:lnTo>
                  <a:lnTo>
                    <a:pt x="6594011" y="3116972"/>
                  </a:lnTo>
                  <a:lnTo>
                    <a:pt x="6592300" y="3116972"/>
                  </a:lnTo>
                  <a:lnTo>
                    <a:pt x="6590588" y="3116972"/>
                  </a:lnTo>
                  <a:lnTo>
                    <a:pt x="6588877" y="3116972"/>
                  </a:lnTo>
                  <a:lnTo>
                    <a:pt x="6587166" y="3116972"/>
                  </a:lnTo>
                  <a:lnTo>
                    <a:pt x="6585454" y="3116972"/>
                  </a:lnTo>
                  <a:lnTo>
                    <a:pt x="6583743" y="3116972"/>
                  </a:lnTo>
                  <a:lnTo>
                    <a:pt x="6582031" y="3116972"/>
                  </a:lnTo>
                  <a:lnTo>
                    <a:pt x="6580320" y="3116972"/>
                  </a:lnTo>
                  <a:lnTo>
                    <a:pt x="6578609" y="3116972"/>
                  </a:lnTo>
                  <a:lnTo>
                    <a:pt x="6576897" y="3116972"/>
                  </a:lnTo>
                  <a:lnTo>
                    <a:pt x="6575186" y="3116972"/>
                  </a:lnTo>
                  <a:lnTo>
                    <a:pt x="6573474" y="3116972"/>
                  </a:lnTo>
                  <a:lnTo>
                    <a:pt x="6571763" y="3116972"/>
                  </a:lnTo>
                  <a:lnTo>
                    <a:pt x="6570052" y="3116972"/>
                  </a:lnTo>
                  <a:lnTo>
                    <a:pt x="6568340" y="3116972"/>
                  </a:lnTo>
                  <a:lnTo>
                    <a:pt x="6566629" y="3116972"/>
                  </a:lnTo>
                  <a:lnTo>
                    <a:pt x="6564917" y="3116972"/>
                  </a:lnTo>
                  <a:lnTo>
                    <a:pt x="6563206" y="3116972"/>
                  </a:lnTo>
                  <a:lnTo>
                    <a:pt x="6561495" y="3116972"/>
                  </a:lnTo>
                  <a:lnTo>
                    <a:pt x="6559783" y="3116972"/>
                  </a:lnTo>
                  <a:lnTo>
                    <a:pt x="6558072" y="3116972"/>
                  </a:lnTo>
                  <a:lnTo>
                    <a:pt x="6556360" y="3116972"/>
                  </a:lnTo>
                  <a:lnTo>
                    <a:pt x="6554649" y="3116972"/>
                  </a:lnTo>
                  <a:lnTo>
                    <a:pt x="6552938" y="3116972"/>
                  </a:lnTo>
                  <a:lnTo>
                    <a:pt x="6551226" y="3116972"/>
                  </a:lnTo>
                  <a:lnTo>
                    <a:pt x="6549515" y="3116972"/>
                  </a:lnTo>
                  <a:lnTo>
                    <a:pt x="6547803" y="3116972"/>
                  </a:lnTo>
                  <a:lnTo>
                    <a:pt x="6546092" y="3116972"/>
                  </a:lnTo>
                  <a:lnTo>
                    <a:pt x="6544381" y="3116972"/>
                  </a:lnTo>
                  <a:lnTo>
                    <a:pt x="6542669" y="3116972"/>
                  </a:lnTo>
                  <a:lnTo>
                    <a:pt x="6540958" y="3116972"/>
                  </a:lnTo>
                  <a:lnTo>
                    <a:pt x="6539246" y="3116972"/>
                  </a:lnTo>
                  <a:lnTo>
                    <a:pt x="6537535" y="3116972"/>
                  </a:lnTo>
                  <a:lnTo>
                    <a:pt x="6535824" y="3116972"/>
                  </a:lnTo>
                  <a:lnTo>
                    <a:pt x="6534112" y="3116972"/>
                  </a:lnTo>
                  <a:lnTo>
                    <a:pt x="6532401" y="3116972"/>
                  </a:lnTo>
                  <a:lnTo>
                    <a:pt x="6530690" y="3116972"/>
                  </a:lnTo>
                  <a:lnTo>
                    <a:pt x="6528978" y="3116972"/>
                  </a:lnTo>
                  <a:lnTo>
                    <a:pt x="6527267" y="3116972"/>
                  </a:lnTo>
                  <a:lnTo>
                    <a:pt x="6525555" y="3116972"/>
                  </a:lnTo>
                  <a:lnTo>
                    <a:pt x="6523844" y="3116972"/>
                  </a:lnTo>
                  <a:lnTo>
                    <a:pt x="6522133" y="3116972"/>
                  </a:lnTo>
                  <a:lnTo>
                    <a:pt x="6520421" y="3116972"/>
                  </a:lnTo>
                  <a:lnTo>
                    <a:pt x="6518710" y="3116972"/>
                  </a:lnTo>
                  <a:lnTo>
                    <a:pt x="6516998" y="3116972"/>
                  </a:lnTo>
                  <a:lnTo>
                    <a:pt x="6515287" y="3116972"/>
                  </a:lnTo>
                  <a:lnTo>
                    <a:pt x="6513576" y="3116972"/>
                  </a:lnTo>
                  <a:lnTo>
                    <a:pt x="6511864" y="3116972"/>
                  </a:lnTo>
                  <a:lnTo>
                    <a:pt x="6510153" y="3116972"/>
                  </a:lnTo>
                  <a:lnTo>
                    <a:pt x="6508441" y="3116972"/>
                  </a:lnTo>
                  <a:lnTo>
                    <a:pt x="6506730" y="3116972"/>
                  </a:lnTo>
                  <a:lnTo>
                    <a:pt x="6505019" y="3116972"/>
                  </a:lnTo>
                  <a:lnTo>
                    <a:pt x="6503307" y="3116972"/>
                  </a:lnTo>
                  <a:lnTo>
                    <a:pt x="6501596" y="3116972"/>
                  </a:lnTo>
                  <a:lnTo>
                    <a:pt x="6499884" y="3116972"/>
                  </a:lnTo>
                  <a:lnTo>
                    <a:pt x="6498173" y="3116972"/>
                  </a:lnTo>
                  <a:lnTo>
                    <a:pt x="6496462" y="3116972"/>
                  </a:lnTo>
                  <a:lnTo>
                    <a:pt x="6494750" y="3116972"/>
                  </a:lnTo>
                  <a:lnTo>
                    <a:pt x="6493039" y="3116972"/>
                  </a:lnTo>
                  <a:lnTo>
                    <a:pt x="6491327" y="3116972"/>
                  </a:lnTo>
                  <a:lnTo>
                    <a:pt x="6489616" y="3116972"/>
                  </a:lnTo>
                  <a:lnTo>
                    <a:pt x="6487905" y="3116972"/>
                  </a:lnTo>
                  <a:lnTo>
                    <a:pt x="6486193" y="3116972"/>
                  </a:lnTo>
                  <a:lnTo>
                    <a:pt x="6484482" y="3116972"/>
                  </a:lnTo>
                  <a:lnTo>
                    <a:pt x="6482770" y="3116972"/>
                  </a:lnTo>
                  <a:lnTo>
                    <a:pt x="6481059" y="3116972"/>
                  </a:lnTo>
                  <a:lnTo>
                    <a:pt x="6479348" y="3116972"/>
                  </a:lnTo>
                  <a:lnTo>
                    <a:pt x="6477636" y="3116972"/>
                  </a:lnTo>
                  <a:lnTo>
                    <a:pt x="6475925" y="3116972"/>
                  </a:lnTo>
                  <a:lnTo>
                    <a:pt x="6474213" y="3116972"/>
                  </a:lnTo>
                  <a:lnTo>
                    <a:pt x="6472502" y="3116972"/>
                  </a:lnTo>
                  <a:lnTo>
                    <a:pt x="6470791" y="3116972"/>
                  </a:lnTo>
                  <a:lnTo>
                    <a:pt x="6469079" y="3116972"/>
                  </a:lnTo>
                  <a:lnTo>
                    <a:pt x="6467368" y="3116972"/>
                  </a:lnTo>
                  <a:lnTo>
                    <a:pt x="6465656" y="3116972"/>
                  </a:lnTo>
                  <a:lnTo>
                    <a:pt x="6463945" y="3116972"/>
                  </a:lnTo>
                  <a:lnTo>
                    <a:pt x="6462234" y="3116972"/>
                  </a:lnTo>
                  <a:lnTo>
                    <a:pt x="6460522" y="3116972"/>
                  </a:lnTo>
                  <a:lnTo>
                    <a:pt x="6458811" y="3116972"/>
                  </a:lnTo>
                  <a:lnTo>
                    <a:pt x="6457099" y="3116972"/>
                  </a:lnTo>
                  <a:lnTo>
                    <a:pt x="6455388" y="3116972"/>
                  </a:lnTo>
                  <a:lnTo>
                    <a:pt x="6453677" y="3116972"/>
                  </a:lnTo>
                  <a:lnTo>
                    <a:pt x="6451965" y="3116972"/>
                  </a:lnTo>
                  <a:lnTo>
                    <a:pt x="6450254" y="3116972"/>
                  </a:lnTo>
                  <a:lnTo>
                    <a:pt x="6448542" y="3116972"/>
                  </a:lnTo>
                  <a:lnTo>
                    <a:pt x="6446831" y="3116972"/>
                  </a:lnTo>
                  <a:lnTo>
                    <a:pt x="6445120" y="3116972"/>
                  </a:lnTo>
                  <a:lnTo>
                    <a:pt x="6443408" y="3116972"/>
                  </a:lnTo>
                  <a:lnTo>
                    <a:pt x="6441697" y="3116972"/>
                  </a:lnTo>
                  <a:lnTo>
                    <a:pt x="6439985" y="3116972"/>
                  </a:lnTo>
                  <a:lnTo>
                    <a:pt x="6438274" y="3116972"/>
                  </a:lnTo>
                  <a:lnTo>
                    <a:pt x="6436563" y="3116972"/>
                  </a:lnTo>
                  <a:lnTo>
                    <a:pt x="6434851" y="3116972"/>
                  </a:lnTo>
                  <a:lnTo>
                    <a:pt x="6433140" y="3116972"/>
                  </a:lnTo>
                  <a:lnTo>
                    <a:pt x="6431428" y="3116972"/>
                  </a:lnTo>
                  <a:lnTo>
                    <a:pt x="6429717" y="3116972"/>
                  </a:lnTo>
                  <a:lnTo>
                    <a:pt x="6428006" y="3116972"/>
                  </a:lnTo>
                  <a:lnTo>
                    <a:pt x="6426294" y="3116972"/>
                  </a:lnTo>
                  <a:lnTo>
                    <a:pt x="6424583" y="3116972"/>
                  </a:lnTo>
                  <a:lnTo>
                    <a:pt x="6422872" y="3116972"/>
                  </a:lnTo>
                  <a:lnTo>
                    <a:pt x="6421160" y="3116972"/>
                  </a:lnTo>
                  <a:lnTo>
                    <a:pt x="6419449" y="3116972"/>
                  </a:lnTo>
                  <a:lnTo>
                    <a:pt x="6417737" y="3116972"/>
                  </a:lnTo>
                  <a:lnTo>
                    <a:pt x="6416026" y="3116972"/>
                  </a:lnTo>
                  <a:lnTo>
                    <a:pt x="6414315" y="3116972"/>
                  </a:lnTo>
                  <a:lnTo>
                    <a:pt x="6412603" y="3116972"/>
                  </a:lnTo>
                  <a:lnTo>
                    <a:pt x="6410892" y="3116972"/>
                  </a:lnTo>
                  <a:lnTo>
                    <a:pt x="6409180" y="3116972"/>
                  </a:lnTo>
                  <a:lnTo>
                    <a:pt x="6407469" y="3116972"/>
                  </a:lnTo>
                  <a:lnTo>
                    <a:pt x="6405758" y="3116972"/>
                  </a:lnTo>
                  <a:lnTo>
                    <a:pt x="6404046" y="3116972"/>
                  </a:lnTo>
                  <a:lnTo>
                    <a:pt x="6402335" y="3116972"/>
                  </a:lnTo>
                  <a:lnTo>
                    <a:pt x="6400623" y="3116972"/>
                  </a:lnTo>
                  <a:lnTo>
                    <a:pt x="6398912" y="3116972"/>
                  </a:lnTo>
                  <a:lnTo>
                    <a:pt x="6397201" y="3116972"/>
                  </a:lnTo>
                  <a:lnTo>
                    <a:pt x="6395489" y="3116972"/>
                  </a:lnTo>
                  <a:lnTo>
                    <a:pt x="6393778" y="3116972"/>
                  </a:lnTo>
                  <a:lnTo>
                    <a:pt x="6392066" y="3116972"/>
                  </a:lnTo>
                  <a:lnTo>
                    <a:pt x="6390355" y="3116972"/>
                  </a:lnTo>
                  <a:lnTo>
                    <a:pt x="6388644" y="3116972"/>
                  </a:lnTo>
                  <a:lnTo>
                    <a:pt x="6386932" y="3116972"/>
                  </a:lnTo>
                  <a:lnTo>
                    <a:pt x="6385221" y="3116972"/>
                  </a:lnTo>
                  <a:lnTo>
                    <a:pt x="6383509" y="3116972"/>
                  </a:lnTo>
                  <a:lnTo>
                    <a:pt x="6381798" y="3116972"/>
                  </a:lnTo>
                  <a:lnTo>
                    <a:pt x="6380087" y="3116972"/>
                  </a:lnTo>
                  <a:lnTo>
                    <a:pt x="6378375" y="3116972"/>
                  </a:lnTo>
                  <a:lnTo>
                    <a:pt x="6376664" y="3116972"/>
                  </a:lnTo>
                  <a:lnTo>
                    <a:pt x="6374952" y="3116972"/>
                  </a:lnTo>
                  <a:lnTo>
                    <a:pt x="6373241" y="3116972"/>
                  </a:lnTo>
                  <a:lnTo>
                    <a:pt x="6371530" y="3116972"/>
                  </a:lnTo>
                  <a:lnTo>
                    <a:pt x="6369818" y="3116972"/>
                  </a:lnTo>
                  <a:lnTo>
                    <a:pt x="6368107" y="3116972"/>
                  </a:lnTo>
                  <a:lnTo>
                    <a:pt x="6366395" y="3116972"/>
                  </a:lnTo>
                  <a:lnTo>
                    <a:pt x="6364684" y="3116972"/>
                  </a:lnTo>
                  <a:lnTo>
                    <a:pt x="6362973" y="3116972"/>
                  </a:lnTo>
                  <a:lnTo>
                    <a:pt x="6361261" y="3116972"/>
                  </a:lnTo>
                  <a:lnTo>
                    <a:pt x="6359550" y="3116972"/>
                  </a:lnTo>
                  <a:lnTo>
                    <a:pt x="6357838" y="3116972"/>
                  </a:lnTo>
                  <a:lnTo>
                    <a:pt x="6356127" y="3116972"/>
                  </a:lnTo>
                  <a:lnTo>
                    <a:pt x="6354416" y="3116972"/>
                  </a:lnTo>
                  <a:lnTo>
                    <a:pt x="6352704" y="3116972"/>
                  </a:lnTo>
                  <a:lnTo>
                    <a:pt x="6350993" y="3116972"/>
                  </a:lnTo>
                  <a:lnTo>
                    <a:pt x="6349281" y="3116972"/>
                  </a:lnTo>
                  <a:lnTo>
                    <a:pt x="6347570" y="3116972"/>
                  </a:lnTo>
                  <a:lnTo>
                    <a:pt x="6345859" y="3116972"/>
                  </a:lnTo>
                  <a:lnTo>
                    <a:pt x="6344147" y="3116972"/>
                  </a:lnTo>
                  <a:lnTo>
                    <a:pt x="6342436" y="3116972"/>
                  </a:lnTo>
                  <a:lnTo>
                    <a:pt x="6340724" y="3116972"/>
                  </a:lnTo>
                  <a:lnTo>
                    <a:pt x="6339013" y="3116972"/>
                  </a:lnTo>
                  <a:lnTo>
                    <a:pt x="6337302" y="3116972"/>
                  </a:lnTo>
                  <a:lnTo>
                    <a:pt x="6335590" y="3116972"/>
                  </a:lnTo>
                  <a:lnTo>
                    <a:pt x="6333879" y="3116972"/>
                  </a:lnTo>
                  <a:lnTo>
                    <a:pt x="6332167" y="3116972"/>
                  </a:lnTo>
                  <a:lnTo>
                    <a:pt x="6330456" y="3116972"/>
                  </a:lnTo>
                  <a:lnTo>
                    <a:pt x="6328745" y="3116972"/>
                  </a:lnTo>
                  <a:lnTo>
                    <a:pt x="6327033" y="3116972"/>
                  </a:lnTo>
                  <a:lnTo>
                    <a:pt x="6325322" y="3116972"/>
                  </a:lnTo>
                  <a:lnTo>
                    <a:pt x="6323611" y="3116972"/>
                  </a:lnTo>
                  <a:lnTo>
                    <a:pt x="6321899" y="3116972"/>
                  </a:lnTo>
                  <a:lnTo>
                    <a:pt x="6320188" y="3116972"/>
                  </a:lnTo>
                  <a:lnTo>
                    <a:pt x="6318476" y="3116972"/>
                  </a:lnTo>
                  <a:lnTo>
                    <a:pt x="6316765" y="3116972"/>
                  </a:lnTo>
                  <a:lnTo>
                    <a:pt x="6315054" y="3116972"/>
                  </a:lnTo>
                  <a:lnTo>
                    <a:pt x="6313342" y="3116972"/>
                  </a:lnTo>
                  <a:lnTo>
                    <a:pt x="6311631" y="3116972"/>
                  </a:lnTo>
                  <a:lnTo>
                    <a:pt x="6309919" y="3116972"/>
                  </a:lnTo>
                  <a:lnTo>
                    <a:pt x="6308208" y="3116972"/>
                  </a:lnTo>
                  <a:lnTo>
                    <a:pt x="6306497" y="3116972"/>
                  </a:lnTo>
                  <a:lnTo>
                    <a:pt x="6304785" y="3116972"/>
                  </a:lnTo>
                  <a:lnTo>
                    <a:pt x="6303074" y="3116972"/>
                  </a:lnTo>
                  <a:lnTo>
                    <a:pt x="6301362" y="3116972"/>
                  </a:lnTo>
                  <a:lnTo>
                    <a:pt x="6299651" y="3116972"/>
                  </a:lnTo>
                  <a:lnTo>
                    <a:pt x="6297940" y="3116972"/>
                  </a:lnTo>
                  <a:lnTo>
                    <a:pt x="6296228" y="3116972"/>
                  </a:lnTo>
                  <a:lnTo>
                    <a:pt x="6294517" y="3116972"/>
                  </a:lnTo>
                  <a:lnTo>
                    <a:pt x="6292805" y="3116972"/>
                  </a:lnTo>
                  <a:lnTo>
                    <a:pt x="6291094" y="3116972"/>
                  </a:lnTo>
                  <a:lnTo>
                    <a:pt x="6289383" y="3116972"/>
                  </a:lnTo>
                  <a:lnTo>
                    <a:pt x="6287671" y="3116972"/>
                  </a:lnTo>
                  <a:lnTo>
                    <a:pt x="6285960" y="3116972"/>
                  </a:lnTo>
                  <a:lnTo>
                    <a:pt x="6284248" y="3116972"/>
                  </a:lnTo>
                  <a:lnTo>
                    <a:pt x="6282537" y="3116972"/>
                  </a:lnTo>
                  <a:lnTo>
                    <a:pt x="6280826" y="3116972"/>
                  </a:lnTo>
                  <a:lnTo>
                    <a:pt x="6279114" y="3116972"/>
                  </a:lnTo>
                  <a:lnTo>
                    <a:pt x="6277403" y="3116972"/>
                  </a:lnTo>
                  <a:lnTo>
                    <a:pt x="6275691" y="3116972"/>
                  </a:lnTo>
                  <a:lnTo>
                    <a:pt x="6273980" y="3116972"/>
                  </a:lnTo>
                  <a:lnTo>
                    <a:pt x="6272269" y="3116972"/>
                  </a:lnTo>
                  <a:lnTo>
                    <a:pt x="6270557" y="3116972"/>
                  </a:lnTo>
                  <a:lnTo>
                    <a:pt x="6268846" y="3116972"/>
                  </a:lnTo>
                  <a:lnTo>
                    <a:pt x="6267134" y="3116972"/>
                  </a:lnTo>
                  <a:lnTo>
                    <a:pt x="6265423" y="3116972"/>
                  </a:lnTo>
                  <a:lnTo>
                    <a:pt x="6263712" y="3116972"/>
                  </a:lnTo>
                  <a:lnTo>
                    <a:pt x="6262000" y="3116972"/>
                  </a:lnTo>
                  <a:lnTo>
                    <a:pt x="6260289" y="3116972"/>
                  </a:lnTo>
                  <a:lnTo>
                    <a:pt x="6258577" y="3116972"/>
                  </a:lnTo>
                  <a:lnTo>
                    <a:pt x="6256866" y="3116972"/>
                  </a:lnTo>
                  <a:lnTo>
                    <a:pt x="6255155" y="3116972"/>
                  </a:lnTo>
                  <a:lnTo>
                    <a:pt x="6253443" y="3116972"/>
                  </a:lnTo>
                  <a:lnTo>
                    <a:pt x="6251732" y="3116972"/>
                  </a:lnTo>
                  <a:lnTo>
                    <a:pt x="6250020" y="3116972"/>
                  </a:lnTo>
                  <a:lnTo>
                    <a:pt x="6248309" y="3116972"/>
                  </a:lnTo>
                  <a:lnTo>
                    <a:pt x="6246598" y="3116972"/>
                  </a:lnTo>
                  <a:lnTo>
                    <a:pt x="6244886" y="3116972"/>
                  </a:lnTo>
                  <a:lnTo>
                    <a:pt x="6243175" y="3116972"/>
                  </a:lnTo>
                  <a:lnTo>
                    <a:pt x="6241463" y="3116972"/>
                  </a:lnTo>
                  <a:lnTo>
                    <a:pt x="6239752" y="3116972"/>
                  </a:lnTo>
                  <a:lnTo>
                    <a:pt x="6238041" y="3116972"/>
                  </a:lnTo>
                  <a:lnTo>
                    <a:pt x="6236329" y="3116972"/>
                  </a:lnTo>
                  <a:lnTo>
                    <a:pt x="6234618" y="3116972"/>
                  </a:lnTo>
                  <a:lnTo>
                    <a:pt x="6232906" y="3116972"/>
                  </a:lnTo>
                  <a:lnTo>
                    <a:pt x="6231195" y="3116972"/>
                  </a:lnTo>
                  <a:lnTo>
                    <a:pt x="6229484" y="3116972"/>
                  </a:lnTo>
                  <a:lnTo>
                    <a:pt x="6227772" y="3116972"/>
                  </a:lnTo>
                  <a:lnTo>
                    <a:pt x="6226061" y="3116972"/>
                  </a:lnTo>
                  <a:lnTo>
                    <a:pt x="6224349" y="3116972"/>
                  </a:lnTo>
                  <a:lnTo>
                    <a:pt x="6222638" y="3116972"/>
                  </a:lnTo>
                  <a:lnTo>
                    <a:pt x="6220927" y="3116972"/>
                  </a:lnTo>
                  <a:lnTo>
                    <a:pt x="6219215" y="3116972"/>
                  </a:lnTo>
                  <a:lnTo>
                    <a:pt x="6217504" y="3116972"/>
                  </a:lnTo>
                  <a:lnTo>
                    <a:pt x="6215793" y="3116972"/>
                  </a:lnTo>
                  <a:lnTo>
                    <a:pt x="6214081" y="3116972"/>
                  </a:lnTo>
                  <a:lnTo>
                    <a:pt x="6212370" y="3116972"/>
                  </a:lnTo>
                  <a:lnTo>
                    <a:pt x="6210658" y="3116972"/>
                  </a:lnTo>
                  <a:lnTo>
                    <a:pt x="6208947" y="3116972"/>
                  </a:lnTo>
                  <a:lnTo>
                    <a:pt x="6207236" y="3116972"/>
                  </a:lnTo>
                  <a:lnTo>
                    <a:pt x="6205524" y="3116972"/>
                  </a:lnTo>
                  <a:lnTo>
                    <a:pt x="6203813" y="3116972"/>
                  </a:lnTo>
                  <a:lnTo>
                    <a:pt x="6202101" y="3116972"/>
                  </a:lnTo>
                  <a:lnTo>
                    <a:pt x="6200390" y="3116972"/>
                  </a:lnTo>
                  <a:lnTo>
                    <a:pt x="6198679" y="3116972"/>
                  </a:lnTo>
                  <a:lnTo>
                    <a:pt x="6196967" y="3116972"/>
                  </a:lnTo>
                  <a:lnTo>
                    <a:pt x="6195256" y="3116972"/>
                  </a:lnTo>
                  <a:lnTo>
                    <a:pt x="6193544" y="3116972"/>
                  </a:lnTo>
                  <a:lnTo>
                    <a:pt x="6191833" y="3116972"/>
                  </a:lnTo>
                  <a:lnTo>
                    <a:pt x="6190122" y="3116972"/>
                  </a:lnTo>
                  <a:lnTo>
                    <a:pt x="6188410" y="3116972"/>
                  </a:lnTo>
                  <a:lnTo>
                    <a:pt x="6186699" y="3116972"/>
                  </a:lnTo>
                  <a:lnTo>
                    <a:pt x="6184987" y="3116972"/>
                  </a:lnTo>
                  <a:lnTo>
                    <a:pt x="6183276" y="3116972"/>
                  </a:lnTo>
                  <a:lnTo>
                    <a:pt x="6181565" y="3116972"/>
                  </a:lnTo>
                  <a:lnTo>
                    <a:pt x="6179853" y="3116972"/>
                  </a:lnTo>
                  <a:lnTo>
                    <a:pt x="6178142" y="3116972"/>
                  </a:lnTo>
                  <a:lnTo>
                    <a:pt x="6176430" y="3116972"/>
                  </a:lnTo>
                  <a:lnTo>
                    <a:pt x="6174719" y="3116972"/>
                  </a:lnTo>
                  <a:lnTo>
                    <a:pt x="6173008" y="3116972"/>
                  </a:lnTo>
                  <a:lnTo>
                    <a:pt x="6171296" y="3116972"/>
                  </a:lnTo>
                  <a:lnTo>
                    <a:pt x="6169585" y="3116972"/>
                  </a:lnTo>
                  <a:lnTo>
                    <a:pt x="6167873" y="3116972"/>
                  </a:lnTo>
                  <a:lnTo>
                    <a:pt x="6166162" y="3116972"/>
                  </a:lnTo>
                  <a:lnTo>
                    <a:pt x="6164451" y="3116972"/>
                  </a:lnTo>
                  <a:lnTo>
                    <a:pt x="6162739" y="3116972"/>
                  </a:lnTo>
                  <a:lnTo>
                    <a:pt x="6161028" y="3116972"/>
                  </a:lnTo>
                  <a:lnTo>
                    <a:pt x="6159316" y="3116972"/>
                  </a:lnTo>
                  <a:lnTo>
                    <a:pt x="6157605" y="3116972"/>
                  </a:lnTo>
                  <a:lnTo>
                    <a:pt x="6155894" y="3116972"/>
                  </a:lnTo>
                  <a:lnTo>
                    <a:pt x="6154182" y="3116972"/>
                  </a:lnTo>
                  <a:lnTo>
                    <a:pt x="6152471" y="3116972"/>
                  </a:lnTo>
                  <a:lnTo>
                    <a:pt x="6150759" y="3116972"/>
                  </a:lnTo>
                  <a:lnTo>
                    <a:pt x="6149048" y="3116972"/>
                  </a:lnTo>
                  <a:lnTo>
                    <a:pt x="6147337" y="3116972"/>
                  </a:lnTo>
                  <a:lnTo>
                    <a:pt x="6145625" y="3116972"/>
                  </a:lnTo>
                  <a:lnTo>
                    <a:pt x="6143914" y="3116972"/>
                  </a:lnTo>
                  <a:lnTo>
                    <a:pt x="6142202" y="3116972"/>
                  </a:lnTo>
                  <a:lnTo>
                    <a:pt x="6140491" y="3116972"/>
                  </a:lnTo>
                  <a:lnTo>
                    <a:pt x="6138780" y="3116972"/>
                  </a:lnTo>
                  <a:lnTo>
                    <a:pt x="6137068" y="3116972"/>
                  </a:lnTo>
                  <a:lnTo>
                    <a:pt x="6135357" y="3116972"/>
                  </a:lnTo>
                  <a:lnTo>
                    <a:pt x="6133645" y="3116972"/>
                  </a:lnTo>
                  <a:lnTo>
                    <a:pt x="6131934" y="3116972"/>
                  </a:lnTo>
                  <a:lnTo>
                    <a:pt x="6130223" y="3116972"/>
                  </a:lnTo>
                  <a:lnTo>
                    <a:pt x="6128511" y="3116972"/>
                  </a:lnTo>
                  <a:lnTo>
                    <a:pt x="6126800" y="3116972"/>
                  </a:lnTo>
                  <a:lnTo>
                    <a:pt x="6125088" y="3116972"/>
                  </a:lnTo>
                  <a:lnTo>
                    <a:pt x="6123377" y="3116972"/>
                  </a:lnTo>
                  <a:lnTo>
                    <a:pt x="6121666" y="3116972"/>
                  </a:lnTo>
                  <a:lnTo>
                    <a:pt x="6119954" y="3116972"/>
                  </a:lnTo>
                  <a:lnTo>
                    <a:pt x="6118243" y="3116972"/>
                  </a:lnTo>
                  <a:lnTo>
                    <a:pt x="6116531" y="3116972"/>
                  </a:lnTo>
                  <a:lnTo>
                    <a:pt x="6114820" y="3116972"/>
                  </a:lnTo>
                  <a:lnTo>
                    <a:pt x="6113109" y="3116972"/>
                  </a:lnTo>
                  <a:lnTo>
                    <a:pt x="6111397" y="3116972"/>
                  </a:lnTo>
                  <a:lnTo>
                    <a:pt x="6109686" y="3116972"/>
                  </a:lnTo>
                  <a:lnTo>
                    <a:pt x="6107975" y="3116972"/>
                  </a:lnTo>
                  <a:lnTo>
                    <a:pt x="6106263" y="3116972"/>
                  </a:lnTo>
                  <a:lnTo>
                    <a:pt x="6104552" y="3116972"/>
                  </a:lnTo>
                  <a:lnTo>
                    <a:pt x="6102840" y="3116972"/>
                  </a:lnTo>
                  <a:lnTo>
                    <a:pt x="6101129" y="3116972"/>
                  </a:lnTo>
                  <a:lnTo>
                    <a:pt x="6099418" y="3116972"/>
                  </a:lnTo>
                  <a:lnTo>
                    <a:pt x="6097706" y="3116972"/>
                  </a:lnTo>
                  <a:lnTo>
                    <a:pt x="6095995" y="3116972"/>
                  </a:lnTo>
                  <a:lnTo>
                    <a:pt x="6094283" y="3116972"/>
                  </a:lnTo>
                  <a:lnTo>
                    <a:pt x="6092572" y="3116972"/>
                  </a:lnTo>
                  <a:lnTo>
                    <a:pt x="6090861" y="3116972"/>
                  </a:lnTo>
                  <a:lnTo>
                    <a:pt x="6089149" y="3116972"/>
                  </a:lnTo>
                  <a:lnTo>
                    <a:pt x="6087438" y="3116972"/>
                  </a:lnTo>
                  <a:lnTo>
                    <a:pt x="6085726" y="3116972"/>
                  </a:lnTo>
                  <a:lnTo>
                    <a:pt x="6084015" y="3116972"/>
                  </a:lnTo>
                  <a:lnTo>
                    <a:pt x="6082304" y="3116972"/>
                  </a:lnTo>
                  <a:lnTo>
                    <a:pt x="6080592" y="3116972"/>
                  </a:lnTo>
                  <a:lnTo>
                    <a:pt x="6078881" y="3116972"/>
                  </a:lnTo>
                  <a:lnTo>
                    <a:pt x="6077169" y="3116972"/>
                  </a:lnTo>
                  <a:lnTo>
                    <a:pt x="6075458" y="3116972"/>
                  </a:lnTo>
                  <a:lnTo>
                    <a:pt x="6073747" y="3116972"/>
                  </a:lnTo>
                  <a:lnTo>
                    <a:pt x="6072035" y="3116972"/>
                  </a:lnTo>
                  <a:lnTo>
                    <a:pt x="6070324" y="3116972"/>
                  </a:lnTo>
                  <a:lnTo>
                    <a:pt x="6068612" y="3116972"/>
                  </a:lnTo>
                  <a:lnTo>
                    <a:pt x="6066901" y="3116972"/>
                  </a:lnTo>
                  <a:lnTo>
                    <a:pt x="6065190" y="3116972"/>
                  </a:lnTo>
                  <a:lnTo>
                    <a:pt x="6063478" y="3116972"/>
                  </a:lnTo>
                  <a:lnTo>
                    <a:pt x="6061767" y="3116972"/>
                  </a:lnTo>
                  <a:lnTo>
                    <a:pt x="6060055" y="3116972"/>
                  </a:lnTo>
                  <a:lnTo>
                    <a:pt x="6058344" y="3116972"/>
                  </a:lnTo>
                  <a:lnTo>
                    <a:pt x="6056633" y="3116972"/>
                  </a:lnTo>
                  <a:lnTo>
                    <a:pt x="6054921" y="3116972"/>
                  </a:lnTo>
                  <a:lnTo>
                    <a:pt x="6053210" y="3116972"/>
                  </a:lnTo>
                  <a:lnTo>
                    <a:pt x="6051498" y="3116972"/>
                  </a:lnTo>
                  <a:lnTo>
                    <a:pt x="6049787" y="3116972"/>
                  </a:lnTo>
                  <a:lnTo>
                    <a:pt x="6048076" y="3116972"/>
                  </a:lnTo>
                  <a:lnTo>
                    <a:pt x="6046364" y="3116972"/>
                  </a:lnTo>
                  <a:lnTo>
                    <a:pt x="6044653" y="3116972"/>
                  </a:lnTo>
                  <a:lnTo>
                    <a:pt x="6042941" y="3116972"/>
                  </a:lnTo>
                  <a:lnTo>
                    <a:pt x="6041230" y="3116972"/>
                  </a:lnTo>
                  <a:lnTo>
                    <a:pt x="6039519" y="3116972"/>
                  </a:lnTo>
                  <a:lnTo>
                    <a:pt x="6037807" y="3116972"/>
                  </a:lnTo>
                  <a:lnTo>
                    <a:pt x="6036096" y="3116972"/>
                  </a:lnTo>
                  <a:lnTo>
                    <a:pt x="6034384" y="3116972"/>
                  </a:lnTo>
                  <a:lnTo>
                    <a:pt x="6032673" y="3116972"/>
                  </a:lnTo>
                  <a:lnTo>
                    <a:pt x="6030962" y="3116972"/>
                  </a:lnTo>
                  <a:lnTo>
                    <a:pt x="6029250" y="3116972"/>
                  </a:lnTo>
                  <a:lnTo>
                    <a:pt x="6027539" y="3116972"/>
                  </a:lnTo>
                  <a:lnTo>
                    <a:pt x="6025827" y="3116972"/>
                  </a:lnTo>
                  <a:lnTo>
                    <a:pt x="6024116" y="3116972"/>
                  </a:lnTo>
                  <a:lnTo>
                    <a:pt x="6022405" y="3116972"/>
                  </a:lnTo>
                  <a:lnTo>
                    <a:pt x="6020693" y="3116972"/>
                  </a:lnTo>
                  <a:lnTo>
                    <a:pt x="6018982" y="3116972"/>
                  </a:lnTo>
                  <a:lnTo>
                    <a:pt x="6017270" y="3116972"/>
                  </a:lnTo>
                  <a:lnTo>
                    <a:pt x="6015559" y="3116972"/>
                  </a:lnTo>
                  <a:lnTo>
                    <a:pt x="6013848" y="3116972"/>
                  </a:lnTo>
                  <a:lnTo>
                    <a:pt x="6012136" y="3116972"/>
                  </a:lnTo>
                  <a:lnTo>
                    <a:pt x="6010425" y="3116972"/>
                  </a:lnTo>
                  <a:lnTo>
                    <a:pt x="6008713" y="3116972"/>
                  </a:lnTo>
                  <a:lnTo>
                    <a:pt x="6007002" y="3116972"/>
                  </a:lnTo>
                  <a:lnTo>
                    <a:pt x="6005291" y="3116972"/>
                  </a:lnTo>
                  <a:lnTo>
                    <a:pt x="6003579" y="3116972"/>
                  </a:lnTo>
                  <a:lnTo>
                    <a:pt x="6001868" y="3116972"/>
                  </a:lnTo>
                  <a:lnTo>
                    <a:pt x="6000157" y="3116972"/>
                  </a:lnTo>
                  <a:lnTo>
                    <a:pt x="5998445" y="3116972"/>
                  </a:lnTo>
                  <a:lnTo>
                    <a:pt x="5996734" y="3116972"/>
                  </a:lnTo>
                  <a:lnTo>
                    <a:pt x="5995022" y="3116972"/>
                  </a:lnTo>
                  <a:lnTo>
                    <a:pt x="5993311" y="3116972"/>
                  </a:lnTo>
                  <a:lnTo>
                    <a:pt x="5991600" y="3116972"/>
                  </a:lnTo>
                  <a:lnTo>
                    <a:pt x="5989888" y="3116972"/>
                  </a:lnTo>
                  <a:lnTo>
                    <a:pt x="5988177" y="3116972"/>
                  </a:lnTo>
                  <a:lnTo>
                    <a:pt x="5986465" y="3116972"/>
                  </a:lnTo>
                  <a:lnTo>
                    <a:pt x="5984754" y="3116972"/>
                  </a:lnTo>
                  <a:lnTo>
                    <a:pt x="5983043" y="3116972"/>
                  </a:lnTo>
                  <a:lnTo>
                    <a:pt x="5981331" y="3116972"/>
                  </a:lnTo>
                  <a:lnTo>
                    <a:pt x="5979620" y="3116972"/>
                  </a:lnTo>
                  <a:lnTo>
                    <a:pt x="5977908" y="3116972"/>
                  </a:lnTo>
                  <a:lnTo>
                    <a:pt x="5976197" y="3116972"/>
                  </a:lnTo>
                  <a:lnTo>
                    <a:pt x="5974486" y="3116972"/>
                  </a:lnTo>
                  <a:lnTo>
                    <a:pt x="5972774" y="3116972"/>
                  </a:lnTo>
                  <a:lnTo>
                    <a:pt x="5971063" y="3116972"/>
                  </a:lnTo>
                  <a:lnTo>
                    <a:pt x="5969351" y="3116972"/>
                  </a:lnTo>
                  <a:lnTo>
                    <a:pt x="5967640" y="3116972"/>
                  </a:lnTo>
                  <a:lnTo>
                    <a:pt x="5965929" y="3116972"/>
                  </a:lnTo>
                  <a:lnTo>
                    <a:pt x="5964217" y="3116972"/>
                  </a:lnTo>
                  <a:lnTo>
                    <a:pt x="5962506" y="3116972"/>
                  </a:lnTo>
                  <a:lnTo>
                    <a:pt x="5960794" y="3116972"/>
                  </a:lnTo>
                  <a:lnTo>
                    <a:pt x="5959083" y="3116972"/>
                  </a:lnTo>
                  <a:lnTo>
                    <a:pt x="5957372" y="3116972"/>
                  </a:lnTo>
                  <a:lnTo>
                    <a:pt x="5955660" y="3116972"/>
                  </a:lnTo>
                  <a:lnTo>
                    <a:pt x="5953949" y="3116972"/>
                  </a:lnTo>
                  <a:lnTo>
                    <a:pt x="5952237" y="3116972"/>
                  </a:lnTo>
                  <a:lnTo>
                    <a:pt x="5950526" y="3116972"/>
                  </a:lnTo>
                  <a:lnTo>
                    <a:pt x="5948815" y="3116972"/>
                  </a:lnTo>
                  <a:lnTo>
                    <a:pt x="5947103" y="3116972"/>
                  </a:lnTo>
                  <a:lnTo>
                    <a:pt x="5945392" y="3116972"/>
                  </a:lnTo>
                  <a:lnTo>
                    <a:pt x="5943680" y="3116972"/>
                  </a:lnTo>
                  <a:lnTo>
                    <a:pt x="5941969" y="3116972"/>
                  </a:lnTo>
                  <a:lnTo>
                    <a:pt x="5940258" y="3116972"/>
                  </a:lnTo>
                  <a:lnTo>
                    <a:pt x="5938546" y="3116972"/>
                  </a:lnTo>
                  <a:lnTo>
                    <a:pt x="5936835" y="3116972"/>
                  </a:lnTo>
                  <a:lnTo>
                    <a:pt x="5935123" y="3116972"/>
                  </a:lnTo>
                  <a:lnTo>
                    <a:pt x="5933412" y="3116972"/>
                  </a:lnTo>
                  <a:lnTo>
                    <a:pt x="5931701" y="3116972"/>
                  </a:lnTo>
                  <a:lnTo>
                    <a:pt x="5929989" y="3116972"/>
                  </a:lnTo>
                  <a:lnTo>
                    <a:pt x="5928278" y="3116972"/>
                  </a:lnTo>
                  <a:lnTo>
                    <a:pt x="5926566" y="3116972"/>
                  </a:lnTo>
                  <a:lnTo>
                    <a:pt x="5924855" y="3116972"/>
                  </a:lnTo>
                  <a:lnTo>
                    <a:pt x="5923144" y="3116972"/>
                  </a:lnTo>
                  <a:lnTo>
                    <a:pt x="5921432" y="3116972"/>
                  </a:lnTo>
                  <a:lnTo>
                    <a:pt x="5919721" y="3116972"/>
                  </a:lnTo>
                  <a:lnTo>
                    <a:pt x="5918009" y="3116972"/>
                  </a:lnTo>
                  <a:lnTo>
                    <a:pt x="5916298" y="3116972"/>
                  </a:lnTo>
                  <a:lnTo>
                    <a:pt x="5914587" y="3116972"/>
                  </a:lnTo>
                  <a:lnTo>
                    <a:pt x="5912875" y="3116972"/>
                  </a:lnTo>
                  <a:lnTo>
                    <a:pt x="5911164" y="3116972"/>
                  </a:lnTo>
                  <a:lnTo>
                    <a:pt x="5909452" y="3116972"/>
                  </a:lnTo>
                  <a:lnTo>
                    <a:pt x="5907741" y="3116972"/>
                  </a:lnTo>
                  <a:lnTo>
                    <a:pt x="5906030" y="3116972"/>
                  </a:lnTo>
                  <a:lnTo>
                    <a:pt x="5904318" y="3116972"/>
                  </a:lnTo>
                  <a:lnTo>
                    <a:pt x="5902607" y="3116972"/>
                  </a:lnTo>
                  <a:lnTo>
                    <a:pt x="5900896" y="3116972"/>
                  </a:lnTo>
                  <a:lnTo>
                    <a:pt x="5899184" y="3116972"/>
                  </a:lnTo>
                  <a:lnTo>
                    <a:pt x="5897473" y="3116972"/>
                  </a:lnTo>
                  <a:lnTo>
                    <a:pt x="5895761" y="3116972"/>
                  </a:lnTo>
                  <a:lnTo>
                    <a:pt x="5894050" y="3116972"/>
                  </a:lnTo>
                  <a:lnTo>
                    <a:pt x="5892339" y="3116972"/>
                  </a:lnTo>
                  <a:lnTo>
                    <a:pt x="5890627" y="3116972"/>
                  </a:lnTo>
                  <a:lnTo>
                    <a:pt x="5888916" y="3116972"/>
                  </a:lnTo>
                  <a:lnTo>
                    <a:pt x="5887204" y="3116972"/>
                  </a:lnTo>
                  <a:lnTo>
                    <a:pt x="5885493" y="3116972"/>
                  </a:lnTo>
                  <a:lnTo>
                    <a:pt x="5883782" y="3116972"/>
                  </a:lnTo>
                  <a:lnTo>
                    <a:pt x="5882070" y="3116972"/>
                  </a:lnTo>
                  <a:lnTo>
                    <a:pt x="5880359" y="3116972"/>
                  </a:lnTo>
                  <a:lnTo>
                    <a:pt x="5878647" y="3116972"/>
                  </a:lnTo>
                  <a:lnTo>
                    <a:pt x="5876936" y="3116972"/>
                  </a:lnTo>
                  <a:lnTo>
                    <a:pt x="5875225" y="3116972"/>
                  </a:lnTo>
                  <a:lnTo>
                    <a:pt x="5873513" y="3116972"/>
                  </a:lnTo>
                  <a:lnTo>
                    <a:pt x="5871802" y="3116972"/>
                  </a:lnTo>
                  <a:lnTo>
                    <a:pt x="5870090" y="3116972"/>
                  </a:lnTo>
                  <a:lnTo>
                    <a:pt x="5868379" y="3116972"/>
                  </a:lnTo>
                  <a:lnTo>
                    <a:pt x="5866668" y="3116972"/>
                  </a:lnTo>
                  <a:lnTo>
                    <a:pt x="5864956" y="3116972"/>
                  </a:lnTo>
                  <a:lnTo>
                    <a:pt x="5863245" y="3116972"/>
                  </a:lnTo>
                  <a:lnTo>
                    <a:pt x="5861533" y="3116972"/>
                  </a:lnTo>
                  <a:lnTo>
                    <a:pt x="5859822" y="3116972"/>
                  </a:lnTo>
                  <a:lnTo>
                    <a:pt x="5858111" y="3116972"/>
                  </a:lnTo>
                  <a:lnTo>
                    <a:pt x="5856399" y="3116972"/>
                  </a:lnTo>
                  <a:lnTo>
                    <a:pt x="5854688" y="3116972"/>
                  </a:lnTo>
                  <a:lnTo>
                    <a:pt x="5852976" y="3116972"/>
                  </a:lnTo>
                  <a:lnTo>
                    <a:pt x="5851265" y="3116972"/>
                  </a:lnTo>
                  <a:lnTo>
                    <a:pt x="5849554" y="3116972"/>
                  </a:lnTo>
                  <a:lnTo>
                    <a:pt x="5847842" y="3116972"/>
                  </a:lnTo>
                  <a:lnTo>
                    <a:pt x="5846131" y="3116972"/>
                  </a:lnTo>
                  <a:lnTo>
                    <a:pt x="5844419" y="3116972"/>
                  </a:lnTo>
                  <a:lnTo>
                    <a:pt x="5842708" y="3116972"/>
                  </a:lnTo>
                  <a:lnTo>
                    <a:pt x="5840997" y="3116972"/>
                  </a:lnTo>
                  <a:lnTo>
                    <a:pt x="5839285" y="3116972"/>
                  </a:lnTo>
                  <a:lnTo>
                    <a:pt x="5837574" y="3116972"/>
                  </a:lnTo>
                  <a:lnTo>
                    <a:pt x="5835862" y="3116972"/>
                  </a:lnTo>
                  <a:lnTo>
                    <a:pt x="5834151" y="3116972"/>
                  </a:lnTo>
                  <a:lnTo>
                    <a:pt x="5832440" y="3116972"/>
                  </a:lnTo>
                  <a:lnTo>
                    <a:pt x="5830728" y="3116972"/>
                  </a:lnTo>
                  <a:lnTo>
                    <a:pt x="5829017" y="3116972"/>
                  </a:lnTo>
                  <a:lnTo>
                    <a:pt x="5827305" y="3116972"/>
                  </a:lnTo>
                  <a:lnTo>
                    <a:pt x="5825594" y="3116972"/>
                  </a:lnTo>
                  <a:lnTo>
                    <a:pt x="5823883" y="3116972"/>
                  </a:lnTo>
                  <a:lnTo>
                    <a:pt x="5822171" y="3116972"/>
                  </a:lnTo>
                  <a:lnTo>
                    <a:pt x="5820460" y="3116972"/>
                  </a:lnTo>
                  <a:lnTo>
                    <a:pt x="5818748" y="3116972"/>
                  </a:lnTo>
                  <a:lnTo>
                    <a:pt x="5817037" y="3116972"/>
                  </a:lnTo>
                  <a:lnTo>
                    <a:pt x="5815326" y="3116972"/>
                  </a:lnTo>
                  <a:lnTo>
                    <a:pt x="5813614" y="3116972"/>
                  </a:lnTo>
                  <a:lnTo>
                    <a:pt x="5811903" y="3116972"/>
                  </a:lnTo>
                  <a:lnTo>
                    <a:pt x="5810191" y="3116972"/>
                  </a:lnTo>
                  <a:lnTo>
                    <a:pt x="5808480" y="3116972"/>
                  </a:lnTo>
                  <a:lnTo>
                    <a:pt x="5806769" y="3116972"/>
                  </a:lnTo>
                  <a:lnTo>
                    <a:pt x="5805057" y="3116972"/>
                  </a:lnTo>
                  <a:lnTo>
                    <a:pt x="5803346" y="3116972"/>
                  </a:lnTo>
                  <a:lnTo>
                    <a:pt x="5801634" y="3116972"/>
                  </a:lnTo>
                  <a:lnTo>
                    <a:pt x="5799923" y="3116972"/>
                  </a:lnTo>
                  <a:lnTo>
                    <a:pt x="5798212" y="3116972"/>
                  </a:lnTo>
                  <a:lnTo>
                    <a:pt x="5796500" y="3116972"/>
                  </a:lnTo>
                  <a:lnTo>
                    <a:pt x="5794789" y="3116972"/>
                  </a:lnTo>
                  <a:lnTo>
                    <a:pt x="5793078" y="3116972"/>
                  </a:lnTo>
                  <a:lnTo>
                    <a:pt x="5791366" y="3116972"/>
                  </a:lnTo>
                  <a:lnTo>
                    <a:pt x="5789655" y="3116972"/>
                  </a:lnTo>
                  <a:lnTo>
                    <a:pt x="5787943" y="3116972"/>
                  </a:lnTo>
                  <a:lnTo>
                    <a:pt x="5786232" y="3116972"/>
                  </a:lnTo>
                  <a:lnTo>
                    <a:pt x="5784521" y="3116972"/>
                  </a:lnTo>
                  <a:lnTo>
                    <a:pt x="5782809" y="3116972"/>
                  </a:lnTo>
                  <a:lnTo>
                    <a:pt x="5781098" y="3116972"/>
                  </a:lnTo>
                  <a:lnTo>
                    <a:pt x="5779386" y="3116972"/>
                  </a:lnTo>
                  <a:lnTo>
                    <a:pt x="5777675" y="3116972"/>
                  </a:lnTo>
                  <a:lnTo>
                    <a:pt x="5775964" y="3116972"/>
                  </a:lnTo>
                  <a:lnTo>
                    <a:pt x="5774252" y="3116972"/>
                  </a:lnTo>
                  <a:lnTo>
                    <a:pt x="5772541" y="3116972"/>
                  </a:lnTo>
                  <a:lnTo>
                    <a:pt x="5770829" y="3116972"/>
                  </a:lnTo>
                  <a:lnTo>
                    <a:pt x="5769118" y="3116972"/>
                  </a:lnTo>
                  <a:lnTo>
                    <a:pt x="5767407" y="3116972"/>
                  </a:lnTo>
                  <a:lnTo>
                    <a:pt x="5765695" y="3116972"/>
                  </a:lnTo>
                  <a:lnTo>
                    <a:pt x="5763984" y="3116972"/>
                  </a:lnTo>
                  <a:lnTo>
                    <a:pt x="5762272" y="3116972"/>
                  </a:lnTo>
                  <a:lnTo>
                    <a:pt x="5760561" y="3116972"/>
                  </a:lnTo>
                  <a:lnTo>
                    <a:pt x="5758850" y="3116972"/>
                  </a:lnTo>
                  <a:lnTo>
                    <a:pt x="5757138" y="3116972"/>
                  </a:lnTo>
                  <a:lnTo>
                    <a:pt x="5755427" y="3116972"/>
                  </a:lnTo>
                  <a:lnTo>
                    <a:pt x="5753715" y="3116972"/>
                  </a:lnTo>
                  <a:lnTo>
                    <a:pt x="5752004" y="3116972"/>
                  </a:lnTo>
                  <a:lnTo>
                    <a:pt x="5750293" y="3116972"/>
                  </a:lnTo>
                  <a:lnTo>
                    <a:pt x="5748581" y="3116972"/>
                  </a:lnTo>
                  <a:lnTo>
                    <a:pt x="5746870" y="3116972"/>
                  </a:lnTo>
                  <a:lnTo>
                    <a:pt x="5745158" y="3116972"/>
                  </a:lnTo>
                  <a:lnTo>
                    <a:pt x="5743447" y="3116972"/>
                  </a:lnTo>
                  <a:lnTo>
                    <a:pt x="5741736" y="3116972"/>
                  </a:lnTo>
                  <a:lnTo>
                    <a:pt x="5740024" y="3116972"/>
                  </a:lnTo>
                  <a:lnTo>
                    <a:pt x="5738313" y="3116972"/>
                  </a:lnTo>
                  <a:lnTo>
                    <a:pt x="5736601" y="3116972"/>
                  </a:lnTo>
                  <a:lnTo>
                    <a:pt x="5734890" y="3116972"/>
                  </a:lnTo>
                  <a:lnTo>
                    <a:pt x="5733179" y="3116972"/>
                  </a:lnTo>
                  <a:lnTo>
                    <a:pt x="5731467" y="3116972"/>
                  </a:lnTo>
                  <a:lnTo>
                    <a:pt x="5729756" y="3116972"/>
                  </a:lnTo>
                  <a:lnTo>
                    <a:pt x="5728044" y="3116972"/>
                  </a:lnTo>
                  <a:lnTo>
                    <a:pt x="5726333" y="3116972"/>
                  </a:lnTo>
                  <a:lnTo>
                    <a:pt x="5724622" y="3116972"/>
                  </a:lnTo>
                  <a:lnTo>
                    <a:pt x="5722910" y="3116972"/>
                  </a:lnTo>
                  <a:lnTo>
                    <a:pt x="5721199" y="3116972"/>
                  </a:lnTo>
                  <a:lnTo>
                    <a:pt x="5719487" y="3116972"/>
                  </a:lnTo>
                  <a:lnTo>
                    <a:pt x="5717776" y="3116972"/>
                  </a:lnTo>
                  <a:lnTo>
                    <a:pt x="5716065" y="3116972"/>
                  </a:lnTo>
                  <a:lnTo>
                    <a:pt x="5714353" y="3116972"/>
                  </a:lnTo>
                  <a:lnTo>
                    <a:pt x="5712642" y="3116972"/>
                  </a:lnTo>
                  <a:lnTo>
                    <a:pt x="5710930" y="3116972"/>
                  </a:lnTo>
                  <a:lnTo>
                    <a:pt x="5709219" y="3116972"/>
                  </a:lnTo>
                  <a:lnTo>
                    <a:pt x="5707508" y="3116972"/>
                  </a:lnTo>
                  <a:lnTo>
                    <a:pt x="5705796" y="3116972"/>
                  </a:lnTo>
                  <a:lnTo>
                    <a:pt x="5704085" y="3116972"/>
                  </a:lnTo>
                  <a:lnTo>
                    <a:pt x="5702373" y="3116972"/>
                  </a:lnTo>
                  <a:lnTo>
                    <a:pt x="5700662" y="3116972"/>
                  </a:lnTo>
                  <a:lnTo>
                    <a:pt x="5698951" y="3116972"/>
                  </a:lnTo>
                  <a:lnTo>
                    <a:pt x="5697239" y="3116972"/>
                  </a:lnTo>
                  <a:lnTo>
                    <a:pt x="5695528" y="3116972"/>
                  </a:lnTo>
                  <a:lnTo>
                    <a:pt x="5693816" y="3116972"/>
                  </a:lnTo>
                  <a:lnTo>
                    <a:pt x="5692105" y="3116972"/>
                  </a:lnTo>
                  <a:lnTo>
                    <a:pt x="5690394" y="3116972"/>
                  </a:lnTo>
                  <a:lnTo>
                    <a:pt x="5688682" y="3116972"/>
                  </a:lnTo>
                  <a:lnTo>
                    <a:pt x="5686971" y="3116972"/>
                  </a:lnTo>
                  <a:lnTo>
                    <a:pt x="5685260" y="3116972"/>
                  </a:lnTo>
                  <a:lnTo>
                    <a:pt x="5683548" y="3116972"/>
                  </a:lnTo>
                  <a:lnTo>
                    <a:pt x="5681837" y="3116972"/>
                  </a:lnTo>
                  <a:lnTo>
                    <a:pt x="5680125" y="3116972"/>
                  </a:lnTo>
                  <a:lnTo>
                    <a:pt x="5678414" y="3116972"/>
                  </a:lnTo>
                  <a:lnTo>
                    <a:pt x="5676703" y="3116972"/>
                  </a:lnTo>
                  <a:lnTo>
                    <a:pt x="5674991" y="3116972"/>
                  </a:lnTo>
                  <a:lnTo>
                    <a:pt x="5673280" y="3116972"/>
                  </a:lnTo>
                  <a:lnTo>
                    <a:pt x="5671568" y="3116972"/>
                  </a:lnTo>
                  <a:lnTo>
                    <a:pt x="5669857" y="3116972"/>
                  </a:lnTo>
                  <a:lnTo>
                    <a:pt x="5668146" y="3116972"/>
                  </a:lnTo>
                  <a:lnTo>
                    <a:pt x="5666434" y="3116972"/>
                  </a:lnTo>
                  <a:lnTo>
                    <a:pt x="5664723" y="3116972"/>
                  </a:lnTo>
                  <a:lnTo>
                    <a:pt x="5663011" y="3116972"/>
                  </a:lnTo>
                  <a:lnTo>
                    <a:pt x="5661300" y="3116972"/>
                  </a:lnTo>
                  <a:lnTo>
                    <a:pt x="5659589" y="3116972"/>
                  </a:lnTo>
                  <a:lnTo>
                    <a:pt x="5657877" y="3116972"/>
                  </a:lnTo>
                  <a:lnTo>
                    <a:pt x="5656166" y="3116972"/>
                  </a:lnTo>
                  <a:lnTo>
                    <a:pt x="5654454" y="3116972"/>
                  </a:lnTo>
                  <a:lnTo>
                    <a:pt x="5652743" y="3116972"/>
                  </a:lnTo>
                  <a:lnTo>
                    <a:pt x="5651032" y="3116972"/>
                  </a:lnTo>
                  <a:lnTo>
                    <a:pt x="5649320" y="3116972"/>
                  </a:lnTo>
                  <a:lnTo>
                    <a:pt x="5647609" y="3116972"/>
                  </a:lnTo>
                  <a:lnTo>
                    <a:pt x="5645897" y="3116972"/>
                  </a:lnTo>
                  <a:lnTo>
                    <a:pt x="5644186" y="3116972"/>
                  </a:lnTo>
                  <a:lnTo>
                    <a:pt x="5642475" y="3116972"/>
                  </a:lnTo>
                  <a:lnTo>
                    <a:pt x="5640763" y="3116972"/>
                  </a:lnTo>
                  <a:lnTo>
                    <a:pt x="5639052" y="3116972"/>
                  </a:lnTo>
                  <a:lnTo>
                    <a:pt x="5637340" y="3116972"/>
                  </a:lnTo>
                  <a:lnTo>
                    <a:pt x="5635629" y="3116972"/>
                  </a:lnTo>
                  <a:lnTo>
                    <a:pt x="5633918" y="3116972"/>
                  </a:lnTo>
                  <a:lnTo>
                    <a:pt x="5632206" y="3116972"/>
                  </a:lnTo>
                  <a:lnTo>
                    <a:pt x="5630495" y="3116972"/>
                  </a:lnTo>
                  <a:lnTo>
                    <a:pt x="5628783" y="3116972"/>
                  </a:lnTo>
                  <a:lnTo>
                    <a:pt x="5627072" y="3116972"/>
                  </a:lnTo>
                  <a:lnTo>
                    <a:pt x="5625361" y="3116972"/>
                  </a:lnTo>
                  <a:lnTo>
                    <a:pt x="5623649" y="3116972"/>
                  </a:lnTo>
                  <a:lnTo>
                    <a:pt x="5621938" y="3116972"/>
                  </a:lnTo>
                  <a:lnTo>
                    <a:pt x="5620226" y="3116972"/>
                  </a:lnTo>
                  <a:lnTo>
                    <a:pt x="5618515" y="3116972"/>
                  </a:lnTo>
                  <a:lnTo>
                    <a:pt x="5616804" y="3116972"/>
                  </a:lnTo>
                  <a:lnTo>
                    <a:pt x="5615092" y="3116972"/>
                  </a:lnTo>
                  <a:lnTo>
                    <a:pt x="5613381" y="3116972"/>
                  </a:lnTo>
                  <a:lnTo>
                    <a:pt x="5611669" y="3116972"/>
                  </a:lnTo>
                  <a:lnTo>
                    <a:pt x="5609958" y="3116972"/>
                  </a:lnTo>
                  <a:lnTo>
                    <a:pt x="5608247" y="3116972"/>
                  </a:lnTo>
                  <a:lnTo>
                    <a:pt x="5606535" y="3116972"/>
                  </a:lnTo>
                  <a:lnTo>
                    <a:pt x="5604824" y="3116972"/>
                  </a:lnTo>
                  <a:lnTo>
                    <a:pt x="5603112" y="3116972"/>
                  </a:lnTo>
                  <a:lnTo>
                    <a:pt x="5601401" y="3116972"/>
                  </a:lnTo>
                  <a:lnTo>
                    <a:pt x="5599690" y="3116972"/>
                  </a:lnTo>
                  <a:lnTo>
                    <a:pt x="5597978" y="3116972"/>
                  </a:lnTo>
                  <a:lnTo>
                    <a:pt x="5596267" y="3116972"/>
                  </a:lnTo>
                  <a:lnTo>
                    <a:pt x="5594555" y="3116972"/>
                  </a:lnTo>
                  <a:lnTo>
                    <a:pt x="5592844" y="3116972"/>
                  </a:lnTo>
                  <a:lnTo>
                    <a:pt x="5591133" y="3116972"/>
                  </a:lnTo>
                  <a:lnTo>
                    <a:pt x="5589421" y="3116972"/>
                  </a:lnTo>
                  <a:lnTo>
                    <a:pt x="5587710" y="3116972"/>
                  </a:lnTo>
                  <a:lnTo>
                    <a:pt x="5585999" y="3116972"/>
                  </a:lnTo>
                  <a:lnTo>
                    <a:pt x="5584287" y="3116972"/>
                  </a:lnTo>
                  <a:lnTo>
                    <a:pt x="5582576" y="3116972"/>
                  </a:lnTo>
                  <a:lnTo>
                    <a:pt x="5580864" y="3116972"/>
                  </a:lnTo>
                  <a:lnTo>
                    <a:pt x="5579153" y="3116972"/>
                  </a:lnTo>
                  <a:lnTo>
                    <a:pt x="5577442" y="3116972"/>
                  </a:lnTo>
                  <a:lnTo>
                    <a:pt x="5575730" y="3116972"/>
                  </a:lnTo>
                  <a:lnTo>
                    <a:pt x="5574019" y="3116972"/>
                  </a:lnTo>
                  <a:lnTo>
                    <a:pt x="5572307" y="3116972"/>
                  </a:lnTo>
                  <a:lnTo>
                    <a:pt x="5570596" y="3116972"/>
                  </a:lnTo>
                  <a:lnTo>
                    <a:pt x="5568885" y="3116972"/>
                  </a:lnTo>
                  <a:lnTo>
                    <a:pt x="5567173" y="3116972"/>
                  </a:lnTo>
                  <a:lnTo>
                    <a:pt x="5565462" y="3116972"/>
                  </a:lnTo>
                  <a:lnTo>
                    <a:pt x="5563750" y="3116972"/>
                  </a:lnTo>
                  <a:lnTo>
                    <a:pt x="5562039" y="3116972"/>
                  </a:lnTo>
                  <a:lnTo>
                    <a:pt x="5560328" y="3116972"/>
                  </a:lnTo>
                  <a:lnTo>
                    <a:pt x="5558616" y="3116972"/>
                  </a:lnTo>
                  <a:lnTo>
                    <a:pt x="5556905" y="3116972"/>
                  </a:lnTo>
                  <a:lnTo>
                    <a:pt x="5555193" y="3116972"/>
                  </a:lnTo>
                  <a:lnTo>
                    <a:pt x="5553482" y="3116972"/>
                  </a:lnTo>
                  <a:lnTo>
                    <a:pt x="5551771" y="3116972"/>
                  </a:lnTo>
                  <a:lnTo>
                    <a:pt x="5550059" y="3116972"/>
                  </a:lnTo>
                  <a:lnTo>
                    <a:pt x="5548348" y="3116972"/>
                  </a:lnTo>
                  <a:lnTo>
                    <a:pt x="5546636" y="3116972"/>
                  </a:lnTo>
                  <a:lnTo>
                    <a:pt x="5544925" y="3116972"/>
                  </a:lnTo>
                  <a:lnTo>
                    <a:pt x="5543214" y="3116972"/>
                  </a:lnTo>
                  <a:lnTo>
                    <a:pt x="5541502" y="3116972"/>
                  </a:lnTo>
                  <a:lnTo>
                    <a:pt x="5539791" y="3116972"/>
                  </a:lnTo>
                  <a:lnTo>
                    <a:pt x="5538079" y="3116972"/>
                  </a:lnTo>
                  <a:lnTo>
                    <a:pt x="5536368" y="3116972"/>
                  </a:lnTo>
                  <a:lnTo>
                    <a:pt x="5534657" y="3116972"/>
                  </a:lnTo>
                  <a:lnTo>
                    <a:pt x="5532945" y="3116972"/>
                  </a:lnTo>
                  <a:lnTo>
                    <a:pt x="5531234" y="3116972"/>
                  </a:lnTo>
                  <a:lnTo>
                    <a:pt x="5529522" y="3116972"/>
                  </a:lnTo>
                  <a:lnTo>
                    <a:pt x="5527811" y="3116972"/>
                  </a:lnTo>
                  <a:lnTo>
                    <a:pt x="5526100" y="3116972"/>
                  </a:lnTo>
                  <a:lnTo>
                    <a:pt x="5524388" y="3116972"/>
                  </a:lnTo>
                  <a:lnTo>
                    <a:pt x="5522677" y="3116972"/>
                  </a:lnTo>
                  <a:lnTo>
                    <a:pt x="5520965" y="3116972"/>
                  </a:lnTo>
                  <a:lnTo>
                    <a:pt x="5519254" y="3116972"/>
                  </a:lnTo>
                  <a:lnTo>
                    <a:pt x="5517543" y="3116972"/>
                  </a:lnTo>
                  <a:lnTo>
                    <a:pt x="5515831" y="3116972"/>
                  </a:lnTo>
                  <a:lnTo>
                    <a:pt x="5514120" y="3116972"/>
                  </a:lnTo>
                  <a:lnTo>
                    <a:pt x="5512408" y="3116972"/>
                  </a:lnTo>
                  <a:lnTo>
                    <a:pt x="5510697" y="3116972"/>
                  </a:lnTo>
                  <a:lnTo>
                    <a:pt x="5508986" y="3116972"/>
                  </a:lnTo>
                  <a:lnTo>
                    <a:pt x="5507274" y="3116972"/>
                  </a:lnTo>
                  <a:lnTo>
                    <a:pt x="5505563" y="3116972"/>
                  </a:lnTo>
                  <a:lnTo>
                    <a:pt x="5503851" y="3116972"/>
                  </a:lnTo>
                  <a:lnTo>
                    <a:pt x="5502140" y="3116972"/>
                  </a:lnTo>
                  <a:lnTo>
                    <a:pt x="5500429" y="3116972"/>
                  </a:lnTo>
                  <a:lnTo>
                    <a:pt x="5498717" y="3116972"/>
                  </a:lnTo>
                  <a:lnTo>
                    <a:pt x="5497006" y="3116972"/>
                  </a:lnTo>
                  <a:lnTo>
                    <a:pt x="5495294" y="3116972"/>
                  </a:lnTo>
                  <a:lnTo>
                    <a:pt x="5493583" y="3116972"/>
                  </a:lnTo>
                  <a:lnTo>
                    <a:pt x="5491872" y="3116972"/>
                  </a:lnTo>
                  <a:lnTo>
                    <a:pt x="5490160" y="3116972"/>
                  </a:lnTo>
                  <a:lnTo>
                    <a:pt x="5488449" y="3116972"/>
                  </a:lnTo>
                  <a:lnTo>
                    <a:pt x="5486737" y="3116972"/>
                  </a:lnTo>
                  <a:lnTo>
                    <a:pt x="5485026" y="3116972"/>
                  </a:lnTo>
                  <a:lnTo>
                    <a:pt x="5483315" y="3116972"/>
                  </a:lnTo>
                  <a:lnTo>
                    <a:pt x="5481603" y="3116972"/>
                  </a:lnTo>
                  <a:lnTo>
                    <a:pt x="5479892" y="3116972"/>
                  </a:lnTo>
                  <a:lnTo>
                    <a:pt x="5478181" y="3116972"/>
                  </a:lnTo>
                  <a:lnTo>
                    <a:pt x="5476469" y="3116972"/>
                  </a:lnTo>
                  <a:lnTo>
                    <a:pt x="5474758" y="3116972"/>
                  </a:lnTo>
                  <a:lnTo>
                    <a:pt x="5473046" y="3116972"/>
                  </a:lnTo>
                  <a:lnTo>
                    <a:pt x="5471335" y="3116972"/>
                  </a:lnTo>
                  <a:lnTo>
                    <a:pt x="5469624" y="3116972"/>
                  </a:lnTo>
                  <a:lnTo>
                    <a:pt x="5467912" y="3116972"/>
                  </a:lnTo>
                  <a:lnTo>
                    <a:pt x="5466201" y="3116972"/>
                  </a:lnTo>
                  <a:lnTo>
                    <a:pt x="5464489" y="3116972"/>
                  </a:lnTo>
                  <a:lnTo>
                    <a:pt x="5462778" y="3116972"/>
                  </a:lnTo>
                  <a:lnTo>
                    <a:pt x="5461067" y="3116972"/>
                  </a:lnTo>
                  <a:lnTo>
                    <a:pt x="5459355" y="3116972"/>
                  </a:lnTo>
                  <a:lnTo>
                    <a:pt x="5457644" y="3116972"/>
                  </a:lnTo>
                  <a:lnTo>
                    <a:pt x="5455932" y="3116972"/>
                  </a:lnTo>
                  <a:lnTo>
                    <a:pt x="5454221" y="3116972"/>
                  </a:lnTo>
                  <a:lnTo>
                    <a:pt x="5452510" y="3116972"/>
                  </a:lnTo>
                  <a:lnTo>
                    <a:pt x="5450798" y="3116972"/>
                  </a:lnTo>
                  <a:lnTo>
                    <a:pt x="5449087" y="3116972"/>
                  </a:lnTo>
                  <a:lnTo>
                    <a:pt x="5447375" y="3116972"/>
                  </a:lnTo>
                  <a:lnTo>
                    <a:pt x="5445664" y="3116972"/>
                  </a:lnTo>
                  <a:lnTo>
                    <a:pt x="5443953" y="3116972"/>
                  </a:lnTo>
                  <a:lnTo>
                    <a:pt x="5442241" y="3116972"/>
                  </a:lnTo>
                  <a:lnTo>
                    <a:pt x="5440530" y="3116972"/>
                  </a:lnTo>
                  <a:lnTo>
                    <a:pt x="5438818" y="3116972"/>
                  </a:lnTo>
                  <a:lnTo>
                    <a:pt x="5437107" y="3116972"/>
                  </a:lnTo>
                  <a:lnTo>
                    <a:pt x="5435396" y="3116972"/>
                  </a:lnTo>
                  <a:lnTo>
                    <a:pt x="5433684" y="3116972"/>
                  </a:lnTo>
                  <a:lnTo>
                    <a:pt x="5431973" y="3116972"/>
                  </a:lnTo>
                  <a:lnTo>
                    <a:pt x="5430261" y="3116972"/>
                  </a:lnTo>
                  <a:lnTo>
                    <a:pt x="5428550" y="3116972"/>
                  </a:lnTo>
                  <a:lnTo>
                    <a:pt x="5426839" y="3116972"/>
                  </a:lnTo>
                  <a:lnTo>
                    <a:pt x="5425127" y="3116972"/>
                  </a:lnTo>
                  <a:lnTo>
                    <a:pt x="5423416" y="3116972"/>
                  </a:lnTo>
                  <a:lnTo>
                    <a:pt x="5421704" y="3116972"/>
                  </a:lnTo>
                  <a:lnTo>
                    <a:pt x="5419993" y="3116972"/>
                  </a:lnTo>
                  <a:lnTo>
                    <a:pt x="5418282" y="3116972"/>
                  </a:lnTo>
                  <a:lnTo>
                    <a:pt x="5416570" y="3116972"/>
                  </a:lnTo>
                  <a:lnTo>
                    <a:pt x="5414859" y="3116972"/>
                  </a:lnTo>
                  <a:lnTo>
                    <a:pt x="5413147" y="3116972"/>
                  </a:lnTo>
                  <a:lnTo>
                    <a:pt x="5411436" y="3116972"/>
                  </a:lnTo>
                  <a:lnTo>
                    <a:pt x="5409725" y="3116972"/>
                  </a:lnTo>
                  <a:lnTo>
                    <a:pt x="5408013" y="3116972"/>
                  </a:lnTo>
                  <a:lnTo>
                    <a:pt x="5406302" y="3116972"/>
                  </a:lnTo>
                  <a:lnTo>
                    <a:pt x="5404590" y="3116972"/>
                  </a:lnTo>
                  <a:lnTo>
                    <a:pt x="5402879" y="3116972"/>
                  </a:lnTo>
                  <a:lnTo>
                    <a:pt x="5401168" y="3116972"/>
                  </a:lnTo>
                  <a:lnTo>
                    <a:pt x="5399456" y="3116972"/>
                  </a:lnTo>
                  <a:lnTo>
                    <a:pt x="5397745" y="3116972"/>
                  </a:lnTo>
                  <a:lnTo>
                    <a:pt x="5396033" y="3116972"/>
                  </a:lnTo>
                  <a:lnTo>
                    <a:pt x="5394322" y="3116972"/>
                  </a:lnTo>
                  <a:lnTo>
                    <a:pt x="5392611" y="3116972"/>
                  </a:lnTo>
                  <a:lnTo>
                    <a:pt x="5390899" y="3116972"/>
                  </a:lnTo>
                  <a:lnTo>
                    <a:pt x="5389188" y="3116972"/>
                  </a:lnTo>
                  <a:lnTo>
                    <a:pt x="5387476" y="3116972"/>
                  </a:lnTo>
                  <a:lnTo>
                    <a:pt x="5385765" y="3116972"/>
                  </a:lnTo>
                  <a:lnTo>
                    <a:pt x="5384054" y="3116972"/>
                  </a:lnTo>
                  <a:lnTo>
                    <a:pt x="5382342" y="3116972"/>
                  </a:lnTo>
                  <a:lnTo>
                    <a:pt x="5380631" y="3116972"/>
                  </a:lnTo>
                  <a:lnTo>
                    <a:pt x="5378919" y="3116972"/>
                  </a:lnTo>
                  <a:lnTo>
                    <a:pt x="5377208" y="3116972"/>
                  </a:lnTo>
                  <a:lnTo>
                    <a:pt x="5375497" y="3116972"/>
                  </a:lnTo>
                  <a:lnTo>
                    <a:pt x="5373785" y="3116972"/>
                  </a:lnTo>
                  <a:lnTo>
                    <a:pt x="5372074" y="3116972"/>
                  </a:lnTo>
                  <a:lnTo>
                    <a:pt x="5370363" y="3116972"/>
                  </a:lnTo>
                  <a:lnTo>
                    <a:pt x="5368651" y="3116972"/>
                  </a:lnTo>
                  <a:lnTo>
                    <a:pt x="5366940" y="3116972"/>
                  </a:lnTo>
                  <a:lnTo>
                    <a:pt x="5365228" y="3116972"/>
                  </a:lnTo>
                  <a:lnTo>
                    <a:pt x="5363517" y="3116972"/>
                  </a:lnTo>
                  <a:lnTo>
                    <a:pt x="5361806" y="3116972"/>
                  </a:lnTo>
                  <a:lnTo>
                    <a:pt x="5360094" y="3116972"/>
                  </a:lnTo>
                  <a:lnTo>
                    <a:pt x="5358383" y="3116972"/>
                  </a:lnTo>
                  <a:lnTo>
                    <a:pt x="5356671" y="3116972"/>
                  </a:lnTo>
                  <a:lnTo>
                    <a:pt x="5354960" y="3116972"/>
                  </a:lnTo>
                  <a:lnTo>
                    <a:pt x="5353249" y="3116972"/>
                  </a:lnTo>
                  <a:lnTo>
                    <a:pt x="5351537" y="3116972"/>
                  </a:lnTo>
                  <a:lnTo>
                    <a:pt x="5349826" y="3116972"/>
                  </a:lnTo>
                  <a:lnTo>
                    <a:pt x="5348114" y="3116972"/>
                  </a:lnTo>
                  <a:lnTo>
                    <a:pt x="5346403" y="3116972"/>
                  </a:lnTo>
                  <a:lnTo>
                    <a:pt x="5344692" y="3116972"/>
                  </a:lnTo>
                  <a:lnTo>
                    <a:pt x="5342980" y="3116972"/>
                  </a:lnTo>
                  <a:lnTo>
                    <a:pt x="5341269" y="3116972"/>
                  </a:lnTo>
                  <a:lnTo>
                    <a:pt x="5339557" y="3116972"/>
                  </a:lnTo>
                  <a:lnTo>
                    <a:pt x="5337846" y="3116972"/>
                  </a:lnTo>
                  <a:lnTo>
                    <a:pt x="5336135" y="3116972"/>
                  </a:lnTo>
                  <a:lnTo>
                    <a:pt x="5334423" y="3116972"/>
                  </a:lnTo>
                  <a:lnTo>
                    <a:pt x="5332712" y="3116972"/>
                  </a:lnTo>
                  <a:lnTo>
                    <a:pt x="5331000" y="3116972"/>
                  </a:lnTo>
                  <a:lnTo>
                    <a:pt x="5329289" y="3116972"/>
                  </a:lnTo>
                  <a:lnTo>
                    <a:pt x="5327578" y="3116972"/>
                  </a:lnTo>
                  <a:lnTo>
                    <a:pt x="5325866" y="3116972"/>
                  </a:lnTo>
                  <a:lnTo>
                    <a:pt x="5324155" y="3116972"/>
                  </a:lnTo>
                  <a:lnTo>
                    <a:pt x="5322443" y="3116972"/>
                  </a:lnTo>
                  <a:lnTo>
                    <a:pt x="5320732" y="3116972"/>
                  </a:lnTo>
                  <a:lnTo>
                    <a:pt x="5319021" y="3116972"/>
                  </a:lnTo>
                  <a:lnTo>
                    <a:pt x="5317309" y="3116972"/>
                  </a:lnTo>
                  <a:lnTo>
                    <a:pt x="5315598" y="3116972"/>
                  </a:lnTo>
                  <a:lnTo>
                    <a:pt x="5313886" y="3116972"/>
                  </a:lnTo>
                  <a:lnTo>
                    <a:pt x="5312175" y="3116972"/>
                  </a:lnTo>
                  <a:lnTo>
                    <a:pt x="5310464" y="3116972"/>
                  </a:lnTo>
                  <a:lnTo>
                    <a:pt x="5308752" y="3116972"/>
                  </a:lnTo>
                  <a:lnTo>
                    <a:pt x="5307041" y="3116972"/>
                  </a:lnTo>
                  <a:lnTo>
                    <a:pt x="5305329" y="3116972"/>
                  </a:lnTo>
                  <a:lnTo>
                    <a:pt x="5303618" y="3116972"/>
                  </a:lnTo>
                  <a:lnTo>
                    <a:pt x="5301907" y="3116972"/>
                  </a:lnTo>
                  <a:lnTo>
                    <a:pt x="5300195" y="3116972"/>
                  </a:lnTo>
                  <a:lnTo>
                    <a:pt x="5298484" y="3116972"/>
                  </a:lnTo>
                  <a:lnTo>
                    <a:pt x="5296772" y="3116972"/>
                  </a:lnTo>
                  <a:lnTo>
                    <a:pt x="5295061" y="3116972"/>
                  </a:lnTo>
                  <a:lnTo>
                    <a:pt x="5293350" y="3116972"/>
                  </a:lnTo>
                  <a:lnTo>
                    <a:pt x="5291638" y="3116972"/>
                  </a:lnTo>
                  <a:lnTo>
                    <a:pt x="5289927" y="3116972"/>
                  </a:lnTo>
                  <a:lnTo>
                    <a:pt x="5288215" y="3116972"/>
                  </a:lnTo>
                  <a:lnTo>
                    <a:pt x="5286504" y="3116972"/>
                  </a:lnTo>
                  <a:lnTo>
                    <a:pt x="5284793" y="3116972"/>
                  </a:lnTo>
                  <a:lnTo>
                    <a:pt x="5283081" y="3116972"/>
                  </a:lnTo>
                  <a:lnTo>
                    <a:pt x="5281370" y="3116972"/>
                  </a:lnTo>
                  <a:lnTo>
                    <a:pt x="5279658" y="3116972"/>
                  </a:lnTo>
                  <a:lnTo>
                    <a:pt x="5277947" y="3116972"/>
                  </a:lnTo>
                  <a:lnTo>
                    <a:pt x="5276236" y="3116972"/>
                  </a:lnTo>
                  <a:lnTo>
                    <a:pt x="5274524" y="3116972"/>
                  </a:lnTo>
                  <a:lnTo>
                    <a:pt x="5272813" y="3116972"/>
                  </a:lnTo>
                  <a:lnTo>
                    <a:pt x="5271101" y="3116972"/>
                  </a:lnTo>
                  <a:lnTo>
                    <a:pt x="5269390" y="3116972"/>
                  </a:lnTo>
                  <a:lnTo>
                    <a:pt x="5267679" y="3116972"/>
                  </a:lnTo>
                  <a:lnTo>
                    <a:pt x="5265967" y="3116972"/>
                  </a:lnTo>
                  <a:lnTo>
                    <a:pt x="5264256" y="3116972"/>
                  </a:lnTo>
                  <a:lnTo>
                    <a:pt x="5262545" y="3116972"/>
                  </a:lnTo>
                  <a:lnTo>
                    <a:pt x="5260833" y="3116972"/>
                  </a:lnTo>
                  <a:lnTo>
                    <a:pt x="5259122" y="3116972"/>
                  </a:lnTo>
                  <a:lnTo>
                    <a:pt x="5257410" y="3116972"/>
                  </a:lnTo>
                  <a:lnTo>
                    <a:pt x="5255699" y="3116972"/>
                  </a:lnTo>
                  <a:lnTo>
                    <a:pt x="5253988" y="3116972"/>
                  </a:lnTo>
                  <a:lnTo>
                    <a:pt x="5252276" y="3116972"/>
                  </a:lnTo>
                  <a:lnTo>
                    <a:pt x="5250565" y="3116972"/>
                  </a:lnTo>
                  <a:lnTo>
                    <a:pt x="5248853" y="3116972"/>
                  </a:lnTo>
                  <a:lnTo>
                    <a:pt x="5247142" y="3116972"/>
                  </a:lnTo>
                  <a:lnTo>
                    <a:pt x="5245431" y="3116972"/>
                  </a:lnTo>
                  <a:lnTo>
                    <a:pt x="5243719" y="3116972"/>
                  </a:lnTo>
                  <a:lnTo>
                    <a:pt x="5242008" y="3116972"/>
                  </a:lnTo>
                  <a:lnTo>
                    <a:pt x="5240296" y="3116972"/>
                  </a:lnTo>
                  <a:lnTo>
                    <a:pt x="5238585" y="3116972"/>
                  </a:lnTo>
                  <a:lnTo>
                    <a:pt x="5236874" y="3116972"/>
                  </a:lnTo>
                  <a:lnTo>
                    <a:pt x="5235162" y="3116972"/>
                  </a:lnTo>
                  <a:lnTo>
                    <a:pt x="5233451" y="3116972"/>
                  </a:lnTo>
                  <a:lnTo>
                    <a:pt x="5231739" y="3116972"/>
                  </a:lnTo>
                  <a:lnTo>
                    <a:pt x="5230028" y="3116972"/>
                  </a:lnTo>
                  <a:lnTo>
                    <a:pt x="5228317" y="3116972"/>
                  </a:lnTo>
                  <a:lnTo>
                    <a:pt x="5226605" y="3116972"/>
                  </a:lnTo>
                  <a:lnTo>
                    <a:pt x="5224894" y="3116972"/>
                  </a:lnTo>
                  <a:lnTo>
                    <a:pt x="5223182" y="3116972"/>
                  </a:lnTo>
                  <a:lnTo>
                    <a:pt x="5221471" y="3116972"/>
                  </a:lnTo>
                  <a:lnTo>
                    <a:pt x="5219760" y="3116972"/>
                  </a:lnTo>
                  <a:lnTo>
                    <a:pt x="5218048" y="3116972"/>
                  </a:lnTo>
                  <a:lnTo>
                    <a:pt x="5216337" y="3116972"/>
                  </a:lnTo>
                  <a:lnTo>
                    <a:pt x="5214625" y="3116972"/>
                  </a:lnTo>
                  <a:lnTo>
                    <a:pt x="5212914" y="3116972"/>
                  </a:lnTo>
                  <a:lnTo>
                    <a:pt x="5211203" y="3116972"/>
                  </a:lnTo>
                  <a:lnTo>
                    <a:pt x="5209491" y="3116972"/>
                  </a:lnTo>
                  <a:lnTo>
                    <a:pt x="5207780" y="3116972"/>
                  </a:lnTo>
                  <a:lnTo>
                    <a:pt x="5206068" y="3116972"/>
                  </a:lnTo>
                  <a:lnTo>
                    <a:pt x="5204357" y="3116972"/>
                  </a:lnTo>
                  <a:lnTo>
                    <a:pt x="5202646" y="3116972"/>
                  </a:lnTo>
                  <a:lnTo>
                    <a:pt x="5200934" y="3116972"/>
                  </a:lnTo>
                  <a:lnTo>
                    <a:pt x="5199223" y="3116972"/>
                  </a:lnTo>
                  <a:lnTo>
                    <a:pt x="5197511" y="3116972"/>
                  </a:lnTo>
                  <a:lnTo>
                    <a:pt x="5195800" y="3116972"/>
                  </a:lnTo>
                  <a:lnTo>
                    <a:pt x="5194089" y="3116972"/>
                  </a:lnTo>
                  <a:lnTo>
                    <a:pt x="5192377" y="3116972"/>
                  </a:lnTo>
                  <a:lnTo>
                    <a:pt x="5190666" y="3116972"/>
                  </a:lnTo>
                  <a:lnTo>
                    <a:pt x="5188954" y="3116972"/>
                  </a:lnTo>
                  <a:lnTo>
                    <a:pt x="5187243" y="3116972"/>
                  </a:lnTo>
                  <a:lnTo>
                    <a:pt x="5185532" y="3116972"/>
                  </a:lnTo>
                  <a:lnTo>
                    <a:pt x="5183820" y="3116972"/>
                  </a:lnTo>
                  <a:lnTo>
                    <a:pt x="5182109" y="3116972"/>
                  </a:lnTo>
                  <a:lnTo>
                    <a:pt x="5180397" y="3116972"/>
                  </a:lnTo>
                  <a:lnTo>
                    <a:pt x="5178686" y="3116972"/>
                  </a:lnTo>
                  <a:lnTo>
                    <a:pt x="5176975" y="3116972"/>
                  </a:lnTo>
                  <a:lnTo>
                    <a:pt x="5175263" y="3116972"/>
                  </a:lnTo>
                  <a:lnTo>
                    <a:pt x="5173552" y="3116972"/>
                  </a:lnTo>
                  <a:lnTo>
                    <a:pt x="5171840" y="3116972"/>
                  </a:lnTo>
                  <a:lnTo>
                    <a:pt x="5170129" y="3116972"/>
                  </a:lnTo>
                  <a:lnTo>
                    <a:pt x="5168418" y="3116972"/>
                  </a:lnTo>
                  <a:lnTo>
                    <a:pt x="5166706" y="3116972"/>
                  </a:lnTo>
                  <a:lnTo>
                    <a:pt x="5164995" y="3116972"/>
                  </a:lnTo>
                  <a:lnTo>
                    <a:pt x="5163284" y="3116972"/>
                  </a:lnTo>
                  <a:lnTo>
                    <a:pt x="5161572" y="3116972"/>
                  </a:lnTo>
                  <a:lnTo>
                    <a:pt x="5159861" y="3116972"/>
                  </a:lnTo>
                  <a:lnTo>
                    <a:pt x="5158149" y="3116972"/>
                  </a:lnTo>
                  <a:lnTo>
                    <a:pt x="5156438" y="3116972"/>
                  </a:lnTo>
                  <a:lnTo>
                    <a:pt x="5154727" y="3116972"/>
                  </a:lnTo>
                  <a:lnTo>
                    <a:pt x="5153015" y="3116972"/>
                  </a:lnTo>
                  <a:lnTo>
                    <a:pt x="5151304" y="3116972"/>
                  </a:lnTo>
                  <a:lnTo>
                    <a:pt x="5149592" y="3116972"/>
                  </a:lnTo>
                  <a:lnTo>
                    <a:pt x="5147881" y="3116972"/>
                  </a:lnTo>
                  <a:lnTo>
                    <a:pt x="5146170" y="3116972"/>
                  </a:lnTo>
                  <a:lnTo>
                    <a:pt x="5144458" y="3116972"/>
                  </a:lnTo>
                  <a:lnTo>
                    <a:pt x="5142747" y="3116972"/>
                  </a:lnTo>
                  <a:lnTo>
                    <a:pt x="5141035" y="3116972"/>
                  </a:lnTo>
                  <a:lnTo>
                    <a:pt x="5139324" y="3116972"/>
                  </a:lnTo>
                  <a:lnTo>
                    <a:pt x="5137613" y="3116972"/>
                  </a:lnTo>
                  <a:lnTo>
                    <a:pt x="5135901" y="3116972"/>
                  </a:lnTo>
                  <a:lnTo>
                    <a:pt x="5134190" y="3116972"/>
                  </a:lnTo>
                  <a:lnTo>
                    <a:pt x="5132478" y="3116972"/>
                  </a:lnTo>
                  <a:lnTo>
                    <a:pt x="5130767" y="3116972"/>
                  </a:lnTo>
                  <a:lnTo>
                    <a:pt x="5129056" y="3116972"/>
                  </a:lnTo>
                  <a:lnTo>
                    <a:pt x="5127344" y="3116972"/>
                  </a:lnTo>
                  <a:lnTo>
                    <a:pt x="5125633" y="3116972"/>
                  </a:lnTo>
                  <a:lnTo>
                    <a:pt x="5123921" y="3116972"/>
                  </a:lnTo>
                  <a:lnTo>
                    <a:pt x="5122210" y="3116972"/>
                  </a:lnTo>
                  <a:lnTo>
                    <a:pt x="5120499" y="3116972"/>
                  </a:lnTo>
                  <a:lnTo>
                    <a:pt x="5118787" y="3116972"/>
                  </a:lnTo>
                  <a:lnTo>
                    <a:pt x="5117076" y="3116972"/>
                  </a:lnTo>
                  <a:lnTo>
                    <a:pt x="5115364" y="3116972"/>
                  </a:lnTo>
                  <a:lnTo>
                    <a:pt x="5113653" y="3116972"/>
                  </a:lnTo>
                  <a:lnTo>
                    <a:pt x="5111942" y="3116972"/>
                  </a:lnTo>
                  <a:lnTo>
                    <a:pt x="5110230" y="3116972"/>
                  </a:lnTo>
                  <a:lnTo>
                    <a:pt x="5108519" y="3116972"/>
                  </a:lnTo>
                  <a:lnTo>
                    <a:pt x="5106807" y="3116972"/>
                  </a:lnTo>
                  <a:lnTo>
                    <a:pt x="5105096" y="3116972"/>
                  </a:lnTo>
                  <a:lnTo>
                    <a:pt x="5103385" y="3116972"/>
                  </a:lnTo>
                  <a:lnTo>
                    <a:pt x="5101673" y="3116972"/>
                  </a:lnTo>
                  <a:lnTo>
                    <a:pt x="5099962" y="3116972"/>
                  </a:lnTo>
                  <a:lnTo>
                    <a:pt x="5098250" y="3116972"/>
                  </a:lnTo>
                  <a:lnTo>
                    <a:pt x="5096539" y="3116972"/>
                  </a:lnTo>
                  <a:lnTo>
                    <a:pt x="5094828" y="3116972"/>
                  </a:lnTo>
                  <a:lnTo>
                    <a:pt x="5093116" y="3116972"/>
                  </a:lnTo>
                  <a:lnTo>
                    <a:pt x="5091405" y="3116972"/>
                  </a:lnTo>
                  <a:lnTo>
                    <a:pt x="5089693" y="3116972"/>
                  </a:lnTo>
                  <a:lnTo>
                    <a:pt x="5087982" y="3116972"/>
                  </a:lnTo>
                  <a:lnTo>
                    <a:pt x="5086271" y="3116972"/>
                  </a:lnTo>
                  <a:lnTo>
                    <a:pt x="5084559" y="3116972"/>
                  </a:lnTo>
                  <a:lnTo>
                    <a:pt x="5082848" y="3116972"/>
                  </a:lnTo>
                  <a:lnTo>
                    <a:pt x="5081136" y="3116972"/>
                  </a:lnTo>
                  <a:lnTo>
                    <a:pt x="5079425" y="3116972"/>
                  </a:lnTo>
                  <a:lnTo>
                    <a:pt x="5077714" y="3116972"/>
                  </a:lnTo>
                  <a:lnTo>
                    <a:pt x="5076002" y="3116972"/>
                  </a:lnTo>
                  <a:lnTo>
                    <a:pt x="5074291" y="3116972"/>
                  </a:lnTo>
                  <a:lnTo>
                    <a:pt x="5072579" y="3116972"/>
                  </a:lnTo>
                  <a:lnTo>
                    <a:pt x="5070868" y="3116972"/>
                  </a:lnTo>
                  <a:lnTo>
                    <a:pt x="5069157" y="3116972"/>
                  </a:lnTo>
                  <a:lnTo>
                    <a:pt x="5067445" y="3116972"/>
                  </a:lnTo>
                  <a:lnTo>
                    <a:pt x="5065734" y="3116972"/>
                  </a:lnTo>
                  <a:lnTo>
                    <a:pt x="5064022" y="3116972"/>
                  </a:lnTo>
                  <a:lnTo>
                    <a:pt x="5062311" y="3116972"/>
                  </a:lnTo>
                  <a:lnTo>
                    <a:pt x="5060600" y="3116972"/>
                  </a:lnTo>
                  <a:lnTo>
                    <a:pt x="5058888" y="3116972"/>
                  </a:lnTo>
                  <a:lnTo>
                    <a:pt x="5057177" y="3116972"/>
                  </a:lnTo>
                  <a:lnTo>
                    <a:pt x="5055466" y="3116972"/>
                  </a:lnTo>
                  <a:lnTo>
                    <a:pt x="5053754" y="3116972"/>
                  </a:lnTo>
                  <a:lnTo>
                    <a:pt x="5052043" y="3116972"/>
                  </a:lnTo>
                  <a:lnTo>
                    <a:pt x="5050331" y="3116972"/>
                  </a:lnTo>
                  <a:lnTo>
                    <a:pt x="5048620" y="3116972"/>
                  </a:lnTo>
                  <a:lnTo>
                    <a:pt x="5046909" y="3116972"/>
                  </a:lnTo>
                  <a:lnTo>
                    <a:pt x="5045197" y="3116972"/>
                  </a:lnTo>
                  <a:lnTo>
                    <a:pt x="5043486" y="3116972"/>
                  </a:lnTo>
                  <a:lnTo>
                    <a:pt x="5041774" y="3116972"/>
                  </a:lnTo>
                  <a:lnTo>
                    <a:pt x="5040063" y="3116972"/>
                  </a:lnTo>
                  <a:lnTo>
                    <a:pt x="5038352" y="3116972"/>
                  </a:lnTo>
                  <a:lnTo>
                    <a:pt x="5036640" y="3116972"/>
                  </a:lnTo>
                  <a:lnTo>
                    <a:pt x="5034929" y="3116972"/>
                  </a:lnTo>
                  <a:lnTo>
                    <a:pt x="5033217" y="3116972"/>
                  </a:lnTo>
                  <a:lnTo>
                    <a:pt x="5031506" y="3116972"/>
                  </a:lnTo>
                  <a:lnTo>
                    <a:pt x="5029795" y="3116972"/>
                  </a:lnTo>
                  <a:lnTo>
                    <a:pt x="5028083" y="3116972"/>
                  </a:lnTo>
                  <a:lnTo>
                    <a:pt x="5026372" y="3116972"/>
                  </a:lnTo>
                  <a:lnTo>
                    <a:pt x="5024660" y="3116972"/>
                  </a:lnTo>
                  <a:lnTo>
                    <a:pt x="5022949" y="3116972"/>
                  </a:lnTo>
                  <a:lnTo>
                    <a:pt x="5021238" y="3116972"/>
                  </a:lnTo>
                  <a:lnTo>
                    <a:pt x="5019526" y="3116972"/>
                  </a:lnTo>
                  <a:lnTo>
                    <a:pt x="5017815" y="3116972"/>
                  </a:lnTo>
                  <a:lnTo>
                    <a:pt x="5016103" y="3116972"/>
                  </a:lnTo>
                  <a:lnTo>
                    <a:pt x="5014392" y="3116972"/>
                  </a:lnTo>
                  <a:lnTo>
                    <a:pt x="5012681" y="3116972"/>
                  </a:lnTo>
                  <a:lnTo>
                    <a:pt x="5010969" y="3116972"/>
                  </a:lnTo>
                  <a:lnTo>
                    <a:pt x="5009258" y="3116972"/>
                  </a:lnTo>
                  <a:lnTo>
                    <a:pt x="5007546" y="3116972"/>
                  </a:lnTo>
                  <a:lnTo>
                    <a:pt x="5005835" y="3116972"/>
                  </a:lnTo>
                  <a:lnTo>
                    <a:pt x="5004124" y="3116972"/>
                  </a:lnTo>
                  <a:lnTo>
                    <a:pt x="5002412" y="3116972"/>
                  </a:lnTo>
                  <a:lnTo>
                    <a:pt x="5000701" y="3116972"/>
                  </a:lnTo>
                  <a:lnTo>
                    <a:pt x="4998989" y="3116972"/>
                  </a:lnTo>
                  <a:lnTo>
                    <a:pt x="4997278" y="3116972"/>
                  </a:lnTo>
                  <a:lnTo>
                    <a:pt x="4995567" y="3116972"/>
                  </a:lnTo>
                  <a:lnTo>
                    <a:pt x="4993855" y="3116972"/>
                  </a:lnTo>
                  <a:lnTo>
                    <a:pt x="4992144" y="3116972"/>
                  </a:lnTo>
                  <a:lnTo>
                    <a:pt x="4990432" y="3116972"/>
                  </a:lnTo>
                  <a:lnTo>
                    <a:pt x="4988721" y="3116972"/>
                  </a:lnTo>
                  <a:lnTo>
                    <a:pt x="4987010" y="3116972"/>
                  </a:lnTo>
                  <a:lnTo>
                    <a:pt x="4985298" y="3116972"/>
                  </a:lnTo>
                  <a:lnTo>
                    <a:pt x="4983587" y="3116972"/>
                  </a:lnTo>
                  <a:lnTo>
                    <a:pt x="4981875" y="3116972"/>
                  </a:lnTo>
                  <a:lnTo>
                    <a:pt x="4980164" y="3116972"/>
                  </a:lnTo>
                  <a:lnTo>
                    <a:pt x="4978453" y="3116972"/>
                  </a:lnTo>
                  <a:lnTo>
                    <a:pt x="4976741" y="3116972"/>
                  </a:lnTo>
                  <a:lnTo>
                    <a:pt x="4975030" y="3116972"/>
                  </a:lnTo>
                  <a:lnTo>
                    <a:pt x="4973318" y="3116972"/>
                  </a:lnTo>
                  <a:lnTo>
                    <a:pt x="4971607" y="3116972"/>
                  </a:lnTo>
                  <a:lnTo>
                    <a:pt x="4969896" y="3116972"/>
                  </a:lnTo>
                  <a:lnTo>
                    <a:pt x="4968184" y="3116972"/>
                  </a:lnTo>
                  <a:lnTo>
                    <a:pt x="4966473" y="3116972"/>
                  </a:lnTo>
                  <a:lnTo>
                    <a:pt x="4964761" y="3116972"/>
                  </a:lnTo>
                  <a:lnTo>
                    <a:pt x="4963050" y="3116972"/>
                  </a:lnTo>
                  <a:lnTo>
                    <a:pt x="4961339" y="3116972"/>
                  </a:lnTo>
                  <a:lnTo>
                    <a:pt x="4959627" y="3116972"/>
                  </a:lnTo>
                  <a:lnTo>
                    <a:pt x="4957916" y="3116972"/>
                  </a:lnTo>
                  <a:lnTo>
                    <a:pt x="4956204" y="3116972"/>
                  </a:lnTo>
                  <a:lnTo>
                    <a:pt x="4954493" y="3116972"/>
                  </a:lnTo>
                  <a:lnTo>
                    <a:pt x="4952782" y="3116972"/>
                  </a:lnTo>
                  <a:lnTo>
                    <a:pt x="4951070" y="3116972"/>
                  </a:lnTo>
                  <a:lnTo>
                    <a:pt x="4949359" y="3116972"/>
                  </a:lnTo>
                  <a:lnTo>
                    <a:pt x="4947648" y="3116972"/>
                  </a:lnTo>
                  <a:lnTo>
                    <a:pt x="4945936" y="3116972"/>
                  </a:lnTo>
                  <a:lnTo>
                    <a:pt x="4944225" y="3116972"/>
                  </a:lnTo>
                  <a:lnTo>
                    <a:pt x="4942513" y="3116972"/>
                  </a:lnTo>
                  <a:lnTo>
                    <a:pt x="4940802" y="3116972"/>
                  </a:lnTo>
                  <a:lnTo>
                    <a:pt x="4939091" y="3116972"/>
                  </a:lnTo>
                  <a:lnTo>
                    <a:pt x="4937379" y="3116972"/>
                  </a:lnTo>
                  <a:lnTo>
                    <a:pt x="4935668" y="3116972"/>
                  </a:lnTo>
                  <a:lnTo>
                    <a:pt x="4933956" y="3116972"/>
                  </a:lnTo>
                  <a:lnTo>
                    <a:pt x="4932245" y="3116972"/>
                  </a:lnTo>
                  <a:lnTo>
                    <a:pt x="4930534" y="3116972"/>
                  </a:lnTo>
                  <a:lnTo>
                    <a:pt x="4928822" y="3116972"/>
                  </a:lnTo>
                  <a:lnTo>
                    <a:pt x="4927111" y="3116972"/>
                  </a:lnTo>
                  <a:lnTo>
                    <a:pt x="4925399" y="3116972"/>
                  </a:lnTo>
                  <a:lnTo>
                    <a:pt x="4923688" y="3116972"/>
                  </a:lnTo>
                  <a:lnTo>
                    <a:pt x="4921977" y="3116972"/>
                  </a:lnTo>
                  <a:lnTo>
                    <a:pt x="4920265" y="3116972"/>
                  </a:lnTo>
                  <a:lnTo>
                    <a:pt x="4918554" y="3116972"/>
                  </a:lnTo>
                  <a:lnTo>
                    <a:pt x="4916842" y="3116972"/>
                  </a:lnTo>
                  <a:lnTo>
                    <a:pt x="4915131" y="3116972"/>
                  </a:lnTo>
                  <a:lnTo>
                    <a:pt x="4913420" y="3116972"/>
                  </a:lnTo>
                  <a:lnTo>
                    <a:pt x="4911708" y="3116972"/>
                  </a:lnTo>
                  <a:lnTo>
                    <a:pt x="4909997" y="3116972"/>
                  </a:lnTo>
                  <a:lnTo>
                    <a:pt x="4908285" y="3116972"/>
                  </a:lnTo>
                  <a:lnTo>
                    <a:pt x="4906574" y="3116972"/>
                  </a:lnTo>
                  <a:lnTo>
                    <a:pt x="4904863" y="3116972"/>
                  </a:lnTo>
                  <a:lnTo>
                    <a:pt x="4903151" y="3116972"/>
                  </a:lnTo>
                  <a:lnTo>
                    <a:pt x="4901440" y="3116972"/>
                  </a:lnTo>
                  <a:lnTo>
                    <a:pt x="4899728" y="3116972"/>
                  </a:lnTo>
                  <a:lnTo>
                    <a:pt x="4898017" y="3116972"/>
                  </a:lnTo>
                  <a:lnTo>
                    <a:pt x="4896306" y="3116972"/>
                  </a:lnTo>
                  <a:lnTo>
                    <a:pt x="4894594" y="3116972"/>
                  </a:lnTo>
                  <a:lnTo>
                    <a:pt x="4892883" y="3116972"/>
                  </a:lnTo>
                  <a:lnTo>
                    <a:pt x="4891171" y="3116972"/>
                  </a:lnTo>
                  <a:lnTo>
                    <a:pt x="4889460" y="3116972"/>
                  </a:lnTo>
                  <a:lnTo>
                    <a:pt x="4887749" y="3116972"/>
                  </a:lnTo>
                  <a:lnTo>
                    <a:pt x="4886037" y="3116972"/>
                  </a:lnTo>
                  <a:lnTo>
                    <a:pt x="4884326" y="3116972"/>
                  </a:lnTo>
                  <a:lnTo>
                    <a:pt x="4882614" y="3116972"/>
                  </a:lnTo>
                  <a:lnTo>
                    <a:pt x="4880903" y="3116972"/>
                  </a:lnTo>
                  <a:lnTo>
                    <a:pt x="4879192" y="3116972"/>
                  </a:lnTo>
                  <a:lnTo>
                    <a:pt x="4877480" y="3116972"/>
                  </a:lnTo>
                  <a:lnTo>
                    <a:pt x="4875769" y="3116972"/>
                  </a:lnTo>
                  <a:lnTo>
                    <a:pt x="4874057" y="3116972"/>
                  </a:lnTo>
                  <a:lnTo>
                    <a:pt x="4872346" y="3116972"/>
                  </a:lnTo>
                  <a:lnTo>
                    <a:pt x="4870635" y="3116972"/>
                  </a:lnTo>
                  <a:lnTo>
                    <a:pt x="4868923" y="3116972"/>
                  </a:lnTo>
                  <a:lnTo>
                    <a:pt x="4867212" y="3116972"/>
                  </a:lnTo>
                  <a:lnTo>
                    <a:pt x="4865500" y="3116972"/>
                  </a:lnTo>
                  <a:lnTo>
                    <a:pt x="4863789" y="3116972"/>
                  </a:lnTo>
                  <a:lnTo>
                    <a:pt x="4862078" y="3116972"/>
                  </a:lnTo>
                  <a:lnTo>
                    <a:pt x="4860366" y="3116972"/>
                  </a:lnTo>
                  <a:lnTo>
                    <a:pt x="4858655" y="3116972"/>
                  </a:lnTo>
                  <a:lnTo>
                    <a:pt x="4856943" y="3116972"/>
                  </a:lnTo>
                  <a:lnTo>
                    <a:pt x="4855232" y="3116972"/>
                  </a:lnTo>
                  <a:lnTo>
                    <a:pt x="4853521" y="3116972"/>
                  </a:lnTo>
                  <a:lnTo>
                    <a:pt x="4851809" y="3116972"/>
                  </a:lnTo>
                  <a:lnTo>
                    <a:pt x="4850098" y="3116972"/>
                  </a:lnTo>
                  <a:lnTo>
                    <a:pt x="4848387" y="3116972"/>
                  </a:lnTo>
                  <a:lnTo>
                    <a:pt x="4846675" y="3116972"/>
                  </a:lnTo>
                  <a:lnTo>
                    <a:pt x="4844964" y="3116972"/>
                  </a:lnTo>
                  <a:lnTo>
                    <a:pt x="4843252" y="3116972"/>
                  </a:lnTo>
                  <a:lnTo>
                    <a:pt x="4841541" y="3116972"/>
                  </a:lnTo>
                  <a:lnTo>
                    <a:pt x="4839830" y="3116972"/>
                  </a:lnTo>
                  <a:lnTo>
                    <a:pt x="4838118" y="3116972"/>
                  </a:lnTo>
                  <a:lnTo>
                    <a:pt x="4836407" y="3116972"/>
                  </a:lnTo>
                  <a:lnTo>
                    <a:pt x="4834695" y="3116972"/>
                  </a:lnTo>
                  <a:lnTo>
                    <a:pt x="4832984" y="3116972"/>
                  </a:lnTo>
                  <a:lnTo>
                    <a:pt x="4831273" y="3116972"/>
                  </a:lnTo>
                  <a:lnTo>
                    <a:pt x="4829561" y="3116972"/>
                  </a:lnTo>
                  <a:lnTo>
                    <a:pt x="4827850" y="3116972"/>
                  </a:lnTo>
                  <a:lnTo>
                    <a:pt x="4826138" y="3116972"/>
                  </a:lnTo>
                  <a:lnTo>
                    <a:pt x="4824427" y="3116972"/>
                  </a:lnTo>
                  <a:lnTo>
                    <a:pt x="4822716" y="3116972"/>
                  </a:lnTo>
                  <a:lnTo>
                    <a:pt x="4821004" y="3116972"/>
                  </a:lnTo>
                  <a:lnTo>
                    <a:pt x="4819293" y="3116972"/>
                  </a:lnTo>
                  <a:lnTo>
                    <a:pt x="4817581" y="3116972"/>
                  </a:lnTo>
                  <a:lnTo>
                    <a:pt x="4815870" y="3116972"/>
                  </a:lnTo>
                  <a:lnTo>
                    <a:pt x="4814159" y="3116972"/>
                  </a:lnTo>
                  <a:lnTo>
                    <a:pt x="4812447" y="3116972"/>
                  </a:lnTo>
                  <a:lnTo>
                    <a:pt x="4810736" y="3116972"/>
                  </a:lnTo>
                  <a:lnTo>
                    <a:pt x="4809024" y="3116972"/>
                  </a:lnTo>
                  <a:lnTo>
                    <a:pt x="4807313" y="3116972"/>
                  </a:lnTo>
                  <a:lnTo>
                    <a:pt x="4805602" y="3116972"/>
                  </a:lnTo>
                  <a:lnTo>
                    <a:pt x="4803890" y="3116972"/>
                  </a:lnTo>
                  <a:lnTo>
                    <a:pt x="4802179" y="3116972"/>
                  </a:lnTo>
                  <a:lnTo>
                    <a:pt x="4800467" y="3116972"/>
                  </a:lnTo>
                  <a:lnTo>
                    <a:pt x="4798756" y="3116972"/>
                  </a:lnTo>
                  <a:lnTo>
                    <a:pt x="4797045" y="3116972"/>
                  </a:lnTo>
                  <a:lnTo>
                    <a:pt x="4795333" y="3116972"/>
                  </a:lnTo>
                  <a:lnTo>
                    <a:pt x="4793622" y="3116972"/>
                  </a:lnTo>
                  <a:lnTo>
                    <a:pt x="4791910" y="3116972"/>
                  </a:lnTo>
                  <a:lnTo>
                    <a:pt x="4790199" y="3116972"/>
                  </a:lnTo>
                  <a:lnTo>
                    <a:pt x="4788488" y="3116972"/>
                  </a:lnTo>
                  <a:lnTo>
                    <a:pt x="4786776" y="3116972"/>
                  </a:lnTo>
                  <a:lnTo>
                    <a:pt x="4785065" y="3116972"/>
                  </a:lnTo>
                  <a:lnTo>
                    <a:pt x="4783353" y="3116972"/>
                  </a:lnTo>
                  <a:lnTo>
                    <a:pt x="4781642" y="3116972"/>
                  </a:lnTo>
                  <a:lnTo>
                    <a:pt x="4779931" y="3116972"/>
                  </a:lnTo>
                  <a:lnTo>
                    <a:pt x="4778219" y="3116972"/>
                  </a:lnTo>
                  <a:lnTo>
                    <a:pt x="4776508" y="3116972"/>
                  </a:lnTo>
                  <a:lnTo>
                    <a:pt x="4774796" y="3116972"/>
                  </a:lnTo>
                  <a:lnTo>
                    <a:pt x="4773085" y="3116972"/>
                  </a:lnTo>
                  <a:lnTo>
                    <a:pt x="4771374" y="3116972"/>
                  </a:lnTo>
                  <a:lnTo>
                    <a:pt x="4769662" y="3116972"/>
                  </a:lnTo>
                  <a:lnTo>
                    <a:pt x="4767951" y="3116972"/>
                  </a:lnTo>
                  <a:lnTo>
                    <a:pt x="4766239" y="3116972"/>
                  </a:lnTo>
                  <a:lnTo>
                    <a:pt x="4764528" y="3116972"/>
                  </a:lnTo>
                  <a:lnTo>
                    <a:pt x="4762817" y="3116972"/>
                  </a:lnTo>
                  <a:lnTo>
                    <a:pt x="4761105" y="3116972"/>
                  </a:lnTo>
                  <a:lnTo>
                    <a:pt x="4759394" y="3116972"/>
                  </a:lnTo>
                  <a:lnTo>
                    <a:pt x="4757682" y="3116972"/>
                  </a:lnTo>
                  <a:lnTo>
                    <a:pt x="4755971" y="3116972"/>
                  </a:lnTo>
                  <a:lnTo>
                    <a:pt x="4754260" y="3116972"/>
                  </a:lnTo>
                  <a:lnTo>
                    <a:pt x="4752548" y="3116972"/>
                  </a:lnTo>
                  <a:lnTo>
                    <a:pt x="4750837" y="3116972"/>
                  </a:lnTo>
                  <a:lnTo>
                    <a:pt x="4749125" y="3116972"/>
                  </a:lnTo>
                  <a:lnTo>
                    <a:pt x="4747414" y="3116972"/>
                  </a:lnTo>
                  <a:lnTo>
                    <a:pt x="4745703" y="3116972"/>
                  </a:lnTo>
                  <a:lnTo>
                    <a:pt x="4743991" y="3116972"/>
                  </a:lnTo>
                  <a:lnTo>
                    <a:pt x="4742280" y="3116972"/>
                  </a:lnTo>
                  <a:lnTo>
                    <a:pt x="4740569" y="3116972"/>
                  </a:lnTo>
                  <a:lnTo>
                    <a:pt x="4738857" y="3116972"/>
                  </a:lnTo>
                  <a:lnTo>
                    <a:pt x="4737146" y="3116972"/>
                  </a:lnTo>
                  <a:lnTo>
                    <a:pt x="4735434" y="3116972"/>
                  </a:lnTo>
                  <a:lnTo>
                    <a:pt x="4733723" y="3116972"/>
                  </a:lnTo>
                  <a:lnTo>
                    <a:pt x="4732012" y="3116972"/>
                  </a:lnTo>
                  <a:lnTo>
                    <a:pt x="4730300" y="3116972"/>
                  </a:lnTo>
                  <a:lnTo>
                    <a:pt x="4728589" y="3116972"/>
                  </a:lnTo>
                  <a:lnTo>
                    <a:pt x="4726877" y="3116972"/>
                  </a:lnTo>
                  <a:lnTo>
                    <a:pt x="4725166" y="3116972"/>
                  </a:lnTo>
                  <a:lnTo>
                    <a:pt x="4723455" y="3116972"/>
                  </a:lnTo>
                  <a:lnTo>
                    <a:pt x="4721743" y="3116972"/>
                  </a:lnTo>
                  <a:lnTo>
                    <a:pt x="4720032" y="3116972"/>
                  </a:lnTo>
                  <a:lnTo>
                    <a:pt x="4718320" y="3116972"/>
                  </a:lnTo>
                  <a:lnTo>
                    <a:pt x="4716609" y="3116972"/>
                  </a:lnTo>
                  <a:lnTo>
                    <a:pt x="4714898" y="3116972"/>
                  </a:lnTo>
                  <a:lnTo>
                    <a:pt x="4713186" y="3116972"/>
                  </a:lnTo>
                  <a:lnTo>
                    <a:pt x="4711475" y="3116972"/>
                  </a:lnTo>
                  <a:lnTo>
                    <a:pt x="4709763" y="3116972"/>
                  </a:lnTo>
                  <a:lnTo>
                    <a:pt x="4708052" y="3116972"/>
                  </a:lnTo>
                  <a:lnTo>
                    <a:pt x="4706341" y="3116972"/>
                  </a:lnTo>
                  <a:lnTo>
                    <a:pt x="4704629" y="3116972"/>
                  </a:lnTo>
                  <a:lnTo>
                    <a:pt x="4702918" y="3116972"/>
                  </a:lnTo>
                  <a:lnTo>
                    <a:pt x="4701206" y="3116972"/>
                  </a:lnTo>
                  <a:lnTo>
                    <a:pt x="4699495" y="3116972"/>
                  </a:lnTo>
                  <a:lnTo>
                    <a:pt x="4697784" y="3116972"/>
                  </a:lnTo>
                  <a:lnTo>
                    <a:pt x="4696072" y="3116972"/>
                  </a:lnTo>
                  <a:lnTo>
                    <a:pt x="4694361" y="3116972"/>
                  </a:lnTo>
                  <a:lnTo>
                    <a:pt x="4692649" y="3116972"/>
                  </a:lnTo>
                  <a:lnTo>
                    <a:pt x="4690938" y="3116972"/>
                  </a:lnTo>
                  <a:lnTo>
                    <a:pt x="4689227" y="3116972"/>
                  </a:lnTo>
                  <a:lnTo>
                    <a:pt x="4687515" y="3116972"/>
                  </a:lnTo>
                  <a:lnTo>
                    <a:pt x="4685804" y="3116972"/>
                  </a:lnTo>
                  <a:lnTo>
                    <a:pt x="4684092" y="3116972"/>
                  </a:lnTo>
                  <a:lnTo>
                    <a:pt x="4682381" y="3116972"/>
                  </a:lnTo>
                  <a:lnTo>
                    <a:pt x="4680670" y="3116972"/>
                  </a:lnTo>
                  <a:lnTo>
                    <a:pt x="4678958" y="3116972"/>
                  </a:lnTo>
                  <a:lnTo>
                    <a:pt x="4677247" y="3116972"/>
                  </a:lnTo>
                  <a:lnTo>
                    <a:pt x="4675535" y="3116972"/>
                  </a:lnTo>
                  <a:lnTo>
                    <a:pt x="4673824" y="3116972"/>
                  </a:lnTo>
                  <a:lnTo>
                    <a:pt x="4672113" y="3116972"/>
                  </a:lnTo>
                  <a:lnTo>
                    <a:pt x="4670401" y="3116972"/>
                  </a:lnTo>
                  <a:lnTo>
                    <a:pt x="4668690" y="3116972"/>
                  </a:lnTo>
                  <a:lnTo>
                    <a:pt x="4666978" y="3116972"/>
                  </a:lnTo>
                  <a:lnTo>
                    <a:pt x="4665267" y="3116972"/>
                  </a:lnTo>
                  <a:lnTo>
                    <a:pt x="4663556" y="3116972"/>
                  </a:lnTo>
                  <a:lnTo>
                    <a:pt x="4661844" y="3116972"/>
                  </a:lnTo>
                  <a:lnTo>
                    <a:pt x="4660133" y="3116972"/>
                  </a:lnTo>
                  <a:lnTo>
                    <a:pt x="4658421" y="3116972"/>
                  </a:lnTo>
                  <a:lnTo>
                    <a:pt x="4656710" y="3116972"/>
                  </a:lnTo>
                  <a:lnTo>
                    <a:pt x="4654999" y="3116972"/>
                  </a:lnTo>
                  <a:lnTo>
                    <a:pt x="4653287" y="3116972"/>
                  </a:lnTo>
                  <a:lnTo>
                    <a:pt x="4651576" y="3116972"/>
                  </a:lnTo>
                  <a:lnTo>
                    <a:pt x="4649864" y="3116972"/>
                  </a:lnTo>
                  <a:lnTo>
                    <a:pt x="4648153" y="3116972"/>
                  </a:lnTo>
                  <a:lnTo>
                    <a:pt x="4646442" y="3116972"/>
                  </a:lnTo>
                  <a:lnTo>
                    <a:pt x="4644730" y="3116972"/>
                  </a:lnTo>
                  <a:lnTo>
                    <a:pt x="4643019" y="3116972"/>
                  </a:lnTo>
                  <a:lnTo>
                    <a:pt x="4641307" y="3116972"/>
                  </a:lnTo>
                  <a:lnTo>
                    <a:pt x="4639596" y="3116972"/>
                  </a:lnTo>
                  <a:lnTo>
                    <a:pt x="4637885" y="3116972"/>
                  </a:lnTo>
                  <a:lnTo>
                    <a:pt x="4636173" y="3116972"/>
                  </a:lnTo>
                  <a:lnTo>
                    <a:pt x="4634462" y="3116972"/>
                  </a:lnTo>
                  <a:lnTo>
                    <a:pt x="4632751" y="3116972"/>
                  </a:lnTo>
                  <a:lnTo>
                    <a:pt x="4631039" y="3116972"/>
                  </a:lnTo>
                  <a:lnTo>
                    <a:pt x="4629328" y="3116972"/>
                  </a:lnTo>
                  <a:lnTo>
                    <a:pt x="4627616" y="3116972"/>
                  </a:lnTo>
                  <a:lnTo>
                    <a:pt x="4625905" y="3116972"/>
                  </a:lnTo>
                  <a:lnTo>
                    <a:pt x="4624194" y="3116972"/>
                  </a:lnTo>
                  <a:lnTo>
                    <a:pt x="4622482" y="3116972"/>
                  </a:lnTo>
                  <a:lnTo>
                    <a:pt x="4620771" y="3116972"/>
                  </a:lnTo>
                  <a:lnTo>
                    <a:pt x="4619059" y="3116972"/>
                  </a:lnTo>
                  <a:lnTo>
                    <a:pt x="4617348" y="3116972"/>
                  </a:lnTo>
                  <a:lnTo>
                    <a:pt x="4615637" y="3116972"/>
                  </a:lnTo>
                  <a:lnTo>
                    <a:pt x="4613925" y="3116972"/>
                  </a:lnTo>
                  <a:lnTo>
                    <a:pt x="4612214" y="3116972"/>
                  </a:lnTo>
                  <a:lnTo>
                    <a:pt x="4610502" y="3116972"/>
                  </a:lnTo>
                  <a:lnTo>
                    <a:pt x="4608791" y="3116972"/>
                  </a:lnTo>
                  <a:lnTo>
                    <a:pt x="4607080" y="3116972"/>
                  </a:lnTo>
                  <a:lnTo>
                    <a:pt x="4605368" y="3116972"/>
                  </a:lnTo>
                  <a:lnTo>
                    <a:pt x="4603657" y="3116972"/>
                  </a:lnTo>
                  <a:lnTo>
                    <a:pt x="4601945" y="3116972"/>
                  </a:lnTo>
                  <a:lnTo>
                    <a:pt x="4600234" y="3116972"/>
                  </a:lnTo>
                  <a:lnTo>
                    <a:pt x="4598523" y="3116972"/>
                  </a:lnTo>
                  <a:lnTo>
                    <a:pt x="4596811" y="3116972"/>
                  </a:lnTo>
                  <a:lnTo>
                    <a:pt x="4595100" y="3116972"/>
                  </a:lnTo>
                  <a:lnTo>
                    <a:pt x="4593388" y="3116972"/>
                  </a:lnTo>
                  <a:lnTo>
                    <a:pt x="4591677" y="3116972"/>
                  </a:lnTo>
                  <a:lnTo>
                    <a:pt x="4589966" y="3116972"/>
                  </a:lnTo>
                  <a:lnTo>
                    <a:pt x="4588254" y="3116972"/>
                  </a:lnTo>
                  <a:lnTo>
                    <a:pt x="4586543" y="3116972"/>
                  </a:lnTo>
                  <a:lnTo>
                    <a:pt x="4584831" y="3116972"/>
                  </a:lnTo>
                  <a:lnTo>
                    <a:pt x="4583120" y="3116972"/>
                  </a:lnTo>
                  <a:lnTo>
                    <a:pt x="4581409" y="3116972"/>
                  </a:lnTo>
                  <a:lnTo>
                    <a:pt x="4579697" y="3116972"/>
                  </a:lnTo>
                  <a:lnTo>
                    <a:pt x="4577986" y="3116972"/>
                  </a:lnTo>
                  <a:lnTo>
                    <a:pt x="4576274" y="3116972"/>
                  </a:lnTo>
                  <a:lnTo>
                    <a:pt x="4574563" y="3116972"/>
                  </a:lnTo>
                  <a:lnTo>
                    <a:pt x="4572852" y="3116972"/>
                  </a:lnTo>
                  <a:lnTo>
                    <a:pt x="4571140" y="3116972"/>
                  </a:lnTo>
                  <a:lnTo>
                    <a:pt x="4569429" y="3116972"/>
                  </a:lnTo>
                  <a:lnTo>
                    <a:pt x="4567717" y="3116972"/>
                  </a:lnTo>
                  <a:lnTo>
                    <a:pt x="4566006" y="3116972"/>
                  </a:lnTo>
                  <a:lnTo>
                    <a:pt x="4564295" y="3116972"/>
                  </a:lnTo>
                  <a:lnTo>
                    <a:pt x="4562583" y="3116972"/>
                  </a:lnTo>
                  <a:lnTo>
                    <a:pt x="4560872" y="3116972"/>
                  </a:lnTo>
                  <a:lnTo>
                    <a:pt x="4559160" y="3116972"/>
                  </a:lnTo>
                  <a:lnTo>
                    <a:pt x="4557449" y="3116972"/>
                  </a:lnTo>
                  <a:lnTo>
                    <a:pt x="4555738" y="3116972"/>
                  </a:lnTo>
                  <a:lnTo>
                    <a:pt x="4554026" y="3116972"/>
                  </a:lnTo>
                  <a:lnTo>
                    <a:pt x="4552315" y="3116972"/>
                  </a:lnTo>
                  <a:lnTo>
                    <a:pt x="4550603" y="3116972"/>
                  </a:lnTo>
                  <a:lnTo>
                    <a:pt x="4548892" y="3116972"/>
                  </a:lnTo>
                  <a:lnTo>
                    <a:pt x="4547181" y="3116972"/>
                  </a:lnTo>
                  <a:lnTo>
                    <a:pt x="4545469" y="3116972"/>
                  </a:lnTo>
                  <a:lnTo>
                    <a:pt x="4543758" y="3116972"/>
                  </a:lnTo>
                  <a:lnTo>
                    <a:pt x="4542046" y="3116972"/>
                  </a:lnTo>
                  <a:lnTo>
                    <a:pt x="4540335" y="3116972"/>
                  </a:lnTo>
                  <a:lnTo>
                    <a:pt x="4538624" y="3116972"/>
                  </a:lnTo>
                  <a:lnTo>
                    <a:pt x="4536912" y="3116972"/>
                  </a:lnTo>
                  <a:lnTo>
                    <a:pt x="4535201" y="3116972"/>
                  </a:lnTo>
                  <a:lnTo>
                    <a:pt x="4533489" y="3116972"/>
                  </a:lnTo>
                  <a:lnTo>
                    <a:pt x="4531778" y="3116972"/>
                  </a:lnTo>
                  <a:lnTo>
                    <a:pt x="4530067" y="3116972"/>
                  </a:lnTo>
                  <a:lnTo>
                    <a:pt x="4528355" y="3116972"/>
                  </a:lnTo>
                  <a:lnTo>
                    <a:pt x="4526644" y="3116972"/>
                  </a:lnTo>
                  <a:lnTo>
                    <a:pt x="4524933" y="3116972"/>
                  </a:lnTo>
                  <a:lnTo>
                    <a:pt x="4523221" y="3116972"/>
                  </a:lnTo>
                  <a:lnTo>
                    <a:pt x="4521510" y="3116972"/>
                  </a:lnTo>
                  <a:lnTo>
                    <a:pt x="4519798" y="3116972"/>
                  </a:lnTo>
                  <a:lnTo>
                    <a:pt x="4518087" y="3116972"/>
                  </a:lnTo>
                  <a:lnTo>
                    <a:pt x="4516376" y="3116972"/>
                  </a:lnTo>
                  <a:lnTo>
                    <a:pt x="4514664" y="3116972"/>
                  </a:lnTo>
                  <a:lnTo>
                    <a:pt x="4512953" y="3116972"/>
                  </a:lnTo>
                  <a:lnTo>
                    <a:pt x="4511241" y="3116972"/>
                  </a:lnTo>
                  <a:lnTo>
                    <a:pt x="4509530" y="3116972"/>
                  </a:lnTo>
                  <a:lnTo>
                    <a:pt x="4507819" y="3116972"/>
                  </a:lnTo>
                  <a:lnTo>
                    <a:pt x="4506107" y="3116972"/>
                  </a:lnTo>
                  <a:lnTo>
                    <a:pt x="4504396" y="3116972"/>
                  </a:lnTo>
                  <a:lnTo>
                    <a:pt x="4502684" y="3116972"/>
                  </a:lnTo>
                  <a:lnTo>
                    <a:pt x="4500973" y="3116972"/>
                  </a:lnTo>
                  <a:lnTo>
                    <a:pt x="4499262" y="3116972"/>
                  </a:lnTo>
                  <a:lnTo>
                    <a:pt x="4497550" y="3116972"/>
                  </a:lnTo>
                  <a:lnTo>
                    <a:pt x="4495839" y="3116972"/>
                  </a:lnTo>
                  <a:lnTo>
                    <a:pt x="4494127" y="3116972"/>
                  </a:lnTo>
                  <a:lnTo>
                    <a:pt x="4492416" y="3116972"/>
                  </a:lnTo>
                  <a:lnTo>
                    <a:pt x="4490705" y="3116972"/>
                  </a:lnTo>
                  <a:lnTo>
                    <a:pt x="4488993" y="3116972"/>
                  </a:lnTo>
                  <a:lnTo>
                    <a:pt x="4487282" y="3116972"/>
                  </a:lnTo>
                  <a:lnTo>
                    <a:pt x="4485570" y="3116972"/>
                  </a:lnTo>
                  <a:lnTo>
                    <a:pt x="4483859" y="3116972"/>
                  </a:lnTo>
                  <a:lnTo>
                    <a:pt x="4482148" y="3116972"/>
                  </a:lnTo>
                  <a:lnTo>
                    <a:pt x="4480436" y="3116972"/>
                  </a:lnTo>
                  <a:lnTo>
                    <a:pt x="4478725" y="3116972"/>
                  </a:lnTo>
                  <a:lnTo>
                    <a:pt x="4477013" y="3116972"/>
                  </a:lnTo>
                  <a:lnTo>
                    <a:pt x="4475302" y="3116972"/>
                  </a:lnTo>
                  <a:lnTo>
                    <a:pt x="4473591" y="3116972"/>
                  </a:lnTo>
                  <a:lnTo>
                    <a:pt x="4471879" y="3116972"/>
                  </a:lnTo>
                  <a:lnTo>
                    <a:pt x="4470168" y="3116972"/>
                  </a:lnTo>
                  <a:lnTo>
                    <a:pt x="4468456" y="3116972"/>
                  </a:lnTo>
                  <a:lnTo>
                    <a:pt x="4466745" y="3116972"/>
                  </a:lnTo>
                  <a:lnTo>
                    <a:pt x="4465034" y="3116972"/>
                  </a:lnTo>
                  <a:lnTo>
                    <a:pt x="4463322" y="3116972"/>
                  </a:lnTo>
                  <a:lnTo>
                    <a:pt x="4461611" y="3116972"/>
                  </a:lnTo>
                  <a:lnTo>
                    <a:pt x="4459899" y="3116972"/>
                  </a:lnTo>
                  <a:lnTo>
                    <a:pt x="4458188" y="3116972"/>
                  </a:lnTo>
                  <a:lnTo>
                    <a:pt x="4456477" y="3116972"/>
                  </a:lnTo>
                  <a:lnTo>
                    <a:pt x="4454765" y="3116972"/>
                  </a:lnTo>
                  <a:lnTo>
                    <a:pt x="4453054" y="3116972"/>
                  </a:lnTo>
                  <a:lnTo>
                    <a:pt x="4451342" y="3116972"/>
                  </a:lnTo>
                  <a:lnTo>
                    <a:pt x="4449631" y="3116972"/>
                  </a:lnTo>
                  <a:lnTo>
                    <a:pt x="4447920" y="3116972"/>
                  </a:lnTo>
                  <a:lnTo>
                    <a:pt x="4446208" y="3116972"/>
                  </a:lnTo>
                  <a:lnTo>
                    <a:pt x="4444497" y="3116972"/>
                  </a:lnTo>
                  <a:lnTo>
                    <a:pt x="4442785" y="3116972"/>
                  </a:lnTo>
                  <a:lnTo>
                    <a:pt x="4441074" y="3116972"/>
                  </a:lnTo>
                  <a:lnTo>
                    <a:pt x="4439363" y="3116972"/>
                  </a:lnTo>
                  <a:lnTo>
                    <a:pt x="4437651" y="3116972"/>
                  </a:lnTo>
                  <a:lnTo>
                    <a:pt x="4435940" y="3116972"/>
                  </a:lnTo>
                  <a:lnTo>
                    <a:pt x="4434228" y="3116972"/>
                  </a:lnTo>
                  <a:lnTo>
                    <a:pt x="4432517" y="3116972"/>
                  </a:lnTo>
                  <a:lnTo>
                    <a:pt x="4430806" y="3116972"/>
                  </a:lnTo>
                  <a:lnTo>
                    <a:pt x="4429094" y="3116972"/>
                  </a:lnTo>
                  <a:lnTo>
                    <a:pt x="4427383" y="3116972"/>
                  </a:lnTo>
                  <a:lnTo>
                    <a:pt x="4425672" y="3116972"/>
                  </a:lnTo>
                  <a:lnTo>
                    <a:pt x="4423960" y="3116972"/>
                  </a:lnTo>
                  <a:lnTo>
                    <a:pt x="4422249" y="3116972"/>
                  </a:lnTo>
                  <a:lnTo>
                    <a:pt x="4420537" y="3116972"/>
                  </a:lnTo>
                  <a:lnTo>
                    <a:pt x="4418826" y="3116972"/>
                  </a:lnTo>
                  <a:lnTo>
                    <a:pt x="4417115" y="3116972"/>
                  </a:lnTo>
                  <a:lnTo>
                    <a:pt x="4415403" y="3116972"/>
                  </a:lnTo>
                  <a:lnTo>
                    <a:pt x="4413692" y="3116972"/>
                  </a:lnTo>
                  <a:lnTo>
                    <a:pt x="4411980" y="3116972"/>
                  </a:lnTo>
                  <a:lnTo>
                    <a:pt x="4410269" y="3116972"/>
                  </a:lnTo>
                  <a:lnTo>
                    <a:pt x="4408558" y="3116972"/>
                  </a:lnTo>
                  <a:lnTo>
                    <a:pt x="4406846" y="3116972"/>
                  </a:lnTo>
                  <a:lnTo>
                    <a:pt x="4405135" y="3116972"/>
                  </a:lnTo>
                  <a:lnTo>
                    <a:pt x="4403423" y="3116972"/>
                  </a:lnTo>
                  <a:lnTo>
                    <a:pt x="4401712" y="3116972"/>
                  </a:lnTo>
                  <a:lnTo>
                    <a:pt x="4400001" y="3116972"/>
                  </a:lnTo>
                  <a:lnTo>
                    <a:pt x="4398289" y="3116972"/>
                  </a:lnTo>
                  <a:lnTo>
                    <a:pt x="4396578" y="3116972"/>
                  </a:lnTo>
                  <a:lnTo>
                    <a:pt x="4394866" y="3116972"/>
                  </a:lnTo>
                  <a:lnTo>
                    <a:pt x="4393155" y="3116972"/>
                  </a:lnTo>
                  <a:lnTo>
                    <a:pt x="4391444" y="3116972"/>
                  </a:lnTo>
                  <a:lnTo>
                    <a:pt x="4389732" y="3116972"/>
                  </a:lnTo>
                  <a:lnTo>
                    <a:pt x="4388021" y="3116972"/>
                  </a:lnTo>
                  <a:lnTo>
                    <a:pt x="4386309" y="3116972"/>
                  </a:lnTo>
                  <a:lnTo>
                    <a:pt x="4384598" y="3116972"/>
                  </a:lnTo>
                  <a:lnTo>
                    <a:pt x="4382887" y="3116972"/>
                  </a:lnTo>
                  <a:lnTo>
                    <a:pt x="4381175" y="3116972"/>
                  </a:lnTo>
                  <a:lnTo>
                    <a:pt x="4379464" y="3116972"/>
                  </a:lnTo>
                  <a:lnTo>
                    <a:pt x="4377752" y="3116972"/>
                  </a:lnTo>
                  <a:lnTo>
                    <a:pt x="4376041" y="3116972"/>
                  </a:lnTo>
                  <a:lnTo>
                    <a:pt x="4374330" y="3116972"/>
                  </a:lnTo>
                  <a:lnTo>
                    <a:pt x="4372618" y="3116972"/>
                  </a:lnTo>
                  <a:lnTo>
                    <a:pt x="4370907" y="3116972"/>
                  </a:lnTo>
                  <a:lnTo>
                    <a:pt x="4369195" y="3116972"/>
                  </a:lnTo>
                  <a:lnTo>
                    <a:pt x="4367484" y="3116972"/>
                  </a:lnTo>
                  <a:lnTo>
                    <a:pt x="4365773" y="3116972"/>
                  </a:lnTo>
                  <a:lnTo>
                    <a:pt x="4364061" y="3116972"/>
                  </a:lnTo>
                  <a:lnTo>
                    <a:pt x="4362350" y="3116972"/>
                  </a:lnTo>
                  <a:lnTo>
                    <a:pt x="4360638" y="3116972"/>
                  </a:lnTo>
                  <a:lnTo>
                    <a:pt x="4358927" y="3116972"/>
                  </a:lnTo>
                  <a:lnTo>
                    <a:pt x="4357216" y="3116972"/>
                  </a:lnTo>
                  <a:lnTo>
                    <a:pt x="4355504" y="3116972"/>
                  </a:lnTo>
                  <a:lnTo>
                    <a:pt x="4353793" y="3116972"/>
                  </a:lnTo>
                  <a:lnTo>
                    <a:pt x="4352081" y="3116972"/>
                  </a:lnTo>
                  <a:lnTo>
                    <a:pt x="4350370" y="3116972"/>
                  </a:lnTo>
                  <a:lnTo>
                    <a:pt x="4348659" y="3116972"/>
                  </a:lnTo>
                  <a:lnTo>
                    <a:pt x="4346947" y="3116972"/>
                  </a:lnTo>
                  <a:lnTo>
                    <a:pt x="4345236" y="3116972"/>
                  </a:lnTo>
                  <a:lnTo>
                    <a:pt x="4343524" y="3116972"/>
                  </a:lnTo>
                  <a:lnTo>
                    <a:pt x="4341813" y="3116972"/>
                  </a:lnTo>
                  <a:lnTo>
                    <a:pt x="4340102" y="3116972"/>
                  </a:lnTo>
                  <a:lnTo>
                    <a:pt x="4338390" y="3116972"/>
                  </a:lnTo>
                  <a:lnTo>
                    <a:pt x="4336679" y="3116972"/>
                  </a:lnTo>
                  <a:lnTo>
                    <a:pt x="4334967" y="3116972"/>
                  </a:lnTo>
                  <a:lnTo>
                    <a:pt x="4333256" y="3116972"/>
                  </a:lnTo>
                  <a:lnTo>
                    <a:pt x="4331545" y="3116972"/>
                  </a:lnTo>
                  <a:lnTo>
                    <a:pt x="4329833" y="3116972"/>
                  </a:lnTo>
                  <a:lnTo>
                    <a:pt x="4328122" y="3116972"/>
                  </a:lnTo>
                  <a:lnTo>
                    <a:pt x="4326410" y="3116972"/>
                  </a:lnTo>
                  <a:lnTo>
                    <a:pt x="4324699" y="3116972"/>
                  </a:lnTo>
                  <a:lnTo>
                    <a:pt x="4322988" y="3116972"/>
                  </a:lnTo>
                  <a:lnTo>
                    <a:pt x="4321276" y="3116972"/>
                  </a:lnTo>
                  <a:lnTo>
                    <a:pt x="4319565" y="3116972"/>
                  </a:lnTo>
                  <a:lnTo>
                    <a:pt x="4317854" y="3116972"/>
                  </a:lnTo>
                  <a:lnTo>
                    <a:pt x="4316142" y="3116972"/>
                  </a:lnTo>
                  <a:lnTo>
                    <a:pt x="4314431" y="3116972"/>
                  </a:lnTo>
                  <a:lnTo>
                    <a:pt x="4312719" y="3116972"/>
                  </a:lnTo>
                  <a:lnTo>
                    <a:pt x="4311008" y="3116972"/>
                  </a:lnTo>
                  <a:lnTo>
                    <a:pt x="4309297" y="3116972"/>
                  </a:lnTo>
                  <a:lnTo>
                    <a:pt x="4307585" y="3116972"/>
                  </a:lnTo>
                  <a:lnTo>
                    <a:pt x="4305874" y="3116972"/>
                  </a:lnTo>
                  <a:lnTo>
                    <a:pt x="4304162" y="3116972"/>
                  </a:lnTo>
                  <a:lnTo>
                    <a:pt x="4302451" y="3116972"/>
                  </a:lnTo>
                  <a:lnTo>
                    <a:pt x="4300740" y="3116972"/>
                  </a:lnTo>
                  <a:lnTo>
                    <a:pt x="4299028" y="3116972"/>
                  </a:lnTo>
                  <a:lnTo>
                    <a:pt x="4297317" y="3116972"/>
                  </a:lnTo>
                  <a:lnTo>
                    <a:pt x="4295605" y="3116972"/>
                  </a:lnTo>
                  <a:lnTo>
                    <a:pt x="4293894" y="3116972"/>
                  </a:lnTo>
                  <a:lnTo>
                    <a:pt x="4292183" y="3116972"/>
                  </a:lnTo>
                  <a:lnTo>
                    <a:pt x="4290471" y="3116972"/>
                  </a:lnTo>
                  <a:lnTo>
                    <a:pt x="4288760" y="3116972"/>
                  </a:lnTo>
                  <a:lnTo>
                    <a:pt x="4287048" y="3116972"/>
                  </a:lnTo>
                  <a:lnTo>
                    <a:pt x="4285337" y="3116972"/>
                  </a:lnTo>
                  <a:lnTo>
                    <a:pt x="4283626" y="3116972"/>
                  </a:lnTo>
                  <a:lnTo>
                    <a:pt x="4281914" y="3116972"/>
                  </a:lnTo>
                  <a:lnTo>
                    <a:pt x="4280203" y="3116972"/>
                  </a:lnTo>
                  <a:lnTo>
                    <a:pt x="4278491" y="3116972"/>
                  </a:lnTo>
                  <a:lnTo>
                    <a:pt x="4276780" y="3116972"/>
                  </a:lnTo>
                  <a:lnTo>
                    <a:pt x="4275069" y="3116972"/>
                  </a:lnTo>
                  <a:lnTo>
                    <a:pt x="4273357" y="3116972"/>
                  </a:lnTo>
                  <a:lnTo>
                    <a:pt x="4271646" y="3116972"/>
                  </a:lnTo>
                  <a:lnTo>
                    <a:pt x="4269934" y="3116972"/>
                  </a:lnTo>
                  <a:lnTo>
                    <a:pt x="4268223" y="3116972"/>
                  </a:lnTo>
                  <a:lnTo>
                    <a:pt x="4266512" y="3116972"/>
                  </a:lnTo>
                  <a:lnTo>
                    <a:pt x="4264800" y="3116972"/>
                  </a:lnTo>
                  <a:lnTo>
                    <a:pt x="4263089" y="3116972"/>
                  </a:lnTo>
                  <a:lnTo>
                    <a:pt x="4261377" y="3116972"/>
                  </a:lnTo>
                  <a:lnTo>
                    <a:pt x="4259666" y="3116972"/>
                  </a:lnTo>
                  <a:lnTo>
                    <a:pt x="4257955" y="3116972"/>
                  </a:lnTo>
                  <a:lnTo>
                    <a:pt x="4256243" y="3116972"/>
                  </a:lnTo>
                  <a:lnTo>
                    <a:pt x="4254532" y="3116972"/>
                  </a:lnTo>
                  <a:lnTo>
                    <a:pt x="4252820" y="3116972"/>
                  </a:lnTo>
                  <a:lnTo>
                    <a:pt x="4251109" y="3116972"/>
                  </a:lnTo>
                  <a:lnTo>
                    <a:pt x="4249398" y="3116972"/>
                  </a:lnTo>
                  <a:lnTo>
                    <a:pt x="4247686" y="3116972"/>
                  </a:lnTo>
                  <a:lnTo>
                    <a:pt x="4245975" y="3116972"/>
                  </a:lnTo>
                  <a:lnTo>
                    <a:pt x="4244263" y="3116972"/>
                  </a:lnTo>
                  <a:lnTo>
                    <a:pt x="4242552" y="3116972"/>
                  </a:lnTo>
                  <a:lnTo>
                    <a:pt x="4240841" y="3116972"/>
                  </a:lnTo>
                  <a:lnTo>
                    <a:pt x="4239129" y="3116972"/>
                  </a:lnTo>
                  <a:lnTo>
                    <a:pt x="4237418" y="3116972"/>
                  </a:lnTo>
                  <a:lnTo>
                    <a:pt x="4235706" y="3116972"/>
                  </a:lnTo>
                  <a:lnTo>
                    <a:pt x="4233995" y="3116972"/>
                  </a:lnTo>
                  <a:lnTo>
                    <a:pt x="4232284" y="3116972"/>
                  </a:lnTo>
                  <a:lnTo>
                    <a:pt x="4230572" y="3116972"/>
                  </a:lnTo>
                  <a:lnTo>
                    <a:pt x="4228861" y="3116972"/>
                  </a:lnTo>
                  <a:lnTo>
                    <a:pt x="4227149" y="3116972"/>
                  </a:lnTo>
                  <a:lnTo>
                    <a:pt x="4225438" y="3116972"/>
                  </a:lnTo>
                  <a:lnTo>
                    <a:pt x="4223727" y="3116972"/>
                  </a:lnTo>
                  <a:lnTo>
                    <a:pt x="4222015" y="3116972"/>
                  </a:lnTo>
                  <a:lnTo>
                    <a:pt x="4220304" y="3116972"/>
                  </a:lnTo>
                  <a:lnTo>
                    <a:pt x="4218592" y="3116972"/>
                  </a:lnTo>
                  <a:lnTo>
                    <a:pt x="4216881" y="3116972"/>
                  </a:lnTo>
                  <a:lnTo>
                    <a:pt x="4215170" y="3116972"/>
                  </a:lnTo>
                  <a:lnTo>
                    <a:pt x="4213458" y="3116972"/>
                  </a:lnTo>
                  <a:lnTo>
                    <a:pt x="4211747" y="3116972"/>
                  </a:lnTo>
                  <a:lnTo>
                    <a:pt x="4210036" y="3116972"/>
                  </a:lnTo>
                  <a:lnTo>
                    <a:pt x="4208324" y="3116972"/>
                  </a:lnTo>
                  <a:lnTo>
                    <a:pt x="4206613" y="3116972"/>
                  </a:lnTo>
                  <a:lnTo>
                    <a:pt x="4204901" y="3116972"/>
                  </a:lnTo>
                  <a:lnTo>
                    <a:pt x="4203190" y="3116972"/>
                  </a:lnTo>
                  <a:lnTo>
                    <a:pt x="4201479" y="3116972"/>
                  </a:lnTo>
                  <a:lnTo>
                    <a:pt x="4199767" y="3116972"/>
                  </a:lnTo>
                  <a:lnTo>
                    <a:pt x="4198056" y="3116972"/>
                  </a:lnTo>
                  <a:lnTo>
                    <a:pt x="4196344" y="3116972"/>
                  </a:lnTo>
                  <a:lnTo>
                    <a:pt x="4194633" y="3116972"/>
                  </a:lnTo>
                  <a:lnTo>
                    <a:pt x="4192922" y="3116972"/>
                  </a:lnTo>
                  <a:lnTo>
                    <a:pt x="4191210" y="3116972"/>
                  </a:lnTo>
                  <a:lnTo>
                    <a:pt x="4189499" y="3116972"/>
                  </a:lnTo>
                  <a:lnTo>
                    <a:pt x="4187787" y="3116972"/>
                  </a:lnTo>
                  <a:lnTo>
                    <a:pt x="4186076" y="3116972"/>
                  </a:lnTo>
                  <a:lnTo>
                    <a:pt x="4184365" y="3116972"/>
                  </a:lnTo>
                  <a:lnTo>
                    <a:pt x="4182653" y="3116972"/>
                  </a:lnTo>
                  <a:lnTo>
                    <a:pt x="4180942" y="3116972"/>
                  </a:lnTo>
                  <a:lnTo>
                    <a:pt x="4179230" y="3116972"/>
                  </a:lnTo>
                  <a:lnTo>
                    <a:pt x="4177519" y="3116972"/>
                  </a:lnTo>
                  <a:lnTo>
                    <a:pt x="4175808" y="3116972"/>
                  </a:lnTo>
                  <a:lnTo>
                    <a:pt x="4174096" y="3116972"/>
                  </a:lnTo>
                  <a:lnTo>
                    <a:pt x="4172385" y="3116972"/>
                  </a:lnTo>
                  <a:lnTo>
                    <a:pt x="4170673" y="3116972"/>
                  </a:lnTo>
                  <a:lnTo>
                    <a:pt x="4168962" y="3116972"/>
                  </a:lnTo>
                  <a:lnTo>
                    <a:pt x="4167251" y="3116972"/>
                  </a:lnTo>
                  <a:lnTo>
                    <a:pt x="4165539" y="3116972"/>
                  </a:lnTo>
                  <a:lnTo>
                    <a:pt x="4163828" y="3116972"/>
                  </a:lnTo>
                  <a:lnTo>
                    <a:pt x="4162116" y="3116972"/>
                  </a:lnTo>
                  <a:lnTo>
                    <a:pt x="4160405" y="3116972"/>
                  </a:lnTo>
                  <a:lnTo>
                    <a:pt x="4158694" y="3116972"/>
                  </a:lnTo>
                  <a:lnTo>
                    <a:pt x="4156982" y="3116972"/>
                  </a:lnTo>
                  <a:lnTo>
                    <a:pt x="4155271" y="3116972"/>
                  </a:lnTo>
                  <a:lnTo>
                    <a:pt x="4153559" y="3116972"/>
                  </a:lnTo>
                  <a:lnTo>
                    <a:pt x="4151848" y="3116972"/>
                  </a:lnTo>
                  <a:lnTo>
                    <a:pt x="4150137" y="3116972"/>
                  </a:lnTo>
                  <a:lnTo>
                    <a:pt x="4148425" y="3116972"/>
                  </a:lnTo>
                  <a:lnTo>
                    <a:pt x="4146714" y="3116972"/>
                  </a:lnTo>
                  <a:lnTo>
                    <a:pt x="4145002" y="3116972"/>
                  </a:lnTo>
                  <a:lnTo>
                    <a:pt x="4143291" y="3116972"/>
                  </a:lnTo>
                  <a:lnTo>
                    <a:pt x="4141580" y="3116972"/>
                  </a:lnTo>
                  <a:lnTo>
                    <a:pt x="4139868" y="3116972"/>
                  </a:lnTo>
                  <a:lnTo>
                    <a:pt x="4138157" y="3116972"/>
                  </a:lnTo>
                  <a:lnTo>
                    <a:pt x="4136445" y="3116972"/>
                  </a:lnTo>
                  <a:lnTo>
                    <a:pt x="4134734" y="3116972"/>
                  </a:lnTo>
                  <a:lnTo>
                    <a:pt x="4133023" y="3116972"/>
                  </a:lnTo>
                  <a:lnTo>
                    <a:pt x="4131311" y="3116972"/>
                  </a:lnTo>
                  <a:lnTo>
                    <a:pt x="4129600" y="3116972"/>
                  </a:lnTo>
                  <a:lnTo>
                    <a:pt x="4127888" y="3116972"/>
                  </a:lnTo>
                  <a:lnTo>
                    <a:pt x="4126177" y="3116972"/>
                  </a:lnTo>
                  <a:lnTo>
                    <a:pt x="4124466" y="3116972"/>
                  </a:lnTo>
                  <a:lnTo>
                    <a:pt x="4122754" y="3116972"/>
                  </a:lnTo>
                  <a:lnTo>
                    <a:pt x="4121043" y="3116972"/>
                  </a:lnTo>
                  <a:lnTo>
                    <a:pt x="4119331" y="3116972"/>
                  </a:lnTo>
                  <a:lnTo>
                    <a:pt x="4117620" y="3116972"/>
                  </a:lnTo>
                  <a:lnTo>
                    <a:pt x="4115909" y="3116972"/>
                  </a:lnTo>
                  <a:lnTo>
                    <a:pt x="4114197" y="3116972"/>
                  </a:lnTo>
                  <a:lnTo>
                    <a:pt x="4112486" y="3116972"/>
                  </a:lnTo>
                  <a:lnTo>
                    <a:pt x="4110775" y="3116972"/>
                  </a:lnTo>
                  <a:lnTo>
                    <a:pt x="4109063" y="3116972"/>
                  </a:lnTo>
                  <a:lnTo>
                    <a:pt x="4107352" y="3116972"/>
                  </a:lnTo>
                  <a:lnTo>
                    <a:pt x="4105640" y="3116972"/>
                  </a:lnTo>
                  <a:lnTo>
                    <a:pt x="4103929" y="3116972"/>
                  </a:lnTo>
                  <a:lnTo>
                    <a:pt x="4102218" y="3116972"/>
                  </a:lnTo>
                  <a:lnTo>
                    <a:pt x="4100506" y="3116972"/>
                  </a:lnTo>
                  <a:lnTo>
                    <a:pt x="4098795" y="3116972"/>
                  </a:lnTo>
                  <a:lnTo>
                    <a:pt x="4097083" y="3116972"/>
                  </a:lnTo>
                  <a:lnTo>
                    <a:pt x="4095372" y="3116972"/>
                  </a:lnTo>
                  <a:lnTo>
                    <a:pt x="4093661" y="3116972"/>
                  </a:lnTo>
                  <a:lnTo>
                    <a:pt x="4091949" y="3116972"/>
                  </a:lnTo>
                  <a:lnTo>
                    <a:pt x="4090238" y="3116972"/>
                  </a:lnTo>
                  <a:lnTo>
                    <a:pt x="4088526" y="3116972"/>
                  </a:lnTo>
                  <a:lnTo>
                    <a:pt x="4086815" y="3116972"/>
                  </a:lnTo>
                  <a:lnTo>
                    <a:pt x="4085104" y="3116972"/>
                  </a:lnTo>
                  <a:lnTo>
                    <a:pt x="4083392" y="3116972"/>
                  </a:lnTo>
                  <a:lnTo>
                    <a:pt x="4081681" y="3116972"/>
                  </a:lnTo>
                  <a:lnTo>
                    <a:pt x="4079969" y="3116972"/>
                  </a:lnTo>
                  <a:lnTo>
                    <a:pt x="4078258" y="3116972"/>
                  </a:lnTo>
                  <a:lnTo>
                    <a:pt x="4076547" y="3116972"/>
                  </a:lnTo>
                  <a:lnTo>
                    <a:pt x="4074835" y="3116972"/>
                  </a:lnTo>
                  <a:lnTo>
                    <a:pt x="4073124" y="3116972"/>
                  </a:lnTo>
                  <a:lnTo>
                    <a:pt x="4071412" y="3116972"/>
                  </a:lnTo>
                  <a:lnTo>
                    <a:pt x="4069701" y="3116972"/>
                  </a:lnTo>
                  <a:lnTo>
                    <a:pt x="4067990" y="3116972"/>
                  </a:lnTo>
                  <a:lnTo>
                    <a:pt x="4066278" y="3116972"/>
                  </a:lnTo>
                  <a:lnTo>
                    <a:pt x="4064567" y="3116972"/>
                  </a:lnTo>
                  <a:lnTo>
                    <a:pt x="4062855" y="3116972"/>
                  </a:lnTo>
                  <a:lnTo>
                    <a:pt x="4061144" y="3116972"/>
                  </a:lnTo>
                  <a:lnTo>
                    <a:pt x="4059433" y="3116972"/>
                  </a:lnTo>
                  <a:lnTo>
                    <a:pt x="4057721" y="3116972"/>
                  </a:lnTo>
                  <a:lnTo>
                    <a:pt x="4056010" y="3116972"/>
                  </a:lnTo>
                  <a:lnTo>
                    <a:pt x="4054298" y="3116972"/>
                  </a:lnTo>
                  <a:lnTo>
                    <a:pt x="4052587" y="3116972"/>
                  </a:lnTo>
                  <a:lnTo>
                    <a:pt x="4050876" y="3116972"/>
                  </a:lnTo>
                  <a:lnTo>
                    <a:pt x="4049164" y="3116972"/>
                  </a:lnTo>
                  <a:lnTo>
                    <a:pt x="4047453" y="3116972"/>
                  </a:lnTo>
                  <a:lnTo>
                    <a:pt x="4045741" y="3116972"/>
                  </a:lnTo>
                  <a:lnTo>
                    <a:pt x="4044030" y="3116972"/>
                  </a:lnTo>
                  <a:lnTo>
                    <a:pt x="4042319" y="3116972"/>
                  </a:lnTo>
                  <a:lnTo>
                    <a:pt x="4040607" y="3116972"/>
                  </a:lnTo>
                  <a:lnTo>
                    <a:pt x="4038896" y="3116972"/>
                  </a:lnTo>
                  <a:lnTo>
                    <a:pt x="4037184" y="3116972"/>
                  </a:lnTo>
                  <a:lnTo>
                    <a:pt x="4035473" y="3116972"/>
                  </a:lnTo>
                  <a:lnTo>
                    <a:pt x="4033762" y="3116972"/>
                  </a:lnTo>
                  <a:lnTo>
                    <a:pt x="4032050" y="3116972"/>
                  </a:lnTo>
                  <a:lnTo>
                    <a:pt x="4030339" y="3116972"/>
                  </a:lnTo>
                  <a:lnTo>
                    <a:pt x="4028627" y="3116972"/>
                  </a:lnTo>
                  <a:lnTo>
                    <a:pt x="4026916" y="3116972"/>
                  </a:lnTo>
                  <a:lnTo>
                    <a:pt x="4025205" y="3116972"/>
                  </a:lnTo>
                  <a:lnTo>
                    <a:pt x="4023493" y="3116972"/>
                  </a:lnTo>
                  <a:lnTo>
                    <a:pt x="4021782" y="3116972"/>
                  </a:lnTo>
                  <a:lnTo>
                    <a:pt x="4020070" y="3116972"/>
                  </a:lnTo>
                  <a:lnTo>
                    <a:pt x="4018359" y="3116972"/>
                  </a:lnTo>
                  <a:lnTo>
                    <a:pt x="4016648" y="3116972"/>
                  </a:lnTo>
                  <a:lnTo>
                    <a:pt x="4014936" y="3116972"/>
                  </a:lnTo>
                  <a:lnTo>
                    <a:pt x="4013225" y="3116972"/>
                  </a:lnTo>
                  <a:lnTo>
                    <a:pt x="4011513" y="3116972"/>
                  </a:lnTo>
                  <a:lnTo>
                    <a:pt x="4009802" y="3116972"/>
                  </a:lnTo>
                  <a:lnTo>
                    <a:pt x="4008091" y="3116972"/>
                  </a:lnTo>
                  <a:lnTo>
                    <a:pt x="4006379" y="3116972"/>
                  </a:lnTo>
                  <a:lnTo>
                    <a:pt x="4004668" y="3116972"/>
                  </a:lnTo>
                  <a:lnTo>
                    <a:pt x="4002957" y="3116972"/>
                  </a:lnTo>
                  <a:lnTo>
                    <a:pt x="4001245" y="3116972"/>
                  </a:lnTo>
                  <a:lnTo>
                    <a:pt x="3999534" y="3116972"/>
                  </a:lnTo>
                  <a:lnTo>
                    <a:pt x="3997822" y="3116972"/>
                  </a:lnTo>
                  <a:lnTo>
                    <a:pt x="3996111" y="3116972"/>
                  </a:lnTo>
                  <a:lnTo>
                    <a:pt x="3994400" y="3116972"/>
                  </a:lnTo>
                  <a:lnTo>
                    <a:pt x="3992688" y="3116972"/>
                  </a:lnTo>
                  <a:lnTo>
                    <a:pt x="3990977" y="3116972"/>
                  </a:lnTo>
                  <a:lnTo>
                    <a:pt x="3989265" y="3116972"/>
                  </a:lnTo>
                  <a:lnTo>
                    <a:pt x="3987554" y="3116972"/>
                  </a:lnTo>
                  <a:lnTo>
                    <a:pt x="3985843" y="3116972"/>
                  </a:lnTo>
                  <a:lnTo>
                    <a:pt x="3984131" y="3116972"/>
                  </a:lnTo>
                  <a:lnTo>
                    <a:pt x="3982420" y="3116972"/>
                  </a:lnTo>
                  <a:lnTo>
                    <a:pt x="3980708" y="3116972"/>
                  </a:lnTo>
                  <a:lnTo>
                    <a:pt x="3978997" y="3116972"/>
                  </a:lnTo>
                  <a:lnTo>
                    <a:pt x="3977286" y="3116972"/>
                  </a:lnTo>
                  <a:lnTo>
                    <a:pt x="3975574" y="3116972"/>
                  </a:lnTo>
                  <a:lnTo>
                    <a:pt x="3973863" y="3116972"/>
                  </a:lnTo>
                  <a:lnTo>
                    <a:pt x="3972151" y="3116972"/>
                  </a:lnTo>
                  <a:lnTo>
                    <a:pt x="3970440" y="3116972"/>
                  </a:lnTo>
                  <a:lnTo>
                    <a:pt x="3968729" y="3116972"/>
                  </a:lnTo>
                  <a:lnTo>
                    <a:pt x="3967017" y="3116972"/>
                  </a:lnTo>
                  <a:lnTo>
                    <a:pt x="3965306" y="3116972"/>
                  </a:lnTo>
                  <a:lnTo>
                    <a:pt x="3963594" y="3116972"/>
                  </a:lnTo>
                  <a:lnTo>
                    <a:pt x="3961883" y="3116972"/>
                  </a:lnTo>
                  <a:lnTo>
                    <a:pt x="3960172" y="3116972"/>
                  </a:lnTo>
                  <a:lnTo>
                    <a:pt x="3958460" y="3116972"/>
                  </a:lnTo>
                  <a:lnTo>
                    <a:pt x="3956749" y="3116972"/>
                  </a:lnTo>
                  <a:lnTo>
                    <a:pt x="3955037" y="3116972"/>
                  </a:lnTo>
                  <a:lnTo>
                    <a:pt x="3953326" y="3116972"/>
                  </a:lnTo>
                  <a:lnTo>
                    <a:pt x="3951615" y="3116972"/>
                  </a:lnTo>
                  <a:lnTo>
                    <a:pt x="3949903" y="3116972"/>
                  </a:lnTo>
                  <a:lnTo>
                    <a:pt x="3948192" y="3116972"/>
                  </a:lnTo>
                  <a:lnTo>
                    <a:pt x="3946480" y="3116972"/>
                  </a:lnTo>
                  <a:lnTo>
                    <a:pt x="3944769" y="3116972"/>
                  </a:lnTo>
                  <a:lnTo>
                    <a:pt x="3943058" y="3116972"/>
                  </a:lnTo>
                  <a:lnTo>
                    <a:pt x="3941346" y="3116972"/>
                  </a:lnTo>
                  <a:lnTo>
                    <a:pt x="3939635" y="3116972"/>
                  </a:lnTo>
                  <a:lnTo>
                    <a:pt x="3937923" y="3116972"/>
                  </a:lnTo>
                  <a:lnTo>
                    <a:pt x="3936212" y="3116972"/>
                  </a:lnTo>
                  <a:lnTo>
                    <a:pt x="3934501" y="3116972"/>
                  </a:lnTo>
                  <a:lnTo>
                    <a:pt x="3932789" y="3116972"/>
                  </a:lnTo>
                  <a:lnTo>
                    <a:pt x="3931078" y="3116972"/>
                  </a:lnTo>
                  <a:lnTo>
                    <a:pt x="3929366" y="3116972"/>
                  </a:lnTo>
                  <a:lnTo>
                    <a:pt x="3927655" y="3116972"/>
                  </a:lnTo>
                  <a:lnTo>
                    <a:pt x="3925944" y="3116972"/>
                  </a:lnTo>
                  <a:lnTo>
                    <a:pt x="3924232" y="3116972"/>
                  </a:lnTo>
                  <a:lnTo>
                    <a:pt x="3922521" y="3116972"/>
                  </a:lnTo>
                  <a:lnTo>
                    <a:pt x="3920809" y="3116972"/>
                  </a:lnTo>
                  <a:lnTo>
                    <a:pt x="3919098" y="3116972"/>
                  </a:lnTo>
                  <a:lnTo>
                    <a:pt x="3917387" y="3116972"/>
                  </a:lnTo>
                  <a:lnTo>
                    <a:pt x="3915675" y="3116972"/>
                  </a:lnTo>
                  <a:lnTo>
                    <a:pt x="3913964" y="3116972"/>
                  </a:lnTo>
                  <a:lnTo>
                    <a:pt x="3912252" y="3116972"/>
                  </a:lnTo>
                  <a:lnTo>
                    <a:pt x="3910541" y="3116972"/>
                  </a:lnTo>
                  <a:lnTo>
                    <a:pt x="3908830" y="3116972"/>
                  </a:lnTo>
                  <a:lnTo>
                    <a:pt x="3907118" y="3116972"/>
                  </a:lnTo>
                  <a:lnTo>
                    <a:pt x="3905407" y="3116972"/>
                  </a:lnTo>
                  <a:lnTo>
                    <a:pt x="3903695" y="3116972"/>
                  </a:lnTo>
                  <a:lnTo>
                    <a:pt x="3901984" y="3116972"/>
                  </a:lnTo>
                  <a:lnTo>
                    <a:pt x="3900273" y="3116972"/>
                  </a:lnTo>
                  <a:lnTo>
                    <a:pt x="3898561" y="3116972"/>
                  </a:lnTo>
                  <a:lnTo>
                    <a:pt x="3896850" y="3116972"/>
                  </a:lnTo>
                  <a:lnTo>
                    <a:pt x="3895139" y="3116972"/>
                  </a:lnTo>
                  <a:lnTo>
                    <a:pt x="3893427" y="3116972"/>
                  </a:lnTo>
                  <a:lnTo>
                    <a:pt x="3891716" y="3116972"/>
                  </a:lnTo>
                  <a:lnTo>
                    <a:pt x="3890004" y="3116972"/>
                  </a:lnTo>
                  <a:lnTo>
                    <a:pt x="3888293" y="3116972"/>
                  </a:lnTo>
                  <a:lnTo>
                    <a:pt x="3886582" y="3116972"/>
                  </a:lnTo>
                  <a:lnTo>
                    <a:pt x="3884870" y="3116972"/>
                  </a:lnTo>
                  <a:lnTo>
                    <a:pt x="3883159" y="3116972"/>
                  </a:lnTo>
                  <a:lnTo>
                    <a:pt x="3881447" y="3116972"/>
                  </a:lnTo>
                  <a:lnTo>
                    <a:pt x="3879736" y="3116972"/>
                  </a:lnTo>
                  <a:lnTo>
                    <a:pt x="3878025" y="3116972"/>
                  </a:lnTo>
                  <a:lnTo>
                    <a:pt x="3876313" y="3116972"/>
                  </a:lnTo>
                  <a:lnTo>
                    <a:pt x="3874602" y="3116972"/>
                  </a:lnTo>
                  <a:lnTo>
                    <a:pt x="3872890" y="3116972"/>
                  </a:lnTo>
                  <a:lnTo>
                    <a:pt x="3871179" y="3116972"/>
                  </a:lnTo>
                  <a:lnTo>
                    <a:pt x="3869468" y="3116972"/>
                  </a:lnTo>
                  <a:lnTo>
                    <a:pt x="3867756" y="3116972"/>
                  </a:lnTo>
                  <a:lnTo>
                    <a:pt x="3866045" y="3116972"/>
                  </a:lnTo>
                  <a:lnTo>
                    <a:pt x="3864333" y="3116972"/>
                  </a:lnTo>
                  <a:lnTo>
                    <a:pt x="3862622" y="3116972"/>
                  </a:lnTo>
                  <a:lnTo>
                    <a:pt x="3860911" y="3116972"/>
                  </a:lnTo>
                  <a:lnTo>
                    <a:pt x="3859199" y="3116972"/>
                  </a:lnTo>
                  <a:lnTo>
                    <a:pt x="3857488" y="3116972"/>
                  </a:lnTo>
                  <a:lnTo>
                    <a:pt x="3855776" y="3116972"/>
                  </a:lnTo>
                  <a:lnTo>
                    <a:pt x="3854065" y="3116972"/>
                  </a:lnTo>
                  <a:lnTo>
                    <a:pt x="3852354" y="3116972"/>
                  </a:lnTo>
                  <a:lnTo>
                    <a:pt x="3850642" y="3116972"/>
                  </a:lnTo>
                  <a:lnTo>
                    <a:pt x="3848931" y="3116972"/>
                  </a:lnTo>
                  <a:lnTo>
                    <a:pt x="3847219" y="3116972"/>
                  </a:lnTo>
                  <a:lnTo>
                    <a:pt x="3845508" y="3116972"/>
                  </a:lnTo>
                  <a:lnTo>
                    <a:pt x="3843797" y="3116972"/>
                  </a:lnTo>
                  <a:lnTo>
                    <a:pt x="3842085" y="3116972"/>
                  </a:lnTo>
                  <a:lnTo>
                    <a:pt x="3840374" y="3116972"/>
                  </a:lnTo>
                  <a:lnTo>
                    <a:pt x="3838662" y="3116972"/>
                  </a:lnTo>
                  <a:lnTo>
                    <a:pt x="3836951" y="3116972"/>
                  </a:lnTo>
                  <a:lnTo>
                    <a:pt x="3835240" y="3116972"/>
                  </a:lnTo>
                  <a:lnTo>
                    <a:pt x="3833528" y="3116972"/>
                  </a:lnTo>
                  <a:lnTo>
                    <a:pt x="3831817" y="3116972"/>
                  </a:lnTo>
                  <a:lnTo>
                    <a:pt x="3830105" y="3116972"/>
                  </a:lnTo>
                  <a:lnTo>
                    <a:pt x="3828394" y="3116972"/>
                  </a:lnTo>
                  <a:lnTo>
                    <a:pt x="3826683" y="3116972"/>
                  </a:lnTo>
                  <a:lnTo>
                    <a:pt x="3824971" y="3116972"/>
                  </a:lnTo>
                  <a:lnTo>
                    <a:pt x="3823260" y="3116972"/>
                  </a:lnTo>
                  <a:lnTo>
                    <a:pt x="3821548" y="3116972"/>
                  </a:lnTo>
                  <a:lnTo>
                    <a:pt x="3819837" y="3116972"/>
                  </a:lnTo>
                  <a:lnTo>
                    <a:pt x="3818126" y="3116972"/>
                  </a:lnTo>
                  <a:lnTo>
                    <a:pt x="3816414" y="3116972"/>
                  </a:lnTo>
                  <a:lnTo>
                    <a:pt x="3814703" y="3116972"/>
                  </a:lnTo>
                  <a:lnTo>
                    <a:pt x="3812991" y="3116972"/>
                  </a:lnTo>
                  <a:lnTo>
                    <a:pt x="3811280" y="3116972"/>
                  </a:lnTo>
                  <a:lnTo>
                    <a:pt x="3809569" y="3116972"/>
                  </a:lnTo>
                  <a:lnTo>
                    <a:pt x="3807857" y="3116972"/>
                  </a:lnTo>
                  <a:lnTo>
                    <a:pt x="3806146" y="3116972"/>
                  </a:lnTo>
                  <a:lnTo>
                    <a:pt x="3804434" y="3116972"/>
                  </a:lnTo>
                  <a:lnTo>
                    <a:pt x="3802723" y="3116972"/>
                  </a:lnTo>
                  <a:lnTo>
                    <a:pt x="3801012" y="3116972"/>
                  </a:lnTo>
                  <a:lnTo>
                    <a:pt x="3799300" y="3116972"/>
                  </a:lnTo>
                  <a:lnTo>
                    <a:pt x="3797589" y="3116972"/>
                  </a:lnTo>
                  <a:lnTo>
                    <a:pt x="3795877" y="3116972"/>
                  </a:lnTo>
                  <a:lnTo>
                    <a:pt x="3794166" y="3116972"/>
                  </a:lnTo>
                  <a:lnTo>
                    <a:pt x="3792455" y="3116972"/>
                  </a:lnTo>
                  <a:lnTo>
                    <a:pt x="3790743" y="3116972"/>
                  </a:lnTo>
                  <a:lnTo>
                    <a:pt x="3789032" y="3116972"/>
                  </a:lnTo>
                  <a:lnTo>
                    <a:pt x="3787321" y="3116972"/>
                  </a:lnTo>
                  <a:lnTo>
                    <a:pt x="3785609" y="3116972"/>
                  </a:lnTo>
                  <a:lnTo>
                    <a:pt x="3783898" y="3116972"/>
                  </a:lnTo>
                  <a:lnTo>
                    <a:pt x="3782186" y="3116972"/>
                  </a:lnTo>
                  <a:lnTo>
                    <a:pt x="3780475" y="3116972"/>
                  </a:lnTo>
                  <a:lnTo>
                    <a:pt x="3778764" y="3116972"/>
                  </a:lnTo>
                  <a:lnTo>
                    <a:pt x="3777052" y="3116972"/>
                  </a:lnTo>
                  <a:lnTo>
                    <a:pt x="3775341" y="3116972"/>
                  </a:lnTo>
                  <a:lnTo>
                    <a:pt x="3773629" y="3116972"/>
                  </a:lnTo>
                  <a:lnTo>
                    <a:pt x="3771918" y="3116972"/>
                  </a:lnTo>
                  <a:lnTo>
                    <a:pt x="3770207" y="3116972"/>
                  </a:lnTo>
                  <a:lnTo>
                    <a:pt x="3768495" y="3116972"/>
                  </a:lnTo>
                  <a:lnTo>
                    <a:pt x="3766784" y="3116972"/>
                  </a:lnTo>
                  <a:lnTo>
                    <a:pt x="3765072" y="3116972"/>
                  </a:lnTo>
                  <a:lnTo>
                    <a:pt x="3763361" y="3116972"/>
                  </a:lnTo>
                  <a:lnTo>
                    <a:pt x="3761650" y="3116972"/>
                  </a:lnTo>
                  <a:lnTo>
                    <a:pt x="3759938" y="3116972"/>
                  </a:lnTo>
                  <a:lnTo>
                    <a:pt x="3758227" y="3116972"/>
                  </a:lnTo>
                  <a:lnTo>
                    <a:pt x="3756515" y="3116972"/>
                  </a:lnTo>
                  <a:lnTo>
                    <a:pt x="3754804" y="3116972"/>
                  </a:lnTo>
                  <a:lnTo>
                    <a:pt x="3753093" y="3116972"/>
                  </a:lnTo>
                  <a:lnTo>
                    <a:pt x="3751381" y="3116972"/>
                  </a:lnTo>
                  <a:lnTo>
                    <a:pt x="3749670" y="3116972"/>
                  </a:lnTo>
                  <a:lnTo>
                    <a:pt x="3747958" y="3116972"/>
                  </a:lnTo>
                  <a:lnTo>
                    <a:pt x="3746247" y="3116972"/>
                  </a:lnTo>
                  <a:lnTo>
                    <a:pt x="3744536" y="3116972"/>
                  </a:lnTo>
                  <a:lnTo>
                    <a:pt x="3742824" y="3116972"/>
                  </a:lnTo>
                  <a:lnTo>
                    <a:pt x="3741113" y="3116972"/>
                  </a:lnTo>
                  <a:lnTo>
                    <a:pt x="3739401" y="3116972"/>
                  </a:lnTo>
                  <a:lnTo>
                    <a:pt x="3737690" y="3116972"/>
                  </a:lnTo>
                  <a:lnTo>
                    <a:pt x="3735979" y="3116972"/>
                  </a:lnTo>
                  <a:lnTo>
                    <a:pt x="3734267" y="3116972"/>
                  </a:lnTo>
                  <a:lnTo>
                    <a:pt x="3732556" y="3116972"/>
                  </a:lnTo>
                  <a:lnTo>
                    <a:pt x="3730844" y="3116972"/>
                  </a:lnTo>
                  <a:lnTo>
                    <a:pt x="3729133" y="3116972"/>
                  </a:lnTo>
                  <a:lnTo>
                    <a:pt x="3727422" y="3116972"/>
                  </a:lnTo>
                  <a:lnTo>
                    <a:pt x="3725710" y="3116972"/>
                  </a:lnTo>
                  <a:lnTo>
                    <a:pt x="3723999" y="3116972"/>
                  </a:lnTo>
                  <a:lnTo>
                    <a:pt x="3722287" y="3116972"/>
                  </a:lnTo>
                  <a:lnTo>
                    <a:pt x="3720576" y="3116972"/>
                  </a:lnTo>
                  <a:lnTo>
                    <a:pt x="3718865" y="3116972"/>
                  </a:lnTo>
                  <a:lnTo>
                    <a:pt x="3717153" y="3116972"/>
                  </a:lnTo>
                  <a:lnTo>
                    <a:pt x="3715442" y="3116972"/>
                  </a:lnTo>
                  <a:lnTo>
                    <a:pt x="3713730" y="3116972"/>
                  </a:lnTo>
                  <a:lnTo>
                    <a:pt x="3712019" y="3116972"/>
                  </a:lnTo>
                  <a:lnTo>
                    <a:pt x="3710308" y="3116972"/>
                  </a:lnTo>
                  <a:lnTo>
                    <a:pt x="3708596" y="3116972"/>
                  </a:lnTo>
                  <a:lnTo>
                    <a:pt x="3706885" y="3116972"/>
                  </a:lnTo>
                  <a:lnTo>
                    <a:pt x="3705173" y="3116972"/>
                  </a:lnTo>
                  <a:lnTo>
                    <a:pt x="3703462" y="3116972"/>
                  </a:lnTo>
                  <a:lnTo>
                    <a:pt x="3701751" y="3116972"/>
                  </a:lnTo>
                  <a:lnTo>
                    <a:pt x="3700039" y="3116972"/>
                  </a:lnTo>
                  <a:lnTo>
                    <a:pt x="3698328" y="3116972"/>
                  </a:lnTo>
                  <a:lnTo>
                    <a:pt x="3696616" y="3116972"/>
                  </a:lnTo>
                  <a:lnTo>
                    <a:pt x="3694905" y="3116972"/>
                  </a:lnTo>
                  <a:lnTo>
                    <a:pt x="3693194" y="3116972"/>
                  </a:lnTo>
                  <a:lnTo>
                    <a:pt x="3691482" y="3116972"/>
                  </a:lnTo>
                  <a:lnTo>
                    <a:pt x="3689771" y="3116972"/>
                  </a:lnTo>
                  <a:lnTo>
                    <a:pt x="3688060" y="3116972"/>
                  </a:lnTo>
                  <a:lnTo>
                    <a:pt x="3686348" y="3116972"/>
                  </a:lnTo>
                  <a:lnTo>
                    <a:pt x="3684637" y="3116972"/>
                  </a:lnTo>
                  <a:lnTo>
                    <a:pt x="3682925" y="3116972"/>
                  </a:lnTo>
                  <a:lnTo>
                    <a:pt x="3681214" y="3116972"/>
                  </a:lnTo>
                  <a:lnTo>
                    <a:pt x="3679503" y="3116972"/>
                  </a:lnTo>
                  <a:lnTo>
                    <a:pt x="3677791" y="3116972"/>
                  </a:lnTo>
                  <a:lnTo>
                    <a:pt x="3676080" y="3116972"/>
                  </a:lnTo>
                  <a:lnTo>
                    <a:pt x="3674368" y="3116972"/>
                  </a:lnTo>
                  <a:lnTo>
                    <a:pt x="3672657" y="3116972"/>
                  </a:lnTo>
                  <a:lnTo>
                    <a:pt x="3670946" y="3116972"/>
                  </a:lnTo>
                  <a:lnTo>
                    <a:pt x="3669234" y="3116972"/>
                  </a:lnTo>
                  <a:lnTo>
                    <a:pt x="3667523" y="3116972"/>
                  </a:lnTo>
                  <a:lnTo>
                    <a:pt x="3665811" y="3116972"/>
                  </a:lnTo>
                  <a:lnTo>
                    <a:pt x="3664100" y="3116972"/>
                  </a:lnTo>
                  <a:lnTo>
                    <a:pt x="3662389" y="3116972"/>
                  </a:lnTo>
                  <a:lnTo>
                    <a:pt x="3660677" y="3116972"/>
                  </a:lnTo>
                  <a:lnTo>
                    <a:pt x="3658966" y="3116972"/>
                  </a:lnTo>
                  <a:lnTo>
                    <a:pt x="3657254" y="3116972"/>
                  </a:lnTo>
                  <a:lnTo>
                    <a:pt x="3655543" y="3116972"/>
                  </a:lnTo>
                  <a:lnTo>
                    <a:pt x="3653832" y="3116972"/>
                  </a:lnTo>
                  <a:lnTo>
                    <a:pt x="3652120" y="3116972"/>
                  </a:lnTo>
                  <a:lnTo>
                    <a:pt x="3650409" y="3116972"/>
                  </a:lnTo>
                  <a:lnTo>
                    <a:pt x="3648697" y="3116972"/>
                  </a:lnTo>
                  <a:lnTo>
                    <a:pt x="3646986" y="3116972"/>
                  </a:lnTo>
                  <a:lnTo>
                    <a:pt x="3645275" y="3116972"/>
                  </a:lnTo>
                  <a:lnTo>
                    <a:pt x="3643563" y="3116972"/>
                  </a:lnTo>
                  <a:lnTo>
                    <a:pt x="3641852" y="3116972"/>
                  </a:lnTo>
                  <a:lnTo>
                    <a:pt x="3640140" y="3116972"/>
                  </a:lnTo>
                  <a:lnTo>
                    <a:pt x="3638429" y="3116972"/>
                  </a:lnTo>
                  <a:lnTo>
                    <a:pt x="3636718" y="3116972"/>
                  </a:lnTo>
                  <a:lnTo>
                    <a:pt x="3635006" y="3116972"/>
                  </a:lnTo>
                  <a:lnTo>
                    <a:pt x="3633295" y="3116972"/>
                  </a:lnTo>
                  <a:lnTo>
                    <a:pt x="3631583" y="3116972"/>
                  </a:lnTo>
                  <a:lnTo>
                    <a:pt x="3629872" y="3116972"/>
                  </a:lnTo>
                  <a:lnTo>
                    <a:pt x="3628161" y="3116972"/>
                  </a:lnTo>
                  <a:lnTo>
                    <a:pt x="3626449" y="3116972"/>
                  </a:lnTo>
                  <a:lnTo>
                    <a:pt x="3624738" y="3116972"/>
                  </a:lnTo>
                  <a:lnTo>
                    <a:pt x="3623026" y="3116972"/>
                  </a:lnTo>
                  <a:lnTo>
                    <a:pt x="3621315" y="3116972"/>
                  </a:lnTo>
                  <a:lnTo>
                    <a:pt x="3619604" y="3116972"/>
                  </a:lnTo>
                  <a:lnTo>
                    <a:pt x="3617892" y="3116972"/>
                  </a:lnTo>
                  <a:lnTo>
                    <a:pt x="3616181" y="3116972"/>
                  </a:lnTo>
                  <a:lnTo>
                    <a:pt x="3614469" y="3116972"/>
                  </a:lnTo>
                  <a:lnTo>
                    <a:pt x="3612758" y="3116972"/>
                  </a:lnTo>
                  <a:lnTo>
                    <a:pt x="3611047" y="3116972"/>
                  </a:lnTo>
                  <a:lnTo>
                    <a:pt x="3609335" y="3116972"/>
                  </a:lnTo>
                  <a:lnTo>
                    <a:pt x="3607624" y="3116972"/>
                  </a:lnTo>
                  <a:lnTo>
                    <a:pt x="3605912" y="3116972"/>
                  </a:lnTo>
                  <a:lnTo>
                    <a:pt x="3604201" y="3116972"/>
                  </a:lnTo>
                  <a:lnTo>
                    <a:pt x="3602490" y="3116972"/>
                  </a:lnTo>
                  <a:lnTo>
                    <a:pt x="3600778" y="3116972"/>
                  </a:lnTo>
                  <a:lnTo>
                    <a:pt x="3599067" y="3116972"/>
                  </a:lnTo>
                  <a:lnTo>
                    <a:pt x="3597355" y="3116972"/>
                  </a:lnTo>
                  <a:lnTo>
                    <a:pt x="3595644" y="3116972"/>
                  </a:lnTo>
                  <a:lnTo>
                    <a:pt x="3593933" y="3116972"/>
                  </a:lnTo>
                  <a:lnTo>
                    <a:pt x="3592221" y="3116972"/>
                  </a:lnTo>
                  <a:lnTo>
                    <a:pt x="3590510" y="3116972"/>
                  </a:lnTo>
                  <a:lnTo>
                    <a:pt x="3588798" y="3116972"/>
                  </a:lnTo>
                  <a:lnTo>
                    <a:pt x="3587087" y="3116972"/>
                  </a:lnTo>
                  <a:lnTo>
                    <a:pt x="3585376" y="3116972"/>
                  </a:lnTo>
                  <a:lnTo>
                    <a:pt x="3583664" y="3116972"/>
                  </a:lnTo>
                  <a:lnTo>
                    <a:pt x="3581953" y="3116972"/>
                  </a:lnTo>
                  <a:lnTo>
                    <a:pt x="3580242" y="3116972"/>
                  </a:lnTo>
                  <a:lnTo>
                    <a:pt x="3578530" y="3116972"/>
                  </a:lnTo>
                  <a:lnTo>
                    <a:pt x="3576819" y="3116972"/>
                  </a:lnTo>
                  <a:lnTo>
                    <a:pt x="3575107" y="3116972"/>
                  </a:lnTo>
                  <a:lnTo>
                    <a:pt x="3573396" y="3116972"/>
                  </a:lnTo>
                  <a:lnTo>
                    <a:pt x="3571685" y="3116972"/>
                  </a:lnTo>
                  <a:lnTo>
                    <a:pt x="3569973" y="3116972"/>
                  </a:lnTo>
                  <a:lnTo>
                    <a:pt x="3568262" y="3116972"/>
                  </a:lnTo>
                  <a:lnTo>
                    <a:pt x="3566550" y="3116972"/>
                  </a:lnTo>
                  <a:lnTo>
                    <a:pt x="3564839" y="3116972"/>
                  </a:lnTo>
                  <a:lnTo>
                    <a:pt x="3563128" y="3116972"/>
                  </a:lnTo>
                  <a:lnTo>
                    <a:pt x="3561416" y="3116972"/>
                  </a:lnTo>
                  <a:lnTo>
                    <a:pt x="3559705" y="3116972"/>
                  </a:lnTo>
                  <a:lnTo>
                    <a:pt x="3557993" y="3116972"/>
                  </a:lnTo>
                  <a:lnTo>
                    <a:pt x="3556282" y="3116972"/>
                  </a:lnTo>
                  <a:lnTo>
                    <a:pt x="3554571" y="3116972"/>
                  </a:lnTo>
                  <a:lnTo>
                    <a:pt x="3552859" y="3116972"/>
                  </a:lnTo>
                  <a:lnTo>
                    <a:pt x="3551148" y="3116972"/>
                  </a:lnTo>
                  <a:lnTo>
                    <a:pt x="3549436" y="3116972"/>
                  </a:lnTo>
                  <a:lnTo>
                    <a:pt x="3547725" y="3116972"/>
                  </a:lnTo>
                  <a:lnTo>
                    <a:pt x="3546014" y="3116972"/>
                  </a:lnTo>
                  <a:lnTo>
                    <a:pt x="3544302" y="3116972"/>
                  </a:lnTo>
                  <a:lnTo>
                    <a:pt x="3542591" y="3116972"/>
                  </a:lnTo>
                  <a:lnTo>
                    <a:pt x="3540879" y="3116972"/>
                  </a:lnTo>
                  <a:lnTo>
                    <a:pt x="3539168" y="3116972"/>
                  </a:lnTo>
                  <a:lnTo>
                    <a:pt x="3537457" y="3116972"/>
                  </a:lnTo>
                  <a:lnTo>
                    <a:pt x="3535745" y="3116972"/>
                  </a:lnTo>
                  <a:lnTo>
                    <a:pt x="3534034" y="3116972"/>
                  </a:lnTo>
                  <a:lnTo>
                    <a:pt x="3532322" y="3116972"/>
                  </a:lnTo>
                  <a:lnTo>
                    <a:pt x="3530611" y="3116972"/>
                  </a:lnTo>
                  <a:lnTo>
                    <a:pt x="3528900" y="3116972"/>
                  </a:lnTo>
                  <a:lnTo>
                    <a:pt x="3527188" y="3116972"/>
                  </a:lnTo>
                  <a:lnTo>
                    <a:pt x="3525477" y="3116972"/>
                  </a:lnTo>
                  <a:lnTo>
                    <a:pt x="3523765" y="3116972"/>
                  </a:lnTo>
                  <a:lnTo>
                    <a:pt x="3522054" y="3116972"/>
                  </a:lnTo>
                  <a:lnTo>
                    <a:pt x="3520343" y="3116972"/>
                  </a:lnTo>
                  <a:lnTo>
                    <a:pt x="3518631" y="3116972"/>
                  </a:lnTo>
                  <a:lnTo>
                    <a:pt x="3516920" y="3116972"/>
                  </a:lnTo>
                  <a:lnTo>
                    <a:pt x="3515208" y="3116972"/>
                  </a:lnTo>
                  <a:lnTo>
                    <a:pt x="3513497" y="3116972"/>
                  </a:lnTo>
                  <a:lnTo>
                    <a:pt x="3511786" y="3116972"/>
                  </a:lnTo>
                  <a:lnTo>
                    <a:pt x="3510074" y="3116972"/>
                  </a:lnTo>
                  <a:lnTo>
                    <a:pt x="3508363" y="3116972"/>
                  </a:lnTo>
                  <a:lnTo>
                    <a:pt x="3506651" y="3116972"/>
                  </a:lnTo>
                  <a:lnTo>
                    <a:pt x="3504940" y="3116972"/>
                  </a:lnTo>
                  <a:lnTo>
                    <a:pt x="3503229" y="3116972"/>
                  </a:lnTo>
                  <a:lnTo>
                    <a:pt x="3501517" y="3116972"/>
                  </a:lnTo>
                  <a:lnTo>
                    <a:pt x="3499806" y="3116972"/>
                  </a:lnTo>
                  <a:lnTo>
                    <a:pt x="3498094" y="3116972"/>
                  </a:lnTo>
                  <a:lnTo>
                    <a:pt x="3496383" y="3116972"/>
                  </a:lnTo>
                  <a:lnTo>
                    <a:pt x="3494672" y="3116972"/>
                  </a:lnTo>
                  <a:lnTo>
                    <a:pt x="3492960" y="3116972"/>
                  </a:lnTo>
                  <a:lnTo>
                    <a:pt x="3491249" y="3116972"/>
                  </a:lnTo>
                  <a:lnTo>
                    <a:pt x="3489537" y="3116972"/>
                  </a:lnTo>
                  <a:lnTo>
                    <a:pt x="3487826" y="3116972"/>
                  </a:lnTo>
                  <a:lnTo>
                    <a:pt x="3486115" y="3116972"/>
                  </a:lnTo>
                  <a:lnTo>
                    <a:pt x="3484403" y="3116972"/>
                  </a:lnTo>
                  <a:lnTo>
                    <a:pt x="3482692" y="3116972"/>
                  </a:lnTo>
                  <a:lnTo>
                    <a:pt x="3480980" y="3116972"/>
                  </a:lnTo>
                  <a:lnTo>
                    <a:pt x="3479269" y="3116972"/>
                  </a:lnTo>
                  <a:lnTo>
                    <a:pt x="3477558" y="3116972"/>
                  </a:lnTo>
                  <a:lnTo>
                    <a:pt x="3475846" y="3116972"/>
                  </a:lnTo>
                  <a:lnTo>
                    <a:pt x="3474135" y="3116972"/>
                  </a:lnTo>
                  <a:lnTo>
                    <a:pt x="3472424" y="3116972"/>
                  </a:lnTo>
                  <a:lnTo>
                    <a:pt x="3470712" y="3116972"/>
                  </a:lnTo>
                  <a:lnTo>
                    <a:pt x="3469001" y="3116972"/>
                  </a:lnTo>
                  <a:lnTo>
                    <a:pt x="3467289" y="3116972"/>
                  </a:lnTo>
                  <a:lnTo>
                    <a:pt x="3465578" y="3116972"/>
                  </a:lnTo>
                  <a:lnTo>
                    <a:pt x="3463867" y="3116972"/>
                  </a:lnTo>
                  <a:lnTo>
                    <a:pt x="3462155" y="3116972"/>
                  </a:lnTo>
                  <a:lnTo>
                    <a:pt x="3460444" y="3116972"/>
                  </a:lnTo>
                  <a:lnTo>
                    <a:pt x="3458732" y="3116972"/>
                  </a:lnTo>
                  <a:lnTo>
                    <a:pt x="3457021" y="3116972"/>
                  </a:lnTo>
                  <a:lnTo>
                    <a:pt x="3455310" y="3116972"/>
                  </a:lnTo>
                  <a:lnTo>
                    <a:pt x="3453598" y="3116972"/>
                  </a:lnTo>
                  <a:lnTo>
                    <a:pt x="3451887" y="3116972"/>
                  </a:lnTo>
                  <a:lnTo>
                    <a:pt x="3450175" y="3116972"/>
                  </a:lnTo>
                  <a:lnTo>
                    <a:pt x="3448464" y="3116972"/>
                  </a:lnTo>
                  <a:lnTo>
                    <a:pt x="3446753" y="3116972"/>
                  </a:lnTo>
                  <a:lnTo>
                    <a:pt x="3445041" y="3116972"/>
                  </a:lnTo>
                  <a:lnTo>
                    <a:pt x="3443330" y="3116972"/>
                  </a:lnTo>
                  <a:lnTo>
                    <a:pt x="3441618" y="3116972"/>
                  </a:lnTo>
                  <a:lnTo>
                    <a:pt x="3439907" y="3116972"/>
                  </a:lnTo>
                  <a:lnTo>
                    <a:pt x="3438196" y="3116972"/>
                  </a:lnTo>
                  <a:lnTo>
                    <a:pt x="3436484" y="3116972"/>
                  </a:lnTo>
                  <a:lnTo>
                    <a:pt x="3434773" y="3116972"/>
                  </a:lnTo>
                  <a:lnTo>
                    <a:pt x="3433061" y="3116972"/>
                  </a:lnTo>
                  <a:lnTo>
                    <a:pt x="3431350" y="3116972"/>
                  </a:lnTo>
                  <a:lnTo>
                    <a:pt x="3429639" y="3116972"/>
                  </a:lnTo>
                  <a:lnTo>
                    <a:pt x="3427927" y="3116972"/>
                  </a:lnTo>
                  <a:lnTo>
                    <a:pt x="3426216" y="3116972"/>
                  </a:lnTo>
                  <a:lnTo>
                    <a:pt x="3424504" y="3116972"/>
                  </a:lnTo>
                  <a:lnTo>
                    <a:pt x="3422793" y="3116972"/>
                  </a:lnTo>
                  <a:lnTo>
                    <a:pt x="3421082" y="3116972"/>
                  </a:lnTo>
                  <a:lnTo>
                    <a:pt x="3419370" y="3116972"/>
                  </a:lnTo>
                  <a:lnTo>
                    <a:pt x="3417659" y="3116972"/>
                  </a:lnTo>
                  <a:lnTo>
                    <a:pt x="3415947" y="3116972"/>
                  </a:lnTo>
                  <a:lnTo>
                    <a:pt x="3414236" y="3116972"/>
                  </a:lnTo>
                  <a:lnTo>
                    <a:pt x="3412525" y="3116972"/>
                  </a:lnTo>
                  <a:lnTo>
                    <a:pt x="3410813" y="3116972"/>
                  </a:lnTo>
                  <a:lnTo>
                    <a:pt x="3409102" y="3116972"/>
                  </a:lnTo>
                  <a:lnTo>
                    <a:pt x="3407390" y="3116972"/>
                  </a:lnTo>
                  <a:lnTo>
                    <a:pt x="3405679" y="3116972"/>
                  </a:lnTo>
                  <a:lnTo>
                    <a:pt x="3403968" y="3116972"/>
                  </a:lnTo>
                  <a:lnTo>
                    <a:pt x="3402256" y="3116972"/>
                  </a:lnTo>
                  <a:lnTo>
                    <a:pt x="3400545" y="3116972"/>
                  </a:lnTo>
                  <a:lnTo>
                    <a:pt x="3398833" y="3116972"/>
                  </a:lnTo>
                  <a:lnTo>
                    <a:pt x="3397122" y="3116972"/>
                  </a:lnTo>
                  <a:lnTo>
                    <a:pt x="3395411" y="3116972"/>
                  </a:lnTo>
                  <a:lnTo>
                    <a:pt x="3393699" y="3116972"/>
                  </a:lnTo>
                  <a:lnTo>
                    <a:pt x="3391988" y="3116972"/>
                  </a:lnTo>
                  <a:lnTo>
                    <a:pt x="3390276" y="3116972"/>
                  </a:lnTo>
                  <a:lnTo>
                    <a:pt x="3388565" y="3116972"/>
                  </a:lnTo>
                  <a:lnTo>
                    <a:pt x="3386854" y="3116972"/>
                  </a:lnTo>
                  <a:lnTo>
                    <a:pt x="3385142" y="3116972"/>
                  </a:lnTo>
                  <a:lnTo>
                    <a:pt x="3383431" y="3116972"/>
                  </a:lnTo>
                  <a:lnTo>
                    <a:pt x="3381719" y="3116972"/>
                  </a:lnTo>
                  <a:lnTo>
                    <a:pt x="3380008" y="3116972"/>
                  </a:lnTo>
                  <a:lnTo>
                    <a:pt x="3378297" y="3116972"/>
                  </a:lnTo>
                  <a:lnTo>
                    <a:pt x="3376585" y="3116972"/>
                  </a:lnTo>
                  <a:lnTo>
                    <a:pt x="3374874" y="3116972"/>
                  </a:lnTo>
                  <a:lnTo>
                    <a:pt x="3373162" y="3116972"/>
                  </a:lnTo>
                  <a:lnTo>
                    <a:pt x="3371451" y="3116972"/>
                  </a:lnTo>
                  <a:lnTo>
                    <a:pt x="3369740" y="3116972"/>
                  </a:lnTo>
                  <a:lnTo>
                    <a:pt x="3368028" y="3116972"/>
                  </a:lnTo>
                  <a:lnTo>
                    <a:pt x="3366317" y="3116972"/>
                  </a:lnTo>
                  <a:lnTo>
                    <a:pt x="3364606" y="3116972"/>
                  </a:lnTo>
                  <a:lnTo>
                    <a:pt x="3362894" y="3116972"/>
                  </a:lnTo>
                  <a:lnTo>
                    <a:pt x="3361183" y="3116972"/>
                  </a:lnTo>
                  <a:lnTo>
                    <a:pt x="3359471" y="3116972"/>
                  </a:lnTo>
                  <a:lnTo>
                    <a:pt x="3357760" y="3116972"/>
                  </a:lnTo>
                  <a:lnTo>
                    <a:pt x="3356049" y="3116972"/>
                  </a:lnTo>
                  <a:lnTo>
                    <a:pt x="3354337" y="3116972"/>
                  </a:lnTo>
                  <a:lnTo>
                    <a:pt x="3352626" y="3116972"/>
                  </a:lnTo>
                  <a:lnTo>
                    <a:pt x="3350914" y="3116972"/>
                  </a:lnTo>
                  <a:lnTo>
                    <a:pt x="3349203" y="3116972"/>
                  </a:lnTo>
                  <a:lnTo>
                    <a:pt x="3347492" y="3116972"/>
                  </a:lnTo>
                  <a:lnTo>
                    <a:pt x="3345780" y="3116972"/>
                  </a:lnTo>
                  <a:lnTo>
                    <a:pt x="3344069" y="3116972"/>
                  </a:lnTo>
                  <a:lnTo>
                    <a:pt x="3342357" y="3116972"/>
                  </a:lnTo>
                  <a:lnTo>
                    <a:pt x="3340646" y="3116972"/>
                  </a:lnTo>
                  <a:lnTo>
                    <a:pt x="3338935" y="3116972"/>
                  </a:lnTo>
                  <a:lnTo>
                    <a:pt x="3337223" y="3116972"/>
                  </a:lnTo>
                  <a:lnTo>
                    <a:pt x="3335512" y="3116972"/>
                  </a:lnTo>
                  <a:lnTo>
                    <a:pt x="3333800" y="3116972"/>
                  </a:lnTo>
                  <a:lnTo>
                    <a:pt x="3332089" y="3116972"/>
                  </a:lnTo>
                  <a:lnTo>
                    <a:pt x="3330378" y="3116972"/>
                  </a:lnTo>
                  <a:lnTo>
                    <a:pt x="3328666" y="3116972"/>
                  </a:lnTo>
                  <a:lnTo>
                    <a:pt x="3326955" y="3116972"/>
                  </a:lnTo>
                  <a:lnTo>
                    <a:pt x="3325243" y="3116972"/>
                  </a:lnTo>
                  <a:lnTo>
                    <a:pt x="3323532" y="3116972"/>
                  </a:lnTo>
                  <a:lnTo>
                    <a:pt x="3321821" y="3116972"/>
                  </a:lnTo>
                  <a:lnTo>
                    <a:pt x="3320109" y="3116972"/>
                  </a:lnTo>
                  <a:lnTo>
                    <a:pt x="3318398" y="3116972"/>
                  </a:lnTo>
                  <a:lnTo>
                    <a:pt x="3316686" y="3116972"/>
                  </a:lnTo>
                  <a:lnTo>
                    <a:pt x="3314975" y="3116972"/>
                  </a:lnTo>
                  <a:lnTo>
                    <a:pt x="3313264" y="3116972"/>
                  </a:lnTo>
                  <a:lnTo>
                    <a:pt x="3311552" y="3116972"/>
                  </a:lnTo>
                  <a:lnTo>
                    <a:pt x="3309841" y="3116972"/>
                  </a:lnTo>
                  <a:lnTo>
                    <a:pt x="3308129" y="3116972"/>
                  </a:lnTo>
                  <a:lnTo>
                    <a:pt x="3306418" y="3116972"/>
                  </a:lnTo>
                  <a:lnTo>
                    <a:pt x="3304707" y="3116972"/>
                  </a:lnTo>
                  <a:lnTo>
                    <a:pt x="3302995" y="3116972"/>
                  </a:lnTo>
                  <a:lnTo>
                    <a:pt x="3301284" y="3116972"/>
                  </a:lnTo>
                  <a:lnTo>
                    <a:pt x="3299572" y="3116972"/>
                  </a:lnTo>
                  <a:lnTo>
                    <a:pt x="3297861" y="3116972"/>
                  </a:lnTo>
                  <a:lnTo>
                    <a:pt x="3296150" y="3116972"/>
                  </a:lnTo>
                  <a:lnTo>
                    <a:pt x="3294438" y="3116972"/>
                  </a:lnTo>
                  <a:lnTo>
                    <a:pt x="3292727" y="3116972"/>
                  </a:lnTo>
                  <a:lnTo>
                    <a:pt x="3291015" y="3116972"/>
                  </a:lnTo>
                  <a:lnTo>
                    <a:pt x="3289304" y="3116972"/>
                  </a:lnTo>
                  <a:lnTo>
                    <a:pt x="3287593" y="3116972"/>
                  </a:lnTo>
                  <a:lnTo>
                    <a:pt x="3285881" y="3116972"/>
                  </a:lnTo>
                  <a:lnTo>
                    <a:pt x="3284170" y="3116972"/>
                  </a:lnTo>
                  <a:lnTo>
                    <a:pt x="3282458" y="3116972"/>
                  </a:lnTo>
                  <a:lnTo>
                    <a:pt x="3280747" y="3116972"/>
                  </a:lnTo>
                  <a:lnTo>
                    <a:pt x="3279036" y="3116972"/>
                  </a:lnTo>
                  <a:lnTo>
                    <a:pt x="3277324" y="3116972"/>
                  </a:lnTo>
                  <a:lnTo>
                    <a:pt x="3275613" y="3116972"/>
                  </a:lnTo>
                  <a:lnTo>
                    <a:pt x="3273901" y="3116972"/>
                  </a:lnTo>
                  <a:lnTo>
                    <a:pt x="3272190" y="3116972"/>
                  </a:lnTo>
                  <a:lnTo>
                    <a:pt x="3270479" y="3116972"/>
                  </a:lnTo>
                  <a:lnTo>
                    <a:pt x="3268767" y="3116972"/>
                  </a:lnTo>
                  <a:lnTo>
                    <a:pt x="3267056" y="3116972"/>
                  </a:lnTo>
                  <a:lnTo>
                    <a:pt x="3265345" y="3116972"/>
                  </a:lnTo>
                  <a:lnTo>
                    <a:pt x="3263633" y="3116972"/>
                  </a:lnTo>
                  <a:lnTo>
                    <a:pt x="3261922" y="3116972"/>
                  </a:lnTo>
                  <a:lnTo>
                    <a:pt x="3260210" y="3116972"/>
                  </a:lnTo>
                  <a:lnTo>
                    <a:pt x="3258499" y="3116972"/>
                  </a:lnTo>
                  <a:lnTo>
                    <a:pt x="3256788" y="3116972"/>
                  </a:lnTo>
                  <a:lnTo>
                    <a:pt x="3255076" y="3116972"/>
                  </a:lnTo>
                  <a:lnTo>
                    <a:pt x="3253365" y="3116972"/>
                  </a:lnTo>
                  <a:lnTo>
                    <a:pt x="3251653" y="3116972"/>
                  </a:lnTo>
                  <a:lnTo>
                    <a:pt x="3249942" y="3116972"/>
                  </a:lnTo>
                  <a:lnTo>
                    <a:pt x="3248231" y="3116972"/>
                  </a:lnTo>
                  <a:lnTo>
                    <a:pt x="3246519" y="3116972"/>
                  </a:lnTo>
                  <a:lnTo>
                    <a:pt x="3244808" y="3116972"/>
                  </a:lnTo>
                  <a:lnTo>
                    <a:pt x="3243096" y="3116972"/>
                  </a:lnTo>
                  <a:lnTo>
                    <a:pt x="3241385" y="3116972"/>
                  </a:lnTo>
                  <a:lnTo>
                    <a:pt x="3239674" y="3116972"/>
                  </a:lnTo>
                  <a:lnTo>
                    <a:pt x="3237962" y="3116972"/>
                  </a:lnTo>
                  <a:lnTo>
                    <a:pt x="3236251" y="3116972"/>
                  </a:lnTo>
                  <a:lnTo>
                    <a:pt x="3234539" y="3116972"/>
                  </a:lnTo>
                  <a:lnTo>
                    <a:pt x="3232828" y="3116972"/>
                  </a:lnTo>
                  <a:lnTo>
                    <a:pt x="3231117" y="3116972"/>
                  </a:lnTo>
                  <a:lnTo>
                    <a:pt x="3229405" y="3116972"/>
                  </a:lnTo>
                  <a:lnTo>
                    <a:pt x="3227694" y="3116972"/>
                  </a:lnTo>
                  <a:lnTo>
                    <a:pt x="3225982" y="3116972"/>
                  </a:lnTo>
                  <a:lnTo>
                    <a:pt x="3224271" y="3116972"/>
                  </a:lnTo>
                  <a:lnTo>
                    <a:pt x="3222560" y="3116972"/>
                  </a:lnTo>
                  <a:lnTo>
                    <a:pt x="3220848" y="3116972"/>
                  </a:lnTo>
                  <a:lnTo>
                    <a:pt x="3219137" y="3116972"/>
                  </a:lnTo>
                  <a:lnTo>
                    <a:pt x="3217425" y="3116972"/>
                  </a:lnTo>
                  <a:lnTo>
                    <a:pt x="3215714" y="3116972"/>
                  </a:lnTo>
                  <a:lnTo>
                    <a:pt x="3214003" y="3116972"/>
                  </a:lnTo>
                  <a:lnTo>
                    <a:pt x="3212291" y="3116972"/>
                  </a:lnTo>
                  <a:lnTo>
                    <a:pt x="3210580" y="3116972"/>
                  </a:lnTo>
                  <a:lnTo>
                    <a:pt x="3208868" y="3116972"/>
                  </a:lnTo>
                  <a:lnTo>
                    <a:pt x="3207157" y="3116972"/>
                  </a:lnTo>
                  <a:lnTo>
                    <a:pt x="3205446" y="3116972"/>
                  </a:lnTo>
                  <a:lnTo>
                    <a:pt x="3203734" y="3116972"/>
                  </a:lnTo>
                  <a:lnTo>
                    <a:pt x="3202023" y="3116972"/>
                  </a:lnTo>
                  <a:lnTo>
                    <a:pt x="3200311" y="3116972"/>
                  </a:lnTo>
                  <a:lnTo>
                    <a:pt x="3198600" y="3116972"/>
                  </a:lnTo>
                  <a:lnTo>
                    <a:pt x="3196889" y="3116972"/>
                  </a:lnTo>
                  <a:lnTo>
                    <a:pt x="3195177" y="3116972"/>
                  </a:lnTo>
                  <a:lnTo>
                    <a:pt x="3193466" y="3116972"/>
                  </a:lnTo>
                  <a:lnTo>
                    <a:pt x="3191754" y="3116972"/>
                  </a:lnTo>
                  <a:lnTo>
                    <a:pt x="3190043" y="3116972"/>
                  </a:lnTo>
                  <a:lnTo>
                    <a:pt x="3188332" y="3116972"/>
                  </a:lnTo>
                  <a:lnTo>
                    <a:pt x="3186620" y="3116972"/>
                  </a:lnTo>
                  <a:lnTo>
                    <a:pt x="3184909" y="3116972"/>
                  </a:lnTo>
                  <a:lnTo>
                    <a:pt x="3183197" y="3116972"/>
                  </a:lnTo>
                  <a:lnTo>
                    <a:pt x="3181486" y="3116972"/>
                  </a:lnTo>
                  <a:lnTo>
                    <a:pt x="3179775" y="3116972"/>
                  </a:lnTo>
                  <a:lnTo>
                    <a:pt x="3178063" y="3116972"/>
                  </a:lnTo>
                  <a:lnTo>
                    <a:pt x="3176352" y="3116972"/>
                  </a:lnTo>
                  <a:lnTo>
                    <a:pt x="3174640" y="3116972"/>
                  </a:lnTo>
                  <a:lnTo>
                    <a:pt x="3172929" y="3116972"/>
                  </a:lnTo>
                  <a:lnTo>
                    <a:pt x="3171218" y="3116972"/>
                  </a:lnTo>
                  <a:lnTo>
                    <a:pt x="3169506" y="3116972"/>
                  </a:lnTo>
                  <a:lnTo>
                    <a:pt x="3167795" y="3116972"/>
                  </a:lnTo>
                  <a:lnTo>
                    <a:pt x="3166083" y="3116972"/>
                  </a:lnTo>
                  <a:lnTo>
                    <a:pt x="3164372" y="3116972"/>
                  </a:lnTo>
                  <a:lnTo>
                    <a:pt x="3162661" y="3116972"/>
                  </a:lnTo>
                  <a:lnTo>
                    <a:pt x="3160949" y="3116972"/>
                  </a:lnTo>
                  <a:lnTo>
                    <a:pt x="3159238" y="3116972"/>
                  </a:lnTo>
                  <a:lnTo>
                    <a:pt x="3157527" y="3116972"/>
                  </a:lnTo>
                  <a:lnTo>
                    <a:pt x="3155815" y="3116972"/>
                  </a:lnTo>
                  <a:lnTo>
                    <a:pt x="3154104" y="3116972"/>
                  </a:lnTo>
                  <a:lnTo>
                    <a:pt x="3152392" y="3116972"/>
                  </a:lnTo>
                  <a:lnTo>
                    <a:pt x="3150681" y="3116972"/>
                  </a:lnTo>
                  <a:lnTo>
                    <a:pt x="3148970" y="3116972"/>
                  </a:lnTo>
                  <a:lnTo>
                    <a:pt x="3147258" y="3116972"/>
                  </a:lnTo>
                  <a:lnTo>
                    <a:pt x="3145547" y="3116972"/>
                  </a:lnTo>
                  <a:lnTo>
                    <a:pt x="3143835" y="3116972"/>
                  </a:lnTo>
                  <a:lnTo>
                    <a:pt x="3142124" y="3116972"/>
                  </a:lnTo>
                  <a:lnTo>
                    <a:pt x="3140413" y="3116972"/>
                  </a:lnTo>
                  <a:lnTo>
                    <a:pt x="3138701" y="3116972"/>
                  </a:lnTo>
                  <a:lnTo>
                    <a:pt x="3136990" y="3116972"/>
                  </a:lnTo>
                  <a:lnTo>
                    <a:pt x="3135278" y="3116972"/>
                  </a:lnTo>
                  <a:lnTo>
                    <a:pt x="3133567" y="3116972"/>
                  </a:lnTo>
                  <a:lnTo>
                    <a:pt x="3131856" y="3116972"/>
                  </a:lnTo>
                  <a:lnTo>
                    <a:pt x="3130144" y="3116972"/>
                  </a:lnTo>
                  <a:lnTo>
                    <a:pt x="3128433" y="3116972"/>
                  </a:lnTo>
                  <a:lnTo>
                    <a:pt x="3126721" y="3116972"/>
                  </a:lnTo>
                  <a:lnTo>
                    <a:pt x="3125010" y="3116972"/>
                  </a:lnTo>
                  <a:lnTo>
                    <a:pt x="3123299" y="3116972"/>
                  </a:lnTo>
                  <a:lnTo>
                    <a:pt x="3121587" y="3116972"/>
                  </a:lnTo>
                  <a:lnTo>
                    <a:pt x="3119876" y="3116972"/>
                  </a:lnTo>
                  <a:lnTo>
                    <a:pt x="3118164" y="3116972"/>
                  </a:lnTo>
                  <a:lnTo>
                    <a:pt x="3116453" y="3116972"/>
                  </a:lnTo>
                  <a:lnTo>
                    <a:pt x="3114742" y="3116972"/>
                  </a:lnTo>
                  <a:lnTo>
                    <a:pt x="3113030" y="3116972"/>
                  </a:lnTo>
                  <a:lnTo>
                    <a:pt x="3111319" y="3116972"/>
                  </a:lnTo>
                  <a:lnTo>
                    <a:pt x="3109607" y="3116972"/>
                  </a:lnTo>
                  <a:lnTo>
                    <a:pt x="3107896" y="3116972"/>
                  </a:lnTo>
                  <a:lnTo>
                    <a:pt x="3106185" y="3116972"/>
                  </a:lnTo>
                  <a:lnTo>
                    <a:pt x="3104473" y="3116972"/>
                  </a:lnTo>
                  <a:lnTo>
                    <a:pt x="3102762" y="3116972"/>
                  </a:lnTo>
                  <a:lnTo>
                    <a:pt x="3101050" y="3116972"/>
                  </a:lnTo>
                  <a:lnTo>
                    <a:pt x="3099339" y="3116972"/>
                  </a:lnTo>
                  <a:lnTo>
                    <a:pt x="3097628" y="3116972"/>
                  </a:lnTo>
                  <a:lnTo>
                    <a:pt x="3095916" y="3116972"/>
                  </a:lnTo>
                  <a:lnTo>
                    <a:pt x="3094205" y="3116972"/>
                  </a:lnTo>
                  <a:lnTo>
                    <a:pt x="3092493" y="3116972"/>
                  </a:lnTo>
                  <a:lnTo>
                    <a:pt x="3090782" y="3116972"/>
                  </a:lnTo>
                  <a:lnTo>
                    <a:pt x="3089071" y="3116972"/>
                  </a:lnTo>
                  <a:lnTo>
                    <a:pt x="3087359" y="3116972"/>
                  </a:lnTo>
                  <a:lnTo>
                    <a:pt x="3085648" y="3116972"/>
                  </a:lnTo>
                  <a:lnTo>
                    <a:pt x="3083936" y="3116972"/>
                  </a:lnTo>
                  <a:lnTo>
                    <a:pt x="3082225" y="3116972"/>
                  </a:lnTo>
                  <a:lnTo>
                    <a:pt x="3080514" y="3116972"/>
                  </a:lnTo>
                  <a:lnTo>
                    <a:pt x="3078802" y="3116972"/>
                  </a:lnTo>
                  <a:lnTo>
                    <a:pt x="3077091" y="3116972"/>
                  </a:lnTo>
                  <a:lnTo>
                    <a:pt x="3075379" y="3116972"/>
                  </a:lnTo>
                  <a:lnTo>
                    <a:pt x="3073668" y="3116972"/>
                  </a:lnTo>
                  <a:lnTo>
                    <a:pt x="3071957" y="3116972"/>
                  </a:lnTo>
                  <a:lnTo>
                    <a:pt x="3070245" y="3116972"/>
                  </a:lnTo>
                  <a:lnTo>
                    <a:pt x="3068534" y="3116972"/>
                  </a:lnTo>
                  <a:lnTo>
                    <a:pt x="3066822" y="3116972"/>
                  </a:lnTo>
                  <a:lnTo>
                    <a:pt x="3065111" y="3116972"/>
                  </a:lnTo>
                  <a:lnTo>
                    <a:pt x="3063400" y="3116972"/>
                  </a:lnTo>
                  <a:lnTo>
                    <a:pt x="3061688" y="3116972"/>
                  </a:lnTo>
                  <a:lnTo>
                    <a:pt x="3059977" y="3116972"/>
                  </a:lnTo>
                  <a:lnTo>
                    <a:pt x="3058265" y="3116972"/>
                  </a:lnTo>
                  <a:lnTo>
                    <a:pt x="3056554" y="3116972"/>
                  </a:lnTo>
                  <a:lnTo>
                    <a:pt x="3054843" y="3116972"/>
                  </a:lnTo>
                  <a:lnTo>
                    <a:pt x="3053131" y="3116972"/>
                  </a:lnTo>
                  <a:lnTo>
                    <a:pt x="3051420" y="3116972"/>
                  </a:lnTo>
                  <a:lnTo>
                    <a:pt x="3049709" y="3116972"/>
                  </a:lnTo>
                  <a:lnTo>
                    <a:pt x="3047997" y="3116972"/>
                  </a:lnTo>
                  <a:lnTo>
                    <a:pt x="3046286" y="3116972"/>
                  </a:lnTo>
                  <a:lnTo>
                    <a:pt x="3044574" y="3116972"/>
                  </a:lnTo>
                  <a:lnTo>
                    <a:pt x="3042863" y="3116972"/>
                  </a:lnTo>
                  <a:lnTo>
                    <a:pt x="3041152" y="3116972"/>
                  </a:lnTo>
                  <a:lnTo>
                    <a:pt x="3039440" y="3116972"/>
                  </a:lnTo>
                  <a:lnTo>
                    <a:pt x="3037729" y="3116972"/>
                  </a:lnTo>
                  <a:lnTo>
                    <a:pt x="3036017" y="3116972"/>
                  </a:lnTo>
                  <a:lnTo>
                    <a:pt x="3034306" y="3116972"/>
                  </a:lnTo>
                  <a:lnTo>
                    <a:pt x="3032595" y="3116972"/>
                  </a:lnTo>
                  <a:lnTo>
                    <a:pt x="3030883" y="3116972"/>
                  </a:lnTo>
                  <a:lnTo>
                    <a:pt x="3029172" y="3116972"/>
                  </a:lnTo>
                  <a:lnTo>
                    <a:pt x="3027460" y="3116972"/>
                  </a:lnTo>
                  <a:lnTo>
                    <a:pt x="3025749" y="3116972"/>
                  </a:lnTo>
                  <a:lnTo>
                    <a:pt x="3024038" y="3116972"/>
                  </a:lnTo>
                  <a:lnTo>
                    <a:pt x="3022326" y="3116972"/>
                  </a:lnTo>
                  <a:lnTo>
                    <a:pt x="3020615" y="3116972"/>
                  </a:lnTo>
                  <a:lnTo>
                    <a:pt x="3018903" y="3116972"/>
                  </a:lnTo>
                  <a:lnTo>
                    <a:pt x="3017192" y="3116972"/>
                  </a:lnTo>
                  <a:lnTo>
                    <a:pt x="3015481" y="3116972"/>
                  </a:lnTo>
                  <a:lnTo>
                    <a:pt x="3013769" y="3116972"/>
                  </a:lnTo>
                  <a:lnTo>
                    <a:pt x="3012058" y="3116972"/>
                  </a:lnTo>
                  <a:lnTo>
                    <a:pt x="3010346" y="3116972"/>
                  </a:lnTo>
                  <a:lnTo>
                    <a:pt x="3008635" y="3116972"/>
                  </a:lnTo>
                  <a:lnTo>
                    <a:pt x="3006924" y="3116972"/>
                  </a:lnTo>
                  <a:lnTo>
                    <a:pt x="3005212" y="3116972"/>
                  </a:lnTo>
                  <a:lnTo>
                    <a:pt x="3003501" y="3116972"/>
                  </a:lnTo>
                  <a:lnTo>
                    <a:pt x="3001789" y="3116972"/>
                  </a:lnTo>
                  <a:lnTo>
                    <a:pt x="3000078" y="3116972"/>
                  </a:lnTo>
                  <a:lnTo>
                    <a:pt x="2998367" y="3116972"/>
                  </a:lnTo>
                  <a:lnTo>
                    <a:pt x="2996655" y="3116972"/>
                  </a:lnTo>
                  <a:lnTo>
                    <a:pt x="2994944" y="3116972"/>
                  </a:lnTo>
                  <a:lnTo>
                    <a:pt x="2993232" y="3116972"/>
                  </a:lnTo>
                  <a:lnTo>
                    <a:pt x="2991521" y="3116972"/>
                  </a:lnTo>
                  <a:lnTo>
                    <a:pt x="2989810" y="3116972"/>
                  </a:lnTo>
                  <a:lnTo>
                    <a:pt x="2988098" y="3116972"/>
                  </a:lnTo>
                  <a:lnTo>
                    <a:pt x="2986387" y="3116972"/>
                  </a:lnTo>
                  <a:lnTo>
                    <a:pt x="2984675" y="3116972"/>
                  </a:lnTo>
                  <a:lnTo>
                    <a:pt x="2982964" y="3116972"/>
                  </a:lnTo>
                  <a:lnTo>
                    <a:pt x="2981253" y="3116972"/>
                  </a:lnTo>
                  <a:lnTo>
                    <a:pt x="2979541" y="3116972"/>
                  </a:lnTo>
                  <a:lnTo>
                    <a:pt x="2977830" y="3116972"/>
                  </a:lnTo>
                  <a:lnTo>
                    <a:pt x="2976118" y="3116972"/>
                  </a:lnTo>
                  <a:lnTo>
                    <a:pt x="2974407" y="3116972"/>
                  </a:lnTo>
                  <a:lnTo>
                    <a:pt x="2972696" y="3116972"/>
                  </a:lnTo>
                  <a:lnTo>
                    <a:pt x="2970984" y="3116972"/>
                  </a:lnTo>
                  <a:lnTo>
                    <a:pt x="2969273" y="3116972"/>
                  </a:lnTo>
                  <a:lnTo>
                    <a:pt x="2967561" y="3116972"/>
                  </a:lnTo>
                  <a:lnTo>
                    <a:pt x="2965850" y="3116972"/>
                  </a:lnTo>
                  <a:lnTo>
                    <a:pt x="2964139" y="3116972"/>
                  </a:lnTo>
                  <a:lnTo>
                    <a:pt x="2962427" y="3116972"/>
                  </a:lnTo>
                  <a:lnTo>
                    <a:pt x="2960716" y="3116972"/>
                  </a:lnTo>
                  <a:lnTo>
                    <a:pt x="2959004" y="3116972"/>
                  </a:lnTo>
                  <a:lnTo>
                    <a:pt x="2957293" y="3116972"/>
                  </a:lnTo>
                  <a:lnTo>
                    <a:pt x="2955582" y="3116972"/>
                  </a:lnTo>
                  <a:lnTo>
                    <a:pt x="2953870" y="3116972"/>
                  </a:lnTo>
                  <a:lnTo>
                    <a:pt x="2952159" y="3116972"/>
                  </a:lnTo>
                  <a:lnTo>
                    <a:pt x="2950448" y="3116972"/>
                  </a:lnTo>
                  <a:lnTo>
                    <a:pt x="2948736" y="3116972"/>
                  </a:lnTo>
                  <a:lnTo>
                    <a:pt x="2947025" y="3116972"/>
                  </a:lnTo>
                  <a:lnTo>
                    <a:pt x="2945313" y="3116972"/>
                  </a:lnTo>
                  <a:lnTo>
                    <a:pt x="2943602" y="3116972"/>
                  </a:lnTo>
                  <a:lnTo>
                    <a:pt x="2941891" y="3116972"/>
                  </a:lnTo>
                  <a:lnTo>
                    <a:pt x="2940179" y="3116972"/>
                  </a:lnTo>
                  <a:lnTo>
                    <a:pt x="2938468" y="3116972"/>
                  </a:lnTo>
                  <a:lnTo>
                    <a:pt x="2936756" y="3116972"/>
                  </a:lnTo>
                  <a:lnTo>
                    <a:pt x="2935045" y="3116972"/>
                  </a:lnTo>
                  <a:lnTo>
                    <a:pt x="2933334" y="3116972"/>
                  </a:lnTo>
                  <a:lnTo>
                    <a:pt x="2931622" y="3116972"/>
                  </a:lnTo>
                  <a:lnTo>
                    <a:pt x="2929911" y="3116972"/>
                  </a:lnTo>
                  <a:lnTo>
                    <a:pt x="2928199" y="3116972"/>
                  </a:lnTo>
                  <a:lnTo>
                    <a:pt x="2926488" y="3116972"/>
                  </a:lnTo>
                  <a:lnTo>
                    <a:pt x="2924777" y="3116972"/>
                  </a:lnTo>
                  <a:lnTo>
                    <a:pt x="2923065" y="3116972"/>
                  </a:lnTo>
                  <a:lnTo>
                    <a:pt x="2921354" y="3116972"/>
                  </a:lnTo>
                  <a:lnTo>
                    <a:pt x="2919642" y="3116972"/>
                  </a:lnTo>
                  <a:lnTo>
                    <a:pt x="2917931" y="3116972"/>
                  </a:lnTo>
                  <a:lnTo>
                    <a:pt x="2916220" y="3116972"/>
                  </a:lnTo>
                  <a:lnTo>
                    <a:pt x="2914508" y="3116972"/>
                  </a:lnTo>
                  <a:lnTo>
                    <a:pt x="2912797" y="3116972"/>
                  </a:lnTo>
                  <a:lnTo>
                    <a:pt x="2911085" y="3116972"/>
                  </a:lnTo>
                  <a:lnTo>
                    <a:pt x="2909374" y="3116972"/>
                  </a:lnTo>
                  <a:lnTo>
                    <a:pt x="2907663" y="3116972"/>
                  </a:lnTo>
                  <a:lnTo>
                    <a:pt x="2905951" y="3116972"/>
                  </a:lnTo>
                  <a:lnTo>
                    <a:pt x="2904240" y="3116972"/>
                  </a:lnTo>
                  <a:lnTo>
                    <a:pt x="2902528" y="3116972"/>
                  </a:lnTo>
                  <a:lnTo>
                    <a:pt x="2900817" y="3116972"/>
                  </a:lnTo>
                  <a:lnTo>
                    <a:pt x="2899106" y="3116972"/>
                  </a:lnTo>
                  <a:lnTo>
                    <a:pt x="2897394" y="3116972"/>
                  </a:lnTo>
                  <a:lnTo>
                    <a:pt x="2895683" y="3116972"/>
                  </a:lnTo>
                  <a:lnTo>
                    <a:pt x="2893971" y="3116972"/>
                  </a:lnTo>
                  <a:lnTo>
                    <a:pt x="2892260" y="3116972"/>
                  </a:lnTo>
                  <a:lnTo>
                    <a:pt x="2890549" y="3116972"/>
                  </a:lnTo>
                  <a:lnTo>
                    <a:pt x="2888837" y="3116972"/>
                  </a:lnTo>
                  <a:lnTo>
                    <a:pt x="2887126" y="3116972"/>
                  </a:lnTo>
                  <a:lnTo>
                    <a:pt x="2885414" y="3116972"/>
                  </a:lnTo>
                  <a:lnTo>
                    <a:pt x="2883703" y="3116972"/>
                  </a:lnTo>
                  <a:lnTo>
                    <a:pt x="2881992" y="3116972"/>
                  </a:lnTo>
                  <a:lnTo>
                    <a:pt x="2880280" y="3116972"/>
                  </a:lnTo>
                  <a:lnTo>
                    <a:pt x="2878569" y="3116972"/>
                  </a:lnTo>
                  <a:lnTo>
                    <a:pt x="2876857" y="3116972"/>
                  </a:lnTo>
                  <a:lnTo>
                    <a:pt x="2875146" y="3116972"/>
                  </a:lnTo>
                  <a:lnTo>
                    <a:pt x="2873435" y="3116972"/>
                  </a:lnTo>
                  <a:lnTo>
                    <a:pt x="2871723" y="3116972"/>
                  </a:lnTo>
                  <a:lnTo>
                    <a:pt x="2870012" y="3116972"/>
                  </a:lnTo>
                  <a:lnTo>
                    <a:pt x="2868300" y="3116972"/>
                  </a:lnTo>
                  <a:lnTo>
                    <a:pt x="2866589" y="3116972"/>
                  </a:lnTo>
                  <a:lnTo>
                    <a:pt x="2864878" y="3116972"/>
                  </a:lnTo>
                  <a:lnTo>
                    <a:pt x="2863166" y="3116972"/>
                  </a:lnTo>
                  <a:lnTo>
                    <a:pt x="2861455" y="3116972"/>
                  </a:lnTo>
                  <a:lnTo>
                    <a:pt x="2859743" y="3116972"/>
                  </a:lnTo>
                  <a:lnTo>
                    <a:pt x="2858032" y="3116972"/>
                  </a:lnTo>
                  <a:lnTo>
                    <a:pt x="2856321" y="3116972"/>
                  </a:lnTo>
                  <a:lnTo>
                    <a:pt x="2854609" y="3116972"/>
                  </a:lnTo>
                  <a:lnTo>
                    <a:pt x="2852898" y="3116972"/>
                  </a:lnTo>
                  <a:lnTo>
                    <a:pt x="2851186" y="3116972"/>
                  </a:lnTo>
                  <a:lnTo>
                    <a:pt x="2849475" y="3116972"/>
                  </a:lnTo>
                  <a:lnTo>
                    <a:pt x="2847764" y="3116972"/>
                  </a:lnTo>
                  <a:lnTo>
                    <a:pt x="2846052" y="3116972"/>
                  </a:lnTo>
                  <a:lnTo>
                    <a:pt x="2844341" y="3116972"/>
                  </a:lnTo>
                  <a:lnTo>
                    <a:pt x="2842630" y="3116972"/>
                  </a:lnTo>
                  <a:lnTo>
                    <a:pt x="2840918" y="3116972"/>
                  </a:lnTo>
                  <a:lnTo>
                    <a:pt x="2839207" y="3116972"/>
                  </a:lnTo>
                  <a:lnTo>
                    <a:pt x="2837495" y="3116972"/>
                  </a:lnTo>
                  <a:lnTo>
                    <a:pt x="2835784" y="3116972"/>
                  </a:lnTo>
                  <a:lnTo>
                    <a:pt x="2834073" y="3116972"/>
                  </a:lnTo>
                  <a:lnTo>
                    <a:pt x="2832361" y="3116972"/>
                  </a:lnTo>
                  <a:lnTo>
                    <a:pt x="2830650" y="3116972"/>
                  </a:lnTo>
                  <a:lnTo>
                    <a:pt x="2828938" y="3116972"/>
                  </a:lnTo>
                  <a:lnTo>
                    <a:pt x="2827227" y="3116972"/>
                  </a:lnTo>
                  <a:lnTo>
                    <a:pt x="2825516" y="3116972"/>
                  </a:lnTo>
                  <a:lnTo>
                    <a:pt x="2823804" y="3116972"/>
                  </a:lnTo>
                  <a:lnTo>
                    <a:pt x="2822093" y="3116972"/>
                  </a:lnTo>
                  <a:lnTo>
                    <a:pt x="2820381" y="3116972"/>
                  </a:lnTo>
                  <a:lnTo>
                    <a:pt x="2818670" y="3116972"/>
                  </a:lnTo>
                  <a:lnTo>
                    <a:pt x="2816959" y="3116972"/>
                  </a:lnTo>
                  <a:lnTo>
                    <a:pt x="2815247" y="3116972"/>
                  </a:lnTo>
                  <a:lnTo>
                    <a:pt x="2813536" y="3116972"/>
                  </a:lnTo>
                  <a:lnTo>
                    <a:pt x="2811824" y="3116972"/>
                  </a:lnTo>
                  <a:lnTo>
                    <a:pt x="2810113" y="3116972"/>
                  </a:lnTo>
                  <a:lnTo>
                    <a:pt x="2808402" y="3116972"/>
                  </a:lnTo>
                  <a:lnTo>
                    <a:pt x="2806690" y="3116972"/>
                  </a:lnTo>
                  <a:lnTo>
                    <a:pt x="2804979" y="3116972"/>
                  </a:lnTo>
                  <a:lnTo>
                    <a:pt x="2803267" y="3116972"/>
                  </a:lnTo>
                  <a:lnTo>
                    <a:pt x="2801556" y="3116972"/>
                  </a:lnTo>
                  <a:lnTo>
                    <a:pt x="2799845" y="3116972"/>
                  </a:lnTo>
                  <a:lnTo>
                    <a:pt x="2798133" y="3116972"/>
                  </a:lnTo>
                  <a:lnTo>
                    <a:pt x="2796422" y="3116972"/>
                  </a:lnTo>
                  <a:lnTo>
                    <a:pt x="2794710" y="3116972"/>
                  </a:lnTo>
                  <a:lnTo>
                    <a:pt x="2792999" y="3116972"/>
                  </a:lnTo>
                  <a:lnTo>
                    <a:pt x="2791288" y="3116972"/>
                  </a:lnTo>
                  <a:lnTo>
                    <a:pt x="2789576" y="3116972"/>
                  </a:lnTo>
                  <a:lnTo>
                    <a:pt x="2787865" y="3116972"/>
                  </a:lnTo>
                  <a:lnTo>
                    <a:pt x="2786153" y="3116972"/>
                  </a:lnTo>
                  <a:lnTo>
                    <a:pt x="2784442" y="3116972"/>
                  </a:lnTo>
                  <a:lnTo>
                    <a:pt x="2782731" y="3116972"/>
                  </a:lnTo>
                  <a:lnTo>
                    <a:pt x="2781019" y="3116972"/>
                  </a:lnTo>
                  <a:lnTo>
                    <a:pt x="2779308" y="3116972"/>
                  </a:lnTo>
                  <a:lnTo>
                    <a:pt x="2777596" y="3116972"/>
                  </a:lnTo>
                  <a:lnTo>
                    <a:pt x="2775885" y="3116972"/>
                  </a:lnTo>
                  <a:lnTo>
                    <a:pt x="2774174" y="3116972"/>
                  </a:lnTo>
                  <a:lnTo>
                    <a:pt x="2772462" y="3116972"/>
                  </a:lnTo>
                  <a:lnTo>
                    <a:pt x="2770751" y="3116972"/>
                  </a:lnTo>
                  <a:lnTo>
                    <a:pt x="2769039" y="3116972"/>
                  </a:lnTo>
                  <a:lnTo>
                    <a:pt x="2767328" y="3116972"/>
                  </a:lnTo>
                  <a:lnTo>
                    <a:pt x="2765617" y="3116972"/>
                  </a:lnTo>
                  <a:lnTo>
                    <a:pt x="2763905" y="3116972"/>
                  </a:lnTo>
                  <a:lnTo>
                    <a:pt x="2762194" y="3116972"/>
                  </a:lnTo>
                  <a:lnTo>
                    <a:pt x="2760482" y="3116972"/>
                  </a:lnTo>
                  <a:lnTo>
                    <a:pt x="2758771" y="3116972"/>
                  </a:lnTo>
                  <a:lnTo>
                    <a:pt x="2757060" y="3116972"/>
                  </a:lnTo>
                  <a:lnTo>
                    <a:pt x="2755348" y="3116972"/>
                  </a:lnTo>
                  <a:lnTo>
                    <a:pt x="2753637" y="3116972"/>
                  </a:lnTo>
                  <a:lnTo>
                    <a:pt x="2751925" y="3116972"/>
                  </a:lnTo>
                  <a:lnTo>
                    <a:pt x="2750214" y="3116972"/>
                  </a:lnTo>
                  <a:lnTo>
                    <a:pt x="2748503" y="3116972"/>
                  </a:lnTo>
                  <a:lnTo>
                    <a:pt x="2746791" y="3116972"/>
                  </a:lnTo>
                  <a:lnTo>
                    <a:pt x="2745080" y="3116972"/>
                  </a:lnTo>
                  <a:lnTo>
                    <a:pt x="2743368" y="3116972"/>
                  </a:lnTo>
                  <a:lnTo>
                    <a:pt x="2741657" y="3116972"/>
                  </a:lnTo>
                  <a:lnTo>
                    <a:pt x="2739946" y="3116972"/>
                  </a:lnTo>
                  <a:lnTo>
                    <a:pt x="2738234" y="3116972"/>
                  </a:lnTo>
                  <a:lnTo>
                    <a:pt x="2736523" y="3116972"/>
                  </a:lnTo>
                  <a:lnTo>
                    <a:pt x="2734812" y="3116972"/>
                  </a:lnTo>
                  <a:lnTo>
                    <a:pt x="2733100" y="3116972"/>
                  </a:lnTo>
                  <a:lnTo>
                    <a:pt x="2731389" y="3116972"/>
                  </a:lnTo>
                  <a:lnTo>
                    <a:pt x="2729677" y="3116972"/>
                  </a:lnTo>
                  <a:lnTo>
                    <a:pt x="2727966" y="3116972"/>
                  </a:lnTo>
                  <a:lnTo>
                    <a:pt x="2726255" y="3116972"/>
                  </a:lnTo>
                  <a:lnTo>
                    <a:pt x="2724543" y="3116972"/>
                  </a:lnTo>
                  <a:lnTo>
                    <a:pt x="2722832" y="3116972"/>
                  </a:lnTo>
                  <a:lnTo>
                    <a:pt x="2721120" y="3116972"/>
                  </a:lnTo>
                  <a:lnTo>
                    <a:pt x="2719409" y="3116972"/>
                  </a:lnTo>
                  <a:lnTo>
                    <a:pt x="2717698" y="3116972"/>
                  </a:lnTo>
                  <a:lnTo>
                    <a:pt x="2715986" y="3116972"/>
                  </a:lnTo>
                  <a:lnTo>
                    <a:pt x="2714275" y="3116972"/>
                  </a:lnTo>
                  <a:lnTo>
                    <a:pt x="2712563" y="3116972"/>
                  </a:lnTo>
                  <a:lnTo>
                    <a:pt x="2710852" y="3116972"/>
                  </a:lnTo>
                  <a:lnTo>
                    <a:pt x="2709141" y="3116972"/>
                  </a:lnTo>
                  <a:lnTo>
                    <a:pt x="2707429" y="3116972"/>
                  </a:lnTo>
                  <a:lnTo>
                    <a:pt x="2705718" y="3116972"/>
                  </a:lnTo>
                  <a:lnTo>
                    <a:pt x="2704006" y="3116972"/>
                  </a:lnTo>
                  <a:lnTo>
                    <a:pt x="2702295" y="3116972"/>
                  </a:lnTo>
                  <a:lnTo>
                    <a:pt x="2700584" y="3116972"/>
                  </a:lnTo>
                  <a:lnTo>
                    <a:pt x="2698872" y="3116972"/>
                  </a:lnTo>
                  <a:lnTo>
                    <a:pt x="2697161" y="3116972"/>
                  </a:lnTo>
                  <a:lnTo>
                    <a:pt x="2695449" y="3116972"/>
                  </a:lnTo>
                  <a:lnTo>
                    <a:pt x="2693738" y="3116972"/>
                  </a:lnTo>
                  <a:lnTo>
                    <a:pt x="2692027" y="3116972"/>
                  </a:lnTo>
                  <a:lnTo>
                    <a:pt x="2690315" y="3116972"/>
                  </a:lnTo>
                  <a:lnTo>
                    <a:pt x="2688604" y="3116972"/>
                  </a:lnTo>
                  <a:lnTo>
                    <a:pt x="2686892" y="3116972"/>
                  </a:lnTo>
                  <a:lnTo>
                    <a:pt x="2685181" y="3116972"/>
                  </a:lnTo>
                  <a:lnTo>
                    <a:pt x="2683470" y="3116972"/>
                  </a:lnTo>
                  <a:lnTo>
                    <a:pt x="2681758" y="3116972"/>
                  </a:lnTo>
                  <a:lnTo>
                    <a:pt x="2680047" y="3116972"/>
                  </a:lnTo>
                  <a:lnTo>
                    <a:pt x="2678335" y="3116972"/>
                  </a:lnTo>
                  <a:lnTo>
                    <a:pt x="2676624" y="3116972"/>
                  </a:lnTo>
                  <a:lnTo>
                    <a:pt x="2674913" y="3116972"/>
                  </a:lnTo>
                  <a:lnTo>
                    <a:pt x="2673201" y="3116972"/>
                  </a:lnTo>
                  <a:lnTo>
                    <a:pt x="2671490" y="3116972"/>
                  </a:lnTo>
                  <a:lnTo>
                    <a:pt x="2669778" y="3116972"/>
                  </a:lnTo>
                  <a:lnTo>
                    <a:pt x="2668067" y="3116972"/>
                  </a:lnTo>
                  <a:lnTo>
                    <a:pt x="2666356" y="3116972"/>
                  </a:lnTo>
                  <a:lnTo>
                    <a:pt x="2664644" y="3116972"/>
                  </a:lnTo>
                  <a:lnTo>
                    <a:pt x="2662933" y="3116972"/>
                  </a:lnTo>
                  <a:lnTo>
                    <a:pt x="2661221" y="3116972"/>
                  </a:lnTo>
                  <a:lnTo>
                    <a:pt x="2659510" y="3116972"/>
                  </a:lnTo>
                  <a:lnTo>
                    <a:pt x="2657799" y="3116972"/>
                  </a:lnTo>
                  <a:lnTo>
                    <a:pt x="2656087" y="3116972"/>
                  </a:lnTo>
                  <a:lnTo>
                    <a:pt x="2654376" y="3116972"/>
                  </a:lnTo>
                  <a:lnTo>
                    <a:pt x="2652664" y="3116972"/>
                  </a:lnTo>
                  <a:lnTo>
                    <a:pt x="2650953" y="3116972"/>
                  </a:lnTo>
                  <a:lnTo>
                    <a:pt x="2649242" y="3116972"/>
                  </a:lnTo>
                  <a:lnTo>
                    <a:pt x="2647530" y="3116972"/>
                  </a:lnTo>
                  <a:lnTo>
                    <a:pt x="2645819" y="3116972"/>
                  </a:lnTo>
                  <a:lnTo>
                    <a:pt x="2644107" y="3116972"/>
                  </a:lnTo>
                  <a:lnTo>
                    <a:pt x="2642396" y="3116972"/>
                  </a:lnTo>
                  <a:lnTo>
                    <a:pt x="2640685" y="3116972"/>
                  </a:lnTo>
                  <a:lnTo>
                    <a:pt x="2638973" y="3116972"/>
                  </a:lnTo>
                  <a:lnTo>
                    <a:pt x="2637262" y="3116972"/>
                  </a:lnTo>
                  <a:lnTo>
                    <a:pt x="2635550" y="3116972"/>
                  </a:lnTo>
                  <a:lnTo>
                    <a:pt x="2633839" y="3116972"/>
                  </a:lnTo>
                  <a:lnTo>
                    <a:pt x="2632128" y="3116972"/>
                  </a:lnTo>
                  <a:lnTo>
                    <a:pt x="2630416" y="3116972"/>
                  </a:lnTo>
                  <a:lnTo>
                    <a:pt x="2628705" y="3116972"/>
                  </a:lnTo>
                  <a:lnTo>
                    <a:pt x="2626994" y="3116972"/>
                  </a:lnTo>
                  <a:lnTo>
                    <a:pt x="2625282" y="3116972"/>
                  </a:lnTo>
                  <a:lnTo>
                    <a:pt x="2623571" y="3116972"/>
                  </a:lnTo>
                  <a:lnTo>
                    <a:pt x="2621859" y="3116972"/>
                  </a:lnTo>
                  <a:lnTo>
                    <a:pt x="2620148" y="3116972"/>
                  </a:lnTo>
                  <a:lnTo>
                    <a:pt x="2618437" y="3116972"/>
                  </a:lnTo>
                  <a:lnTo>
                    <a:pt x="2616725" y="3116972"/>
                  </a:lnTo>
                  <a:lnTo>
                    <a:pt x="2615014" y="3116972"/>
                  </a:lnTo>
                  <a:lnTo>
                    <a:pt x="2613302" y="3116972"/>
                  </a:lnTo>
                  <a:lnTo>
                    <a:pt x="2611591" y="3116972"/>
                  </a:lnTo>
                  <a:lnTo>
                    <a:pt x="2609880" y="3116972"/>
                  </a:lnTo>
                  <a:lnTo>
                    <a:pt x="2608168" y="3116972"/>
                  </a:lnTo>
                  <a:lnTo>
                    <a:pt x="2606457" y="3116972"/>
                  </a:lnTo>
                  <a:lnTo>
                    <a:pt x="2604745" y="3116972"/>
                  </a:lnTo>
                  <a:lnTo>
                    <a:pt x="2603034" y="3116972"/>
                  </a:lnTo>
                  <a:lnTo>
                    <a:pt x="2601323" y="3116972"/>
                  </a:lnTo>
                  <a:lnTo>
                    <a:pt x="2599611" y="3116972"/>
                  </a:lnTo>
                  <a:lnTo>
                    <a:pt x="2597900" y="3116972"/>
                  </a:lnTo>
                  <a:lnTo>
                    <a:pt x="2596188" y="3116972"/>
                  </a:lnTo>
                  <a:lnTo>
                    <a:pt x="2594477" y="3116972"/>
                  </a:lnTo>
                  <a:lnTo>
                    <a:pt x="2592766" y="3116972"/>
                  </a:lnTo>
                  <a:lnTo>
                    <a:pt x="2591054" y="3116972"/>
                  </a:lnTo>
                  <a:lnTo>
                    <a:pt x="2589343" y="3116972"/>
                  </a:lnTo>
                  <a:lnTo>
                    <a:pt x="2587631" y="3116972"/>
                  </a:lnTo>
                  <a:lnTo>
                    <a:pt x="2585920" y="3116972"/>
                  </a:lnTo>
                  <a:lnTo>
                    <a:pt x="2584209" y="3116972"/>
                  </a:lnTo>
                  <a:lnTo>
                    <a:pt x="2582497" y="3116972"/>
                  </a:lnTo>
                  <a:lnTo>
                    <a:pt x="2580786" y="3116972"/>
                  </a:lnTo>
                  <a:lnTo>
                    <a:pt x="2579074" y="3116972"/>
                  </a:lnTo>
                  <a:lnTo>
                    <a:pt x="2577363" y="3116972"/>
                  </a:lnTo>
                  <a:lnTo>
                    <a:pt x="2575652" y="3116972"/>
                  </a:lnTo>
                  <a:lnTo>
                    <a:pt x="2573940" y="3116972"/>
                  </a:lnTo>
                  <a:lnTo>
                    <a:pt x="2572229" y="3116972"/>
                  </a:lnTo>
                  <a:lnTo>
                    <a:pt x="2570517" y="3116972"/>
                  </a:lnTo>
                  <a:lnTo>
                    <a:pt x="2568806" y="3116972"/>
                  </a:lnTo>
                  <a:lnTo>
                    <a:pt x="2567095" y="3116972"/>
                  </a:lnTo>
                  <a:lnTo>
                    <a:pt x="2565383" y="3116972"/>
                  </a:lnTo>
                  <a:lnTo>
                    <a:pt x="2563672" y="3116972"/>
                  </a:lnTo>
                  <a:lnTo>
                    <a:pt x="2561960" y="3116972"/>
                  </a:lnTo>
                  <a:lnTo>
                    <a:pt x="2560249" y="3116972"/>
                  </a:lnTo>
                  <a:lnTo>
                    <a:pt x="2558538" y="3116972"/>
                  </a:lnTo>
                  <a:lnTo>
                    <a:pt x="2556826" y="3116972"/>
                  </a:lnTo>
                  <a:lnTo>
                    <a:pt x="2555115" y="3116972"/>
                  </a:lnTo>
                  <a:lnTo>
                    <a:pt x="2553403" y="3116972"/>
                  </a:lnTo>
                  <a:lnTo>
                    <a:pt x="2551692" y="3116972"/>
                  </a:lnTo>
                  <a:lnTo>
                    <a:pt x="2549981" y="3116972"/>
                  </a:lnTo>
                  <a:lnTo>
                    <a:pt x="2548269" y="3116972"/>
                  </a:lnTo>
                  <a:lnTo>
                    <a:pt x="2546558" y="3116972"/>
                  </a:lnTo>
                  <a:lnTo>
                    <a:pt x="2544846" y="3116972"/>
                  </a:lnTo>
                  <a:lnTo>
                    <a:pt x="2543135" y="3116972"/>
                  </a:lnTo>
                  <a:lnTo>
                    <a:pt x="2541424" y="3116972"/>
                  </a:lnTo>
                  <a:lnTo>
                    <a:pt x="2539712" y="3116972"/>
                  </a:lnTo>
                  <a:lnTo>
                    <a:pt x="2538001" y="3116972"/>
                  </a:lnTo>
                  <a:lnTo>
                    <a:pt x="2536289" y="3116972"/>
                  </a:lnTo>
                  <a:lnTo>
                    <a:pt x="2534578" y="3116972"/>
                  </a:lnTo>
                  <a:lnTo>
                    <a:pt x="2532867" y="3116972"/>
                  </a:lnTo>
                  <a:lnTo>
                    <a:pt x="2531155" y="3116972"/>
                  </a:lnTo>
                  <a:lnTo>
                    <a:pt x="2529444" y="3116972"/>
                  </a:lnTo>
                  <a:lnTo>
                    <a:pt x="2527733" y="3116972"/>
                  </a:lnTo>
                  <a:lnTo>
                    <a:pt x="2526021" y="3116972"/>
                  </a:lnTo>
                  <a:lnTo>
                    <a:pt x="2524310" y="3116972"/>
                  </a:lnTo>
                  <a:lnTo>
                    <a:pt x="2522598" y="3116972"/>
                  </a:lnTo>
                  <a:lnTo>
                    <a:pt x="2520887" y="3116972"/>
                  </a:lnTo>
                  <a:lnTo>
                    <a:pt x="2519176" y="3116972"/>
                  </a:lnTo>
                  <a:lnTo>
                    <a:pt x="2517464" y="3116972"/>
                  </a:lnTo>
                  <a:lnTo>
                    <a:pt x="2515753" y="3116972"/>
                  </a:lnTo>
                  <a:lnTo>
                    <a:pt x="2514041" y="3116972"/>
                  </a:lnTo>
                  <a:lnTo>
                    <a:pt x="2512330" y="3116972"/>
                  </a:lnTo>
                  <a:lnTo>
                    <a:pt x="2510619" y="3116972"/>
                  </a:lnTo>
                  <a:lnTo>
                    <a:pt x="2508907" y="3116972"/>
                  </a:lnTo>
                  <a:lnTo>
                    <a:pt x="2507196" y="3116972"/>
                  </a:lnTo>
                  <a:lnTo>
                    <a:pt x="2505484" y="3116972"/>
                  </a:lnTo>
                  <a:lnTo>
                    <a:pt x="2503773" y="3116972"/>
                  </a:lnTo>
                  <a:lnTo>
                    <a:pt x="2502062" y="3116972"/>
                  </a:lnTo>
                  <a:lnTo>
                    <a:pt x="2500350" y="3116972"/>
                  </a:lnTo>
                  <a:lnTo>
                    <a:pt x="2498639" y="3116972"/>
                  </a:lnTo>
                  <a:lnTo>
                    <a:pt x="2496927" y="3116972"/>
                  </a:lnTo>
                  <a:lnTo>
                    <a:pt x="2495216" y="3116972"/>
                  </a:lnTo>
                  <a:lnTo>
                    <a:pt x="2493505" y="3116972"/>
                  </a:lnTo>
                  <a:lnTo>
                    <a:pt x="2491793" y="3116972"/>
                  </a:lnTo>
                  <a:lnTo>
                    <a:pt x="2490082" y="3116972"/>
                  </a:lnTo>
                  <a:lnTo>
                    <a:pt x="2488370" y="3116972"/>
                  </a:lnTo>
                  <a:lnTo>
                    <a:pt x="2486659" y="3116972"/>
                  </a:lnTo>
                  <a:lnTo>
                    <a:pt x="2484948" y="3116972"/>
                  </a:lnTo>
                  <a:lnTo>
                    <a:pt x="2483236" y="3116972"/>
                  </a:lnTo>
                  <a:lnTo>
                    <a:pt x="2481525" y="3116972"/>
                  </a:lnTo>
                  <a:lnTo>
                    <a:pt x="2479813" y="3116972"/>
                  </a:lnTo>
                  <a:lnTo>
                    <a:pt x="2478102" y="3116972"/>
                  </a:lnTo>
                  <a:lnTo>
                    <a:pt x="2476391" y="3116972"/>
                  </a:lnTo>
                  <a:lnTo>
                    <a:pt x="2474679" y="3116972"/>
                  </a:lnTo>
                  <a:lnTo>
                    <a:pt x="2472968" y="3116972"/>
                  </a:lnTo>
                  <a:lnTo>
                    <a:pt x="2471256" y="3116972"/>
                  </a:lnTo>
                  <a:lnTo>
                    <a:pt x="2469545" y="3116972"/>
                  </a:lnTo>
                  <a:lnTo>
                    <a:pt x="2467834" y="3116972"/>
                  </a:lnTo>
                  <a:lnTo>
                    <a:pt x="2466122" y="3116972"/>
                  </a:lnTo>
                  <a:lnTo>
                    <a:pt x="2464411" y="3116972"/>
                  </a:lnTo>
                  <a:lnTo>
                    <a:pt x="2462699" y="3116972"/>
                  </a:lnTo>
                  <a:lnTo>
                    <a:pt x="2460988" y="3116972"/>
                  </a:lnTo>
                  <a:lnTo>
                    <a:pt x="2459277" y="3116972"/>
                  </a:lnTo>
                  <a:lnTo>
                    <a:pt x="2457565" y="3116972"/>
                  </a:lnTo>
                  <a:lnTo>
                    <a:pt x="2455854" y="3116972"/>
                  </a:lnTo>
                  <a:lnTo>
                    <a:pt x="2454142" y="3116972"/>
                  </a:lnTo>
                  <a:lnTo>
                    <a:pt x="2452431" y="3116972"/>
                  </a:lnTo>
                  <a:lnTo>
                    <a:pt x="2450720" y="3116972"/>
                  </a:lnTo>
                  <a:lnTo>
                    <a:pt x="2449008" y="3116972"/>
                  </a:lnTo>
                  <a:lnTo>
                    <a:pt x="2447297" y="3116972"/>
                  </a:lnTo>
                  <a:lnTo>
                    <a:pt x="2445585" y="3116972"/>
                  </a:lnTo>
                  <a:lnTo>
                    <a:pt x="2443874" y="3116972"/>
                  </a:lnTo>
                  <a:lnTo>
                    <a:pt x="2442163" y="3116972"/>
                  </a:lnTo>
                  <a:lnTo>
                    <a:pt x="2440451" y="3116972"/>
                  </a:lnTo>
                  <a:lnTo>
                    <a:pt x="2438740" y="3116972"/>
                  </a:lnTo>
                  <a:lnTo>
                    <a:pt x="2437028" y="3116972"/>
                  </a:lnTo>
                  <a:lnTo>
                    <a:pt x="2435317" y="3116972"/>
                  </a:lnTo>
                  <a:lnTo>
                    <a:pt x="2433606" y="3116972"/>
                  </a:lnTo>
                  <a:lnTo>
                    <a:pt x="2431894" y="3116972"/>
                  </a:lnTo>
                  <a:lnTo>
                    <a:pt x="2430183" y="3116972"/>
                  </a:lnTo>
                  <a:lnTo>
                    <a:pt x="2428471" y="3116972"/>
                  </a:lnTo>
                  <a:lnTo>
                    <a:pt x="2426760" y="3116972"/>
                  </a:lnTo>
                  <a:lnTo>
                    <a:pt x="2425049" y="3116972"/>
                  </a:lnTo>
                  <a:lnTo>
                    <a:pt x="2423337" y="3116972"/>
                  </a:lnTo>
                  <a:lnTo>
                    <a:pt x="2421626" y="3116972"/>
                  </a:lnTo>
                  <a:lnTo>
                    <a:pt x="2419915" y="3116972"/>
                  </a:lnTo>
                  <a:lnTo>
                    <a:pt x="2418203" y="3116972"/>
                  </a:lnTo>
                  <a:lnTo>
                    <a:pt x="2416492" y="3116972"/>
                  </a:lnTo>
                  <a:lnTo>
                    <a:pt x="2414780" y="3116972"/>
                  </a:lnTo>
                  <a:lnTo>
                    <a:pt x="2413069" y="3116972"/>
                  </a:lnTo>
                  <a:lnTo>
                    <a:pt x="2411358" y="3116972"/>
                  </a:lnTo>
                  <a:lnTo>
                    <a:pt x="2409646" y="3116972"/>
                  </a:lnTo>
                  <a:lnTo>
                    <a:pt x="2407935" y="3116972"/>
                  </a:lnTo>
                  <a:lnTo>
                    <a:pt x="2406223" y="3116972"/>
                  </a:lnTo>
                  <a:lnTo>
                    <a:pt x="2404512" y="3116972"/>
                  </a:lnTo>
                  <a:lnTo>
                    <a:pt x="2402801" y="3116972"/>
                  </a:lnTo>
                  <a:lnTo>
                    <a:pt x="2401089" y="3116972"/>
                  </a:lnTo>
                  <a:lnTo>
                    <a:pt x="2399378" y="3116972"/>
                  </a:lnTo>
                  <a:lnTo>
                    <a:pt x="2397666" y="3116972"/>
                  </a:lnTo>
                  <a:lnTo>
                    <a:pt x="2395955" y="3116972"/>
                  </a:lnTo>
                  <a:lnTo>
                    <a:pt x="2394244" y="3116972"/>
                  </a:lnTo>
                  <a:lnTo>
                    <a:pt x="2392532" y="3116972"/>
                  </a:lnTo>
                  <a:lnTo>
                    <a:pt x="2390821" y="3116972"/>
                  </a:lnTo>
                  <a:lnTo>
                    <a:pt x="2389109" y="3116972"/>
                  </a:lnTo>
                  <a:lnTo>
                    <a:pt x="2387398" y="3116972"/>
                  </a:lnTo>
                  <a:lnTo>
                    <a:pt x="2385687" y="3116972"/>
                  </a:lnTo>
                  <a:lnTo>
                    <a:pt x="2383975" y="3116972"/>
                  </a:lnTo>
                  <a:lnTo>
                    <a:pt x="2382264" y="3116972"/>
                  </a:lnTo>
                  <a:lnTo>
                    <a:pt x="2380552" y="3116972"/>
                  </a:lnTo>
                  <a:lnTo>
                    <a:pt x="2378841" y="3116972"/>
                  </a:lnTo>
                  <a:lnTo>
                    <a:pt x="2377130" y="3116972"/>
                  </a:lnTo>
                  <a:lnTo>
                    <a:pt x="2375418" y="3116972"/>
                  </a:lnTo>
                  <a:lnTo>
                    <a:pt x="2373707" y="3116972"/>
                  </a:lnTo>
                  <a:lnTo>
                    <a:pt x="2371995" y="3116972"/>
                  </a:lnTo>
                  <a:lnTo>
                    <a:pt x="2370284" y="3116972"/>
                  </a:lnTo>
                  <a:lnTo>
                    <a:pt x="2368573" y="3116972"/>
                  </a:lnTo>
                  <a:lnTo>
                    <a:pt x="2366861" y="3116972"/>
                  </a:lnTo>
                  <a:lnTo>
                    <a:pt x="2365150" y="3116972"/>
                  </a:lnTo>
                  <a:lnTo>
                    <a:pt x="2363438" y="3116972"/>
                  </a:lnTo>
                  <a:lnTo>
                    <a:pt x="2361727" y="3116972"/>
                  </a:lnTo>
                  <a:lnTo>
                    <a:pt x="2360016" y="3116972"/>
                  </a:lnTo>
                  <a:lnTo>
                    <a:pt x="2358304" y="3116972"/>
                  </a:lnTo>
                  <a:lnTo>
                    <a:pt x="2356593" y="3116972"/>
                  </a:lnTo>
                  <a:lnTo>
                    <a:pt x="2354881" y="3116972"/>
                  </a:lnTo>
                  <a:lnTo>
                    <a:pt x="2353170" y="3116972"/>
                  </a:lnTo>
                  <a:lnTo>
                    <a:pt x="2351459" y="3116972"/>
                  </a:lnTo>
                  <a:lnTo>
                    <a:pt x="2349747" y="3116972"/>
                  </a:lnTo>
                  <a:lnTo>
                    <a:pt x="2348036" y="3116972"/>
                  </a:lnTo>
                  <a:lnTo>
                    <a:pt x="2346324" y="3116972"/>
                  </a:lnTo>
                  <a:lnTo>
                    <a:pt x="2344613" y="3116972"/>
                  </a:lnTo>
                  <a:lnTo>
                    <a:pt x="2342902" y="3116972"/>
                  </a:lnTo>
                  <a:lnTo>
                    <a:pt x="2341190" y="3116972"/>
                  </a:lnTo>
                  <a:lnTo>
                    <a:pt x="2339479" y="3116972"/>
                  </a:lnTo>
                  <a:lnTo>
                    <a:pt x="2337767" y="3116972"/>
                  </a:lnTo>
                  <a:lnTo>
                    <a:pt x="2336056" y="3116972"/>
                  </a:lnTo>
                  <a:lnTo>
                    <a:pt x="2334345" y="3116972"/>
                  </a:lnTo>
                  <a:lnTo>
                    <a:pt x="2332633" y="3116972"/>
                  </a:lnTo>
                  <a:lnTo>
                    <a:pt x="2330922" y="3116972"/>
                  </a:lnTo>
                  <a:lnTo>
                    <a:pt x="2329210" y="3116972"/>
                  </a:lnTo>
                  <a:lnTo>
                    <a:pt x="2327499" y="3116972"/>
                  </a:lnTo>
                  <a:lnTo>
                    <a:pt x="2325788" y="3116972"/>
                  </a:lnTo>
                  <a:lnTo>
                    <a:pt x="2324076" y="3116972"/>
                  </a:lnTo>
                  <a:lnTo>
                    <a:pt x="2322365" y="3116972"/>
                  </a:lnTo>
                  <a:lnTo>
                    <a:pt x="2320653" y="3116972"/>
                  </a:lnTo>
                  <a:lnTo>
                    <a:pt x="2318942" y="3116972"/>
                  </a:lnTo>
                  <a:lnTo>
                    <a:pt x="2317231" y="3116972"/>
                  </a:lnTo>
                  <a:lnTo>
                    <a:pt x="2315519" y="3116972"/>
                  </a:lnTo>
                  <a:lnTo>
                    <a:pt x="2313808" y="3116972"/>
                  </a:lnTo>
                  <a:lnTo>
                    <a:pt x="2312097" y="3116972"/>
                  </a:lnTo>
                  <a:lnTo>
                    <a:pt x="2310385" y="3116972"/>
                  </a:lnTo>
                  <a:lnTo>
                    <a:pt x="2308674" y="3116972"/>
                  </a:lnTo>
                  <a:lnTo>
                    <a:pt x="2306962" y="3116972"/>
                  </a:lnTo>
                  <a:lnTo>
                    <a:pt x="2305251" y="3116972"/>
                  </a:lnTo>
                  <a:lnTo>
                    <a:pt x="2303540" y="3116972"/>
                  </a:lnTo>
                  <a:lnTo>
                    <a:pt x="2301828" y="3116972"/>
                  </a:lnTo>
                  <a:lnTo>
                    <a:pt x="2300117" y="3116972"/>
                  </a:lnTo>
                  <a:lnTo>
                    <a:pt x="2298405" y="3116972"/>
                  </a:lnTo>
                  <a:lnTo>
                    <a:pt x="2296694" y="3116972"/>
                  </a:lnTo>
                  <a:lnTo>
                    <a:pt x="2294983" y="3116972"/>
                  </a:lnTo>
                  <a:lnTo>
                    <a:pt x="2293271" y="3116972"/>
                  </a:lnTo>
                  <a:lnTo>
                    <a:pt x="2291560" y="3116972"/>
                  </a:lnTo>
                  <a:lnTo>
                    <a:pt x="2289848" y="3116972"/>
                  </a:lnTo>
                  <a:lnTo>
                    <a:pt x="2288137" y="3116972"/>
                  </a:lnTo>
                  <a:lnTo>
                    <a:pt x="2286426" y="3116972"/>
                  </a:lnTo>
                  <a:lnTo>
                    <a:pt x="2284714" y="3116972"/>
                  </a:lnTo>
                  <a:lnTo>
                    <a:pt x="2283003" y="3116972"/>
                  </a:lnTo>
                  <a:lnTo>
                    <a:pt x="2281291" y="3116972"/>
                  </a:lnTo>
                  <a:lnTo>
                    <a:pt x="2279580" y="3116972"/>
                  </a:lnTo>
                  <a:lnTo>
                    <a:pt x="2277869" y="3116972"/>
                  </a:lnTo>
                  <a:lnTo>
                    <a:pt x="2276157" y="3116972"/>
                  </a:lnTo>
                  <a:lnTo>
                    <a:pt x="2274446" y="3116972"/>
                  </a:lnTo>
                  <a:lnTo>
                    <a:pt x="2272734" y="3116972"/>
                  </a:lnTo>
                  <a:lnTo>
                    <a:pt x="2271023" y="3116972"/>
                  </a:lnTo>
                  <a:lnTo>
                    <a:pt x="2269312" y="3116972"/>
                  </a:lnTo>
                  <a:lnTo>
                    <a:pt x="2267600" y="3116972"/>
                  </a:lnTo>
                  <a:lnTo>
                    <a:pt x="2265889" y="3116972"/>
                  </a:lnTo>
                  <a:lnTo>
                    <a:pt x="2264177" y="3116972"/>
                  </a:lnTo>
                  <a:lnTo>
                    <a:pt x="2262466" y="3116972"/>
                  </a:lnTo>
                  <a:lnTo>
                    <a:pt x="2260755" y="3116972"/>
                  </a:lnTo>
                  <a:lnTo>
                    <a:pt x="2259043" y="3116972"/>
                  </a:lnTo>
                  <a:lnTo>
                    <a:pt x="2257332" y="3116972"/>
                  </a:lnTo>
                  <a:lnTo>
                    <a:pt x="2255620" y="3116972"/>
                  </a:lnTo>
                  <a:lnTo>
                    <a:pt x="2253909" y="3116972"/>
                  </a:lnTo>
                  <a:lnTo>
                    <a:pt x="2252198" y="3116972"/>
                  </a:lnTo>
                  <a:lnTo>
                    <a:pt x="2250486" y="3116972"/>
                  </a:lnTo>
                  <a:lnTo>
                    <a:pt x="2248775" y="3116972"/>
                  </a:lnTo>
                  <a:lnTo>
                    <a:pt x="2247063" y="3116972"/>
                  </a:lnTo>
                  <a:lnTo>
                    <a:pt x="2245352" y="3116972"/>
                  </a:lnTo>
                  <a:lnTo>
                    <a:pt x="2243641" y="3116972"/>
                  </a:lnTo>
                  <a:lnTo>
                    <a:pt x="2241929" y="3116972"/>
                  </a:lnTo>
                  <a:lnTo>
                    <a:pt x="2240218" y="3116972"/>
                  </a:lnTo>
                  <a:lnTo>
                    <a:pt x="2238506" y="3116972"/>
                  </a:lnTo>
                  <a:lnTo>
                    <a:pt x="2236795" y="3116972"/>
                  </a:lnTo>
                  <a:lnTo>
                    <a:pt x="2235084" y="3116972"/>
                  </a:lnTo>
                  <a:lnTo>
                    <a:pt x="2233372" y="3116972"/>
                  </a:lnTo>
                  <a:lnTo>
                    <a:pt x="2231661" y="3116972"/>
                  </a:lnTo>
                  <a:lnTo>
                    <a:pt x="2229949" y="3116972"/>
                  </a:lnTo>
                  <a:lnTo>
                    <a:pt x="2228238" y="3116972"/>
                  </a:lnTo>
                  <a:lnTo>
                    <a:pt x="2226527" y="3116972"/>
                  </a:lnTo>
                  <a:lnTo>
                    <a:pt x="2224815" y="3116972"/>
                  </a:lnTo>
                  <a:lnTo>
                    <a:pt x="2223104" y="3116972"/>
                  </a:lnTo>
                  <a:lnTo>
                    <a:pt x="2221392" y="3116972"/>
                  </a:lnTo>
                  <a:lnTo>
                    <a:pt x="2219681" y="3116972"/>
                  </a:lnTo>
                  <a:lnTo>
                    <a:pt x="2217970" y="3116972"/>
                  </a:lnTo>
                  <a:lnTo>
                    <a:pt x="2216258" y="3116972"/>
                  </a:lnTo>
                  <a:lnTo>
                    <a:pt x="2214547" y="3116972"/>
                  </a:lnTo>
                  <a:lnTo>
                    <a:pt x="2212836" y="3116972"/>
                  </a:lnTo>
                  <a:lnTo>
                    <a:pt x="2211124" y="3116972"/>
                  </a:lnTo>
                  <a:lnTo>
                    <a:pt x="2209413" y="3116972"/>
                  </a:lnTo>
                  <a:lnTo>
                    <a:pt x="2207701" y="3116972"/>
                  </a:lnTo>
                  <a:lnTo>
                    <a:pt x="2205990" y="3116972"/>
                  </a:lnTo>
                  <a:lnTo>
                    <a:pt x="2204279" y="3116972"/>
                  </a:lnTo>
                  <a:lnTo>
                    <a:pt x="2202567" y="3116972"/>
                  </a:lnTo>
                  <a:lnTo>
                    <a:pt x="2200856" y="3116972"/>
                  </a:lnTo>
                  <a:lnTo>
                    <a:pt x="2199144" y="3116972"/>
                  </a:lnTo>
                  <a:lnTo>
                    <a:pt x="2197433" y="3116972"/>
                  </a:lnTo>
                  <a:lnTo>
                    <a:pt x="2195722" y="3116972"/>
                  </a:lnTo>
                  <a:lnTo>
                    <a:pt x="2194010" y="3116972"/>
                  </a:lnTo>
                  <a:lnTo>
                    <a:pt x="2192299" y="3116972"/>
                  </a:lnTo>
                  <a:lnTo>
                    <a:pt x="2190587" y="3116972"/>
                  </a:lnTo>
                  <a:lnTo>
                    <a:pt x="2188876" y="3116972"/>
                  </a:lnTo>
                  <a:lnTo>
                    <a:pt x="2187165" y="3116972"/>
                  </a:lnTo>
                  <a:lnTo>
                    <a:pt x="2185453" y="3116972"/>
                  </a:lnTo>
                  <a:lnTo>
                    <a:pt x="2183742" y="3116972"/>
                  </a:lnTo>
                  <a:lnTo>
                    <a:pt x="2182030" y="3116972"/>
                  </a:lnTo>
                  <a:lnTo>
                    <a:pt x="2180319" y="3116972"/>
                  </a:lnTo>
                  <a:lnTo>
                    <a:pt x="2178608" y="3116972"/>
                  </a:lnTo>
                  <a:lnTo>
                    <a:pt x="2176896" y="3116972"/>
                  </a:lnTo>
                  <a:lnTo>
                    <a:pt x="2175185" y="3116972"/>
                  </a:lnTo>
                  <a:lnTo>
                    <a:pt x="2173473" y="3116972"/>
                  </a:lnTo>
                  <a:lnTo>
                    <a:pt x="2171762" y="3116972"/>
                  </a:lnTo>
                  <a:lnTo>
                    <a:pt x="2170051" y="3116972"/>
                  </a:lnTo>
                  <a:lnTo>
                    <a:pt x="2168339" y="3116972"/>
                  </a:lnTo>
                  <a:lnTo>
                    <a:pt x="2166628" y="3116972"/>
                  </a:lnTo>
                  <a:lnTo>
                    <a:pt x="2164916" y="3116972"/>
                  </a:lnTo>
                  <a:lnTo>
                    <a:pt x="2163205" y="3116972"/>
                  </a:lnTo>
                  <a:lnTo>
                    <a:pt x="2161494" y="3116972"/>
                  </a:lnTo>
                  <a:lnTo>
                    <a:pt x="2159782" y="3116972"/>
                  </a:lnTo>
                  <a:lnTo>
                    <a:pt x="2158071" y="3116972"/>
                  </a:lnTo>
                  <a:lnTo>
                    <a:pt x="2156359" y="3116972"/>
                  </a:lnTo>
                  <a:lnTo>
                    <a:pt x="2154648" y="3116972"/>
                  </a:lnTo>
                  <a:lnTo>
                    <a:pt x="2152937" y="3116972"/>
                  </a:lnTo>
                  <a:lnTo>
                    <a:pt x="2151225" y="3116972"/>
                  </a:lnTo>
                  <a:lnTo>
                    <a:pt x="2149514" y="3116972"/>
                  </a:lnTo>
                  <a:lnTo>
                    <a:pt x="2147802" y="3116972"/>
                  </a:lnTo>
                  <a:lnTo>
                    <a:pt x="2146091" y="3116972"/>
                  </a:lnTo>
                  <a:lnTo>
                    <a:pt x="2144380" y="3116972"/>
                  </a:lnTo>
                  <a:lnTo>
                    <a:pt x="2142668" y="3116972"/>
                  </a:lnTo>
                  <a:lnTo>
                    <a:pt x="2140957" y="3116972"/>
                  </a:lnTo>
                  <a:lnTo>
                    <a:pt x="2139245" y="3116972"/>
                  </a:lnTo>
                  <a:lnTo>
                    <a:pt x="2137534" y="3116972"/>
                  </a:lnTo>
                  <a:lnTo>
                    <a:pt x="2135823" y="3116972"/>
                  </a:lnTo>
                  <a:lnTo>
                    <a:pt x="2134111" y="3116972"/>
                  </a:lnTo>
                  <a:lnTo>
                    <a:pt x="2132400" y="3116972"/>
                  </a:lnTo>
                  <a:lnTo>
                    <a:pt x="2130688" y="3116972"/>
                  </a:lnTo>
                  <a:lnTo>
                    <a:pt x="2128977" y="3116972"/>
                  </a:lnTo>
                  <a:lnTo>
                    <a:pt x="2127266" y="3116972"/>
                  </a:lnTo>
                  <a:lnTo>
                    <a:pt x="2125554" y="3116972"/>
                  </a:lnTo>
                  <a:lnTo>
                    <a:pt x="2123843" y="3116972"/>
                  </a:lnTo>
                  <a:lnTo>
                    <a:pt x="2122131" y="3116972"/>
                  </a:lnTo>
                  <a:lnTo>
                    <a:pt x="2120420" y="3116972"/>
                  </a:lnTo>
                  <a:lnTo>
                    <a:pt x="2118709" y="3116972"/>
                  </a:lnTo>
                  <a:lnTo>
                    <a:pt x="2116997" y="3116972"/>
                  </a:lnTo>
                  <a:lnTo>
                    <a:pt x="2115286" y="3116972"/>
                  </a:lnTo>
                  <a:lnTo>
                    <a:pt x="2113574" y="3116972"/>
                  </a:lnTo>
                  <a:lnTo>
                    <a:pt x="2111863" y="3116972"/>
                  </a:lnTo>
                  <a:lnTo>
                    <a:pt x="2110152" y="3116972"/>
                  </a:lnTo>
                  <a:lnTo>
                    <a:pt x="2108440" y="3116972"/>
                  </a:lnTo>
                  <a:lnTo>
                    <a:pt x="2106729" y="3116972"/>
                  </a:lnTo>
                  <a:lnTo>
                    <a:pt x="2105018" y="3116972"/>
                  </a:lnTo>
                  <a:lnTo>
                    <a:pt x="2103306" y="3116972"/>
                  </a:lnTo>
                  <a:lnTo>
                    <a:pt x="2101595" y="3116972"/>
                  </a:lnTo>
                  <a:lnTo>
                    <a:pt x="2099883" y="3116972"/>
                  </a:lnTo>
                  <a:lnTo>
                    <a:pt x="2098172" y="3116972"/>
                  </a:lnTo>
                  <a:lnTo>
                    <a:pt x="2096461" y="3116972"/>
                  </a:lnTo>
                  <a:lnTo>
                    <a:pt x="2094749" y="3116972"/>
                  </a:lnTo>
                  <a:lnTo>
                    <a:pt x="2093038" y="3116972"/>
                  </a:lnTo>
                  <a:lnTo>
                    <a:pt x="2091326" y="3116972"/>
                  </a:lnTo>
                  <a:lnTo>
                    <a:pt x="2089615" y="3116972"/>
                  </a:lnTo>
                  <a:lnTo>
                    <a:pt x="2087904" y="3116972"/>
                  </a:lnTo>
                  <a:lnTo>
                    <a:pt x="2086192" y="3116972"/>
                  </a:lnTo>
                  <a:lnTo>
                    <a:pt x="2084481" y="3116972"/>
                  </a:lnTo>
                  <a:lnTo>
                    <a:pt x="2082769" y="3116972"/>
                  </a:lnTo>
                  <a:lnTo>
                    <a:pt x="2081058" y="3116972"/>
                  </a:lnTo>
                  <a:lnTo>
                    <a:pt x="2079347" y="3116972"/>
                  </a:lnTo>
                  <a:lnTo>
                    <a:pt x="2077635" y="3116972"/>
                  </a:lnTo>
                  <a:lnTo>
                    <a:pt x="2075924" y="3116972"/>
                  </a:lnTo>
                  <a:lnTo>
                    <a:pt x="2074212" y="3116972"/>
                  </a:lnTo>
                  <a:lnTo>
                    <a:pt x="2072501" y="3116972"/>
                  </a:lnTo>
                  <a:lnTo>
                    <a:pt x="2070790" y="3116972"/>
                  </a:lnTo>
                  <a:lnTo>
                    <a:pt x="2069078" y="3116972"/>
                  </a:lnTo>
                  <a:lnTo>
                    <a:pt x="2067367" y="3116972"/>
                  </a:lnTo>
                  <a:lnTo>
                    <a:pt x="2065655" y="3116972"/>
                  </a:lnTo>
                  <a:lnTo>
                    <a:pt x="2063944" y="3116972"/>
                  </a:lnTo>
                  <a:lnTo>
                    <a:pt x="2062233" y="3116972"/>
                  </a:lnTo>
                  <a:lnTo>
                    <a:pt x="2060521" y="3116972"/>
                  </a:lnTo>
                  <a:lnTo>
                    <a:pt x="2058810" y="3116972"/>
                  </a:lnTo>
                  <a:lnTo>
                    <a:pt x="2057098" y="3116972"/>
                  </a:lnTo>
                  <a:lnTo>
                    <a:pt x="2055387" y="3116972"/>
                  </a:lnTo>
                  <a:lnTo>
                    <a:pt x="2053676" y="3116972"/>
                  </a:lnTo>
                  <a:lnTo>
                    <a:pt x="2051964" y="3116972"/>
                  </a:lnTo>
                  <a:lnTo>
                    <a:pt x="2050253" y="3116972"/>
                  </a:lnTo>
                  <a:lnTo>
                    <a:pt x="2048541" y="3116972"/>
                  </a:lnTo>
                  <a:lnTo>
                    <a:pt x="2046830" y="3116972"/>
                  </a:lnTo>
                  <a:lnTo>
                    <a:pt x="2045119" y="3116972"/>
                  </a:lnTo>
                  <a:lnTo>
                    <a:pt x="2043407" y="3116972"/>
                  </a:lnTo>
                  <a:lnTo>
                    <a:pt x="2041696" y="3116972"/>
                  </a:lnTo>
                  <a:lnTo>
                    <a:pt x="2039984" y="3116972"/>
                  </a:lnTo>
                  <a:lnTo>
                    <a:pt x="2038273" y="3116972"/>
                  </a:lnTo>
                  <a:lnTo>
                    <a:pt x="2036562" y="3116972"/>
                  </a:lnTo>
                  <a:lnTo>
                    <a:pt x="2034850" y="3116972"/>
                  </a:lnTo>
                  <a:lnTo>
                    <a:pt x="2033139" y="3116972"/>
                  </a:lnTo>
                  <a:lnTo>
                    <a:pt x="2031427" y="3116972"/>
                  </a:lnTo>
                  <a:lnTo>
                    <a:pt x="2029716" y="3116972"/>
                  </a:lnTo>
                  <a:lnTo>
                    <a:pt x="2028005" y="3116972"/>
                  </a:lnTo>
                  <a:lnTo>
                    <a:pt x="2026293" y="3116972"/>
                  </a:lnTo>
                  <a:lnTo>
                    <a:pt x="2024582" y="3116972"/>
                  </a:lnTo>
                  <a:lnTo>
                    <a:pt x="2022870" y="3116972"/>
                  </a:lnTo>
                  <a:lnTo>
                    <a:pt x="2021159" y="3116972"/>
                  </a:lnTo>
                  <a:lnTo>
                    <a:pt x="2019448" y="3116972"/>
                  </a:lnTo>
                  <a:lnTo>
                    <a:pt x="2017736" y="3116972"/>
                  </a:lnTo>
                  <a:lnTo>
                    <a:pt x="2016025" y="3116972"/>
                  </a:lnTo>
                  <a:lnTo>
                    <a:pt x="2014313" y="3116972"/>
                  </a:lnTo>
                  <a:lnTo>
                    <a:pt x="2012602" y="3116972"/>
                  </a:lnTo>
                  <a:lnTo>
                    <a:pt x="2010891" y="3116972"/>
                  </a:lnTo>
                  <a:lnTo>
                    <a:pt x="2009179" y="3116972"/>
                  </a:lnTo>
                  <a:lnTo>
                    <a:pt x="2007468" y="3116972"/>
                  </a:lnTo>
                  <a:lnTo>
                    <a:pt x="2005756" y="3116972"/>
                  </a:lnTo>
                  <a:lnTo>
                    <a:pt x="2004045" y="3116972"/>
                  </a:lnTo>
                  <a:lnTo>
                    <a:pt x="2002334" y="3116972"/>
                  </a:lnTo>
                  <a:lnTo>
                    <a:pt x="2000622" y="3116972"/>
                  </a:lnTo>
                  <a:lnTo>
                    <a:pt x="1998911" y="3116972"/>
                  </a:lnTo>
                  <a:lnTo>
                    <a:pt x="1997200" y="3116972"/>
                  </a:lnTo>
                  <a:lnTo>
                    <a:pt x="1995488" y="3116972"/>
                  </a:lnTo>
                  <a:lnTo>
                    <a:pt x="1993777" y="3116972"/>
                  </a:lnTo>
                  <a:lnTo>
                    <a:pt x="1992065" y="3116972"/>
                  </a:lnTo>
                  <a:lnTo>
                    <a:pt x="1990354" y="3116972"/>
                  </a:lnTo>
                  <a:lnTo>
                    <a:pt x="1988643" y="3116972"/>
                  </a:lnTo>
                  <a:lnTo>
                    <a:pt x="1986931" y="3116972"/>
                  </a:lnTo>
                  <a:lnTo>
                    <a:pt x="1985220" y="3116972"/>
                  </a:lnTo>
                  <a:lnTo>
                    <a:pt x="1983508" y="3116972"/>
                  </a:lnTo>
                  <a:lnTo>
                    <a:pt x="1981797" y="3116972"/>
                  </a:lnTo>
                  <a:lnTo>
                    <a:pt x="1980086" y="3116972"/>
                  </a:lnTo>
                  <a:lnTo>
                    <a:pt x="1978374" y="3116972"/>
                  </a:lnTo>
                  <a:lnTo>
                    <a:pt x="1976663" y="3116972"/>
                  </a:lnTo>
                  <a:lnTo>
                    <a:pt x="1974951" y="3116972"/>
                  </a:lnTo>
                  <a:lnTo>
                    <a:pt x="1973240" y="3116972"/>
                  </a:lnTo>
                  <a:lnTo>
                    <a:pt x="1971529" y="3116972"/>
                  </a:lnTo>
                  <a:lnTo>
                    <a:pt x="1969817" y="3116972"/>
                  </a:lnTo>
                  <a:lnTo>
                    <a:pt x="1968106" y="3116972"/>
                  </a:lnTo>
                  <a:lnTo>
                    <a:pt x="1966394" y="3116972"/>
                  </a:lnTo>
                  <a:lnTo>
                    <a:pt x="1964683" y="3116972"/>
                  </a:lnTo>
                  <a:lnTo>
                    <a:pt x="1962972" y="3116972"/>
                  </a:lnTo>
                  <a:lnTo>
                    <a:pt x="1961260" y="3116972"/>
                  </a:lnTo>
                  <a:lnTo>
                    <a:pt x="1959549" y="3116972"/>
                  </a:lnTo>
                  <a:lnTo>
                    <a:pt x="1957837" y="3116972"/>
                  </a:lnTo>
                  <a:lnTo>
                    <a:pt x="1956126" y="3116972"/>
                  </a:lnTo>
                  <a:lnTo>
                    <a:pt x="1954415" y="3116972"/>
                  </a:lnTo>
                  <a:lnTo>
                    <a:pt x="1952703" y="3116972"/>
                  </a:lnTo>
                  <a:lnTo>
                    <a:pt x="1950992" y="3116972"/>
                  </a:lnTo>
                  <a:lnTo>
                    <a:pt x="1949280" y="3116972"/>
                  </a:lnTo>
                  <a:lnTo>
                    <a:pt x="1947569" y="3116972"/>
                  </a:lnTo>
                  <a:lnTo>
                    <a:pt x="1945858" y="3116972"/>
                  </a:lnTo>
                  <a:lnTo>
                    <a:pt x="1944146" y="3116972"/>
                  </a:lnTo>
                  <a:lnTo>
                    <a:pt x="1942435" y="3116972"/>
                  </a:lnTo>
                  <a:lnTo>
                    <a:pt x="1940723" y="3116972"/>
                  </a:lnTo>
                  <a:lnTo>
                    <a:pt x="1939012" y="3116972"/>
                  </a:lnTo>
                  <a:lnTo>
                    <a:pt x="1937301" y="3116972"/>
                  </a:lnTo>
                  <a:lnTo>
                    <a:pt x="1935589" y="3116972"/>
                  </a:lnTo>
                  <a:lnTo>
                    <a:pt x="1933878" y="3116972"/>
                  </a:lnTo>
                  <a:lnTo>
                    <a:pt x="1932166" y="3116972"/>
                  </a:lnTo>
                  <a:lnTo>
                    <a:pt x="1930455" y="3116972"/>
                  </a:lnTo>
                  <a:lnTo>
                    <a:pt x="1928744" y="3116972"/>
                  </a:lnTo>
                  <a:lnTo>
                    <a:pt x="1927032" y="3116972"/>
                  </a:lnTo>
                  <a:lnTo>
                    <a:pt x="1925321" y="3116972"/>
                  </a:lnTo>
                  <a:lnTo>
                    <a:pt x="1923609" y="3116972"/>
                  </a:lnTo>
                  <a:lnTo>
                    <a:pt x="1921898" y="3116972"/>
                  </a:lnTo>
                  <a:lnTo>
                    <a:pt x="1920187" y="3116972"/>
                  </a:lnTo>
                  <a:lnTo>
                    <a:pt x="1918475" y="3116972"/>
                  </a:lnTo>
                  <a:lnTo>
                    <a:pt x="1916764" y="3116972"/>
                  </a:lnTo>
                  <a:lnTo>
                    <a:pt x="1915052" y="3116972"/>
                  </a:lnTo>
                  <a:lnTo>
                    <a:pt x="1913341" y="3116972"/>
                  </a:lnTo>
                  <a:lnTo>
                    <a:pt x="1911630" y="3116972"/>
                  </a:lnTo>
                  <a:lnTo>
                    <a:pt x="1909918" y="3116972"/>
                  </a:lnTo>
                  <a:lnTo>
                    <a:pt x="1908207" y="3116972"/>
                  </a:lnTo>
                  <a:lnTo>
                    <a:pt x="1906495" y="3116972"/>
                  </a:lnTo>
                  <a:lnTo>
                    <a:pt x="1904784" y="3116972"/>
                  </a:lnTo>
                  <a:lnTo>
                    <a:pt x="1903073" y="3116972"/>
                  </a:lnTo>
                  <a:lnTo>
                    <a:pt x="1901361" y="3116972"/>
                  </a:lnTo>
                  <a:lnTo>
                    <a:pt x="1899650" y="3116972"/>
                  </a:lnTo>
                  <a:lnTo>
                    <a:pt x="1897938" y="3116972"/>
                  </a:lnTo>
                  <a:lnTo>
                    <a:pt x="1896227" y="3116972"/>
                  </a:lnTo>
                  <a:lnTo>
                    <a:pt x="1894516" y="3116972"/>
                  </a:lnTo>
                  <a:lnTo>
                    <a:pt x="1892804" y="3116972"/>
                  </a:lnTo>
                  <a:lnTo>
                    <a:pt x="1891093" y="3116972"/>
                  </a:lnTo>
                  <a:lnTo>
                    <a:pt x="1889382" y="3116972"/>
                  </a:lnTo>
                  <a:lnTo>
                    <a:pt x="1887670" y="3116972"/>
                  </a:lnTo>
                  <a:lnTo>
                    <a:pt x="1885959" y="3116972"/>
                  </a:lnTo>
                  <a:lnTo>
                    <a:pt x="1884247" y="3116972"/>
                  </a:lnTo>
                  <a:lnTo>
                    <a:pt x="1882536" y="3116972"/>
                  </a:lnTo>
                  <a:lnTo>
                    <a:pt x="1880825" y="3116972"/>
                  </a:lnTo>
                  <a:lnTo>
                    <a:pt x="1879113" y="3116972"/>
                  </a:lnTo>
                  <a:lnTo>
                    <a:pt x="1877402" y="3116972"/>
                  </a:lnTo>
                  <a:lnTo>
                    <a:pt x="1875690" y="3116972"/>
                  </a:lnTo>
                  <a:lnTo>
                    <a:pt x="1873979" y="3116972"/>
                  </a:lnTo>
                  <a:lnTo>
                    <a:pt x="1872268" y="3116972"/>
                  </a:lnTo>
                  <a:lnTo>
                    <a:pt x="1870556" y="3116972"/>
                  </a:lnTo>
                  <a:lnTo>
                    <a:pt x="1868845" y="3116972"/>
                  </a:lnTo>
                  <a:lnTo>
                    <a:pt x="1867133" y="3116972"/>
                  </a:lnTo>
                  <a:lnTo>
                    <a:pt x="1865422" y="3116972"/>
                  </a:lnTo>
                  <a:lnTo>
                    <a:pt x="1863711" y="3116972"/>
                  </a:lnTo>
                  <a:lnTo>
                    <a:pt x="1861999" y="3116972"/>
                  </a:lnTo>
                  <a:lnTo>
                    <a:pt x="1860288" y="3116972"/>
                  </a:lnTo>
                  <a:lnTo>
                    <a:pt x="1858576" y="3116972"/>
                  </a:lnTo>
                  <a:lnTo>
                    <a:pt x="1856865" y="3116972"/>
                  </a:lnTo>
                  <a:lnTo>
                    <a:pt x="1855154" y="3116972"/>
                  </a:lnTo>
                  <a:lnTo>
                    <a:pt x="1853442" y="3116972"/>
                  </a:lnTo>
                  <a:lnTo>
                    <a:pt x="1851731" y="3116972"/>
                  </a:lnTo>
                  <a:lnTo>
                    <a:pt x="1850019" y="3116972"/>
                  </a:lnTo>
                  <a:lnTo>
                    <a:pt x="1848308" y="3116972"/>
                  </a:lnTo>
                  <a:lnTo>
                    <a:pt x="1846597" y="3116972"/>
                  </a:lnTo>
                  <a:lnTo>
                    <a:pt x="1844885" y="3116972"/>
                  </a:lnTo>
                  <a:lnTo>
                    <a:pt x="1843174" y="3116972"/>
                  </a:lnTo>
                  <a:lnTo>
                    <a:pt x="1841462" y="3116972"/>
                  </a:lnTo>
                  <a:lnTo>
                    <a:pt x="1839751" y="3116972"/>
                  </a:lnTo>
                  <a:lnTo>
                    <a:pt x="1838040" y="3116972"/>
                  </a:lnTo>
                  <a:lnTo>
                    <a:pt x="1836328" y="3116972"/>
                  </a:lnTo>
                  <a:lnTo>
                    <a:pt x="1834617" y="3116972"/>
                  </a:lnTo>
                  <a:lnTo>
                    <a:pt x="1832905" y="3116972"/>
                  </a:lnTo>
                  <a:lnTo>
                    <a:pt x="1831194" y="3116972"/>
                  </a:lnTo>
                  <a:lnTo>
                    <a:pt x="1829483" y="3116972"/>
                  </a:lnTo>
                  <a:lnTo>
                    <a:pt x="1827771" y="3116972"/>
                  </a:lnTo>
                  <a:lnTo>
                    <a:pt x="1826060" y="3116972"/>
                  </a:lnTo>
                  <a:lnTo>
                    <a:pt x="1824348" y="3116972"/>
                  </a:lnTo>
                  <a:lnTo>
                    <a:pt x="1822637" y="3116972"/>
                  </a:lnTo>
                  <a:lnTo>
                    <a:pt x="1820926" y="3116972"/>
                  </a:lnTo>
                  <a:lnTo>
                    <a:pt x="1819214" y="3116972"/>
                  </a:lnTo>
                  <a:lnTo>
                    <a:pt x="1817503" y="3116972"/>
                  </a:lnTo>
                  <a:lnTo>
                    <a:pt x="1815791" y="3116972"/>
                  </a:lnTo>
                  <a:lnTo>
                    <a:pt x="1814080" y="3116972"/>
                  </a:lnTo>
                  <a:lnTo>
                    <a:pt x="1812369" y="3116972"/>
                  </a:lnTo>
                  <a:lnTo>
                    <a:pt x="1810657" y="3116972"/>
                  </a:lnTo>
                  <a:lnTo>
                    <a:pt x="1808946" y="3116972"/>
                  </a:lnTo>
                  <a:lnTo>
                    <a:pt x="1807234" y="3116972"/>
                  </a:lnTo>
                  <a:lnTo>
                    <a:pt x="1805523" y="3116972"/>
                  </a:lnTo>
                  <a:lnTo>
                    <a:pt x="1803812" y="3116972"/>
                  </a:lnTo>
                  <a:lnTo>
                    <a:pt x="1802100" y="3116972"/>
                  </a:lnTo>
                  <a:lnTo>
                    <a:pt x="1800389" y="3116972"/>
                  </a:lnTo>
                  <a:lnTo>
                    <a:pt x="1798677" y="3116972"/>
                  </a:lnTo>
                  <a:lnTo>
                    <a:pt x="1796966" y="3116972"/>
                  </a:lnTo>
                  <a:lnTo>
                    <a:pt x="1795255" y="3116972"/>
                  </a:lnTo>
                  <a:lnTo>
                    <a:pt x="1793543" y="3116972"/>
                  </a:lnTo>
                  <a:lnTo>
                    <a:pt x="1791832" y="3116972"/>
                  </a:lnTo>
                  <a:lnTo>
                    <a:pt x="1790121" y="3116972"/>
                  </a:lnTo>
                  <a:lnTo>
                    <a:pt x="1788409" y="3116972"/>
                  </a:lnTo>
                  <a:lnTo>
                    <a:pt x="1786698" y="3116972"/>
                  </a:lnTo>
                  <a:lnTo>
                    <a:pt x="1784986" y="3116972"/>
                  </a:lnTo>
                  <a:lnTo>
                    <a:pt x="1783275" y="3116972"/>
                  </a:lnTo>
                  <a:lnTo>
                    <a:pt x="1781564" y="3116972"/>
                  </a:lnTo>
                  <a:lnTo>
                    <a:pt x="1779852" y="3116972"/>
                  </a:lnTo>
                  <a:lnTo>
                    <a:pt x="1778141" y="3116972"/>
                  </a:lnTo>
                  <a:lnTo>
                    <a:pt x="1776429" y="3116972"/>
                  </a:lnTo>
                  <a:lnTo>
                    <a:pt x="1774718" y="3116972"/>
                  </a:lnTo>
                  <a:lnTo>
                    <a:pt x="1773007" y="3116972"/>
                  </a:lnTo>
                  <a:lnTo>
                    <a:pt x="1771295" y="3116972"/>
                  </a:lnTo>
                  <a:lnTo>
                    <a:pt x="1769584" y="3116972"/>
                  </a:lnTo>
                  <a:lnTo>
                    <a:pt x="1767872" y="3116972"/>
                  </a:lnTo>
                  <a:lnTo>
                    <a:pt x="1766161" y="3116972"/>
                  </a:lnTo>
                  <a:lnTo>
                    <a:pt x="1764450" y="3116972"/>
                  </a:lnTo>
                  <a:lnTo>
                    <a:pt x="1762738" y="3116972"/>
                  </a:lnTo>
                  <a:lnTo>
                    <a:pt x="1761027" y="3116972"/>
                  </a:lnTo>
                  <a:lnTo>
                    <a:pt x="1759315" y="3116972"/>
                  </a:lnTo>
                  <a:lnTo>
                    <a:pt x="1757604" y="3116972"/>
                  </a:lnTo>
                  <a:lnTo>
                    <a:pt x="1755893" y="3116972"/>
                  </a:lnTo>
                  <a:lnTo>
                    <a:pt x="1754181" y="3116972"/>
                  </a:lnTo>
                  <a:lnTo>
                    <a:pt x="1752470" y="3116972"/>
                  </a:lnTo>
                  <a:lnTo>
                    <a:pt x="1750758" y="3116972"/>
                  </a:lnTo>
                  <a:lnTo>
                    <a:pt x="1749047" y="3116972"/>
                  </a:lnTo>
                  <a:lnTo>
                    <a:pt x="1747336" y="3116972"/>
                  </a:lnTo>
                  <a:lnTo>
                    <a:pt x="1745624" y="3116972"/>
                  </a:lnTo>
                  <a:lnTo>
                    <a:pt x="1743913" y="3116972"/>
                  </a:lnTo>
                  <a:lnTo>
                    <a:pt x="1742201" y="3116972"/>
                  </a:lnTo>
                  <a:lnTo>
                    <a:pt x="1740490" y="3116972"/>
                  </a:lnTo>
                  <a:lnTo>
                    <a:pt x="1738779" y="3116972"/>
                  </a:lnTo>
                  <a:lnTo>
                    <a:pt x="1737067" y="3116972"/>
                  </a:lnTo>
                  <a:lnTo>
                    <a:pt x="1735356" y="3116972"/>
                  </a:lnTo>
                  <a:lnTo>
                    <a:pt x="1733644" y="3116972"/>
                  </a:lnTo>
                  <a:lnTo>
                    <a:pt x="1731933" y="3116972"/>
                  </a:lnTo>
                  <a:lnTo>
                    <a:pt x="1730222" y="3116972"/>
                  </a:lnTo>
                  <a:lnTo>
                    <a:pt x="1728510" y="3116972"/>
                  </a:lnTo>
                  <a:lnTo>
                    <a:pt x="1726799" y="3116972"/>
                  </a:lnTo>
                  <a:lnTo>
                    <a:pt x="1725087" y="3116972"/>
                  </a:lnTo>
                  <a:lnTo>
                    <a:pt x="1723376" y="3116972"/>
                  </a:lnTo>
                  <a:lnTo>
                    <a:pt x="1721665" y="3116972"/>
                  </a:lnTo>
                  <a:lnTo>
                    <a:pt x="1719953" y="3116972"/>
                  </a:lnTo>
                  <a:lnTo>
                    <a:pt x="1718242" y="3116972"/>
                  </a:lnTo>
                  <a:lnTo>
                    <a:pt x="1716530" y="3116972"/>
                  </a:lnTo>
                  <a:lnTo>
                    <a:pt x="1714819" y="3116972"/>
                  </a:lnTo>
                  <a:lnTo>
                    <a:pt x="1713108" y="3116972"/>
                  </a:lnTo>
                  <a:lnTo>
                    <a:pt x="1711396" y="3116972"/>
                  </a:lnTo>
                  <a:lnTo>
                    <a:pt x="1709685" y="3116972"/>
                  </a:lnTo>
                  <a:lnTo>
                    <a:pt x="1707973" y="3116972"/>
                  </a:lnTo>
                  <a:lnTo>
                    <a:pt x="1706262" y="3116972"/>
                  </a:lnTo>
                  <a:lnTo>
                    <a:pt x="1704551" y="3116972"/>
                  </a:lnTo>
                  <a:lnTo>
                    <a:pt x="1702839" y="3116972"/>
                  </a:lnTo>
                  <a:lnTo>
                    <a:pt x="1701128" y="3116972"/>
                  </a:lnTo>
                  <a:lnTo>
                    <a:pt x="1699416" y="3116972"/>
                  </a:lnTo>
                  <a:lnTo>
                    <a:pt x="1697705" y="3116972"/>
                  </a:lnTo>
                  <a:lnTo>
                    <a:pt x="1695994" y="3116972"/>
                  </a:lnTo>
                  <a:lnTo>
                    <a:pt x="1694282" y="3116972"/>
                  </a:lnTo>
                  <a:lnTo>
                    <a:pt x="1692571" y="3116972"/>
                  </a:lnTo>
                  <a:lnTo>
                    <a:pt x="1690859" y="3116972"/>
                  </a:lnTo>
                  <a:lnTo>
                    <a:pt x="1689148" y="3116972"/>
                  </a:lnTo>
                  <a:lnTo>
                    <a:pt x="1687437" y="3116972"/>
                  </a:lnTo>
                  <a:lnTo>
                    <a:pt x="1685725" y="3116972"/>
                  </a:lnTo>
                  <a:lnTo>
                    <a:pt x="1684014" y="3116972"/>
                  </a:lnTo>
                  <a:lnTo>
                    <a:pt x="1682303" y="3116972"/>
                  </a:lnTo>
                  <a:lnTo>
                    <a:pt x="1680591" y="3116972"/>
                  </a:lnTo>
                  <a:lnTo>
                    <a:pt x="1678880" y="3116972"/>
                  </a:lnTo>
                  <a:lnTo>
                    <a:pt x="1677168" y="3116972"/>
                  </a:lnTo>
                  <a:lnTo>
                    <a:pt x="1675457" y="3116972"/>
                  </a:lnTo>
                  <a:lnTo>
                    <a:pt x="1673746" y="3116972"/>
                  </a:lnTo>
                  <a:lnTo>
                    <a:pt x="1672034" y="3116972"/>
                  </a:lnTo>
                  <a:lnTo>
                    <a:pt x="1670323" y="3116972"/>
                  </a:lnTo>
                  <a:lnTo>
                    <a:pt x="1668611" y="3116972"/>
                  </a:lnTo>
                  <a:lnTo>
                    <a:pt x="1666900" y="3116972"/>
                  </a:lnTo>
                  <a:lnTo>
                    <a:pt x="1665189" y="3116972"/>
                  </a:lnTo>
                  <a:lnTo>
                    <a:pt x="1663477" y="3116972"/>
                  </a:lnTo>
                  <a:lnTo>
                    <a:pt x="1661766" y="3116972"/>
                  </a:lnTo>
                  <a:lnTo>
                    <a:pt x="1660054" y="3116972"/>
                  </a:lnTo>
                  <a:lnTo>
                    <a:pt x="1658343" y="3116972"/>
                  </a:lnTo>
                  <a:lnTo>
                    <a:pt x="1656632" y="3116972"/>
                  </a:lnTo>
                  <a:lnTo>
                    <a:pt x="1654920" y="3116972"/>
                  </a:lnTo>
                  <a:lnTo>
                    <a:pt x="1653209" y="3116972"/>
                  </a:lnTo>
                  <a:lnTo>
                    <a:pt x="1651497" y="3116972"/>
                  </a:lnTo>
                  <a:lnTo>
                    <a:pt x="1649786" y="3116972"/>
                  </a:lnTo>
                  <a:lnTo>
                    <a:pt x="1648075" y="3116972"/>
                  </a:lnTo>
                  <a:lnTo>
                    <a:pt x="1646363" y="3116972"/>
                  </a:lnTo>
                  <a:lnTo>
                    <a:pt x="1644652" y="3116972"/>
                  </a:lnTo>
                  <a:lnTo>
                    <a:pt x="1642940" y="3116972"/>
                  </a:lnTo>
                  <a:lnTo>
                    <a:pt x="1641229" y="3116972"/>
                  </a:lnTo>
                  <a:lnTo>
                    <a:pt x="1639518" y="3116972"/>
                  </a:lnTo>
                  <a:lnTo>
                    <a:pt x="1637806" y="3116972"/>
                  </a:lnTo>
                  <a:lnTo>
                    <a:pt x="1636095" y="3116972"/>
                  </a:lnTo>
                  <a:lnTo>
                    <a:pt x="1634383" y="3116972"/>
                  </a:lnTo>
                  <a:lnTo>
                    <a:pt x="1632672" y="3116972"/>
                  </a:lnTo>
                  <a:lnTo>
                    <a:pt x="1630961" y="3116972"/>
                  </a:lnTo>
                  <a:lnTo>
                    <a:pt x="1629249" y="3116972"/>
                  </a:lnTo>
                  <a:lnTo>
                    <a:pt x="1627538" y="3116972"/>
                  </a:lnTo>
                  <a:lnTo>
                    <a:pt x="1625826" y="3116972"/>
                  </a:lnTo>
                  <a:lnTo>
                    <a:pt x="1624115" y="3116972"/>
                  </a:lnTo>
                  <a:lnTo>
                    <a:pt x="1622404" y="3116972"/>
                  </a:lnTo>
                  <a:lnTo>
                    <a:pt x="1620692" y="3116972"/>
                  </a:lnTo>
                  <a:lnTo>
                    <a:pt x="1618981" y="3116972"/>
                  </a:lnTo>
                  <a:lnTo>
                    <a:pt x="1617269" y="3116972"/>
                  </a:lnTo>
                  <a:lnTo>
                    <a:pt x="1615558" y="3116972"/>
                  </a:lnTo>
                  <a:lnTo>
                    <a:pt x="1613847" y="3116972"/>
                  </a:lnTo>
                  <a:lnTo>
                    <a:pt x="1612135" y="3116972"/>
                  </a:lnTo>
                  <a:lnTo>
                    <a:pt x="1610424" y="3116972"/>
                  </a:lnTo>
                  <a:lnTo>
                    <a:pt x="1608712" y="3116972"/>
                  </a:lnTo>
                  <a:lnTo>
                    <a:pt x="1607001" y="3116972"/>
                  </a:lnTo>
                  <a:lnTo>
                    <a:pt x="1605290" y="3116972"/>
                  </a:lnTo>
                  <a:lnTo>
                    <a:pt x="1603578" y="3116972"/>
                  </a:lnTo>
                  <a:lnTo>
                    <a:pt x="1601867" y="3116972"/>
                  </a:lnTo>
                  <a:lnTo>
                    <a:pt x="1600155" y="3116972"/>
                  </a:lnTo>
                  <a:lnTo>
                    <a:pt x="1598444" y="3116972"/>
                  </a:lnTo>
                  <a:lnTo>
                    <a:pt x="1596733" y="3116972"/>
                  </a:lnTo>
                  <a:lnTo>
                    <a:pt x="1595021" y="3116972"/>
                  </a:lnTo>
                  <a:lnTo>
                    <a:pt x="1593310" y="3116972"/>
                  </a:lnTo>
                  <a:lnTo>
                    <a:pt x="1591598" y="3116972"/>
                  </a:lnTo>
                  <a:lnTo>
                    <a:pt x="1589887" y="3116972"/>
                  </a:lnTo>
                  <a:lnTo>
                    <a:pt x="1588176" y="3116972"/>
                  </a:lnTo>
                  <a:lnTo>
                    <a:pt x="1586464" y="3116972"/>
                  </a:lnTo>
                  <a:lnTo>
                    <a:pt x="1584753" y="3116972"/>
                  </a:lnTo>
                  <a:lnTo>
                    <a:pt x="1583041" y="3116972"/>
                  </a:lnTo>
                  <a:lnTo>
                    <a:pt x="1581330" y="3116972"/>
                  </a:lnTo>
                  <a:lnTo>
                    <a:pt x="1579619" y="3116972"/>
                  </a:lnTo>
                  <a:lnTo>
                    <a:pt x="1577907" y="3116972"/>
                  </a:lnTo>
                  <a:lnTo>
                    <a:pt x="1576196" y="3116972"/>
                  </a:lnTo>
                  <a:lnTo>
                    <a:pt x="1574485" y="3116972"/>
                  </a:lnTo>
                  <a:lnTo>
                    <a:pt x="1572773" y="3116972"/>
                  </a:lnTo>
                  <a:lnTo>
                    <a:pt x="1571062" y="3116972"/>
                  </a:lnTo>
                  <a:lnTo>
                    <a:pt x="1569350" y="3116972"/>
                  </a:lnTo>
                  <a:lnTo>
                    <a:pt x="1567639" y="3116972"/>
                  </a:lnTo>
                  <a:lnTo>
                    <a:pt x="1565928" y="3116972"/>
                  </a:lnTo>
                  <a:lnTo>
                    <a:pt x="1564216" y="3116972"/>
                  </a:lnTo>
                  <a:lnTo>
                    <a:pt x="1562505" y="3116972"/>
                  </a:lnTo>
                  <a:lnTo>
                    <a:pt x="1560793" y="3116972"/>
                  </a:lnTo>
                  <a:lnTo>
                    <a:pt x="1559082" y="3116972"/>
                  </a:lnTo>
                  <a:lnTo>
                    <a:pt x="1557371" y="3116972"/>
                  </a:lnTo>
                  <a:lnTo>
                    <a:pt x="1555659" y="3116972"/>
                  </a:lnTo>
                  <a:lnTo>
                    <a:pt x="1553948" y="3116972"/>
                  </a:lnTo>
                  <a:lnTo>
                    <a:pt x="1552236" y="3116972"/>
                  </a:lnTo>
                  <a:lnTo>
                    <a:pt x="1550525" y="3116972"/>
                  </a:lnTo>
                  <a:lnTo>
                    <a:pt x="1548814" y="3116972"/>
                  </a:lnTo>
                  <a:lnTo>
                    <a:pt x="1547102" y="3116972"/>
                  </a:lnTo>
                  <a:lnTo>
                    <a:pt x="1545391" y="3116972"/>
                  </a:lnTo>
                  <a:lnTo>
                    <a:pt x="1543679" y="3116972"/>
                  </a:lnTo>
                  <a:lnTo>
                    <a:pt x="1541968" y="3116972"/>
                  </a:lnTo>
                  <a:lnTo>
                    <a:pt x="1540257" y="3116972"/>
                  </a:lnTo>
                  <a:lnTo>
                    <a:pt x="1538545" y="3116972"/>
                  </a:lnTo>
                  <a:lnTo>
                    <a:pt x="1536834" y="3116972"/>
                  </a:lnTo>
                  <a:lnTo>
                    <a:pt x="1535122" y="3116972"/>
                  </a:lnTo>
                  <a:lnTo>
                    <a:pt x="1533411" y="3116972"/>
                  </a:lnTo>
                  <a:lnTo>
                    <a:pt x="1531700" y="3116972"/>
                  </a:lnTo>
                  <a:lnTo>
                    <a:pt x="1529988" y="3116972"/>
                  </a:lnTo>
                  <a:lnTo>
                    <a:pt x="1528277" y="3116972"/>
                  </a:lnTo>
                  <a:lnTo>
                    <a:pt x="1526565" y="3116972"/>
                  </a:lnTo>
                  <a:lnTo>
                    <a:pt x="1524854" y="3116972"/>
                  </a:lnTo>
                  <a:lnTo>
                    <a:pt x="1523143" y="3116972"/>
                  </a:lnTo>
                  <a:lnTo>
                    <a:pt x="1521431" y="3116972"/>
                  </a:lnTo>
                  <a:lnTo>
                    <a:pt x="1519720" y="3116972"/>
                  </a:lnTo>
                  <a:lnTo>
                    <a:pt x="1518008" y="3116972"/>
                  </a:lnTo>
                  <a:lnTo>
                    <a:pt x="1516297" y="3116972"/>
                  </a:lnTo>
                  <a:lnTo>
                    <a:pt x="1514586" y="3116972"/>
                  </a:lnTo>
                  <a:lnTo>
                    <a:pt x="1512874" y="3116972"/>
                  </a:lnTo>
                  <a:lnTo>
                    <a:pt x="1511163" y="3116972"/>
                  </a:lnTo>
                  <a:lnTo>
                    <a:pt x="1509451" y="3116972"/>
                  </a:lnTo>
                  <a:lnTo>
                    <a:pt x="1507740" y="3116972"/>
                  </a:lnTo>
                  <a:lnTo>
                    <a:pt x="1506029" y="3116972"/>
                  </a:lnTo>
                  <a:lnTo>
                    <a:pt x="1504317" y="3116972"/>
                  </a:lnTo>
                  <a:lnTo>
                    <a:pt x="1502606" y="3116972"/>
                  </a:lnTo>
                  <a:lnTo>
                    <a:pt x="1500894" y="3116972"/>
                  </a:lnTo>
                  <a:lnTo>
                    <a:pt x="1499183" y="3116972"/>
                  </a:lnTo>
                  <a:lnTo>
                    <a:pt x="1497472" y="3116972"/>
                  </a:lnTo>
                  <a:lnTo>
                    <a:pt x="1495760" y="3116972"/>
                  </a:lnTo>
                  <a:lnTo>
                    <a:pt x="1494049" y="3116972"/>
                  </a:lnTo>
                  <a:lnTo>
                    <a:pt x="1492337" y="3116972"/>
                  </a:lnTo>
                  <a:lnTo>
                    <a:pt x="1490626" y="3116972"/>
                  </a:lnTo>
                  <a:lnTo>
                    <a:pt x="1488915" y="3116972"/>
                  </a:lnTo>
                  <a:lnTo>
                    <a:pt x="1487203" y="3116972"/>
                  </a:lnTo>
                  <a:lnTo>
                    <a:pt x="1485492" y="3116972"/>
                  </a:lnTo>
                  <a:lnTo>
                    <a:pt x="1483780" y="3116972"/>
                  </a:lnTo>
                  <a:lnTo>
                    <a:pt x="1482069" y="3116972"/>
                  </a:lnTo>
                  <a:lnTo>
                    <a:pt x="1480358" y="3116972"/>
                  </a:lnTo>
                  <a:lnTo>
                    <a:pt x="1478646" y="3116972"/>
                  </a:lnTo>
                  <a:lnTo>
                    <a:pt x="1476935" y="3116972"/>
                  </a:lnTo>
                  <a:lnTo>
                    <a:pt x="1475224" y="3116972"/>
                  </a:lnTo>
                  <a:lnTo>
                    <a:pt x="1473512" y="3116972"/>
                  </a:lnTo>
                  <a:lnTo>
                    <a:pt x="1471801" y="3116972"/>
                  </a:lnTo>
                  <a:lnTo>
                    <a:pt x="1470089" y="3116972"/>
                  </a:lnTo>
                  <a:lnTo>
                    <a:pt x="1468378" y="3116972"/>
                  </a:lnTo>
                  <a:lnTo>
                    <a:pt x="1466667" y="3116972"/>
                  </a:lnTo>
                  <a:lnTo>
                    <a:pt x="1464955" y="3116972"/>
                  </a:lnTo>
                  <a:lnTo>
                    <a:pt x="1463244" y="3116972"/>
                  </a:lnTo>
                  <a:lnTo>
                    <a:pt x="1461532" y="3116972"/>
                  </a:lnTo>
                  <a:lnTo>
                    <a:pt x="1459821" y="3116972"/>
                  </a:lnTo>
                  <a:lnTo>
                    <a:pt x="1458110" y="3116972"/>
                  </a:lnTo>
                  <a:lnTo>
                    <a:pt x="1456398" y="3116972"/>
                  </a:lnTo>
                  <a:lnTo>
                    <a:pt x="1454687" y="3116972"/>
                  </a:lnTo>
                  <a:lnTo>
                    <a:pt x="1452975" y="3116972"/>
                  </a:lnTo>
                  <a:lnTo>
                    <a:pt x="1451264" y="3116972"/>
                  </a:lnTo>
                  <a:lnTo>
                    <a:pt x="1449553" y="3116972"/>
                  </a:lnTo>
                  <a:lnTo>
                    <a:pt x="1447841" y="3116972"/>
                  </a:lnTo>
                  <a:lnTo>
                    <a:pt x="1446130" y="3116972"/>
                  </a:lnTo>
                  <a:lnTo>
                    <a:pt x="1444418" y="3116972"/>
                  </a:lnTo>
                  <a:lnTo>
                    <a:pt x="1442707" y="3116972"/>
                  </a:lnTo>
                  <a:lnTo>
                    <a:pt x="1440996" y="3116972"/>
                  </a:lnTo>
                  <a:lnTo>
                    <a:pt x="1439284" y="3116972"/>
                  </a:lnTo>
                  <a:lnTo>
                    <a:pt x="1437573" y="3116972"/>
                  </a:lnTo>
                  <a:lnTo>
                    <a:pt x="1435861" y="3116972"/>
                  </a:lnTo>
                  <a:lnTo>
                    <a:pt x="1434150" y="3116972"/>
                  </a:lnTo>
                  <a:lnTo>
                    <a:pt x="1432439" y="3116972"/>
                  </a:lnTo>
                  <a:lnTo>
                    <a:pt x="1430727" y="3116972"/>
                  </a:lnTo>
                  <a:lnTo>
                    <a:pt x="1429016" y="3116972"/>
                  </a:lnTo>
                  <a:lnTo>
                    <a:pt x="1427304" y="3116972"/>
                  </a:lnTo>
                  <a:lnTo>
                    <a:pt x="1425593" y="3116972"/>
                  </a:lnTo>
                  <a:lnTo>
                    <a:pt x="1423882" y="3116972"/>
                  </a:lnTo>
                  <a:lnTo>
                    <a:pt x="1422170" y="3116972"/>
                  </a:lnTo>
                  <a:lnTo>
                    <a:pt x="1420459" y="3116972"/>
                  </a:lnTo>
                  <a:lnTo>
                    <a:pt x="1418747" y="3116972"/>
                  </a:lnTo>
                  <a:lnTo>
                    <a:pt x="1417036" y="3116972"/>
                  </a:lnTo>
                  <a:lnTo>
                    <a:pt x="1415325" y="3116972"/>
                  </a:lnTo>
                  <a:lnTo>
                    <a:pt x="1413613" y="3116972"/>
                  </a:lnTo>
                  <a:lnTo>
                    <a:pt x="1411902" y="3116972"/>
                  </a:lnTo>
                  <a:lnTo>
                    <a:pt x="1410190" y="3116972"/>
                  </a:lnTo>
                  <a:lnTo>
                    <a:pt x="1408479" y="3116972"/>
                  </a:lnTo>
                  <a:lnTo>
                    <a:pt x="1406768" y="3116972"/>
                  </a:lnTo>
                  <a:lnTo>
                    <a:pt x="1405056" y="3116972"/>
                  </a:lnTo>
                  <a:lnTo>
                    <a:pt x="1403345" y="3116972"/>
                  </a:lnTo>
                  <a:lnTo>
                    <a:pt x="1401633" y="3116972"/>
                  </a:lnTo>
                  <a:lnTo>
                    <a:pt x="1399922" y="3116972"/>
                  </a:lnTo>
                  <a:lnTo>
                    <a:pt x="1398211" y="3116972"/>
                  </a:lnTo>
                  <a:lnTo>
                    <a:pt x="1396499" y="3116972"/>
                  </a:lnTo>
                  <a:lnTo>
                    <a:pt x="1394788" y="3116972"/>
                  </a:lnTo>
                  <a:lnTo>
                    <a:pt x="1393076" y="3116972"/>
                  </a:lnTo>
                  <a:lnTo>
                    <a:pt x="1391365" y="3116972"/>
                  </a:lnTo>
                  <a:lnTo>
                    <a:pt x="1389654" y="3116972"/>
                  </a:lnTo>
                  <a:lnTo>
                    <a:pt x="1387942" y="3116972"/>
                  </a:lnTo>
                  <a:lnTo>
                    <a:pt x="1386231" y="3116972"/>
                  </a:lnTo>
                  <a:lnTo>
                    <a:pt x="1384519" y="3116972"/>
                  </a:lnTo>
                  <a:lnTo>
                    <a:pt x="1382808" y="3116972"/>
                  </a:lnTo>
                  <a:lnTo>
                    <a:pt x="1381097" y="3116972"/>
                  </a:lnTo>
                  <a:lnTo>
                    <a:pt x="1379385" y="3116972"/>
                  </a:lnTo>
                  <a:lnTo>
                    <a:pt x="1377674" y="3116972"/>
                  </a:lnTo>
                  <a:lnTo>
                    <a:pt x="1375962" y="3116972"/>
                  </a:lnTo>
                  <a:lnTo>
                    <a:pt x="1374251" y="3116972"/>
                  </a:lnTo>
                  <a:lnTo>
                    <a:pt x="1372540" y="3116972"/>
                  </a:lnTo>
                  <a:lnTo>
                    <a:pt x="1370828" y="3116972"/>
                  </a:lnTo>
                  <a:lnTo>
                    <a:pt x="1369117" y="3116972"/>
                  </a:lnTo>
                  <a:lnTo>
                    <a:pt x="1367406" y="3116972"/>
                  </a:lnTo>
                  <a:lnTo>
                    <a:pt x="1365694" y="3116972"/>
                  </a:lnTo>
                  <a:lnTo>
                    <a:pt x="1363983" y="3116972"/>
                  </a:lnTo>
                  <a:lnTo>
                    <a:pt x="1362271" y="3116972"/>
                  </a:lnTo>
                  <a:lnTo>
                    <a:pt x="1360560" y="3116972"/>
                  </a:lnTo>
                  <a:lnTo>
                    <a:pt x="1358849" y="3116972"/>
                  </a:lnTo>
                  <a:lnTo>
                    <a:pt x="1357137" y="3116972"/>
                  </a:lnTo>
                  <a:lnTo>
                    <a:pt x="1355426" y="3116972"/>
                  </a:lnTo>
                  <a:lnTo>
                    <a:pt x="1353714" y="3116972"/>
                  </a:lnTo>
                  <a:lnTo>
                    <a:pt x="1352003" y="3116972"/>
                  </a:lnTo>
                  <a:lnTo>
                    <a:pt x="1350292" y="3116972"/>
                  </a:lnTo>
                  <a:lnTo>
                    <a:pt x="1348580" y="3116972"/>
                  </a:lnTo>
                  <a:lnTo>
                    <a:pt x="1346869" y="3116972"/>
                  </a:lnTo>
                  <a:lnTo>
                    <a:pt x="1345157" y="3116972"/>
                  </a:lnTo>
                  <a:lnTo>
                    <a:pt x="1343446" y="3116972"/>
                  </a:lnTo>
                  <a:lnTo>
                    <a:pt x="1341735" y="3116972"/>
                  </a:lnTo>
                  <a:lnTo>
                    <a:pt x="1340023" y="3116972"/>
                  </a:lnTo>
                  <a:lnTo>
                    <a:pt x="1338312" y="3116972"/>
                  </a:lnTo>
                  <a:lnTo>
                    <a:pt x="1336600" y="3116972"/>
                  </a:lnTo>
                  <a:lnTo>
                    <a:pt x="1334889" y="3116972"/>
                  </a:lnTo>
                  <a:lnTo>
                    <a:pt x="1333178" y="3116972"/>
                  </a:lnTo>
                  <a:lnTo>
                    <a:pt x="1331466" y="3116972"/>
                  </a:lnTo>
                  <a:lnTo>
                    <a:pt x="1329755" y="3116972"/>
                  </a:lnTo>
                  <a:lnTo>
                    <a:pt x="1328043" y="3116972"/>
                  </a:lnTo>
                  <a:lnTo>
                    <a:pt x="1326332" y="3116972"/>
                  </a:lnTo>
                  <a:lnTo>
                    <a:pt x="1324621" y="3116972"/>
                  </a:lnTo>
                  <a:lnTo>
                    <a:pt x="1322909" y="3116972"/>
                  </a:lnTo>
                  <a:lnTo>
                    <a:pt x="1321198" y="3116972"/>
                  </a:lnTo>
                  <a:lnTo>
                    <a:pt x="1319486" y="3116972"/>
                  </a:lnTo>
                  <a:lnTo>
                    <a:pt x="1317775" y="3116972"/>
                  </a:lnTo>
                  <a:lnTo>
                    <a:pt x="1316064" y="3116972"/>
                  </a:lnTo>
                  <a:lnTo>
                    <a:pt x="1314352" y="3116972"/>
                  </a:lnTo>
                  <a:lnTo>
                    <a:pt x="1312641" y="3116972"/>
                  </a:lnTo>
                  <a:lnTo>
                    <a:pt x="1310929" y="3116972"/>
                  </a:lnTo>
                  <a:lnTo>
                    <a:pt x="1309218" y="3116972"/>
                  </a:lnTo>
                  <a:lnTo>
                    <a:pt x="1307507" y="3116972"/>
                  </a:lnTo>
                  <a:lnTo>
                    <a:pt x="1305795" y="3116972"/>
                  </a:lnTo>
                  <a:lnTo>
                    <a:pt x="1304084" y="3116972"/>
                  </a:lnTo>
                  <a:lnTo>
                    <a:pt x="1302372" y="3116972"/>
                  </a:lnTo>
                  <a:lnTo>
                    <a:pt x="1300661" y="3116972"/>
                  </a:lnTo>
                  <a:lnTo>
                    <a:pt x="1298950" y="3116972"/>
                  </a:lnTo>
                  <a:lnTo>
                    <a:pt x="1297238" y="3116972"/>
                  </a:lnTo>
                  <a:lnTo>
                    <a:pt x="1295527" y="3116972"/>
                  </a:lnTo>
                  <a:lnTo>
                    <a:pt x="1293815" y="3116972"/>
                  </a:lnTo>
                  <a:lnTo>
                    <a:pt x="1292104" y="3116972"/>
                  </a:lnTo>
                  <a:lnTo>
                    <a:pt x="1290393" y="3116972"/>
                  </a:lnTo>
                  <a:lnTo>
                    <a:pt x="1288681" y="3116972"/>
                  </a:lnTo>
                  <a:lnTo>
                    <a:pt x="1286970" y="3116972"/>
                  </a:lnTo>
                  <a:lnTo>
                    <a:pt x="1285258" y="3116972"/>
                  </a:lnTo>
                  <a:lnTo>
                    <a:pt x="1283547" y="3116972"/>
                  </a:lnTo>
                  <a:lnTo>
                    <a:pt x="1281836" y="3116972"/>
                  </a:lnTo>
                  <a:lnTo>
                    <a:pt x="1280124" y="3116972"/>
                  </a:lnTo>
                  <a:lnTo>
                    <a:pt x="1278413" y="3116972"/>
                  </a:lnTo>
                  <a:lnTo>
                    <a:pt x="1276701" y="3116972"/>
                  </a:lnTo>
                  <a:lnTo>
                    <a:pt x="1274990" y="3116972"/>
                  </a:lnTo>
                  <a:lnTo>
                    <a:pt x="1273279" y="3116972"/>
                  </a:lnTo>
                  <a:lnTo>
                    <a:pt x="1271567" y="3116972"/>
                  </a:lnTo>
                  <a:lnTo>
                    <a:pt x="1269856" y="3116972"/>
                  </a:lnTo>
                  <a:lnTo>
                    <a:pt x="1268144" y="3116972"/>
                  </a:lnTo>
                  <a:lnTo>
                    <a:pt x="1266433" y="3116972"/>
                  </a:lnTo>
                  <a:lnTo>
                    <a:pt x="1264722" y="3116972"/>
                  </a:lnTo>
                  <a:lnTo>
                    <a:pt x="1263010" y="3116972"/>
                  </a:lnTo>
                  <a:lnTo>
                    <a:pt x="1261299" y="3116972"/>
                  </a:lnTo>
                  <a:lnTo>
                    <a:pt x="1259588" y="3116972"/>
                  </a:lnTo>
                  <a:lnTo>
                    <a:pt x="1257876" y="3116972"/>
                  </a:lnTo>
                  <a:lnTo>
                    <a:pt x="1256165" y="3116972"/>
                  </a:lnTo>
                  <a:lnTo>
                    <a:pt x="1254453" y="3116972"/>
                  </a:lnTo>
                  <a:lnTo>
                    <a:pt x="1252742" y="3116972"/>
                  </a:lnTo>
                  <a:lnTo>
                    <a:pt x="1251031" y="3116972"/>
                  </a:lnTo>
                  <a:lnTo>
                    <a:pt x="1249319" y="3116972"/>
                  </a:lnTo>
                  <a:lnTo>
                    <a:pt x="1247608" y="3116972"/>
                  </a:lnTo>
                  <a:lnTo>
                    <a:pt x="1245896" y="3116972"/>
                  </a:lnTo>
                  <a:lnTo>
                    <a:pt x="1244185" y="3116972"/>
                  </a:lnTo>
                  <a:lnTo>
                    <a:pt x="1242474" y="3116972"/>
                  </a:lnTo>
                  <a:lnTo>
                    <a:pt x="1240762" y="3116972"/>
                  </a:lnTo>
                  <a:lnTo>
                    <a:pt x="1239051" y="3116972"/>
                  </a:lnTo>
                  <a:lnTo>
                    <a:pt x="1237339" y="3116972"/>
                  </a:lnTo>
                  <a:lnTo>
                    <a:pt x="1235628" y="3116972"/>
                  </a:lnTo>
                  <a:lnTo>
                    <a:pt x="1233917" y="3116972"/>
                  </a:lnTo>
                  <a:lnTo>
                    <a:pt x="1232205" y="3116972"/>
                  </a:lnTo>
                  <a:lnTo>
                    <a:pt x="1230494" y="3116972"/>
                  </a:lnTo>
                  <a:lnTo>
                    <a:pt x="1228782" y="3116972"/>
                  </a:lnTo>
                  <a:lnTo>
                    <a:pt x="1227071" y="3116972"/>
                  </a:lnTo>
                  <a:lnTo>
                    <a:pt x="1225360" y="3116972"/>
                  </a:lnTo>
                  <a:lnTo>
                    <a:pt x="1223648" y="3116972"/>
                  </a:lnTo>
                  <a:lnTo>
                    <a:pt x="1221937" y="3116972"/>
                  </a:lnTo>
                  <a:lnTo>
                    <a:pt x="1220225" y="3116972"/>
                  </a:lnTo>
                  <a:lnTo>
                    <a:pt x="1218514" y="3116972"/>
                  </a:lnTo>
                  <a:lnTo>
                    <a:pt x="1216803" y="3116972"/>
                  </a:lnTo>
                  <a:lnTo>
                    <a:pt x="1215091" y="3116972"/>
                  </a:lnTo>
                  <a:lnTo>
                    <a:pt x="1213380" y="3116972"/>
                  </a:lnTo>
                  <a:lnTo>
                    <a:pt x="1211668" y="3116972"/>
                  </a:lnTo>
                  <a:lnTo>
                    <a:pt x="1209957" y="3116972"/>
                  </a:lnTo>
                  <a:lnTo>
                    <a:pt x="1208246" y="3116972"/>
                  </a:lnTo>
                  <a:lnTo>
                    <a:pt x="1206534" y="3116972"/>
                  </a:lnTo>
                  <a:lnTo>
                    <a:pt x="1204823" y="3116972"/>
                  </a:lnTo>
                  <a:lnTo>
                    <a:pt x="1203111" y="3116972"/>
                  </a:lnTo>
                  <a:lnTo>
                    <a:pt x="1201400" y="3116972"/>
                  </a:lnTo>
                  <a:lnTo>
                    <a:pt x="1199689" y="3116972"/>
                  </a:lnTo>
                  <a:lnTo>
                    <a:pt x="1197977" y="3116972"/>
                  </a:lnTo>
                  <a:lnTo>
                    <a:pt x="1196266" y="3116972"/>
                  </a:lnTo>
                  <a:lnTo>
                    <a:pt x="1194554" y="3116972"/>
                  </a:lnTo>
                  <a:lnTo>
                    <a:pt x="1192843" y="3116972"/>
                  </a:lnTo>
                  <a:lnTo>
                    <a:pt x="1191132" y="3116972"/>
                  </a:lnTo>
                  <a:lnTo>
                    <a:pt x="1189420" y="3116972"/>
                  </a:lnTo>
                  <a:lnTo>
                    <a:pt x="1187709" y="3116972"/>
                  </a:lnTo>
                  <a:lnTo>
                    <a:pt x="1185997" y="3116972"/>
                  </a:lnTo>
                  <a:lnTo>
                    <a:pt x="1184286" y="3116972"/>
                  </a:lnTo>
                  <a:lnTo>
                    <a:pt x="1182575" y="3116972"/>
                  </a:lnTo>
                  <a:lnTo>
                    <a:pt x="1180863" y="3116972"/>
                  </a:lnTo>
                  <a:lnTo>
                    <a:pt x="1179152" y="3116972"/>
                  </a:lnTo>
                  <a:lnTo>
                    <a:pt x="1177440" y="3116972"/>
                  </a:lnTo>
                  <a:lnTo>
                    <a:pt x="1175729" y="3116972"/>
                  </a:lnTo>
                  <a:lnTo>
                    <a:pt x="1174018" y="3116972"/>
                  </a:lnTo>
                  <a:lnTo>
                    <a:pt x="1172306" y="3116972"/>
                  </a:lnTo>
                  <a:lnTo>
                    <a:pt x="1170595" y="3116972"/>
                  </a:lnTo>
                  <a:lnTo>
                    <a:pt x="1168883" y="3116972"/>
                  </a:lnTo>
                  <a:lnTo>
                    <a:pt x="1167172" y="3116972"/>
                  </a:lnTo>
                  <a:lnTo>
                    <a:pt x="1165461" y="3116972"/>
                  </a:lnTo>
                  <a:lnTo>
                    <a:pt x="1163749" y="3116972"/>
                  </a:lnTo>
                  <a:lnTo>
                    <a:pt x="1162038" y="3116972"/>
                  </a:lnTo>
                  <a:lnTo>
                    <a:pt x="1160326" y="3116972"/>
                  </a:lnTo>
                  <a:lnTo>
                    <a:pt x="1158615" y="3116972"/>
                  </a:lnTo>
                  <a:lnTo>
                    <a:pt x="1156904" y="3116972"/>
                  </a:lnTo>
                  <a:lnTo>
                    <a:pt x="1155192" y="3116972"/>
                  </a:lnTo>
                  <a:lnTo>
                    <a:pt x="1153481" y="3116972"/>
                  </a:lnTo>
                  <a:lnTo>
                    <a:pt x="1151770" y="3116972"/>
                  </a:lnTo>
                  <a:lnTo>
                    <a:pt x="1150058" y="3116972"/>
                  </a:lnTo>
                  <a:lnTo>
                    <a:pt x="1148347" y="3116972"/>
                  </a:lnTo>
                  <a:lnTo>
                    <a:pt x="1146635" y="3116972"/>
                  </a:lnTo>
                  <a:lnTo>
                    <a:pt x="1144924" y="3116972"/>
                  </a:lnTo>
                  <a:lnTo>
                    <a:pt x="1143213" y="3116972"/>
                  </a:lnTo>
                  <a:lnTo>
                    <a:pt x="1141501" y="3116972"/>
                  </a:lnTo>
                  <a:lnTo>
                    <a:pt x="1139790" y="3116972"/>
                  </a:lnTo>
                  <a:lnTo>
                    <a:pt x="1138078" y="3116972"/>
                  </a:lnTo>
                  <a:lnTo>
                    <a:pt x="1136367" y="3116972"/>
                  </a:lnTo>
                  <a:lnTo>
                    <a:pt x="1134656" y="3116972"/>
                  </a:lnTo>
                  <a:lnTo>
                    <a:pt x="1132944" y="3116972"/>
                  </a:lnTo>
                  <a:lnTo>
                    <a:pt x="1131233" y="3116972"/>
                  </a:lnTo>
                  <a:lnTo>
                    <a:pt x="1129521" y="3116972"/>
                  </a:lnTo>
                  <a:lnTo>
                    <a:pt x="1127810" y="3116972"/>
                  </a:lnTo>
                  <a:lnTo>
                    <a:pt x="1126099" y="3116972"/>
                  </a:lnTo>
                  <a:lnTo>
                    <a:pt x="1124387" y="3116972"/>
                  </a:lnTo>
                  <a:lnTo>
                    <a:pt x="1122676" y="3116972"/>
                  </a:lnTo>
                  <a:lnTo>
                    <a:pt x="1120964" y="3116972"/>
                  </a:lnTo>
                  <a:lnTo>
                    <a:pt x="1119253" y="3116972"/>
                  </a:lnTo>
                  <a:lnTo>
                    <a:pt x="1117542" y="3116972"/>
                  </a:lnTo>
                  <a:lnTo>
                    <a:pt x="1115830" y="3116972"/>
                  </a:lnTo>
                  <a:lnTo>
                    <a:pt x="1114119" y="3116972"/>
                  </a:lnTo>
                  <a:lnTo>
                    <a:pt x="1112407" y="3116972"/>
                  </a:lnTo>
                  <a:lnTo>
                    <a:pt x="1110696" y="3116972"/>
                  </a:lnTo>
                  <a:lnTo>
                    <a:pt x="1108985" y="3116972"/>
                  </a:lnTo>
                  <a:lnTo>
                    <a:pt x="1107273" y="3116972"/>
                  </a:lnTo>
                  <a:lnTo>
                    <a:pt x="1105562" y="3116972"/>
                  </a:lnTo>
                  <a:lnTo>
                    <a:pt x="1103850" y="3116972"/>
                  </a:lnTo>
                  <a:lnTo>
                    <a:pt x="1102139" y="3116972"/>
                  </a:lnTo>
                  <a:lnTo>
                    <a:pt x="1100428" y="3116972"/>
                  </a:lnTo>
                  <a:lnTo>
                    <a:pt x="1098716" y="3116972"/>
                  </a:lnTo>
                  <a:lnTo>
                    <a:pt x="1097005" y="3116972"/>
                  </a:lnTo>
                  <a:lnTo>
                    <a:pt x="1095293" y="3116972"/>
                  </a:lnTo>
                  <a:lnTo>
                    <a:pt x="1093582" y="3116972"/>
                  </a:lnTo>
                  <a:lnTo>
                    <a:pt x="1091871" y="3116972"/>
                  </a:lnTo>
                  <a:lnTo>
                    <a:pt x="1090159" y="3116972"/>
                  </a:lnTo>
                  <a:lnTo>
                    <a:pt x="1088448" y="3116972"/>
                  </a:lnTo>
                  <a:lnTo>
                    <a:pt x="1086736" y="3116972"/>
                  </a:lnTo>
                  <a:lnTo>
                    <a:pt x="1085025" y="3116972"/>
                  </a:lnTo>
                  <a:lnTo>
                    <a:pt x="1083314" y="3116972"/>
                  </a:lnTo>
                  <a:lnTo>
                    <a:pt x="1081602" y="3116972"/>
                  </a:lnTo>
                  <a:lnTo>
                    <a:pt x="1079891" y="3116972"/>
                  </a:lnTo>
                  <a:lnTo>
                    <a:pt x="1078179" y="3116972"/>
                  </a:lnTo>
                  <a:lnTo>
                    <a:pt x="1076468" y="3116972"/>
                  </a:lnTo>
                  <a:lnTo>
                    <a:pt x="1074757" y="3116972"/>
                  </a:lnTo>
                  <a:lnTo>
                    <a:pt x="1073045" y="3116972"/>
                  </a:lnTo>
                  <a:lnTo>
                    <a:pt x="1071334" y="3116972"/>
                  </a:lnTo>
                  <a:lnTo>
                    <a:pt x="1069622" y="3116972"/>
                  </a:lnTo>
                  <a:lnTo>
                    <a:pt x="1067911" y="3116972"/>
                  </a:lnTo>
                  <a:lnTo>
                    <a:pt x="1066200" y="3116972"/>
                  </a:lnTo>
                  <a:lnTo>
                    <a:pt x="1064488" y="3116972"/>
                  </a:lnTo>
                  <a:lnTo>
                    <a:pt x="1062777" y="3116972"/>
                  </a:lnTo>
                  <a:lnTo>
                    <a:pt x="1061065" y="3116972"/>
                  </a:lnTo>
                  <a:lnTo>
                    <a:pt x="1059354" y="3116972"/>
                  </a:lnTo>
                  <a:lnTo>
                    <a:pt x="1057643" y="3116972"/>
                  </a:lnTo>
                  <a:lnTo>
                    <a:pt x="1055931" y="3116972"/>
                  </a:lnTo>
                  <a:lnTo>
                    <a:pt x="1054220" y="3116972"/>
                  </a:lnTo>
                  <a:lnTo>
                    <a:pt x="1052509" y="3116972"/>
                  </a:lnTo>
                  <a:lnTo>
                    <a:pt x="1050797" y="3116972"/>
                  </a:lnTo>
                  <a:lnTo>
                    <a:pt x="1049086" y="3116972"/>
                  </a:lnTo>
                  <a:lnTo>
                    <a:pt x="1047374" y="3116972"/>
                  </a:lnTo>
                  <a:lnTo>
                    <a:pt x="1045663" y="3116972"/>
                  </a:lnTo>
                  <a:lnTo>
                    <a:pt x="1043952" y="3116972"/>
                  </a:lnTo>
                  <a:lnTo>
                    <a:pt x="1042240" y="3116972"/>
                  </a:lnTo>
                  <a:lnTo>
                    <a:pt x="1040529" y="3116972"/>
                  </a:lnTo>
                  <a:lnTo>
                    <a:pt x="1038817" y="3116972"/>
                  </a:lnTo>
                  <a:lnTo>
                    <a:pt x="1037106" y="3116972"/>
                  </a:lnTo>
                  <a:lnTo>
                    <a:pt x="1035395" y="3116972"/>
                  </a:lnTo>
                  <a:lnTo>
                    <a:pt x="1033683" y="3116972"/>
                  </a:lnTo>
                  <a:lnTo>
                    <a:pt x="1031972" y="3116972"/>
                  </a:lnTo>
                  <a:lnTo>
                    <a:pt x="1030260" y="3116972"/>
                  </a:lnTo>
                  <a:lnTo>
                    <a:pt x="1028549" y="3116972"/>
                  </a:lnTo>
                  <a:lnTo>
                    <a:pt x="1026838" y="3116972"/>
                  </a:lnTo>
                  <a:lnTo>
                    <a:pt x="1025126" y="3116972"/>
                  </a:lnTo>
                  <a:lnTo>
                    <a:pt x="1023415" y="3116972"/>
                  </a:lnTo>
                  <a:lnTo>
                    <a:pt x="1021703" y="3116972"/>
                  </a:lnTo>
                  <a:lnTo>
                    <a:pt x="1019992" y="3116972"/>
                  </a:lnTo>
                  <a:lnTo>
                    <a:pt x="1018281" y="3116972"/>
                  </a:lnTo>
                  <a:lnTo>
                    <a:pt x="1016569" y="3116972"/>
                  </a:lnTo>
                  <a:lnTo>
                    <a:pt x="1014858" y="3116972"/>
                  </a:lnTo>
                  <a:lnTo>
                    <a:pt x="1013146" y="3116972"/>
                  </a:lnTo>
                  <a:lnTo>
                    <a:pt x="1011435" y="3116972"/>
                  </a:lnTo>
                  <a:lnTo>
                    <a:pt x="1009724" y="3116972"/>
                  </a:lnTo>
                  <a:lnTo>
                    <a:pt x="1008012" y="3116972"/>
                  </a:lnTo>
                  <a:lnTo>
                    <a:pt x="1006301" y="3116972"/>
                  </a:lnTo>
                  <a:lnTo>
                    <a:pt x="1004589" y="3116972"/>
                  </a:lnTo>
                  <a:lnTo>
                    <a:pt x="1002878" y="3116972"/>
                  </a:lnTo>
                  <a:lnTo>
                    <a:pt x="1001167" y="3116972"/>
                  </a:lnTo>
                  <a:lnTo>
                    <a:pt x="999455" y="3116972"/>
                  </a:lnTo>
                  <a:lnTo>
                    <a:pt x="997744" y="3116972"/>
                  </a:lnTo>
                  <a:lnTo>
                    <a:pt x="996032" y="3116972"/>
                  </a:lnTo>
                  <a:lnTo>
                    <a:pt x="994321" y="3116972"/>
                  </a:lnTo>
                  <a:lnTo>
                    <a:pt x="992610" y="3116972"/>
                  </a:lnTo>
                  <a:lnTo>
                    <a:pt x="990898" y="3116972"/>
                  </a:lnTo>
                  <a:lnTo>
                    <a:pt x="989187" y="3116972"/>
                  </a:lnTo>
                  <a:lnTo>
                    <a:pt x="987475" y="3116972"/>
                  </a:lnTo>
                  <a:lnTo>
                    <a:pt x="985764" y="3116972"/>
                  </a:lnTo>
                  <a:lnTo>
                    <a:pt x="984053" y="3116972"/>
                  </a:lnTo>
                  <a:lnTo>
                    <a:pt x="982341" y="3116972"/>
                  </a:lnTo>
                  <a:lnTo>
                    <a:pt x="980630" y="3116972"/>
                  </a:lnTo>
                  <a:lnTo>
                    <a:pt x="978918" y="3116972"/>
                  </a:lnTo>
                  <a:lnTo>
                    <a:pt x="977207" y="3116972"/>
                  </a:lnTo>
                  <a:lnTo>
                    <a:pt x="975496" y="3116972"/>
                  </a:lnTo>
                  <a:lnTo>
                    <a:pt x="973784" y="3116972"/>
                  </a:lnTo>
                  <a:lnTo>
                    <a:pt x="972073" y="3116972"/>
                  </a:lnTo>
                  <a:lnTo>
                    <a:pt x="970361" y="3116972"/>
                  </a:lnTo>
                  <a:lnTo>
                    <a:pt x="968650" y="3116972"/>
                  </a:lnTo>
                  <a:lnTo>
                    <a:pt x="966939" y="3116972"/>
                  </a:lnTo>
                  <a:lnTo>
                    <a:pt x="965227" y="3116972"/>
                  </a:lnTo>
                  <a:lnTo>
                    <a:pt x="963516" y="3116972"/>
                  </a:lnTo>
                  <a:lnTo>
                    <a:pt x="961804" y="3116972"/>
                  </a:lnTo>
                  <a:lnTo>
                    <a:pt x="960093" y="3116972"/>
                  </a:lnTo>
                  <a:lnTo>
                    <a:pt x="958382" y="3116972"/>
                  </a:lnTo>
                  <a:lnTo>
                    <a:pt x="956670" y="3116972"/>
                  </a:lnTo>
                  <a:lnTo>
                    <a:pt x="954959" y="3116972"/>
                  </a:lnTo>
                  <a:lnTo>
                    <a:pt x="953247" y="3116972"/>
                  </a:lnTo>
                  <a:lnTo>
                    <a:pt x="951536" y="3116972"/>
                  </a:lnTo>
                  <a:lnTo>
                    <a:pt x="949825" y="3116972"/>
                  </a:lnTo>
                  <a:lnTo>
                    <a:pt x="948113" y="3116972"/>
                  </a:lnTo>
                  <a:lnTo>
                    <a:pt x="946402" y="3116972"/>
                  </a:lnTo>
                  <a:lnTo>
                    <a:pt x="944691" y="3116972"/>
                  </a:lnTo>
                  <a:lnTo>
                    <a:pt x="942979" y="3116972"/>
                  </a:lnTo>
                  <a:lnTo>
                    <a:pt x="941268" y="3116972"/>
                  </a:lnTo>
                  <a:lnTo>
                    <a:pt x="939556" y="3116972"/>
                  </a:lnTo>
                  <a:lnTo>
                    <a:pt x="937845" y="3116972"/>
                  </a:lnTo>
                  <a:lnTo>
                    <a:pt x="936134" y="3116972"/>
                  </a:lnTo>
                  <a:lnTo>
                    <a:pt x="934422" y="3116972"/>
                  </a:lnTo>
                  <a:lnTo>
                    <a:pt x="932711" y="3116972"/>
                  </a:lnTo>
                  <a:lnTo>
                    <a:pt x="930999" y="3116972"/>
                  </a:lnTo>
                  <a:lnTo>
                    <a:pt x="929288" y="3116972"/>
                  </a:lnTo>
                  <a:lnTo>
                    <a:pt x="927577" y="3116972"/>
                  </a:lnTo>
                  <a:lnTo>
                    <a:pt x="925865" y="3116972"/>
                  </a:lnTo>
                  <a:lnTo>
                    <a:pt x="924154" y="3116972"/>
                  </a:lnTo>
                  <a:lnTo>
                    <a:pt x="922442" y="3116972"/>
                  </a:lnTo>
                  <a:lnTo>
                    <a:pt x="920731" y="3116972"/>
                  </a:lnTo>
                  <a:lnTo>
                    <a:pt x="919020" y="3116972"/>
                  </a:lnTo>
                  <a:lnTo>
                    <a:pt x="917308" y="3116972"/>
                  </a:lnTo>
                  <a:lnTo>
                    <a:pt x="915597" y="3116972"/>
                  </a:lnTo>
                  <a:lnTo>
                    <a:pt x="913885" y="3116972"/>
                  </a:lnTo>
                  <a:lnTo>
                    <a:pt x="912174" y="3116972"/>
                  </a:lnTo>
                  <a:lnTo>
                    <a:pt x="910463" y="3116972"/>
                  </a:lnTo>
                  <a:lnTo>
                    <a:pt x="908751" y="3116972"/>
                  </a:lnTo>
                  <a:lnTo>
                    <a:pt x="907040" y="3116972"/>
                  </a:lnTo>
                  <a:lnTo>
                    <a:pt x="905328" y="3116972"/>
                  </a:lnTo>
                  <a:lnTo>
                    <a:pt x="903617" y="3116972"/>
                  </a:lnTo>
                  <a:lnTo>
                    <a:pt x="901906" y="3116972"/>
                  </a:lnTo>
                  <a:lnTo>
                    <a:pt x="900194" y="3116972"/>
                  </a:lnTo>
                  <a:lnTo>
                    <a:pt x="898483" y="3116972"/>
                  </a:lnTo>
                  <a:lnTo>
                    <a:pt x="896771" y="3116972"/>
                  </a:lnTo>
                  <a:lnTo>
                    <a:pt x="895060" y="3116972"/>
                  </a:lnTo>
                  <a:lnTo>
                    <a:pt x="893349" y="3116972"/>
                  </a:lnTo>
                  <a:lnTo>
                    <a:pt x="891637" y="3116972"/>
                  </a:lnTo>
                  <a:lnTo>
                    <a:pt x="889926" y="3116972"/>
                  </a:lnTo>
                  <a:lnTo>
                    <a:pt x="888214" y="3116972"/>
                  </a:lnTo>
                  <a:lnTo>
                    <a:pt x="886503" y="3116972"/>
                  </a:lnTo>
                  <a:lnTo>
                    <a:pt x="884792" y="3116972"/>
                  </a:lnTo>
                  <a:lnTo>
                    <a:pt x="883080" y="3116972"/>
                  </a:lnTo>
                  <a:lnTo>
                    <a:pt x="881369" y="3116972"/>
                  </a:lnTo>
                  <a:lnTo>
                    <a:pt x="879657" y="3116972"/>
                  </a:lnTo>
                  <a:lnTo>
                    <a:pt x="877946" y="3116972"/>
                  </a:lnTo>
                  <a:lnTo>
                    <a:pt x="876235" y="3116972"/>
                  </a:lnTo>
                  <a:lnTo>
                    <a:pt x="874523" y="3116972"/>
                  </a:lnTo>
                  <a:lnTo>
                    <a:pt x="872812" y="3116972"/>
                  </a:lnTo>
                  <a:lnTo>
                    <a:pt x="871100" y="3116972"/>
                  </a:lnTo>
                  <a:lnTo>
                    <a:pt x="869389" y="3116972"/>
                  </a:lnTo>
                  <a:lnTo>
                    <a:pt x="867678" y="3116972"/>
                  </a:lnTo>
                  <a:lnTo>
                    <a:pt x="865966" y="3116972"/>
                  </a:lnTo>
                  <a:lnTo>
                    <a:pt x="864255" y="3116972"/>
                  </a:lnTo>
                  <a:lnTo>
                    <a:pt x="862543" y="3116972"/>
                  </a:lnTo>
                  <a:lnTo>
                    <a:pt x="860832" y="3116972"/>
                  </a:lnTo>
                  <a:lnTo>
                    <a:pt x="859121" y="3116972"/>
                  </a:lnTo>
                  <a:lnTo>
                    <a:pt x="857409" y="3116972"/>
                  </a:lnTo>
                  <a:lnTo>
                    <a:pt x="855698" y="3116972"/>
                  </a:lnTo>
                  <a:lnTo>
                    <a:pt x="853986" y="3116972"/>
                  </a:lnTo>
                  <a:lnTo>
                    <a:pt x="852275" y="3116972"/>
                  </a:lnTo>
                  <a:lnTo>
                    <a:pt x="850564" y="3116972"/>
                  </a:lnTo>
                  <a:lnTo>
                    <a:pt x="848852" y="3116972"/>
                  </a:lnTo>
                  <a:lnTo>
                    <a:pt x="847141" y="3116972"/>
                  </a:lnTo>
                  <a:lnTo>
                    <a:pt x="845429" y="3116972"/>
                  </a:lnTo>
                  <a:lnTo>
                    <a:pt x="843718" y="3116972"/>
                  </a:lnTo>
                  <a:lnTo>
                    <a:pt x="842007" y="3116972"/>
                  </a:lnTo>
                  <a:lnTo>
                    <a:pt x="840295" y="3116972"/>
                  </a:lnTo>
                  <a:lnTo>
                    <a:pt x="838584" y="3116972"/>
                  </a:lnTo>
                  <a:lnTo>
                    <a:pt x="836873" y="3116972"/>
                  </a:lnTo>
                  <a:lnTo>
                    <a:pt x="835161" y="3116972"/>
                  </a:lnTo>
                  <a:lnTo>
                    <a:pt x="833450" y="3116972"/>
                  </a:lnTo>
                  <a:lnTo>
                    <a:pt x="831738" y="3116972"/>
                  </a:lnTo>
                  <a:lnTo>
                    <a:pt x="830027" y="3116972"/>
                  </a:lnTo>
                  <a:lnTo>
                    <a:pt x="828316" y="3116972"/>
                  </a:lnTo>
                  <a:lnTo>
                    <a:pt x="826604" y="3116972"/>
                  </a:lnTo>
                  <a:lnTo>
                    <a:pt x="824893" y="3116972"/>
                  </a:lnTo>
                  <a:lnTo>
                    <a:pt x="823181" y="3116972"/>
                  </a:lnTo>
                  <a:lnTo>
                    <a:pt x="821470" y="3116972"/>
                  </a:lnTo>
                  <a:lnTo>
                    <a:pt x="819759" y="3116972"/>
                  </a:lnTo>
                  <a:lnTo>
                    <a:pt x="818047" y="3116972"/>
                  </a:lnTo>
                  <a:lnTo>
                    <a:pt x="816336" y="3116972"/>
                  </a:lnTo>
                  <a:lnTo>
                    <a:pt x="814624" y="3116972"/>
                  </a:lnTo>
                  <a:lnTo>
                    <a:pt x="812913" y="3116972"/>
                  </a:lnTo>
                  <a:lnTo>
                    <a:pt x="811202" y="3116972"/>
                  </a:lnTo>
                  <a:lnTo>
                    <a:pt x="809490" y="3116972"/>
                  </a:lnTo>
                  <a:lnTo>
                    <a:pt x="807779" y="3116972"/>
                  </a:lnTo>
                  <a:lnTo>
                    <a:pt x="806067" y="3116972"/>
                  </a:lnTo>
                  <a:lnTo>
                    <a:pt x="804356" y="3116972"/>
                  </a:lnTo>
                  <a:lnTo>
                    <a:pt x="802645" y="3116972"/>
                  </a:lnTo>
                  <a:lnTo>
                    <a:pt x="800933" y="3116972"/>
                  </a:lnTo>
                  <a:lnTo>
                    <a:pt x="799222" y="3116972"/>
                  </a:lnTo>
                  <a:lnTo>
                    <a:pt x="797510" y="3116972"/>
                  </a:lnTo>
                  <a:lnTo>
                    <a:pt x="795799" y="3116972"/>
                  </a:lnTo>
                  <a:lnTo>
                    <a:pt x="794088" y="3116972"/>
                  </a:lnTo>
                  <a:lnTo>
                    <a:pt x="792376" y="3116972"/>
                  </a:lnTo>
                  <a:lnTo>
                    <a:pt x="790665" y="3116972"/>
                  </a:lnTo>
                  <a:lnTo>
                    <a:pt x="788953" y="3116972"/>
                  </a:lnTo>
                  <a:lnTo>
                    <a:pt x="787242" y="3116972"/>
                  </a:lnTo>
                  <a:lnTo>
                    <a:pt x="785531" y="3116972"/>
                  </a:lnTo>
                  <a:lnTo>
                    <a:pt x="783819" y="3116972"/>
                  </a:lnTo>
                  <a:lnTo>
                    <a:pt x="782108" y="3116972"/>
                  </a:lnTo>
                  <a:lnTo>
                    <a:pt x="780396" y="3116972"/>
                  </a:lnTo>
                  <a:lnTo>
                    <a:pt x="778685" y="3116972"/>
                  </a:lnTo>
                  <a:lnTo>
                    <a:pt x="776974" y="3116972"/>
                  </a:lnTo>
                  <a:lnTo>
                    <a:pt x="775262" y="3116972"/>
                  </a:lnTo>
                  <a:lnTo>
                    <a:pt x="773551" y="3116972"/>
                  </a:lnTo>
                  <a:lnTo>
                    <a:pt x="771839" y="3116972"/>
                  </a:lnTo>
                  <a:lnTo>
                    <a:pt x="770128" y="3116972"/>
                  </a:lnTo>
                  <a:lnTo>
                    <a:pt x="768417" y="3116972"/>
                  </a:lnTo>
                  <a:lnTo>
                    <a:pt x="766705" y="3116972"/>
                  </a:lnTo>
                  <a:lnTo>
                    <a:pt x="764994" y="3116972"/>
                  </a:lnTo>
                  <a:lnTo>
                    <a:pt x="763282" y="3116972"/>
                  </a:lnTo>
                  <a:lnTo>
                    <a:pt x="761571" y="3116972"/>
                  </a:lnTo>
                  <a:lnTo>
                    <a:pt x="759860" y="3116972"/>
                  </a:lnTo>
                  <a:lnTo>
                    <a:pt x="758148" y="3116972"/>
                  </a:lnTo>
                  <a:lnTo>
                    <a:pt x="756437" y="3116972"/>
                  </a:lnTo>
                  <a:lnTo>
                    <a:pt x="754725" y="3116972"/>
                  </a:lnTo>
                  <a:lnTo>
                    <a:pt x="753014" y="3116972"/>
                  </a:lnTo>
                  <a:lnTo>
                    <a:pt x="751303" y="3116972"/>
                  </a:lnTo>
                  <a:lnTo>
                    <a:pt x="749591" y="3116972"/>
                  </a:lnTo>
                  <a:lnTo>
                    <a:pt x="747880" y="3116972"/>
                  </a:lnTo>
                  <a:lnTo>
                    <a:pt x="746168" y="3116972"/>
                  </a:lnTo>
                  <a:lnTo>
                    <a:pt x="744457" y="3116972"/>
                  </a:lnTo>
                  <a:lnTo>
                    <a:pt x="742746" y="3116972"/>
                  </a:lnTo>
                  <a:lnTo>
                    <a:pt x="741034" y="3116972"/>
                  </a:lnTo>
                  <a:lnTo>
                    <a:pt x="739323" y="3116972"/>
                  </a:lnTo>
                  <a:lnTo>
                    <a:pt x="737612" y="3116972"/>
                  </a:lnTo>
                  <a:lnTo>
                    <a:pt x="735900" y="3116972"/>
                  </a:lnTo>
                  <a:lnTo>
                    <a:pt x="734189" y="3116972"/>
                  </a:lnTo>
                  <a:lnTo>
                    <a:pt x="732477" y="3116972"/>
                  </a:lnTo>
                  <a:lnTo>
                    <a:pt x="730766" y="3116972"/>
                  </a:lnTo>
                  <a:lnTo>
                    <a:pt x="729055" y="3116972"/>
                  </a:lnTo>
                  <a:lnTo>
                    <a:pt x="727343" y="3116972"/>
                  </a:lnTo>
                  <a:lnTo>
                    <a:pt x="725632" y="3116972"/>
                  </a:lnTo>
                  <a:lnTo>
                    <a:pt x="723920" y="3116972"/>
                  </a:lnTo>
                  <a:lnTo>
                    <a:pt x="722209" y="3116972"/>
                  </a:lnTo>
                  <a:lnTo>
                    <a:pt x="720498" y="3116972"/>
                  </a:lnTo>
                  <a:lnTo>
                    <a:pt x="718786" y="3116972"/>
                  </a:lnTo>
                  <a:lnTo>
                    <a:pt x="717075" y="3116972"/>
                  </a:lnTo>
                  <a:lnTo>
                    <a:pt x="715363" y="3116972"/>
                  </a:lnTo>
                  <a:lnTo>
                    <a:pt x="713652" y="3116972"/>
                  </a:lnTo>
                  <a:lnTo>
                    <a:pt x="711941" y="3116972"/>
                  </a:lnTo>
                  <a:lnTo>
                    <a:pt x="710229" y="3116972"/>
                  </a:lnTo>
                  <a:lnTo>
                    <a:pt x="708518" y="3116972"/>
                  </a:lnTo>
                  <a:lnTo>
                    <a:pt x="706806" y="3116972"/>
                  </a:lnTo>
                  <a:lnTo>
                    <a:pt x="705095" y="3116972"/>
                  </a:lnTo>
                  <a:lnTo>
                    <a:pt x="703384" y="3116972"/>
                  </a:lnTo>
                  <a:lnTo>
                    <a:pt x="701672" y="3116972"/>
                  </a:lnTo>
                  <a:lnTo>
                    <a:pt x="699961" y="3116972"/>
                  </a:lnTo>
                  <a:lnTo>
                    <a:pt x="698249" y="3116972"/>
                  </a:lnTo>
                  <a:lnTo>
                    <a:pt x="696538" y="3116972"/>
                  </a:lnTo>
                  <a:lnTo>
                    <a:pt x="694827" y="3116972"/>
                  </a:lnTo>
                  <a:lnTo>
                    <a:pt x="693115" y="3116972"/>
                  </a:lnTo>
                  <a:lnTo>
                    <a:pt x="691404" y="3116972"/>
                  </a:lnTo>
                  <a:lnTo>
                    <a:pt x="689692" y="3116972"/>
                  </a:lnTo>
                  <a:lnTo>
                    <a:pt x="687981" y="3116972"/>
                  </a:lnTo>
                  <a:lnTo>
                    <a:pt x="686270" y="3116972"/>
                  </a:lnTo>
                  <a:lnTo>
                    <a:pt x="684558" y="3116972"/>
                  </a:lnTo>
                  <a:lnTo>
                    <a:pt x="682847" y="3116972"/>
                  </a:lnTo>
                  <a:lnTo>
                    <a:pt x="681135" y="3116972"/>
                  </a:lnTo>
                  <a:lnTo>
                    <a:pt x="679424" y="3116972"/>
                  </a:lnTo>
                  <a:lnTo>
                    <a:pt x="677713" y="3116972"/>
                  </a:lnTo>
                  <a:lnTo>
                    <a:pt x="676001" y="3116972"/>
                  </a:lnTo>
                  <a:lnTo>
                    <a:pt x="674290" y="3116972"/>
                  </a:lnTo>
                  <a:lnTo>
                    <a:pt x="672578" y="3116972"/>
                  </a:lnTo>
                  <a:lnTo>
                    <a:pt x="670867" y="3116972"/>
                  </a:lnTo>
                  <a:lnTo>
                    <a:pt x="669156" y="3116972"/>
                  </a:lnTo>
                  <a:lnTo>
                    <a:pt x="667444" y="3116972"/>
                  </a:lnTo>
                  <a:lnTo>
                    <a:pt x="665733" y="3116972"/>
                  </a:lnTo>
                  <a:lnTo>
                    <a:pt x="664021" y="3116972"/>
                  </a:lnTo>
                  <a:lnTo>
                    <a:pt x="662310" y="3116972"/>
                  </a:lnTo>
                  <a:lnTo>
                    <a:pt x="660599" y="3116972"/>
                  </a:lnTo>
                  <a:lnTo>
                    <a:pt x="658887" y="3116972"/>
                  </a:lnTo>
                  <a:lnTo>
                    <a:pt x="657176" y="3116972"/>
                  </a:lnTo>
                  <a:lnTo>
                    <a:pt x="655464" y="3116972"/>
                  </a:lnTo>
                  <a:lnTo>
                    <a:pt x="653753" y="3116972"/>
                  </a:lnTo>
                  <a:lnTo>
                    <a:pt x="652042" y="3116972"/>
                  </a:lnTo>
                  <a:lnTo>
                    <a:pt x="650330" y="3116972"/>
                  </a:lnTo>
                  <a:lnTo>
                    <a:pt x="648619" y="3116972"/>
                  </a:lnTo>
                  <a:lnTo>
                    <a:pt x="646907" y="3116972"/>
                  </a:lnTo>
                  <a:lnTo>
                    <a:pt x="645196" y="3116972"/>
                  </a:lnTo>
                  <a:lnTo>
                    <a:pt x="643485" y="3116972"/>
                  </a:lnTo>
                  <a:lnTo>
                    <a:pt x="641773" y="3116972"/>
                  </a:lnTo>
                  <a:lnTo>
                    <a:pt x="640062" y="3116972"/>
                  </a:lnTo>
                  <a:lnTo>
                    <a:pt x="638350" y="3116972"/>
                  </a:lnTo>
                  <a:lnTo>
                    <a:pt x="636639" y="3116972"/>
                  </a:lnTo>
                  <a:lnTo>
                    <a:pt x="634928" y="3116972"/>
                  </a:lnTo>
                  <a:lnTo>
                    <a:pt x="633216" y="3116972"/>
                  </a:lnTo>
                  <a:lnTo>
                    <a:pt x="631505" y="3116972"/>
                  </a:lnTo>
                  <a:lnTo>
                    <a:pt x="629794" y="3116972"/>
                  </a:lnTo>
                  <a:lnTo>
                    <a:pt x="628082" y="3116972"/>
                  </a:lnTo>
                  <a:lnTo>
                    <a:pt x="626371" y="3116972"/>
                  </a:lnTo>
                  <a:lnTo>
                    <a:pt x="624659" y="3116972"/>
                  </a:lnTo>
                  <a:lnTo>
                    <a:pt x="622948" y="3116972"/>
                  </a:lnTo>
                  <a:lnTo>
                    <a:pt x="621237" y="3116972"/>
                  </a:lnTo>
                  <a:lnTo>
                    <a:pt x="619525" y="3116972"/>
                  </a:lnTo>
                  <a:lnTo>
                    <a:pt x="617814" y="3116972"/>
                  </a:lnTo>
                  <a:lnTo>
                    <a:pt x="616102" y="3116972"/>
                  </a:lnTo>
                  <a:lnTo>
                    <a:pt x="614391" y="3116972"/>
                  </a:lnTo>
                  <a:lnTo>
                    <a:pt x="612680" y="3116972"/>
                  </a:lnTo>
                  <a:lnTo>
                    <a:pt x="610968" y="3116972"/>
                  </a:lnTo>
                  <a:lnTo>
                    <a:pt x="609257" y="3116972"/>
                  </a:lnTo>
                  <a:lnTo>
                    <a:pt x="607545" y="3116972"/>
                  </a:lnTo>
                  <a:lnTo>
                    <a:pt x="605834" y="3116972"/>
                  </a:lnTo>
                  <a:lnTo>
                    <a:pt x="604123" y="3116972"/>
                  </a:lnTo>
                  <a:lnTo>
                    <a:pt x="602411" y="3116972"/>
                  </a:lnTo>
                  <a:lnTo>
                    <a:pt x="600700" y="3116972"/>
                  </a:lnTo>
                  <a:lnTo>
                    <a:pt x="598988" y="3116972"/>
                  </a:lnTo>
                  <a:lnTo>
                    <a:pt x="597277" y="3116972"/>
                  </a:lnTo>
                  <a:lnTo>
                    <a:pt x="595566" y="3116972"/>
                  </a:lnTo>
                  <a:lnTo>
                    <a:pt x="593854" y="3116972"/>
                  </a:lnTo>
                  <a:lnTo>
                    <a:pt x="592143" y="3116972"/>
                  </a:lnTo>
                  <a:lnTo>
                    <a:pt x="590431" y="3116972"/>
                  </a:lnTo>
                  <a:lnTo>
                    <a:pt x="588720" y="3116972"/>
                  </a:lnTo>
                  <a:lnTo>
                    <a:pt x="587009" y="3116972"/>
                  </a:lnTo>
                  <a:lnTo>
                    <a:pt x="585297" y="3116972"/>
                  </a:lnTo>
                  <a:lnTo>
                    <a:pt x="583586" y="3116972"/>
                  </a:lnTo>
                  <a:lnTo>
                    <a:pt x="581874" y="3116972"/>
                  </a:lnTo>
                  <a:lnTo>
                    <a:pt x="580163" y="3116972"/>
                  </a:lnTo>
                  <a:lnTo>
                    <a:pt x="578452" y="3116972"/>
                  </a:lnTo>
                  <a:lnTo>
                    <a:pt x="576740" y="3116972"/>
                  </a:lnTo>
                  <a:lnTo>
                    <a:pt x="575029" y="3116972"/>
                  </a:lnTo>
                  <a:lnTo>
                    <a:pt x="573317" y="3116972"/>
                  </a:lnTo>
                  <a:lnTo>
                    <a:pt x="571606" y="3116972"/>
                  </a:lnTo>
                  <a:lnTo>
                    <a:pt x="569895" y="3116972"/>
                  </a:lnTo>
                  <a:lnTo>
                    <a:pt x="568183" y="3116972"/>
                  </a:lnTo>
                  <a:lnTo>
                    <a:pt x="566472" y="3116972"/>
                  </a:lnTo>
                  <a:lnTo>
                    <a:pt x="564760" y="3116972"/>
                  </a:lnTo>
                  <a:lnTo>
                    <a:pt x="563049" y="3116972"/>
                  </a:lnTo>
                  <a:lnTo>
                    <a:pt x="561338" y="3116972"/>
                  </a:lnTo>
                  <a:lnTo>
                    <a:pt x="559626" y="3116972"/>
                  </a:lnTo>
                  <a:lnTo>
                    <a:pt x="557915" y="3116972"/>
                  </a:lnTo>
                  <a:lnTo>
                    <a:pt x="556203" y="3116972"/>
                  </a:lnTo>
                  <a:lnTo>
                    <a:pt x="554492" y="3116972"/>
                  </a:lnTo>
                  <a:lnTo>
                    <a:pt x="552781" y="3116972"/>
                  </a:lnTo>
                  <a:lnTo>
                    <a:pt x="551069" y="3116972"/>
                  </a:lnTo>
                  <a:lnTo>
                    <a:pt x="549358" y="3116972"/>
                  </a:lnTo>
                  <a:lnTo>
                    <a:pt x="547646" y="3116972"/>
                  </a:lnTo>
                  <a:lnTo>
                    <a:pt x="545935" y="3116972"/>
                  </a:lnTo>
                  <a:lnTo>
                    <a:pt x="544224" y="3116972"/>
                  </a:lnTo>
                  <a:lnTo>
                    <a:pt x="542512" y="3116972"/>
                  </a:lnTo>
                  <a:lnTo>
                    <a:pt x="540801" y="3116972"/>
                  </a:lnTo>
                  <a:lnTo>
                    <a:pt x="539089" y="3116972"/>
                  </a:lnTo>
                  <a:lnTo>
                    <a:pt x="537378" y="3116972"/>
                  </a:lnTo>
                  <a:lnTo>
                    <a:pt x="535667" y="3116972"/>
                  </a:lnTo>
                  <a:lnTo>
                    <a:pt x="533955" y="3116972"/>
                  </a:lnTo>
                  <a:lnTo>
                    <a:pt x="532244" y="3116972"/>
                  </a:lnTo>
                  <a:lnTo>
                    <a:pt x="530532" y="3116972"/>
                  </a:lnTo>
                  <a:lnTo>
                    <a:pt x="528821" y="3116972"/>
                  </a:lnTo>
                  <a:lnTo>
                    <a:pt x="527110" y="3116972"/>
                  </a:lnTo>
                  <a:lnTo>
                    <a:pt x="525398" y="3116972"/>
                  </a:lnTo>
                  <a:lnTo>
                    <a:pt x="523687" y="3116972"/>
                  </a:lnTo>
                  <a:lnTo>
                    <a:pt x="521976" y="3116972"/>
                  </a:lnTo>
                  <a:lnTo>
                    <a:pt x="520264" y="3116972"/>
                  </a:lnTo>
                  <a:lnTo>
                    <a:pt x="518553" y="3116972"/>
                  </a:lnTo>
                  <a:lnTo>
                    <a:pt x="516841" y="3116972"/>
                  </a:lnTo>
                  <a:lnTo>
                    <a:pt x="515130" y="3116972"/>
                  </a:lnTo>
                  <a:lnTo>
                    <a:pt x="513419" y="3116972"/>
                  </a:lnTo>
                  <a:lnTo>
                    <a:pt x="511707" y="3116972"/>
                  </a:lnTo>
                  <a:lnTo>
                    <a:pt x="509996" y="3116972"/>
                  </a:lnTo>
                  <a:lnTo>
                    <a:pt x="508284" y="3116972"/>
                  </a:lnTo>
                  <a:lnTo>
                    <a:pt x="506573" y="3116972"/>
                  </a:lnTo>
                  <a:lnTo>
                    <a:pt x="504862" y="3116972"/>
                  </a:lnTo>
                  <a:lnTo>
                    <a:pt x="503150" y="3116972"/>
                  </a:lnTo>
                  <a:lnTo>
                    <a:pt x="501439" y="3116972"/>
                  </a:lnTo>
                  <a:lnTo>
                    <a:pt x="499727" y="3116972"/>
                  </a:lnTo>
                  <a:lnTo>
                    <a:pt x="498016" y="3116972"/>
                  </a:lnTo>
                  <a:lnTo>
                    <a:pt x="496305" y="3116972"/>
                  </a:lnTo>
                  <a:lnTo>
                    <a:pt x="494593" y="3116972"/>
                  </a:lnTo>
                  <a:lnTo>
                    <a:pt x="492882" y="3116972"/>
                  </a:lnTo>
                  <a:lnTo>
                    <a:pt x="491170" y="3116972"/>
                  </a:lnTo>
                  <a:lnTo>
                    <a:pt x="489459" y="3116972"/>
                  </a:lnTo>
                  <a:lnTo>
                    <a:pt x="487748" y="3116972"/>
                  </a:lnTo>
                  <a:lnTo>
                    <a:pt x="486036" y="3116972"/>
                  </a:lnTo>
                  <a:lnTo>
                    <a:pt x="484325" y="3116972"/>
                  </a:lnTo>
                  <a:lnTo>
                    <a:pt x="482613" y="3116972"/>
                  </a:lnTo>
                  <a:lnTo>
                    <a:pt x="480902" y="3116972"/>
                  </a:lnTo>
                  <a:lnTo>
                    <a:pt x="479191" y="3116972"/>
                  </a:lnTo>
                  <a:lnTo>
                    <a:pt x="477479" y="3116972"/>
                  </a:lnTo>
                  <a:lnTo>
                    <a:pt x="475768" y="3116972"/>
                  </a:lnTo>
                  <a:lnTo>
                    <a:pt x="474056" y="3116972"/>
                  </a:lnTo>
                  <a:lnTo>
                    <a:pt x="472345" y="3116972"/>
                  </a:lnTo>
                  <a:lnTo>
                    <a:pt x="470634" y="3116972"/>
                  </a:lnTo>
                  <a:lnTo>
                    <a:pt x="468922" y="3116972"/>
                  </a:lnTo>
                  <a:lnTo>
                    <a:pt x="467211" y="3116972"/>
                  </a:lnTo>
                  <a:lnTo>
                    <a:pt x="465499" y="3116972"/>
                  </a:lnTo>
                  <a:lnTo>
                    <a:pt x="463788" y="3116972"/>
                  </a:lnTo>
                  <a:lnTo>
                    <a:pt x="462077" y="3116972"/>
                  </a:lnTo>
                  <a:lnTo>
                    <a:pt x="460365" y="3116972"/>
                  </a:lnTo>
                  <a:lnTo>
                    <a:pt x="458654" y="3116972"/>
                  </a:lnTo>
                  <a:lnTo>
                    <a:pt x="456942" y="3116972"/>
                  </a:lnTo>
                  <a:lnTo>
                    <a:pt x="455231" y="3116972"/>
                  </a:lnTo>
                  <a:lnTo>
                    <a:pt x="453520" y="3116972"/>
                  </a:lnTo>
                  <a:lnTo>
                    <a:pt x="451808" y="3116972"/>
                  </a:lnTo>
                  <a:lnTo>
                    <a:pt x="450097" y="3116972"/>
                  </a:lnTo>
                  <a:lnTo>
                    <a:pt x="448385" y="3116972"/>
                  </a:lnTo>
                  <a:lnTo>
                    <a:pt x="446674" y="3116972"/>
                  </a:lnTo>
                  <a:lnTo>
                    <a:pt x="444963" y="3116972"/>
                  </a:lnTo>
                  <a:lnTo>
                    <a:pt x="443251" y="3116972"/>
                  </a:lnTo>
                  <a:lnTo>
                    <a:pt x="441540" y="3116972"/>
                  </a:lnTo>
                  <a:lnTo>
                    <a:pt x="439828" y="3116972"/>
                  </a:lnTo>
                  <a:lnTo>
                    <a:pt x="438117" y="3116972"/>
                  </a:lnTo>
                  <a:lnTo>
                    <a:pt x="436406" y="3116972"/>
                  </a:lnTo>
                  <a:lnTo>
                    <a:pt x="434694" y="3116972"/>
                  </a:lnTo>
                  <a:lnTo>
                    <a:pt x="432983" y="3116972"/>
                  </a:lnTo>
                  <a:lnTo>
                    <a:pt x="431271" y="3116972"/>
                  </a:lnTo>
                  <a:lnTo>
                    <a:pt x="429560" y="3116972"/>
                  </a:lnTo>
                  <a:lnTo>
                    <a:pt x="427849" y="3116972"/>
                  </a:lnTo>
                  <a:lnTo>
                    <a:pt x="426137" y="3116972"/>
                  </a:lnTo>
                  <a:lnTo>
                    <a:pt x="424426" y="3116972"/>
                  </a:lnTo>
                  <a:lnTo>
                    <a:pt x="422714" y="3116972"/>
                  </a:lnTo>
                  <a:lnTo>
                    <a:pt x="421003" y="3116972"/>
                  </a:lnTo>
                  <a:lnTo>
                    <a:pt x="419292" y="3116972"/>
                  </a:lnTo>
                  <a:lnTo>
                    <a:pt x="417580" y="3116972"/>
                  </a:lnTo>
                  <a:lnTo>
                    <a:pt x="415869" y="3116972"/>
                  </a:lnTo>
                  <a:lnTo>
                    <a:pt x="414158" y="3116972"/>
                  </a:lnTo>
                  <a:lnTo>
                    <a:pt x="412446" y="3116972"/>
                  </a:lnTo>
                  <a:lnTo>
                    <a:pt x="410735" y="3116972"/>
                  </a:lnTo>
                  <a:lnTo>
                    <a:pt x="409023" y="3116972"/>
                  </a:lnTo>
                  <a:lnTo>
                    <a:pt x="407312" y="3116972"/>
                  </a:lnTo>
                  <a:lnTo>
                    <a:pt x="405601" y="3116972"/>
                  </a:lnTo>
                  <a:lnTo>
                    <a:pt x="403889" y="3116972"/>
                  </a:lnTo>
                  <a:lnTo>
                    <a:pt x="402178" y="3116972"/>
                  </a:lnTo>
                  <a:lnTo>
                    <a:pt x="400466" y="3116972"/>
                  </a:lnTo>
                  <a:lnTo>
                    <a:pt x="398755" y="3116972"/>
                  </a:lnTo>
                  <a:lnTo>
                    <a:pt x="397044" y="3116972"/>
                  </a:lnTo>
                  <a:lnTo>
                    <a:pt x="395332" y="3116972"/>
                  </a:lnTo>
                  <a:lnTo>
                    <a:pt x="393621" y="3116972"/>
                  </a:lnTo>
                  <a:lnTo>
                    <a:pt x="391909" y="3116972"/>
                  </a:lnTo>
                  <a:lnTo>
                    <a:pt x="390198" y="3116972"/>
                  </a:lnTo>
                  <a:lnTo>
                    <a:pt x="388487" y="3116972"/>
                  </a:lnTo>
                  <a:lnTo>
                    <a:pt x="386775" y="3116972"/>
                  </a:lnTo>
                  <a:lnTo>
                    <a:pt x="385064" y="3116972"/>
                  </a:lnTo>
                  <a:lnTo>
                    <a:pt x="383352" y="3116972"/>
                  </a:lnTo>
                  <a:lnTo>
                    <a:pt x="381641" y="3116972"/>
                  </a:lnTo>
                  <a:lnTo>
                    <a:pt x="379930" y="3116972"/>
                  </a:lnTo>
                  <a:lnTo>
                    <a:pt x="378218" y="3116972"/>
                  </a:lnTo>
                  <a:lnTo>
                    <a:pt x="376507" y="3116972"/>
                  </a:lnTo>
                  <a:lnTo>
                    <a:pt x="374795" y="3116972"/>
                  </a:lnTo>
                  <a:lnTo>
                    <a:pt x="373084" y="3116972"/>
                  </a:lnTo>
                  <a:lnTo>
                    <a:pt x="371373" y="3116972"/>
                  </a:lnTo>
                  <a:lnTo>
                    <a:pt x="369661" y="3116972"/>
                  </a:lnTo>
                  <a:lnTo>
                    <a:pt x="367950" y="3116972"/>
                  </a:lnTo>
                  <a:lnTo>
                    <a:pt x="366238" y="3116972"/>
                  </a:lnTo>
                  <a:lnTo>
                    <a:pt x="364527" y="3116972"/>
                  </a:lnTo>
                  <a:lnTo>
                    <a:pt x="362816" y="3116972"/>
                  </a:lnTo>
                  <a:lnTo>
                    <a:pt x="361104" y="3116972"/>
                  </a:lnTo>
                  <a:lnTo>
                    <a:pt x="359393" y="3116972"/>
                  </a:lnTo>
                  <a:lnTo>
                    <a:pt x="357681" y="3116972"/>
                  </a:lnTo>
                  <a:lnTo>
                    <a:pt x="355970" y="3116972"/>
                  </a:lnTo>
                  <a:lnTo>
                    <a:pt x="354259" y="3116972"/>
                  </a:lnTo>
                  <a:lnTo>
                    <a:pt x="352547" y="3116972"/>
                  </a:lnTo>
                  <a:lnTo>
                    <a:pt x="350836" y="3116972"/>
                  </a:lnTo>
                  <a:lnTo>
                    <a:pt x="349124" y="3116972"/>
                  </a:lnTo>
                  <a:lnTo>
                    <a:pt x="347413" y="3116972"/>
                  </a:lnTo>
                  <a:lnTo>
                    <a:pt x="345702" y="3116972"/>
                  </a:lnTo>
                  <a:lnTo>
                    <a:pt x="343990" y="3116972"/>
                  </a:lnTo>
                  <a:lnTo>
                    <a:pt x="342279" y="3116972"/>
                  </a:lnTo>
                  <a:lnTo>
                    <a:pt x="340567" y="3116972"/>
                  </a:lnTo>
                  <a:lnTo>
                    <a:pt x="338856" y="3116972"/>
                  </a:lnTo>
                  <a:lnTo>
                    <a:pt x="337145" y="3116972"/>
                  </a:lnTo>
                  <a:lnTo>
                    <a:pt x="335433" y="3116972"/>
                  </a:lnTo>
                  <a:lnTo>
                    <a:pt x="333722" y="3116972"/>
                  </a:lnTo>
                  <a:lnTo>
                    <a:pt x="332010" y="3116972"/>
                  </a:lnTo>
                  <a:lnTo>
                    <a:pt x="330299" y="3116972"/>
                  </a:lnTo>
                  <a:lnTo>
                    <a:pt x="328588" y="3116972"/>
                  </a:lnTo>
                  <a:lnTo>
                    <a:pt x="326876" y="3116972"/>
                  </a:lnTo>
                  <a:lnTo>
                    <a:pt x="325165" y="3116972"/>
                  </a:lnTo>
                  <a:lnTo>
                    <a:pt x="323453" y="3116972"/>
                  </a:lnTo>
                  <a:lnTo>
                    <a:pt x="321742" y="3116972"/>
                  </a:lnTo>
                  <a:lnTo>
                    <a:pt x="320031" y="3116972"/>
                  </a:lnTo>
                  <a:lnTo>
                    <a:pt x="318319" y="3116972"/>
                  </a:lnTo>
                  <a:lnTo>
                    <a:pt x="316608" y="3116972"/>
                  </a:lnTo>
                  <a:lnTo>
                    <a:pt x="314897" y="3116972"/>
                  </a:lnTo>
                  <a:lnTo>
                    <a:pt x="313185" y="3116972"/>
                  </a:lnTo>
                  <a:lnTo>
                    <a:pt x="311474" y="3116972"/>
                  </a:lnTo>
                  <a:lnTo>
                    <a:pt x="309762" y="3116972"/>
                  </a:lnTo>
                  <a:lnTo>
                    <a:pt x="308051" y="3116972"/>
                  </a:lnTo>
                  <a:lnTo>
                    <a:pt x="306340" y="3116972"/>
                  </a:lnTo>
                  <a:lnTo>
                    <a:pt x="304628" y="3116972"/>
                  </a:lnTo>
                  <a:lnTo>
                    <a:pt x="302917" y="3116972"/>
                  </a:lnTo>
                  <a:lnTo>
                    <a:pt x="301205" y="3116972"/>
                  </a:lnTo>
                  <a:lnTo>
                    <a:pt x="299494" y="3116972"/>
                  </a:lnTo>
                  <a:lnTo>
                    <a:pt x="297783" y="3116972"/>
                  </a:lnTo>
                  <a:lnTo>
                    <a:pt x="296071" y="3116972"/>
                  </a:lnTo>
                  <a:lnTo>
                    <a:pt x="294360" y="3116972"/>
                  </a:lnTo>
                  <a:lnTo>
                    <a:pt x="292648" y="3116972"/>
                  </a:lnTo>
                  <a:lnTo>
                    <a:pt x="290937" y="3116972"/>
                  </a:lnTo>
                  <a:lnTo>
                    <a:pt x="289226" y="3116972"/>
                  </a:lnTo>
                  <a:lnTo>
                    <a:pt x="287514" y="3116972"/>
                  </a:lnTo>
                  <a:lnTo>
                    <a:pt x="285803" y="3116972"/>
                  </a:lnTo>
                  <a:lnTo>
                    <a:pt x="284091" y="3116972"/>
                  </a:lnTo>
                  <a:lnTo>
                    <a:pt x="282380" y="3116972"/>
                  </a:lnTo>
                  <a:lnTo>
                    <a:pt x="280669" y="3116972"/>
                  </a:lnTo>
                  <a:lnTo>
                    <a:pt x="278957" y="3116972"/>
                  </a:lnTo>
                  <a:lnTo>
                    <a:pt x="277246" y="3116972"/>
                  </a:lnTo>
                  <a:lnTo>
                    <a:pt x="275534" y="3116972"/>
                  </a:lnTo>
                  <a:lnTo>
                    <a:pt x="273823" y="3116972"/>
                  </a:lnTo>
                  <a:lnTo>
                    <a:pt x="272112" y="3116972"/>
                  </a:lnTo>
                  <a:lnTo>
                    <a:pt x="270400" y="3116972"/>
                  </a:lnTo>
                  <a:lnTo>
                    <a:pt x="268689" y="3116972"/>
                  </a:lnTo>
                  <a:lnTo>
                    <a:pt x="266977" y="3116972"/>
                  </a:lnTo>
                  <a:lnTo>
                    <a:pt x="265266" y="3116972"/>
                  </a:lnTo>
                  <a:lnTo>
                    <a:pt x="263555" y="3116972"/>
                  </a:lnTo>
                  <a:lnTo>
                    <a:pt x="261843" y="3116972"/>
                  </a:lnTo>
                  <a:lnTo>
                    <a:pt x="260132" y="3116972"/>
                  </a:lnTo>
                  <a:lnTo>
                    <a:pt x="258420" y="3116972"/>
                  </a:lnTo>
                  <a:lnTo>
                    <a:pt x="256709" y="3116972"/>
                  </a:lnTo>
                  <a:lnTo>
                    <a:pt x="254998" y="3116972"/>
                  </a:lnTo>
                  <a:lnTo>
                    <a:pt x="253286" y="3116972"/>
                  </a:lnTo>
                  <a:lnTo>
                    <a:pt x="251575" y="3116972"/>
                  </a:lnTo>
                  <a:lnTo>
                    <a:pt x="249863" y="3116972"/>
                  </a:lnTo>
                  <a:lnTo>
                    <a:pt x="248152" y="3116972"/>
                  </a:lnTo>
                  <a:lnTo>
                    <a:pt x="246441" y="3116972"/>
                  </a:lnTo>
                  <a:lnTo>
                    <a:pt x="244729" y="3116972"/>
                  </a:lnTo>
                  <a:lnTo>
                    <a:pt x="243018" y="3116972"/>
                  </a:lnTo>
                  <a:lnTo>
                    <a:pt x="241306" y="3116972"/>
                  </a:lnTo>
                  <a:lnTo>
                    <a:pt x="239595" y="3116972"/>
                  </a:lnTo>
                  <a:lnTo>
                    <a:pt x="237884" y="3116972"/>
                  </a:lnTo>
                  <a:lnTo>
                    <a:pt x="236172" y="3116972"/>
                  </a:lnTo>
                  <a:lnTo>
                    <a:pt x="234461" y="3116972"/>
                  </a:lnTo>
                  <a:lnTo>
                    <a:pt x="232749" y="3116972"/>
                  </a:lnTo>
                  <a:lnTo>
                    <a:pt x="231038" y="3116972"/>
                  </a:lnTo>
                  <a:lnTo>
                    <a:pt x="229327" y="3116972"/>
                  </a:lnTo>
                  <a:lnTo>
                    <a:pt x="227615" y="3116972"/>
                  </a:lnTo>
                  <a:lnTo>
                    <a:pt x="225904" y="3116972"/>
                  </a:lnTo>
                  <a:lnTo>
                    <a:pt x="224192" y="3116972"/>
                  </a:lnTo>
                  <a:lnTo>
                    <a:pt x="222481" y="3116972"/>
                  </a:lnTo>
                  <a:lnTo>
                    <a:pt x="220770" y="3116972"/>
                  </a:lnTo>
                  <a:lnTo>
                    <a:pt x="219058" y="3116972"/>
                  </a:lnTo>
                  <a:lnTo>
                    <a:pt x="217347" y="3116972"/>
                  </a:lnTo>
                  <a:lnTo>
                    <a:pt x="215635" y="3116972"/>
                  </a:lnTo>
                  <a:lnTo>
                    <a:pt x="213924" y="3116972"/>
                  </a:lnTo>
                  <a:lnTo>
                    <a:pt x="212213" y="3116972"/>
                  </a:lnTo>
                  <a:lnTo>
                    <a:pt x="210501" y="3116972"/>
                  </a:lnTo>
                  <a:lnTo>
                    <a:pt x="208790" y="3116972"/>
                  </a:lnTo>
                  <a:lnTo>
                    <a:pt x="207079" y="3116972"/>
                  </a:lnTo>
                  <a:lnTo>
                    <a:pt x="205367" y="3116972"/>
                  </a:lnTo>
                  <a:lnTo>
                    <a:pt x="203656" y="3116972"/>
                  </a:lnTo>
                  <a:lnTo>
                    <a:pt x="201944" y="3116972"/>
                  </a:lnTo>
                  <a:lnTo>
                    <a:pt x="200233" y="3116972"/>
                  </a:lnTo>
                  <a:lnTo>
                    <a:pt x="198522" y="3116972"/>
                  </a:lnTo>
                  <a:lnTo>
                    <a:pt x="196810" y="3116972"/>
                  </a:lnTo>
                  <a:lnTo>
                    <a:pt x="195099" y="3116972"/>
                  </a:lnTo>
                  <a:lnTo>
                    <a:pt x="193387" y="3116972"/>
                  </a:lnTo>
                  <a:lnTo>
                    <a:pt x="191676" y="3116972"/>
                  </a:lnTo>
                  <a:lnTo>
                    <a:pt x="189965" y="3116972"/>
                  </a:lnTo>
                  <a:lnTo>
                    <a:pt x="188253" y="3116972"/>
                  </a:lnTo>
                  <a:lnTo>
                    <a:pt x="186542" y="3116972"/>
                  </a:lnTo>
                  <a:lnTo>
                    <a:pt x="184830" y="3116972"/>
                  </a:lnTo>
                  <a:lnTo>
                    <a:pt x="183119" y="3116972"/>
                  </a:lnTo>
                  <a:lnTo>
                    <a:pt x="181408" y="3116972"/>
                  </a:lnTo>
                  <a:lnTo>
                    <a:pt x="179696" y="3116972"/>
                  </a:lnTo>
                  <a:lnTo>
                    <a:pt x="177985" y="3116972"/>
                  </a:lnTo>
                  <a:lnTo>
                    <a:pt x="176273" y="3116972"/>
                  </a:lnTo>
                  <a:lnTo>
                    <a:pt x="174562" y="3116972"/>
                  </a:lnTo>
                  <a:lnTo>
                    <a:pt x="172851" y="3116972"/>
                  </a:lnTo>
                  <a:lnTo>
                    <a:pt x="171139" y="3116972"/>
                  </a:lnTo>
                  <a:lnTo>
                    <a:pt x="169428" y="3116972"/>
                  </a:lnTo>
                  <a:lnTo>
                    <a:pt x="167716" y="3116972"/>
                  </a:lnTo>
                  <a:lnTo>
                    <a:pt x="166005" y="3116972"/>
                  </a:lnTo>
                  <a:lnTo>
                    <a:pt x="164294" y="3116972"/>
                  </a:lnTo>
                  <a:lnTo>
                    <a:pt x="162582" y="3116972"/>
                  </a:lnTo>
                  <a:lnTo>
                    <a:pt x="160871" y="3116972"/>
                  </a:lnTo>
                  <a:lnTo>
                    <a:pt x="159159" y="3116972"/>
                  </a:lnTo>
                  <a:lnTo>
                    <a:pt x="157448" y="3116972"/>
                  </a:lnTo>
                  <a:lnTo>
                    <a:pt x="155737" y="3116972"/>
                  </a:lnTo>
                  <a:lnTo>
                    <a:pt x="154025" y="3116972"/>
                  </a:lnTo>
                  <a:lnTo>
                    <a:pt x="152314" y="3116972"/>
                  </a:lnTo>
                  <a:lnTo>
                    <a:pt x="150602" y="3116972"/>
                  </a:lnTo>
                  <a:lnTo>
                    <a:pt x="148891" y="3116972"/>
                  </a:lnTo>
                  <a:lnTo>
                    <a:pt x="147180" y="3116972"/>
                  </a:lnTo>
                  <a:lnTo>
                    <a:pt x="145468" y="3116972"/>
                  </a:lnTo>
                  <a:lnTo>
                    <a:pt x="143757" y="3116972"/>
                  </a:lnTo>
                  <a:lnTo>
                    <a:pt x="142045" y="3116972"/>
                  </a:lnTo>
                  <a:lnTo>
                    <a:pt x="140334" y="3116972"/>
                  </a:lnTo>
                  <a:lnTo>
                    <a:pt x="138623" y="3116972"/>
                  </a:lnTo>
                  <a:lnTo>
                    <a:pt x="136911" y="3116972"/>
                  </a:lnTo>
                  <a:lnTo>
                    <a:pt x="135200" y="3116972"/>
                  </a:lnTo>
                  <a:lnTo>
                    <a:pt x="133488" y="3116972"/>
                  </a:lnTo>
                  <a:lnTo>
                    <a:pt x="131777" y="3116972"/>
                  </a:lnTo>
                  <a:lnTo>
                    <a:pt x="130066" y="3116972"/>
                  </a:lnTo>
                  <a:lnTo>
                    <a:pt x="128354" y="3116972"/>
                  </a:lnTo>
                  <a:lnTo>
                    <a:pt x="126643" y="3116972"/>
                  </a:lnTo>
                  <a:lnTo>
                    <a:pt x="124931" y="3116972"/>
                  </a:lnTo>
                  <a:lnTo>
                    <a:pt x="123220" y="3116972"/>
                  </a:lnTo>
                  <a:lnTo>
                    <a:pt x="121509" y="3116972"/>
                  </a:lnTo>
                  <a:lnTo>
                    <a:pt x="119797" y="3116972"/>
                  </a:lnTo>
                  <a:lnTo>
                    <a:pt x="118086" y="3116972"/>
                  </a:lnTo>
                  <a:lnTo>
                    <a:pt x="116374" y="3116972"/>
                  </a:lnTo>
                  <a:lnTo>
                    <a:pt x="114663" y="3116972"/>
                  </a:lnTo>
                  <a:lnTo>
                    <a:pt x="112952" y="3116972"/>
                  </a:lnTo>
                  <a:lnTo>
                    <a:pt x="111240" y="3116972"/>
                  </a:lnTo>
                  <a:lnTo>
                    <a:pt x="109529" y="3116972"/>
                  </a:lnTo>
                  <a:lnTo>
                    <a:pt x="107817" y="3116972"/>
                  </a:lnTo>
                  <a:lnTo>
                    <a:pt x="106106" y="3116972"/>
                  </a:lnTo>
                  <a:lnTo>
                    <a:pt x="104395" y="3116972"/>
                  </a:lnTo>
                  <a:lnTo>
                    <a:pt x="102683" y="3116972"/>
                  </a:lnTo>
                  <a:lnTo>
                    <a:pt x="100972" y="3116972"/>
                  </a:lnTo>
                  <a:lnTo>
                    <a:pt x="99261" y="3116972"/>
                  </a:lnTo>
                  <a:lnTo>
                    <a:pt x="97549" y="3116972"/>
                  </a:lnTo>
                  <a:lnTo>
                    <a:pt x="95838" y="3116972"/>
                  </a:lnTo>
                  <a:lnTo>
                    <a:pt x="94126" y="3116972"/>
                  </a:lnTo>
                  <a:lnTo>
                    <a:pt x="92415" y="3116972"/>
                  </a:lnTo>
                  <a:lnTo>
                    <a:pt x="90704" y="3116972"/>
                  </a:lnTo>
                  <a:lnTo>
                    <a:pt x="88992" y="3116972"/>
                  </a:lnTo>
                  <a:lnTo>
                    <a:pt x="87281" y="3116972"/>
                  </a:lnTo>
                  <a:lnTo>
                    <a:pt x="85569" y="3116972"/>
                  </a:lnTo>
                  <a:lnTo>
                    <a:pt x="83858" y="3116972"/>
                  </a:lnTo>
                  <a:lnTo>
                    <a:pt x="82147" y="3116972"/>
                  </a:lnTo>
                  <a:lnTo>
                    <a:pt x="80435" y="3116972"/>
                  </a:lnTo>
                  <a:lnTo>
                    <a:pt x="78724" y="3116972"/>
                  </a:lnTo>
                  <a:lnTo>
                    <a:pt x="77012" y="3116972"/>
                  </a:lnTo>
                  <a:lnTo>
                    <a:pt x="75301" y="3116972"/>
                  </a:lnTo>
                  <a:lnTo>
                    <a:pt x="73590" y="3116972"/>
                  </a:lnTo>
                  <a:lnTo>
                    <a:pt x="71878" y="3116972"/>
                  </a:lnTo>
                  <a:lnTo>
                    <a:pt x="70167" y="3116972"/>
                  </a:lnTo>
                  <a:lnTo>
                    <a:pt x="68455" y="3116972"/>
                  </a:lnTo>
                  <a:lnTo>
                    <a:pt x="66744" y="3116972"/>
                  </a:lnTo>
                  <a:lnTo>
                    <a:pt x="65033" y="3116972"/>
                  </a:lnTo>
                  <a:lnTo>
                    <a:pt x="63321" y="3116972"/>
                  </a:lnTo>
                  <a:lnTo>
                    <a:pt x="61610" y="3116972"/>
                  </a:lnTo>
                  <a:lnTo>
                    <a:pt x="59898" y="3116972"/>
                  </a:lnTo>
                  <a:lnTo>
                    <a:pt x="58187" y="3116972"/>
                  </a:lnTo>
                  <a:lnTo>
                    <a:pt x="56476" y="3116972"/>
                  </a:lnTo>
                  <a:lnTo>
                    <a:pt x="54764" y="3116972"/>
                  </a:lnTo>
                  <a:lnTo>
                    <a:pt x="53053" y="3116972"/>
                  </a:lnTo>
                  <a:lnTo>
                    <a:pt x="51341" y="3116972"/>
                  </a:lnTo>
                  <a:lnTo>
                    <a:pt x="49630" y="3116972"/>
                  </a:lnTo>
                  <a:lnTo>
                    <a:pt x="47919" y="3116972"/>
                  </a:lnTo>
                  <a:lnTo>
                    <a:pt x="46207" y="3116972"/>
                  </a:lnTo>
                  <a:lnTo>
                    <a:pt x="44496" y="3116972"/>
                  </a:lnTo>
                  <a:lnTo>
                    <a:pt x="42784" y="3116972"/>
                  </a:lnTo>
                  <a:lnTo>
                    <a:pt x="41073" y="3116972"/>
                  </a:lnTo>
                  <a:lnTo>
                    <a:pt x="39362" y="3116972"/>
                  </a:lnTo>
                  <a:lnTo>
                    <a:pt x="37650" y="3116972"/>
                  </a:lnTo>
                  <a:lnTo>
                    <a:pt x="35939" y="3116972"/>
                  </a:lnTo>
                  <a:lnTo>
                    <a:pt x="34227" y="3116972"/>
                  </a:lnTo>
                  <a:lnTo>
                    <a:pt x="32516" y="3116972"/>
                  </a:lnTo>
                  <a:lnTo>
                    <a:pt x="30805" y="3116972"/>
                  </a:lnTo>
                  <a:lnTo>
                    <a:pt x="29093" y="3116972"/>
                  </a:lnTo>
                  <a:lnTo>
                    <a:pt x="27382" y="3116972"/>
                  </a:lnTo>
                  <a:lnTo>
                    <a:pt x="25670" y="3116972"/>
                  </a:lnTo>
                  <a:lnTo>
                    <a:pt x="23959" y="3116972"/>
                  </a:lnTo>
                  <a:lnTo>
                    <a:pt x="22248" y="3116972"/>
                  </a:lnTo>
                  <a:lnTo>
                    <a:pt x="20536" y="3116972"/>
                  </a:lnTo>
                  <a:lnTo>
                    <a:pt x="18825" y="3116972"/>
                  </a:lnTo>
                  <a:lnTo>
                    <a:pt x="17113" y="3116972"/>
                  </a:lnTo>
                  <a:lnTo>
                    <a:pt x="15402" y="3116972"/>
                  </a:lnTo>
                  <a:lnTo>
                    <a:pt x="13691" y="3116972"/>
                  </a:lnTo>
                  <a:lnTo>
                    <a:pt x="11979" y="3116972"/>
                  </a:lnTo>
                  <a:lnTo>
                    <a:pt x="10268" y="3116972"/>
                  </a:lnTo>
                  <a:lnTo>
                    <a:pt x="8556" y="3116972"/>
                  </a:lnTo>
                  <a:lnTo>
                    <a:pt x="6845" y="3116972"/>
                  </a:lnTo>
                  <a:lnTo>
                    <a:pt x="5134" y="3116972"/>
                  </a:lnTo>
                  <a:lnTo>
                    <a:pt x="3422" y="3116972"/>
                  </a:lnTo>
                  <a:lnTo>
                    <a:pt x="1711" y="3116972"/>
                  </a:lnTo>
                  <a:lnTo>
                    <a:pt x="0" y="311697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2956665"/>
                  </a:moveTo>
                  <a:lnTo>
                    <a:pt x="1711" y="3046364"/>
                  </a:lnTo>
                  <a:lnTo>
                    <a:pt x="3422" y="3116972"/>
                  </a:lnTo>
                  <a:lnTo>
                    <a:pt x="3422" y="3116972"/>
                  </a:lnTo>
                  <a:lnTo>
                    <a:pt x="5134" y="3116972"/>
                  </a:lnTo>
                  <a:lnTo>
                    <a:pt x="6845" y="3089704"/>
                  </a:lnTo>
                  <a:lnTo>
                    <a:pt x="8556" y="3059797"/>
                  </a:lnTo>
                  <a:lnTo>
                    <a:pt x="10268" y="3074008"/>
                  </a:lnTo>
                  <a:lnTo>
                    <a:pt x="11979" y="3039978"/>
                  </a:lnTo>
                  <a:lnTo>
                    <a:pt x="13691" y="2984365"/>
                  </a:lnTo>
                  <a:lnTo>
                    <a:pt x="15402" y="2906873"/>
                  </a:lnTo>
                  <a:lnTo>
                    <a:pt x="17113" y="2816247"/>
                  </a:lnTo>
                  <a:lnTo>
                    <a:pt x="18825" y="2809776"/>
                  </a:lnTo>
                  <a:lnTo>
                    <a:pt x="20536" y="2809778"/>
                  </a:lnTo>
                  <a:lnTo>
                    <a:pt x="22248" y="2809780"/>
                  </a:lnTo>
                  <a:lnTo>
                    <a:pt x="23959" y="2849205"/>
                  </a:lnTo>
                  <a:lnTo>
                    <a:pt x="25670" y="2953989"/>
                  </a:lnTo>
                  <a:lnTo>
                    <a:pt x="27382" y="3051773"/>
                  </a:lnTo>
                  <a:lnTo>
                    <a:pt x="29093" y="3040380"/>
                  </a:lnTo>
                  <a:lnTo>
                    <a:pt x="30805" y="2980400"/>
                  </a:lnTo>
                  <a:lnTo>
                    <a:pt x="32516" y="2965458"/>
                  </a:lnTo>
                  <a:lnTo>
                    <a:pt x="34227" y="2965458"/>
                  </a:lnTo>
                  <a:lnTo>
                    <a:pt x="35939" y="2965459"/>
                  </a:lnTo>
                  <a:lnTo>
                    <a:pt x="37650" y="2965459"/>
                  </a:lnTo>
                  <a:lnTo>
                    <a:pt x="39362" y="2978731"/>
                  </a:lnTo>
                  <a:lnTo>
                    <a:pt x="41073" y="2973891"/>
                  </a:lnTo>
                  <a:lnTo>
                    <a:pt x="42784" y="2903753"/>
                  </a:lnTo>
                  <a:lnTo>
                    <a:pt x="44496" y="2884687"/>
                  </a:lnTo>
                  <a:lnTo>
                    <a:pt x="46207" y="2884688"/>
                  </a:lnTo>
                  <a:lnTo>
                    <a:pt x="47919" y="2884689"/>
                  </a:lnTo>
                  <a:lnTo>
                    <a:pt x="49630" y="2889280"/>
                  </a:lnTo>
                  <a:lnTo>
                    <a:pt x="51341" y="2903650"/>
                  </a:lnTo>
                  <a:lnTo>
                    <a:pt x="53053" y="2918771"/>
                  </a:lnTo>
                  <a:lnTo>
                    <a:pt x="54764" y="2889332"/>
                  </a:lnTo>
                  <a:lnTo>
                    <a:pt x="56476" y="2877468"/>
                  </a:lnTo>
                  <a:lnTo>
                    <a:pt x="58187" y="2869158"/>
                  </a:lnTo>
                  <a:lnTo>
                    <a:pt x="59898" y="2833293"/>
                  </a:lnTo>
                  <a:lnTo>
                    <a:pt x="61610" y="2871791"/>
                  </a:lnTo>
                  <a:lnTo>
                    <a:pt x="63321" y="2883972"/>
                  </a:lnTo>
                  <a:lnTo>
                    <a:pt x="65033" y="2924149"/>
                  </a:lnTo>
                  <a:lnTo>
                    <a:pt x="66744" y="2933542"/>
                  </a:lnTo>
                  <a:lnTo>
                    <a:pt x="68455" y="2885437"/>
                  </a:lnTo>
                  <a:lnTo>
                    <a:pt x="70167" y="2834983"/>
                  </a:lnTo>
                  <a:lnTo>
                    <a:pt x="71878" y="2807279"/>
                  </a:lnTo>
                  <a:lnTo>
                    <a:pt x="73590" y="2878155"/>
                  </a:lnTo>
                  <a:lnTo>
                    <a:pt x="75301" y="2911897"/>
                  </a:lnTo>
                  <a:lnTo>
                    <a:pt x="77012" y="2926924"/>
                  </a:lnTo>
                  <a:lnTo>
                    <a:pt x="78724" y="2966324"/>
                  </a:lnTo>
                  <a:lnTo>
                    <a:pt x="80435" y="2978236"/>
                  </a:lnTo>
                  <a:lnTo>
                    <a:pt x="82147" y="2891992"/>
                  </a:lnTo>
                  <a:lnTo>
                    <a:pt x="83858" y="2816911"/>
                  </a:lnTo>
                  <a:lnTo>
                    <a:pt x="85569" y="2668241"/>
                  </a:lnTo>
                  <a:lnTo>
                    <a:pt x="87281" y="2490032"/>
                  </a:lnTo>
                  <a:lnTo>
                    <a:pt x="88992" y="2361004"/>
                  </a:lnTo>
                  <a:lnTo>
                    <a:pt x="90704" y="2408849"/>
                  </a:lnTo>
                  <a:lnTo>
                    <a:pt x="92415" y="2531025"/>
                  </a:lnTo>
                  <a:lnTo>
                    <a:pt x="94126" y="2568848"/>
                  </a:lnTo>
                  <a:lnTo>
                    <a:pt x="95838" y="2648762"/>
                  </a:lnTo>
                  <a:lnTo>
                    <a:pt x="97549" y="2774771"/>
                  </a:lnTo>
                  <a:lnTo>
                    <a:pt x="99261" y="2850668"/>
                  </a:lnTo>
                  <a:lnTo>
                    <a:pt x="100972" y="2831818"/>
                  </a:lnTo>
                  <a:lnTo>
                    <a:pt x="102683" y="2815264"/>
                  </a:lnTo>
                  <a:lnTo>
                    <a:pt x="104395" y="2802798"/>
                  </a:lnTo>
                  <a:lnTo>
                    <a:pt x="106106" y="2813785"/>
                  </a:lnTo>
                  <a:lnTo>
                    <a:pt x="107817" y="2824522"/>
                  </a:lnTo>
                  <a:lnTo>
                    <a:pt x="109529" y="2807249"/>
                  </a:lnTo>
                  <a:lnTo>
                    <a:pt x="111240" y="2717364"/>
                  </a:lnTo>
                  <a:lnTo>
                    <a:pt x="112952" y="2672618"/>
                  </a:lnTo>
                  <a:lnTo>
                    <a:pt x="114663" y="2676591"/>
                  </a:lnTo>
                  <a:lnTo>
                    <a:pt x="116374" y="2659685"/>
                  </a:lnTo>
                  <a:lnTo>
                    <a:pt x="118086" y="2661191"/>
                  </a:lnTo>
                  <a:lnTo>
                    <a:pt x="119797" y="2738222"/>
                  </a:lnTo>
                  <a:lnTo>
                    <a:pt x="121509" y="2768671"/>
                  </a:lnTo>
                  <a:lnTo>
                    <a:pt x="123220" y="2731857"/>
                  </a:lnTo>
                  <a:lnTo>
                    <a:pt x="124931" y="2682876"/>
                  </a:lnTo>
                  <a:lnTo>
                    <a:pt x="126643" y="2618546"/>
                  </a:lnTo>
                  <a:lnTo>
                    <a:pt x="128354" y="2559554"/>
                  </a:lnTo>
                  <a:lnTo>
                    <a:pt x="130066" y="2466066"/>
                  </a:lnTo>
                  <a:lnTo>
                    <a:pt x="131777" y="2452822"/>
                  </a:lnTo>
                  <a:lnTo>
                    <a:pt x="133488" y="2389623"/>
                  </a:lnTo>
                  <a:lnTo>
                    <a:pt x="135200" y="2308234"/>
                  </a:lnTo>
                  <a:lnTo>
                    <a:pt x="136911" y="2228579"/>
                  </a:lnTo>
                  <a:lnTo>
                    <a:pt x="138623" y="2128507"/>
                  </a:lnTo>
                  <a:lnTo>
                    <a:pt x="140334" y="2064812"/>
                  </a:lnTo>
                  <a:lnTo>
                    <a:pt x="142045" y="1974750"/>
                  </a:lnTo>
                  <a:lnTo>
                    <a:pt x="143757" y="2048352"/>
                  </a:lnTo>
                  <a:lnTo>
                    <a:pt x="145468" y="2079274"/>
                  </a:lnTo>
                  <a:lnTo>
                    <a:pt x="147180" y="2149558"/>
                  </a:lnTo>
                  <a:lnTo>
                    <a:pt x="148891" y="2216154"/>
                  </a:lnTo>
                  <a:lnTo>
                    <a:pt x="150602" y="2257874"/>
                  </a:lnTo>
                  <a:lnTo>
                    <a:pt x="152314" y="2395820"/>
                  </a:lnTo>
                  <a:lnTo>
                    <a:pt x="154025" y="2429541"/>
                  </a:lnTo>
                  <a:lnTo>
                    <a:pt x="155737" y="2452482"/>
                  </a:lnTo>
                  <a:lnTo>
                    <a:pt x="157448" y="2528315"/>
                  </a:lnTo>
                  <a:lnTo>
                    <a:pt x="159159" y="2601152"/>
                  </a:lnTo>
                  <a:lnTo>
                    <a:pt x="160871" y="2670493"/>
                  </a:lnTo>
                  <a:lnTo>
                    <a:pt x="162582" y="2664364"/>
                  </a:lnTo>
                  <a:lnTo>
                    <a:pt x="164294" y="2604764"/>
                  </a:lnTo>
                  <a:lnTo>
                    <a:pt x="166005" y="2551589"/>
                  </a:lnTo>
                  <a:lnTo>
                    <a:pt x="167716" y="2459147"/>
                  </a:lnTo>
                  <a:lnTo>
                    <a:pt x="169428" y="2435005"/>
                  </a:lnTo>
                  <a:lnTo>
                    <a:pt x="171139" y="2417868"/>
                  </a:lnTo>
                  <a:lnTo>
                    <a:pt x="172851" y="2483473"/>
                  </a:lnTo>
                  <a:lnTo>
                    <a:pt x="174562" y="2600783"/>
                  </a:lnTo>
                  <a:lnTo>
                    <a:pt x="176273" y="2745256"/>
                  </a:lnTo>
                  <a:lnTo>
                    <a:pt x="177985" y="2798357"/>
                  </a:lnTo>
                  <a:lnTo>
                    <a:pt x="179696" y="2728593"/>
                  </a:lnTo>
                  <a:lnTo>
                    <a:pt x="181408" y="2752469"/>
                  </a:lnTo>
                  <a:lnTo>
                    <a:pt x="183119" y="2770845"/>
                  </a:lnTo>
                  <a:lnTo>
                    <a:pt x="184830" y="2814078"/>
                  </a:lnTo>
                  <a:lnTo>
                    <a:pt x="186542" y="2835715"/>
                  </a:lnTo>
                  <a:lnTo>
                    <a:pt x="188253" y="2890747"/>
                  </a:lnTo>
                  <a:lnTo>
                    <a:pt x="189965" y="3025070"/>
                  </a:lnTo>
                  <a:lnTo>
                    <a:pt x="191676" y="3067777"/>
                  </a:lnTo>
                  <a:lnTo>
                    <a:pt x="193387" y="2973803"/>
                  </a:lnTo>
                  <a:lnTo>
                    <a:pt x="195099" y="2806576"/>
                  </a:lnTo>
                  <a:lnTo>
                    <a:pt x="196810" y="2680255"/>
                  </a:lnTo>
                  <a:lnTo>
                    <a:pt x="198522" y="2719630"/>
                  </a:lnTo>
                  <a:lnTo>
                    <a:pt x="200233" y="2714578"/>
                  </a:lnTo>
                  <a:lnTo>
                    <a:pt x="201944" y="2563567"/>
                  </a:lnTo>
                  <a:lnTo>
                    <a:pt x="203656" y="2457104"/>
                  </a:lnTo>
                  <a:lnTo>
                    <a:pt x="205367" y="2427810"/>
                  </a:lnTo>
                  <a:lnTo>
                    <a:pt x="207079" y="2389187"/>
                  </a:lnTo>
                  <a:lnTo>
                    <a:pt x="208790" y="2386480"/>
                  </a:lnTo>
                  <a:lnTo>
                    <a:pt x="210501" y="2416003"/>
                  </a:lnTo>
                  <a:lnTo>
                    <a:pt x="212213" y="2496006"/>
                  </a:lnTo>
                  <a:lnTo>
                    <a:pt x="213924" y="2604004"/>
                  </a:lnTo>
                  <a:lnTo>
                    <a:pt x="215635" y="2647929"/>
                  </a:lnTo>
                  <a:lnTo>
                    <a:pt x="217347" y="2811002"/>
                  </a:lnTo>
                  <a:lnTo>
                    <a:pt x="219058" y="2779252"/>
                  </a:lnTo>
                  <a:lnTo>
                    <a:pt x="220770" y="2676271"/>
                  </a:lnTo>
                  <a:lnTo>
                    <a:pt x="222481" y="2593816"/>
                  </a:lnTo>
                  <a:lnTo>
                    <a:pt x="224192" y="2485815"/>
                  </a:lnTo>
                  <a:lnTo>
                    <a:pt x="225904" y="2522510"/>
                  </a:lnTo>
                  <a:lnTo>
                    <a:pt x="227615" y="2520598"/>
                  </a:lnTo>
                  <a:lnTo>
                    <a:pt x="229327" y="2547126"/>
                  </a:lnTo>
                  <a:lnTo>
                    <a:pt x="231038" y="2632253"/>
                  </a:lnTo>
                  <a:lnTo>
                    <a:pt x="232749" y="2745188"/>
                  </a:lnTo>
                  <a:lnTo>
                    <a:pt x="234461" y="2894324"/>
                  </a:lnTo>
                  <a:lnTo>
                    <a:pt x="236172" y="2966991"/>
                  </a:lnTo>
                  <a:lnTo>
                    <a:pt x="237884" y="2895266"/>
                  </a:lnTo>
                  <a:lnTo>
                    <a:pt x="239595" y="2778159"/>
                  </a:lnTo>
                  <a:lnTo>
                    <a:pt x="241306" y="2707510"/>
                  </a:lnTo>
                  <a:lnTo>
                    <a:pt x="243018" y="2628154"/>
                  </a:lnTo>
                  <a:lnTo>
                    <a:pt x="244729" y="2536125"/>
                  </a:lnTo>
                  <a:lnTo>
                    <a:pt x="246441" y="2508934"/>
                  </a:lnTo>
                  <a:lnTo>
                    <a:pt x="248152" y="2580660"/>
                  </a:lnTo>
                  <a:lnTo>
                    <a:pt x="249863" y="2697767"/>
                  </a:lnTo>
                  <a:lnTo>
                    <a:pt x="251575" y="2768415"/>
                  </a:lnTo>
                  <a:lnTo>
                    <a:pt x="253286" y="2893204"/>
                  </a:lnTo>
                  <a:lnTo>
                    <a:pt x="254998" y="2978617"/>
                  </a:lnTo>
                  <a:lnTo>
                    <a:pt x="256709" y="2927917"/>
                  </a:lnTo>
                  <a:lnTo>
                    <a:pt x="258420" y="2891832"/>
                  </a:lnTo>
                  <a:lnTo>
                    <a:pt x="260132" y="2752410"/>
                  </a:lnTo>
                  <a:lnTo>
                    <a:pt x="261843" y="2566117"/>
                  </a:lnTo>
                  <a:lnTo>
                    <a:pt x="263555" y="2524330"/>
                  </a:lnTo>
                  <a:lnTo>
                    <a:pt x="265266" y="2558233"/>
                  </a:lnTo>
                  <a:lnTo>
                    <a:pt x="266977" y="2634101"/>
                  </a:lnTo>
                  <a:lnTo>
                    <a:pt x="268689" y="2668661"/>
                  </a:lnTo>
                  <a:lnTo>
                    <a:pt x="270400" y="2815412"/>
                  </a:lnTo>
                  <a:lnTo>
                    <a:pt x="272112" y="2949126"/>
                  </a:lnTo>
                  <a:lnTo>
                    <a:pt x="273823" y="2876740"/>
                  </a:lnTo>
                  <a:lnTo>
                    <a:pt x="275534" y="2817627"/>
                  </a:lnTo>
                  <a:lnTo>
                    <a:pt x="277246" y="2715379"/>
                  </a:lnTo>
                  <a:lnTo>
                    <a:pt x="278957" y="2666763"/>
                  </a:lnTo>
                  <a:lnTo>
                    <a:pt x="280669" y="2650185"/>
                  </a:lnTo>
                  <a:lnTo>
                    <a:pt x="282380" y="2619484"/>
                  </a:lnTo>
                  <a:lnTo>
                    <a:pt x="284091" y="2532709"/>
                  </a:lnTo>
                  <a:lnTo>
                    <a:pt x="285803" y="2418713"/>
                  </a:lnTo>
                  <a:lnTo>
                    <a:pt x="287514" y="2288713"/>
                  </a:lnTo>
                  <a:lnTo>
                    <a:pt x="289226" y="2085418"/>
                  </a:lnTo>
                  <a:lnTo>
                    <a:pt x="290937" y="1792836"/>
                  </a:lnTo>
                  <a:lnTo>
                    <a:pt x="292648" y="1551062"/>
                  </a:lnTo>
                  <a:lnTo>
                    <a:pt x="294360" y="1425342"/>
                  </a:lnTo>
                  <a:lnTo>
                    <a:pt x="296071" y="1293927"/>
                  </a:lnTo>
                  <a:lnTo>
                    <a:pt x="297783" y="1271040"/>
                  </a:lnTo>
                  <a:lnTo>
                    <a:pt x="299494" y="1265021"/>
                  </a:lnTo>
                  <a:lnTo>
                    <a:pt x="301205" y="1243563"/>
                  </a:lnTo>
                  <a:lnTo>
                    <a:pt x="302917" y="1270112"/>
                  </a:lnTo>
                  <a:lnTo>
                    <a:pt x="304628" y="1276754"/>
                  </a:lnTo>
                  <a:lnTo>
                    <a:pt x="306340" y="1258065"/>
                  </a:lnTo>
                  <a:lnTo>
                    <a:pt x="308051" y="1274519"/>
                  </a:lnTo>
                  <a:lnTo>
                    <a:pt x="309762" y="1314551"/>
                  </a:lnTo>
                  <a:lnTo>
                    <a:pt x="311474" y="1333834"/>
                  </a:lnTo>
                  <a:lnTo>
                    <a:pt x="313185" y="1338192"/>
                  </a:lnTo>
                  <a:lnTo>
                    <a:pt x="314897" y="1413190"/>
                  </a:lnTo>
                  <a:lnTo>
                    <a:pt x="316608" y="1462308"/>
                  </a:lnTo>
                  <a:lnTo>
                    <a:pt x="318319" y="1376170"/>
                  </a:lnTo>
                  <a:lnTo>
                    <a:pt x="320031" y="1231284"/>
                  </a:lnTo>
                  <a:lnTo>
                    <a:pt x="321742" y="1121783"/>
                  </a:lnTo>
                  <a:lnTo>
                    <a:pt x="323453" y="900821"/>
                  </a:lnTo>
                  <a:lnTo>
                    <a:pt x="325165" y="617050"/>
                  </a:lnTo>
                  <a:lnTo>
                    <a:pt x="326876" y="395934"/>
                  </a:lnTo>
                  <a:lnTo>
                    <a:pt x="328588" y="209286"/>
                  </a:lnTo>
                  <a:lnTo>
                    <a:pt x="330299" y="57565"/>
                  </a:lnTo>
                  <a:lnTo>
                    <a:pt x="332010" y="0"/>
                  </a:lnTo>
                  <a:lnTo>
                    <a:pt x="332010" y="0"/>
                  </a:lnTo>
                  <a:lnTo>
                    <a:pt x="333722" y="42688"/>
                  </a:lnTo>
                  <a:lnTo>
                    <a:pt x="335433" y="65293"/>
                  </a:lnTo>
                  <a:lnTo>
                    <a:pt x="337145" y="59350"/>
                  </a:lnTo>
                  <a:lnTo>
                    <a:pt x="338856" y="103945"/>
                  </a:lnTo>
                  <a:lnTo>
                    <a:pt x="340567" y="216361"/>
                  </a:lnTo>
                  <a:lnTo>
                    <a:pt x="342279" y="335053"/>
                  </a:lnTo>
                  <a:lnTo>
                    <a:pt x="343990" y="553691"/>
                  </a:lnTo>
                  <a:lnTo>
                    <a:pt x="345702" y="825142"/>
                  </a:lnTo>
                  <a:lnTo>
                    <a:pt x="347413" y="1122776"/>
                  </a:lnTo>
                  <a:lnTo>
                    <a:pt x="349124" y="1501809"/>
                  </a:lnTo>
                  <a:lnTo>
                    <a:pt x="350836" y="1760883"/>
                  </a:lnTo>
                  <a:lnTo>
                    <a:pt x="352547" y="1852243"/>
                  </a:lnTo>
                  <a:lnTo>
                    <a:pt x="354259" y="1857784"/>
                  </a:lnTo>
                  <a:lnTo>
                    <a:pt x="355970" y="1950928"/>
                  </a:lnTo>
                  <a:lnTo>
                    <a:pt x="357681" y="2099524"/>
                  </a:lnTo>
                  <a:lnTo>
                    <a:pt x="359393" y="2024031"/>
                  </a:lnTo>
                  <a:lnTo>
                    <a:pt x="361104" y="1883627"/>
                  </a:lnTo>
                  <a:lnTo>
                    <a:pt x="362816" y="1847584"/>
                  </a:lnTo>
                  <a:lnTo>
                    <a:pt x="364527" y="1833522"/>
                  </a:lnTo>
                  <a:lnTo>
                    <a:pt x="366238" y="1769787"/>
                  </a:lnTo>
                  <a:lnTo>
                    <a:pt x="367950" y="1612257"/>
                  </a:lnTo>
                  <a:lnTo>
                    <a:pt x="369661" y="1576967"/>
                  </a:lnTo>
                  <a:lnTo>
                    <a:pt x="371373" y="1792987"/>
                  </a:lnTo>
                  <a:lnTo>
                    <a:pt x="373084" y="1967410"/>
                  </a:lnTo>
                  <a:lnTo>
                    <a:pt x="374795" y="2046040"/>
                  </a:lnTo>
                  <a:lnTo>
                    <a:pt x="376507" y="2142217"/>
                  </a:lnTo>
                  <a:lnTo>
                    <a:pt x="378218" y="2282979"/>
                  </a:lnTo>
                  <a:lnTo>
                    <a:pt x="379930" y="2335608"/>
                  </a:lnTo>
                  <a:lnTo>
                    <a:pt x="381641" y="2190458"/>
                  </a:lnTo>
                  <a:lnTo>
                    <a:pt x="383352" y="2103359"/>
                  </a:lnTo>
                  <a:lnTo>
                    <a:pt x="385064" y="2129650"/>
                  </a:lnTo>
                  <a:lnTo>
                    <a:pt x="386775" y="2078829"/>
                  </a:lnTo>
                  <a:lnTo>
                    <a:pt x="388487" y="1981745"/>
                  </a:lnTo>
                  <a:lnTo>
                    <a:pt x="390198" y="2003292"/>
                  </a:lnTo>
                  <a:lnTo>
                    <a:pt x="391909" y="1983102"/>
                  </a:lnTo>
                  <a:lnTo>
                    <a:pt x="393621" y="1874637"/>
                  </a:lnTo>
                  <a:lnTo>
                    <a:pt x="395332" y="1761117"/>
                  </a:lnTo>
                  <a:lnTo>
                    <a:pt x="397044" y="1681272"/>
                  </a:lnTo>
                  <a:lnTo>
                    <a:pt x="398755" y="1662767"/>
                  </a:lnTo>
                  <a:lnTo>
                    <a:pt x="400466" y="1636497"/>
                  </a:lnTo>
                  <a:lnTo>
                    <a:pt x="402178" y="1722988"/>
                  </a:lnTo>
                  <a:lnTo>
                    <a:pt x="403889" y="1893899"/>
                  </a:lnTo>
                  <a:lnTo>
                    <a:pt x="405601" y="1996339"/>
                  </a:lnTo>
                  <a:lnTo>
                    <a:pt x="407312" y="1960175"/>
                  </a:lnTo>
                  <a:lnTo>
                    <a:pt x="409023" y="1835324"/>
                  </a:lnTo>
                  <a:lnTo>
                    <a:pt x="410735" y="1661998"/>
                  </a:lnTo>
                  <a:lnTo>
                    <a:pt x="412446" y="1486536"/>
                  </a:lnTo>
                  <a:lnTo>
                    <a:pt x="414158" y="1350579"/>
                  </a:lnTo>
                  <a:lnTo>
                    <a:pt x="415869" y="1320990"/>
                  </a:lnTo>
                  <a:lnTo>
                    <a:pt x="417580" y="1377203"/>
                  </a:lnTo>
                  <a:lnTo>
                    <a:pt x="419292" y="1436733"/>
                  </a:lnTo>
                  <a:lnTo>
                    <a:pt x="421003" y="1490405"/>
                  </a:lnTo>
                  <a:lnTo>
                    <a:pt x="422714" y="1516468"/>
                  </a:lnTo>
                  <a:lnTo>
                    <a:pt x="424426" y="1590897"/>
                  </a:lnTo>
                  <a:lnTo>
                    <a:pt x="426137" y="1597553"/>
                  </a:lnTo>
                  <a:lnTo>
                    <a:pt x="427849" y="1596942"/>
                  </a:lnTo>
                  <a:lnTo>
                    <a:pt x="429560" y="1565461"/>
                  </a:lnTo>
                  <a:lnTo>
                    <a:pt x="431271" y="1557710"/>
                  </a:lnTo>
                  <a:lnTo>
                    <a:pt x="432983" y="1581360"/>
                  </a:lnTo>
                  <a:lnTo>
                    <a:pt x="434694" y="1589923"/>
                  </a:lnTo>
                  <a:lnTo>
                    <a:pt x="436406" y="1616823"/>
                  </a:lnTo>
                  <a:lnTo>
                    <a:pt x="438117" y="1715228"/>
                  </a:lnTo>
                  <a:lnTo>
                    <a:pt x="439828" y="1779468"/>
                  </a:lnTo>
                  <a:lnTo>
                    <a:pt x="441540" y="1789751"/>
                  </a:lnTo>
                  <a:lnTo>
                    <a:pt x="443251" y="1904822"/>
                  </a:lnTo>
                  <a:lnTo>
                    <a:pt x="444963" y="2002191"/>
                  </a:lnTo>
                  <a:lnTo>
                    <a:pt x="446674" y="2018688"/>
                  </a:lnTo>
                  <a:lnTo>
                    <a:pt x="448385" y="2046265"/>
                  </a:lnTo>
                  <a:lnTo>
                    <a:pt x="450097" y="2284748"/>
                  </a:lnTo>
                  <a:lnTo>
                    <a:pt x="451808" y="2515641"/>
                  </a:lnTo>
                  <a:lnTo>
                    <a:pt x="453520" y="2634593"/>
                  </a:lnTo>
                  <a:lnTo>
                    <a:pt x="455231" y="2764742"/>
                  </a:lnTo>
                  <a:lnTo>
                    <a:pt x="456942" y="2907346"/>
                  </a:lnTo>
                  <a:lnTo>
                    <a:pt x="458654" y="2967860"/>
                  </a:lnTo>
                  <a:lnTo>
                    <a:pt x="460365" y="2879593"/>
                  </a:lnTo>
                  <a:lnTo>
                    <a:pt x="462077" y="2793360"/>
                  </a:lnTo>
                  <a:lnTo>
                    <a:pt x="463788" y="2690569"/>
                  </a:lnTo>
                  <a:lnTo>
                    <a:pt x="465499" y="2534145"/>
                  </a:lnTo>
                  <a:lnTo>
                    <a:pt x="467211" y="2442954"/>
                  </a:lnTo>
                  <a:lnTo>
                    <a:pt x="468922" y="2334162"/>
                  </a:lnTo>
                  <a:lnTo>
                    <a:pt x="470634" y="2202837"/>
                  </a:lnTo>
                  <a:lnTo>
                    <a:pt x="472345" y="2146699"/>
                  </a:lnTo>
                  <a:lnTo>
                    <a:pt x="474056" y="2112157"/>
                  </a:lnTo>
                  <a:lnTo>
                    <a:pt x="475768" y="2119167"/>
                  </a:lnTo>
                  <a:lnTo>
                    <a:pt x="477479" y="2030469"/>
                  </a:lnTo>
                  <a:lnTo>
                    <a:pt x="479191" y="1983033"/>
                  </a:lnTo>
                  <a:lnTo>
                    <a:pt x="480902" y="2066908"/>
                  </a:lnTo>
                  <a:lnTo>
                    <a:pt x="482613" y="2139848"/>
                  </a:lnTo>
                  <a:lnTo>
                    <a:pt x="484325" y="2205703"/>
                  </a:lnTo>
                  <a:lnTo>
                    <a:pt x="486036" y="2246807"/>
                  </a:lnTo>
                  <a:lnTo>
                    <a:pt x="487748" y="2352886"/>
                  </a:lnTo>
                  <a:lnTo>
                    <a:pt x="489459" y="2424766"/>
                  </a:lnTo>
                  <a:lnTo>
                    <a:pt x="491170" y="2422849"/>
                  </a:lnTo>
                  <a:lnTo>
                    <a:pt x="492882" y="2494795"/>
                  </a:lnTo>
                  <a:lnTo>
                    <a:pt x="494593" y="2567813"/>
                  </a:lnTo>
                  <a:lnTo>
                    <a:pt x="496305" y="2604468"/>
                  </a:lnTo>
                  <a:lnTo>
                    <a:pt x="498016" y="2585891"/>
                  </a:lnTo>
                  <a:lnTo>
                    <a:pt x="499727" y="2629812"/>
                  </a:lnTo>
                  <a:lnTo>
                    <a:pt x="501439" y="2672918"/>
                  </a:lnTo>
                  <a:lnTo>
                    <a:pt x="503150" y="2680234"/>
                  </a:lnTo>
                  <a:lnTo>
                    <a:pt x="504862" y="2684250"/>
                  </a:lnTo>
                  <a:lnTo>
                    <a:pt x="506573" y="2682820"/>
                  </a:lnTo>
                  <a:lnTo>
                    <a:pt x="508284" y="2765452"/>
                  </a:lnTo>
                  <a:lnTo>
                    <a:pt x="509996" y="2817230"/>
                  </a:lnTo>
                  <a:lnTo>
                    <a:pt x="511707" y="2871619"/>
                  </a:lnTo>
                  <a:lnTo>
                    <a:pt x="513419" y="2777418"/>
                  </a:lnTo>
                  <a:lnTo>
                    <a:pt x="515130" y="2662961"/>
                  </a:lnTo>
                  <a:lnTo>
                    <a:pt x="516841" y="2645058"/>
                  </a:lnTo>
                  <a:lnTo>
                    <a:pt x="518553" y="2694811"/>
                  </a:lnTo>
                  <a:lnTo>
                    <a:pt x="520264" y="2787121"/>
                  </a:lnTo>
                  <a:lnTo>
                    <a:pt x="521976" y="2881728"/>
                  </a:lnTo>
                  <a:lnTo>
                    <a:pt x="523687" y="3074949"/>
                  </a:lnTo>
                  <a:lnTo>
                    <a:pt x="525398" y="3116972"/>
                  </a:lnTo>
                  <a:lnTo>
                    <a:pt x="525398" y="3116972"/>
                  </a:lnTo>
                  <a:lnTo>
                    <a:pt x="527110" y="3116972"/>
                  </a:lnTo>
                  <a:lnTo>
                    <a:pt x="528821" y="3116972"/>
                  </a:lnTo>
                  <a:lnTo>
                    <a:pt x="530532" y="3025425"/>
                  </a:lnTo>
                  <a:lnTo>
                    <a:pt x="532244" y="2946733"/>
                  </a:lnTo>
                  <a:lnTo>
                    <a:pt x="533955" y="2829379"/>
                  </a:lnTo>
                  <a:lnTo>
                    <a:pt x="535667" y="2803083"/>
                  </a:lnTo>
                  <a:lnTo>
                    <a:pt x="537378" y="2842277"/>
                  </a:lnTo>
                  <a:lnTo>
                    <a:pt x="539089" y="2830384"/>
                  </a:lnTo>
                  <a:lnTo>
                    <a:pt x="540801" y="2820593"/>
                  </a:lnTo>
                  <a:lnTo>
                    <a:pt x="542512" y="2788834"/>
                  </a:lnTo>
                  <a:lnTo>
                    <a:pt x="544224" y="2748190"/>
                  </a:lnTo>
                  <a:lnTo>
                    <a:pt x="545935" y="2759085"/>
                  </a:lnTo>
                  <a:lnTo>
                    <a:pt x="547646" y="2729407"/>
                  </a:lnTo>
                  <a:lnTo>
                    <a:pt x="549358" y="2668280"/>
                  </a:lnTo>
                  <a:lnTo>
                    <a:pt x="551069" y="2589329"/>
                  </a:lnTo>
                  <a:lnTo>
                    <a:pt x="552781" y="2559107"/>
                  </a:lnTo>
                  <a:lnTo>
                    <a:pt x="554492" y="2594612"/>
                  </a:lnTo>
                  <a:lnTo>
                    <a:pt x="556203" y="2624867"/>
                  </a:lnTo>
                  <a:lnTo>
                    <a:pt x="557915" y="2615697"/>
                  </a:lnTo>
                  <a:lnTo>
                    <a:pt x="559626" y="2631005"/>
                  </a:lnTo>
                  <a:lnTo>
                    <a:pt x="561338" y="2695288"/>
                  </a:lnTo>
                  <a:lnTo>
                    <a:pt x="563049" y="2719235"/>
                  </a:lnTo>
                  <a:lnTo>
                    <a:pt x="564760" y="2667340"/>
                  </a:lnTo>
                  <a:lnTo>
                    <a:pt x="566472" y="2597621"/>
                  </a:lnTo>
                  <a:lnTo>
                    <a:pt x="568183" y="2615867"/>
                  </a:lnTo>
                  <a:lnTo>
                    <a:pt x="569895" y="2617193"/>
                  </a:lnTo>
                  <a:lnTo>
                    <a:pt x="571606" y="2557960"/>
                  </a:lnTo>
                  <a:lnTo>
                    <a:pt x="573317" y="2534872"/>
                  </a:lnTo>
                  <a:lnTo>
                    <a:pt x="575029" y="2556805"/>
                  </a:lnTo>
                  <a:lnTo>
                    <a:pt x="576740" y="2584349"/>
                  </a:lnTo>
                  <a:lnTo>
                    <a:pt x="578452" y="2587868"/>
                  </a:lnTo>
                  <a:lnTo>
                    <a:pt x="580163" y="2639348"/>
                  </a:lnTo>
                  <a:lnTo>
                    <a:pt x="581874" y="2778141"/>
                  </a:lnTo>
                  <a:lnTo>
                    <a:pt x="583586" y="2744198"/>
                  </a:lnTo>
                  <a:lnTo>
                    <a:pt x="585297" y="2742565"/>
                  </a:lnTo>
                  <a:lnTo>
                    <a:pt x="587009" y="2763370"/>
                  </a:lnTo>
                  <a:lnTo>
                    <a:pt x="588720" y="2699640"/>
                  </a:lnTo>
                  <a:lnTo>
                    <a:pt x="590431" y="2640056"/>
                  </a:lnTo>
                  <a:lnTo>
                    <a:pt x="592143" y="2588969"/>
                  </a:lnTo>
                  <a:lnTo>
                    <a:pt x="593854" y="2701752"/>
                  </a:lnTo>
                  <a:lnTo>
                    <a:pt x="595566" y="2817176"/>
                  </a:lnTo>
                  <a:lnTo>
                    <a:pt x="597277" y="2867446"/>
                  </a:lnTo>
                  <a:lnTo>
                    <a:pt x="598988" y="2904549"/>
                  </a:lnTo>
                  <a:lnTo>
                    <a:pt x="600700" y="2884546"/>
                  </a:lnTo>
                  <a:lnTo>
                    <a:pt x="602411" y="2777582"/>
                  </a:lnTo>
                  <a:lnTo>
                    <a:pt x="604123" y="2679110"/>
                  </a:lnTo>
                  <a:lnTo>
                    <a:pt x="605834" y="2611361"/>
                  </a:lnTo>
                  <a:lnTo>
                    <a:pt x="607545" y="2583369"/>
                  </a:lnTo>
                  <a:lnTo>
                    <a:pt x="609257" y="2659657"/>
                  </a:lnTo>
                  <a:lnTo>
                    <a:pt x="610968" y="2802276"/>
                  </a:lnTo>
                  <a:lnTo>
                    <a:pt x="612680" y="2954479"/>
                  </a:lnTo>
                  <a:lnTo>
                    <a:pt x="614391" y="3022445"/>
                  </a:lnTo>
                  <a:lnTo>
                    <a:pt x="616102" y="2990553"/>
                  </a:lnTo>
                  <a:lnTo>
                    <a:pt x="617814" y="2940460"/>
                  </a:lnTo>
                  <a:lnTo>
                    <a:pt x="619525" y="2810546"/>
                  </a:lnTo>
                  <a:lnTo>
                    <a:pt x="621237" y="2692407"/>
                  </a:lnTo>
                  <a:lnTo>
                    <a:pt x="622948" y="2554729"/>
                  </a:lnTo>
                  <a:lnTo>
                    <a:pt x="624659" y="2498417"/>
                  </a:lnTo>
                  <a:lnTo>
                    <a:pt x="626371" y="2549454"/>
                  </a:lnTo>
                  <a:lnTo>
                    <a:pt x="628082" y="2594414"/>
                  </a:lnTo>
                  <a:lnTo>
                    <a:pt x="629794" y="2635422"/>
                  </a:lnTo>
                  <a:lnTo>
                    <a:pt x="631505" y="2638309"/>
                  </a:lnTo>
                  <a:lnTo>
                    <a:pt x="633216" y="2745373"/>
                  </a:lnTo>
                  <a:lnTo>
                    <a:pt x="634928" y="2830719"/>
                  </a:lnTo>
                  <a:lnTo>
                    <a:pt x="636639" y="2792475"/>
                  </a:lnTo>
                  <a:lnTo>
                    <a:pt x="638350" y="2722784"/>
                  </a:lnTo>
                  <a:lnTo>
                    <a:pt x="640062" y="2747786"/>
                  </a:lnTo>
                  <a:lnTo>
                    <a:pt x="641773" y="2839731"/>
                  </a:lnTo>
                  <a:lnTo>
                    <a:pt x="643485" y="2814681"/>
                  </a:lnTo>
                  <a:lnTo>
                    <a:pt x="645196" y="2806864"/>
                  </a:lnTo>
                  <a:lnTo>
                    <a:pt x="646907" y="2858906"/>
                  </a:lnTo>
                  <a:lnTo>
                    <a:pt x="648619" y="2916386"/>
                  </a:lnTo>
                  <a:lnTo>
                    <a:pt x="650330" y="2882953"/>
                  </a:lnTo>
                  <a:lnTo>
                    <a:pt x="652042" y="2815027"/>
                  </a:lnTo>
                  <a:lnTo>
                    <a:pt x="653753" y="2857062"/>
                  </a:lnTo>
                  <a:lnTo>
                    <a:pt x="655464" y="2850038"/>
                  </a:lnTo>
                  <a:lnTo>
                    <a:pt x="657176" y="2849807"/>
                  </a:lnTo>
                  <a:lnTo>
                    <a:pt x="658887" y="2772848"/>
                  </a:lnTo>
                  <a:lnTo>
                    <a:pt x="660599" y="2699051"/>
                  </a:lnTo>
                  <a:lnTo>
                    <a:pt x="662310" y="2733434"/>
                  </a:lnTo>
                  <a:lnTo>
                    <a:pt x="664021" y="2654138"/>
                  </a:lnTo>
                  <a:lnTo>
                    <a:pt x="665733" y="2596098"/>
                  </a:lnTo>
                  <a:lnTo>
                    <a:pt x="667444" y="2518897"/>
                  </a:lnTo>
                  <a:lnTo>
                    <a:pt x="669156" y="2525602"/>
                  </a:lnTo>
                  <a:lnTo>
                    <a:pt x="670867" y="2589579"/>
                  </a:lnTo>
                  <a:lnTo>
                    <a:pt x="672578" y="2552625"/>
                  </a:lnTo>
                  <a:lnTo>
                    <a:pt x="674290" y="2555917"/>
                  </a:lnTo>
                  <a:lnTo>
                    <a:pt x="676001" y="2536197"/>
                  </a:lnTo>
                  <a:lnTo>
                    <a:pt x="677713" y="2533476"/>
                  </a:lnTo>
                  <a:lnTo>
                    <a:pt x="679424" y="2636222"/>
                  </a:lnTo>
                  <a:lnTo>
                    <a:pt x="681135" y="2673602"/>
                  </a:lnTo>
                  <a:lnTo>
                    <a:pt x="682847" y="2643343"/>
                  </a:lnTo>
                  <a:lnTo>
                    <a:pt x="684558" y="2671974"/>
                  </a:lnTo>
                  <a:lnTo>
                    <a:pt x="686270" y="2696832"/>
                  </a:lnTo>
                  <a:lnTo>
                    <a:pt x="687981" y="2721774"/>
                  </a:lnTo>
                  <a:lnTo>
                    <a:pt x="689692" y="2666053"/>
                  </a:lnTo>
                  <a:lnTo>
                    <a:pt x="691404" y="2545007"/>
                  </a:lnTo>
                  <a:lnTo>
                    <a:pt x="693115" y="2491486"/>
                  </a:lnTo>
                  <a:lnTo>
                    <a:pt x="694827" y="2406582"/>
                  </a:lnTo>
                  <a:lnTo>
                    <a:pt x="696538" y="2329300"/>
                  </a:lnTo>
                  <a:lnTo>
                    <a:pt x="698249" y="2338863"/>
                  </a:lnTo>
                  <a:lnTo>
                    <a:pt x="699961" y="2391295"/>
                  </a:lnTo>
                  <a:lnTo>
                    <a:pt x="701672" y="2485872"/>
                  </a:lnTo>
                  <a:lnTo>
                    <a:pt x="703384" y="2520162"/>
                  </a:lnTo>
                  <a:lnTo>
                    <a:pt x="705095" y="2537643"/>
                  </a:lnTo>
                  <a:lnTo>
                    <a:pt x="706806" y="2624866"/>
                  </a:lnTo>
                  <a:lnTo>
                    <a:pt x="708518" y="2572526"/>
                  </a:lnTo>
                  <a:lnTo>
                    <a:pt x="710229" y="2498511"/>
                  </a:lnTo>
                  <a:lnTo>
                    <a:pt x="711941" y="2552519"/>
                  </a:lnTo>
                  <a:lnTo>
                    <a:pt x="713652" y="2663155"/>
                  </a:lnTo>
                  <a:lnTo>
                    <a:pt x="715363" y="2796297"/>
                  </a:lnTo>
                  <a:lnTo>
                    <a:pt x="717075" y="2815000"/>
                  </a:lnTo>
                  <a:lnTo>
                    <a:pt x="718786" y="2781016"/>
                  </a:lnTo>
                  <a:lnTo>
                    <a:pt x="720498" y="2751362"/>
                  </a:lnTo>
                  <a:lnTo>
                    <a:pt x="722209" y="2746562"/>
                  </a:lnTo>
                  <a:lnTo>
                    <a:pt x="723920" y="2746563"/>
                  </a:lnTo>
                  <a:lnTo>
                    <a:pt x="725632" y="2746564"/>
                  </a:lnTo>
                  <a:lnTo>
                    <a:pt x="727343" y="2791365"/>
                  </a:lnTo>
                  <a:lnTo>
                    <a:pt x="729055" y="2926917"/>
                  </a:lnTo>
                  <a:lnTo>
                    <a:pt x="730766" y="3042141"/>
                  </a:lnTo>
                  <a:lnTo>
                    <a:pt x="732477" y="3067643"/>
                  </a:lnTo>
                  <a:lnTo>
                    <a:pt x="734189" y="3104302"/>
                  </a:lnTo>
                  <a:lnTo>
                    <a:pt x="735900" y="3116972"/>
                  </a:lnTo>
                  <a:lnTo>
                    <a:pt x="735900" y="3116972"/>
                  </a:lnTo>
                  <a:lnTo>
                    <a:pt x="737612" y="3116972"/>
                  </a:lnTo>
                  <a:lnTo>
                    <a:pt x="739323" y="3015934"/>
                  </a:lnTo>
                  <a:lnTo>
                    <a:pt x="741034" y="2904555"/>
                  </a:lnTo>
                  <a:lnTo>
                    <a:pt x="742746" y="2873051"/>
                  </a:lnTo>
                  <a:lnTo>
                    <a:pt x="744457" y="2775485"/>
                  </a:lnTo>
                  <a:lnTo>
                    <a:pt x="746168" y="2688623"/>
                  </a:lnTo>
                  <a:lnTo>
                    <a:pt x="747880" y="2683668"/>
                  </a:lnTo>
                  <a:lnTo>
                    <a:pt x="749591" y="2802955"/>
                  </a:lnTo>
                  <a:lnTo>
                    <a:pt x="751303" y="2843005"/>
                  </a:lnTo>
                  <a:lnTo>
                    <a:pt x="753014" y="2849940"/>
                  </a:lnTo>
                  <a:lnTo>
                    <a:pt x="754725" y="2902586"/>
                  </a:lnTo>
                  <a:lnTo>
                    <a:pt x="756437" y="2924444"/>
                  </a:lnTo>
                  <a:lnTo>
                    <a:pt x="758148" y="2929954"/>
                  </a:lnTo>
                  <a:lnTo>
                    <a:pt x="759860" y="2925631"/>
                  </a:lnTo>
                  <a:lnTo>
                    <a:pt x="761571" y="2981167"/>
                  </a:lnTo>
                  <a:lnTo>
                    <a:pt x="763282" y="2969375"/>
                  </a:lnTo>
                  <a:lnTo>
                    <a:pt x="764994" y="2870008"/>
                  </a:lnTo>
                  <a:lnTo>
                    <a:pt x="766705" y="2826176"/>
                  </a:lnTo>
                  <a:lnTo>
                    <a:pt x="768417" y="2829218"/>
                  </a:lnTo>
                  <a:lnTo>
                    <a:pt x="770128" y="2824243"/>
                  </a:lnTo>
                  <a:lnTo>
                    <a:pt x="771839" y="2807790"/>
                  </a:lnTo>
                  <a:lnTo>
                    <a:pt x="773551" y="2749165"/>
                  </a:lnTo>
                  <a:lnTo>
                    <a:pt x="775262" y="2726974"/>
                  </a:lnTo>
                  <a:lnTo>
                    <a:pt x="776974" y="2660650"/>
                  </a:lnTo>
                  <a:lnTo>
                    <a:pt x="778685" y="2520273"/>
                  </a:lnTo>
                  <a:lnTo>
                    <a:pt x="780396" y="2410220"/>
                  </a:lnTo>
                  <a:lnTo>
                    <a:pt x="782108" y="2274713"/>
                  </a:lnTo>
                  <a:lnTo>
                    <a:pt x="783819" y="2110301"/>
                  </a:lnTo>
                  <a:lnTo>
                    <a:pt x="785531" y="2000561"/>
                  </a:lnTo>
                  <a:lnTo>
                    <a:pt x="787242" y="1939857"/>
                  </a:lnTo>
                  <a:lnTo>
                    <a:pt x="788953" y="1933447"/>
                  </a:lnTo>
                  <a:lnTo>
                    <a:pt x="790665" y="2023041"/>
                  </a:lnTo>
                  <a:lnTo>
                    <a:pt x="792376" y="2187701"/>
                  </a:lnTo>
                  <a:lnTo>
                    <a:pt x="794088" y="2398757"/>
                  </a:lnTo>
                  <a:lnTo>
                    <a:pt x="795799" y="2569991"/>
                  </a:lnTo>
                  <a:lnTo>
                    <a:pt x="797510" y="2682120"/>
                  </a:lnTo>
                  <a:lnTo>
                    <a:pt x="799222" y="2711217"/>
                  </a:lnTo>
                  <a:lnTo>
                    <a:pt x="800933" y="2682413"/>
                  </a:lnTo>
                  <a:lnTo>
                    <a:pt x="802645" y="2677020"/>
                  </a:lnTo>
                  <a:lnTo>
                    <a:pt x="804356" y="2742201"/>
                  </a:lnTo>
                  <a:lnTo>
                    <a:pt x="806067" y="2764051"/>
                  </a:lnTo>
                  <a:lnTo>
                    <a:pt x="807779" y="2796810"/>
                  </a:lnTo>
                  <a:lnTo>
                    <a:pt x="809490" y="2923639"/>
                  </a:lnTo>
                  <a:lnTo>
                    <a:pt x="811202" y="2900220"/>
                  </a:lnTo>
                  <a:lnTo>
                    <a:pt x="812913" y="2776452"/>
                  </a:lnTo>
                  <a:lnTo>
                    <a:pt x="814624" y="2600844"/>
                  </a:lnTo>
                  <a:lnTo>
                    <a:pt x="816336" y="2556764"/>
                  </a:lnTo>
                  <a:lnTo>
                    <a:pt x="818047" y="2576559"/>
                  </a:lnTo>
                  <a:lnTo>
                    <a:pt x="819759" y="2455959"/>
                  </a:lnTo>
                  <a:lnTo>
                    <a:pt x="821470" y="2406856"/>
                  </a:lnTo>
                  <a:lnTo>
                    <a:pt x="823181" y="2435384"/>
                  </a:lnTo>
                  <a:lnTo>
                    <a:pt x="824893" y="2460722"/>
                  </a:lnTo>
                  <a:lnTo>
                    <a:pt x="826604" y="2474917"/>
                  </a:lnTo>
                  <a:lnTo>
                    <a:pt x="828316" y="2431081"/>
                  </a:lnTo>
                  <a:lnTo>
                    <a:pt x="830027" y="2381519"/>
                  </a:lnTo>
                  <a:lnTo>
                    <a:pt x="831738" y="2267470"/>
                  </a:lnTo>
                  <a:lnTo>
                    <a:pt x="833450" y="2173053"/>
                  </a:lnTo>
                  <a:lnTo>
                    <a:pt x="835161" y="2083964"/>
                  </a:lnTo>
                  <a:lnTo>
                    <a:pt x="836873" y="1982923"/>
                  </a:lnTo>
                  <a:lnTo>
                    <a:pt x="838584" y="1911598"/>
                  </a:lnTo>
                  <a:lnTo>
                    <a:pt x="840295" y="1979369"/>
                  </a:lnTo>
                  <a:lnTo>
                    <a:pt x="842007" y="2180236"/>
                  </a:lnTo>
                  <a:lnTo>
                    <a:pt x="843718" y="2336154"/>
                  </a:lnTo>
                  <a:lnTo>
                    <a:pt x="845429" y="2450498"/>
                  </a:lnTo>
                  <a:lnTo>
                    <a:pt x="847141" y="2495380"/>
                  </a:lnTo>
                  <a:lnTo>
                    <a:pt x="848852" y="2633893"/>
                  </a:lnTo>
                  <a:lnTo>
                    <a:pt x="850564" y="2724960"/>
                  </a:lnTo>
                  <a:lnTo>
                    <a:pt x="852275" y="2773056"/>
                  </a:lnTo>
                  <a:lnTo>
                    <a:pt x="853986" y="2809430"/>
                  </a:lnTo>
                  <a:lnTo>
                    <a:pt x="855698" y="2850637"/>
                  </a:lnTo>
                  <a:lnTo>
                    <a:pt x="857409" y="2938079"/>
                  </a:lnTo>
                  <a:lnTo>
                    <a:pt x="859121" y="2857715"/>
                  </a:lnTo>
                  <a:lnTo>
                    <a:pt x="860832" y="2751876"/>
                  </a:lnTo>
                  <a:lnTo>
                    <a:pt x="862543" y="2666886"/>
                  </a:lnTo>
                  <a:lnTo>
                    <a:pt x="864255" y="2609516"/>
                  </a:lnTo>
                  <a:lnTo>
                    <a:pt x="865966" y="2603409"/>
                  </a:lnTo>
                  <a:lnTo>
                    <a:pt x="867678" y="2552921"/>
                  </a:lnTo>
                  <a:lnTo>
                    <a:pt x="869389" y="2551078"/>
                  </a:lnTo>
                  <a:lnTo>
                    <a:pt x="871100" y="2586359"/>
                  </a:lnTo>
                  <a:lnTo>
                    <a:pt x="872812" y="2637740"/>
                  </a:lnTo>
                  <a:lnTo>
                    <a:pt x="874523" y="2547285"/>
                  </a:lnTo>
                  <a:lnTo>
                    <a:pt x="876235" y="2377603"/>
                  </a:lnTo>
                  <a:lnTo>
                    <a:pt x="877946" y="2248557"/>
                  </a:lnTo>
                  <a:lnTo>
                    <a:pt x="879657" y="2116639"/>
                  </a:lnTo>
                  <a:lnTo>
                    <a:pt x="881369" y="2013033"/>
                  </a:lnTo>
                  <a:lnTo>
                    <a:pt x="883080" y="1918983"/>
                  </a:lnTo>
                  <a:lnTo>
                    <a:pt x="884792" y="2099358"/>
                  </a:lnTo>
                  <a:lnTo>
                    <a:pt x="886503" y="2355080"/>
                  </a:lnTo>
                  <a:lnTo>
                    <a:pt x="888214" y="2585240"/>
                  </a:lnTo>
                  <a:lnTo>
                    <a:pt x="889926" y="2759738"/>
                  </a:lnTo>
                  <a:lnTo>
                    <a:pt x="891637" y="2871894"/>
                  </a:lnTo>
                  <a:lnTo>
                    <a:pt x="893349" y="2910813"/>
                  </a:lnTo>
                  <a:lnTo>
                    <a:pt x="895060" y="2764477"/>
                  </a:lnTo>
                  <a:lnTo>
                    <a:pt x="896771" y="2590684"/>
                  </a:lnTo>
                  <a:lnTo>
                    <a:pt x="898483" y="2442010"/>
                  </a:lnTo>
                  <a:lnTo>
                    <a:pt x="900194" y="2427909"/>
                  </a:lnTo>
                  <a:lnTo>
                    <a:pt x="901906" y="2495164"/>
                  </a:lnTo>
                  <a:lnTo>
                    <a:pt x="903617" y="2583908"/>
                  </a:lnTo>
                  <a:lnTo>
                    <a:pt x="905328" y="2703541"/>
                  </a:lnTo>
                  <a:lnTo>
                    <a:pt x="907040" y="2840975"/>
                  </a:lnTo>
                  <a:lnTo>
                    <a:pt x="908751" y="2919555"/>
                  </a:lnTo>
                  <a:lnTo>
                    <a:pt x="910463" y="2879095"/>
                  </a:lnTo>
                  <a:lnTo>
                    <a:pt x="912174" y="2735445"/>
                  </a:lnTo>
                  <a:lnTo>
                    <a:pt x="913885" y="2589436"/>
                  </a:lnTo>
                  <a:lnTo>
                    <a:pt x="915597" y="2472209"/>
                  </a:lnTo>
                  <a:lnTo>
                    <a:pt x="917308" y="2373965"/>
                  </a:lnTo>
                  <a:lnTo>
                    <a:pt x="919020" y="2353887"/>
                  </a:lnTo>
                  <a:lnTo>
                    <a:pt x="920731" y="2383254"/>
                  </a:lnTo>
                  <a:lnTo>
                    <a:pt x="922442" y="2438406"/>
                  </a:lnTo>
                  <a:lnTo>
                    <a:pt x="924154" y="2427496"/>
                  </a:lnTo>
                  <a:lnTo>
                    <a:pt x="925865" y="2340110"/>
                  </a:lnTo>
                  <a:lnTo>
                    <a:pt x="927577" y="2337804"/>
                  </a:lnTo>
                  <a:lnTo>
                    <a:pt x="929288" y="2345548"/>
                  </a:lnTo>
                  <a:lnTo>
                    <a:pt x="930999" y="2331449"/>
                  </a:lnTo>
                  <a:lnTo>
                    <a:pt x="932711" y="2300167"/>
                  </a:lnTo>
                  <a:lnTo>
                    <a:pt x="934422" y="2323101"/>
                  </a:lnTo>
                  <a:lnTo>
                    <a:pt x="936134" y="2411923"/>
                  </a:lnTo>
                  <a:lnTo>
                    <a:pt x="937845" y="2399321"/>
                  </a:lnTo>
                  <a:lnTo>
                    <a:pt x="939556" y="2358895"/>
                  </a:lnTo>
                  <a:lnTo>
                    <a:pt x="941268" y="2294346"/>
                  </a:lnTo>
                  <a:lnTo>
                    <a:pt x="942979" y="2279423"/>
                  </a:lnTo>
                  <a:lnTo>
                    <a:pt x="944691" y="2307822"/>
                  </a:lnTo>
                  <a:lnTo>
                    <a:pt x="946402" y="2323928"/>
                  </a:lnTo>
                  <a:lnTo>
                    <a:pt x="948113" y="2306160"/>
                  </a:lnTo>
                  <a:lnTo>
                    <a:pt x="949825" y="2290080"/>
                  </a:lnTo>
                  <a:lnTo>
                    <a:pt x="951536" y="2302977"/>
                  </a:lnTo>
                  <a:lnTo>
                    <a:pt x="953247" y="2252015"/>
                  </a:lnTo>
                  <a:lnTo>
                    <a:pt x="954959" y="2154997"/>
                  </a:lnTo>
                  <a:lnTo>
                    <a:pt x="956670" y="2014670"/>
                  </a:lnTo>
                  <a:lnTo>
                    <a:pt x="958382" y="1892738"/>
                  </a:lnTo>
                  <a:lnTo>
                    <a:pt x="960093" y="1779540"/>
                  </a:lnTo>
                  <a:lnTo>
                    <a:pt x="961804" y="1718873"/>
                  </a:lnTo>
                  <a:lnTo>
                    <a:pt x="963516" y="1739445"/>
                  </a:lnTo>
                  <a:lnTo>
                    <a:pt x="965227" y="1831644"/>
                  </a:lnTo>
                  <a:lnTo>
                    <a:pt x="966939" y="1964812"/>
                  </a:lnTo>
                  <a:lnTo>
                    <a:pt x="968650" y="2085450"/>
                  </a:lnTo>
                  <a:lnTo>
                    <a:pt x="970361" y="2138375"/>
                  </a:lnTo>
                  <a:lnTo>
                    <a:pt x="972073" y="2133163"/>
                  </a:lnTo>
                  <a:lnTo>
                    <a:pt x="973784" y="2223707"/>
                  </a:lnTo>
                  <a:lnTo>
                    <a:pt x="975496" y="2219691"/>
                  </a:lnTo>
                  <a:lnTo>
                    <a:pt x="977207" y="2183680"/>
                  </a:lnTo>
                  <a:lnTo>
                    <a:pt x="978918" y="2306009"/>
                  </a:lnTo>
                  <a:lnTo>
                    <a:pt x="980630" y="2489988"/>
                  </a:lnTo>
                  <a:lnTo>
                    <a:pt x="982341" y="2630619"/>
                  </a:lnTo>
                  <a:lnTo>
                    <a:pt x="984053" y="2587472"/>
                  </a:lnTo>
                  <a:lnTo>
                    <a:pt x="985764" y="2549455"/>
                  </a:lnTo>
                  <a:lnTo>
                    <a:pt x="987475" y="2565870"/>
                  </a:lnTo>
                  <a:lnTo>
                    <a:pt x="989187" y="2523721"/>
                  </a:lnTo>
                  <a:lnTo>
                    <a:pt x="990898" y="2376965"/>
                  </a:lnTo>
                  <a:lnTo>
                    <a:pt x="992610" y="2319312"/>
                  </a:lnTo>
                  <a:lnTo>
                    <a:pt x="994321" y="2423100"/>
                  </a:lnTo>
                  <a:lnTo>
                    <a:pt x="996032" y="2529704"/>
                  </a:lnTo>
                  <a:lnTo>
                    <a:pt x="997744" y="2592845"/>
                  </a:lnTo>
                  <a:lnTo>
                    <a:pt x="999455" y="2620580"/>
                  </a:lnTo>
                  <a:lnTo>
                    <a:pt x="1001167" y="2722629"/>
                  </a:lnTo>
                  <a:lnTo>
                    <a:pt x="1002878" y="2790535"/>
                  </a:lnTo>
                  <a:lnTo>
                    <a:pt x="1004589" y="2790817"/>
                  </a:lnTo>
                  <a:lnTo>
                    <a:pt x="1006301" y="2746473"/>
                  </a:lnTo>
                  <a:lnTo>
                    <a:pt x="1008012" y="2645447"/>
                  </a:lnTo>
                  <a:lnTo>
                    <a:pt x="1009724" y="2547313"/>
                  </a:lnTo>
                  <a:lnTo>
                    <a:pt x="1011435" y="2516677"/>
                  </a:lnTo>
                  <a:lnTo>
                    <a:pt x="1013146" y="2543709"/>
                  </a:lnTo>
                  <a:lnTo>
                    <a:pt x="1014858" y="2510492"/>
                  </a:lnTo>
                  <a:lnTo>
                    <a:pt x="1016569" y="2492395"/>
                  </a:lnTo>
                  <a:lnTo>
                    <a:pt x="1018281" y="2454567"/>
                  </a:lnTo>
                  <a:lnTo>
                    <a:pt x="1019992" y="2457717"/>
                  </a:lnTo>
                  <a:lnTo>
                    <a:pt x="1021703" y="2458119"/>
                  </a:lnTo>
                  <a:lnTo>
                    <a:pt x="1023415" y="2362024"/>
                  </a:lnTo>
                  <a:lnTo>
                    <a:pt x="1025126" y="2310890"/>
                  </a:lnTo>
                  <a:lnTo>
                    <a:pt x="1026838" y="2385578"/>
                  </a:lnTo>
                  <a:lnTo>
                    <a:pt x="1028549" y="2445382"/>
                  </a:lnTo>
                  <a:lnTo>
                    <a:pt x="1030260" y="2397612"/>
                  </a:lnTo>
                  <a:lnTo>
                    <a:pt x="1031972" y="2266077"/>
                  </a:lnTo>
                  <a:lnTo>
                    <a:pt x="1033683" y="2245193"/>
                  </a:lnTo>
                  <a:lnTo>
                    <a:pt x="1035395" y="2309344"/>
                  </a:lnTo>
                  <a:lnTo>
                    <a:pt x="1037106" y="2142134"/>
                  </a:lnTo>
                  <a:lnTo>
                    <a:pt x="1038817" y="2026263"/>
                  </a:lnTo>
                  <a:lnTo>
                    <a:pt x="1040529" y="1952824"/>
                  </a:lnTo>
                  <a:lnTo>
                    <a:pt x="1042240" y="1901651"/>
                  </a:lnTo>
                  <a:lnTo>
                    <a:pt x="1043952" y="1879409"/>
                  </a:lnTo>
                  <a:lnTo>
                    <a:pt x="1045663" y="1872279"/>
                  </a:lnTo>
                  <a:lnTo>
                    <a:pt x="1047374" y="2073080"/>
                  </a:lnTo>
                  <a:lnTo>
                    <a:pt x="1049086" y="2331301"/>
                  </a:lnTo>
                  <a:lnTo>
                    <a:pt x="1050797" y="2571791"/>
                  </a:lnTo>
                  <a:lnTo>
                    <a:pt x="1052509" y="2728164"/>
                  </a:lnTo>
                  <a:lnTo>
                    <a:pt x="1054220" y="2690838"/>
                  </a:lnTo>
                  <a:lnTo>
                    <a:pt x="1055931" y="2507291"/>
                  </a:lnTo>
                  <a:lnTo>
                    <a:pt x="1057643" y="2410271"/>
                  </a:lnTo>
                  <a:lnTo>
                    <a:pt x="1059354" y="2459513"/>
                  </a:lnTo>
                  <a:lnTo>
                    <a:pt x="1061065" y="2378036"/>
                  </a:lnTo>
                  <a:lnTo>
                    <a:pt x="1062777" y="2317013"/>
                  </a:lnTo>
                  <a:lnTo>
                    <a:pt x="1064488" y="2439216"/>
                  </a:lnTo>
                  <a:lnTo>
                    <a:pt x="1066200" y="2669123"/>
                  </a:lnTo>
                  <a:lnTo>
                    <a:pt x="1067911" y="2708853"/>
                  </a:lnTo>
                  <a:lnTo>
                    <a:pt x="1069622" y="2613818"/>
                  </a:lnTo>
                  <a:lnTo>
                    <a:pt x="1071334" y="2685026"/>
                  </a:lnTo>
                  <a:lnTo>
                    <a:pt x="1073045" y="2715639"/>
                  </a:lnTo>
                  <a:lnTo>
                    <a:pt x="1074757" y="2583592"/>
                  </a:lnTo>
                  <a:lnTo>
                    <a:pt x="1076468" y="2408472"/>
                  </a:lnTo>
                  <a:lnTo>
                    <a:pt x="1078179" y="2333674"/>
                  </a:lnTo>
                  <a:lnTo>
                    <a:pt x="1079891" y="2242741"/>
                  </a:lnTo>
                  <a:lnTo>
                    <a:pt x="1081602" y="2154209"/>
                  </a:lnTo>
                  <a:lnTo>
                    <a:pt x="1083314" y="2110331"/>
                  </a:lnTo>
                  <a:lnTo>
                    <a:pt x="1085025" y="2138687"/>
                  </a:lnTo>
                  <a:lnTo>
                    <a:pt x="1086736" y="2163922"/>
                  </a:lnTo>
                  <a:lnTo>
                    <a:pt x="1088448" y="2129018"/>
                  </a:lnTo>
                  <a:lnTo>
                    <a:pt x="1090159" y="2104517"/>
                  </a:lnTo>
                  <a:lnTo>
                    <a:pt x="1091871" y="2113105"/>
                  </a:lnTo>
                  <a:lnTo>
                    <a:pt x="1093582" y="2215126"/>
                  </a:lnTo>
                  <a:lnTo>
                    <a:pt x="1095293" y="2361106"/>
                  </a:lnTo>
                  <a:lnTo>
                    <a:pt x="1097005" y="2456425"/>
                  </a:lnTo>
                  <a:lnTo>
                    <a:pt x="1098716" y="2432044"/>
                  </a:lnTo>
                  <a:lnTo>
                    <a:pt x="1100428" y="2371385"/>
                  </a:lnTo>
                  <a:lnTo>
                    <a:pt x="1102139" y="2316786"/>
                  </a:lnTo>
                  <a:lnTo>
                    <a:pt x="1103850" y="2302317"/>
                  </a:lnTo>
                  <a:lnTo>
                    <a:pt x="1105562" y="2288305"/>
                  </a:lnTo>
                  <a:lnTo>
                    <a:pt x="1107273" y="2243166"/>
                  </a:lnTo>
                  <a:lnTo>
                    <a:pt x="1108985" y="2289967"/>
                  </a:lnTo>
                  <a:lnTo>
                    <a:pt x="1110696" y="2341612"/>
                  </a:lnTo>
                  <a:lnTo>
                    <a:pt x="1112407" y="2380214"/>
                  </a:lnTo>
                  <a:lnTo>
                    <a:pt x="1114119" y="2406498"/>
                  </a:lnTo>
                  <a:lnTo>
                    <a:pt x="1115830" y="2354693"/>
                  </a:lnTo>
                  <a:lnTo>
                    <a:pt x="1117542" y="2355979"/>
                  </a:lnTo>
                  <a:lnTo>
                    <a:pt x="1119253" y="2475439"/>
                  </a:lnTo>
                  <a:lnTo>
                    <a:pt x="1120964" y="2611798"/>
                  </a:lnTo>
                  <a:lnTo>
                    <a:pt x="1122676" y="2612491"/>
                  </a:lnTo>
                  <a:lnTo>
                    <a:pt x="1124387" y="2492269"/>
                  </a:lnTo>
                  <a:lnTo>
                    <a:pt x="1126099" y="2391643"/>
                  </a:lnTo>
                  <a:lnTo>
                    <a:pt x="1127810" y="2281971"/>
                  </a:lnTo>
                  <a:lnTo>
                    <a:pt x="1129521" y="2117740"/>
                  </a:lnTo>
                  <a:lnTo>
                    <a:pt x="1131233" y="1934441"/>
                  </a:lnTo>
                  <a:lnTo>
                    <a:pt x="1132944" y="1906974"/>
                  </a:lnTo>
                  <a:lnTo>
                    <a:pt x="1134656" y="2052492"/>
                  </a:lnTo>
                  <a:lnTo>
                    <a:pt x="1136367" y="2235648"/>
                  </a:lnTo>
                  <a:lnTo>
                    <a:pt x="1138078" y="2354989"/>
                  </a:lnTo>
                  <a:lnTo>
                    <a:pt x="1139790" y="2376666"/>
                  </a:lnTo>
                  <a:lnTo>
                    <a:pt x="1141501" y="2371167"/>
                  </a:lnTo>
                  <a:lnTo>
                    <a:pt x="1143213" y="2281474"/>
                  </a:lnTo>
                  <a:lnTo>
                    <a:pt x="1144924" y="2139069"/>
                  </a:lnTo>
                  <a:lnTo>
                    <a:pt x="1146635" y="1995617"/>
                  </a:lnTo>
                  <a:lnTo>
                    <a:pt x="1148347" y="1881637"/>
                  </a:lnTo>
                  <a:lnTo>
                    <a:pt x="1150058" y="1946134"/>
                  </a:lnTo>
                  <a:lnTo>
                    <a:pt x="1151770" y="2115967"/>
                  </a:lnTo>
                  <a:lnTo>
                    <a:pt x="1153481" y="2243810"/>
                  </a:lnTo>
                  <a:lnTo>
                    <a:pt x="1155192" y="2225257"/>
                  </a:lnTo>
                  <a:lnTo>
                    <a:pt x="1156904" y="2156256"/>
                  </a:lnTo>
                  <a:lnTo>
                    <a:pt x="1158615" y="2068745"/>
                  </a:lnTo>
                  <a:lnTo>
                    <a:pt x="1160326" y="1964023"/>
                  </a:lnTo>
                  <a:lnTo>
                    <a:pt x="1162038" y="1932274"/>
                  </a:lnTo>
                  <a:lnTo>
                    <a:pt x="1163749" y="1963016"/>
                  </a:lnTo>
                  <a:lnTo>
                    <a:pt x="1165461" y="2077775"/>
                  </a:lnTo>
                  <a:lnTo>
                    <a:pt x="1167172" y="2210387"/>
                  </a:lnTo>
                  <a:lnTo>
                    <a:pt x="1168883" y="2349252"/>
                  </a:lnTo>
                  <a:lnTo>
                    <a:pt x="1170595" y="2436917"/>
                  </a:lnTo>
                  <a:lnTo>
                    <a:pt x="1172306" y="2415010"/>
                  </a:lnTo>
                  <a:lnTo>
                    <a:pt x="1174018" y="2398392"/>
                  </a:lnTo>
                  <a:lnTo>
                    <a:pt x="1175729" y="2404529"/>
                  </a:lnTo>
                  <a:lnTo>
                    <a:pt x="1177440" y="2373716"/>
                  </a:lnTo>
                  <a:lnTo>
                    <a:pt x="1179152" y="2405585"/>
                  </a:lnTo>
                  <a:lnTo>
                    <a:pt x="1180863" y="2482873"/>
                  </a:lnTo>
                  <a:lnTo>
                    <a:pt x="1182575" y="2523515"/>
                  </a:lnTo>
                  <a:lnTo>
                    <a:pt x="1184286" y="2566393"/>
                  </a:lnTo>
                  <a:lnTo>
                    <a:pt x="1185997" y="2531853"/>
                  </a:lnTo>
                  <a:lnTo>
                    <a:pt x="1187709" y="2567420"/>
                  </a:lnTo>
                  <a:lnTo>
                    <a:pt x="1189420" y="2620260"/>
                  </a:lnTo>
                  <a:lnTo>
                    <a:pt x="1191132" y="2593342"/>
                  </a:lnTo>
                  <a:lnTo>
                    <a:pt x="1192843" y="2642714"/>
                  </a:lnTo>
                  <a:lnTo>
                    <a:pt x="1194554" y="2632458"/>
                  </a:lnTo>
                  <a:lnTo>
                    <a:pt x="1196266" y="2602176"/>
                  </a:lnTo>
                  <a:lnTo>
                    <a:pt x="1197977" y="2533781"/>
                  </a:lnTo>
                  <a:lnTo>
                    <a:pt x="1199689" y="2461629"/>
                  </a:lnTo>
                  <a:lnTo>
                    <a:pt x="1201400" y="2389348"/>
                  </a:lnTo>
                  <a:lnTo>
                    <a:pt x="1203111" y="2270109"/>
                  </a:lnTo>
                  <a:lnTo>
                    <a:pt x="1204823" y="2217730"/>
                  </a:lnTo>
                  <a:lnTo>
                    <a:pt x="1206534" y="2222932"/>
                  </a:lnTo>
                  <a:lnTo>
                    <a:pt x="1208246" y="2249035"/>
                  </a:lnTo>
                  <a:lnTo>
                    <a:pt x="1209957" y="2287608"/>
                  </a:lnTo>
                  <a:lnTo>
                    <a:pt x="1211668" y="2301696"/>
                  </a:lnTo>
                  <a:lnTo>
                    <a:pt x="1213380" y="2380750"/>
                  </a:lnTo>
                  <a:lnTo>
                    <a:pt x="1215091" y="2452542"/>
                  </a:lnTo>
                  <a:lnTo>
                    <a:pt x="1216803" y="2513418"/>
                  </a:lnTo>
                  <a:lnTo>
                    <a:pt x="1218514" y="2477344"/>
                  </a:lnTo>
                  <a:lnTo>
                    <a:pt x="1220225" y="2353541"/>
                  </a:lnTo>
                  <a:lnTo>
                    <a:pt x="1221937" y="2260049"/>
                  </a:lnTo>
                  <a:lnTo>
                    <a:pt x="1223648" y="2142661"/>
                  </a:lnTo>
                  <a:lnTo>
                    <a:pt x="1225360" y="2059751"/>
                  </a:lnTo>
                  <a:lnTo>
                    <a:pt x="1227071" y="1973356"/>
                  </a:lnTo>
                  <a:lnTo>
                    <a:pt x="1228782" y="1986940"/>
                  </a:lnTo>
                  <a:lnTo>
                    <a:pt x="1230494" y="2056328"/>
                  </a:lnTo>
                  <a:lnTo>
                    <a:pt x="1232205" y="2101303"/>
                  </a:lnTo>
                  <a:lnTo>
                    <a:pt x="1233917" y="2147602"/>
                  </a:lnTo>
                  <a:lnTo>
                    <a:pt x="1235628" y="2103646"/>
                  </a:lnTo>
                  <a:lnTo>
                    <a:pt x="1237339" y="2165636"/>
                  </a:lnTo>
                  <a:lnTo>
                    <a:pt x="1239051" y="2260195"/>
                  </a:lnTo>
                  <a:lnTo>
                    <a:pt x="1240762" y="2278284"/>
                  </a:lnTo>
                  <a:lnTo>
                    <a:pt x="1242474" y="2258848"/>
                  </a:lnTo>
                  <a:lnTo>
                    <a:pt x="1244185" y="2249935"/>
                  </a:lnTo>
                  <a:lnTo>
                    <a:pt x="1245896" y="2341706"/>
                  </a:lnTo>
                  <a:lnTo>
                    <a:pt x="1247608" y="2424758"/>
                  </a:lnTo>
                  <a:lnTo>
                    <a:pt x="1249319" y="2510662"/>
                  </a:lnTo>
                  <a:lnTo>
                    <a:pt x="1251031" y="2580112"/>
                  </a:lnTo>
                  <a:lnTo>
                    <a:pt x="1252742" y="2716255"/>
                  </a:lnTo>
                  <a:lnTo>
                    <a:pt x="1254453" y="2824948"/>
                  </a:lnTo>
                  <a:lnTo>
                    <a:pt x="1256165" y="2817035"/>
                  </a:lnTo>
                  <a:lnTo>
                    <a:pt x="1257876" y="2676872"/>
                  </a:lnTo>
                  <a:lnTo>
                    <a:pt x="1259588" y="2590445"/>
                  </a:lnTo>
                  <a:lnTo>
                    <a:pt x="1261299" y="2532066"/>
                  </a:lnTo>
                  <a:lnTo>
                    <a:pt x="1263010" y="2458927"/>
                  </a:lnTo>
                  <a:lnTo>
                    <a:pt x="1264722" y="2450514"/>
                  </a:lnTo>
                  <a:lnTo>
                    <a:pt x="1266433" y="2504677"/>
                  </a:lnTo>
                  <a:lnTo>
                    <a:pt x="1268144" y="2540862"/>
                  </a:lnTo>
                  <a:lnTo>
                    <a:pt x="1269856" y="2450461"/>
                  </a:lnTo>
                  <a:lnTo>
                    <a:pt x="1271567" y="2427887"/>
                  </a:lnTo>
                  <a:lnTo>
                    <a:pt x="1273279" y="2503723"/>
                  </a:lnTo>
                  <a:lnTo>
                    <a:pt x="1274990" y="2439765"/>
                  </a:lnTo>
                  <a:lnTo>
                    <a:pt x="1276701" y="2322193"/>
                  </a:lnTo>
                  <a:lnTo>
                    <a:pt x="1278413" y="2220863"/>
                  </a:lnTo>
                  <a:lnTo>
                    <a:pt x="1280124" y="2140012"/>
                  </a:lnTo>
                  <a:lnTo>
                    <a:pt x="1281836" y="2019240"/>
                  </a:lnTo>
                  <a:lnTo>
                    <a:pt x="1283547" y="1855061"/>
                  </a:lnTo>
                  <a:lnTo>
                    <a:pt x="1285258" y="1740594"/>
                  </a:lnTo>
                  <a:lnTo>
                    <a:pt x="1286970" y="1632552"/>
                  </a:lnTo>
                  <a:lnTo>
                    <a:pt x="1288681" y="1553585"/>
                  </a:lnTo>
                  <a:lnTo>
                    <a:pt x="1290393" y="1487156"/>
                  </a:lnTo>
                  <a:lnTo>
                    <a:pt x="1292104" y="1470281"/>
                  </a:lnTo>
                  <a:lnTo>
                    <a:pt x="1293815" y="1480100"/>
                  </a:lnTo>
                  <a:lnTo>
                    <a:pt x="1295527" y="1524496"/>
                  </a:lnTo>
                  <a:lnTo>
                    <a:pt x="1297238" y="1645901"/>
                  </a:lnTo>
                  <a:lnTo>
                    <a:pt x="1298950" y="1776157"/>
                  </a:lnTo>
                  <a:lnTo>
                    <a:pt x="1300661" y="1876572"/>
                  </a:lnTo>
                  <a:lnTo>
                    <a:pt x="1302372" y="1917946"/>
                  </a:lnTo>
                  <a:lnTo>
                    <a:pt x="1304084" y="1889421"/>
                  </a:lnTo>
                  <a:lnTo>
                    <a:pt x="1305795" y="1802658"/>
                  </a:lnTo>
                  <a:lnTo>
                    <a:pt x="1307507" y="1731997"/>
                  </a:lnTo>
                  <a:lnTo>
                    <a:pt x="1309218" y="1674035"/>
                  </a:lnTo>
                  <a:lnTo>
                    <a:pt x="1310929" y="1598556"/>
                  </a:lnTo>
                  <a:lnTo>
                    <a:pt x="1312641" y="1576508"/>
                  </a:lnTo>
                  <a:lnTo>
                    <a:pt x="1314352" y="1533563"/>
                  </a:lnTo>
                  <a:lnTo>
                    <a:pt x="1316064" y="1625572"/>
                  </a:lnTo>
                  <a:lnTo>
                    <a:pt x="1317775" y="1781776"/>
                  </a:lnTo>
                  <a:lnTo>
                    <a:pt x="1319486" y="1912930"/>
                  </a:lnTo>
                  <a:lnTo>
                    <a:pt x="1321198" y="2062100"/>
                  </a:lnTo>
                  <a:lnTo>
                    <a:pt x="1322909" y="2215363"/>
                  </a:lnTo>
                  <a:lnTo>
                    <a:pt x="1324621" y="2282956"/>
                  </a:lnTo>
                  <a:lnTo>
                    <a:pt x="1326332" y="2333513"/>
                  </a:lnTo>
                  <a:lnTo>
                    <a:pt x="1328043" y="2328837"/>
                  </a:lnTo>
                  <a:lnTo>
                    <a:pt x="1329755" y="2260010"/>
                  </a:lnTo>
                  <a:lnTo>
                    <a:pt x="1331466" y="2188410"/>
                  </a:lnTo>
                  <a:lnTo>
                    <a:pt x="1333178" y="2110324"/>
                  </a:lnTo>
                  <a:lnTo>
                    <a:pt x="1334889" y="2113312"/>
                  </a:lnTo>
                  <a:lnTo>
                    <a:pt x="1336600" y="2125164"/>
                  </a:lnTo>
                  <a:lnTo>
                    <a:pt x="1338312" y="2168829"/>
                  </a:lnTo>
                  <a:lnTo>
                    <a:pt x="1340023" y="2259398"/>
                  </a:lnTo>
                  <a:lnTo>
                    <a:pt x="1341735" y="2250619"/>
                  </a:lnTo>
                  <a:lnTo>
                    <a:pt x="1343446" y="2191962"/>
                  </a:lnTo>
                  <a:lnTo>
                    <a:pt x="1345157" y="2265629"/>
                  </a:lnTo>
                  <a:lnTo>
                    <a:pt x="1346869" y="2303619"/>
                  </a:lnTo>
                  <a:lnTo>
                    <a:pt x="1348580" y="2212094"/>
                  </a:lnTo>
                  <a:lnTo>
                    <a:pt x="1350292" y="2178657"/>
                  </a:lnTo>
                  <a:lnTo>
                    <a:pt x="1352003" y="2343346"/>
                  </a:lnTo>
                  <a:lnTo>
                    <a:pt x="1353714" y="2477135"/>
                  </a:lnTo>
                  <a:lnTo>
                    <a:pt x="1355426" y="2435216"/>
                  </a:lnTo>
                  <a:lnTo>
                    <a:pt x="1357137" y="2289697"/>
                  </a:lnTo>
                  <a:lnTo>
                    <a:pt x="1358849" y="2188409"/>
                  </a:lnTo>
                  <a:lnTo>
                    <a:pt x="1360560" y="2130941"/>
                  </a:lnTo>
                  <a:lnTo>
                    <a:pt x="1362271" y="2050000"/>
                  </a:lnTo>
                  <a:lnTo>
                    <a:pt x="1363983" y="2104076"/>
                  </a:lnTo>
                  <a:lnTo>
                    <a:pt x="1365694" y="2176834"/>
                  </a:lnTo>
                  <a:lnTo>
                    <a:pt x="1367406" y="2293094"/>
                  </a:lnTo>
                  <a:lnTo>
                    <a:pt x="1369117" y="2427786"/>
                  </a:lnTo>
                  <a:lnTo>
                    <a:pt x="1370828" y="2478961"/>
                  </a:lnTo>
                  <a:lnTo>
                    <a:pt x="1372540" y="2482194"/>
                  </a:lnTo>
                  <a:lnTo>
                    <a:pt x="1374251" y="2424187"/>
                  </a:lnTo>
                  <a:lnTo>
                    <a:pt x="1375962" y="2456996"/>
                  </a:lnTo>
                  <a:lnTo>
                    <a:pt x="1377674" y="2418956"/>
                  </a:lnTo>
                  <a:lnTo>
                    <a:pt x="1379385" y="2338318"/>
                  </a:lnTo>
                  <a:lnTo>
                    <a:pt x="1381097" y="2292693"/>
                  </a:lnTo>
                  <a:lnTo>
                    <a:pt x="1382808" y="2251918"/>
                  </a:lnTo>
                  <a:lnTo>
                    <a:pt x="1384519" y="2201968"/>
                  </a:lnTo>
                  <a:lnTo>
                    <a:pt x="1386231" y="2130871"/>
                  </a:lnTo>
                  <a:lnTo>
                    <a:pt x="1387942" y="2167941"/>
                  </a:lnTo>
                  <a:lnTo>
                    <a:pt x="1389654" y="2214307"/>
                  </a:lnTo>
                  <a:lnTo>
                    <a:pt x="1391365" y="2393430"/>
                  </a:lnTo>
                  <a:lnTo>
                    <a:pt x="1393076" y="2592856"/>
                  </a:lnTo>
                  <a:lnTo>
                    <a:pt x="1394788" y="2752173"/>
                  </a:lnTo>
                  <a:lnTo>
                    <a:pt x="1396499" y="2891831"/>
                  </a:lnTo>
                  <a:lnTo>
                    <a:pt x="1398211" y="2918801"/>
                  </a:lnTo>
                  <a:lnTo>
                    <a:pt x="1399922" y="2961900"/>
                  </a:lnTo>
                  <a:lnTo>
                    <a:pt x="1401633" y="2881673"/>
                  </a:lnTo>
                  <a:lnTo>
                    <a:pt x="1403345" y="2745429"/>
                  </a:lnTo>
                  <a:lnTo>
                    <a:pt x="1405056" y="2580650"/>
                  </a:lnTo>
                  <a:lnTo>
                    <a:pt x="1406768" y="2449909"/>
                  </a:lnTo>
                  <a:lnTo>
                    <a:pt x="1408479" y="2498988"/>
                  </a:lnTo>
                  <a:lnTo>
                    <a:pt x="1410190" y="2573008"/>
                  </a:lnTo>
                  <a:lnTo>
                    <a:pt x="1411902" y="2570780"/>
                  </a:lnTo>
                  <a:lnTo>
                    <a:pt x="1413613" y="2589141"/>
                  </a:lnTo>
                  <a:lnTo>
                    <a:pt x="1415325" y="2683319"/>
                  </a:lnTo>
                  <a:lnTo>
                    <a:pt x="1417036" y="2672636"/>
                  </a:lnTo>
                  <a:lnTo>
                    <a:pt x="1418747" y="2543760"/>
                  </a:lnTo>
                  <a:lnTo>
                    <a:pt x="1420459" y="2394787"/>
                  </a:lnTo>
                  <a:lnTo>
                    <a:pt x="1422170" y="2273691"/>
                  </a:lnTo>
                  <a:lnTo>
                    <a:pt x="1423882" y="2109635"/>
                  </a:lnTo>
                  <a:lnTo>
                    <a:pt x="1425593" y="1994882"/>
                  </a:lnTo>
                  <a:lnTo>
                    <a:pt x="1427304" y="1901405"/>
                  </a:lnTo>
                  <a:lnTo>
                    <a:pt x="1429016" y="1754485"/>
                  </a:lnTo>
                  <a:lnTo>
                    <a:pt x="1430727" y="1680396"/>
                  </a:lnTo>
                  <a:lnTo>
                    <a:pt x="1432439" y="1793010"/>
                  </a:lnTo>
                  <a:lnTo>
                    <a:pt x="1434150" y="1955478"/>
                  </a:lnTo>
                  <a:lnTo>
                    <a:pt x="1435861" y="2010290"/>
                  </a:lnTo>
                  <a:lnTo>
                    <a:pt x="1437573" y="2137636"/>
                  </a:lnTo>
                  <a:lnTo>
                    <a:pt x="1439284" y="2330578"/>
                  </a:lnTo>
                  <a:lnTo>
                    <a:pt x="1440996" y="2397050"/>
                  </a:lnTo>
                  <a:lnTo>
                    <a:pt x="1442707" y="2239391"/>
                  </a:lnTo>
                  <a:lnTo>
                    <a:pt x="1444418" y="2047024"/>
                  </a:lnTo>
                  <a:lnTo>
                    <a:pt x="1446130" y="2074970"/>
                  </a:lnTo>
                  <a:lnTo>
                    <a:pt x="1447841" y="2138366"/>
                  </a:lnTo>
                  <a:lnTo>
                    <a:pt x="1449553" y="2166929"/>
                  </a:lnTo>
                  <a:lnTo>
                    <a:pt x="1451264" y="2192060"/>
                  </a:lnTo>
                  <a:lnTo>
                    <a:pt x="1452975" y="2270342"/>
                  </a:lnTo>
                  <a:lnTo>
                    <a:pt x="1454687" y="2380544"/>
                  </a:lnTo>
                  <a:lnTo>
                    <a:pt x="1456398" y="2374561"/>
                  </a:lnTo>
                  <a:lnTo>
                    <a:pt x="1458110" y="2307340"/>
                  </a:lnTo>
                  <a:lnTo>
                    <a:pt x="1459821" y="2184637"/>
                  </a:lnTo>
                  <a:lnTo>
                    <a:pt x="1461532" y="2162406"/>
                  </a:lnTo>
                  <a:lnTo>
                    <a:pt x="1463244" y="2175768"/>
                  </a:lnTo>
                  <a:lnTo>
                    <a:pt x="1464955" y="2242950"/>
                  </a:lnTo>
                  <a:lnTo>
                    <a:pt x="1466667" y="2304276"/>
                  </a:lnTo>
                  <a:lnTo>
                    <a:pt x="1468378" y="2293441"/>
                  </a:lnTo>
                  <a:lnTo>
                    <a:pt x="1470089" y="2296416"/>
                  </a:lnTo>
                  <a:lnTo>
                    <a:pt x="1471801" y="2223689"/>
                  </a:lnTo>
                  <a:lnTo>
                    <a:pt x="1473512" y="2196489"/>
                  </a:lnTo>
                  <a:lnTo>
                    <a:pt x="1475224" y="2206437"/>
                  </a:lnTo>
                  <a:lnTo>
                    <a:pt x="1476935" y="2235834"/>
                  </a:lnTo>
                  <a:lnTo>
                    <a:pt x="1478646" y="2351229"/>
                  </a:lnTo>
                  <a:lnTo>
                    <a:pt x="1480358" y="2485365"/>
                  </a:lnTo>
                  <a:lnTo>
                    <a:pt x="1482069" y="2681772"/>
                  </a:lnTo>
                  <a:lnTo>
                    <a:pt x="1483780" y="2770308"/>
                  </a:lnTo>
                  <a:lnTo>
                    <a:pt x="1485492" y="2685898"/>
                  </a:lnTo>
                  <a:lnTo>
                    <a:pt x="1487203" y="2581668"/>
                  </a:lnTo>
                  <a:lnTo>
                    <a:pt x="1488915" y="2536712"/>
                  </a:lnTo>
                  <a:lnTo>
                    <a:pt x="1490626" y="2588709"/>
                  </a:lnTo>
                  <a:lnTo>
                    <a:pt x="1492337" y="2611132"/>
                  </a:lnTo>
                  <a:lnTo>
                    <a:pt x="1494049" y="2635186"/>
                  </a:lnTo>
                  <a:lnTo>
                    <a:pt x="1495760" y="2722653"/>
                  </a:lnTo>
                  <a:lnTo>
                    <a:pt x="1497472" y="2820873"/>
                  </a:lnTo>
                  <a:lnTo>
                    <a:pt x="1499183" y="2784346"/>
                  </a:lnTo>
                  <a:lnTo>
                    <a:pt x="1500894" y="2691272"/>
                  </a:lnTo>
                  <a:lnTo>
                    <a:pt x="1502606" y="2591276"/>
                  </a:lnTo>
                  <a:lnTo>
                    <a:pt x="1504317" y="2629656"/>
                  </a:lnTo>
                  <a:lnTo>
                    <a:pt x="1506029" y="2639170"/>
                  </a:lnTo>
                  <a:lnTo>
                    <a:pt x="1507740" y="2602890"/>
                  </a:lnTo>
                  <a:lnTo>
                    <a:pt x="1509451" y="2601839"/>
                  </a:lnTo>
                  <a:lnTo>
                    <a:pt x="1511163" y="2562730"/>
                  </a:lnTo>
                  <a:lnTo>
                    <a:pt x="1512874" y="2607454"/>
                  </a:lnTo>
                  <a:lnTo>
                    <a:pt x="1514586" y="2627614"/>
                  </a:lnTo>
                  <a:lnTo>
                    <a:pt x="1516297" y="2709256"/>
                  </a:lnTo>
                  <a:lnTo>
                    <a:pt x="1518008" y="2741677"/>
                  </a:lnTo>
                  <a:lnTo>
                    <a:pt x="1519720" y="2766042"/>
                  </a:lnTo>
                  <a:lnTo>
                    <a:pt x="1521431" y="2812811"/>
                  </a:lnTo>
                  <a:lnTo>
                    <a:pt x="1523143" y="2736610"/>
                  </a:lnTo>
                  <a:lnTo>
                    <a:pt x="1524854" y="2687487"/>
                  </a:lnTo>
                  <a:lnTo>
                    <a:pt x="1526565" y="2616206"/>
                  </a:lnTo>
                  <a:lnTo>
                    <a:pt x="1528277" y="2505574"/>
                  </a:lnTo>
                  <a:lnTo>
                    <a:pt x="1529988" y="2483469"/>
                  </a:lnTo>
                  <a:lnTo>
                    <a:pt x="1531700" y="2461920"/>
                  </a:lnTo>
                  <a:lnTo>
                    <a:pt x="1533411" y="2529703"/>
                  </a:lnTo>
                  <a:lnTo>
                    <a:pt x="1535122" y="2526728"/>
                  </a:lnTo>
                  <a:lnTo>
                    <a:pt x="1536834" y="2603577"/>
                  </a:lnTo>
                  <a:lnTo>
                    <a:pt x="1538545" y="2748614"/>
                  </a:lnTo>
                  <a:lnTo>
                    <a:pt x="1540257" y="2741515"/>
                  </a:lnTo>
                  <a:lnTo>
                    <a:pt x="1541968" y="2809056"/>
                  </a:lnTo>
                  <a:lnTo>
                    <a:pt x="1543679" y="2848322"/>
                  </a:lnTo>
                  <a:lnTo>
                    <a:pt x="1545391" y="2873509"/>
                  </a:lnTo>
                  <a:lnTo>
                    <a:pt x="1547102" y="2876170"/>
                  </a:lnTo>
                  <a:lnTo>
                    <a:pt x="1548814" y="2909243"/>
                  </a:lnTo>
                  <a:lnTo>
                    <a:pt x="1550525" y="3076925"/>
                  </a:lnTo>
                  <a:lnTo>
                    <a:pt x="1552236" y="3116972"/>
                  </a:lnTo>
                  <a:lnTo>
                    <a:pt x="1552236" y="3116972"/>
                  </a:lnTo>
                  <a:lnTo>
                    <a:pt x="1553948" y="3116972"/>
                  </a:lnTo>
                  <a:lnTo>
                    <a:pt x="1555659" y="3116972"/>
                  </a:lnTo>
                  <a:lnTo>
                    <a:pt x="1557371" y="3116972"/>
                  </a:lnTo>
                  <a:lnTo>
                    <a:pt x="1559082" y="3116972"/>
                  </a:lnTo>
                  <a:lnTo>
                    <a:pt x="1560793" y="3116972"/>
                  </a:lnTo>
                  <a:lnTo>
                    <a:pt x="1562505" y="3116972"/>
                  </a:lnTo>
                  <a:lnTo>
                    <a:pt x="1564216" y="3116972"/>
                  </a:lnTo>
                  <a:lnTo>
                    <a:pt x="1565928" y="3116972"/>
                  </a:lnTo>
                  <a:lnTo>
                    <a:pt x="1567639" y="3116972"/>
                  </a:lnTo>
                  <a:lnTo>
                    <a:pt x="1569350" y="3116972"/>
                  </a:lnTo>
                  <a:lnTo>
                    <a:pt x="1571062" y="3116972"/>
                  </a:lnTo>
                  <a:lnTo>
                    <a:pt x="1572773" y="3116972"/>
                  </a:lnTo>
                  <a:lnTo>
                    <a:pt x="1574485" y="3116972"/>
                  </a:lnTo>
                  <a:lnTo>
                    <a:pt x="1576196" y="3116972"/>
                  </a:lnTo>
                  <a:lnTo>
                    <a:pt x="1577907" y="3116972"/>
                  </a:lnTo>
                  <a:lnTo>
                    <a:pt x="1579619" y="3116972"/>
                  </a:lnTo>
                  <a:lnTo>
                    <a:pt x="1581330" y="3116972"/>
                  </a:lnTo>
                  <a:lnTo>
                    <a:pt x="1583041" y="3116972"/>
                  </a:lnTo>
                  <a:lnTo>
                    <a:pt x="1584753" y="3116972"/>
                  </a:lnTo>
                  <a:lnTo>
                    <a:pt x="1586464" y="3116972"/>
                  </a:lnTo>
                  <a:lnTo>
                    <a:pt x="1588176" y="3116972"/>
                  </a:lnTo>
                  <a:lnTo>
                    <a:pt x="1589887" y="3116972"/>
                  </a:lnTo>
                  <a:lnTo>
                    <a:pt x="1591598" y="3116972"/>
                  </a:lnTo>
                  <a:lnTo>
                    <a:pt x="1593310" y="2954478"/>
                  </a:lnTo>
                  <a:lnTo>
                    <a:pt x="1595021" y="2849198"/>
                  </a:lnTo>
                  <a:lnTo>
                    <a:pt x="1596733" y="2830981"/>
                  </a:lnTo>
                  <a:lnTo>
                    <a:pt x="1598444" y="2893954"/>
                  </a:lnTo>
                  <a:lnTo>
                    <a:pt x="1600155" y="3035315"/>
                  </a:lnTo>
                  <a:lnTo>
                    <a:pt x="1601867" y="3116972"/>
                  </a:lnTo>
                  <a:lnTo>
                    <a:pt x="1601867" y="3116972"/>
                  </a:lnTo>
                  <a:lnTo>
                    <a:pt x="1603578" y="3116972"/>
                  </a:lnTo>
                  <a:lnTo>
                    <a:pt x="1605290" y="3116972"/>
                  </a:lnTo>
                  <a:lnTo>
                    <a:pt x="1607001" y="3116972"/>
                  </a:lnTo>
                  <a:lnTo>
                    <a:pt x="1608712" y="3116972"/>
                  </a:lnTo>
                  <a:lnTo>
                    <a:pt x="1610424" y="3116972"/>
                  </a:lnTo>
                  <a:lnTo>
                    <a:pt x="1612135" y="3116972"/>
                  </a:lnTo>
                  <a:lnTo>
                    <a:pt x="1613847" y="3116972"/>
                  </a:lnTo>
                  <a:lnTo>
                    <a:pt x="1615558" y="3116972"/>
                  </a:lnTo>
                  <a:lnTo>
                    <a:pt x="1617269" y="3116972"/>
                  </a:lnTo>
                  <a:lnTo>
                    <a:pt x="1618981" y="3116972"/>
                  </a:lnTo>
                  <a:lnTo>
                    <a:pt x="1620692" y="3116972"/>
                  </a:lnTo>
                  <a:lnTo>
                    <a:pt x="1622404" y="3116972"/>
                  </a:lnTo>
                  <a:lnTo>
                    <a:pt x="1624115" y="3116972"/>
                  </a:lnTo>
                  <a:lnTo>
                    <a:pt x="1625826" y="3116972"/>
                  </a:lnTo>
                  <a:lnTo>
                    <a:pt x="1627538" y="3049422"/>
                  </a:lnTo>
                  <a:lnTo>
                    <a:pt x="1629249" y="3014365"/>
                  </a:lnTo>
                  <a:lnTo>
                    <a:pt x="1630961" y="3066197"/>
                  </a:lnTo>
                  <a:lnTo>
                    <a:pt x="1632672" y="3111826"/>
                  </a:lnTo>
                  <a:lnTo>
                    <a:pt x="1634383" y="3114534"/>
                  </a:lnTo>
                  <a:lnTo>
                    <a:pt x="1636095" y="3116972"/>
                  </a:lnTo>
                  <a:lnTo>
                    <a:pt x="1636095" y="3116972"/>
                  </a:lnTo>
                  <a:lnTo>
                    <a:pt x="1637806" y="3116972"/>
                  </a:lnTo>
                  <a:lnTo>
                    <a:pt x="1639518" y="3116972"/>
                  </a:lnTo>
                  <a:lnTo>
                    <a:pt x="1641229" y="3116972"/>
                  </a:lnTo>
                  <a:lnTo>
                    <a:pt x="1642940" y="3116972"/>
                  </a:lnTo>
                  <a:lnTo>
                    <a:pt x="1644652" y="3116972"/>
                  </a:lnTo>
                  <a:lnTo>
                    <a:pt x="1646363" y="3116972"/>
                  </a:lnTo>
                  <a:lnTo>
                    <a:pt x="1648075" y="3116972"/>
                  </a:lnTo>
                  <a:lnTo>
                    <a:pt x="1649786" y="3067590"/>
                  </a:lnTo>
                  <a:lnTo>
                    <a:pt x="1651497" y="3058242"/>
                  </a:lnTo>
                  <a:lnTo>
                    <a:pt x="1653209" y="3058242"/>
                  </a:lnTo>
                  <a:lnTo>
                    <a:pt x="1654920" y="3058242"/>
                  </a:lnTo>
                  <a:lnTo>
                    <a:pt x="1656632" y="3069844"/>
                  </a:lnTo>
                  <a:lnTo>
                    <a:pt x="1658343" y="3105737"/>
                  </a:lnTo>
                  <a:lnTo>
                    <a:pt x="1660054" y="3116972"/>
                  </a:lnTo>
                  <a:lnTo>
                    <a:pt x="1660054" y="3116972"/>
                  </a:lnTo>
                  <a:lnTo>
                    <a:pt x="1661766" y="3116972"/>
                  </a:lnTo>
                  <a:lnTo>
                    <a:pt x="1663477" y="3116972"/>
                  </a:lnTo>
                  <a:lnTo>
                    <a:pt x="1665189" y="3116972"/>
                  </a:lnTo>
                  <a:lnTo>
                    <a:pt x="1666900" y="3116972"/>
                  </a:lnTo>
                  <a:lnTo>
                    <a:pt x="1668611" y="3116972"/>
                  </a:lnTo>
                  <a:lnTo>
                    <a:pt x="1670323" y="3116972"/>
                  </a:lnTo>
                  <a:lnTo>
                    <a:pt x="1672034" y="3116972"/>
                  </a:lnTo>
                  <a:lnTo>
                    <a:pt x="1673746" y="3116972"/>
                  </a:lnTo>
                  <a:lnTo>
                    <a:pt x="1675457" y="3116972"/>
                  </a:lnTo>
                  <a:lnTo>
                    <a:pt x="1677168" y="3116972"/>
                  </a:lnTo>
                  <a:lnTo>
                    <a:pt x="1678880" y="3084202"/>
                  </a:lnTo>
                  <a:lnTo>
                    <a:pt x="1680591" y="3058242"/>
                  </a:lnTo>
                  <a:lnTo>
                    <a:pt x="1682303" y="3048188"/>
                  </a:lnTo>
                  <a:lnTo>
                    <a:pt x="1684014" y="3006982"/>
                  </a:lnTo>
                  <a:lnTo>
                    <a:pt x="1685725" y="2981578"/>
                  </a:lnTo>
                  <a:lnTo>
                    <a:pt x="1687437" y="3011456"/>
                  </a:lnTo>
                  <a:lnTo>
                    <a:pt x="1689148" y="3026753"/>
                  </a:lnTo>
                  <a:lnTo>
                    <a:pt x="1690859" y="3026753"/>
                  </a:lnTo>
                  <a:lnTo>
                    <a:pt x="1692571" y="3036807"/>
                  </a:lnTo>
                  <a:lnTo>
                    <a:pt x="1694282" y="3071025"/>
                  </a:lnTo>
                  <a:lnTo>
                    <a:pt x="1695994" y="3042458"/>
                  </a:lnTo>
                  <a:lnTo>
                    <a:pt x="1697705" y="2980898"/>
                  </a:lnTo>
                  <a:lnTo>
                    <a:pt x="1699416" y="2951970"/>
                  </a:lnTo>
                  <a:lnTo>
                    <a:pt x="1701128" y="2919616"/>
                  </a:lnTo>
                  <a:lnTo>
                    <a:pt x="1702839" y="2899957"/>
                  </a:lnTo>
                  <a:lnTo>
                    <a:pt x="1704551" y="2875355"/>
                  </a:lnTo>
                  <a:lnTo>
                    <a:pt x="1706262" y="2929329"/>
                  </a:lnTo>
                  <a:lnTo>
                    <a:pt x="1707973" y="2961010"/>
                  </a:lnTo>
                  <a:lnTo>
                    <a:pt x="1709685" y="2974640"/>
                  </a:lnTo>
                  <a:lnTo>
                    <a:pt x="1711396" y="2984170"/>
                  </a:lnTo>
                  <a:lnTo>
                    <a:pt x="1713108" y="2949189"/>
                  </a:lnTo>
                  <a:lnTo>
                    <a:pt x="1714819" y="2964601"/>
                  </a:lnTo>
                  <a:lnTo>
                    <a:pt x="1716530" y="2964603"/>
                  </a:lnTo>
                  <a:lnTo>
                    <a:pt x="1718242" y="2964603"/>
                  </a:lnTo>
                  <a:lnTo>
                    <a:pt x="1719953" y="2964604"/>
                  </a:lnTo>
                  <a:lnTo>
                    <a:pt x="1721665" y="2987425"/>
                  </a:lnTo>
                  <a:lnTo>
                    <a:pt x="1723376" y="3042066"/>
                  </a:lnTo>
                  <a:lnTo>
                    <a:pt x="1725087" y="3058242"/>
                  </a:lnTo>
                  <a:lnTo>
                    <a:pt x="1726799" y="3058242"/>
                  </a:lnTo>
                  <a:lnTo>
                    <a:pt x="1728510" y="3058242"/>
                  </a:lnTo>
                  <a:lnTo>
                    <a:pt x="1730222" y="3058242"/>
                  </a:lnTo>
                  <a:lnTo>
                    <a:pt x="1731933" y="3061777"/>
                  </a:lnTo>
                  <a:lnTo>
                    <a:pt x="1733644" y="3045519"/>
                  </a:lnTo>
                  <a:lnTo>
                    <a:pt x="1735356" y="3021192"/>
                  </a:lnTo>
                  <a:lnTo>
                    <a:pt x="1737067" y="3021193"/>
                  </a:lnTo>
                  <a:lnTo>
                    <a:pt x="1738779" y="3039195"/>
                  </a:lnTo>
                  <a:lnTo>
                    <a:pt x="1740490" y="3072622"/>
                  </a:lnTo>
                  <a:lnTo>
                    <a:pt x="1742201" y="3104603"/>
                  </a:lnTo>
                  <a:lnTo>
                    <a:pt x="1743913" y="3116972"/>
                  </a:lnTo>
                  <a:lnTo>
                    <a:pt x="1743913" y="3116972"/>
                  </a:lnTo>
                  <a:lnTo>
                    <a:pt x="1745624" y="3116972"/>
                  </a:lnTo>
                  <a:lnTo>
                    <a:pt x="1747336" y="3116972"/>
                  </a:lnTo>
                  <a:lnTo>
                    <a:pt x="1749047" y="3116972"/>
                  </a:lnTo>
                  <a:lnTo>
                    <a:pt x="1750758" y="3116972"/>
                  </a:lnTo>
                  <a:lnTo>
                    <a:pt x="1752470" y="3116972"/>
                  </a:lnTo>
                  <a:lnTo>
                    <a:pt x="1754181" y="3116972"/>
                  </a:lnTo>
                  <a:lnTo>
                    <a:pt x="1755893" y="3116972"/>
                  </a:lnTo>
                  <a:lnTo>
                    <a:pt x="1757604" y="3018818"/>
                  </a:lnTo>
                  <a:lnTo>
                    <a:pt x="1759315" y="2947558"/>
                  </a:lnTo>
                  <a:lnTo>
                    <a:pt x="1761027" y="2892175"/>
                  </a:lnTo>
                  <a:lnTo>
                    <a:pt x="1762738" y="2878676"/>
                  </a:lnTo>
                  <a:lnTo>
                    <a:pt x="1764450" y="2913422"/>
                  </a:lnTo>
                  <a:lnTo>
                    <a:pt x="1766161" y="2962011"/>
                  </a:lnTo>
                  <a:lnTo>
                    <a:pt x="1767872" y="3012627"/>
                  </a:lnTo>
                  <a:lnTo>
                    <a:pt x="1769584" y="3039585"/>
                  </a:lnTo>
                  <a:lnTo>
                    <a:pt x="1771295" y="3116972"/>
                  </a:lnTo>
                  <a:lnTo>
                    <a:pt x="1771295" y="3116972"/>
                  </a:lnTo>
                  <a:lnTo>
                    <a:pt x="1773007" y="3116972"/>
                  </a:lnTo>
                  <a:lnTo>
                    <a:pt x="1774718" y="3116972"/>
                  </a:lnTo>
                  <a:lnTo>
                    <a:pt x="1776429" y="3116972"/>
                  </a:lnTo>
                  <a:lnTo>
                    <a:pt x="1778141" y="3116972"/>
                  </a:lnTo>
                  <a:lnTo>
                    <a:pt x="1779852" y="3116972"/>
                  </a:lnTo>
                  <a:lnTo>
                    <a:pt x="1781564" y="3116972"/>
                  </a:lnTo>
                  <a:lnTo>
                    <a:pt x="1783275" y="3034379"/>
                  </a:lnTo>
                  <a:lnTo>
                    <a:pt x="1784986" y="2887265"/>
                  </a:lnTo>
                  <a:lnTo>
                    <a:pt x="1786698" y="2843970"/>
                  </a:lnTo>
                  <a:lnTo>
                    <a:pt x="1788409" y="2850479"/>
                  </a:lnTo>
                  <a:lnTo>
                    <a:pt x="1790121" y="2867183"/>
                  </a:lnTo>
                  <a:lnTo>
                    <a:pt x="1791832" y="2876811"/>
                  </a:lnTo>
                  <a:lnTo>
                    <a:pt x="1793543" y="2925807"/>
                  </a:lnTo>
                  <a:lnTo>
                    <a:pt x="1795255" y="3017550"/>
                  </a:lnTo>
                  <a:lnTo>
                    <a:pt x="1796966" y="3058242"/>
                  </a:lnTo>
                  <a:lnTo>
                    <a:pt x="1798677" y="3057895"/>
                  </a:lnTo>
                  <a:lnTo>
                    <a:pt x="1800389" y="3000320"/>
                  </a:lnTo>
                  <a:lnTo>
                    <a:pt x="1802100" y="2967159"/>
                  </a:lnTo>
                  <a:lnTo>
                    <a:pt x="1803812" y="2967159"/>
                  </a:lnTo>
                  <a:lnTo>
                    <a:pt x="1805523" y="2967159"/>
                  </a:lnTo>
                  <a:lnTo>
                    <a:pt x="1807234" y="2967160"/>
                  </a:lnTo>
                  <a:lnTo>
                    <a:pt x="1808946" y="2991161"/>
                  </a:lnTo>
                  <a:lnTo>
                    <a:pt x="1810657" y="3074706"/>
                  </a:lnTo>
                  <a:lnTo>
                    <a:pt x="1812369" y="3081443"/>
                  </a:lnTo>
                  <a:lnTo>
                    <a:pt x="1814080" y="3090058"/>
                  </a:lnTo>
                  <a:lnTo>
                    <a:pt x="1815791" y="3116972"/>
                  </a:lnTo>
                  <a:lnTo>
                    <a:pt x="1815791" y="3116972"/>
                  </a:lnTo>
                  <a:lnTo>
                    <a:pt x="1817503" y="3116972"/>
                  </a:lnTo>
                  <a:lnTo>
                    <a:pt x="1819214" y="3116972"/>
                  </a:lnTo>
                  <a:lnTo>
                    <a:pt x="1820926" y="3116972"/>
                  </a:lnTo>
                  <a:lnTo>
                    <a:pt x="1822637" y="3116972"/>
                  </a:lnTo>
                  <a:lnTo>
                    <a:pt x="1824348" y="3116972"/>
                  </a:lnTo>
                  <a:lnTo>
                    <a:pt x="1826060" y="3116972"/>
                  </a:lnTo>
                  <a:lnTo>
                    <a:pt x="1827771" y="3116972"/>
                  </a:lnTo>
                  <a:lnTo>
                    <a:pt x="1829483" y="3116972"/>
                  </a:lnTo>
                  <a:lnTo>
                    <a:pt x="1831194" y="3116972"/>
                  </a:lnTo>
                  <a:lnTo>
                    <a:pt x="1832905" y="3064243"/>
                  </a:lnTo>
                  <a:lnTo>
                    <a:pt x="1834617" y="3080507"/>
                  </a:lnTo>
                  <a:lnTo>
                    <a:pt x="1836328" y="3095855"/>
                  </a:lnTo>
                  <a:lnTo>
                    <a:pt x="1838040" y="3099512"/>
                  </a:lnTo>
                  <a:lnTo>
                    <a:pt x="1839751" y="3115318"/>
                  </a:lnTo>
                  <a:lnTo>
                    <a:pt x="1841462" y="3094324"/>
                  </a:lnTo>
                  <a:lnTo>
                    <a:pt x="1843174" y="3095613"/>
                  </a:lnTo>
                  <a:lnTo>
                    <a:pt x="1844885" y="3050515"/>
                  </a:lnTo>
                  <a:lnTo>
                    <a:pt x="1846597" y="2908451"/>
                  </a:lnTo>
                  <a:lnTo>
                    <a:pt x="1848308" y="2843951"/>
                  </a:lnTo>
                  <a:lnTo>
                    <a:pt x="1850019" y="2739295"/>
                  </a:lnTo>
                  <a:lnTo>
                    <a:pt x="1851731" y="2724443"/>
                  </a:lnTo>
                  <a:lnTo>
                    <a:pt x="1853442" y="2705677"/>
                  </a:lnTo>
                  <a:lnTo>
                    <a:pt x="1855154" y="2712572"/>
                  </a:lnTo>
                  <a:lnTo>
                    <a:pt x="1856865" y="2830190"/>
                  </a:lnTo>
                  <a:lnTo>
                    <a:pt x="1858576" y="2840274"/>
                  </a:lnTo>
                  <a:lnTo>
                    <a:pt x="1860288" y="2799411"/>
                  </a:lnTo>
                  <a:lnTo>
                    <a:pt x="1861999" y="2613277"/>
                  </a:lnTo>
                  <a:lnTo>
                    <a:pt x="1863711" y="2433015"/>
                  </a:lnTo>
                  <a:lnTo>
                    <a:pt x="1865422" y="2348053"/>
                  </a:lnTo>
                  <a:lnTo>
                    <a:pt x="1867133" y="2226345"/>
                  </a:lnTo>
                  <a:lnTo>
                    <a:pt x="1868845" y="2123495"/>
                  </a:lnTo>
                  <a:lnTo>
                    <a:pt x="1870556" y="2148820"/>
                  </a:lnTo>
                  <a:lnTo>
                    <a:pt x="1872268" y="2221204"/>
                  </a:lnTo>
                  <a:lnTo>
                    <a:pt x="1873979" y="2235302"/>
                  </a:lnTo>
                  <a:lnTo>
                    <a:pt x="1875690" y="2249311"/>
                  </a:lnTo>
                  <a:lnTo>
                    <a:pt x="1877402" y="2380116"/>
                  </a:lnTo>
                  <a:lnTo>
                    <a:pt x="1879113" y="2489629"/>
                  </a:lnTo>
                  <a:lnTo>
                    <a:pt x="1880825" y="2557533"/>
                  </a:lnTo>
                  <a:lnTo>
                    <a:pt x="1882536" y="2663889"/>
                  </a:lnTo>
                  <a:lnTo>
                    <a:pt x="1884247" y="2785975"/>
                  </a:lnTo>
                  <a:lnTo>
                    <a:pt x="1885959" y="2870553"/>
                  </a:lnTo>
                  <a:lnTo>
                    <a:pt x="1887670" y="2866801"/>
                  </a:lnTo>
                  <a:lnTo>
                    <a:pt x="1889382" y="2878875"/>
                  </a:lnTo>
                  <a:lnTo>
                    <a:pt x="1891093" y="2872118"/>
                  </a:lnTo>
                  <a:lnTo>
                    <a:pt x="1892804" y="2788621"/>
                  </a:lnTo>
                  <a:lnTo>
                    <a:pt x="1894516" y="2713798"/>
                  </a:lnTo>
                  <a:lnTo>
                    <a:pt x="1896227" y="2604393"/>
                  </a:lnTo>
                  <a:lnTo>
                    <a:pt x="1897938" y="2547475"/>
                  </a:lnTo>
                  <a:lnTo>
                    <a:pt x="1899650" y="2550370"/>
                  </a:lnTo>
                  <a:lnTo>
                    <a:pt x="1901361" y="2550311"/>
                  </a:lnTo>
                  <a:lnTo>
                    <a:pt x="1903073" y="2608874"/>
                  </a:lnTo>
                  <a:lnTo>
                    <a:pt x="1904784" y="2640286"/>
                  </a:lnTo>
                  <a:lnTo>
                    <a:pt x="1906495" y="2630193"/>
                  </a:lnTo>
                  <a:lnTo>
                    <a:pt x="1908207" y="2533898"/>
                  </a:lnTo>
                  <a:lnTo>
                    <a:pt x="1909918" y="2370002"/>
                  </a:lnTo>
                  <a:lnTo>
                    <a:pt x="1911630" y="2272097"/>
                  </a:lnTo>
                  <a:lnTo>
                    <a:pt x="1913341" y="2337036"/>
                  </a:lnTo>
                  <a:lnTo>
                    <a:pt x="1915052" y="2442000"/>
                  </a:lnTo>
                  <a:lnTo>
                    <a:pt x="1916764" y="2542872"/>
                  </a:lnTo>
                  <a:lnTo>
                    <a:pt x="1918475" y="2559279"/>
                  </a:lnTo>
                  <a:lnTo>
                    <a:pt x="1920187" y="2639128"/>
                  </a:lnTo>
                  <a:lnTo>
                    <a:pt x="1921898" y="2698953"/>
                  </a:lnTo>
                  <a:lnTo>
                    <a:pt x="1923609" y="2582007"/>
                  </a:lnTo>
                  <a:lnTo>
                    <a:pt x="1925321" y="2501904"/>
                  </a:lnTo>
                  <a:lnTo>
                    <a:pt x="1927032" y="2457502"/>
                  </a:lnTo>
                  <a:lnTo>
                    <a:pt x="1928744" y="2625307"/>
                  </a:lnTo>
                  <a:lnTo>
                    <a:pt x="1930455" y="2810075"/>
                  </a:lnTo>
                  <a:lnTo>
                    <a:pt x="1932166" y="2909514"/>
                  </a:lnTo>
                  <a:lnTo>
                    <a:pt x="1933878" y="2988175"/>
                  </a:lnTo>
                  <a:lnTo>
                    <a:pt x="1935589" y="2995807"/>
                  </a:lnTo>
                  <a:lnTo>
                    <a:pt x="1937301" y="3011026"/>
                  </a:lnTo>
                  <a:lnTo>
                    <a:pt x="1939012" y="2940010"/>
                  </a:lnTo>
                  <a:lnTo>
                    <a:pt x="1940723" y="2728049"/>
                  </a:lnTo>
                  <a:lnTo>
                    <a:pt x="1942435" y="2622328"/>
                  </a:lnTo>
                  <a:lnTo>
                    <a:pt x="1944146" y="2620462"/>
                  </a:lnTo>
                  <a:lnTo>
                    <a:pt x="1945858" y="2644418"/>
                  </a:lnTo>
                  <a:lnTo>
                    <a:pt x="1947569" y="2694546"/>
                  </a:lnTo>
                  <a:lnTo>
                    <a:pt x="1949280" y="2738318"/>
                  </a:lnTo>
                  <a:lnTo>
                    <a:pt x="1950992" y="2878680"/>
                  </a:lnTo>
                  <a:lnTo>
                    <a:pt x="1952703" y="2966342"/>
                  </a:lnTo>
                  <a:lnTo>
                    <a:pt x="1954415" y="3009727"/>
                  </a:lnTo>
                  <a:lnTo>
                    <a:pt x="1956126" y="3058242"/>
                  </a:lnTo>
                  <a:lnTo>
                    <a:pt x="1957837" y="3058242"/>
                  </a:lnTo>
                  <a:lnTo>
                    <a:pt x="1959549" y="3058242"/>
                  </a:lnTo>
                  <a:lnTo>
                    <a:pt x="1961260" y="3058242"/>
                  </a:lnTo>
                  <a:lnTo>
                    <a:pt x="1962972" y="3058242"/>
                  </a:lnTo>
                  <a:lnTo>
                    <a:pt x="1964683" y="3058242"/>
                  </a:lnTo>
                  <a:lnTo>
                    <a:pt x="1966394" y="3058242"/>
                  </a:lnTo>
                  <a:lnTo>
                    <a:pt x="1968106" y="3058242"/>
                  </a:lnTo>
                  <a:lnTo>
                    <a:pt x="1969817" y="3058242"/>
                  </a:lnTo>
                  <a:lnTo>
                    <a:pt x="1971529" y="3058242"/>
                  </a:lnTo>
                  <a:lnTo>
                    <a:pt x="1973240" y="3058242"/>
                  </a:lnTo>
                  <a:lnTo>
                    <a:pt x="1974951" y="3058242"/>
                  </a:lnTo>
                  <a:lnTo>
                    <a:pt x="1976663" y="3058242"/>
                  </a:lnTo>
                  <a:lnTo>
                    <a:pt x="1978374" y="3058242"/>
                  </a:lnTo>
                  <a:lnTo>
                    <a:pt x="1980086" y="3058242"/>
                  </a:lnTo>
                  <a:lnTo>
                    <a:pt x="1981797" y="3058242"/>
                  </a:lnTo>
                  <a:lnTo>
                    <a:pt x="1983508" y="3058242"/>
                  </a:lnTo>
                  <a:lnTo>
                    <a:pt x="1985220" y="3058242"/>
                  </a:lnTo>
                  <a:lnTo>
                    <a:pt x="1986931" y="3058242"/>
                  </a:lnTo>
                  <a:lnTo>
                    <a:pt x="1988643" y="3058242"/>
                  </a:lnTo>
                  <a:lnTo>
                    <a:pt x="1990354" y="3058242"/>
                  </a:lnTo>
                  <a:lnTo>
                    <a:pt x="1992065" y="3058242"/>
                  </a:lnTo>
                  <a:lnTo>
                    <a:pt x="1993777" y="3058242"/>
                  </a:lnTo>
                  <a:lnTo>
                    <a:pt x="1995488" y="3058242"/>
                  </a:lnTo>
                  <a:lnTo>
                    <a:pt x="1997200" y="3058242"/>
                  </a:lnTo>
                  <a:lnTo>
                    <a:pt x="1998911" y="3058242"/>
                  </a:lnTo>
                  <a:lnTo>
                    <a:pt x="2000622" y="3058242"/>
                  </a:lnTo>
                  <a:lnTo>
                    <a:pt x="2002334" y="3058242"/>
                  </a:lnTo>
                  <a:lnTo>
                    <a:pt x="2004045" y="3044443"/>
                  </a:lnTo>
                  <a:lnTo>
                    <a:pt x="2005756" y="3000582"/>
                  </a:lnTo>
                  <a:lnTo>
                    <a:pt x="2007468" y="2974673"/>
                  </a:lnTo>
                  <a:lnTo>
                    <a:pt x="2009179" y="2936794"/>
                  </a:lnTo>
                  <a:lnTo>
                    <a:pt x="2010891" y="2863453"/>
                  </a:lnTo>
                  <a:lnTo>
                    <a:pt x="2012602" y="2843238"/>
                  </a:lnTo>
                  <a:lnTo>
                    <a:pt x="2014313" y="2810838"/>
                  </a:lnTo>
                  <a:lnTo>
                    <a:pt x="2016025" y="2870384"/>
                  </a:lnTo>
                  <a:lnTo>
                    <a:pt x="2017736" y="2872194"/>
                  </a:lnTo>
                  <a:lnTo>
                    <a:pt x="2019448" y="2850650"/>
                  </a:lnTo>
                  <a:lnTo>
                    <a:pt x="2021159" y="2911751"/>
                  </a:lnTo>
                  <a:lnTo>
                    <a:pt x="2022870" y="2919840"/>
                  </a:lnTo>
                  <a:lnTo>
                    <a:pt x="2024582" y="2969663"/>
                  </a:lnTo>
                  <a:lnTo>
                    <a:pt x="2026293" y="2974349"/>
                  </a:lnTo>
                  <a:lnTo>
                    <a:pt x="2028005" y="3016923"/>
                  </a:lnTo>
                  <a:lnTo>
                    <a:pt x="2029716" y="3044388"/>
                  </a:lnTo>
                  <a:lnTo>
                    <a:pt x="2031427" y="2952628"/>
                  </a:lnTo>
                  <a:lnTo>
                    <a:pt x="2033139" y="2841972"/>
                  </a:lnTo>
                  <a:lnTo>
                    <a:pt x="2034850" y="2802647"/>
                  </a:lnTo>
                  <a:lnTo>
                    <a:pt x="2036562" y="2752662"/>
                  </a:lnTo>
                  <a:lnTo>
                    <a:pt x="2038273" y="2650906"/>
                  </a:lnTo>
                  <a:lnTo>
                    <a:pt x="2039984" y="2573417"/>
                  </a:lnTo>
                  <a:lnTo>
                    <a:pt x="2041696" y="2650667"/>
                  </a:lnTo>
                  <a:lnTo>
                    <a:pt x="2043407" y="2800248"/>
                  </a:lnTo>
                  <a:lnTo>
                    <a:pt x="2045119" y="2812029"/>
                  </a:lnTo>
                  <a:lnTo>
                    <a:pt x="2046830" y="2803091"/>
                  </a:lnTo>
                  <a:lnTo>
                    <a:pt x="2048541" y="2906583"/>
                  </a:lnTo>
                  <a:lnTo>
                    <a:pt x="2050253" y="2987103"/>
                  </a:lnTo>
                  <a:lnTo>
                    <a:pt x="2051964" y="2873573"/>
                  </a:lnTo>
                  <a:lnTo>
                    <a:pt x="2053676" y="2803713"/>
                  </a:lnTo>
                  <a:lnTo>
                    <a:pt x="2055387" y="2873542"/>
                  </a:lnTo>
                  <a:lnTo>
                    <a:pt x="2057098" y="2874904"/>
                  </a:lnTo>
                  <a:lnTo>
                    <a:pt x="2058810" y="2763270"/>
                  </a:lnTo>
                  <a:lnTo>
                    <a:pt x="2060521" y="2713678"/>
                  </a:lnTo>
                  <a:lnTo>
                    <a:pt x="2062233" y="2802124"/>
                  </a:lnTo>
                  <a:lnTo>
                    <a:pt x="2063944" y="2789969"/>
                  </a:lnTo>
                  <a:lnTo>
                    <a:pt x="2065655" y="2727286"/>
                  </a:lnTo>
                  <a:lnTo>
                    <a:pt x="2067367" y="2704100"/>
                  </a:lnTo>
                  <a:lnTo>
                    <a:pt x="2069078" y="2770031"/>
                  </a:lnTo>
                  <a:lnTo>
                    <a:pt x="2070790" y="2803259"/>
                  </a:lnTo>
                  <a:lnTo>
                    <a:pt x="2072501" y="2824970"/>
                  </a:lnTo>
                  <a:lnTo>
                    <a:pt x="2074212" y="2908838"/>
                  </a:lnTo>
                  <a:lnTo>
                    <a:pt x="2075924" y="2956679"/>
                  </a:lnTo>
                  <a:lnTo>
                    <a:pt x="2077635" y="3034659"/>
                  </a:lnTo>
                  <a:lnTo>
                    <a:pt x="2079347" y="3054518"/>
                  </a:lnTo>
                  <a:lnTo>
                    <a:pt x="2081058" y="3056410"/>
                  </a:lnTo>
                  <a:lnTo>
                    <a:pt x="2082769" y="3017236"/>
                  </a:lnTo>
                  <a:lnTo>
                    <a:pt x="2084481" y="2943296"/>
                  </a:lnTo>
                  <a:lnTo>
                    <a:pt x="2086192" y="2872403"/>
                  </a:lnTo>
                  <a:lnTo>
                    <a:pt x="2087904" y="2845951"/>
                  </a:lnTo>
                  <a:lnTo>
                    <a:pt x="2089615" y="2838547"/>
                  </a:lnTo>
                  <a:lnTo>
                    <a:pt x="2091326" y="2836253"/>
                  </a:lnTo>
                  <a:lnTo>
                    <a:pt x="2093038" y="2806519"/>
                  </a:lnTo>
                  <a:lnTo>
                    <a:pt x="2094749" y="2713853"/>
                  </a:lnTo>
                  <a:lnTo>
                    <a:pt x="2096461" y="2641993"/>
                  </a:lnTo>
                  <a:lnTo>
                    <a:pt x="2098172" y="2594082"/>
                  </a:lnTo>
                  <a:lnTo>
                    <a:pt x="2099883" y="2556502"/>
                  </a:lnTo>
                  <a:lnTo>
                    <a:pt x="2101595" y="2588065"/>
                  </a:lnTo>
                  <a:lnTo>
                    <a:pt x="2103306" y="2721120"/>
                  </a:lnTo>
                  <a:lnTo>
                    <a:pt x="2105018" y="2847920"/>
                  </a:lnTo>
                  <a:lnTo>
                    <a:pt x="2106729" y="2863910"/>
                  </a:lnTo>
                  <a:lnTo>
                    <a:pt x="2108440" y="2815449"/>
                  </a:lnTo>
                  <a:lnTo>
                    <a:pt x="2110152" y="2786688"/>
                  </a:lnTo>
                  <a:lnTo>
                    <a:pt x="2111863" y="2758614"/>
                  </a:lnTo>
                  <a:lnTo>
                    <a:pt x="2113574" y="2673519"/>
                  </a:lnTo>
                  <a:lnTo>
                    <a:pt x="2115286" y="2638976"/>
                  </a:lnTo>
                  <a:lnTo>
                    <a:pt x="2116997" y="2722804"/>
                  </a:lnTo>
                  <a:lnTo>
                    <a:pt x="2118709" y="2826835"/>
                  </a:lnTo>
                  <a:lnTo>
                    <a:pt x="2120420" y="2835974"/>
                  </a:lnTo>
                  <a:lnTo>
                    <a:pt x="2122131" y="2781685"/>
                  </a:lnTo>
                  <a:lnTo>
                    <a:pt x="2123843" y="2776621"/>
                  </a:lnTo>
                  <a:lnTo>
                    <a:pt x="2125554" y="2856220"/>
                  </a:lnTo>
                  <a:lnTo>
                    <a:pt x="2127266" y="2879080"/>
                  </a:lnTo>
                  <a:lnTo>
                    <a:pt x="2128977" y="2828900"/>
                  </a:lnTo>
                  <a:lnTo>
                    <a:pt x="2130688" y="2762962"/>
                  </a:lnTo>
                  <a:lnTo>
                    <a:pt x="2132400" y="2692612"/>
                  </a:lnTo>
                  <a:lnTo>
                    <a:pt x="2134111" y="2565563"/>
                  </a:lnTo>
                  <a:lnTo>
                    <a:pt x="2135823" y="2413467"/>
                  </a:lnTo>
                  <a:lnTo>
                    <a:pt x="2137534" y="2303329"/>
                  </a:lnTo>
                  <a:lnTo>
                    <a:pt x="2139245" y="2195133"/>
                  </a:lnTo>
                  <a:lnTo>
                    <a:pt x="2140957" y="2208610"/>
                  </a:lnTo>
                  <a:lnTo>
                    <a:pt x="2142668" y="2325154"/>
                  </a:lnTo>
                  <a:lnTo>
                    <a:pt x="2144380" y="2471078"/>
                  </a:lnTo>
                  <a:lnTo>
                    <a:pt x="2146091" y="2529345"/>
                  </a:lnTo>
                  <a:lnTo>
                    <a:pt x="2147802" y="2542176"/>
                  </a:lnTo>
                  <a:lnTo>
                    <a:pt x="2149514" y="2639264"/>
                  </a:lnTo>
                  <a:lnTo>
                    <a:pt x="2151225" y="2738965"/>
                  </a:lnTo>
                  <a:lnTo>
                    <a:pt x="2152937" y="2779328"/>
                  </a:lnTo>
                  <a:lnTo>
                    <a:pt x="2154648" y="2756212"/>
                  </a:lnTo>
                  <a:lnTo>
                    <a:pt x="2156359" y="2795341"/>
                  </a:lnTo>
                  <a:lnTo>
                    <a:pt x="2158071" y="2881650"/>
                  </a:lnTo>
                  <a:lnTo>
                    <a:pt x="2159782" y="2944129"/>
                  </a:lnTo>
                  <a:lnTo>
                    <a:pt x="2161494" y="2966098"/>
                  </a:lnTo>
                  <a:lnTo>
                    <a:pt x="2163205" y="2915398"/>
                  </a:lnTo>
                  <a:lnTo>
                    <a:pt x="2164916" y="2831494"/>
                  </a:lnTo>
                  <a:lnTo>
                    <a:pt x="2166628" y="2756737"/>
                  </a:lnTo>
                  <a:lnTo>
                    <a:pt x="2168339" y="2775843"/>
                  </a:lnTo>
                  <a:lnTo>
                    <a:pt x="2170051" y="2753367"/>
                  </a:lnTo>
                  <a:lnTo>
                    <a:pt x="2171762" y="2660981"/>
                  </a:lnTo>
                  <a:lnTo>
                    <a:pt x="2173473" y="2662718"/>
                  </a:lnTo>
                  <a:lnTo>
                    <a:pt x="2175185" y="2755094"/>
                  </a:lnTo>
                  <a:lnTo>
                    <a:pt x="2176896" y="2782036"/>
                  </a:lnTo>
                  <a:lnTo>
                    <a:pt x="2178608" y="2643449"/>
                  </a:lnTo>
                  <a:lnTo>
                    <a:pt x="2180319" y="2554934"/>
                  </a:lnTo>
                  <a:lnTo>
                    <a:pt x="2182030" y="2636936"/>
                  </a:lnTo>
                  <a:lnTo>
                    <a:pt x="2183742" y="2695839"/>
                  </a:lnTo>
                  <a:lnTo>
                    <a:pt x="2185453" y="2743652"/>
                  </a:lnTo>
                  <a:lnTo>
                    <a:pt x="2187165" y="2761097"/>
                  </a:lnTo>
                  <a:lnTo>
                    <a:pt x="2188876" y="2760821"/>
                  </a:lnTo>
                  <a:lnTo>
                    <a:pt x="2190587" y="2790244"/>
                  </a:lnTo>
                  <a:lnTo>
                    <a:pt x="2192299" y="2753422"/>
                  </a:lnTo>
                  <a:lnTo>
                    <a:pt x="2194010" y="2720311"/>
                  </a:lnTo>
                  <a:lnTo>
                    <a:pt x="2195722" y="2724407"/>
                  </a:lnTo>
                  <a:lnTo>
                    <a:pt x="2197433" y="2775578"/>
                  </a:lnTo>
                  <a:lnTo>
                    <a:pt x="2199144" y="2857388"/>
                  </a:lnTo>
                  <a:lnTo>
                    <a:pt x="2200856" y="2825147"/>
                  </a:lnTo>
                  <a:lnTo>
                    <a:pt x="2202567" y="2696982"/>
                  </a:lnTo>
                  <a:lnTo>
                    <a:pt x="2204279" y="2627240"/>
                  </a:lnTo>
                  <a:lnTo>
                    <a:pt x="2205990" y="2631449"/>
                  </a:lnTo>
                  <a:lnTo>
                    <a:pt x="2207701" y="2646132"/>
                  </a:lnTo>
                  <a:lnTo>
                    <a:pt x="2209413" y="2665960"/>
                  </a:lnTo>
                  <a:lnTo>
                    <a:pt x="2211124" y="2678806"/>
                  </a:lnTo>
                  <a:lnTo>
                    <a:pt x="2212836" y="2683300"/>
                  </a:lnTo>
                  <a:lnTo>
                    <a:pt x="2214547" y="2639698"/>
                  </a:lnTo>
                  <a:lnTo>
                    <a:pt x="2216258" y="2536297"/>
                  </a:lnTo>
                  <a:lnTo>
                    <a:pt x="2217970" y="2426529"/>
                  </a:lnTo>
                  <a:lnTo>
                    <a:pt x="2219681" y="2338277"/>
                  </a:lnTo>
                  <a:lnTo>
                    <a:pt x="2221392" y="2328482"/>
                  </a:lnTo>
                  <a:lnTo>
                    <a:pt x="2223104" y="2329626"/>
                  </a:lnTo>
                  <a:lnTo>
                    <a:pt x="2224815" y="2367452"/>
                  </a:lnTo>
                  <a:lnTo>
                    <a:pt x="2226527" y="2391992"/>
                  </a:lnTo>
                  <a:lnTo>
                    <a:pt x="2228238" y="2421492"/>
                  </a:lnTo>
                  <a:lnTo>
                    <a:pt x="2229949" y="2518780"/>
                  </a:lnTo>
                  <a:lnTo>
                    <a:pt x="2231661" y="2529571"/>
                  </a:lnTo>
                  <a:lnTo>
                    <a:pt x="2233372" y="2520064"/>
                  </a:lnTo>
                  <a:lnTo>
                    <a:pt x="2235084" y="2505403"/>
                  </a:lnTo>
                  <a:lnTo>
                    <a:pt x="2236795" y="2539672"/>
                  </a:lnTo>
                  <a:lnTo>
                    <a:pt x="2238506" y="2627079"/>
                  </a:lnTo>
                  <a:lnTo>
                    <a:pt x="2240218" y="2557357"/>
                  </a:lnTo>
                  <a:lnTo>
                    <a:pt x="2241929" y="2529573"/>
                  </a:lnTo>
                  <a:lnTo>
                    <a:pt x="2243641" y="2559953"/>
                  </a:lnTo>
                  <a:lnTo>
                    <a:pt x="2245352" y="2595554"/>
                  </a:lnTo>
                  <a:lnTo>
                    <a:pt x="2247063" y="2647644"/>
                  </a:lnTo>
                  <a:lnTo>
                    <a:pt x="2248775" y="2649172"/>
                  </a:lnTo>
                  <a:lnTo>
                    <a:pt x="2250486" y="2689270"/>
                  </a:lnTo>
                  <a:lnTo>
                    <a:pt x="2252198" y="2775391"/>
                  </a:lnTo>
                  <a:lnTo>
                    <a:pt x="2253909" y="2869193"/>
                  </a:lnTo>
                  <a:lnTo>
                    <a:pt x="2255620" y="2941941"/>
                  </a:lnTo>
                  <a:lnTo>
                    <a:pt x="2257332" y="2930233"/>
                  </a:lnTo>
                  <a:lnTo>
                    <a:pt x="2259043" y="2906883"/>
                  </a:lnTo>
                  <a:lnTo>
                    <a:pt x="2260755" y="2897218"/>
                  </a:lnTo>
                  <a:lnTo>
                    <a:pt x="2262466" y="2857256"/>
                  </a:lnTo>
                  <a:lnTo>
                    <a:pt x="2264177" y="2877586"/>
                  </a:lnTo>
                  <a:lnTo>
                    <a:pt x="2265889" y="2867859"/>
                  </a:lnTo>
                  <a:lnTo>
                    <a:pt x="2267600" y="2820590"/>
                  </a:lnTo>
                  <a:lnTo>
                    <a:pt x="2269312" y="2787220"/>
                  </a:lnTo>
                  <a:lnTo>
                    <a:pt x="2271023" y="2812247"/>
                  </a:lnTo>
                  <a:lnTo>
                    <a:pt x="2272734" y="2836061"/>
                  </a:lnTo>
                  <a:lnTo>
                    <a:pt x="2274446" y="2841894"/>
                  </a:lnTo>
                  <a:lnTo>
                    <a:pt x="2276157" y="2756713"/>
                  </a:lnTo>
                  <a:lnTo>
                    <a:pt x="2277869" y="2726542"/>
                  </a:lnTo>
                  <a:lnTo>
                    <a:pt x="2279580" y="2757437"/>
                  </a:lnTo>
                  <a:lnTo>
                    <a:pt x="2281291" y="2750252"/>
                  </a:lnTo>
                  <a:lnTo>
                    <a:pt x="2283003" y="2790173"/>
                  </a:lnTo>
                  <a:lnTo>
                    <a:pt x="2284714" y="2790754"/>
                  </a:lnTo>
                  <a:lnTo>
                    <a:pt x="2286426" y="2888513"/>
                  </a:lnTo>
                  <a:lnTo>
                    <a:pt x="2288137" y="2902454"/>
                  </a:lnTo>
                  <a:lnTo>
                    <a:pt x="2289848" y="2866410"/>
                  </a:lnTo>
                  <a:lnTo>
                    <a:pt x="2291560" y="2850119"/>
                  </a:lnTo>
                  <a:lnTo>
                    <a:pt x="2293271" y="2786256"/>
                  </a:lnTo>
                  <a:lnTo>
                    <a:pt x="2294983" y="2768754"/>
                  </a:lnTo>
                  <a:lnTo>
                    <a:pt x="2296694" y="2736981"/>
                  </a:lnTo>
                  <a:lnTo>
                    <a:pt x="2298405" y="2782094"/>
                  </a:lnTo>
                  <a:lnTo>
                    <a:pt x="2300117" y="2833627"/>
                  </a:lnTo>
                  <a:lnTo>
                    <a:pt x="2301828" y="2859603"/>
                  </a:lnTo>
                  <a:lnTo>
                    <a:pt x="2303540" y="2899409"/>
                  </a:lnTo>
                  <a:lnTo>
                    <a:pt x="2305251" y="2881296"/>
                  </a:lnTo>
                  <a:lnTo>
                    <a:pt x="2306962" y="2879899"/>
                  </a:lnTo>
                  <a:lnTo>
                    <a:pt x="2308674" y="2860367"/>
                  </a:lnTo>
                  <a:lnTo>
                    <a:pt x="2310385" y="2818950"/>
                  </a:lnTo>
                  <a:lnTo>
                    <a:pt x="2312097" y="2684814"/>
                  </a:lnTo>
                  <a:lnTo>
                    <a:pt x="2313808" y="2504507"/>
                  </a:lnTo>
                  <a:lnTo>
                    <a:pt x="2315519" y="2403565"/>
                  </a:lnTo>
                  <a:lnTo>
                    <a:pt x="2317231" y="2354503"/>
                  </a:lnTo>
                  <a:lnTo>
                    <a:pt x="2318942" y="2271513"/>
                  </a:lnTo>
                  <a:lnTo>
                    <a:pt x="2320653" y="2143363"/>
                  </a:lnTo>
                  <a:lnTo>
                    <a:pt x="2322365" y="2075853"/>
                  </a:lnTo>
                  <a:lnTo>
                    <a:pt x="2324076" y="2020346"/>
                  </a:lnTo>
                  <a:lnTo>
                    <a:pt x="2325788" y="1867650"/>
                  </a:lnTo>
                  <a:lnTo>
                    <a:pt x="2327499" y="1674899"/>
                  </a:lnTo>
                  <a:lnTo>
                    <a:pt x="2329210" y="1577290"/>
                  </a:lnTo>
                  <a:lnTo>
                    <a:pt x="2330922" y="1584927"/>
                  </a:lnTo>
                  <a:lnTo>
                    <a:pt x="2332633" y="1640064"/>
                  </a:lnTo>
                  <a:lnTo>
                    <a:pt x="2334345" y="1793516"/>
                  </a:lnTo>
                  <a:lnTo>
                    <a:pt x="2336056" y="1990028"/>
                  </a:lnTo>
                  <a:lnTo>
                    <a:pt x="2337767" y="2124530"/>
                  </a:lnTo>
                  <a:lnTo>
                    <a:pt x="2339479" y="2144912"/>
                  </a:lnTo>
                  <a:lnTo>
                    <a:pt x="2341190" y="1997851"/>
                  </a:lnTo>
                  <a:lnTo>
                    <a:pt x="2342902" y="1934114"/>
                  </a:lnTo>
                  <a:lnTo>
                    <a:pt x="2344613" y="1886696"/>
                  </a:lnTo>
                  <a:lnTo>
                    <a:pt x="2346324" y="1885091"/>
                  </a:lnTo>
                  <a:lnTo>
                    <a:pt x="2348036" y="1958141"/>
                  </a:lnTo>
                  <a:lnTo>
                    <a:pt x="2349747" y="2084733"/>
                  </a:lnTo>
                  <a:lnTo>
                    <a:pt x="2351459" y="2344962"/>
                  </a:lnTo>
                  <a:lnTo>
                    <a:pt x="2353170" y="2527079"/>
                  </a:lnTo>
                  <a:lnTo>
                    <a:pt x="2354881" y="2653775"/>
                  </a:lnTo>
                  <a:lnTo>
                    <a:pt x="2356593" y="2723487"/>
                  </a:lnTo>
                  <a:lnTo>
                    <a:pt x="2358304" y="2736319"/>
                  </a:lnTo>
                  <a:lnTo>
                    <a:pt x="2360016" y="2743326"/>
                  </a:lnTo>
                  <a:lnTo>
                    <a:pt x="2361727" y="2792341"/>
                  </a:lnTo>
                  <a:lnTo>
                    <a:pt x="2363438" y="2868447"/>
                  </a:lnTo>
                  <a:lnTo>
                    <a:pt x="2365150" y="2913443"/>
                  </a:lnTo>
                  <a:lnTo>
                    <a:pt x="2366861" y="2967409"/>
                  </a:lnTo>
                  <a:lnTo>
                    <a:pt x="2368573" y="3034102"/>
                  </a:lnTo>
                  <a:lnTo>
                    <a:pt x="2370284" y="3098645"/>
                  </a:lnTo>
                  <a:lnTo>
                    <a:pt x="2371995" y="3085374"/>
                  </a:lnTo>
                  <a:lnTo>
                    <a:pt x="2373707" y="3036513"/>
                  </a:lnTo>
                  <a:lnTo>
                    <a:pt x="2375418" y="2936601"/>
                  </a:lnTo>
                  <a:lnTo>
                    <a:pt x="2377130" y="2830996"/>
                  </a:lnTo>
                  <a:lnTo>
                    <a:pt x="2378841" y="2812347"/>
                  </a:lnTo>
                  <a:lnTo>
                    <a:pt x="2380552" y="2812349"/>
                  </a:lnTo>
                  <a:lnTo>
                    <a:pt x="2382264" y="2812350"/>
                  </a:lnTo>
                  <a:lnTo>
                    <a:pt x="2383975" y="2864430"/>
                  </a:lnTo>
                  <a:lnTo>
                    <a:pt x="2385687" y="3025396"/>
                  </a:lnTo>
                  <a:lnTo>
                    <a:pt x="2387398" y="3116972"/>
                  </a:lnTo>
                  <a:lnTo>
                    <a:pt x="2387398" y="3116972"/>
                  </a:lnTo>
                  <a:lnTo>
                    <a:pt x="2389109" y="3116972"/>
                  </a:lnTo>
                  <a:lnTo>
                    <a:pt x="2390821" y="3034398"/>
                  </a:lnTo>
                  <a:lnTo>
                    <a:pt x="2392532" y="2987258"/>
                  </a:lnTo>
                  <a:lnTo>
                    <a:pt x="2394244" y="2956907"/>
                  </a:lnTo>
                  <a:lnTo>
                    <a:pt x="2395955" y="2920201"/>
                  </a:lnTo>
                  <a:lnTo>
                    <a:pt x="2397666" y="2936662"/>
                  </a:lnTo>
                  <a:lnTo>
                    <a:pt x="2399378" y="2855283"/>
                  </a:lnTo>
                  <a:lnTo>
                    <a:pt x="2401089" y="2787391"/>
                  </a:lnTo>
                  <a:lnTo>
                    <a:pt x="2402801" y="2797793"/>
                  </a:lnTo>
                  <a:lnTo>
                    <a:pt x="2404512" y="2810671"/>
                  </a:lnTo>
                  <a:lnTo>
                    <a:pt x="2406223" y="2743510"/>
                  </a:lnTo>
                  <a:lnTo>
                    <a:pt x="2407935" y="2637710"/>
                  </a:lnTo>
                  <a:lnTo>
                    <a:pt x="2409646" y="2652256"/>
                  </a:lnTo>
                  <a:lnTo>
                    <a:pt x="2411358" y="2774794"/>
                  </a:lnTo>
                  <a:lnTo>
                    <a:pt x="2413069" y="2811535"/>
                  </a:lnTo>
                  <a:lnTo>
                    <a:pt x="2414780" y="2726673"/>
                  </a:lnTo>
                  <a:lnTo>
                    <a:pt x="2416492" y="2694569"/>
                  </a:lnTo>
                  <a:lnTo>
                    <a:pt x="2418203" y="2747818"/>
                  </a:lnTo>
                  <a:lnTo>
                    <a:pt x="2419915" y="2794280"/>
                  </a:lnTo>
                  <a:lnTo>
                    <a:pt x="2421626" y="2776363"/>
                  </a:lnTo>
                  <a:lnTo>
                    <a:pt x="2423337" y="2735384"/>
                  </a:lnTo>
                  <a:lnTo>
                    <a:pt x="2425049" y="2807370"/>
                  </a:lnTo>
                  <a:lnTo>
                    <a:pt x="2426760" y="2882285"/>
                  </a:lnTo>
                  <a:lnTo>
                    <a:pt x="2428471" y="2909136"/>
                  </a:lnTo>
                  <a:lnTo>
                    <a:pt x="2430183" y="2955017"/>
                  </a:lnTo>
                  <a:lnTo>
                    <a:pt x="2431894" y="2947295"/>
                  </a:lnTo>
                  <a:lnTo>
                    <a:pt x="2433606" y="2910547"/>
                  </a:lnTo>
                  <a:lnTo>
                    <a:pt x="2435317" y="2880874"/>
                  </a:lnTo>
                  <a:lnTo>
                    <a:pt x="2437028" y="2837489"/>
                  </a:lnTo>
                  <a:lnTo>
                    <a:pt x="2438740" y="2788468"/>
                  </a:lnTo>
                  <a:lnTo>
                    <a:pt x="2440451" y="2759813"/>
                  </a:lnTo>
                  <a:lnTo>
                    <a:pt x="2442163" y="2761887"/>
                  </a:lnTo>
                  <a:lnTo>
                    <a:pt x="2443874" y="2821277"/>
                  </a:lnTo>
                  <a:lnTo>
                    <a:pt x="2445585" y="2850949"/>
                  </a:lnTo>
                  <a:lnTo>
                    <a:pt x="2447297" y="2894337"/>
                  </a:lnTo>
                  <a:lnTo>
                    <a:pt x="2449008" y="2941201"/>
                  </a:lnTo>
                  <a:lnTo>
                    <a:pt x="2450720" y="2913570"/>
                  </a:lnTo>
                  <a:lnTo>
                    <a:pt x="2452431" y="2935081"/>
                  </a:lnTo>
                  <a:lnTo>
                    <a:pt x="2454142" y="2936611"/>
                  </a:lnTo>
                  <a:lnTo>
                    <a:pt x="2455854" y="2936611"/>
                  </a:lnTo>
                  <a:lnTo>
                    <a:pt x="2457565" y="2943090"/>
                  </a:lnTo>
                  <a:lnTo>
                    <a:pt x="2459277" y="2969755"/>
                  </a:lnTo>
                  <a:lnTo>
                    <a:pt x="2460988" y="2962366"/>
                  </a:lnTo>
                  <a:lnTo>
                    <a:pt x="2462699" y="2830034"/>
                  </a:lnTo>
                  <a:lnTo>
                    <a:pt x="2464411" y="2708885"/>
                  </a:lnTo>
                  <a:lnTo>
                    <a:pt x="2466122" y="2619218"/>
                  </a:lnTo>
                  <a:lnTo>
                    <a:pt x="2467834" y="2574368"/>
                  </a:lnTo>
                  <a:lnTo>
                    <a:pt x="2469545" y="2536251"/>
                  </a:lnTo>
                  <a:lnTo>
                    <a:pt x="2471256" y="2543640"/>
                  </a:lnTo>
                  <a:lnTo>
                    <a:pt x="2472968" y="2675698"/>
                  </a:lnTo>
                  <a:lnTo>
                    <a:pt x="2474679" y="2793028"/>
                  </a:lnTo>
                  <a:lnTo>
                    <a:pt x="2476391" y="2832528"/>
                  </a:lnTo>
                  <a:lnTo>
                    <a:pt x="2478102" y="2744757"/>
                  </a:lnTo>
                  <a:lnTo>
                    <a:pt x="2479813" y="2728583"/>
                  </a:lnTo>
                  <a:lnTo>
                    <a:pt x="2481525" y="2807119"/>
                  </a:lnTo>
                  <a:lnTo>
                    <a:pt x="2483236" y="2844382"/>
                  </a:lnTo>
                  <a:lnTo>
                    <a:pt x="2484948" y="2827634"/>
                  </a:lnTo>
                  <a:lnTo>
                    <a:pt x="2486659" y="2801290"/>
                  </a:lnTo>
                  <a:lnTo>
                    <a:pt x="2488370" y="2897863"/>
                  </a:lnTo>
                  <a:lnTo>
                    <a:pt x="2490082" y="2898910"/>
                  </a:lnTo>
                  <a:lnTo>
                    <a:pt x="2491793" y="2820863"/>
                  </a:lnTo>
                  <a:lnTo>
                    <a:pt x="2493505" y="2792598"/>
                  </a:lnTo>
                  <a:lnTo>
                    <a:pt x="2495216" y="2805154"/>
                  </a:lnTo>
                  <a:lnTo>
                    <a:pt x="2496927" y="2866595"/>
                  </a:lnTo>
                  <a:lnTo>
                    <a:pt x="2498639" y="2817918"/>
                  </a:lnTo>
                  <a:lnTo>
                    <a:pt x="2500350" y="2752503"/>
                  </a:lnTo>
                  <a:lnTo>
                    <a:pt x="2502062" y="2759556"/>
                  </a:lnTo>
                  <a:lnTo>
                    <a:pt x="2503773" y="2728321"/>
                  </a:lnTo>
                  <a:lnTo>
                    <a:pt x="2505484" y="2669416"/>
                  </a:lnTo>
                  <a:lnTo>
                    <a:pt x="2507196" y="2561659"/>
                  </a:lnTo>
                  <a:lnTo>
                    <a:pt x="2508907" y="2617159"/>
                  </a:lnTo>
                  <a:lnTo>
                    <a:pt x="2510619" y="2636984"/>
                  </a:lnTo>
                  <a:lnTo>
                    <a:pt x="2512330" y="2664170"/>
                  </a:lnTo>
                  <a:lnTo>
                    <a:pt x="2514041" y="2749267"/>
                  </a:lnTo>
                  <a:lnTo>
                    <a:pt x="2515753" y="2822451"/>
                  </a:lnTo>
                  <a:lnTo>
                    <a:pt x="2517464" y="2968830"/>
                  </a:lnTo>
                  <a:lnTo>
                    <a:pt x="2519176" y="2998567"/>
                  </a:lnTo>
                  <a:lnTo>
                    <a:pt x="2520887" y="3048455"/>
                  </a:lnTo>
                  <a:lnTo>
                    <a:pt x="2522598" y="2981219"/>
                  </a:lnTo>
                  <a:lnTo>
                    <a:pt x="2524310" y="2850099"/>
                  </a:lnTo>
                  <a:lnTo>
                    <a:pt x="2526021" y="2780005"/>
                  </a:lnTo>
                  <a:lnTo>
                    <a:pt x="2527733" y="2745418"/>
                  </a:lnTo>
                  <a:lnTo>
                    <a:pt x="2529444" y="2749190"/>
                  </a:lnTo>
                  <a:lnTo>
                    <a:pt x="2531155" y="2722229"/>
                  </a:lnTo>
                  <a:lnTo>
                    <a:pt x="2532867" y="2718868"/>
                  </a:lnTo>
                  <a:lnTo>
                    <a:pt x="2534578" y="2764670"/>
                  </a:lnTo>
                  <a:lnTo>
                    <a:pt x="2536289" y="2771405"/>
                  </a:lnTo>
                  <a:lnTo>
                    <a:pt x="2538001" y="2739065"/>
                  </a:lnTo>
                  <a:lnTo>
                    <a:pt x="2539712" y="2615396"/>
                  </a:lnTo>
                  <a:lnTo>
                    <a:pt x="2541424" y="2559800"/>
                  </a:lnTo>
                  <a:lnTo>
                    <a:pt x="2543135" y="2654859"/>
                  </a:lnTo>
                  <a:lnTo>
                    <a:pt x="2544846" y="2721195"/>
                  </a:lnTo>
                  <a:lnTo>
                    <a:pt x="2546558" y="2747599"/>
                  </a:lnTo>
                  <a:lnTo>
                    <a:pt x="2548269" y="2663227"/>
                  </a:lnTo>
                  <a:lnTo>
                    <a:pt x="2549981" y="2687666"/>
                  </a:lnTo>
                  <a:lnTo>
                    <a:pt x="2551692" y="2745130"/>
                  </a:lnTo>
                  <a:lnTo>
                    <a:pt x="2553403" y="2706773"/>
                  </a:lnTo>
                  <a:lnTo>
                    <a:pt x="2555115" y="2704430"/>
                  </a:lnTo>
                  <a:lnTo>
                    <a:pt x="2556826" y="2751927"/>
                  </a:lnTo>
                  <a:lnTo>
                    <a:pt x="2558538" y="2873498"/>
                  </a:lnTo>
                  <a:lnTo>
                    <a:pt x="2560249" y="2881326"/>
                  </a:lnTo>
                  <a:lnTo>
                    <a:pt x="2561960" y="2828683"/>
                  </a:lnTo>
                  <a:lnTo>
                    <a:pt x="2563672" y="2724096"/>
                  </a:lnTo>
                  <a:lnTo>
                    <a:pt x="2565383" y="2562776"/>
                  </a:lnTo>
                  <a:lnTo>
                    <a:pt x="2567095" y="2519518"/>
                  </a:lnTo>
                  <a:lnTo>
                    <a:pt x="2568806" y="2512937"/>
                  </a:lnTo>
                  <a:lnTo>
                    <a:pt x="2570517" y="2585098"/>
                  </a:lnTo>
                  <a:lnTo>
                    <a:pt x="2572229" y="2637193"/>
                  </a:lnTo>
                  <a:lnTo>
                    <a:pt x="2573940" y="2732828"/>
                  </a:lnTo>
                  <a:lnTo>
                    <a:pt x="2575652" y="2801178"/>
                  </a:lnTo>
                  <a:lnTo>
                    <a:pt x="2577363" y="2779326"/>
                  </a:lnTo>
                  <a:lnTo>
                    <a:pt x="2579074" y="2747952"/>
                  </a:lnTo>
                  <a:lnTo>
                    <a:pt x="2580786" y="2678571"/>
                  </a:lnTo>
                  <a:lnTo>
                    <a:pt x="2582497" y="2604465"/>
                  </a:lnTo>
                  <a:lnTo>
                    <a:pt x="2584209" y="2571161"/>
                  </a:lnTo>
                  <a:lnTo>
                    <a:pt x="2585920" y="2612344"/>
                  </a:lnTo>
                  <a:lnTo>
                    <a:pt x="2587631" y="2668061"/>
                  </a:lnTo>
                  <a:lnTo>
                    <a:pt x="2589343" y="2682776"/>
                  </a:lnTo>
                  <a:lnTo>
                    <a:pt x="2591054" y="2598346"/>
                  </a:lnTo>
                  <a:lnTo>
                    <a:pt x="2592766" y="2604890"/>
                  </a:lnTo>
                  <a:lnTo>
                    <a:pt x="2594477" y="2667779"/>
                  </a:lnTo>
                  <a:lnTo>
                    <a:pt x="2596188" y="2673618"/>
                  </a:lnTo>
                  <a:lnTo>
                    <a:pt x="2597900" y="2637710"/>
                  </a:lnTo>
                  <a:lnTo>
                    <a:pt x="2599611" y="2626219"/>
                  </a:lnTo>
                  <a:lnTo>
                    <a:pt x="2601323" y="2802042"/>
                  </a:lnTo>
                  <a:lnTo>
                    <a:pt x="2603034" y="2969375"/>
                  </a:lnTo>
                  <a:lnTo>
                    <a:pt x="2604745" y="2990211"/>
                  </a:lnTo>
                  <a:lnTo>
                    <a:pt x="2606457" y="2975904"/>
                  </a:lnTo>
                  <a:lnTo>
                    <a:pt x="2608168" y="2973439"/>
                  </a:lnTo>
                  <a:lnTo>
                    <a:pt x="2609880" y="2901633"/>
                  </a:lnTo>
                  <a:lnTo>
                    <a:pt x="2611591" y="2800698"/>
                  </a:lnTo>
                  <a:lnTo>
                    <a:pt x="2613302" y="2635195"/>
                  </a:lnTo>
                  <a:lnTo>
                    <a:pt x="2615014" y="2459942"/>
                  </a:lnTo>
                  <a:lnTo>
                    <a:pt x="2616725" y="2447140"/>
                  </a:lnTo>
                  <a:lnTo>
                    <a:pt x="2618437" y="2480369"/>
                  </a:lnTo>
                  <a:lnTo>
                    <a:pt x="2620148" y="2512458"/>
                  </a:lnTo>
                  <a:lnTo>
                    <a:pt x="2621859" y="2524172"/>
                  </a:lnTo>
                  <a:lnTo>
                    <a:pt x="2623571" y="2611907"/>
                  </a:lnTo>
                  <a:lnTo>
                    <a:pt x="2625282" y="2710135"/>
                  </a:lnTo>
                  <a:lnTo>
                    <a:pt x="2626994" y="2692409"/>
                  </a:lnTo>
                  <a:lnTo>
                    <a:pt x="2628705" y="2619391"/>
                  </a:lnTo>
                  <a:lnTo>
                    <a:pt x="2630416" y="2614662"/>
                  </a:lnTo>
                  <a:lnTo>
                    <a:pt x="2632128" y="2527244"/>
                  </a:lnTo>
                  <a:lnTo>
                    <a:pt x="2633839" y="2420389"/>
                  </a:lnTo>
                  <a:lnTo>
                    <a:pt x="2635550" y="2365475"/>
                  </a:lnTo>
                  <a:lnTo>
                    <a:pt x="2637262" y="2263010"/>
                  </a:lnTo>
                  <a:lnTo>
                    <a:pt x="2638973" y="2216629"/>
                  </a:lnTo>
                  <a:lnTo>
                    <a:pt x="2640685" y="2275435"/>
                  </a:lnTo>
                  <a:lnTo>
                    <a:pt x="2642396" y="2445220"/>
                  </a:lnTo>
                  <a:lnTo>
                    <a:pt x="2644107" y="2585369"/>
                  </a:lnTo>
                  <a:lnTo>
                    <a:pt x="2645819" y="2686388"/>
                  </a:lnTo>
                  <a:lnTo>
                    <a:pt x="2647530" y="2749063"/>
                  </a:lnTo>
                  <a:lnTo>
                    <a:pt x="2649242" y="2712969"/>
                  </a:lnTo>
                  <a:lnTo>
                    <a:pt x="2650953" y="2638089"/>
                  </a:lnTo>
                  <a:lnTo>
                    <a:pt x="2652664" y="2631378"/>
                  </a:lnTo>
                  <a:lnTo>
                    <a:pt x="2654376" y="2501209"/>
                  </a:lnTo>
                  <a:lnTo>
                    <a:pt x="2656087" y="2341908"/>
                  </a:lnTo>
                  <a:lnTo>
                    <a:pt x="2657799" y="2326333"/>
                  </a:lnTo>
                  <a:lnTo>
                    <a:pt x="2659510" y="2424472"/>
                  </a:lnTo>
                  <a:lnTo>
                    <a:pt x="2661221" y="2525904"/>
                  </a:lnTo>
                  <a:lnTo>
                    <a:pt x="2662933" y="2525938"/>
                  </a:lnTo>
                  <a:lnTo>
                    <a:pt x="2664644" y="2622069"/>
                  </a:lnTo>
                  <a:lnTo>
                    <a:pt x="2666356" y="2701382"/>
                  </a:lnTo>
                  <a:lnTo>
                    <a:pt x="2668067" y="2739422"/>
                  </a:lnTo>
                  <a:lnTo>
                    <a:pt x="2669778" y="2774858"/>
                  </a:lnTo>
                  <a:lnTo>
                    <a:pt x="2671490" y="2743865"/>
                  </a:lnTo>
                  <a:lnTo>
                    <a:pt x="2673201" y="2675394"/>
                  </a:lnTo>
                  <a:lnTo>
                    <a:pt x="2674913" y="2586296"/>
                  </a:lnTo>
                  <a:lnTo>
                    <a:pt x="2676624" y="2578105"/>
                  </a:lnTo>
                  <a:lnTo>
                    <a:pt x="2678335" y="2603152"/>
                  </a:lnTo>
                  <a:lnTo>
                    <a:pt x="2680047" y="2555171"/>
                  </a:lnTo>
                  <a:lnTo>
                    <a:pt x="2681758" y="2483562"/>
                  </a:lnTo>
                  <a:lnTo>
                    <a:pt x="2683470" y="2417500"/>
                  </a:lnTo>
                  <a:lnTo>
                    <a:pt x="2685181" y="2325795"/>
                  </a:lnTo>
                  <a:lnTo>
                    <a:pt x="2686892" y="2141292"/>
                  </a:lnTo>
                  <a:lnTo>
                    <a:pt x="2688604" y="1921303"/>
                  </a:lnTo>
                  <a:lnTo>
                    <a:pt x="2690315" y="1813747"/>
                  </a:lnTo>
                  <a:lnTo>
                    <a:pt x="2692027" y="1754895"/>
                  </a:lnTo>
                  <a:lnTo>
                    <a:pt x="2693738" y="1698948"/>
                  </a:lnTo>
                  <a:lnTo>
                    <a:pt x="2695449" y="1721574"/>
                  </a:lnTo>
                  <a:lnTo>
                    <a:pt x="2697161" y="1851876"/>
                  </a:lnTo>
                  <a:lnTo>
                    <a:pt x="2698872" y="2004976"/>
                  </a:lnTo>
                  <a:lnTo>
                    <a:pt x="2700584" y="2082819"/>
                  </a:lnTo>
                  <a:lnTo>
                    <a:pt x="2702295" y="2135192"/>
                  </a:lnTo>
                  <a:lnTo>
                    <a:pt x="2704006" y="2162999"/>
                  </a:lnTo>
                  <a:lnTo>
                    <a:pt x="2705718" y="2161126"/>
                  </a:lnTo>
                  <a:lnTo>
                    <a:pt x="2707429" y="2121526"/>
                  </a:lnTo>
                  <a:lnTo>
                    <a:pt x="2709141" y="2136278"/>
                  </a:lnTo>
                  <a:lnTo>
                    <a:pt x="2710852" y="2190715"/>
                  </a:lnTo>
                  <a:lnTo>
                    <a:pt x="2712563" y="2219191"/>
                  </a:lnTo>
                  <a:lnTo>
                    <a:pt x="2714275" y="2258577"/>
                  </a:lnTo>
                  <a:lnTo>
                    <a:pt x="2715986" y="2335084"/>
                  </a:lnTo>
                  <a:lnTo>
                    <a:pt x="2717698" y="2472434"/>
                  </a:lnTo>
                  <a:lnTo>
                    <a:pt x="2719409" y="2562536"/>
                  </a:lnTo>
                  <a:lnTo>
                    <a:pt x="2721120" y="2622250"/>
                  </a:lnTo>
                  <a:lnTo>
                    <a:pt x="2722832" y="2702855"/>
                  </a:lnTo>
                  <a:lnTo>
                    <a:pt x="2724543" y="2849690"/>
                  </a:lnTo>
                  <a:lnTo>
                    <a:pt x="2726255" y="2997238"/>
                  </a:lnTo>
                  <a:lnTo>
                    <a:pt x="2727966" y="3000562"/>
                  </a:lnTo>
                  <a:lnTo>
                    <a:pt x="2729677" y="2965551"/>
                  </a:lnTo>
                  <a:lnTo>
                    <a:pt x="2731389" y="2945623"/>
                  </a:lnTo>
                  <a:lnTo>
                    <a:pt x="2733100" y="2945625"/>
                  </a:lnTo>
                  <a:lnTo>
                    <a:pt x="2734812" y="2922079"/>
                  </a:lnTo>
                  <a:lnTo>
                    <a:pt x="2736523" y="2886886"/>
                  </a:lnTo>
                  <a:lnTo>
                    <a:pt x="2738234" y="2957187"/>
                  </a:lnTo>
                  <a:lnTo>
                    <a:pt x="2739946" y="3038313"/>
                  </a:lnTo>
                  <a:lnTo>
                    <a:pt x="2741657" y="3054150"/>
                  </a:lnTo>
                  <a:lnTo>
                    <a:pt x="2743368" y="2979194"/>
                  </a:lnTo>
                  <a:lnTo>
                    <a:pt x="2745080" y="2813949"/>
                  </a:lnTo>
                  <a:lnTo>
                    <a:pt x="2746791" y="2691167"/>
                  </a:lnTo>
                  <a:lnTo>
                    <a:pt x="2748503" y="2612578"/>
                  </a:lnTo>
                  <a:lnTo>
                    <a:pt x="2750214" y="2539942"/>
                  </a:lnTo>
                  <a:lnTo>
                    <a:pt x="2751925" y="2507276"/>
                  </a:lnTo>
                  <a:lnTo>
                    <a:pt x="2753637" y="2501213"/>
                  </a:lnTo>
                  <a:lnTo>
                    <a:pt x="2755348" y="2599697"/>
                  </a:lnTo>
                  <a:lnTo>
                    <a:pt x="2757060" y="2605775"/>
                  </a:lnTo>
                  <a:lnTo>
                    <a:pt x="2758771" y="2636919"/>
                  </a:lnTo>
                  <a:lnTo>
                    <a:pt x="2760482" y="2605569"/>
                  </a:lnTo>
                  <a:lnTo>
                    <a:pt x="2762194" y="2511188"/>
                  </a:lnTo>
                  <a:lnTo>
                    <a:pt x="2763905" y="2437217"/>
                  </a:lnTo>
                  <a:lnTo>
                    <a:pt x="2765617" y="2394277"/>
                  </a:lnTo>
                  <a:lnTo>
                    <a:pt x="2767328" y="2437551"/>
                  </a:lnTo>
                  <a:lnTo>
                    <a:pt x="2769039" y="2378945"/>
                  </a:lnTo>
                  <a:lnTo>
                    <a:pt x="2770751" y="2387115"/>
                  </a:lnTo>
                  <a:lnTo>
                    <a:pt x="2772462" y="2539171"/>
                  </a:lnTo>
                  <a:lnTo>
                    <a:pt x="2774174" y="2710528"/>
                  </a:lnTo>
                  <a:lnTo>
                    <a:pt x="2775885" y="2820228"/>
                  </a:lnTo>
                  <a:lnTo>
                    <a:pt x="2777596" y="2861250"/>
                  </a:lnTo>
                  <a:lnTo>
                    <a:pt x="2779308" y="2953835"/>
                  </a:lnTo>
                  <a:lnTo>
                    <a:pt x="2781019" y="3062161"/>
                  </a:lnTo>
                  <a:lnTo>
                    <a:pt x="2782731" y="3012396"/>
                  </a:lnTo>
                  <a:lnTo>
                    <a:pt x="2784442" y="2945694"/>
                  </a:lnTo>
                  <a:lnTo>
                    <a:pt x="2786153" y="2914445"/>
                  </a:lnTo>
                  <a:lnTo>
                    <a:pt x="2787865" y="2833803"/>
                  </a:lnTo>
                  <a:lnTo>
                    <a:pt x="2789576" y="2661386"/>
                  </a:lnTo>
                  <a:lnTo>
                    <a:pt x="2791288" y="2512901"/>
                  </a:lnTo>
                  <a:lnTo>
                    <a:pt x="2792999" y="2494605"/>
                  </a:lnTo>
                  <a:lnTo>
                    <a:pt x="2794710" y="2539073"/>
                  </a:lnTo>
                  <a:lnTo>
                    <a:pt x="2796422" y="2580252"/>
                  </a:lnTo>
                  <a:lnTo>
                    <a:pt x="2798133" y="2680079"/>
                  </a:lnTo>
                  <a:lnTo>
                    <a:pt x="2799845" y="2781127"/>
                  </a:lnTo>
                  <a:lnTo>
                    <a:pt x="2801556" y="2804718"/>
                  </a:lnTo>
                  <a:lnTo>
                    <a:pt x="2803267" y="2825276"/>
                  </a:lnTo>
                  <a:lnTo>
                    <a:pt x="2804979" y="2831148"/>
                  </a:lnTo>
                  <a:lnTo>
                    <a:pt x="2806690" y="2823434"/>
                  </a:lnTo>
                  <a:lnTo>
                    <a:pt x="2808402" y="2780479"/>
                  </a:lnTo>
                  <a:lnTo>
                    <a:pt x="2810113" y="2762021"/>
                  </a:lnTo>
                  <a:lnTo>
                    <a:pt x="2811824" y="2821366"/>
                  </a:lnTo>
                  <a:lnTo>
                    <a:pt x="2813536" y="2812865"/>
                  </a:lnTo>
                  <a:lnTo>
                    <a:pt x="2815247" y="2807913"/>
                  </a:lnTo>
                  <a:lnTo>
                    <a:pt x="2816959" y="2766545"/>
                  </a:lnTo>
                  <a:lnTo>
                    <a:pt x="2818670" y="2796490"/>
                  </a:lnTo>
                  <a:lnTo>
                    <a:pt x="2820381" y="2910090"/>
                  </a:lnTo>
                  <a:lnTo>
                    <a:pt x="2822093" y="2957233"/>
                  </a:lnTo>
                  <a:lnTo>
                    <a:pt x="2823804" y="2973082"/>
                  </a:lnTo>
                  <a:lnTo>
                    <a:pt x="2825516" y="2889563"/>
                  </a:lnTo>
                  <a:lnTo>
                    <a:pt x="2827227" y="2766756"/>
                  </a:lnTo>
                  <a:lnTo>
                    <a:pt x="2828938" y="2662874"/>
                  </a:lnTo>
                  <a:lnTo>
                    <a:pt x="2830650" y="2511915"/>
                  </a:lnTo>
                  <a:lnTo>
                    <a:pt x="2832361" y="2405373"/>
                  </a:lnTo>
                  <a:lnTo>
                    <a:pt x="2834073" y="2368652"/>
                  </a:lnTo>
                  <a:lnTo>
                    <a:pt x="2835784" y="2376777"/>
                  </a:lnTo>
                  <a:lnTo>
                    <a:pt x="2837495" y="2345252"/>
                  </a:lnTo>
                  <a:lnTo>
                    <a:pt x="2839207" y="2221191"/>
                  </a:lnTo>
                  <a:lnTo>
                    <a:pt x="2840918" y="2220583"/>
                  </a:lnTo>
                  <a:lnTo>
                    <a:pt x="2842630" y="2213774"/>
                  </a:lnTo>
                  <a:lnTo>
                    <a:pt x="2844341" y="2068505"/>
                  </a:lnTo>
                  <a:lnTo>
                    <a:pt x="2846052" y="1952970"/>
                  </a:lnTo>
                  <a:lnTo>
                    <a:pt x="2847764" y="2002993"/>
                  </a:lnTo>
                  <a:lnTo>
                    <a:pt x="2849475" y="2144530"/>
                  </a:lnTo>
                  <a:lnTo>
                    <a:pt x="2851186" y="2166740"/>
                  </a:lnTo>
                  <a:lnTo>
                    <a:pt x="2852898" y="2152745"/>
                  </a:lnTo>
                  <a:lnTo>
                    <a:pt x="2854609" y="2274888"/>
                  </a:lnTo>
                  <a:lnTo>
                    <a:pt x="2856321" y="2416385"/>
                  </a:lnTo>
                  <a:lnTo>
                    <a:pt x="2858032" y="2493678"/>
                  </a:lnTo>
                  <a:lnTo>
                    <a:pt x="2859743" y="2490969"/>
                  </a:lnTo>
                  <a:lnTo>
                    <a:pt x="2861455" y="2527476"/>
                  </a:lnTo>
                  <a:lnTo>
                    <a:pt x="2863166" y="2541491"/>
                  </a:lnTo>
                  <a:lnTo>
                    <a:pt x="2864878" y="2449658"/>
                  </a:lnTo>
                  <a:lnTo>
                    <a:pt x="2866589" y="2246127"/>
                  </a:lnTo>
                  <a:lnTo>
                    <a:pt x="2868300" y="2066879"/>
                  </a:lnTo>
                  <a:lnTo>
                    <a:pt x="2870012" y="2020278"/>
                  </a:lnTo>
                  <a:lnTo>
                    <a:pt x="2871723" y="1941694"/>
                  </a:lnTo>
                  <a:lnTo>
                    <a:pt x="2873435" y="1839112"/>
                  </a:lnTo>
                  <a:lnTo>
                    <a:pt x="2875146" y="1731451"/>
                  </a:lnTo>
                  <a:lnTo>
                    <a:pt x="2876857" y="1719225"/>
                  </a:lnTo>
                  <a:lnTo>
                    <a:pt x="2878569" y="1774469"/>
                  </a:lnTo>
                  <a:lnTo>
                    <a:pt x="2880280" y="1792952"/>
                  </a:lnTo>
                  <a:lnTo>
                    <a:pt x="2881992" y="1780217"/>
                  </a:lnTo>
                  <a:lnTo>
                    <a:pt x="2883703" y="1927180"/>
                  </a:lnTo>
                  <a:lnTo>
                    <a:pt x="2885414" y="2086101"/>
                  </a:lnTo>
                  <a:lnTo>
                    <a:pt x="2887126" y="2262382"/>
                  </a:lnTo>
                  <a:lnTo>
                    <a:pt x="2888837" y="2347882"/>
                  </a:lnTo>
                  <a:lnTo>
                    <a:pt x="2890549" y="2328025"/>
                  </a:lnTo>
                  <a:lnTo>
                    <a:pt x="2892260" y="2298140"/>
                  </a:lnTo>
                  <a:lnTo>
                    <a:pt x="2893971" y="2155031"/>
                  </a:lnTo>
                  <a:lnTo>
                    <a:pt x="2895683" y="2050767"/>
                  </a:lnTo>
                  <a:lnTo>
                    <a:pt x="2897394" y="1980676"/>
                  </a:lnTo>
                  <a:lnTo>
                    <a:pt x="2899106" y="1945786"/>
                  </a:lnTo>
                  <a:lnTo>
                    <a:pt x="2900817" y="1968714"/>
                  </a:lnTo>
                  <a:lnTo>
                    <a:pt x="2902528" y="1885446"/>
                  </a:lnTo>
                  <a:lnTo>
                    <a:pt x="2904240" y="1857197"/>
                  </a:lnTo>
                  <a:lnTo>
                    <a:pt x="2905951" y="1881142"/>
                  </a:lnTo>
                  <a:lnTo>
                    <a:pt x="2907663" y="1871476"/>
                  </a:lnTo>
                  <a:lnTo>
                    <a:pt x="2909374" y="1840540"/>
                  </a:lnTo>
                  <a:lnTo>
                    <a:pt x="2911085" y="1739302"/>
                  </a:lnTo>
                  <a:lnTo>
                    <a:pt x="2912797" y="1781643"/>
                  </a:lnTo>
                  <a:lnTo>
                    <a:pt x="2914508" y="1864770"/>
                  </a:lnTo>
                  <a:lnTo>
                    <a:pt x="2916220" y="2023539"/>
                  </a:lnTo>
                  <a:lnTo>
                    <a:pt x="2917931" y="2095824"/>
                  </a:lnTo>
                  <a:lnTo>
                    <a:pt x="2919642" y="2085245"/>
                  </a:lnTo>
                  <a:lnTo>
                    <a:pt x="2921354" y="2177553"/>
                  </a:lnTo>
                  <a:lnTo>
                    <a:pt x="2923065" y="2380514"/>
                  </a:lnTo>
                  <a:lnTo>
                    <a:pt x="2924777" y="2409421"/>
                  </a:lnTo>
                  <a:lnTo>
                    <a:pt x="2926488" y="2178057"/>
                  </a:lnTo>
                  <a:lnTo>
                    <a:pt x="2928199" y="2034635"/>
                  </a:lnTo>
                  <a:lnTo>
                    <a:pt x="2929911" y="2055432"/>
                  </a:lnTo>
                  <a:lnTo>
                    <a:pt x="2931622" y="2015729"/>
                  </a:lnTo>
                  <a:lnTo>
                    <a:pt x="2933334" y="1770239"/>
                  </a:lnTo>
                  <a:lnTo>
                    <a:pt x="2935045" y="1652762"/>
                  </a:lnTo>
                  <a:lnTo>
                    <a:pt x="2936756" y="1734979"/>
                  </a:lnTo>
                  <a:lnTo>
                    <a:pt x="2938468" y="1728028"/>
                  </a:lnTo>
                  <a:lnTo>
                    <a:pt x="2940179" y="1579658"/>
                  </a:lnTo>
                  <a:lnTo>
                    <a:pt x="2941891" y="1420261"/>
                  </a:lnTo>
                  <a:lnTo>
                    <a:pt x="2943602" y="1484263"/>
                  </a:lnTo>
                  <a:lnTo>
                    <a:pt x="2945313" y="1654136"/>
                  </a:lnTo>
                  <a:lnTo>
                    <a:pt x="2947025" y="1792149"/>
                  </a:lnTo>
                  <a:lnTo>
                    <a:pt x="2948736" y="1931232"/>
                  </a:lnTo>
                  <a:lnTo>
                    <a:pt x="2950448" y="2059703"/>
                  </a:lnTo>
                  <a:lnTo>
                    <a:pt x="2952159" y="2288286"/>
                  </a:lnTo>
                  <a:lnTo>
                    <a:pt x="2953870" y="2374613"/>
                  </a:lnTo>
                  <a:lnTo>
                    <a:pt x="2955582" y="2230996"/>
                  </a:lnTo>
                  <a:lnTo>
                    <a:pt x="2957293" y="2172405"/>
                  </a:lnTo>
                  <a:lnTo>
                    <a:pt x="2959004" y="2151924"/>
                  </a:lnTo>
                  <a:lnTo>
                    <a:pt x="2960716" y="2136171"/>
                  </a:lnTo>
                  <a:lnTo>
                    <a:pt x="2962427" y="2175258"/>
                  </a:lnTo>
                  <a:lnTo>
                    <a:pt x="2964139" y="2261777"/>
                  </a:lnTo>
                  <a:lnTo>
                    <a:pt x="2965850" y="2361981"/>
                  </a:lnTo>
                  <a:lnTo>
                    <a:pt x="2967561" y="2277600"/>
                  </a:lnTo>
                  <a:lnTo>
                    <a:pt x="2969273" y="2198068"/>
                  </a:lnTo>
                  <a:lnTo>
                    <a:pt x="2970984" y="2227681"/>
                  </a:lnTo>
                  <a:lnTo>
                    <a:pt x="2972696" y="2140177"/>
                  </a:lnTo>
                  <a:lnTo>
                    <a:pt x="2974407" y="1928149"/>
                  </a:lnTo>
                  <a:lnTo>
                    <a:pt x="2976118" y="1757406"/>
                  </a:lnTo>
                  <a:lnTo>
                    <a:pt x="2977830" y="1721559"/>
                  </a:lnTo>
                  <a:lnTo>
                    <a:pt x="2979541" y="1673747"/>
                  </a:lnTo>
                  <a:lnTo>
                    <a:pt x="2981253" y="1536317"/>
                  </a:lnTo>
                  <a:lnTo>
                    <a:pt x="2982964" y="1462631"/>
                  </a:lnTo>
                  <a:lnTo>
                    <a:pt x="2984675" y="1546881"/>
                  </a:lnTo>
                  <a:lnTo>
                    <a:pt x="2986387" y="1697515"/>
                  </a:lnTo>
                  <a:lnTo>
                    <a:pt x="2988098" y="1770047"/>
                  </a:lnTo>
                  <a:lnTo>
                    <a:pt x="2989810" y="1780902"/>
                  </a:lnTo>
                  <a:lnTo>
                    <a:pt x="2991521" y="1771246"/>
                  </a:lnTo>
                  <a:lnTo>
                    <a:pt x="2993232" y="1669392"/>
                  </a:lnTo>
                  <a:lnTo>
                    <a:pt x="2994944" y="1540001"/>
                  </a:lnTo>
                  <a:lnTo>
                    <a:pt x="2996655" y="1472164"/>
                  </a:lnTo>
                  <a:lnTo>
                    <a:pt x="2998367" y="1592889"/>
                  </a:lnTo>
                  <a:lnTo>
                    <a:pt x="3000078" y="1631836"/>
                  </a:lnTo>
                  <a:lnTo>
                    <a:pt x="3001789" y="1645451"/>
                  </a:lnTo>
                  <a:lnTo>
                    <a:pt x="3003501" y="1761891"/>
                  </a:lnTo>
                  <a:lnTo>
                    <a:pt x="3005212" y="1885733"/>
                  </a:lnTo>
                  <a:lnTo>
                    <a:pt x="3006924" y="1808769"/>
                  </a:lnTo>
                  <a:lnTo>
                    <a:pt x="3008635" y="1477830"/>
                  </a:lnTo>
                  <a:lnTo>
                    <a:pt x="3010346" y="1321859"/>
                  </a:lnTo>
                  <a:lnTo>
                    <a:pt x="3012058" y="1250951"/>
                  </a:lnTo>
                  <a:lnTo>
                    <a:pt x="3013769" y="1193728"/>
                  </a:lnTo>
                  <a:lnTo>
                    <a:pt x="3015481" y="1080609"/>
                  </a:lnTo>
                  <a:lnTo>
                    <a:pt x="3017192" y="1044681"/>
                  </a:lnTo>
                  <a:lnTo>
                    <a:pt x="3018903" y="1206166"/>
                  </a:lnTo>
                  <a:lnTo>
                    <a:pt x="3020615" y="1475092"/>
                  </a:lnTo>
                  <a:lnTo>
                    <a:pt x="3022326" y="1791561"/>
                  </a:lnTo>
                  <a:lnTo>
                    <a:pt x="3024038" y="1919842"/>
                  </a:lnTo>
                  <a:lnTo>
                    <a:pt x="3025749" y="1947335"/>
                  </a:lnTo>
                  <a:lnTo>
                    <a:pt x="3027460" y="1993993"/>
                  </a:lnTo>
                  <a:lnTo>
                    <a:pt x="3029172" y="1941848"/>
                  </a:lnTo>
                  <a:lnTo>
                    <a:pt x="3030883" y="1743789"/>
                  </a:lnTo>
                  <a:lnTo>
                    <a:pt x="3032595" y="1531904"/>
                  </a:lnTo>
                  <a:lnTo>
                    <a:pt x="3034306" y="1416415"/>
                  </a:lnTo>
                  <a:lnTo>
                    <a:pt x="3036017" y="1441633"/>
                  </a:lnTo>
                  <a:lnTo>
                    <a:pt x="3037729" y="1491275"/>
                  </a:lnTo>
                  <a:lnTo>
                    <a:pt x="3039440" y="1622788"/>
                  </a:lnTo>
                  <a:lnTo>
                    <a:pt x="3041152" y="1739163"/>
                  </a:lnTo>
                  <a:lnTo>
                    <a:pt x="3042863" y="1802377"/>
                  </a:lnTo>
                  <a:lnTo>
                    <a:pt x="3044574" y="1859262"/>
                  </a:lnTo>
                  <a:lnTo>
                    <a:pt x="3046286" y="1937558"/>
                  </a:lnTo>
                  <a:lnTo>
                    <a:pt x="3047997" y="2046111"/>
                  </a:lnTo>
                  <a:lnTo>
                    <a:pt x="3049709" y="2020862"/>
                  </a:lnTo>
                  <a:lnTo>
                    <a:pt x="3051420" y="1997522"/>
                  </a:lnTo>
                  <a:lnTo>
                    <a:pt x="3053131" y="1965510"/>
                  </a:lnTo>
                  <a:lnTo>
                    <a:pt x="3054843" y="1986257"/>
                  </a:lnTo>
                  <a:lnTo>
                    <a:pt x="3056554" y="1979277"/>
                  </a:lnTo>
                  <a:lnTo>
                    <a:pt x="3058265" y="1884171"/>
                  </a:lnTo>
                  <a:lnTo>
                    <a:pt x="3059977" y="1827651"/>
                  </a:lnTo>
                  <a:lnTo>
                    <a:pt x="3061688" y="1829695"/>
                  </a:lnTo>
                  <a:lnTo>
                    <a:pt x="3063400" y="1867442"/>
                  </a:lnTo>
                  <a:lnTo>
                    <a:pt x="3065111" y="1828140"/>
                  </a:lnTo>
                  <a:lnTo>
                    <a:pt x="3066822" y="1751747"/>
                  </a:lnTo>
                  <a:lnTo>
                    <a:pt x="3068534" y="1758649"/>
                  </a:lnTo>
                  <a:lnTo>
                    <a:pt x="3070245" y="1797612"/>
                  </a:lnTo>
                  <a:lnTo>
                    <a:pt x="3071957" y="1880076"/>
                  </a:lnTo>
                  <a:lnTo>
                    <a:pt x="3073668" y="1952286"/>
                  </a:lnTo>
                  <a:lnTo>
                    <a:pt x="3075379" y="1932753"/>
                  </a:lnTo>
                  <a:lnTo>
                    <a:pt x="3077091" y="1849606"/>
                  </a:lnTo>
                  <a:lnTo>
                    <a:pt x="3078802" y="1797830"/>
                  </a:lnTo>
                  <a:lnTo>
                    <a:pt x="3080514" y="1768981"/>
                  </a:lnTo>
                  <a:lnTo>
                    <a:pt x="3082225" y="1644726"/>
                  </a:lnTo>
                  <a:lnTo>
                    <a:pt x="3083936" y="1582207"/>
                  </a:lnTo>
                  <a:lnTo>
                    <a:pt x="3085648" y="1740547"/>
                  </a:lnTo>
                  <a:lnTo>
                    <a:pt x="3087359" y="2001934"/>
                  </a:lnTo>
                  <a:lnTo>
                    <a:pt x="3089071" y="2228262"/>
                  </a:lnTo>
                  <a:lnTo>
                    <a:pt x="3090782" y="2304525"/>
                  </a:lnTo>
                  <a:lnTo>
                    <a:pt x="3092493" y="2389448"/>
                  </a:lnTo>
                  <a:lnTo>
                    <a:pt x="3094205" y="2403136"/>
                  </a:lnTo>
                  <a:lnTo>
                    <a:pt x="3095916" y="2324885"/>
                  </a:lnTo>
                  <a:lnTo>
                    <a:pt x="3097628" y="2251819"/>
                  </a:lnTo>
                  <a:lnTo>
                    <a:pt x="3099339" y="2203649"/>
                  </a:lnTo>
                  <a:lnTo>
                    <a:pt x="3101050" y="2264657"/>
                  </a:lnTo>
                  <a:lnTo>
                    <a:pt x="3102762" y="2385228"/>
                  </a:lnTo>
                  <a:lnTo>
                    <a:pt x="3104473" y="2410683"/>
                  </a:lnTo>
                  <a:lnTo>
                    <a:pt x="3106185" y="2384844"/>
                  </a:lnTo>
                  <a:lnTo>
                    <a:pt x="3107896" y="2335304"/>
                  </a:lnTo>
                  <a:lnTo>
                    <a:pt x="3109607" y="2182145"/>
                  </a:lnTo>
                  <a:lnTo>
                    <a:pt x="3111319" y="1989098"/>
                  </a:lnTo>
                  <a:lnTo>
                    <a:pt x="3113030" y="1793527"/>
                  </a:lnTo>
                  <a:lnTo>
                    <a:pt x="3114742" y="1747996"/>
                  </a:lnTo>
                  <a:lnTo>
                    <a:pt x="3116453" y="1767951"/>
                  </a:lnTo>
                  <a:lnTo>
                    <a:pt x="3118164" y="1882326"/>
                  </a:lnTo>
                  <a:lnTo>
                    <a:pt x="3119876" y="2070453"/>
                  </a:lnTo>
                  <a:lnTo>
                    <a:pt x="3121587" y="2276827"/>
                  </a:lnTo>
                  <a:lnTo>
                    <a:pt x="3123299" y="2390872"/>
                  </a:lnTo>
                  <a:lnTo>
                    <a:pt x="3125010" y="2512556"/>
                  </a:lnTo>
                  <a:lnTo>
                    <a:pt x="3126721" y="2617282"/>
                  </a:lnTo>
                  <a:lnTo>
                    <a:pt x="3128433" y="2614532"/>
                  </a:lnTo>
                  <a:lnTo>
                    <a:pt x="3130144" y="2604324"/>
                  </a:lnTo>
                  <a:lnTo>
                    <a:pt x="3131856" y="2581286"/>
                  </a:lnTo>
                  <a:lnTo>
                    <a:pt x="3133567" y="2570902"/>
                  </a:lnTo>
                  <a:lnTo>
                    <a:pt x="3135278" y="2479237"/>
                  </a:lnTo>
                  <a:lnTo>
                    <a:pt x="3136990" y="2351574"/>
                  </a:lnTo>
                  <a:lnTo>
                    <a:pt x="3138701" y="2254586"/>
                  </a:lnTo>
                  <a:lnTo>
                    <a:pt x="3140413" y="2141680"/>
                  </a:lnTo>
                  <a:lnTo>
                    <a:pt x="3142124" y="2050083"/>
                  </a:lnTo>
                  <a:lnTo>
                    <a:pt x="3143835" y="2023079"/>
                  </a:lnTo>
                  <a:lnTo>
                    <a:pt x="3145547" y="2046725"/>
                  </a:lnTo>
                  <a:lnTo>
                    <a:pt x="3147258" y="2099034"/>
                  </a:lnTo>
                  <a:lnTo>
                    <a:pt x="3148970" y="2055820"/>
                  </a:lnTo>
                  <a:lnTo>
                    <a:pt x="3150681" y="1997339"/>
                  </a:lnTo>
                  <a:lnTo>
                    <a:pt x="3152392" y="2065608"/>
                  </a:lnTo>
                  <a:lnTo>
                    <a:pt x="3154104" y="2126262"/>
                  </a:lnTo>
                  <a:lnTo>
                    <a:pt x="3155815" y="2206875"/>
                  </a:lnTo>
                  <a:lnTo>
                    <a:pt x="3157527" y="2309035"/>
                  </a:lnTo>
                  <a:lnTo>
                    <a:pt x="3159238" y="2517858"/>
                  </a:lnTo>
                  <a:lnTo>
                    <a:pt x="3160949" y="2729229"/>
                  </a:lnTo>
                  <a:lnTo>
                    <a:pt x="3162661" y="2741194"/>
                  </a:lnTo>
                  <a:lnTo>
                    <a:pt x="3164372" y="2756285"/>
                  </a:lnTo>
                  <a:lnTo>
                    <a:pt x="3166083" y="2831521"/>
                  </a:lnTo>
                  <a:lnTo>
                    <a:pt x="3167795" y="2919768"/>
                  </a:lnTo>
                  <a:lnTo>
                    <a:pt x="3169506" y="2974056"/>
                  </a:lnTo>
                  <a:lnTo>
                    <a:pt x="3171218" y="2920343"/>
                  </a:lnTo>
                  <a:lnTo>
                    <a:pt x="3172929" y="2796522"/>
                  </a:lnTo>
                  <a:lnTo>
                    <a:pt x="3174640" y="2623850"/>
                  </a:lnTo>
                  <a:lnTo>
                    <a:pt x="3176352" y="2495009"/>
                  </a:lnTo>
                  <a:lnTo>
                    <a:pt x="3178063" y="2398089"/>
                  </a:lnTo>
                  <a:lnTo>
                    <a:pt x="3179775" y="2238220"/>
                  </a:lnTo>
                  <a:lnTo>
                    <a:pt x="3181486" y="2206007"/>
                  </a:lnTo>
                  <a:lnTo>
                    <a:pt x="3183197" y="2274189"/>
                  </a:lnTo>
                  <a:lnTo>
                    <a:pt x="3184909" y="2409836"/>
                  </a:lnTo>
                  <a:lnTo>
                    <a:pt x="3186620" y="2475531"/>
                  </a:lnTo>
                  <a:lnTo>
                    <a:pt x="3188332" y="2507518"/>
                  </a:lnTo>
                  <a:lnTo>
                    <a:pt x="3190043" y="2489534"/>
                  </a:lnTo>
                  <a:lnTo>
                    <a:pt x="3191754" y="2408154"/>
                  </a:lnTo>
                  <a:lnTo>
                    <a:pt x="3193466" y="2301317"/>
                  </a:lnTo>
                  <a:lnTo>
                    <a:pt x="3195177" y="2187455"/>
                  </a:lnTo>
                  <a:lnTo>
                    <a:pt x="3196889" y="2093325"/>
                  </a:lnTo>
                  <a:lnTo>
                    <a:pt x="3198600" y="2047824"/>
                  </a:lnTo>
                  <a:lnTo>
                    <a:pt x="3200311" y="2034167"/>
                  </a:lnTo>
                  <a:lnTo>
                    <a:pt x="3202023" y="2076801"/>
                  </a:lnTo>
                  <a:lnTo>
                    <a:pt x="3203734" y="2247944"/>
                  </a:lnTo>
                  <a:lnTo>
                    <a:pt x="3205446" y="2391085"/>
                  </a:lnTo>
                  <a:lnTo>
                    <a:pt x="3207157" y="2496401"/>
                  </a:lnTo>
                  <a:lnTo>
                    <a:pt x="3208868" y="2496384"/>
                  </a:lnTo>
                  <a:lnTo>
                    <a:pt x="3210580" y="2436094"/>
                  </a:lnTo>
                  <a:lnTo>
                    <a:pt x="3212291" y="2400969"/>
                  </a:lnTo>
                  <a:lnTo>
                    <a:pt x="3214003" y="2448204"/>
                  </a:lnTo>
                  <a:lnTo>
                    <a:pt x="3215714" y="2491982"/>
                  </a:lnTo>
                  <a:lnTo>
                    <a:pt x="3217425" y="2472202"/>
                  </a:lnTo>
                  <a:lnTo>
                    <a:pt x="3219137" y="2475969"/>
                  </a:lnTo>
                  <a:lnTo>
                    <a:pt x="3220848" y="2675764"/>
                  </a:lnTo>
                  <a:lnTo>
                    <a:pt x="3222560" y="2786309"/>
                  </a:lnTo>
                  <a:lnTo>
                    <a:pt x="3224271" y="2756611"/>
                  </a:lnTo>
                  <a:lnTo>
                    <a:pt x="3225982" y="2730194"/>
                  </a:lnTo>
                  <a:lnTo>
                    <a:pt x="3227694" y="2719332"/>
                  </a:lnTo>
                  <a:lnTo>
                    <a:pt x="3229405" y="2663418"/>
                  </a:lnTo>
                  <a:lnTo>
                    <a:pt x="3231117" y="2623980"/>
                  </a:lnTo>
                  <a:lnTo>
                    <a:pt x="3232828" y="2669219"/>
                  </a:lnTo>
                  <a:lnTo>
                    <a:pt x="3234539" y="2663339"/>
                  </a:lnTo>
                  <a:lnTo>
                    <a:pt x="3236251" y="2632049"/>
                  </a:lnTo>
                  <a:lnTo>
                    <a:pt x="3237962" y="2563728"/>
                  </a:lnTo>
                  <a:lnTo>
                    <a:pt x="3239674" y="2596223"/>
                  </a:lnTo>
                  <a:lnTo>
                    <a:pt x="3241385" y="2616290"/>
                  </a:lnTo>
                  <a:lnTo>
                    <a:pt x="3243096" y="2538940"/>
                  </a:lnTo>
                  <a:lnTo>
                    <a:pt x="3244808" y="2510298"/>
                  </a:lnTo>
                  <a:lnTo>
                    <a:pt x="3246519" y="2495046"/>
                  </a:lnTo>
                  <a:lnTo>
                    <a:pt x="3248231" y="2553045"/>
                  </a:lnTo>
                  <a:lnTo>
                    <a:pt x="3249942" y="2529974"/>
                  </a:lnTo>
                  <a:lnTo>
                    <a:pt x="3251653" y="2442070"/>
                  </a:lnTo>
                  <a:lnTo>
                    <a:pt x="3253365" y="2408616"/>
                  </a:lnTo>
                  <a:lnTo>
                    <a:pt x="3255076" y="2387660"/>
                  </a:lnTo>
                  <a:lnTo>
                    <a:pt x="3256788" y="2415178"/>
                  </a:lnTo>
                  <a:lnTo>
                    <a:pt x="3258499" y="2354886"/>
                  </a:lnTo>
                  <a:lnTo>
                    <a:pt x="3260210" y="2352245"/>
                  </a:lnTo>
                  <a:lnTo>
                    <a:pt x="3261922" y="2378042"/>
                  </a:lnTo>
                  <a:lnTo>
                    <a:pt x="3263633" y="2376470"/>
                  </a:lnTo>
                  <a:lnTo>
                    <a:pt x="3265345" y="2388160"/>
                  </a:lnTo>
                  <a:lnTo>
                    <a:pt x="3267056" y="2423123"/>
                  </a:lnTo>
                  <a:lnTo>
                    <a:pt x="3268767" y="2554489"/>
                  </a:lnTo>
                  <a:lnTo>
                    <a:pt x="3270479" y="2702041"/>
                  </a:lnTo>
                  <a:lnTo>
                    <a:pt x="3272190" y="2774871"/>
                  </a:lnTo>
                  <a:lnTo>
                    <a:pt x="3273901" y="2932767"/>
                  </a:lnTo>
                  <a:lnTo>
                    <a:pt x="3275613" y="3061047"/>
                  </a:lnTo>
                  <a:lnTo>
                    <a:pt x="3277324" y="3115632"/>
                  </a:lnTo>
                  <a:lnTo>
                    <a:pt x="3279036" y="3116972"/>
                  </a:lnTo>
                  <a:lnTo>
                    <a:pt x="3279036" y="3116972"/>
                  </a:lnTo>
                  <a:lnTo>
                    <a:pt x="3280747" y="3046202"/>
                  </a:lnTo>
                  <a:lnTo>
                    <a:pt x="3282458" y="2897241"/>
                  </a:lnTo>
                  <a:lnTo>
                    <a:pt x="3284170" y="2650405"/>
                  </a:lnTo>
                  <a:lnTo>
                    <a:pt x="3285881" y="2491126"/>
                  </a:lnTo>
                  <a:lnTo>
                    <a:pt x="3287593" y="2417210"/>
                  </a:lnTo>
                  <a:lnTo>
                    <a:pt x="3289304" y="2323092"/>
                  </a:lnTo>
                  <a:lnTo>
                    <a:pt x="3291015" y="2211875"/>
                  </a:lnTo>
                  <a:lnTo>
                    <a:pt x="3292727" y="2256555"/>
                  </a:lnTo>
                  <a:lnTo>
                    <a:pt x="3294438" y="2375921"/>
                  </a:lnTo>
                  <a:lnTo>
                    <a:pt x="3296150" y="2426612"/>
                  </a:lnTo>
                  <a:lnTo>
                    <a:pt x="3297861" y="2367519"/>
                  </a:lnTo>
                  <a:lnTo>
                    <a:pt x="3299572" y="2200806"/>
                  </a:lnTo>
                  <a:lnTo>
                    <a:pt x="3301284" y="2114066"/>
                  </a:lnTo>
                  <a:lnTo>
                    <a:pt x="3302995" y="2003999"/>
                  </a:lnTo>
                  <a:lnTo>
                    <a:pt x="3304707" y="1921143"/>
                  </a:lnTo>
                  <a:lnTo>
                    <a:pt x="3306418" y="1884924"/>
                  </a:lnTo>
                  <a:lnTo>
                    <a:pt x="3308129" y="1951686"/>
                  </a:lnTo>
                  <a:lnTo>
                    <a:pt x="3309841" y="2082691"/>
                  </a:lnTo>
                  <a:lnTo>
                    <a:pt x="3311552" y="2097927"/>
                  </a:lnTo>
                  <a:lnTo>
                    <a:pt x="3313264" y="2190752"/>
                  </a:lnTo>
                  <a:lnTo>
                    <a:pt x="3314975" y="2282452"/>
                  </a:lnTo>
                  <a:lnTo>
                    <a:pt x="3316686" y="2224476"/>
                  </a:lnTo>
                  <a:lnTo>
                    <a:pt x="3318398" y="2152201"/>
                  </a:lnTo>
                  <a:lnTo>
                    <a:pt x="3320109" y="2133381"/>
                  </a:lnTo>
                  <a:lnTo>
                    <a:pt x="3321821" y="2190804"/>
                  </a:lnTo>
                  <a:lnTo>
                    <a:pt x="3323532" y="2189712"/>
                  </a:lnTo>
                  <a:lnTo>
                    <a:pt x="3325243" y="2139905"/>
                  </a:lnTo>
                  <a:lnTo>
                    <a:pt x="3326955" y="2115359"/>
                  </a:lnTo>
                  <a:lnTo>
                    <a:pt x="3328666" y="2108446"/>
                  </a:lnTo>
                  <a:lnTo>
                    <a:pt x="3330378" y="2179598"/>
                  </a:lnTo>
                  <a:lnTo>
                    <a:pt x="3332089" y="2228169"/>
                  </a:lnTo>
                  <a:lnTo>
                    <a:pt x="3333800" y="2258284"/>
                  </a:lnTo>
                  <a:lnTo>
                    <a:pt x="3335512" y="2302784"/>
                  </a:lnTo>
                  <a:lnTo>
                    <a:pt x="3337223" y="2384630"/>
                  </a:lnTo>
                  <a:lnTo>
                    <a:pt x="3338935" y="2442640"/>
                  </a:lnTo>
                  <a:lnTo>
                    <a:pt x="3340646" y="2472295"/>
                  </a:lnTo>
                  <a:lnTo>
                    <a:pt x="3342357" y="2536264"/>
                  </a:lnTo>
                  <a:lnTo>
                    <a:pt x="3344069" y="2552956"/>
                  </a:lnTo>
                  <a:lnTo>
                    <a:pt x="3345780" y="2501822"/>
                  </a:lnTo>
                  <a:lnTo>
                    <a:pt x="3347492" y="2504962"/>
                  </a:lnTo>
                  <a:lnTo>
                    <a:pt x="3349203" y="2430957"/>
                  </a:lnTo>
                  <a:lnTo>
                    <a:pt x="3350914" y="2446137"/>
                  </a:lnTo>
                  <a:lnTo>
                    <a:pt x="3352626" y="2498141"/>
                  </a:lnTo>
                  <a:lnTo>
                    <a:pt x="3354337" y="2628605"/>
                  </a:lnTo>
                  <a:lnTo>
                    <a:pt x="3356049" y="2804065"/>
                  </a:lnTo>
                  <a:lnTo>
                    <a:pt x="3357760" y="2919163"/>
                  </a:lnTo>
                  <a:lnTo>
                    <a:pt x="3359471" y="3066460"/>
                  </a:lnTo>
                  <a:lnTo>
                    <a:pt x="3361183" y="3049350"/>
                  </a:lnTo>
                  <a:lnTo>
                    <a:pt x="3362894" y="3023158"/>
                  </a:lnTo>
                  <a:lnTo>
                    <a:pt x="3364606" y="2959918"/>
                  </a:lnTo>
                  <a:lnTo>
                    <a:pt x="3366317" y="2877100"/>
                  </a:lnTo>
                  <a:lnTo>
                    <a:pt x="3368028" y="2873009"/>
                  </a:lnTo>
                  <a:lnTo>
                    <a:pt x="3369740" y="2887140"/>
                  </a:lnTo>
                  <a:lnTo>
                    <a:pt x="3371451" y="2974392"/>
                  </a:lnTo>
                  <a:lnTo>
                    <a:pt x="3373162" y="3027817"/>
                  </a:lnTo>
                  <a:lnTo>
                    <a:pt x="3374874" y="3046336"/>
                  </a:lnTo>
                  <a:lnTo>
                    <a:pt x="3376585" y="3009346"/>
                  </a:lnTo>
                  <a:lnTo>
                    <a:pt x="3378297" y="2951252"/>
                  </a:lnTo>
                  <a:lnTo>
                    <a:pt x="3380008" y="2951252"/>
                  </a:lnTo>
                  <a:lnTo>
                    <a:pt x="3381719" y="2926127"/>
                  </a:lnTo>
                  <a:lnTo>
                    <a:pt x="3383431" y="2913754"/>
                  </a:lnTo>
                  <a:lnTo>
                    <a:pt x="3385142" y="2887191"/>
                  </a:lnTo>
                  <a:lnTo>
                    <a:pt x="3386854" y="2939092"/>
                  </a:lnTo>
                  <a:lnTo>
                    <a:pt x="3388565" y="2958778"/>
                  </a:lnTo>
                  <a:lnTo>
                    <a:pt x="3390276" y="2889322"/>
                  </a:lnTo>
                  <a:lnTo>
                    <a:pt x="3391988" y="2841411"/>
                  </a:lnTo>
                  <a:lnTo>
                    <a:pt x="3393699" y="2801265"/>
                  </a:lnTo>
                  <a:lnTo>
                    <a:pt x="3395411" y="2795711"/>
                  </a:lnTo>
                  <a:lnTo>
                    <a:pt x="3397122" y="2746181"/>
                  </a:lnTo>
                  <a:lnTo>
                    <a:pt x="3398833" y="2723272"/>
                  </a:lnTo>
                  <a:lnTo>
                    <a:pt x="3400545" y="2762445"/>
                  </a:lnTo>
                  <a:lnTo>
                    <a:pt x="3402256" y="2767274"/>
                  </a:lnTo>
                  <a:lnTo>
                    <a:pt x="3403968" y="2670639"/>
                  </a:lnTo>
                  <a:lnTo>
                    <a:pt x="3405679" y="2643097"/>
                  </a:lnTo>
                  <a:lnTo>
                    <a:pt x="3407390" y="2734409"/>
                  </a:lnTo>
                  <a:lnTo>
                    <a:pt x="3409102" y="2759199"/>
                  </a:lnTo>
                  <a:lnTo>
                    <a:pt x="3410813" y="2702851"/>
                  </a:lnTo>
                  <a:lnTo>
                    <a:pt x="3412525" y="2649586"/>
                  </a:lnTo>
                  <a:lnTo>
                    <a:pt x="3414236" y="2727292"/>
                  </a:lnTo>
                  <a:lnTo>
                    <a:pt x="3415947" y="2796668"/>
                  </a:lnTo>
                  <a:lnTo>
                    <a:pt x="3417659" y="2803836"/>
                  </a:lnTo>
                  <a:lnTo>
                    <a:pt x="3419370" y="2758708"/>
                  </a:lnTo>
                  <a:lnTo>
                    <a:pt x="3421082" y="2746141"/>
                  </a:lnTo>
                  <a:lnTo>
                    <a:pt x="3422793" y="2794810"/>
                  </a:lnTo>
                  <a:lnTo>
                    <a:pt x="3424504" y="2752697"/>
                  </a:lnTo>
                  <a:lnTo>
                    <a:pt x="3426216" y="2603964"/>
                  </a:lnTo>
                  <a:lnTo>
                    <a:pt x="3427927" y="2459923"/>
                  </a:lnTo>
                  <a:lnTo>
                    <a:pt x="3429639" y="2435039"/>
                  </a:lnTo>
                  <a:lnTo>
                    <a:pt x="3431350" y="2470131"/>
                  </a:lnTo>
                  <a:lnTo>
                    <a:pt x="3433061" y="2453603"/>
                  </a:lnTo>
                  <a:lnTo>
                    <a:pt x="3434773" y="2539929"/>
                  </a:lnTo>
                  <a:lnTo>
                    <a:pt x="3436484" y="2667090"/>
                  </a:lnTo>
                  <a:lnTo>
                    <a:pt x="3438196" y="2765150"/>
                  </a:lnTo>
                  <a:lnTo>
                    <a:pt x="3439907" y="2884687"/>
                  </a:lnTo>
                  <a:lnTo>
                    <a:pt x="3441618" y="2928340"/>
                  </a:lnTo>
                  <a:lnTo>
                    <a:pt x="3443330" y="2878188"/>
                  </a:lnTo>
                  <a:lnTo>
                    <a:pt x="3445041" y="2749118"/>
                  </a:lnTo>
                  <a:lnTo>
                    <a:pt x="3446753" y="2726208"/>
                  </a:lnTo>
                  <a:lnTo>
                    <a:pt x="3448464" y="2754828"/>
                  </a:lnTo>
                  <a:lnTo>
                    <a:pt x="3450175" y="2656320"/>
                  </a:lnTo>
                  <a:lnTo>
                    <a:pt x="3451887" y="2642104"/>
                  </a:lnTo>
                  <a:lnTo>
                    <a:pt x="3453598" y="2701684"/>
                  </a:lnTo>
                  <a:lnTo>
                    <a:pt x="3455310" y="2739339"/>
                  </a:lnTo>
                  <a:lnTo>
                    <a:pt x="3457021" y="2725021"/>
                  </a:lnTo>
                  <a:lnTo>
                    <a:pt x="3458732" y="2762171"/>
                  </a:lnTo>
                  <a:lnTo>
                    <a:pt x="3460444" y="2910359"/>
                  </a:lnTo>
                  <a:lnTo>
                    <a:pt x="3462155" y="2950737"/>
                  </a:lnTo>
                  <a:lnTo>
                    <a:pt x="3463867" y="2996804"/>
                  </a:lnTo>
                  <a:lnTo>
                    <a:pt x="3465578" y="3088220"/>
                  </a:lnTo>
                  <a:lnTo>
                    <a:pt x="3467289" y="3116972"/>
                  </a:lnTo>
                  <a:lnTo>
                    <a:pt x="3467289" y="3116972"/>
                  </a:lnTo>
                  <a:lnTo>
                    <a:pt x="3469001" y="3116972"/>
                  </a:lnTo>
                  <a:lnTo>
                    <a:pt x="3470712" y="3023688"/>
                  </a:lnTo>
                  <a:lnTo>
                    <a:pt x="3472424" y="2926586"/>
                  </a:lnTo>
                  <a:lnTo>
                    <a:pt x="3474135" y="2874494"/>
                  </a:lnTo>
                  <a:lnTo>
                    <a:pt x="3475846" y="2778038"/>
                  </a:lnTo>
                  <a:lnTo>
                    <a:pt x="3477558" y="2682638"/>
                  </a:lnTo>
                  <a:lnTo>
                    <a:pt x="3479269" y="2622928"/>
                  </a:lnTo>
                  <a:lnTo>
                    <a:pt x="3480980" y="2660105"/>
                  </a:lnTo>
                  <a:lnTo>
                    <a:pt x="3482692" y="2751498"/>
                  </a:lnTo>
                  <a:lnTo>
                    <a:pt x="3484403" y="2803591"/>
                  </a:lnTo>
                  <a:lnTo>
                    <a:pt x="3486115" y="2900047"/>
                  </a:lnTo>
                  <a:lnTo>
                    <a:pt x="3487826" y="2995099"/>
                  </a:lnTo>
                  <a:lnTo>
                    <a:pt x="3489537" y="2999888"/>
                  </a:lnTo>
                  <a:lnTo>
                    <a:pt x="3491249" y="2966727"/>
                  </a:lnTo>
                  <a:lnTo>
                    <a:pt x="3492960" y="2966727"/>
                  </a:lnTo>
                  <a:lnTo>
                    <a:pt x="3494672" y="2966727"/>
                  </a:lnTo>
                  <a:lnTo>
                    <a:pt x="3496383" y="2966728"/>
                  </a:lnTo>
                  <a:lnTo>
                    <a:pt x="3498094" y="2967075"/>
                  </a:lnTo>
                  <a:lnTo>
                    <a:pt x="3499806" y="3021997"/>
                  </a:lnTo>
                  <a:lnTo>
                    <a:pt x="3501517" y="3024581"/>
                  </a:lnTo>
                  <a:lnTo>
                    <a:pt x="3503229" y="2940443"/>
                  </a:lnTo>
                  <a:lnTo>
                    <a:pt x="3504940" y="2921153"/>
                  </a:lnTo>
                  <a:lnTo>
                    <a:pt x="3506651" y="2884609"/>
                  </a:lnTo>
                  <a:lnTo>
                    <a:pt x="3508363" y="2756563"/>
                  </a:lnTo>
                  <a:lnTo>
                    <a:pt x="3510074" y="2679209"/>
                  </a:lnTo>
                  <a:lnTo>
                    <a:pt x="3511786" y="2709116"/>
                  </a:lnTo>
                  <a:lnTo>
                    <a:pt x="3513497" y="2793255"/>
                  </a:lnTo>
                  <a:lnTo>
                    <a:pt x="3515208" y="2812543"/>
                  </a:lnTo>
                  <a:lnTo>
                    <a:pt x="3516920" y="2849088"/>
                  </a:lnTo>
                  <a:lnTo>
                    <a:pt x="3518631" y="3008148"/>
                  </a:lnTo>
                  <a:lnTo>
                    <a:pt x="3520343" y="3115638"/>
                  </a:lnTo>
                  <a:lnTo>
                    <a:pt x="3522054" y="3116972"/>
                  </a:lnTo>
                  <a:lnTo>
                    <a:pt x="3522054" y="3116972"/>
                  </a:lnTo>
                  <a:lnTo>
                    <a:pt x="3523765" y="3116972"/>
                  </a:lnTo>
                  <a:lnTo>
                    <a:pt x="3525477" y="3116972"/>
                  </a:lnTo>
                  <a:lnTo>
                    <a:pt x="3527188" y="3116972"/>
                  </a:lnTo>
                  <a:lnTo>
                    <a:pt x="3528900" y="3088380"/>
                  </a:lnTo>
                  <a:lnTo>
                    <a:pt x="3530611" y="3057385"/>
                  </a:lnTo>
                  <a:lnTo>
                    <a:pt x="3532322" y="3013151"/>
                  </a:lnTo>
                  <a:lnTo>
                    <a:pt x="3534034" y="2924224"/>
                  </a:lnTo>
                  <a:lnTo>
                    <a:pt x="3535745" y="2840853"/>
                  </a:lnTo>
                  <a:lnTo>
                    <a:pt x="3537457" y="2774288"/>
                  </a:lnTo>
                  <a:lnTo>
                    <a:pt x="3539168" y="2776543"/>
                  </a:lnTo>
                  <a:lnTo>
                    <a:pt x="3540879" y="2819939"/>
                  </a:lnTo>
                  <a:lnTo>
                    <a:pt x="3542591" y="2821672"/>
                  </a:lnTo>
                  <a:lnTo>
                    <a:pt x="3544302" y="2856089"/>
                  </a:lnTo>
                  <a:lnTo>
                    <a:pt x="3546014" y="2872495"/>
                  </a:lnTo>
                  <a:lnTo>
                    <a:pt x="3547725" y="2828672"/>
                  </a:lnTo>
                  <a:lnTo>
                    <a:pt x="3549436" y="2706509"/>
                  </a:lnTo>
                  <a:lnTo>
                    <a:pt x="3551148" y="2486420"/>
                  </a:lnTo>
                  <a:lnTo>
                    <a:pt x="3552859" y="2415832"/>
                  </a:lnTo>
                  <a:lnTo>
                    <a:pt x="3554571" y="2375286"/>
                  </a:lnTo>
                  <a:lnTo>
                    <a:pt x="3556282" y="2415099"/>
                  </a:lnTo>
                  <a:lnTo>
                    <a:pt x="3557993" y="2545067"/>
                  </a:lnTo>
                  <a:lnTo>
                    <a:pt x="3559705" y="2700283"/>
                  </a:lnTo>
                  <a:lnTo>
                    <a:pt x="3561416" y="2864033"/>
                  </a:lnTo>
                  <a:lnTo>
                    <a:pt x="3563128" y="2947358"/>
                  </a:lnTo>
                  <a:lnTo>
                    <a:pt x="3564839" y="3040714"/>
                  </a:lnTo>
                  <a:lnTo>
                    <a:pt x="3566550" y="3019023"/>
                  </a:lnTo>
                  <a:lnTo>
                    <a:pt x="3568262" y="2949698"/>
                  </a:lnTo>
                  <a:lnTo>
                    <a:pt x="3569973" y="2901549"/>
                  </a:lnTo>
                  <a:lnTo>
                    <a:pt x="3571685" y="2856582"/>
                  </a:lnTo>
                  <a:lnTo>
                    <a:pt x="3573396" y="2819702"/>
                  </a:lnTo>
                  <a:lnTo>
                    <a:pt x="3575107" y="2776200"/>
                  </a:lnTo>
                  <a:lnTo>
                    <a:pt x="3576819" y="2801776"/>
                  </a:lnTo>
                  <a:lnTo>
                    <a:pt x="3578530" y="2878355"/>
                  </a:lnTo>
                  <a:lnTo>
                    <a:pt x="3580242" y="2926507"/>
                  </a:lnTo>
                  <a:lnTo>
                    <a:pt x="3581953" y="2980087"/>
                  </a:lnTo>
                  <a:lnTo>
                    <a:pt x="3583664" y="3000033"/>
                  </a:lnTo>
                  <a:lnTo>
                    <a:pt x="3585376" y="2973907"/>
                  </a:lnTo>
                  <a:lnTo>
                    <a:pt x="3587087" y="3001080"/>
                  </a:lnTo>
                  <a:lnTo>
                    <a:pt x="3588798" y="3012307"/>
                  </a:lnTo>
                  <a:lnTo>
                    <a:pt x="3590510" y="2956210"/>
                  </a:lnTo>
                  <a:lnTo>
                    <a:pt x="3592221" y="2893805"/>
                  </a:lnTo>
                  <a:lnTo>
                    <a:pt x="3593933" y="2935345"/>
                  </a:lnTo>
                  <a:lnTo>
                    <a:pt x="3595644" y="3012677"/>
                  </a:lnTo>
                  <a:lnTo>
                    <a:pt x="3597355" y="3021189"/>
                  </a:lnTo>
                  <a:lnTo>
                    <a:pt x="3599067" y="2869431"/>
                  </a:lnTo>
                  <a:lnTo>
                    <a:pt x="3600778" y="2693221"/>
                  </a:lnTo>
                  <a:lnTo>
                    <a:pt x="3602490" y="2607635"/>
                  </a:lnTo>
                  <a:lnTo>
                    <a:pt x="3604201" y="2524258"/>
                  </a:lnTo>
                  <a:lnTo>
                    <a:pt x="3605912" y="2505266"/>
                  </a:lnTo>
                  <a:lnTo>
                    <a:pt x="3607624" y="2507370"/>
                  </a:lnTo>
                  <a:lnTo>
                    <a:pt x="3609335" y="2569845"/>
                  </a:lnTo>
                  <a:lnTo>
                    <a:pt x="3611047" y="2699160"/>
                  </a:lnTo>
                  <a:lnTo>
                    <a:pt x="3612758" y="2835078"/>
                  </a:lnTo>
                  <a:lnTo>
                    <a:pt x="3614469" y="2923617"/>
                  </a:lnTo>
                  <a:lnTo>
                    <a:pt x="3616181" y="2866627"/>
                  </a:lnTo>
                  <a:lnTo>
                    <a:pt x="3617892" y="2714994"/>
                  </a:lnTo>
                  <a:lnTo>
                    <a:pt x="3619604" y="2629662"/>
                  </a:lnTo>
                  <a:lnTo>
                    <a:pt x="3621315" y="2642443"/>
                  </a:lnTo>
                  <a:lnTo>
                    <a:pt x="3623026" y="2624534"/>
                  </a:lnTo>
                  <a:lnTo>
                    <a:pt x="3624738" y="2550314"/>
                  </a:lnTo>
                  <a:lnTo>
                    <a:pt x="3626449" y="2575267"/>
                  </a:lnTo>
                  <a:lnTo>
                    <a:pt x="3628161" y="2686831"/>
                  </a:lnTo>
                  <a:lnTo>
                    <a:pt x="3629872" y="2839677"/>
                  </a:lnTo>
                  <a:lnTo>
                    <a:pt x="3631583" y="2904052"/>
                  </a:lnTo>
                  <a:lnTo>
                    <a:pt x="3633295" y="2932263"/>
                  </a:lnTo>
                  <a:lnTo>
                    <a:pt x="3635006" y="2934431"/>
                  </a:lnTo>
                  <a:lnTo>
                    <a:pt x="3636718" y="2969323"/>
                  </a:lnTo>
                  <a:lnTo>
                    <a:pt x="3638429" y="2996561"/>
                  </a:lnTo>
                  <a:lnTo>
                    <a:pt x="3640140" y="2980268"/>
                  </a:lnTo>
                  <a:lnTo>
                    <a:pt x="3641852" y="2970797"/>
                  </a:lnTo>
                  <a:lnTo>
                    <a:pt x="3643563" y="2977746"/>
                  </a:lnTo>
                  <a:lnTo>
                    <a:pt x="3645275" y="3049800"/>
                  </a:lnTo>
                  <a:lnTo>
                    <a:pt x="3646986" y="3018582"/>
                  </a:lnTo>
                  <a:lnTo>
                    <a:pt x="3648697" y="2970523"/>
                  </a:lnTo>
                  <a:lnTo>
                    <a:pt x="3650409" y="2932472"/>
                  </a:lnTo>
                  <a:lnTo>
                    <a:pt x="3652120" y="2875238"/>
                  </a:lnTo>
                  <a:lnTo>
                    <a:pt x="3653832" y="2819275"/>
                  </a:lnTo>
                  <a:lnTo>
                    <a:pt x="3655543" y="2733854"/>
                  </a:lnTo>
                  <a:lnTo>
                    <a:pt x="3657254" y="2684349"/>
                  </a:lnTo>
                  <a:lnTo>
                    <a:pt x="3658966" y="2702173"/>
                  </a:lnTo>
                  <a:lnTo>
                    <a:pt x="3660677" y="2740224"/>
                  </a:lnTo>
                  <a:lnTo>
                    <a:pt x="3662389" y="2774812"/>
                  </a:lnTo>
                  <a:lnTo>
                    <a:pt x="3664100" y="2779744"/>
                  </a:lnTo>
                  <a:lnTo>
                    <a:pt x="3665811" y="2806538"/>
                  </a:lnTo>
                  <a:lnTo>
                    <a:pt x="3667523" y="2846727"/>
                  </a:lnTo>
                  <a:lnTo>
                    <a:pt x="3669234" y="2844412"/>
                  </a:lnTo>
                  <a:lnTo>
                    <a:pt x="3670946" y="2795320"/>
                  </a:lnTo>
                  <a:lnTo>
                    <a:pt x="3672657" y="2752540"/>
                  </a:lnTo>
                  <a:lnTo>
                    <a:pt x="3674368" y="2780117"/>
                  </a:lnTo>
                  <a:lnTo>
                    <a:pt x="3676080" y="2823291"/>
                  </a:lnTo>
                  <a:lnTo>
                    <a:pt x="3677791" y="2798269"/>
                  </a:lnTo>
                  <a:lnTo>
                    <a:pt x="3679503" y="2769187"/>
                  </a:lnTo>
                  <a:lnTo>
                    <a:pt x="3681214" y="2805947"/>
                  </a:lnTo>
                  <a:lnTo>
                    <a:pt x="3682925" y="2871375"/>
                  </a:lnTo>
                  <a:lnTo>
                    <a:pt x="3684637" y="2891076"/>
                  </a:lnTo>
                  <a:lnTo>
                    <a:pt x="3686348" y="2873439"/>
                  </a:lnTo>
                  <a:lnTo>
                    <a:pt x="3688060" y="2900549"/>
                  </a:lnTo>
                  <a:lnTo>
                    <a:pt x="3689771" y="2881999"/>
                  </a:lnTo>
                  <a:lnTo>
                    <a:pt x="3691482" y="2829399"/>
                  </a:lnTo>
                  <a:lnTo>
                    <a:pt x="3693194" y="2766104"/>
                  </a:lnTo>
                  <a:lnTo>
                    <a:pt x="3694905" y="2684216"/>
                  </a:lnTo>
                  <a:lnTo>
                    <a:pt x="3696616" y="2650687"/>
                  </a:lnTo>
                  <a:lnTo>
                    <a:pt x="3698328" y="2688003"/>
                  </a:lnTo>
                  <a:lnTo>
                    <a:pt x="3700039" y="2690543"/>
                  </a:lnTo>
                  <a:lnTo>
                    <a:pt x="3701751" y="2663652"/>
                  </a:lnTo>
                  <a:lnTo>
                    <a:pt x="3703462" y="2716227"/>
                  </a:lnTo>
                  <a:lnTo>
                    <a:pt x="3705173" y="2774310"/>
                  </a:lnTo>
                  <a:lnTo>
                    <a:pt x="3706885" y="2784569"/>
                  </a:lnTo>
                  <a:lnTo>
                    <a:pt x="3708596" y="2795145"/>
                  </a:lnTo>
                  <a:lnTo>
                    <a:pt x="3710308" y="2860192"/>
                  </a:lnTo>
                  <a:lnTo>
                    <a:pt x="3712019" y="2830875"/>
                  </a:lnTo>
                  <a:lnTo>
                    <a:pt x="3713730" y="2711918"/>
                  </a:lnTo>
                  <a:lnTo>
                    <a:pt x="3715442" y="2695015"/>
                  </a:lnTo>
                  <a:lnTo>
                    <a:pt x="3717153" y="2751376"/>
                  </a:lnTo>
                  <a:lnTo>
                    <a:pt x="3718865" y="2752065"/>
                  </a:lnTo>
                  <a:lnTo>
                    <a:pt x="3720576" y="2756149"/>
                  </a:lnTo>
                  <a:lnTo>
                    <a:pt x="3722287" y="2835785"/>
                  </a:lnTo>
                  <a:lnTo>
                    <a:pt x="3723999" y="2882319"/>
                  </a:lnTo>
                  <a:lnTo>
                    <a:pt x="3725710" y="2791919"/>
                  </a:lnTo>
                  <a:lnTo>
                    <a:pt x="3727422" y="2609943"/>
                  </a:lnTo>
                  <a:lnTo>
                    <a:pt x="3729133" y="2472646"/>
                  </a:lnTo>
                  <a:lnTo>
                    <a:pt x="3730844" y="2422672"/>
                  </a:lnTo>
                  <a:lnTo>
                    <a:pt x="3732556" y="2383136"/>
                  </a:lnTo>
                  <a:lnTo>
                    <a:pt x="3734267" y="2394756"/>
                  </a:lnTo>
                  <a:lnTo>
                    <a:pt x="3735979" y="2474951"/>
                  </a:lnTo>
                  <a:lnTo>
                    <a:pt x="3737690" y="2605982"/>
                  </a:lnTo>
                  <a:lnTo>
                    <a:pt x="3739401" y="2710626"/>
                  </a:lnTo>
                  <a:lnTo>
                    <a:pt x="3741113" y="2715846"/>
                  </a:lnTo>
                  <a:lnTo>
                    <a:pt x="3742824" y="2762539"/>
                  </a:lnTo>
                  <a:lnTo>
                    <a:pt x="3744536" y="2819090"/>
                  </a:lnTo>
                  <a:lnTo>
                    <a:pt x="3746247" y="2856466"/>
                  </a:lnTo>
                  <a:lnTo>
                    <a:pt x="3747958" y="2886584"/>
                  </a:lnTo>
                  <a:lnTo>
                    <a:pt x="3749670" y="2904602"/>
                  </a:lnTo>
                  <a:lnTo>
                    <a:pt x="3751381" y="2981792"/>
                  </a:lnTo>
                  <a:lnTo>
                    <a:pt x="3753093" y="3036434"/>
                  </a:lnTo>
                  <a:lnTo>
                    <a:pt x="3754804" y="3019945"/>
                  </a:lnTo>
                  <a:lnTo>
                    <a:pt x="3756515" y="2987475"/>
                  </a:lnTo>
                  <a:lnTo>
                    <a:pt x="3758227" y="2995513"/>
                  </a:lnTo>
                  <a:lnTo>
                    <a:pt x="3759938" y="3010146"/>
                  </a:lnTo>
                  <a:lnTo>
                    <a:pt x="3761650" y="2982688"/>
                  </a:lnTo>
                  <a:lnTo>
                    <a:pt x="3763361" y="2922225"/>
                  </a:lnTo>
                  <a:lnTo>
                    <a:pt x="3765072" y="2897334"/>
                  </a:lnTo>
                  <a:lnTo>
                    <a:pt x="3766784" y="2930188"/>
                  </a:lnTo>
                  <a:lnTo>
                    <a:pt x="3768495" y="2946421"/>
                  </a:lnTo>
                  <a:lnTo>
                    <a:pt x="3770207" y="2946423"/>
                  </a:lnTo>
                  <a:lnTo>
                    <a:pt x="3771918" y="2971920"/>
                  </a:lnTo>
                  <a:lnTo>
                    <a:pt x="3773629" y="2983370"/>
                  </a:lnTo>
                  <a:lnTo>
                    <a:pt x="3775341" y="2926095"/>
                  </a:lnTo>
                  <a:lnTo>
                    <a:pt x="3777052" y="2850106"/>
                  </a:lnTo>
                  <a:lnTo>
                    <a:pt x="3778764" y="2748247"/>
                  </a:lnTo>
                  <a:lnTo>
                    <a:pt x="3780475" y="2692732"/>
                  </a:lnTo>
                  <a:lnTo>
                    <a:pt x="3782186" y="2607962"/>
                  </a:lnTo>
                  <a:lnTo>
                    <a:pt x="3783898" y="2557160"/>
                  </a:lnTo>
                  <a:lnTo>
                    <a:pt x="3785609" y="2611035"/>
                  </a:lnTo>
                  <a:lnTo>
                    <a:pt x="3787321" y="2697500"/>
                  </a:lnTo>
                  <a:lnTo>
                    <a:pt x="3789032" y="2795918"/>
                  </a:lnTo>
                  <a:lnTo>
                    <a:pt x="3790743" y="2851435"/>
                  </a:lnTo>
                  <a:lnTo>
                    <a:pt x="3792455" y="2912551"/>
                  </a:lnTo>
                  <a:lnTo>
                    <a:pt x="3794166" y="2986511"/>
                  </a:lnTo>
                  <a:lnTo>
                    <a:pt x="3795877" y="3024767"/>
                  </a:lnTo>
                  <a:lnTo>
                    <a:pt x="3797589" y="2978400"/>
                  </a:lnTo>
                  <a:lnTo>
                    <a:pt x="3799300" y="2913471"/>
                  </a:lnTo>
                  <a:lnTo>
                    <a:pt x="3801012" y="2908744"/>
                  </a:lnTo>
                  <a:lnTo>
                    <a:pt x="3802723" y="2893373"/>
                  </a:lnTo>
                  <a:lnTo>
                    <a:pt x="3804434" y="2891632"/>
                  </a:lnTo>
                  <a:lnTo>
                    <a:pt x="3806146" y="2852751"/>
                  </a:lnTo>
                  <a:lnTo>
                    <a:pt x="3807857" y="2821347"/>
                  </a:lnTo>
                  <a:lnTo>
                    <a:pt x="3809569" y="2807179"/>
                  </a:lnTo>
                  <a:lnTo>
                    <a:pt x="3811280" y="2858573"/>
                  </a:lnTo>
                  <a:lnTo>
                    <a:pt x="3812991" y="2942839"/>
                  </a:lnTo>
                  <a:lnTo>
                    <a:pt x="3814703" y="2895886"/>
                  </a:lnTo>
                  <a:lnTo>
                    <a:pt x="3816414" y="2926546"/>
                  </a:lnTo>
                  <a:lnTo>
                    <a:pt x="3818126" y="3047037"/>
                  </a:lnTo>
                  <a:lnTo>
                    <a:pt x="3819837" y="3116972"/>
                  </a:lnTo>
                  <a:lnTo>
                    <a:pt x="3819837" y="3116972"/>
                  </a:lnTo>
                  <a:lnTo>
                    <a:pt x="3821548" y="3116972"/>
                  </a:lnTo>
                  <a:lnTo>
                    <a:pt x="3823260" y="3116972"/>
                  </a:lnTo>
                  <a:lnTo>
                    <a:pt x="3824971" y="3116972"/>
                  </a:lnTo>
                  <a:lnTo>
                    <a:pt x="3826683" y="3116972"/>
                  </a:lnTo>
                  <a:lnTo>
                    <a:pt x="3828394" y="3116972"/>
                  </a:lnTo>
                  <a:lnTo>
                    <a:pt x="3830105" y="3114538"/>
                  </a:lnTo>
                  <a:lnTo>
                    <a:pt x="3831817" y="2875726"/>
                  </a:lnTo>
                  <a:lnTo>
                    <a:pt x="3833528" y="2786272"/>
                  </a:lnTo>
                  <a:lnTo>
                    <a:pt x="3835240" y="2826814"/>
                  </a:lnTo>
                  <a:lnTo>
                    <a:pt x="3836951" y="2779710"/>
                  </a:lnTo>
                  <a:lnTo>
                    <a:pt x="3838662" y="2789189"/>
                  </a:lnTo>
                  <a:lnTo>
                    <a:pt x="3840374" y="2858305"/>
                  </a:lnTo>
                  <a:lnTo>
                    <a:pt x="3842085" y="2921558"/>
                  </a:lnTo>
                  <a:lnTo>
                    <a:pt x="3843797" y="2892367"/>
                  </a:lnTo>
                  <a:lnTo>
                    <a:pt x="3845508" y="2856788"/>
                  </a:lnTo>
                  <a:lnTo>
                    <a:pt x="3847219" y="2863008"/>
                  </a:lnTo>
                  <a:lnTo>
                    <a:pt x="3848931" y="2850381"/>
                  </a:lnTo>
                  <a:lnTo>
                    <a:pt x="3850642" y="2845266"/>
                  </a:lnTo>
                  <a:lnTo>
                    <a:pt x="3852354" y="2793733"/>
                  </a:lnTo>
                  <a:lnTo>
                    <a:pt x="3854065" y="2834086"/>
                  </a:lnTo>
                  <a:lnTo>
                    <a:pt x="3855776" y="2879370"/>
                  </a:lnTo>
                  <a:lnTo>
                    <a:pt x="3857488" y="2915635"/>
                  </a:lnTo>
                  <a:lnTo>
                    <a:pt x="3859199" y="2966220"/>
                  </a:lnTo>
                  <a:lnTo>
                    <a:pt x="3860911" y="2975927"/>
                  </a:lnTo>
                  <a:lnTo>
                    <a:pt x="3862622" y="3035773"/>
                  </a:lnTo>
                  <a:lnTo>
                    <a:pt x="3864333" y="3058242"/>
                  </a:lnTo>
                  <a:lnTo>
                    <a:pt x="3866045" y="3039736"/>
                  </a:lnTo>
                  <a:lnTo>
                    <a:pt x="3867756" y="3010907"/>
                  </a:lnTo>
                  <a:lnTo>
                    <a:pt x="3869468" y="2933990"/>
                  </a:lnTo>
                  <a:lnTo>
                    <a:pt x="3871179" y="2797611"/>
                  </a:lnTo>
                  <a:lnTo>
                    <a:pt x="3872890" y="2758005"/>
                  </a:lnTo>
                  <a:lnTo>
                    <a:pt x="3874602" y="2738437"/>
                  </a:lnTo>
                  <a:lnTo>
                    <a:pt x="3876313" y="2707266"/>
                  </a:lnTo>
                  <a:lnTo>
                    <a:pt x="3878025" y="2667912"/>
                  </a:lnTo>
                  <a:lnTo>
                    <a:pt x="3879736" y="2713483"/>
                  </a:lnTo>
                  <a:lnTo>
                    <a:pt x="3881447" y="2849862"/>
                  </a:lnTo>
                  <a:lnTo>
                    <a:pt x="3883159" y="2848750"/>
                  </a:lnTo>
                  <a:lnTo>
                    <a:pt x="3884870" y="2833898"/>
                  </a:lnTo>
                  <a:lnTo>
                    <a:pt x="3886582" y="2918781"/>
                  </a:lnTo>
                  <a:lnTo>
                    <a:pt x="3888293" y="2993444"/>
                  </a:lnTo>
                  <a:lnTo>
                    <a:pt x="3890004" y="3024787"/>
                  </a:lnTo>
                  <a:lnTo>
                    <a:pt x="3891716" y="3024789"/>
                  </a:lnTo>
                  <a:lnTo>
                    <a:pt x="3893427" y="3036539"/>
                  </a:lnTo>
                  <a:lnTo>
                    <a:pt x="3895139" y="3026079"/>
                  </a:lnTo>
                  <a:lnTo>
                    <a:pt x="3896850" y="2969460"/>
                  </a:lnTo>
                  <a:lnTo>
                    <a:pt x="3898561" y="2962984"/>
                  </a:lnTo>
                  <a:lnTo>
                    <a:pt x="3900273" y="2962984"/>
                  </a:lnTo>
                  <a:lnTo>
                    <a:pt x="3901984" y="2940504"/>
                  </a:lnTo>
                  <a:lnTo>
                    <a:pt x="3903695" y="2909093"/>
                  </a:lnTo>
                  <a:lnTo>
                    <a:pt x="3905407" y="2945068"/>
                  </a:lnTo>
                  <a:lnTo>
                    <a:pt x="3907118" y="2966480"/>
                  </a:lnTo>
                  <a:lnTo>
                    <a:pt x="3908830" y="2944286"/>
                  </a:lnTo>
                  <a:lnTo>
                    <a:pt x="3910541" y="2864134"/>
                  </a:lnTo>
                  <a:lnTo>
                    <a:pt x="3912252" y="2790721"/>
                  </a:lnTo>
                  <a:lnTo>
                    <a:pt x="3913964" y="2794105"/>
                  </a:lnTo>
                  <a:lnTo>
                    <a:pt x="3915675" y="2793270"/>
                  </a:lnTo>
                  <a:lnTo>
                    <a:pt x="3917387" y="2738893"/>
                  </a:lnTo>
                  <a:lnTo>
                    <a:pt x="3919098" y="2723112"/>
                  </a:lnTo>
                  <a:lnTo>
                    <a:pt x="3920809" y="2781391"/>
                  </a:lnTo>
                  <a:lnTo>
                    <a:pt x="3922521" y="2851493"/>
                  </a:lnTo>
                  <a:lnTo>
                    <a:pt x="3924232" y="2865808"/>
                  </a:lnTo>
                  <a:lnTo>
                    <a:pt x="3925944" y="2785916"/>
                  </a:lnTo>
                  <a:lnTo>
                    <a:pt x="3927655" y="2799054"/>
                  </a:lnTo>
                  <a:lnTo>
                    <a:pt x="3929366" y="2867854"/>
                  </a:lnTo>
                  <a:lnTo>
                    <a:pt x="3931078" y="2919973"/>
                  </a:lnTo>
                  <a:lnTo>
                    <a:pt x="3932789" y="2945762"/>
                  </a:lnTo>
                  <a:lnTo>
                    <a:pt x="3934501" y="2988442"/>
                  </a:lnTo>
                  <a:lnTo>
                    <a:pt x="3936212" y="3078074"/>
                  </a:lnTo>
                  <a:lnTo>
                    <a:pt x="3937923" y="3090574"/>
                  </a:lnTo>
                  <a:lnTo>
                    <a:pt x="3939635" y="2932434"/>
                  </a:lnTo>
                  <a:lnTo>
                    <a:pt x="3941346" y="2827165"/>
                  </a:lnTo>
                  <a:lnTo>
                    <a:pt x="3943058" y="2819324"/>
                  </a:lnTo>
                  <a:lnTo>
                    <a:pt x="3944769" y="2823996"/>
                  </a:lnTo>
                  <a:lnTo>
                    <a:pt x="3946480" y="2834557"/>
                  </a:lnTo>
                  <a:lnTo>
                    <a:pt x="3948192" y="2799740"/>
                  </a:lnTo>
                  <a:lnTo>
                    <a:pt x="3949903" y="2820333"/>
                  </a:lnTo>
                  <a:lnTo>
                    <a:pt x="3951615" y="2789593"/>
                  </a:lnTo>
                  <a:lnTo>
                    <a:pt x="3953326" y="2726450"/>
                  </a:lnTo>
                  <a:lnTo>
                    <a:pt x="3955037" y="2605551"/>
                  </a:lnTo>
                  <a:lnTo>
                    <a:pt x="3956749" y="2434626"/>
                  </a:lnTo>
                  <a:lnTo>
                    <a:pt x="3958460" y="2384212"/>
                  </a:lnTo>
                  <a:lnTo>
                    <a:pt x="3960172" y="2444832"/>
                  </a:lnTo>
                  <a:lnTo>
                    <a:pt x="3961883" y="2549570"/>
                  </a:lnTo>
                  <a:lnTo>
                    <a:pt x="3963594" y="2620557"/>
                  </a:lnTo>
                  <a:lnTo>
                    <a:pt x="3965306" y="2736782"/>
                  </a:lnTo>
                  <a:lnTo>
                    <a:pt x="3967017" y="2927344"/>
                  </a:lnTo>
                  <a:lnTo>
                    <a:pt x="3968729" y="3101737"/>
                  </a:lnTo>
                  <a:lnTo>
                    <a:pt x="3970440" y="3116972"/>
                  </a:lnTo>
                  <a:lnTo>
                    <a:pt x="3970440" y="3116972"/>
                  </a:lnTo>
                  <a:lnTo>
                    <a:pt x="3972151" y="3116972"/>
                  </a:lnTo>
                  <a:lnTo>
                    <a:pt x="3973863" y="3116647"/>
                  </a:lnTo>
                  <a:lnTo>
                    <a:pt x="3975574" y="3046177"/>
                  </a:lnTo>
                  <a:lnTo>
                    <a:pt x="3977286" y="2969392"/>
                  </a:lnTo>
                  <a:lnTo>
                    <a:pt x="3978997" y="2887712"/>
                  </a:lnTo>
                  <a:lnTo>
                    <a:pt x="3980708" y="2777327"/>
                  </a:lnTo>
                  <a:lnTo>
                    <a:pt x="3982420" y="2632364"/>
                  </a:lnTo>
                  <a:lnTo>
                    <a:pt x="3984131" y="2628742"/>
                  </a:lnTo>
                  <a:lnTo>
                    <a:pt x="3985843" y="2732501"/>
                  </a:lnTo>
                  <a:lnTo>
                    <a:pt x="3987554" y="2827330"/>
                  </a:lnTo>
                  <a:lnTo>
                    <a:pt x="3989265" y="2872124"/>
                  </a:lnTo>
                  <a:lnTo>
                    <a:pt x="3990977" y="2977609"/>
                  </a:lnTo>
                  <a:lnTo>
                    <a:pt x="3992688" y="3116972"/>
                  </a:lnTo>
                  <a:lnTo>
                    <a:pt x="3992688" y="3116972"/>
                  </a:lnTo>
                  <a:lnTo>
                    <a:pt x="3994400" y="3116972"/>
                  </a:lnTo>
                  <a:lnTo>
                    <a:pt x="3996111" y="3116972"/>
                  </a:lnTo>
                  <a:lnTo>
                    <a:pt x="3997822" y="3116972"/>
                  </a:lnTo>
                  <a:lnTo>
                    <a:pt x="3999534" y="3116972"/>
                  </a:lnTo>
                  <a:lnTo>
                    <a:pt x="4001245" y="3116972"/>
                  </a:lnTo>
                  <a:lnTo>
                    <a:pt x="4002957" y="3116972"/>
                  </a:lnTo>
                  <a:lnTo>
                    <a:pt x="4004668" y="3065327"/>
                  </a:lnTo>
                  <a:lnTo>
                    <a:pt x="4006379" y="3116972"/>
                  </a:lnTo>
                  <a:lnTo>
                    <a:pt x="4006379" y="3116972"/>
                  </a:lnTo>
                  <a:lnTo>
                    <a:pt x="4008091" y="3116972"/>
                  </a:lnTo>
                  <a:lnTo>
                    <a:pt x="4009802" y="3116972"/>
                  </a:lnTo>
                  <a:lnTo>
                    <a:pt x="4011513" y="3116972"/>
                  </a:lnTo>
                  <a:lnTo>
                    <a:pt x="4013225" y="3095486"/>
                  </a:lnTo>
                  <a:lnTo>
                    <a:pt x="4014936" y="3085813"/>
                  </a:lnTo>
                  <a:lnTo>
                    <a:pt x="4016648" y="3070138"/>
                  </a:lnTo>
                  <a:lnTo>
                    <a:pt x="4018359" y="2976112"/>
                  </a:lnTo>
                  <a:lnTo>
                    <a:pt x="4020070" y="2884596"/>
                  </a:lnTo>
                  <a:lnTo>
                    <a:pt x="4021782" y="2811112"/>
                  </a:lnTo>
                  <a:lnTo>
                    <a:pt x="4023493" y="2667326"/>
                  </a:lnTo>
                  <a:lnTo>
                    <a:pt x="4025205" y="2529326"/>
                  </a:lnTo>
                  <a:lnTo>
                    <a:pt x="4026916" y="2377633"/>
                  </a:lnTo>
                  <a:lnTo>
                    <a:pt x="4028627" y="2413356"/>
                  </a:lnTo>
                  <a:lnTo>
                    <a:pt x="4030339" y="2510624"/>
                  </a:lnTo>
                  <a:lnTo>
                    <a:pt x="4032050" y="2558963"/>
                  </a:lnTo>
                  <a:lnTo>
                    <a:pt x="4033762" y="2646806"/>
                  </a:lnTo>
                  <a:lnTo>
                    <a:pt x="4035473" y="2704009"/>
                  </a:lnTo>
                  <a:lnTo>
                    <a:pt x="4037184" y="2839310"/>
                  </a:lnTo>
                  <a:lnTo>
                    <a:pt x="4038896" y="2898028"/>
                  </a:lnTo>
                  <a:lnTo>
                    <a:pt x="4040607" y="2885849"/>
                  </a:lnTo>
                  <a:lnTo>
                    <a:pt x="4042319" y="2826011"/>
                  </a:lnTo>
                  <a:lnTo>
                    <a:pt x="4044030" y="2800108"/>
                  </a:lnTo>
                  <a:lnTo>
                    <a:pt x="4045741" y="2811286"/>
                  </a:lnTo>
                  <a:lnTo>
                    <a:pt x="4047453" y="2753365"/>
                  </a:lnTo>
                  <a:lnTo>
                    <a:pt x="4049164" y="2702994"/>
                  </a:lnTo>
                  <a:lnTo>
                    <a:pt x="4050876" y="2701373"/>
                  </a:lnTo>
                  <a:lnTo>
                    <a:pt x="4052587" y="2793938"/>
                  </a:lnTo>
                  <a:lnTo>
                    <a:pt x="4054298" y="2875787"/>
                  </a:lnTo>
                  <a:lnTo>
                    <a:pt x="4056010" y="2953176"/>
                  </a:lnTo>
                  <a:lnTo>
                    <a:pt x="4057721" y="3049919"/>
                  </a:lnTo>
                  <a:lnTo>
                    <a:pt x="4059433" y="3103289"/>
                  </a:lnTo>
                  <a:lnTo>
                    <a:pt x="4061144" y="3116972"/>
                  </a:lnTo>
                  <a:lnTo>
                    <a:pt x="4061144" y="3116972"/>
                  </a:lnTo>
                  <a:lnTo>
                    <a:pt x="4062855" y="3116972"/>
                  </a:lnTo>
                  <a:lnTo>
                    <a:pt x="4064567" y="3116972"/>
                  </a:lnTo>
                  <a:lnTo>
                    <a:pt x="4066278" y="3053405"/>
                  </a:lnTo>
                  <a:lnTo>
                    <a:pt x="4067990" y="2921394"/>
                  </a:lnTo>
                  <a:lnTo>
                    <a:pt x="4069701" y="2852767"/>
                  </a:lnTo>
                  <a:lnTo>
                    <a:pt x="4071412" y="2828873"/>
                  </a:lnTo>
                  <a:lnTo>
                    <a:pt x="4073124" y="2756534"/>
                  </a:lnTo>
                  <a:lnTo>
                    <a:pt x="4074835" y="2660276"/>
                  </a:lnTo>
                  <a:lnTo>
                    <a:pt x="4076547" y="2662380"/>
                  </a:lnTo>
                  <a:lnTo>
                    <a:pt x="4078258" y="2768737"/>
                  </a:lnTo>
                  <a:lnTo>
                    <a:pt x="4079969" y="2805509"/>
                  </a:lnTo>
                  <a:lnTo>
                    <a:pt x="4081681" y="2746015"/>
                  </a:lnTo>
                  <a:lnTo>
                    <a:pt x="4083392" y="2683080"/>
                  </a:lnTo>
                  <a:lnTo>
                    <a:pt x="4085104" y="2692922"/>
                  </a:lnTo>
                  <a:lnTo>
                    <a:pt x="4086815" y="2691512"/>
                  </a:lnTo>
                  <a:lnTo>
                    <a:pt x="4088526" y="2705439"/>
                  </a:lnTo>
                  <a:lnTo>
                    <a:pt x="4090238" y="2789359"/>
                  </a:lnTo>
                  <a:lnTo>
                    <a:pt x="4091949" y="2860410"/>
                  </a:lnTo>
                  <a:lnTo>
                    <a:pt x="4093661" y="2900282"/>
                  </a:lnTo>
                  <a:lnTo>
                    <a:pt x="4095372" y="2895611"/>
                  </a:lnTo>
                  <a:lnTo>
                    <a:pt x="4097083" y="2886950"/>
                  </a:lnTo>
                  <a:lnTo>
                    <a:pt x="4098795" y="2819614"/>
                  </a:lnTo>
                  <a:lnTo>
                    <a:pt x="4100506" y="2717772"/>
                  </a:lnTo>
                  <a:lnTo>
                    <a:pt x="4102218" y="2726358"/>
                  </a:lnTo>
                  <a:lnTo>
                    <a:pt x="4103929" y="2821763"/>
                  </a:lnTo>
                  <a:lnTo>
                    <a:pt x="4105640" y="2887668"/>
                  </a:lnTo>
                  <a:lnTo>
                    <a:pt x="4107352" y="2834511"/>
                  </a:lnTo>
                  <a:lnTo>
                    <a:pt x="4109063" y="2758207"/>
                  </a:lnTo>
                  <a:lnTo>
                    <a:pt x="4110775" y="2759813"/>
                  </a:lnTo>
                  <a:lnTo>
                    <a:pt x="4112486" y="2731212"/>
                  </a:lnTo>
                  <a:lnTo>
                    <a:pt x="4114197" y="2728899"/>
                  </a:lnTo>
                  <a:lnTo>
                    <a:pt x="4115909" y="2724144"/>
                  </a:lnTo>
                  <a:lnTo>
                    <a:pt x="4117620" y="2806920"/>
                  </a:lnTo>
                  <a:lnTo>
                    <a:pt x="4119331" y="2845566"/>
                  </a:lnTo>
                  <a:lnTo>
                    <a:pt x="4121043" y="2810381"/>
                  </a:lnTo>
                  <a:lnTo>
                    <a:pt x="4122754" y="2837819"/>
                  </a:lnTo>
                  <a:lnTo>
                    <a:pt x="4124466" y="2840136"/>
                  </a:lnTo>
                  <a:lnTo>
                    <a:pt x="4126177" y="2829794"/>
                  </a:lnTo>
                  <a:lnTo>
                    <a:pt x="4127888" y="2823076"/>
                  </a:lnTo>
                  <a:lnTo>
                    <a:pt x="4129600" y="2899677"/>
                  </a:lnTo>
                  <a:lnTo>
                    <a:pt x="4131311" y="2914241"/>
                  </a:lnTo>
                  <a:lnTo>
                    <a:pt x="4133023" y="2863972"/>
                  </a:lnTo>
                  <a:lnTo>
                    <a:pt x="4134734" y="2883241"/>
                  </a:lnTo>
                  <a:lnTo>
                    <a:pt x="4136445" y="2853542"/>
                  </a:lnTo>
                  <a:lnTo>
                    <a:pt x="4138157" y="2689077"/>
                  </a:lnTo>
                  <a:lnTo>
                    <a:pt x="4139868" y="2498337"/>
                  </a:lnTo>
                  <a:lnTo>
                    <a:pt x="4141580" y="2442826"/>
                  </a:lnTo>
                  <a:lnTo>
                    <a:pt x="4143291" y="2382697"/>
                  </a:lnTo>
                  <a:lnTo>
                    <a:pt x="4145002" y="2266842"/>
                  </a:lnTo>
                  <a:lnTo>
                    <a:pt x="4146714" y="2208637"/>
                  </a:lnTo>
                  <a:lnTo>
                    <a:pt x="4148425" y="2305307"/>
                  </a:lnTo>
                  <a:lnTo>
                    <a:pt x="4150137" y="2398443"/>
                  </a:lnTo>
                  <a:lnTo>
                    <a:pt x="4151848" y="2262018"/>
                  </a:lnTo>
                  <a:lnTo>
                    <a:pt x="4153559" y="2120982"/>
                  </a:lnTo>
                  <a:lnTo>
                    <a:pt x="4155271" y="1966608"/>
                  </a:lnTo>
                  <a:lnTo>
                    <a:pt x="4156982" y="1865014"/>
                  </a:lnTo>
                  <a:lnTo>
                    <a:pt x="4158694" y="1797996"/>
                  </a:lnTo>
                  <a:lnTo>
                    <a:pt x="4160405" y="1697651"/>
                  </a:lnTo>
                  <a:lnTo>
                    <a:pt x="4162116" y="1783862"/>
                  </a:lnTo>
                  <a:lnTo>
                    <a:pt x="4163828" y="1906196"/>
                  </a:lnTo>
                  <a:lnTo>
                    <a:pt x="4165539" y="2069687"/>
                  </a:lnTo>
                  <a:lnTo>
                    <a:pt x="4167251" y="2202268"/>
                  </a:lnTo>
                  <a:lnTo>
                    <a:pt x="4168962" y="2202963"/>
                  </a:lnTo>
                  <a:lnTo>
                    <a:pt x="4170673" y="2291226"/>
                  </a:lnTo>
                  <a:lnTo>
                    <a:pt x="4172385" y="2408855"/>
                  </a:lnTo>
                  <a:lnTo>
                    <a:pt x="4174096" y="2490739"/>
                  </a:lnTo>
                  <a:lnTo>
                    <a:pt x="4175808" y="2494226"/>
                  </a:lnTo>
                  <a:lnTo>
                    <a:pt x="4177519" y="2549882"/>
                  </a:lnTo>
                  <a:lnTo>
                    <a:pt x="4179230" y="2657961"/>
                  </a:lnTo>
                  <a:lnTo>
                    <a:pt x="4180942" y="2705916"/>
                  </a:lnTo>
                  <a:lnTo>
                    <a:pt x="4182653" y="2686277"/>
                  </a:lnTo>
                  <a:lnTo>
                    <a:pt x="4184365" y="2656838"/>
                  </a:lnTo>
                  <a:lnTo>
                    <a:pt x="4186076" y="2675814"/>
                  </a:lnTo>
                  <a:lnTo>
                    <a:pt x="4187787" y="2710470"/>
                  </a:lnTo>
                  <a:lnTo>
                    <a:pt x="4189499" y="2740427"/>
                  </a:lnTo>
                  <a:lnTo>
                    <a:pt x="4191210" y="2784914"/>
                  </a:lnTo>
                  <a:lnTo>
                    <a:pt x="4192922" y="2771434"/>
                  </a:lnTo>
                  <a:lnTo>
                    <a:pt x="4194633" y="2810733"/>
                  </a:lnTo>
                  <a:lnTo>
                    <a:pt x="4196344" y="2832460"/>
                  </a:lnTo>
                  <a:lnTo>
                    <a:pt x="4198056" y="2824238"/>
                  </a:lnTo>
                  <a:lnTo>
                    <a:pt x="4199767" y="2852594"/>
                  </a:lnTo>
                  <a:lnTo>
                    <a:pt x="4201479" y="2879261"/>
                  </a:lnTo>
                  <a:lnTo>
                    <a:pt x="4203190" y="2874668"/>
                  </a:lnTo>
                  <a:lnTo>
                    <a:pt x="4204901" y="2815437"/>
                  </a:lnTo>
                  <a:lnTo>
                    <a:pt x="4206613" y="2788683"/>
                  </a:lnTo>
                  <a:lnTo>
                    <a:pt x="4208324" y="2715663"/>
                  </a:lnTo>
                  <a:lnTo>
                    <a:pt x="4210036" y="2704454"/>
                  </a:lnTo>
                  <a:lnTo>
                    <a:pt x="4211747" y="2693544"/>
                  </a:lnTo>
                  <a:lnTo>
                    <a:pt x="4213458" y="2728455"/>
                  </a:lnTo>
                  <a:lnTo>
                    <a:pt x="4215170" y="2756140"/>
                  </a:lnTo>
                  <a:lnTo>
                    <a:pt x="4216881" y="2718911"/>
                  </a:lnTo>
                  <a:lnTo>
                    <a:pt x="4218592" y="2659970"/>
                  </a:lnTo>
                  <a:lnTo>
                    <a:pt x="4220304" y="2601116"/>
                  </a:lnTo>
                  <a:lnTo>
                    <a:pt x="4222015" y="2596273"/>
                  </a:lnTo>
                  <a:lnTo>
                    <a:pt x="4223727" y="2541035"/>
                  </a:lnTo>
                  <a:lnTo>
                    <a:pt x="4225438" y="2499012"/>
                  </a:lnTo>
                  <a:lnTo>
                    <a:pt x="4227149" y="2554670"/>
                  </a:lnTo>
                  <a:lnTo>
                    <a:pt x="4228861" y="2635893"/>
                  </a:lnTo>
                  <a:lnTo>
                    <a:pt x="4230572" y="2679286"/>
                  </a:lnTo>
                  <a:lnTo>
                    <a:pt x="4232284" y="2659576"/>
                  </a:lnTo>
                  <a:lnTo>
                    <a:pt x="4233995" y="2728078"/>
                  </a:lnTo>
                  <a:lnTo>
                    <a:pt x="4235706" y="2786180"/>
                  </a:lnTo>
                  <a:lnTo>
                    <a:pt x="4237418" y="2707949"/>
                  </a:lnTo>
                  <a:lnTo>
                    <a:pt x="4239129" y="2753103"/>
                  </a:lnTo>
                  <a:lnTo>
                    <a:pt x="4240841" y="2772016"/>
                  </a:lnTo>
                  <a:lnTo>
                    <a:pt x="4242552" y="2686693"/>
                  </a:lnTo>
                  <a:lnTo>
                    <a:pt x="4244263" y="2507133"/>
                  </a:lnTo>
                  <a:lnTo>
                    <a:pt x="4245975" y="2395642"/>
                  </a:lnTo>
                  <a:lnTo>
                    <a:pt x="4247686" y="2459528"/>
                  </a:lnTo>
                  <a:lnTo>
                    <a:pt x="4249398" y="2452796"/>
                  </a:lnTo>
                  <a:lnTo>
                    <a:pt x="4251109" y="2460553"/>
                  </a:lnTo>
                  <a:lnTo>
                    <a:pt x="4252820" y="2539909"/>
                  </a:lnTo>
                  <a:lnTo>
                    <a:pt x="4254532" y="2655924"/>
                  </a:lnTo>
                  <a:lnTo>
                    <a:pt x="4256243" y="2714712"/>
                  </a:lnTo>
                  <a:lnTo>
                    <a:pt x="4257955" y="2708840"/>
                  </a:lnTo>
                  <a:lnTo>
                    <a:pt x="4259666" y="2732767"/>
                  </a:lnTo>
                  <a:lnTo>
                    <a:pt x="4261377" y="2697024"/>
                  </a:lnTo>
                  <a:lnTo>
                    <a:pt x="4263089" y="2581609"/>
                  </a:lnTo>
                  <a:lnTo>
                    <a:pt x="4264800" y="2520519"/>
                  </a:lnTo>
                  <a:lnTo>
                    <a:pt x="4266512" y="2449172"/>
                  </a:lnTo>
                  <a:lnTo>
                    <a:pt x="4268223" y="2360286"/>
                  </a:lnTo>
                  <a:lnTo>
                    <a:pt x="4269934" y="2253348"/>
                  </a:lnTo>
                  <a:lnTo>
                    <a:pt x="4271646" y="2179797"/>
                  </a:lnTo>
                  <a:lnTo>
                    <a:pt x="4273357" y="2219703"/>
                  </a:lnTo>
                  <a:lnTo>
                    <a:pt x="4275069" y="2278528"/>
                  </a:lnTo>
                  <a:lnTo>
                    <a:pt x="4276780" y="2380654"/>
                  </a:lnTo>
                  <a:lnTo>
                    <a:pt x="4278491" y="2515846"/>
                  </a:lnTo>
                  <a:lnTo>
                    <a:pt x="4280203" y="2602809"/>
                  </a:lnTo>
                  <a:lnTo>
                    <a:pt x="4281914" y="2561042"/>
                  </a:lnTo>
                  <a:lnTo>
                    <a:pt x="4283626" y="2499681"/>
                  </a:lnTo>
                  <a:lnTo>
                    <a:pt x="4285337" y="2554120"/>
                  </a:lnTo>
                  <a:lnTo>
                    <a:pt x="4287048" y="2588248"/>
                  </a:lnTo>
                  <a:lnTo>
                    <a:pt x="4288760" y="2495633"/>
                  </a:lnTo>
                  <a:lnTo>
                    <a:pt x="4290471" y="2405131"/>
                  </a:lnTo>
                  <a:lnTo>
                    <a:pt x="4292183" y="2481564"/>
                  </a:lnTo>
                  <a:lnTo>
                    <a:pt x="4293894" y="2644444"/>
                  </a:lnTo>
                  <a:lnTo>
                    <a:pt x="4295605" y="2666664"/>
                  </a:lnTo>
                  <a:lnTo>
                    <a:pt x="4297317" y="2606767"/>
                  </a:lnTo>
                  <a:lnTo>
                    <a:pt x="4299028" y="2543259"/>
                  </a:lnTo>
                  <a:lnTo>
                    <a:pt x="4300740" y="2551627"/>
                  </a:lnTo>
                  <a:lnTo>
                    <a:pt x="4302451" y="2581805"/>
                  </a:lnTo>
                  <a:lnTo>
                    <a:pt x="4304162" y="2509641"/>
                  </a:lnTo>
                  <a:lnTo>
                    <a:pt x="4305874" y="2345693"/>
                  </a:lnTo>
                  <a:lnTo>
                    <a:pt x="4307585" y="2250516"/>
                  </a:lnTo>
                  <a:lnTo>
                    <a:pt x="4309297" y="2287477"/>
                  </a:lnTo>
                  <a:lnTo>
                    <a:pt x="4311008" y="2274629"/>
                  </a:lnTo>
                  <a:lnTo>
                    <a:pt x="4312719" y="2157544"/>
                  </a:lnTo>
                  <a:lnTo>
                    <a:pt x="4314431" y="2072035"/>
                  </a:lnTo>
                  <a:lnTo>
                    <a:pt x="4316142" y="2109842"/>
                  </a:lnTo>
                  <a:lnTo>
                    <a:pt x="4317854" y="2167134"/>
                  </a:lnTo>
                  <a:lnTo>
                    <a:pt x="4319565" y="2182924"/>
                  </a:lnTo>
                  <a:lnTo>
                    <a:pt x="4321276" y="2218861"/>
                  </a:lnTo>
                  <a:lnTo>
                    <a:pt x="4322988" y="2238168"/>
                  </a:lnTo>
                  <a:lnTo>
                    <a:pt x="4324699" y="2234149"/>
                  </a:lnTo>
                  <a:lnTo>
                    <a:pt x="4326410" y="2207937"/>
                  </a:lnTo>
                  <a:lnTo>
                    <a:pt x="4328122" y="2214425"/>
                  </a:lnTo>
                  <a:lnTo>
                    <a:pt x="4329833" y="2255442"/>
                  </a:lnTo>
                  <a:lnTo>
                    <a:pt x="4331545" y="2267405"/>
                  </a:lnTo>
                  <a:lnTo>
                    <a:pt x="4333256" y="2316872"/>
                  </a:lnTo>
                  <a:lnTo>
                    <a:pt x="4334967" y="2337578"/>
                  </a:lnTo>
                  <a:lnTo>
                    <a:pt x="4336679" y="2446561"/>
                  </a:lnTo>
                  <a:lnTo>
                    <a:pt x="4338390" y="2550367"/>
                  </a:lnTo>
                  <a:lnTo>
                    <a:pt x="4340102" y="2562585"/>
                  </a:lnTo>
                  <a:lnTo>
                    <a:pt x="4341813" y="2496219"/>
                  </a:lnTo>
                  <a:lnTo>
                    <a:pt x="4343524" y="2367304"/>
                  </a:lnTo>
                  <a:lnTo>
                    <a:pt x="4345236" y="2243544"/>
                  </a:lnTo>
                  <a:lnTo>
                    <a:pt x="4346947" y="1968962"/>
                  </a:lnTo>
                  <a:lnTo>
                    <a:pt x="4348659" y="1695575"/>
                  </a:lnTo>
                  <a:lnTo>
                    <a:pt x="4350370" y="1573607"/>
                  </a:lnTo>
                  <a:lnTo>
                    <a:pt x="4352081" y="1666187"/>
                  </a:lnTo>
                  <a:lnTo>
                    <a:pt x="4353793" y="1846377"/>
                  </a:lnTo>
                  <a:lnTo>
                    <a:pt x="4355504" y="2024673"/>
                  </a:lnTo>
                  <a:lnTo>
                    <a:pt x="4357216" y="2187443"/>
                  </a:lnTo>
                  <a:lnTo>
                    <a:pt x="4358927" y="2434747"/>
                  </a:lnTo>
                  <a:lnTo>
                    <a:pt x="4360638" y="2603220"/>
                  </a:lnTo>
                  <a:lnTo>
                    <a:pt x="4362350" y="2566649"/>
                  </a:lnTo>
                  <a:lnTo>
                    <a:pt x="4364061" y="2529051"/>
                  </a:lnTo>
                  <a:lnTo>
                    <a:pt x="4365773" y="2542430"/>
                  </a:lnTo>
                  <a:lnTo>
                    <a:pt x="4367484" y="2726409"/>
                  </a:lnTo>
                  <a:lnTo>
                    <a:pt x="4369195" y="2780922"/>
                  </a:lnTo>
                  <a:lnTo>
                    <a:pt x="4370907" y="2810063"/>
                  </a:lnTo>
                  <a:lnTo>
                    <a:pt x="4372618" y="2911365"/>
                  </a:lnTo>
                  <a:lnTo>
                    <a:pt x="4374330" y="2958315"/>
                  </a:lnTo>
                  <a:lnTo>
                    <a:pt x="4376041" y="2986231"/>
                  </a:lnTo>
                  <a:lnTo>
                    <a:pt x="4377752" y="2930620"/>
                  </a:lnTo>
                  <a:lnTo>
                    <a:pt x="4379464" y="2884599"/>
                  </a:lnTo>
                  <a:lnTo>
                    <a:pt x="4381175" y="2786077"/>
                  </a:lnTo>
                  <a:lnTo>
                    <a:pt x="4382887" y="2729224"/>
                  </a:lnTo>
                  <a:lnTo>
                    <a:pt x="4384598" y="2760761"/>
                  </a:lnTo>
                  <a:lnTo>
                    <a:pt x="4386309" y="2807798"/>
                  </a:lnTo>
                  <a:lnTo>
                    <a:pt x="4388021" y="2791780"/>
                  </a:lnTo>
                  <a:lnTo>
                    <a:pt x="4389732" y="2774224"/>
                  </a:lnTo>
                  <a:lnTo>
                    <a:pt x="4391444" y="2834108"/>
                  </a:lnTo>
                  <a:lnTo>
                    <a:pt x="4393155" y="2747367"/>
                  </a:lnTo>
                  <a:lnTo>
                    <a:pt x="4394866" y="2582013"/>
                  </a:lnTo>
                  <a:lnTo>
                    <a:pt x="4396578" y="2436644"/>
                  </a:lnTo>
                  <a:lnTo>
                    <a:pt x="4398289" y="2338724"/>
                  </a:lnTo>
                  <a:lnTo>
                    <a:pt x="4400001" y="2208539"/>
                  </a:lnTo>
                  <a:lnTo>
                    <a:pt x="4401712" y="2045158"/>
                  </a:lnTo>
                  <a:lnTo>
                    <a:pt x="4403423" y="2051698"/>
                  </a:lnTo>
                  <a:lnTo>
                    <a:pt x="4405135" y="2128280"/>
                  </a:lnTo>
                  <a:lnTo>
                    <a:pt x="4406846" y="2186168"/>
                  </a:lnTo>
                  <a:lnTo>
                    <a:pt x="4408558" y="2198972"/>
                  </a:lnTo>
                  <a:lnTo>
                    <a:pt x="4410269" y="2235526"/>
                  </a:lnTo>
                  <a:lnTo>
                    <a:pt x="4411980" y="2247782"/>
                  </a:lnTo>
                  <a:lnTo>
                    <a:pt x="4413692" y="2180370"/>
                  </a:lnTo>
                  <a:lnTo>
                    <a:pt x="4415403" y="2133606"/>
                  </a:lnTo>
                  <a:lnTo>
                    <a:pt x="4417115" y="2061914"/>
                  </a:lnTo>
                  <a:lnTo>
                    <a:pt x="4418826" y="2018901"/>
                  </a:lnTo>
                  <a:lnTo>
                    <a:pt x="4420537" y="2019670"/>
                  </a:lnTo>
                  <a:lnTo>
                    <a:pt x="4422249" y="2176844"/>
                  </a:lnTo>
                  <a:lnTo>
                    <a:pt x="4423960" y="2333521"/>
                  </a:lnTo>
                  <a:lnTo>
                    <a:pt x="4425672" y="2383792"/>
                  </a:lnTo>
                  <a:lnTo>
                    <a:pt x="4427383" y="2434689"/>
                  </a:lnTo>
                  <a:lnTo>
                    <a:pt x="4429094" y="2535754"/>
                  </a:lnTo>
                  <a:lnTo>
                    <a:pt x="4430806" y="2547552"/>
                  </a:lnTo>
                  <a:lnTo>
                    <a:pt x="4432517" y="2526078"/>
                  </a:lnTo>
                  <a:lnTo>
                    <a:pt x="4434228" y="2561764"/>
                  </a:lnTo>
                  <a:lnTo>
                    <a:pt x="4435940" y="2597726"/>
                  </a:lnTo>
                  <a:lnTo>
                    <a:pt x="4437651" y="2721277"/>
                  </a:lnTo>
                  <a:lnTo>
                    <a:pt x="4439363" y="2847069"/>
                  </a:lnTo>
                  <a:lnTo>
                    <a:pt x="4441074" y="2873448"/>
                  </a:lnTo>
                  <a:lnTo>
                    <a:pt x="4442785" y="2733405"/>
                  </a:lnTo>
                  <a:lnTo>
                    <a:pt x="4444497" y="2615954"/>
                  </a:lnTo>
                  <a:lnTo>
                    <a:pt x="4446208" y="2628379"/>
                  </a:lnTo>
                  <a:lnTo>
                    <a:pt x="4447920" y="2523883"/>
                  </a:lnTo>
                  <a:lnTo>
                    <a:pt x="4449631" y="2365811"/>
                  </a:lnTo>
                  <a:lnTo>
                    <a:pt x="4451342" y="2448106"/>
                  </a:lnTo>
                  <a:lnTo>
                    <a:pt x="4453054" y="2604359"/>
                  </a:lnTo>
                  <a:lnTo>
                    <a:pt x="4454765" y="2618007"/>
                  </a:lnTo>
                  <a:lnTo>
                    <a:pt x="4456477" y="2618897"/>
                  </a:lnTo>
                  <a:lnTo>
                    <a:pt x="4458188" y="2596761"/>
                  </a:lnTo>
                  <a:lnTo>
                    <a:pt x="4459899" y="2652517"/>
                  </a:lnTo>
                  <a:lnTo>
                    <a:pt x="4461611" y="2666373"/>
                  </a:lnTo>
                  <a:lnTo>
                    <a:pt x="4463322" y="2639517"/>
                  </a:lnTo>
                  <a:lnTo>
                    <a:pt x="4465034" y="2701997"/>
                  </a:lnTo>
                  <a:lnTo>
                    <a:pt x="4466745" y="2747199"/>
                  </a:lnTo>
                  <a:lnTo>
                    <a:pt x="4468456" y="2780157"/>
                  </a:lnTo>
                  <a:lnTo>
                    <a:pt x="4470168" y="2677603"/>
                  </a:lnTo>
                  <a:lnTo>
                    <a:pt x="4471879" y="2505731"/>
                  </a:lnTo>
                  <a:lnTo>
                    <a:pt x="4473591" y="2358419"/>
                  </a:lnTo>
                  <a:lnTo>
                    <a:pt x="4475302" y="2243301"/>
                  </a:lnTo>
                  <a:lnTo>
                    <a:pt x="4477013" y="2167324"/>
                  </a:lnTo>
                  <a:lnTo>
                    <a:pt x="4478725" y="2253191"/>
                  </a:lnTo>
                  <a:lnTo>
                    <a:pt x="4480436" y="2384043"/>
                  </a:lnTo>
                  <a:lnTo>
                    <a:pt x="4482148" y="2393233"/>
                  </a:lnTo>
                  <a:lnTo>
                    <a:pt x="4483859" y="2409998"/>
                  </a:lnTo>
                  <a:lnTo>
                    <a:pt x="4485570" y="2433639"/>
                  </a:lnTo>
                  <a:lnTo>
                    <a:pt x="4487282" y="2368936"/>
                  </a:lnTo>
                  <a:lnTo>
                    <a:pt x="4488993" y="2170997"/>
                  </a:lnTo>
                  <a:lnTo>
                    <a:pt x="4490705" y="2043519"/>
                  </a:lnTo>
                  <a:lnTo>
                    <a:pt x="4492416" y="2103859"/>
                  </a:lnTo>
                  <a:lnTo>
                    <a:pt x="4494127" y="2189885"/>
                  </a:lnTo>
                  <a:lnTo>
                    <a:pt x="4495839" y="2160164"/>
                  </a:lnTo>
                  <a:lnTo>
                    <a:pt x="4497550" y="2162497"/>
                  </a:lnTo>
                  <a:lnTo>
                    <a:pt x="4499262" y="2313739"/>
                  </a:lnTo>
                  <a:lnTo>
                    <a:pt x="4500973" y="2467851"/>
                  </a:lnTo>
                  <a:lnTo>
                    <a:pt x="4502684" y="2530900"/>
                  </a:lnTo>
                  <a:lnTo>
                    <a:pt x="4504396" y="2524913"/>
                  </a:lnTo>
                  <a:lnTo>
                    <a:pt x="4506107" y="2523688"/>
                  </a:lnTo>
                  <a:lnTo>
                    <a:pt x="4507819" y="2486931"/>
                  </a:lnTo>
                  <a:lnTo>
                    <a:pt x="4509530" y="2482715"/>
                  </a:lnTo>
                  <a:lnTo>
                    <a:pt x="4511241" y="2380914"/>
                  </a:lnTo>
                  <a:lnTo>
                    <a:pt x="4512953" y="2338156"/>
                  </a:lnTo>
                  <a:lnTo>
                    <a:pt x="4514664" y="2412252"/>
                  </a:lnTo>
                  <a:lnTo>
                    <a:pt x="4516376" y="2503299"/>
                  </a:lnTo>
                  <a:lnTo>
                    <a:pt x="4518087" y="2617423"/>
                  </a:lnTo>
                  <a:lnTo>
                    <a:pt x="4519798" y="2604011"/>
                  </a:lnTo>
                  <a:lnTo>
                    <a:pt x="4521510" y="2653306"/>
                  </a:lnTo>
                  <a:lnTo>
                    <a:pt x="4523221" y="2681995"/>
                  </a:lnTo>
                  <a:lnTo>
                    <a:pt x="4524933" y="2697663"/>
                  </a:lnTo>
                  <a:lnTo>
                    <a:pt x="4526644" y="2734713"/>
                  </a:lnTo>
                  <a:lnTo>
                    <a:pt x="4528355" y="2710300"/>
                  </a:lnTo>
                  <a:lnTo>
                    <a:pt x="4530067" y="2655236"/>
                  </a:lnTo>
                  <a:lnTo>
                    <a:pt x="4531778" y="2662154"/>
                  </a:lnTo>
                  <a:lnTo>
                    <a:pt x="4533489" y="2694104"/>
                  </a:lnTo>
                  <a:lnTo>
                    <a:pt x="4535201" y="2693823"/>
                  </a:lnTo>
                  <a:lnTo>
                    <a:pt x="4536912" y="2721186"/>
                  </a:lnTo>
                  <a:lnTo>
                    <a:pt x="4538624" y="2797966"/>
                  </a:lnTo>
                  <a:lnTo>
                    <a:pt x="4540335" y="2918234"/>
                  </a:lnTo>
                  <a:lnTo>
                    <a:pt x="4542046" y="2993602"/>
                  </a:lnTo>
                  <a:lnTo>
                    <a:pt x="4543758" y="3034511"/>
                  </a:lnTo>
                  <a:lnTo>
                    <a:pt x="4545469" y="3034930"/>
                  </a:lnTo>
                  <a:lnTo>
                    <a:pt x="4547181" y="3063993"/>
                  </a:lnTo>
                  <a:lnTo>
                    <a:pt x="4548892" y="3116972"/>
                  </a:lnTo>
                  <a:lnTo>
                    <a:pt x="4548892" y="3116972"/>
                  </a:lnTo>
                  <a:lnTo>
                    <a:pt x="4550603" y="3116972"/>
                  </a:lnTo>
                  <a:lnTo>
                    <a:pt x="4552315" y="3116972"/>
                  </a:lnTo>
                  <a:lnTo>
                    <a:pt x="4554026" y="3116972"/>
                  </a:lnTo>
                  <a:lnTo>
                    <a:pt x="4555738" y="3116972"/>
                  </a:lnTo>
                  <a:lnTo>
                    <a:pt x="4557449" y="3116972"/>
                  </a:lnTo>
                  <a:lnTo>
                    <a:pt x="4559160" y="3116972"/>
                  </a:lnTo>
                  <a:lnTo>
                    <a:pt x="4560872" y="3109169"/>
                  </a:lnTo>
                  <a:lnTo>
                    <a:pt x="4562583" y="3098011"/>
                  </a:lnTo>
                  <a:lnTo>
                    <a:pt x="4564295" y="3089474"/>
                  </a:lnTo>
                  <a:lnTo>
                    <a:pt x="4566006" y="3077585"/>
                  </a:lnTo>
                  <a:lnTo>
                    <a:pt x="4567717" y="3056125"/>
                  </a:lnTo>
                  <a:lnTo>
                    <a:pt x="4569429" y="2967283"/>
                  </a:lnTo>
                  <a:lnTo>
                    <a:pt x="4571140" y="2892040"/>
                  </a:lnTo>
                  <a:lnTo>
                    <a:pt x="4572852" y="2863187"/>
                  </a:lnTo>
                  <a:lnTo>
                    <a:pt x="4574563" y="2832341"/>
                  </a:lnTo>
                  <a:lnTo>
                    <a:pt x="4576274" y="2890586"/>
                  </a:lnTo>
                  <a:lnTo>
                    <a:pt x="4577986" y="2963731"/>
                  </a:lnTo>
                  <a:lnTo>
                    <a:pt x="4579697" y="3001953"/>
                  </a:lnTo>
                  <a:lnTo>
                    <a:pt x="4581409" y="3100332"/>
                  </a:lnTo>
                  <a:lnTo>
                    <a:pt x="4583120" y="3116972"/>
                  </a:lnTo>
                  <a:lnTo>
                    <a:pt x="4583120" y="3116972"/>
                  </a:lnTo>
                  <a:lnTo>
                    <a:pt x="4584831" y="3116972"/>
                  </a:lnTo>
                  <a:lnTo>
                    <a:pt x="4586543" y="3049763"/>
                  </a:lnTo>
                  <a:lnTo>
                    <a:pt x="4588254" y="2920857"/>
                  </a:lnTo>
                  <a:lnTo>
                    <a:pt x="4589966" y="2794708"/>
                  </a:lnTo>
                  <a:lnTo>
                    <a:pt x="4591677" y="2669470"/>
                  </a:lnTo>
                  <a:lnTo>
                    <a:pt x="4593388" y="2581155"/>
                  </a:lnTo>
                  <a:lnTo>
                    <a:pt x="4595100" y="2468004"/>
                  </a:lnTo>
                  <a:lnTo>
                    <a:pt x="4596811" y="2430865"/>
                  </a:lnTo>
                  <a:lnTo>
                    <a:pt x="4598523" y="2482448"/>
                  </a:lnTo>
                  <a:lnTo>
                    <a:pt x="4600234" y="2614316"/>
                  </a:lnTo>
                  <a:lnTo>
                    <a:pt x="4601945" y="2671013"/>
                  </a:lnTo>
                  <a:lnTo>
                    <a:pt x="4603657" y="2629704"/>
                  </a:lnTo>
                  <a:lnTo>
                    <a:pt x="4605368" y="2680667"/>
                  </a:lnTo>
                  <a:lnTo>
                    <a:pt x="4607080" y="2755458"/>
                  </a:lnTo>
                  <a:lnTo>
                    <a:pt x="4608791" y="2739040"/>
                  </a:lnTo>
                  <a:lnTo>
                    <a:pt x="4610502" y="2627406"/>
                  </a:lnTo>
                  <a:lnTo>
                    <a:pt x="4612214" y="2542603"/>
                  </a:lnTo>
                  <a:lnTo>
                    <a:pt x="4613925" y="2564269"/>
                  </a:lnTo>
                  <a:lnTo>
                    <a:pt x="4615637" y="2666818"/>
                  </a:lnTo>
                  <a:lnTo>
                    <a:pt x="4617348" y="2705256"/>
                  </a:lnTo>
                  <a:lnTo>
                    <a:pt x="4619059" y="2677483"/>
                  </a:lnTo>
                  <a:lnTo>
                    <a:pt x="4620771" y="2717793"/>
                  </a:lnTo>
                  <a:lnTo>
                    <a:pt x="4622482" y="2841930"/>
                  </a:lnTo>
                  <a:lnTo>
                    <a:pt x="4624194" y="2837645"/>
                  </a:lnTo>
                  <a:lnTo>
                    <a:pt x="4625905" y="2717169"/>
                  </a:lnTo>
                  <a:lnTo>
                    <a:pt x="4627616" y="2678289"/>
                  </a:lnTo>
                  <a:lnTo>
                    <a:pt x="4629328" y="2796191"/>
                  </a:lnTo>
                  <a:lnTo>
                    <a:pt x="4631039" y="2875901"/>
                  </a:lnTo>
                  <a:lnTo>
                    <a:pt x="4632751" y="2806232"/>
                  </a:lnTo>
                  <a:lnTo>
                    <a:pt x="4634462" y="2814450"/>
                  </a:lnTo>
                  <a:lnTo>
                    <a:pt x="4636173" y="2811465"/>
                  </a:lnTo>
                  <a:lnTo>
                    <a:pt x="4637885" y="2759559"/>
                  </a:lnTo>
                  <a:lnTo>
                    <a:pt x="4639596" y="2601972"/>
                  </a:lnTo>
                  <a:lnTo>
                    <a:pt x="4641307" y="2498610"/>
                  </a:lnTo>
                  <a:lnTo>
                    <a:pt x="4643019" y="2546321"/>
                  </a:lnTo>
                  <a:lnTo>
                    <a:pt x="4644730" y="2575270"/>
                  </a:lnTo>
                  <a:lnTo>
                    <a:pt x="4646442" y="2518857"/>
                  </a:lnTo>
                  <a:lnTo>
                    <a:pt x="4648153" y="2423659"/>
                  </a:lnTo>
                  <a:lnTo>
                    <a:pt x="4649864" y="2393542"/>
                  </a:lnTo>
                  <a:lnTo>
                    <a:pt x="4651576" y="2292931"/>
                  </a:lnTo>
                  <a:lnTo>
                    <a:pt x="4653287" y="2155521"/>
                  </a:lnTo>
                  <a:lnTo>
                    <a:pt x="4654999" y="2089618"/>
                  </a:lnTo>
                  <a:lnTo>
                    <a:pt x="4656710" y="2220123"/>
                  </a:lnTo>
                  <a:lnTo>
                    <a:pt x="4658421" y="2437330"/>
                  </a:lnTo>
                  <a:lnTo>
                    <a:pt x="4660133" y="2582537"/>
                  </a:lnTo>
                  <a:lnTo>
                    <a:pt x="4661844" y="2780126"/>
                  </a:lnTo>
                  <a:lnTo>
                    <a:pt x="4663556" y="2952266"/>
                  </a:lnTo>
                  <a:lnTo>
                    <a:pt x="4665267" y="3015566"/>
                  </a:lnTo>
                  <a:lnTo>
                    <a:pt x="4666978" y="2962421"/>
                  </a:lnTo>
                  <a:lnTo>
                    <a:pt x="4668690" y="2869643"/>
                  </a:lnTo>
                  <a:lnTo>
                    <a:pt x="4670401" y="2766819"/>
                  </a:lnTo>
                  <a:lnTo>
                    <a:pt x="4672113" y="2746375"/>
                  </a:lnTo>
                  <a:lnTo>
                    <a:pt x="4673824" y="2710289"/>
                  </a:lnTo>
                  <a:lnTo>
                    <a:pt x="4675535" y="2668066"/>
                  </a:lnTo>
                  <a:lnTo>
                    <a:pt x="4677247" y="2653004"/>
                  </a:lnTo>
                  <a:lnTo>
                    <a:pt x="4678958" y="2622655"/>
                  </a:lnTo>
                  <a:lnTo>
                    <a:pt x="4680670" y="2623554"/>
                  </a:lnTo>
                  <a:lnTo>
                    <a:pt x="4682381" y="2628763"/>
                  </a:lnTo>
                  <a:lnTo>
                    <a:pt x="4684092" y="2662039"/>
                  </a:lnTo>
                  <a:lnTo>
                    <a:pt x="4685804" y="2710741"/>
                  </a:lnTo>
                  <a:lnTo>
                    <a:pt x="4687515" y="2715460"/>
                  </a:lnTo>
                  <a:lnTo>
                    <a:pt x="4689227" y="2777364"/>
                  </a:lnTo>
                  <a:lnTo>
                    <a:pt x="4690938" y="2904428"/>
                  </a:lnTo>
                  <a:lnTo>
                    <a:pt x="4692649" y="2980101"/>
                  </a:lnTo>
                  <a:lnTo>
                    <a:pt x="4694361" y="2997980"/>
                  </a:lnTo>
                  <a:lnTo>
                    <a:pt x="4696072" y="2974787"/>
                  </a:lnTo>
                  <a:lnTo>
                    <a:pt x="4697784" y="3010521"/>
                  </a:lnTo>
                  <a:lnTo>
                    <a:pt x="4699495" y="3015724"/>
                  </a:lnTo>
                  <a:lnTo>
                    <a:pt x="4701206" y="2946229"/>
                  </a:lnTo>
                  <a:lnTo>
                    <a:pt x="4702918" y="2841269"/>
                  </a:lnTo>
                  <a:lnTo>
                    <a:pt x="4704629" y="2734390"/>
                  </a:lnTo>
                  <a:lnTo>
                    <a:pt x="4706341" y="2675052"/>
                  </a:lnTo>
                  <a:lnTo>
                    <a:pt x="4708052" y="2576966"/>
                  </a:lnTo>
                  <a:lnTo>
                    <a:pt x="4709763" y="2489481"/>
                  </a:lnTo>
                  <a:lnTo>
                    <a:pt x="4711475" y="2408499"/>
                  </a:lnTo>
                  <a:lnTo>
                    <a:pt x="4713186" y="2385446"/>
                  </a:lnTo>
                  <a:lnTo>
                    <a:pt x="4714898" y="2374316"/>
                  </a:lnTo>
                  <a:lnTo>
                    <a:pt x="4716609" y="2310486"/>
                  </a:lnTo>
                  <a:lnTo>
                    <a:pt x="4718320" y="2282431"/>
                  </a:lnTo>
                  <a:lnTo>
                    <a:pt x="4720032" y="2266996"/>
                  </a:lnTo>
                  <a:lnTo>
                    <a:pt x="4721743" y="2334472"/>
                  </a:lnTo>
                  <a:lnTo>
                    <a:pt x="4723455" y="2355517"/>
                  </a:lnTo>
                  <a:lnTo>
                    <a:pt x="4725166" y="2448491"/>
                  </a:lnTo>
                  <a:lnTo>
                    <a:pt x="4726877" y="2622528"/>
                  </a:lnTo>
                  <a:lnTo>
                    <a:pt x="4728589" y="2805242"/>
                  </a:lnTo>
                  <a:lnTo>
                    <a:pt x="4730300" y="2925845"/>
                  </a:lnTo>
                  <a:lnTo>
                    <a:pt x="4732012" y="2861568"/>
                  </a:lnTo>
                  <a:lnTo>
                    <a:pt x="4733723" y="2794683"/>
                  </a:lnTo>
                  <a:lnTo>
                    <a:pt x="4735434" y="2698454"/>
                  </a:lnTo>
                  <a:lnTo>
                    <a:pt x="4737146" y="2658446"/>
                  </a:lnTo>
                  <a:lnTo>
                    <a:pt x="4738857" y="2658448"/>
                  </a:lnTo>
                  <a:lnTo>
                    <a:pt x="4740569" y="2696785"/>
                  </a:lnTo>
                  <a:lnTo>
                    <a:pt x="4742280" y="2750941"/>
                  </a:lnTo>
                  <a:lnTo>
                    <a:pt x="4743991" y="2708998"/>
                  </a:lnTo>
                  <a:lnTo>
                    <a:pt x="4745703" y="2731290"/>
                  </a:lnTo>
                  <a:lnTo>
                    <a:pt x="4747414" y="2714098"/>
                  </a:lnTo>
                  <a:lnTo>
                    <a:pt x="4749125" y="2648081"/>
                  </a:lnTo>
                  <a:lnTo>
                    <a:pt x="4750837" y="2636475"/>
                  </a:lnTo>
                  <a:lnTo>
                    <a:pt x="4752548" y="2704455"/>
                  </a:lnTo>
                  <a:lnTo>
                    <a:pt x="4754260" y="2859812"/>
                  </a:lnTo>
                  <a:lnTo>
                    <a:pt x="4755971" y="2940906"/>
                  </a:lnTo>
                  <a:lnTo>
                    <a:pt x="4757682" y="2986775"/>
                  </a:lnTo>
                  <a:lnTo>
                    <a:pt x="4759394" y="3072872"/>
                  </a:lnTo>
                  <a:lnTo>
                    <a:pt x="4761105" y="3091571"/>
                  </a:lnTo>
                  <a:lnTo>
                    <a:pt x="4762817" y="3055534"/>
                  </a:lnTo>
                  <a:lnTo>
                    <a:pt x="4764528" y="3001963"/>
                  </a:lnTo>
                  <a:lnTo>
                    <a:pt x="4766239" y="2972394"/>
                  </a:lnTo>
                  <a:lnTo>
                    <a:pt x="4767951" y="2993182"/>
                  </a:lnTo>
                  <a:lnTo>
                    <a:pt x="4769662" y="3007521"/>
                  </a:lnTo>
                  <a:lnTo>
                    <a:pt x="4771374" y="3014368"/>
                  </a:lnTo>
                  <a:lnTo>
                    <a:pt x="4773085" y="3037583"/>
                  </a:lnTo>
                  <a:lnTo>
                    <a:pt x="4774796" y="2966747"/>
                  </a:lnTo>
                  <a:lnTo>
                    <a:pt x="4776508" y="2901944"/>
                  </a:lnTo>
                  <a:lnTo>
                    <a:pt x="4778219" y="2709655"/>
                  </a:lnTo>
                  <a:lnTo>
                    <a:pt x="4779931" y="2553281"/>
                  </a:lnTo>
                  <a:lnTo>
                    <a:pt x="4781642" y="2531410"/>
                  </a:lnTo>
                  <a:lnTo>
                    <a:pt x="4783353" y="2472937"/>
                  </a:lnTo>
                  <a:lnTo>
                    <a:pt x="4785065" y="2574972"/>
                  </a:lnTo>
                  <a:lnTo>
                    <a:pt x="4786776" y="2695485"/>
                  </a:lnTo>
                  <a:lnTo>
                    <a:pt x="4788488" y="2867321"/>
                  </a:lnTo>
                  <a:lnTo>
                    <a:pt x="4790199" y="2967036"/>
                  </a:lnTo>
                  <a:lnTo>
                    <a:pt x="4791910" y="2892947"/>
                  </a:lnTo>
                  <a:lnTo>
                    <a:pt x="4793622" y="2817943"/>
                  </a:lnTo>
                  <a:lnTo>
                    <a:pt x="4795333" y="2750990"/>
                  </a:lnTo>
                  <a:lnTo>
                    <a:pt x="4797045" y="2713302"/>
                  </a:lnTo>
                  <a:lnTo>
                    <a:pt x="4798756" y="2683478"/>
                  </a:lnTo>
                  <a:lnTo>
                    <a:pt x="4800467" y="2653395"/>
                  </a:lnTo>
                  <a:lnTo>
                    <a:pt x="4802179" y="2744055"/>
                  </a:lnTo>
                  <a:lnTo>
                    <a:pt x="4803890" y="2924662"/>
                  </a:lnTo>
                  <a:lnTo>
                    <a:pt x="4805602" y="3013988"/>
                  </a:lnTo>
                  <a:lnTo>
                    <a:pt x="4807313" y="3010039"/>
                  </a:lnTo>
                  <a:lnTo>
                    <a:pt x="4809024" y="2957385"/>
                  </a:lnTo>
                  <a:lnTo>
                    <a:pt x="4810736" y="2894021"/>
                  </a:lnTo>
                  <a:lnTo>
                    <a:pt x="4812447" y="2832832"/>
                  </a:lnTo>
                  <a:lnTo>
                    <a:pt x="4814159" y="2778187"/>
                  </a:lnTo>
                  <a:lnTo>
                    <a:pt x="4815870" y="2702591"/>
                  </a:lnTo>
                  <a:lnTo>
                    <a:pt x="4817581" y="2649766"/>
                  </a:lnTo>
                  <a:lnTo>
                    <a:pt x="4819293" y="2690937"/>
                  </a:lnTo>
                  <a:lnTo>
                    <a:pt x="4821004" y="2741486"/>
                  </a:lnTo>
                  <a:lnTo>
                    <a:pt x="4822716" y="2765347"/>
                  </a:lnTo>
                  <a:lnTo>
                    <a:pt x="4824427" y="2701397"/>
                  </a:lnTo>
                  <a:lnTo>
                    <a:pt x="4826138" y="2719230"/>
                  </a:lnTo>
                  <a:lnTo>
                    <a:pt x="4827850" y="2779852"/>
                  </a:lnTo>
                  <a:lnTo>
                    <a:pt x="4829561" y="2814671"/>
                  </a:lnTo>
                  <a:lnTo>
                    <a:pt x="4831273" y="2842267"/>
                  </a:lnTo>
                  <a:lnTo>
                    <a:pt x="4832984" y="2779393"/>
                  </a:lnTo>
                  <a:lnTo>
                    <a:pt x="4834695" y="2767932"/>
                  </a:lnTo>
                  <a:lnTo>
                    <a:pt x="4836407" y="2696881"/>
                  </a:lnTo>
                  <a:lnTo>
                    <a:pt x="4838118" y="2486457"/>
                  </a:lnTo>
                  <a:lnTo>
                    <a:pt x="4839830" y="2290470"/>
                  </a:lnTo>
                  <a:lnTo>
                    <a:pt x="4841541" y="2195656"/>
                  </a:lnTo>
                  <a:lnTo>
                    <a:pt x="4843252" y="2219959"/>
                  </a:lnTo>
                  <a:lnTo>
                    <a:pt x="4844964" y="2281720"/>
                  </a:lnTo>
                  <a:lnTo>
                    <a:pt x="4846675" y="2377395"/>
                  </a:lnTo>
                  <a:lnTo>
                    <a:pt x="4848387" y="2575680"/>
                  </a:lnTo>
                  <a:lnTo>
                    <a:pt x="4850098" y="2690933"/>
                  </a:lnTo>
                  <a:lnTo>
                    <a:pt x="4851809" y="2673417"/>
                  </a:lnTo>
                  <a:lnTo>
                    <a:pt x="4853521" y="2628619"/>
                  </a:lnTo>
                  <a:lnTo>
                    <a:pt x="4855232" y="2653550"/>
                  </a:lnTo>
                  <a:lnTo>
                    <a:pt x="4856943" y="2701457"/>
                  </a:lnTo>
                  <a:lnTo>
                    <a:pt x="4858655" y="2647406"/>
                  </a:lnTo>
                  <a:lnTo>
                    <a:pt x="4860366" y="2648469"/>
                  </a:lnTo>
                  <a:lnTo>
                    <a:pt x="4862078" y="2787611"/>
                  </a:lnTo>
                  <a:lnTo>
                    <a:pt x="4863789" y="2894301"/>
                  </a:lnTo>
                  <a:lnTo>
                    <a:pt x="4865500" y="2814683"/>
                  </a:lnTo>
                  <a:lnTo>
                    <a:pt x="4867212" y="2730426"/>
                  </a:lnTo>
                  <a:lnTo>
                    <a:pt x="4868923" y="2743559"/>
                  </a:lnTo>
                  <a:lnTo>
                    <a:pt x="4870635" y="2676749"/>
                  </a:lnTo>
                  <a:lnTo>
                    <a:pt x="4872346" y="2547971"/>
                  </a:lnTo>
                  <a:lnTo>
                    <a:pt x="4874057" y="2397983"/>
                  </a:lnTo>
                  <a:lnTo>
                    <a:pt x="4875769" y="2355685"/>
                  </a:lnTo>
                  <a:lnTo>
                    <a:pt x="4877480" y="2310291"/>
                  </a:lnTo>
                  <a:lnTo>
                    <a:pt x="4879192" y="2320497"/>
                  </a:lnTo>
                  <a:lnTo>
                    <a:pt x="4880903" y="2406015"/>
                  </a:lnTo>
                  <a:lnTo>
                    <a:pt x="4882614" y="2419561"/>
                  </a:lnTo>
                  <a:lnTo>
                    <a:pt x="4884326" y="2430487"/>
                  </a:lnTo>
                  <a:lnTo>
                    <a:pt x="4886037" y="2430979"/>
                  </a:lnTo>
                  <a:lnTo>
                    <a:pt x="4887749" y="2397186"/>
                  </a:lnTo>
                  <a:lnTo>
                    <a:pt x="4889460" y="2265265"/>
                  </a:lnTo>
                  <a:lnTo>
                    <a:pt x="4891171" y="2209093"/>
                  </a:lnTo>
                  <a:lnTo>
                    <a:pt x="4892883" y="2221153"/>
                  </a:lnTo>
                  <a:lnTo>
                    <a:pt x="4894594" y="2201883"/>
                  </a:lnTo>
                  <a:lnTo>
                    <a:pt x="4896306" y="2224143"/>
                  </a:lnTo>
                  <a:lnTo>
                    <a:pt x="4898017" y="2259377"/>
                  </a:lnTo>
                  <a:lnTo>
                    <a:pt x="4899728" y="2350439"/>
                  </a:lnTo>
                  <a:lnTo>
                    <a:pt x="4901440" y="2327573"/>
                  </a:lnTo>
                  <a:lnTo>
                    <a:pt x="4903151" y="2309836"/>
                  </a:lnTo>
                  <a:lnTo>
                    <a:pt x="4904863" y="2338717"/>
                  </a:lnTo>
                  <a:lnTo>
                    <a:pt x="4906574" y="2288541"/>
                  </a:lnTo>
                  <a:lnTo>
                    <a:pt x="4908285" y="2314698"/>
                  </a:lnTo>
                  <a:lnTo>
                    <a:pt x="4909997" y="2390714"/>
                  </a:lnTo>
                  <a:lnTo>
                    <a:pt x="4911708" y="2530720"/>
                  </a:lnTo>
                  <a:lnTo>
                    <a:pt x="4913420" y="2648906"/>
                  </a:lnTo>
                  <a:lnTo>
                    <a:pt x="4915131" y="2722884"/>
                  </a:lnTo>
                  <a:lnTo>
                    <a:pt x="4916842" y="2826187"/>
                  </a:lnTo>
                  <a:lnTo>
                    <a:pt x="4918554" y="2875709"/>
                  </a:lnTo>
                  <a:lnTo>
                    <a:pt x="4920265" y="2789937"/>
                  </a:lnTo>
                  <a:lnTo>
                    <a:pt x="4921977" y="2683957"/>
                  </a:lnTo>
                  <a:lnTo>
                    <a:pt x="4923688" y="2661669"/>
                  </a:lnTo>
                  <a:lnTo>
                    <a:pt x="4925399" y="2671437"/>
                  </a:lnTo>
                  <a:lnTo>
                    <a:pt x="4927111" y="2670622"/>
                  </a:lnTo>
                  <a:lnTo>
                    <a:pt x="4928822" y="2631797"/>
                  </a:lnTo>
                  <a:lnTo>
                    <a:pt x="4930534" y="2657017"/>
                  </a:lnTo>
                  <a:lnTo>
                    <a:pt x="4932245" y="2737005"/>
                  </a:lnTo>
                  <a:lnTo>
                    <a:pt x="4933956" y="2772745"/>
                  </a:lnTo>
                  <a:lnTo>
                    <a:pt x="4935668" y="2823822"/>
                  </a:lnTo>
                  <a:lnTo>
                    <a:pt x="4937379" y="2853439"/>
                  </a:lnTo>
                  <a:lnTo>
                    <a:pt x="4939091" y="2869647"/>
                  </a:lnTo>
                  <a:lnTo>
                    <a:pt x="4940802" y="2943739"/>
                  </a:lnTo>
                  <a:lnTo>
                    <a:pt x="4942513" y="3005036"/>
                  </a:lnTo>
                  <a:lnTo>
                    <a:pt x="4944225" y="2972841"/>
                  </a:lnTo>
                  <a:lnTo>
                    <a:pt x="4945936" y="2887907"/>
                  </a:lnTo>
                  <a:lnTo>
                    <a:pt x="4947648" y="2892923"/>
                  </a:lnTo>
                  <a:lnTo>
                    <a:pt x="4949359" y="2928526"/>
                  </a:lnTo>
                  <a:lnTo>
                    <a:pt x="4951070" y="2902160"/>
                  </a:lnTo>
                  <a:lnTo>
                    <a:pt x="4952782" y="2810359"/>
                  </a:lnTo>
                  <a:lnTo>
                    <a:pt x="4954493" y="2800107"/>
                  </a:lnTo>
                  <a:lnTo>
                    <a:pt x="4956204" y="2824664"/>
                  </a:lnTo>
                  <a:lnTo>
                    <a:pt x="4957916" y="2823840"/>
                  </a:lnTo>
                  <a:lnTo>
                    <a:pt x="4959627" y="2842474"/>
                  </a:lnTo>
                  <a:lnTo>
                    <a:pt x="4961339" y="2847881"/>
                  </a:lnTo>
                  <a:lnTo>
                    <a:pt x="4963050" y="2733261"/>
                  </a:lnTo>
                  <a:lnTo>
                    <a:pt x="4964761" y="2507743"/>
                  </a:lnTo>
                  <a:lnTo>
                    <a:pt x="4966473" y="2372831"/>
                  </a:lnTo>
                  <a:lnTo>
                    <a:pt x="4968184" y="2200205"/>
                  </a:lnTo>
                  <a:lnTo>
                    <a:pt x="4969896" y="2101433"/>
                  </a:lnTo>
                  <a:lnTo>
                    <a:pt x="4971607" y="2098487"/>
                  </a:lnTo>
                  <a:lnTo>
                    <a:pt x="4973318" y="2128939"/>
                  </a:lnTo>
                  <a:lnTo>
                    <a:pt x="4975030" y="2163692"/>
                  </a:lnTo>
                  <a:lnTo>
                    <a:pt x="4976741" y="2108545"/>
                  </a:lnTo>
                  <a:lnTo>
                    <a:pt x="4978453" y="2089561"/>
                  </a:lnTo>
                  <a:lnTo>
                    <a:pt x="4980164" y="1983511"/>
                  </a:lnTo>
                  <a:lnTo>
                    <a:pt x="4981875" y="1880179"/>
                  </a:lnTo>
                  <a:lnTo>
                    <a:pt x="4983587" y="1928946"/>
                  </a:lnTo>
                  <a:lnTo>
                    <a:pt x="4985298" y="2025321"/>
                  </a:lnTo>
                  <a:lnTo>
                    <a:pt x="4987010" y="2101449"/>
                  </a:lnTo>
                  <a:lnTo>
                    <a:pt x="4988721" y="2226643"/>
                  </a:lnTo>
                  <a:lnTo>
                    <a:pt x="4990432" y="2305083"/>
                  </a:lnTo>
                  <a:lnTo>
                    <a:pt x="4992144" y="2204517"/>
                  </a:lnTo>
                  <a:lnTo>
                    <a:pt x="4993855" y="2115482"/>
                  </a:lnTo>
                  <a:lnTo>
                    <a:pt x="4995567" y="2199531"/>
                  </a:lnTo>
                  <a:lnTo>
                    <a:pt x="4997278" y="2326939"/>
                  </a:lnTo>
                  <a:lnTo>
                    <a:pt x="4998989" y="2316425"/>
                  </a:lnTo>
                  <a:lnTo>
                    <a:pt x="5000701" y="2306039"/>
                  </a:lnTo>
                  <a:lnTo>
                    <a:pt x="5002412" y="2257629"/>
                  </a:lnTo>
                  <a:lnTo>
                    <a:pt x="5004124" y="2101917"/>
                  </a:lnTo>
                  <a:lnTo>
                    <a:pt x="5005835" y="1955829"/>
                  </a:lnTo>
                  <a:lnTo>
                    <a:pt x="5007546" y="1898225"/>
                  </a:lnTo>
                  <a:lnTo>
                    <a:pt x="5009258" y="1771519"/>
                  </a:lnTo>
                  <a:lnTo>
                    <a:pt x="5010969" y="1656163"/>
                  </a:lnTo>
                  <a:lnTo>
                    <a:pt x="5012681" y="1754418"/>
                  </a:lnTo>
                  <a:lnTo>
                    <a:pt x="5014392" y="2021924"/>
                  </a:lnTo>
                  <a:lnTo>
                    <a:pt x="5016103" y="2071822"/>
                  </a:lnTo>
                  <a:lnTo>
                    <a:pt x="5017815" y="1998288"/>
                  </a:lnTo>
                  <a:lnTo>
                    <a:pt x="5019526" y="2005313"/>
                  </a:lnTo>
                  <a:lnTo>
                    <a:pt x="5021238" y="2001383"/>
                  </a:lnTo>
                  <a:lnTo>
                    <a:pt x="5022949" y="1917159"/>
                  </a:lnTo>
                  <a:lnTo>
                    <a:pt x="5024660" y="1723382"/>
                  </a:lnTo>
                  <a:lnTo>
                    <a:pt x="5026372" y="1668571"/>
                  </a:lnTo>
                  <a:lnTo>
                    <a:pt x="5028083" y="1673205"/>
                  </a:lnTo>
                  <a:lnTo>
                    <a:pt x="5029795" y="1796488"/>
                  </a:lnTo>
                  <a:lnTo>
                    <a:pt x="5031506" y="2015035"/>
                  </a:lnTo>
                  <a:lnTo>
                    <a:pt x="5033217" y="2169275"/>
                  </a:lnTo>
                  <a:lnTo>
                    <a:pt x="5034929" y="2341486"/>
                  </a:lnTo>
                  <a:lnTo>
                    <a:pt x="5036640" y="2535871"/>
                  </a:lnTo>
                  <a:lnTo>
                    <a:pt x="5038352" y="2684211"/>
                  </a:lnTo>
                  <a:lnTo>
                    <a:pt x="5040063" y="2684864"/>
                  </a:lnTo>
                  <a:lnTo>
                    <a:pt x="5041774" y="2596230"/>
                  </a:lnTo>
                  <a:lnTo>
                    <a:pt x="5043486" y="2517697"/>
                  </a:lnTo>
                  <a:lnTo>
                    <a:pt x="5045197" y="2401307"/>
                  </a:lnTo>
                  <a:lnTo>
                    <a:pt x="5046909" y="2222003"/>
                  </a:lnTo>
                  <a:lnTo>
                    <a:pt x="5048620" y="2092282"/>
                  </a:lnTo>
                  <a:lnTo>
                    <a:pt x="5050331" y="2095604"/>
                  </a:lnTo>
                  <a:lnTo>
                    <a:pt x="5052043" y="2213921"/>
                  </a:lnTo>
                  <a:lnTo>
                    <a:pt x="5053754" y="2402246"/>
                  </a:lnTo>
                  <a:lnTo>
                    <a:pt x="5055466" y="2609339"/>
                  </a:lnTo>
                  <a:lnTo>
                    <a:pt x="5057177" y="2798048"/>
                  </a:lnTo>
                  <a:lnTo>
                    <a:pt x="5058888" y="2957068"/>
                  </a:lnTo>
                  <a:lnTo>
                    <a:pt x="5060600" y="3017635"/>
                  </a:lnTo>
                  <a:lnTo>
                    <a:pt x="5062311" y="2900695"/>
                  </a:lnTo>
                  <a:lnTo>
                    <a:pt x="5064022" y="2749539"/>
                  </a:lnTo>
                  <a:lnTo>
                    <a:pt x="5065734" y="2601269"/>
                  </a:lnTo>
                  <a:lnTo>
                    <a:pt x="5067445" y="2526628"/>
                  </a:lnTo>
                  <a:lnTo>
                    <a:pt x="5069157" y="2519749"/>
                  </a:lnTo>
                  <a:lnTo>
                    <a:pt x="5070868" y="2468390"/>
                  </a:lnTo>
                  <a:lnTo>
                    <a:pt x="5072579" y="2470621"/>
                  </a:lnTo>
                  <a:lnTo>
                    <a:pt x="5074291" y="2531854"/>
                  </a:lnTo>
                  <a:lnTo>
                    <a:pt x="5076002" y="2623643"/>
                  </a:lnTo>
                  <a:lnTo>
                    <a:pt x="5077714" y="2692732"/>
                  </a:lnTo>
                  <a:lnTo>
                    <a:pt x="5079425" y="2621188"/>
                  </a:lnTo>
                  <a:lnTo>
                    <a:pt x="5081136" y="2621884"/>
                  </a:lnTo>
                  <a:lnTo>
                    <a:pt x="5082848" y="2738848"/>
                  </a:lnTo>
                  <a:lnTo>
                    <a:pt x="5084559" y="2848141"/>
                  </a:lnTo>
                  <a:lnTo>
                    <a:pt x="5086271" y="2901231"/>
                  </a:lnTo>
                  <a:lnTo>
                    <a:pt x="5087982" y="2829924"/>
                  </a:lnTo>
                  <a:lnTo>
                    <a:pt x="5089693" y="2697442"/>
                  </a:lnTo>
                  <a:lnTo>
                    <a:pt x="5091405" y="2560476"/>
                  </a:lnTo>
                  <a:lnTo>
                    <a:pt x="5093116" y="2379339"/>
                  </a:lnTo>
                  <a:lnTo>
                    <a:pt x="5094828" y="2195162"/>
                  </a:lnTo>
                  <a:lnTo>
                    <a:pt x="5096539" y="2038501"/>
                  </a:lnTo>
                  <a:lnTo>
                    <a:pt x="5098250" y="2086996"/>
                  </a:lnTo>
                  <a:lnTo>
                    <a:pt x="5099962" y="2226114"/>
                  </a:lnTo>
                  <a:lnTo>
                    <a:pt x="5101673" y="2328300"/>
                  </a:lnTo>
                  <a:lnTo>
                    <a:pt x="5103385" y="2426767"/>
                  </a:lnTo>
                  <a:lnTo>
                    <a:pt x="5105096" y="2501543"/>
                  </a:lnTo>
                  <a:lnTo>
                    <a:pt x="5106807" y="2614796"/>
                  </a:lnTo>
                  <a:lnTo>
                    <a:pt x="5108519" y="2565870"/>
                  </a:lnTo>
                  <a:lnTo>
                    <a:pt x="5110230" y="2592049"/>
                  </a:lnTo>
                  <a:lnTo>
                    <a:pt x="5111942" y="2735086"/>
                  </a:lnTo>
                  <a:lnTo>
                    <a:pt x="5113653" y="2850063"/>
                  </a:lnTo>
                  <a:lnTo>
                    <a:pt x="5115364" y="2940095"/>
                  </a:lnTo>
                  <a:lnTo>
                    <a:pt x="5117076" y="2986895"/>
                  </a:lnTo>
                  <a:lnTo>
                    <a:pt x="5118787" y="3064185"/>
                  </a:lnTo>
                  <a:lnTo>
                    <a:pt x="5120499" y="3116972"/>
                  </a:lnTo>
                  <a:lnTo>
                    <a:pt x="5120499" y="3116972"/>
                  </a:lnTo>
                  <a:lnTo>
                    <a:pt x="5122210" y="3116972"/>
                  </a:lnTo>
                  <a:lnTo>
                    <a:pt x="5123921" y="3116972"/>
                  </a:lnTo>
                  <a:lnTo>
                    <a:pt x="5125633" y="3116972"/>
                  </a:lnTo>
                  <a:lnTo>
                    <a:pt x="5127344" y="3098878"/>
                  </a:lnTo>
                  <a:lnTo>
                    <a:pt x="5129056" y="3086526"/>
                  </a:lnTo>
                  <a:lnTo>
                    <a:pt x="5130767" y="3040757"/>
                  </a:lnTo>
                  <a:lnTo>
                    <a:pt x="5132478" y="2896961"/>
                  </a:lnTo>
                  <a:lnTo>
                    <a:pt x="5134190" y="2772201"/>
                  </a:lnTo>
                  <a:lnTo>
                    <a:pt x="5135901" y="2640057"/>
                  </a:lnTo>
                  <a:lnTo>
                    <a:pt x="5137613" y="2472104"/>
                  </a:lnTo>
                  <a:lnTo>
                    <a:pt x="5139324" y="2288380"/>
                  </a:lnTo>
                  <a:lnTo>
                    <a:pt x="5141035" y="2238849"/>
                  </a:lnTo>
                  <a:lnTo>
                    <a:pt x="5142747" y="2326062"/>
                  </a:lnTo>
                  <a:lnTo>
                    <a:pt x="5144458" y="2445206"/>
                  </a:lnTo>
                  <a:lnTo>
                    <a:pt x="5146170" y="2543493"/>
                  </a:lnTo>
                  <a:lnTo>
                    <a:pt x="5147881" y="2760467"/>
                  </a:lnTo>
                  <a:lnTo>
                    <a:pt x="5149592" y="2901102"/>
                  </a:lnTo>
                  <a:lnTo>
                    <a:pt x="5151304" y="2894737"/>
                  </a:lnTo>
                  <a:lnTo>
                    <a:pt x="5153015" y="2879385"/>
                  </a:lnTo>
                  <a:lnTo>
                    <a:pt x="5154727" y="2881593"/>
                  </a:lnTo>
                  <a:lnTo>
                    <a:pt x="5156438" y="2903313"/>
                  </a:lnTo>
                  <a:lnTo>
                    <a:pt x="5158149" y="2881148"/>
                  </a:lnTo>
                  <a:lnTo>
                    <a:pt x="5159861" y="2860586"/>
                  </a:lnTo>
                  <a:lnTo>
                    <a:pt x="5161572" y="2816204"/>
                  </a:lnTo>
                  <a:lnTo>
                    <a:pt x="5163284" y="2808141"/>
                  </a:lnTo>
                  <a:lnTo>
                    <a:pt x="5164995" y="2811550"/>
                  </a:lnTo>
                  <a:lnTo>
                    <a:pt x="5166706" y="2811551"/>
                  </a:lnTo>
                  <a:lnTo>
                    <a:pt x="5168418" y="2814937"/>
                  </a:lnTo>
                  <a:lnTo>
                    <a:pt x="5170129" y="2890942"/>
                  </a:lnTo>
                  <a:lnTo>
                    <a:pt x="5171840" y="2972500"/>
                  </a:lnTo>
                  <a:lnTo>
                    <a:pt x="5173552" y="2967257"/>
                  </a:lnTo>
                  <a:lnTo>
                    <a:pt x="5175263" y="2926706"/>
                  </a:lnTo>
                  <a:lnTo>
                    <a:pt x="5176975" y="2880341"/>
                  </a:lnTo>
                  <a:lnTo>
                    <a:pt x="5178686" y="2848442"/>
                  </a:lnTo>
                  <a:lnTo>
                    <a:pt x="5180397" y="2797377"/>
                  </a:lnTo>
                  <a:lnTo>
                    <a:pt x="5182109" y="2815048"/>
                  </a:lnTo>
                  <a:lnTo>
                    <a:pt x="5183820" y="2869559"/>
                  </a:lnTo>
                  <a:lnTo>
                    <a:pt x="5185532" y="2910109"/>
                  </a:lnTo>
                  <a:lnTo>
                    <a:pt x="5187243" y="2911936"/>
                  </a:lnTo>
                  <a:lnTo>
                    <a:pt x="5188954" y="2896593"/>
                  </a:lnTo>
                  <a:lnTo>
                    <a:pt x="5190666" y="2947660"/>
                  </a:lnTo>
                  <a:lnTo>
                    <a:pt x="5192377" y="2966464"/>
                  </a:lnTo>
                  <a:lnTo>
                    <a:pt x="5194089" y="2966464"/>
                  </a:lnTo>
                  <a:lnTo>
                    <a:pt x="5195800" y="2966464"/>
                  </a:lnTo>
                  <a:lnTo>
                    <a:pt x="5197511" y="3011002"/>
                  </a:lnTo>
                  <a:lnTo>
                    <a:pt x="5199223" y="3058242"/>
                  </a:lnTo>
                  <a:lnTo>
                    <a:pt x="5200934" y="3058242"/>
                  </a:lnTo>
                  <a:lnTo>
                    <a:pt x="5202646" y="3058242"/>
                  </a:lnTo>
                  <a:lnTo>
                    <a:pt x="5204357" y="3058242"/>
                  </a:lnTo>
                  <a:lnTo>
                    <a:pt x="5206068" y="3058242"/>
                  </a:lnTo>
                  <a:lnTo>
                    <a:pt x="5207780" y="3058242"/>
                  </a:lnTo>
                  <a:lnTo>
                    <a:pt x="5209491" y="3058242"/>
                  </a:lnTo>
                  <a:lnTo>
                    <a:pt x="5211203" y="3058242"/>
                  </a:lnTo>
                  <a:lnTo>
                    <a:pt x="5212914" y="3058242"/>
                  </a:lnTo>
                  <a:lnTo>
                    <a:pt x="5214625" y="3058242"/>
                  </a:lnTo>
                  <a:lnTo>
                    <a:pt x="5216337" y="3058242"/>
                  </a:lnTo>
                  <a:lnTo>
                    <a:pt x="5218048" y="3058242"/>
                  </a:lnTo>
                  <a:lnTo>
                    <a:pt x="5219760" y="3058242"/>
                  </a:lnTo>
                  <a:lnTo>
                    <a:pt x="5221471" y="3058242"/>
                  </a:lnTo>
                  <a:lnTo>
                    <a:pt x="5223182" y="3058242"/>
                  </a:lnTo>
                  <a:lnTo>
                    <a:pt x="5224894" y="3062791"/>
                  </a:lnTo>
                  <a:lnTo>
                    <a:pt x="5226605" y="3038306"/>
                  </a:lnTo>
                  <a:lnTo>
                    <a:pt x="5228317" y="3028327"/>
                  </a:lnTo>
                  <a:lnTo>
                    <a:pt x="5230028" y="3034300"/>
                  </a:lnTo>
                  <a:lnTo>
                    <a:pt x="5231739" y="3021675"/>
                  </a:lnTo>
                  <a:lnTo>
                    <a:pt x="5233451" y="2943619"/>
                  </a:lnTo>
                  <a:lnTo>
                    <a:pt x="5235162" y="2870543"/>
                  </a:lnTo>
                  <a:lnTo>
                    <a:pt x="5236874" y="2801553"/>
                  </a:lnTo>
                  <a:lnTo>
                    <a:pt x="5238585" y="2711891"/>
                  </a:lnTo>
                  <a:lnTo>
                    <a:pt x="5240296" y="2657381"/>
                  </a:lnTo>
                  <a:lnTo>
                    <a:pt x="5242008" y="2624837"/>
                  </a:lnTo>
                  <a:lnTo>
                    <a:pt x="5243719" y="2702895"/>
                  </a:lnTo>
                  <a:lnTo>
                    <a:pt x="5245431" y="2771422"/>
                  </a:lnTo>
                  <a:lnTo>
                    <a:pt x="5247142" y="2864895"/>
                  </a:lnTo>
                  <a:lnTo>
                    <a:pt x="5248853" y="2964537"/>
                  </a:lnTo>
                  <a:lnTo>
                    <a:pt x="5250565" y="2956602"/>
                  </a:lnTo>
                  <a:lnTo>
                    <a:pt x="5252276" y="2967024"/>
                  </a:lnTo>
                  <a:lnTo>
                    <a:pt x="5253988" y="2967024"/>
                  </a:lnTo>
                  <a:lnTo>
                    <a:pt x="5255699" y="2944184"/>
                  </a:lnTo>
                  <a:lnTo>
                    <a:pt x="5257410" y="2933927"/>
                  </a:lnTo>
                  <a:lnTo>
                    <a:pt x="5259122" y="2936528"/>
                  </a:lnTo>
                  <a:lnTo>
                    <a:pt x="5260833" y="2992999"/>
                  </a:lnTo>
                  <a:lnTo>
                    <a:pt x="5262545" y="3027745"/>
                  </a:lnTo>
                  <a:lnTo>
                    <a:pt x="5264256" y="3026187"/>
                  </a:lnTo>
                  <a:lnTo>
                    <a:pt x="5265967" y="2935877"/>
                  </a:lnTo>
                  <a:lnTo>
                    <a:pt x="5267679" y="2824462"/>
                  </a:lnTo>
                  <a:lnTo>
                    <a:pt x="5269390" y="2818108"/>
                  </a:lnTo>
                  <a:lnTo>
                    <a:pt x="5271101" y="2803008"/>
                  </a:lnTo>
                  <a:lnTo>
                    <a:pt x="5272813" y="2762644"/>
                  </a:lnTo>
                  <a:lnTo>
                    <a:pt x="5274524" y="2730827"/>
                  </a:lnTo>
                  <a:lnTo>
                    <a:pt x="5276236" y="2836987"/>
                  </a:lnTo>
                  <a:lnTo>
                    <a:pt x="5277947" y="2958660"/>
                  </a:lnTo>
                  <a:lnTo>
                    <a:pt x="5279658" y="2928974"/>
                  </a:lnTo>
                  <a:lnTo>
                    <a:pt x="5281370" y="2866697"/>
                  </a:lnTo>
                  <a:lnTo>
                    <a:pt x="5283081" y="2850804"/>
                  </a:lnTo>
                  <a:lnTo>
                    <a:pt x="5284793" y="2872159"/>
                  </a:lnTo>
                  <a:lnTo>
                    <a:pt x="5286504" y="2879150"/>
                  </a:lnTo>
                  <a:lnTo>
                    <a:pt x="5288215" y="2855206"/>
                  </a:lnTo>
                  <a:lnTo>
                    <a:pt x="5289927" y="2875901"/>
                  </a:lnTo>
                  <a:lnTo>
                    <a:pt x="5291638" y="2983888"/>
                  </a:lnTo>
                  <a:lnTo>
                    <a:pt x="5293350" y="3091148"/>
                  </a:lnTo>
                  <a:lnTo>
                    <a:pt x="5295061" y="3116972"/>
                  </a:lnTo>
                  <a:lnTo>
                    <a:pt x="5295061" y="3116972"/>
                  </a:lnTo>
                  <a:lnTo>
                    <a:pt x="5296772" y="3116972"/>
                  </a:lnTo>
                  <a:lnTo>
                    <a:pt x="5298484" y="3116972"/>
                  </a:lnTo>
                  <a:lnTo>
                    <a:pt x="5300195" y="3116972"/>
                  </a:lnTo>
                  <a:lnTo>
                    <a:pt x="5301907" y="3116972"/>
                  </a:lnTo>
                  <a:lnTo>
                    <a:pt x="5303618" y="3116972"/>
                  </a:lnTo>
                  <a:lnTo>
                    <a:pt x="5305329" y="3116972"/>
                  </a:lnTo>
                  <a:lnTo>
                    <a:pt x="5307041" y="3039240"/>
                  </a:lnTo>
                  <a:lnTo>
                    <a:pt x="5308752" y="2943502"/>
                  </a:lnTo>
                  <a:lnTo>
                    <a:pt x="5310464" y="2881308"/>
                  </a:lnTo>
                  <a:lnTo>
                    <a:pt x="5312175" y="2892676"/>
                  </a:lnTo>
                  <a:lnTo>
                    <a:pt x="5313886" y="2960731"/>
                  </a:lnTo>
                  <a:lnTo>
                    <a:pt x="5315598" y="2999542"/>
                  </a:lnTo>
                  <a:lnTo>
                    <a:pt x="5317309" y="3072394"/>
                  </a:lnTo>
                  <a:lnTo>
                    <a:pt x="5319021" y="3116972"/>
                  </a:lnTo>
                  <a:lnTo>
                    <a:pt x="5319021" y="3116972"/>
                  </a:lnTo>
                  <a:lnTo>
                    <a:pt x="5320732" y="3116972"/>
                  </a:lnTo>
                  <a:lnTo>
                    <a:pt x="5322443" y="3116972"/>
                  </a:lnTo>
                  <a:lnTo>
                    <a:pt x="5324155" y="3116972"/>
                  </a:lnTo>
                  <a:lnTo>
                    <a:pt x="5325866" y="3062603"/>
                  </a:lnTo>
                  <a:lnTo>
                    <a:pt x="5327578" y="3022917"/>
                  </a:lnTo>
                  <a:lnTo>
                    <a:pt x="5329289" y="2995781"/>
                  </a:lnTo>
                  <a:lnTo>
                    <a:pt x="5331000" y="2964368"/>
                  </a:lnTo>
                  <a:lnTo>
                    <a:pt x="5332712" y="2964368"/>
                  </a:lnTo>
                  <a:lnTo>
                    <a:pt x="5334423" y="2972194"/>
                  </a:lnTo>
                  <a:lnTo>
                    <a:pt x="5336135" y="2964919"/>
                  </a:lnTo>
                  <a:lnTo>
                    <a:pt x="5337846" y="2852038"/>
                  </a:lnTo>
                  <a:lnTo>
                    <a:pt x="5339557" y="2695834"/>
                  </a:lnTo>
                  <a:lnTo>
                    <a:pt x="5341269" y="2606623"/>
                  </a:lnTo>
                  <a:lnTo>
                    <a:pt x="5342980" y="2556769"/>
                  </a:lnTo>
                  <a:lnTo>
                    <a:pt x="5344692" y="2454313"/>
                  </a:lnTo>
                  <a:lnTo>
                    <a:pt x="5346403" y="2414882"/>
                  </a:lnTo>
                  <a:lnTo>
                    <a:pt x="5348114" y="2547522"/>
                  </a:lnTo>
                  <a:lnTo>
                    <a:pt x="5349826" y="2644015"/>
                  </a:lnTo>
                  <a:lnTo>
                    <a:pt x="5351537" y="2666321"/>
                  </a:lnTo>
                  <a:lnTo>
                    <a:pt x="5353249" y="2628430"/>
                  </a:lnTo>
                  <a:lnTo>
                    <a:pt x="5354960" y="2625602"/>
                  </a:lnTo>
                  <a:lnTo>
                    <a:pt x="5356671" y="2646075"/>
                  </a:lnTo>
                  <a:lnTo>
                    <a:pt x="5358383" y="2612929"/>
                  </a:lnTo>
                  <a:lnTo>
                    <a:pt x="5360094" y="2625814"/>
                  </a:lnTo>
                  <a:lnTo>
                    <a:pt x="5361806" y="2630882"/>
                  </a:lnTo>
                  <a:lnTo>
                    <a:pt x="5363517" y="2597783"/>
                  </a:lnTo>
                  <a:lnTo>
                    <a:pt x="5365228" y="2543972"/>
                  </a:lnTo>
                  <a:lnTo>
                    <a:pt x="5366940" y="2480140"/>
                  </a:lnTo>
                  <a:lnTo>
                    <a:pt x="5368651" y="2411050"/>
                  </a:lnTo>
                  <a:lnTo>
                    <a:pt x="5370363" y="2276297"/>
                  </a:lnTo>
                  <a:lnTo>
                    <a:pt x="5372074" y="2170689"/>
                  </a:lnTo>
                  <a:lnTo>
                    <a:pt x="5373785" y="2215899"/>
                  </a:lnTo>
                  <a:lnTo>
                    <a:pt x="5375497" y="2327827"/>
                  </a:lnTo>
                  <a:lnTo>
                    <a:pt x="5377208" y="2354221"/>
                  </a:lnTo>
                  <a:lnTo>
                    <a:pt x="5378919" y="2339417"/>
                  </a:lnTo>
                  <a:lnTo>
                    <a:pt x="5380631" y="2437718"/>
                  </a:lnTo>
                  <a:lnTo>
                    <a:pt x="5382342" y="2538704"/>
                  </a:lnTo>
                  <a:lnTo>
                    <a:pt x="5384054" y="2439599"/>
                  </a:lnTo>
                  <a:lnTo>
                    <a:pt x="5385765" y="2383221"/>
                  </a:lnTo>
                  <a:lnTo>
                    <a:pt x="5387476" y="2502082"/>
                  </a:lnTo>
                  <a:lnTo>
                    <a:pt x="5389188" y="2585373"/>
                  </a:lnTo>
                  <a:lnTo>
                    <a:pt x="5390899" y="2664100"/>
                  </a:lnTo>
                  <a:lnTo>
                    <a:pt x="5392611" y="2673648"/>
                  </a:lnTo>
                  <a:lnTo>
                    <a:pt x="5394322" y="2834461"/>
                  </a:lnTo>
                  <a:lnTo>
                    <a:pt x="5396033" y="2934865"/>
                  </a:lnTo>
                  <a:lnTo>
                    <a:pt x="5397745" y="2825883"/>
                  </a:lnTo>
                  <a:lnTo>
                    <a:pt x="5399456" y="2868289"/>
                  </a:lnTo>
                  <a:lnTo>
                    <a:pt x="5401168" y="2896393"/>
                  </a:lnTo>
                  <a:lnTo>
                    <a:pt x="5402879" y="2921413"/>
                  </a:lnTo>
                  <a:lnTo>
                    <a:pt x="5404590" y="2842837"/>
                  </a:lnTo>
                  <a:lnTo>
                    <a:pt x="5406302" y="2787660"/>
                  </a:lnTo>
                  <a:lnTo>
                    <a:pt x="5408013" y="2859077"/>
                  </a:lnTo>
                  <a:lnTo>
                    <a:pt x="5409725" y="2754033"/>
                  </a:lnTo>
                  <a:lnTo>
                    <a:pt x="5411436" y="2635654"/>
                  </a:lnTo>
                  <a:lnTo>
                    <a:pt x="5413147" y="2670355"/>
                  </a:lnTo>
                  <a:lnTo>
                    <a:pt x="5414859" y="2798641"/>
                  </a:lnTo>
                  <a:lnTo>
                    <a:pt x="5416570" y="2876915"/>
                  </a:lnTo>
                  <a:lnTo>
                    <a:pt x="5418282" y="2905648"/>
                  </a:lnTo>
                  <a:lnTo>
                    <a:pt x="5419993" y="3021961"/>
                  </a:lnTo>
                  <a:lnTo>
                    <a:pt x="5421704" y="3116794"/>
                  </a:lnTo>
                  <a:lnTo>
                    <a:pt x="5423416" y="3097084"/>
                  </a:lnTo>
                  <a:lnTo>
                    <a:pt x="5425127" y="3016571"/>
                  </a:lnTo>
                  <a:lnTo>
                    <a:pt x="5426839" y="2993350"/>
                  </a:lnTo>
                  <a:lnTo>
                    <a:pt x="5428550" y="2984190"/>
                  </a:lnTo>
                  <a:lnTo>
                    <a:pt x="5430261" y="3002615"/>
                  </a:lnTo>
                  <a:lnTo>
                    <a:pt x="5431973" y="2989371"/>
                  </a:lnTo>
                  <a:lnTo>
                    <a:pt x="5433684" y="2945893"/>
                  </a:lnTo>
                  <a:lnTo>
                    <a:pt x="5435396" y="2972842"/>
                  </a:lnTo>
                  <a:lnTo>
                    <a:pt x="5437107" y="2978703"/>
                  </a:lnTo>
                  <a:lnTo>
                    <a:pt x="5438818" y="3023055"/>
                  </a:lnTo>
                  <a:lnTo>
                    <a:pt x="5440530" y="3007734"/>
                  </a:lnTo>
                  <a:lnTo>
                    <a:pt x="5442241" y="2980429"/>
                  </a:lnTo>
                  <a:lnTo>
                    <a:pt x="5443953" y="2962083"/>
                  </a:lnTo>
                  <a:lnTo>
                    <a:pt x="5445664" y="2929443"/>
                  </a:lnTo>
                  <a:lnTo>
                    <a:pt x="5447375" y="2883319"/>
                  </a:lnTo>
                  <a:lnTo>
                    <a:pt x="5449087" y="2778705"/>
                  </a:lnTo>
                  <a:lnTo>
                    <a:pt x="5450798" y="2731548"/>
                  </a:lnTo>
                  <a:lnTo>
                    <a:pt x="5452510" y="2793345"/>
                  </a:lnTo>
                  <a:lnTo>
                    <a:pt x="5454221" y="2872345"/>
                  </a:lnTo>
                  <a:lnTo>
                    <a:pt x="5455932" y="2846331"/>
                  </a:lnTo>
                  <a:lnTo>
                    <a:pt x="5457644" y="2806119"/>
                  </a:lnTo>
                  <a:lnTo>
                    <a:pt x="5459355" y="2806309"/>
                  </a:lnTo>
                  <a:lnTo>
                    <a:pt x="5461067" y="2791984"/>
                  </a:lnTo>
                  <a:lnTo>
                    <a:pt x="5462778" y="2637253"/>
                  </a:lnTo>
                  <a:lnTo>
                    <a:pt x="5464489" y="2519871"/>
                  </a:lnTo>
                  <a:lnTo>
                    <a:pt x="5466201" y="2589620"/>
                  </a:lnTo>
                  <a:lnTo>
                    <a:pt x="5467912" y="2669129"/>
                  </a:lnTo>
                  <a:lnTo>
                    <a:pt x="5469624" y="2711888"/>
                  </a:lnTo>
                  <a:lnTo>
                    <a:pt x="5471335" y="2671299"/>
                  </a:lnTo>
                  <a:lnTo>
                    <a:pt x="5473046" y="2721403"/>
                  </a:lnTo>
                  <a:lnTo>
                    <a:pt x="5474758" y="2838369"/>
                  </a:lnTo>
                  <a:lnTo>
                    <a:pt x="5476469" y="2837927"/>
                  </a:lnTo>
                  <a:lnTo>
                    <a:pt x="5478181" y="2754903"/>
                  </a:lnTo>
                  <a:lnTo>
                    <a:pt x="5479892" y="2664398"/>
                  </a:lnTo>
                  <a:lnTo>
                    <a:pt x="5481603" y="2674818"/>
                  </a:lnTo>
                  <a:lnTo>
                    <a:pt x="5483315" y="2657450"/>
                  </a:lnTo>
                  <a:lnTo>
                    <a:pt x="5485026" y="2589981"/>
                  </a:lnTo>
                  <a:lnTo>
                    <a:pt x="5486737" y="2578308"/>
                  </a:lnTo>
                  <a:lnTo>
                    <a:pt x="5488449" y="2677815"/>
                  </a:lnTo>
                  <a:lnTo>
                    <a:pt x="5490160" y="2754645"/>
                  </a:lnTo>
                  <a:lnTo>
                    <a:pt x="5491872" y="2745355"/>
                  </a:lnTo>
                  <a:lnTo>
                    <a:pt x="5493583" y="2741412"/>
                  </a:lnTo>
                  <a:lnTo>
                    <a:pt x="5495294" y="2723339"/>
                  </a:lnTo>
                  <a:lnTo>
                    <a:pt x="5497006" y="2736680"/>
                  </a:lnTo>
                  <a:lnTo>
                    <a:pt x="5498717" y="2671610"/>
                  </a:lnTo>
                  <a:lnTo>
                    <a:pt x="5500429" y="2673131"/>
                  </a:lnTo>
                  <a:lnTo>
                    <a:pt x="5502140" y="2749866"/>
                  </a:lnTo>
                  <a:lnTo>
                    <a:pt x="5503851" y="2787243"/>
                  </a:lnTo>
                  <a:lnTo>
                    <a:pt x="5505563" y="2879840"/>
                  </a:lnTo>
                  <a:lnTo>
                    <a:pt x="5507274" y="2890641"/>
                  </a:lnTo>
                  <a:lnTo>
                    <a:pt x="5508986" y="2943464"/>
                  </a:lnTo>
                  <a:lnTo>
                    <a:pt x="5510697" y="2957441"/>
                  </a:lnTo>
                  <a:lnTo>
                    <a:pt x="5512408" y="2877403"/>
                  </a:lnTo>
                  <a:lnTo>
                    <a:pt x="5514120" y="2847985"/>
                  </a:lnTo>
                  <a:lnTo>
                    <a:pt x="5515831" y="2815186"/>
                  </a:lnTo>
                  <a:lnTo>
                    <a:pt x="5517543" y="2809848"/>
                  </a:lnTo>
                  <a:lnTo>
                    <a:pt x="5519254" y="2798292"/>
                  </a:lnTo>
                  <a:lnTo>
                    <a:pt x="5520965" y="2682439"/>
                  </a:lnTo>
                  <a:lnTo>
                    <a:pt x="5522677" y="2542980"/>
                  </a:lnTo>
                  <a:lnTo>
                    <a:pt x="5524388" y="2374925"/>
                  </a:lnTo>
                  <a:lnTo>
                    <a:pt x="5526100" y="2230302"/>
                  </a:lnTo>
                  <a:lnTo>
                    <a:pt x="5527811" y="2202918"/>
                  </a:lnTo>
                  <a:lnTo>
                    <a:pt x="5529522" y="2157310"/>
                  </a:lnTo>
                  <a:lnTo>
                    <a:pt x="5531234" y="2132409"/>
                  </a:lnTo>
                  <a:lnTo>
                    <a:pt x="5532945" y="2125335"/>
                  </a:lnTo>
                  <a:lnTo>
                    <a:pt x="5534657" y="2122968"/>
                  </a:lnTo>
                  <a:lnTo>
                    <a:pt x="5536368" y="2018504"/>
                  </a:lnTo>
                  <a:lnTo>
                    <a:pt x="5538079" y="1850188"/>
                  </a:lnTo>
                  <a:lnTo>
                    <a:pt x="5539791" y="1771946"/>
                  </a:lnTo>
                  <a:lnTo>
                    <a:pt x="5541502" y="1830864"/>
                  </a:lnTo>
                  <a:lnTo>
                    <a:pt x="5543214" y="1936121"/>
                  </a:lnTo>
                  <a:lnTo>
                    <a:pt x="5544925" y="2061067"/>
                  </a:lnTo>
                  <a:lnTo>
                    <a:pt x="5546636" y="2221751"/>
                  </a:lnTo>
                  <a:lnTo>
                    <a:pt x="5548348" y="2362627"/>
                  </a:lnTo>
                  <a:lnTo>
                    <a:pt x="5550059" y="2415863"/>
                  </a:lnTo>
                  <a:lnTo>
                    <a:pt x="5551771" y="2441416"/>
                  </a:lnTo>
                  <a:lnTo>
                    <a:pt x="5553482" y="2575727"/>
                  </a:lnTo>
                  <a:lnTo>
                    <a:pt x="5555193" y="2721515"/>
                  </a:lnTo>
                  <a:lnTo>
                    <a:pt x="5556905" y="2878332"/>
                  </a:lnTo>
                  <a:lnTo>
                    <a:pt x="5558616" y="2889305"/>
                  </a:lnTo>
                  <a:lnTo>
                    <a:pt x="5560328" y="2870246"/>
                  </a:lnTo>
                  <a:lnTo>
                    <a:pt x="5562039" y="2898942"/>
                  </a:lnTo>
                  <a:lnTo>
                    <a:pt x="5563750" y="2830202"/>
                  </a:lnTo>
                  <a:lnTo>
                    <a:pt x="5565462" y="2646641"/>
                  </a:lnTo>
                  <a:lnTo>
                    <a:pt x="5567173" y="2516296"/>
                  </a:lnTo>
                  <a:lnTo>
                    <a:pt x="5568885" y="2479372"/>
                  </a:lnTo>
                  <a:lnTo>
                    <a:pt x="5570596" y="2469728"/>
                  </a:lnTo>
                  <a:lnTo>
                    <a:pt x="5572307" y="2433853"/>
                  </a:lnTo>
                  <a:lnTo>
                    <a:pt x="5574019" y="2472660"/>
                  </a:lnTo>
                  <a:lnTo>
                    <a:pt x="5575730" y="2701708"/>
                  </a:lnTo>
                  <a:lnTo>
                    <a:pt x="5577442" y="2896530"/>
                  </a:lnTo>
                  <a:lnTo>
                    <a:pt x="5579153" y="2990140"/>
                  </a:lnTo>
                  <a:lnTo>
                    <a:pt x="5580864" y="3109235"/>
                  </a:lnTo>
                  <a:lnTo>
                    <a:pt x="5582576" y="3116972"/>
                  </a:lnTo>
                  <a:lnTo>
                    <a:pt x="5582576" y="3116972"/>
                  </a:lnTo>
                  <a:lnTo>
                    <a:pt x="5584287" y="3116972"/>
                  </a:lnTo>
                  <a:lnTo>
                    <a:pt x="5585999" y="3089518"/>
                  </a:lnTo>
                  <a:lnTo>
                    <a:pt x="5587710" y="2914321"/>
                  </a:lnTo>
                  <a:lnTo>
                    <a:pt x="5589421" y="2837052"/>
                  </a:lnTo>
                  <a:lnTo>
                    <a:pt x="5591133" y="2779977"/>
                  </a:lnTo>
                  <a:lnTo>
                    <a:pt x="5592844" y="2753069"/>
                  </a:lnTo>
                  <a:lnTo>
                    <a:pt x="5594555" y="2749593"/>
                  </a:lnTo>
                  <a:lnTo>
                    <a:pt x="5596267" y="2784134"/>
                  </a:lnTo>
                  <a:lnTo>
                    <a:pt x="5597978" y="2789432"/>
                  </a:lnTo>
                  <a:lnTo>
                    <a:pt x="5599690" y="2826186"/>
                  </a:lnTo>
                  <a:lnTo>
                    <a:pt x="5601401" y="2867409"/>
                  </a:lnTo>
                  <a:lnTo>
                    <a:pt x="5603112" y="2923547"/>
                  </a:lnTo>
                  <a:lnTo>
                    <a:pt x="5604824" y="2933541"/>
                  </a:lnTo>
                  <a:lnTo>
                    <a:pt x="5606535" y="2971382"/>
                  </a:lnTo>
                  <a:lnTo>
                    <a:pt x="5608247" y="2984954"/>
                  </a:lnTo>
                  <a:lnTo>
                    <a:pt x="5609958" y="2946265"/>
                  </a:lnTo>
                  <a:lnTo>
                    <a:pt x="5611669" y="2899383"/>
                  </a:lnTo>
                  <a:lnTo>
                    <a:pt x="5613381" y="2881551"/>
                  </a:lnTo>
                  <a:lnTo>
                    <a:pt x="5615092" y="2876164"/>
                  </a:lnTo>
                  <a:lnTo>
                    <a:pt x="5616804" y="2878944"/>
                  </a:lnTo>
                  <a:lnTo>
                    <a:pt x="5618515" y="2928262"/>
                  </a:lnTo>
                  <a:lnTo>
                    <a:pt x="5620226" y="2994636"/>
                  </a:lnTo>
                  <a:lnTo>
                    <a:pt x="5621938" y="3049144"/>
                  </a:lnTo>
                  <a:lnTo>
                    <a:pt x="5623649" y="3058242"/>
                  </a:lnTo>
                  <a:lnTo>
                    <a:pt x="5625361" y="3058242"/>
                  </a:lnTo>
                  <a:lnTo>
                    <a:pt x="5627072" y="3058242"/>
                  </a:lnTo>
                  <a:lnTo>
                    <a:pt x="5628783" y="3058242"/>
                  </a:lnTo>
                  <a:lnTo>
                    <a:pt x="5630495" y="3058242"/>
                  </a:lnTo>
                  <a:lnTo>
                    <a:pt x="5632206" y="3072970"/>
                  </a:lnTo>
                  <a:lnTo>
                    <a:pt x="5633918" y="3009797"/>
                  </a:lnTo>
                  <a:lnTo>
                    <a:pt x="5635629" y="2977906"/>
                  </a:lnTo>
                  <a:lnTo>
                    <a:pt x="5637340" y="3010391"/>
                  </a:lnTo>
                  <a:lnTo>
                    <a:pt x="5639052" y="3013204"/>
                  </a:lnTo>
                  <a:lnTo>
                    <a:pt x="5640763" y="3013206"/>
                  </a:lnTo>
                  <a:lnTo>
                    <a:pt x="5642475" y="2998478"/>
                  </a:lnTo>
                  <a:lnTo>
                    <a:pt x="5644186" y="3061650"/>
                  </a:lnTo>
                  <a:lnTo>
                    <a:pt x="5645897" y="3093539"/>
                  </a:lnTo>
                  <a:lnTo>
                    <a:pt x="5647609" y="3074233"/>
                  </a:lnTo>
                  <a:lnTo>
                    <a:pt x="5649320" y="3116972"/>
                  </a:lnTo>
                  <a:lnTo>
                    <a:pt x="5649320" y="3116972"/>
                  </a:lnTo>
                  <a:lnTo>
                    <a:pt x="5651032" y="3116972"/>
                  </a:lnTo>
                  <a:lnTo>
                    <a:pt x="5652743" y="3116972"/>
                  </a:lnTo>
                  <a:lnTo>
                    <a:pt x="5654454" y="3116972"/>
                  </a:lnTo>
                  <a:lnTo>
                    <a:pt x="5656166" y="3116972"/>
                  </a:lnTo>
                  <a:lnTo>
                    <a:pt x="5657877" y="3116972"/>
                  </a:lnTo>
                  <a:lnTo>
                    <a:pt x="5659589" y="2983923"/>
                  </a:lnTo>
                  <a:lnTo>
                    <a:pt x="5661300" y="2943077"/>
                  </a:lnTo>
                  <a:lnTo>
                    <a:pt x="5663011" y="2931177"/>
                  </a:lnTo>
                  <a:lnTo>
                    <a:pt x="5664723" y="2843847"/>
                  </a:lnTo>
                  <a:lnTo>
                    <a:pt x="5666434" y="2764748"/>
                  </a:lnTo>
                  <a:lnTo>
                    <a:pt x="5668146" y="2679070"/>
                  </a:lnTo>
                  <a:lnTo>
                    <a:pt x="5669857" y="2640755"/>
                  </a:lnTo>
                  <a:lnTo>
                    <a:pt x="5671568" y="2663953"/>
                  </a:lnTo>
                  <a:lnTo>
                    <a:pt x="5673280" y="2757214"/>
                  </a:lnTo>
                  <a:lnTo>
                    <a:pt x="5674991" y="2857649"/>
                  </a:lnTo>
                  <a:lnTo>
                    <a:pt x="5676703" y="2939981"/>
                  </a:lnTo>
                  <a:lnTo>
                    <a:pt x="5678414" y="3062326"/>
                  </a:lnTo>
                  <a:lnTo>
                    <a:pt x="5680125" y="3103040"/>
                  </a:lnTo>
                  <a:lnTo>
                    <a:pt x="5681837" y="3067451"/>
                  </a:lnTo>
                  <a:lnTo>
                    <a:pt x="5683548" y="3016278"/>
                  </a:lnTo>
                  <a:lnTo>
                    <a:pt x="5685260" y="3011162"/>
                  </a:lnTo>
                  <a:lnTo>
                    <a:pt x="5686971" y="2991508"/>
                  </a:lnTo>
                  <a:lnTo>
                    <a:pt x="5688682" y="2945329"/>
                  </a:lnTo>
                  <a:lnTo>
                    <a:pt x="5690394" y="2960756"/>
                  </a:lnTo>
                  <a:lnTo>
                    <a:pt x="5692105" y="2967732"/>
                  </a:lnTo>
                  <a:lnTo>
                    <a:pt x="5693816" y="2979249"/>
                  </a:lnTo>
                  <a:lnTo>
                    <a:pt x="5695528" y="2979250"/>
                  </a:lnTo>
                  <a:lnTo>
                    <a:pt x="5697239" y="2996445"/>
                  </a:lnTo>
                  <a:lnTo>
                    <a:pt x="5698951" y="3066719"/>
                  </a:lnTo>
                  <a:lnTo>
                    <a:pt x="5700662" y="3114477"/>
                  </a:lnTo>
                  <a:lnTo>
                    <a:pt x="5702373" y="3116972"/>
                  </a:lnTo>
                  <a:lnTo>
                    <a:pt x="5704085" y="3083884"/>
                  </a:lnTo>
                  <a:lnTo>
                    <a:pt x="5705796" y="3032580"/>
                  </a:lnTo>
                  <a:lnTo>
                    <a:pt x="5707508" y="2992111"/>
                  </a:lnTo>
                  <a:lnTo>
                    <a:pt x="5709219" y="2888389"/>
                  </a:lnTo>
                  <a:lnTo>
                    <a:pt x="5710930" y="2786557"/>
                  </a:lnTo>
                  <a:lnTo>
                    <a:pt x="5712642" y="2642647"/>
                  </a:lnTo>
                  <a:lnTo>
                    <a:pt x="5714353" y="2518785"/>
                  </a:lnTo>
                  <a:lnTo>
                    <a:pt x="5716065" y="2481418"/>
                  </a:lnTo>
                  <a:lnTo>
                    <a:pt x="5717776" y="2315578"/>
                  </a:lnTo>
                  <a:lnTo>
                    <a:pt x="5719487" y="2227376"/>
                  </a:lnTo>
                  <a:lnTo>
                    <a:pt x="5721199" y="2250615"/>
                  </a:lnTo>
                  <a:lnTo>
                    <a:pt x="5722910" y="2313499"/>
                  </a:lnTo>
                  <a:lnTo>
                    <a:pt x="5724622" y="2460270"/>
                  </a:lnTo>
                  <a:lnTo>
                    <a:pt x="5726333" y="2518632"/>
                  </a:lnTo>
                  <a:lnTo>
                    <a:pt x="5728044" y="2682536"/>
                  </a:lnTo>
                  <a:lnTo>
                    <a:pt x="5729756" y="2853771"/>
                  </a:lnTo>
                  <a:lnTo>
                    <a:pt x="5731467" y="2938155"/>
                  </a:lnTo>
                  <a:lnTo>
                    <a:pt x="5733179" y="3019182"/>
                  </a:lnTo>
                  <a:lnTo>
                    <a:pt x="5734890" y="3028915"/>
                  </a:lnTo>
                  <a:lnTo>
                    <a:pt x="5736601" y="3082771"/>
                  </a:lnTo>
                  <a:lnTo>
                    <a:pt x="5738313" y="3116972"/>
                  </a:lnTo>
                  <a:lnTo>
                    <a:pt x="5738313" y="3116972"/>
                  </a:lnTo>
                  <a:lnTo>
                    <a:pt x="5740024" y="3116972"/>
                  </a:lnTo>
                  <a:lnTo>
                    <a:pt x="5741736" y="3116972"/>
                  </a:lnTo>
                  <a:lnTo>
                    <a:pt x="5743447" y="3116972"/>
                  </a:lnTo>
                  <a:lnTo>
                    <a:pt x="5745158" y="3116972"/>
                  </a:lnTo>
                  <a:lnTo>
                    <a:pt x="5746870" y="3116972"/>
                  </a:lnTo>
                  <a:lnTo>
                    <a:pt x="5748581" y="3116972"/>
                  </a:lnTo>
                  <a:lnTo>
                    <a:pt x="5750293" y="3116972"/>
                  </a:lnTo>
                  <a:lnTo>
                    <a:pt x="5752004" y="3116972"/>
                  </a:lnTo>
                  <a:lnTo>
                    <a:pt x="5753715" y="3088025"/>
                  </a:lnTo>
                  <a:lnTo>
                    <a:pt x="5755427" y="2994362"/>
                  </a:lnTo>
                  <a:lnTo>
                    <a:pt x="5757138" y="2911890"/>
                  </a:lnTo>
                  <a:lnTo>
                    <a:pt x="5758850" y="2909977"/>
                  </a:lnTo>
                  <a:lnTo>
                    <a:pt x="5760561" y="2937992"/>
                  </a:lnTo>
                  <a:lnTo>
                    <a:pt x="5762272" y="2937992"/>
                  </a:lnTo>
                  <a:lnTo>
                    <a:pt x="5763984" y="2927353"/>
                  </a:lnTo>
                  <a:lnTo>
                    <a:pt x="5765695" y="2937550"/>
                  </a:lnTo>
                  <a:lnTo>
                    <a:pt x="5767407" y="2989506"/>
                  </a:lnTo>
                  <a:lnTo>
                    <a:pt x="5769118" y="2991418"/>
                  </a:lnTo>
                  <a:lnTo>
                    <a:pt x="5770829" y="2951539"/>
                  </a:lnTo>
                  <a:lnTo>
                    <a:pt x="5772541" y="2906809"/>
                  </a:lnTo>
                  <a:lnTo>
                    <a:pt x="5774252" y="2892973"/>
                  </a:lnTo>
                  <a:lnTo>
                    <a:pt x="5775964" y="2887285"/>
                  </a:lnTo>
                  <a:lnTo>
                    <a:pt x="5777675" y="2842323"/>
                  </a:lnTo>
                  <a:lnTo>
                    <a:pt x="5779386" y="2844791"/>
                  </a:lnTo>
                  <a:lnTo>
                    <a:pt x="5781098" y="2852139"/>
                  </a:lnTo>
                  <a:lnTo>
                    <a:pt x="5782809" y="2876528"/>
                  </a:lnTo>
                  <a:lnTo>
                    <a:pt x="5784521" y="2907807"/>
                  </a:lnTo>
                  <a:lnTo>
                    <a:pt x="5786232" y="2960603"/>
                  </a:lnTo>
                  <a:lnTo>
                    <a:pt x="5787943" y="3033184"/>
                  </a:lnTo>
                  <a:lnTo>
                    <a:pt x="5789655" y="3066019"/>
                  </a:lnTo>
                  <a:lnTo>
                    <a:pt x="5791366" y="3090702"/>
                  </a:lnTo>
                  <a:lnTo>
                    <a:pt x="5793078" y="3116972"/>
                  </a:lnTo>
                  <a:lnTo>
                    <a:pt x="5793078" y="3116972"/>
                  </a:lnTo>
                  <a:lnTo>
                    <a:pt x="5794789" y="3116972"/>
                  </a:lnTo>
                  <a:lnTo>
                    <a:pt x="5796500" y="3116972"/>
                  </a:lnTo>
                  <a:lnTo>
                    <a:pt x="5798212" y="3116972"/>
                  </a:lnTo>
                  <a:lnTo>
                    <a:pt x="5799923" y="3116972"/>
                  </a:lnTo>
                  <a:lnTo>
                    <a:pt x="5801634" y="3116972"/>
                  </a:lnTo>
                  <a:lnTo>
                    <a:pt x="5803346" y="3116972"/>
                  </a:lnTo>
                  <a:lnTo>
                    <a:pt x="5805057" y="3116972"/>
                  </a:lnTo>
                  <a:lnTo>
                    <a:pt x="5806769" y="3116972"/>
                  </a:lnTo>
                  <a:lnTo>
                    <a:pt x="5808480" y="3116972"/>
                  </a:lnTo>
                  <a:lnTo>
                    <a:pt x="5810191" y="3078136"/>
                  </a:lnTo>
                  <a:lnTo>
                    <a:pt x="5811903" y="2988020"/>
                  </a:lnTo>
                  <a:lnTo>
                    <a:pt x="5813614" y="2897081"/>
                  </a:lnTo>
                  <a:lnTo>
                    <a:pt x="5815326" y="2842313"/>
                  </a:lnTo>
                  <a:lnTo>
                    <a:pt x="5817037" y="2781396"/>
                  </a:lnTo>
                  <a:lnTo>
                    <a:pt x="5818748" y="2746373"/>
                  </a:lnTo>
                  <a:lnTo>
                    <a:pt x="5820460" y="2778420"/>
                  </a:lnTo>
                  <a:lnTo>
                    <a:pt x="5822171" y="2914804"/>
                  </a:lnTo>
                  <a:lnTo>
                    <a:pt x="5823883" y="3080599"/>
                  </a:lnTo>
                  <a:lnTo>
                    <a:pt x="5825594" y="3116972"/>
                  </a:lnTo>
                  <a:lnTo>
                    <a:pt x="5825594" y="3116972"/>
                  </a:lnTo>
                  <a:lnTo>
                    <a:pt x="5827305" y="3116972"/>
                  </a:lnTo>
                  <a:lnTo>
                    <a:pt x="5829017" y="3116972"/>
                  </a:lnTo>
                  <a:lnTo>
                    <a:pt x="5830728" y="3116972"/>
                  </a:lnTo>
                  <a:lnTo>
                    <a:pt x="5832440" y="3116972"/>
                  </a:lnTo>
                  <a:lnTo>
                    <a:pt x="5834151" y="3100737"/>
                  </a:lnTo>
                  <a:lnTo>
                    <a:pt x="5835862" y="2954845"/>
                  </a:lnTo>
                  <a:lnTo>
                    <a:pt x="5837574" y="2876190"/>
                  </a:lnTo>
                  <a:lnTo>
                    <a:pt x="5839285" y="2801092"/>
                  </a:lnTo>
                  <a:lnTo>
                    <a:pt x="5840997" y="2810929"/>
                  </a:lnTo>
                  <a:lnTo>
                    <a:pt x="5842708" y="2855307"/>
                  </a:lnTo>
                  <a:lnTo>
                    <a:pt x="5844419" y="2934280"/>
                  </a:lnTo>
                  <a:lnTo>
                    <a:pt x="5846131" y="2956843"/>
                  </a:lnTo>
                  <a:lnTo>
                    <a:pt x="5847842" y="2842939"/>
                  </a:lnTo>
                  <a:lnTo>
                    <a:pt x="5849554" y="2764903"/>
                  </a:lnTo>
                  <a:lnTo>
                    <a:pt x="5851265" y="2782841"/>
                  </a:lnTo>
                  <a:lnTo>
                    <a:pt x="5852976" y="2836208"/>
                  </a:lnTo>
                  <a:lnTo>
                    <a:pt x="5854688" y="2862700"/>
                  </a:lnTo>
                  <a:lnTo>
                    <a:pt x="5856399" y="2879781"/>
                  </a:lnTo>
                  <a:lnTo>
                    <a:pt x="5858111" y="2998145"/>
                  </a:lnTo>
                  <a:lnTo>
                    <a:pt x="5859822" y="3076179"/>
                  </a:lnTo>
                  <a:lnTo>
                    <a:pt x="5861533" y="3058242"/>
                  </a:lnTo>
                  <a:lnTo>
                    <a:pt x="5863245" y="3063843"/>
                  </a:lnTo>
                  <a:lnTo>
                    <a:pt x="5864956" y="3056325"/>
                  </a:lnTo>
                  <a:lnTo>
                    <a:pt x="5866668" y="3063801"/>
                  </a:lnTo>
                  <a:lnTo>
                    <a:pt x="5868379" y="3116972"/>
                  </a:lnTo>
                  <a:lnTo>
                    <a:pt x="5868379" y="3116972"/>
                  </a:lnTo>
                  <a:lnTo>
                    <a:pt x="5870090" y="3116972"/>
                  </a:lnTo>
                  <a:lnTo>
                    <a:pt x="5871802" y="3102885"/>
                  </a:lnTo>
                  <a:lnTo>
                    <a:pt x="5873513" y="3025380"/>
                  </a:lnTo>
                  <a:lnTo>
                    <a:pt x="5875225" y="3010288"/>
                  </a:lnTo>
                  <a:lnTo>
                    <a:pt x="5876936" y="2896683"/>
                  </a:lnTo>
                  <a:lnTo>
                    <a:pt x="5878647" y="2758490"/>
                  </a:lnTo>
                  <a:lnTo>
                    <a:pt x="5880359" y="2708819"/>
                  </a:lnTo>
                  <a:lnTo>
                    <a:pt x="5882070" y="2791492"/>
                  </a:lnTo>
                  <a:lnTo>
                    <a:pt x="5883782" y="2944239"/>
                  </a:lnTo>
                  <a:lnTo>
                    <a:pt x="5885493" y="2997440"/>
                  </a:lnTo>
                  <a:lnTo>
                    <a:pt x="5887204" y="3085940"/>
                  </a:lnTo>
                  <a:lnTo>
                    <a:pt x="5888916" y="3116972"/>
                  </a:lnTo>
                  <a:lnTo>
                    <a:pt x="5888916" y="3116972"/>
                  </a:lnTo>
                  <a:lnTo>
                    <a:pt x="5890627" y="3089067"/>
                  </a:lnTo>
                  <a:lnTo>
                    <a:pt x="5892339" y="2949867"/>
                  </a:lnTo>
                  <a:lnTo>
                    <a:pt x="5894050" y="2737341"/>
                  </a:lnTo>
                  <a:lnTo>
                    <a:pt x="5895761" y="2544644"/>
                  </a:lnTo>
                  <a:lnTo>
                    <a:pt x="5897473" y="2461035"/>
                  </a:lnTo>
                  <a:lnTo>
                    <a:pt x="5899184" y="2480261"/>
                  </a:lnTo>
                  <a:lnTo>
                    <a:pt x="5900896" y="2542277"/>
                  </a:lnTo>
                  <a:lnTo>
                    <a:pt x="5902607" y="2644547"/>
                  </a:lnTo>
                  <a:lnTo>
                    <a:pt x="5904318" y="2776231"/>
                  </a:lnTo>
                  <a:lnTo>
                    <a:pt x="5906030" y="2938335"/>
                  </a:lnTo>
                  <a:lnTo>
                    <a:pt x="5907741" y="3039573"/>
                  </a:lnTo>
                  <a:lnTo>
                    <a:pt x="5909452" y="3058242"/>
                  </a:lnTo>
                  <a:lnTo>
                    <a:pt x="5911164" y="3058242"/>
                  </a:lnTo>
                  <a:lnTo>
                    <a:pt x="5912875" y="3058242"/>
                  </a:lnTo>
                  <a:lnTo>
                    <a:pt x="5914587" y="3030234"/>
                  </a:lnTo>
                  <a:lnTo>
                    <a:pt x="5916298" y="2979617"/>
                  </a:lnTo>
                  <a:lnTo>
                    <a:pt x="5918009" y="2963896"/>
                  </a:lnTo>
                  <a:lnTo>
                    <a:pt x="5919721" y="2890642"/>
                  </a:lnTo>
                  <a:lnTo>
                    <a:pt x="5921432" y="2780963"/>
                  </a:lnTo>
                  <a:lnTo>
                    <a:pt x="5923144" y="2734740"/>
                  </a:lnTo>
                  <a:lnTo>
                    <a:pt x="5924855" y="2723339"/>
                  </a:lnTo>
                  <a:lnTo>
                    <a:pt x="5926566" y="2710793"/>
                  </a:lnTo>
                  <a:lnTo>
                    <a:pt x="5928278" y="2647396"/>
                  </a:lnTo>
                  <a:lnTo>
                    <a:pt x="5929989" y="2723758"/>
                  </a:lnTo>
                  <a:lnTo>
                    <a:pt x="5931701" y="2856985"/>
                  </a:lnTo>
                  <a:lnTo>
                    <a:pt x="5933412" y="2893431"/>
                  </a:lnTo>
                  <a:lnTo>
                    <a:pt x="5935123" y="2910123"/>
                  </a:lnTo>
                  <a:lnTo>
                    <a:pt x="5936835" y="2989683"/>
                  </a:lnTo>
                  <a:lnTo>
                    <a:pt x="5938546" y="3077418"/>
                  </a:lnTo>
                  <a:lnTo>
                    <a:pt x="5940258" y="2950275"/>
                  </a:lnTo>
                  <a:lnTo>
                    <a:pt x="5941969" y="2779792"/>
                  </a:lnTo>
                  <a:lnTo>
                    <a:pt x="5943680" y="2646707"/>
                  </a:lnTo>
                  <a:lnTo>
                    <a:pt x="5945392" y="2589056"/>
                  </a:lnTo>
                  <a:lnTo>
                    <a:pt x="5947103" y="2533007"/>
                  </a:lnTo>
                  <a:lnTo>
                    <a:pt x="5948815" y="2510314"/>
                  </a:lnTo>
                  <a:lnTo>
                    <a:pt x="5950526" y="2590301"/>
                  </a:lnTo>
                  <a:lnTo>
                    <a:pt x="5952237" y="2644151"/>
                  </a:lnTo>
                  <a:lnTo>
                    <a:pt x="5953949" y="2761889"/>
                  </a:lnTo>
                  <a:lnTo>
                    <a:pt x="5955660" y="2842257"/>
                  </a:lnTo>
                  <a:lnTo>
                    <a:pt x="5957372" y="2881912"/>
                  </a:lnTo>
                  <a:lnTo>
                    <a:pt x="5959083" y="2895989"/>
                  </a:lnTo>
                  <a:lnTo>
                    <a:pt x="5960794" y="2916866"/>
                  </a:lnTo>
                  <a:lnTo>
                    <a:pt x="5962506" y="2936291"/>
                  </a:lnTo>
                  <a:lnTo>
                    <a:pt x="5964217" y="2867985"/>
                  </a:lnTo>
                  <a:lnTo>
                    <a:pt x="5965929" y="2773950"/>
                  </a:lnTo>
                  <a:lnTo>
                    <a:pt x="5967640" y="2729932"/>
                  </a:lnTo>
                  <a:lnTo>
                    <a:pt x="5969351" y="2724856"/>
                  </a:lnTo>
                  <a:lnTo>
                    <a:pt x="5971063" y="2674661"/>
                  </a:lnTo>
                  <a:lnTo>
                    <a:pt x="5972774" y="2670539"/>
                  </a:lnTo>
                  <a:lnTo>
                    <a:pt x="5974486" y="2766501"/>
                  </a:lnTo>
                  <a:lnTo>
                    <a:pt x="5976197" y="2919173"/>
                  </a:lnTo>
                  <a:lnTo>
                    <a:pt x="5977908" y="2953302"/>
                  </a:lnTo>
                  <a:lnTo>
                    <a:pt x="5979620" y="2926155"/>
                  </a:lnTo>
                  <a:lnTo>
                    <a:pt x="5981331" y="2958539"/>
                  </a:lnTo>
                  <a:lnTo>
                    <a:pt x="5983043" y="3074915"/>
                  </a:lnTo>
                  <a:lnTo>
                    <a:pt x="5984754" y="3097580"/>
                  </a:lnTo>
                  <a:lnTo>
                    <a:pt x="5986465" y="2987104"/>
                  </a:lnTo>
                  <a:lnTo>
                    <a:pt x="5988177" y="2958560"/>
                  </a:lnTo>
                  <a:lnTo>
                    <a:pt x="5989888" y="2958907"/>
                  </a:lnTo>
                  <a:lnTo>
                    <a:pt x="5991600" y="2913235"/>
                  </a:lnTo>
                  <a:lnTo>
                    <a:pt x="5993311" y="2843246"/>
                  </a:lnTo>
                  <a:lnTo>
                    <a:pt x="5995022" y="2783613"/>
                  </a:lnTo>
                  <a:lnTo>
                    <a:pt x="5996734" y="2836184"/>
                  </a:lnTo>
                  <a:lnTo>
                    <a:pt x="5998445" y="2909809"/>
                  </a:lnTo>
                  <a:lnTo>
                    <a:pt x="6000157" y="2947308"/>
                  </a:lnTo>
                  <a:lnTo>
                    <a:pt x="6001868" y="3069739"/>
                  </a:lnTo>
                  <a:lnTo>
                    <a:pt x="6003579" y="3096641"/>
                  </a:lnTo>
                  <a:lnTo>
                    <a:pt x="6005291" y="3053605"/>
                  </a:lnTo>
                  <a:lnTo>
                    <a:pt x="6007002" y="2926368"/>
                  </a:lnTo>
                  <a:lnTo>
                    <a:pt x="6008713" y="2759503"/>
                  </a:lnTo>
                  <a:lnTo>
                    <a:pt x="6010425" y="2729531"/>
                  </a:lnTo>
                  <a:lnTo>
                    <a:pt x="6012136" y="2718525"/>
                  </a:lnTo>
                  <a:lnTo>
                    <a:pt x="6013848" y="2723018"/>
                  </a:lnTo>
                  <a:lnTo>
                    <a:pt x="6015559" y="2800487"/>
                  </a:lnTo>
                  <a:lnTo>
                    <a:pt x="6017270" y="2926996"/>
                  </a:lnTo>
                  <a:lnTo>
                    <a:pt x="6018982" y="3044372"/>
                  </a:lnTo>
                  <a:lnTo>
                    <a:pt x="6020693" y="3016015"/>
                  </a:lnTo>
                  <a:lnTo>
                    <a:pt x="6022405" y="2964393"/>
                  </a:lnTo>
                  <a:lnTo>
                    <a:pt x="6024116" y="2976826"/>
                  </a:lnTo>
                  <a:lnTo>
                    <a:pt x="6025827" y="3037839"/>
                  </a:lnTo>
                  <a:lnTo>
                    <a:pt x="6027539" y="3026419"/>
                  </a:lnTo>
                  <a:lnTo>
                    <a:pt x="6029250" y="2981014"/>
                  </a:lnTo>
                  <a:lnTo>
                    <a:pt x="6030962" y="3012689"/>
                  </a:lnTo>
                  <a:lnTo>
                    <a:pt x="6032673" y="3039535"/>
                  </a:lnTo>
                  <a:lnTo>
                    <a:pt x="6034384" y="3027105"/>
                  </a:lnTo>
                  <a:lnTo>
                    <a:pt x="6036096" y="2966092"/>
                  </a:lnTo>
                  <a:lnTo>
                    <a:pt x="6037807" y="2978125"/>
                  </a:lnTo>
                  <a:lnTo>
                    <a:pt x="6039519" y="3012118"/>
                  </a:lnTo>
                  <a:lnTo>
                    <a:pt x="6041230" y="2957743"/>
                  </a:lnTo>
                  <a:lnTo>
                    <a:pt x="6042941" y="2873869"/>
                  </a:lnTo>
                  <a:lnTo>
                    <a:pt x="6044653" y="2743957"/>
                  </a:lnTo>
                  <a:lnTo>
                    <a:pt x="6046364" y="2596686"/>
                  </a:lnTo>
                  <a:lnTo>
                    <a:pt x="6048076" y="2503988"/>
                  </a:lnTo>
                  <a:lnTo>
                    <a:pt x="6049787" y="2491164"/>
                  </a:lnTo>
                  <a:lnTo>
                    <a:pt x="6051498" y="2516235"/>
                  </a:lnTo>
                  <a:lnTo>
                    <a:pt x="6053210" y="2592190"/>
                  </a:lnTo>
                  <a:lnTo>
                    <a:pt x="6054921" y="2755242"/>
                  </a:lnTo>
                  <a:lnTo>
                    <a:pt x="6056633" y="2902512"/>
                  </a:lnTo>
                  <a:lnTo>
                    <a:pt x="6058344" y="3000199"/>
                  </a:lnTo>
                  <a:lnTo>
                    <a:pt x="6060055" y="3073922"/>
                  </a:lnTo>
                  <a:lnTo>
                    <a:pt x="6061767" y="3116972"/>
                  </a:lnTo>
                  <a:lnTo>
                    <a:pt x="6061767" y="3116972"/>
                  </a:lnTo>
                  <a:lnTo>
                    <a:pt x="6063478" y="3078816"/>
                  </a:lnTo>
                  <a:lnTo>
                    <a:pt x="6065190" y="2985553"/>
                  </a:lnTo>
                  <a:lnTo>
                    <a:pt x="6066901" y="2906942"/>
                  </a:lnTo>
                  <a:lnTo>
                    <a:pt x="6068612" y="2809627"/>
                  </a:lnTo>
                  <a:lnTo>
                    <a:pt x="6070324" y="2709249"/>
                  </a:lnTo>
                  <a:lnTo>
                    <a:pt x="6072035" y="2656122"/>
                  </a:lnTo>
                  <a:lnTo>
                    <a:pt x="6073747" y="2673853"/>
                  </a:lnTo>
                  <a:lnTo>
                    <a:pt x="6075458" y="2649474"/>
                  </a:lnTo>
                  <a:lnTo>
                    <a:pt x="6077169" y="2676309"/>
                  </a:lnTo>
                  <a:lnTo>
                    <a:pt x="6078881" y="2656667"/>
                  </a:lnTo>
                  <a:lnTo>
                    <a:pt x="6080592" y="2605231"/>
                  </a:lnTo>
                  <a:lnTo>
                    <a:pt x="6082304" y="2552632"/>
                  </a:lnTo>
                  <a:lnTo>
                    <a:pt x="6084015" y="2479354"/>
                  </a:lnTo>
                  <a:lnTo>
                    <a:pt x="6085726" y="2457867"/>
                  </a:lnTo>
                  <a:lnTo>
                    <a:pt x="6087438" y="2450123"/>
                  </a:lnTo>
                  <a:lnTo>
                    <a:pt x="6089149" y="2495285"/>
                  </a:lnTo>
                  <a:lnTo>
                    <a:pt x="6090861" y="2550521"/>
                  </a:lnTo>
                  <a:lnTo>
                    <a:pt x="6092572" y="2589000"/>
                  </a:lnTo>
                  <a:lnTo>
                    <a:pt x="6094283" y="2712314"/>
                  </a:lnTo>
                  <a:lnTo>
                    <a:pt x="6095995" y="2892804"/>
                  </a:lnTo>
                  <a:lnTo>
                    <a:pt x="6097706" y="2965556"/>
                  </a:lnTo>
                  <a:lnTo>
                    <a:pt x="6099418" y="2963236"/>
                  </a:lnTo>
                  <a:lnTo>
                    <a:pt x="6101129" y="2967985"/>
                  </a:lnTo>
                  <a:lnTo>
                    <a:pt x="6102840" y="3034857"/>
                  </a:lnTo>
                  <a:lnTo>
                    <a:pt x="6104552" y="3045249"/>
                  </a:lnTo>
                  <a:lnTo>
                    <a:pt x="6106263" y="2913655"/>
                  </a:lnTo>
                  <a:lnTo>
                    <a:pt x="6107975" y="2781950"/>
                  </a:lnTo>
                  <a:lnTo>
                    <a:pt x="6109686" y="2756215"/>
                  </a:lnTo>
                  <a:lnTo>
                    <a:pt x="6111397" y="2693901"/>
                  </a:lnTo>
                  <a:lnTo>
                    <a:pt x="6113109" y="2510359"/>
                  </a:lnTo>
                  <a:lnTo>
                    <a:pt x="6114820" y="2372211"/>
                  </a:lnTo>
                  <a:lnTo>
                    <a:pt x="6116531" y="2294963"/>
                  </a:lnTo>
                  <a:lnTo>
                    <a:pt x="6118243" y="2375747"/>
                  </a:lnTo>
                  <a:lnTo>
                    <a:pt x="6119954" y="2455172"/>
                  </a:lnTo>
                  <a:lnTo>
                    <a:pt x="6121666" y="2479488"/>
                  </a:lnTo>
                  <a:lnTo>
                    <a:pt x="6123377" y="2535472"/>
                  </a:lnTo>
                  <a:lnTo>
                    <a:pt x="6125088" y="2600335"/>
                  </a:lnTo>
                  <a:lnTo>
                    <a:pt x="6126800" y="2658328"/>
                  </a:lnTo>
                  <a:lnTo>
                    <a:pt x="6128511" y="2629000"/>
                  </a:lnTo>
                  <a:lnTo>
                    <a:pt x="6130223" y="2594199"/>
                  </a:lnTo>
                  <a:lnTo>
                    <a:pt x="6131934" y="2605914"/>
                  </a:lnTo>
                  <a:lnTo>
                    <a:pt x="6133645" y="2556192"/>
                  </a:lnTo>
                  <a:lnTo>
                    <a:pt x="6135357" y="2472255"/>
                  </a:lnTo>
                  <a:lnTo>
                    <a:pt x="6137068" y="2488314"/>
                  </a:lnTo>
                  <a:lnTo>
                    <a:pt x="6138780" y="2494560"/>
                  </a:lnTo>
                  <a:lnTo>
                    <a:pt x="6140491" y="2454755"/>
                  </a:lnTo>
                  <a:lnTo>
                    <a:pt x="6142202" y="2468524"/>
                  </a:lnTo>
                  <a:lnTo>
                    <a:pt x="6143914" y="2583061"/>
                  </a:lnTo>
                  <a:lnTo>
                    <a:pt x="6145625" y="2718041"/>
                  </a:lnTo>
                  <a:lnTo>
                    <a:pt x="6147337" y="2790725"/>
                  </a:lnTo>
                  <a:lnTo>
                    <a:pt x="6149048" y="2835768"/>
                  </a:lnTo>
                  <a:lnTo>
                    <a:pt x="6150759" y="2936410"/>
                  </a:lnTo>
                  <a:lnTo>
                    <a:pt x="6152471" y="2996426"/>
                  </a:lnTo>
                  <a:lnTo>
                    <a:pt x="6154182" y="3074937"/>
                  </a:lnTo>
                  <a:lnTo>
                    <a:pt x="6155894" y="3071945"/>
                  </a:lnTo>
                  <a:lnTo>
                    <a:pt x="6157605" y="2983953"/>
                  </a:lnTo>
                  <a:lnTo>
                    <a:pt x="6159316" y="2991017"/>
                  </a:lnTo>
                  <a:lnTo>
                    <a:pt x="6161028" y="3007792"/>
                  </a:lnTo>
                  <a:lnTo>
                    <a:pt x="6162739" y="3074175"/>
                  </a:lnTo>
                  <a:lnTo>
                    <a:pt x="6164451" y="3071362"/>
                  </a:lnTo>
                  <a:lnTo>
                    <a:pt x="6166162" y="3076546"/>
                  </a:lnTo>
                  <a:lnTo>
                    <a:pt x="6167873" y="3116972"/>
                  </a:lnTo>
                  <a:lnTo>
                    <a:pt x="6167873" y="3116972"/>
                  </a:lnTo>
                  <a:lnTo>
                    <a:pt x="6169585" y="3116972"/>
                  </a:lnTo>
                  <a:lnTo>
                    <a:pt x="6171296" y="3116972"/>
                  </a:lnTo>
                  <a:lnTo>
                    <a:pt x="6173008" y="3116972"/>
                  </a:lnTo>
                  <a:lnTo>
                    <a:pt x="6174719" y="3116972"/>
                  </a:lnTo>
                  <a:lnTo>
                    <a:pt x="6176430" y="3116972"/>
                  </a:lnTo>
                  <a:lnTo>
                    <a:pt x="6178142" y="3116972"/>
                  </a:lnTo>
                  <a:lnTo>
                    <a:pt x="6179853" y="3052242"/>
                  </a:lnTo>
                  <a:lnTo>
                    <a:pt x="6181565" y="2874476"/>
                  </a:lnTo>
                  <a:lnTo>
                    <a:pt x="6183276" y="2786067"/>
                  </a:lnTo>
                  <a:lnTo>
                    <a:pt x="6184987" y="2764706"/>
                  </a:lnTo>
                  <a:lnTo>
                    <a:pt x="6186699" y="2769123"/>
                  </a:lnTo>
                  <a:lnTo>
                    <a:pt x="6188410" y="2733004"/>
                  </a:lnTo>
                  <a:lnTo>
                    <a:pt x="6190122" y="2691441"/>
                  </a:lnTo>
                  <a:lnTo>
                    <a:pt x="6191833" y="2770509"/>
                  </a:lnTo>
                  <a:lnTo>
                    <a:pt x="6193544" y="2857271"/>
                  </a:lnTo>
                  <a:lnTo>
                    <a:pt x="6195256" y="2840980"/>
                  </a:lnTo>
                  <a:lnTo>
                    <a:pt x="6196967" y="2761665"/>
                  </a:lnTo>
                  <a:lnTo>
                    <a:pt x="6198679" y="2771700"/>
                  </a:lnTo>
                  <a:lnTo>
                    <a:pt x="6200390" y="2812514"/>
                  </a:lnTo>
                  <a:lnTo>
                    <a:pt x="6202101" y="2765353"/>
                  </a:lnTo>
                  <a:lnTo>
                    <a:pt x="6203813" y="2649642"/>
                  </a:lnTo>
                  <a:lnTo>
                    <a:pt x="6205524" y="2620888"/>
                  </a:lnTo>
                  <a:lnTo>
                    <a:pt x="6207236" y="2663913"/>
                  </a:lnTo>
                  <a:lnTo>
                    <a:pt x="6208947" y="2670067"/>
                  </a:lnTo>
                  <a:lnTo>
                    <a:pt x="6210658" y="2661132"/>
                  </a:lnTo>
                  <a:lnTo>
                    <a:pt x="6212370" y="2727228"/>
                  </a:lnTo>
                  <a:lnTo>
                    <a:pt x="6214081" y="2858244"/>
                  </a:lnTo>
                  <a:lnTo>
                    <a:pt x="6215793" y="2914039"/>
                  </a:lnTo>
                  <a:lnTo>
                    <a:pt x="6217504" y="2898298"/>
                  </a:lnTo>
                  <a:lnTo>
                    <a:pt x="6219215" y="2903103"/>
                  </a:lnTo>
                  <a:lnTo>
                    <a:pt x="6220927" y="2991040"/>
                  </a:lnTo>
                  <a:lnTo>
                    <a:pt x="6222638" y="3029719"/>
                  </a:lnTo>
                  <a:lnTo>
                    <a:pt x="6224349" y="3047903"/>
                  </a:lnTo>
                  <a:lnTo>
                    <a:pt x="6226061" y="3090458"/>
                  </a:lnTo>
                  <a:lnTo>
                    <a:pt x="6227772" y="3113049"/>
                  </a:lnTo>
                  <a:lnTo>
                    <a:pt x="6229484" y="3116972"/>
                  </a:lnTo>
                  <a:lnTo>
                    <a:pt x="6229484" y="3116972"/>
                  </a:lnTo>
                  <a:lnTo>
                    <a:pt x="6231195" y="3039671"/>
                  </a:lnTo>
                  <a:lnTo>
                    <a:pt x="6232906" y="2922649"/>
                  </a:lnTo>
                  <a:lnTo>
                    <a:pt x="6234618" y="2854608"/>
                  </a:lnTo>
                  <a:lnTo>
                    <a:pt x="6236329" y="2766804"/>
                  </a:lnTo>
                  <a:lnTo>
                    <a:pt x="6238041" y="2804371"/>
                  </a:lnTo>
                  <a:lnTo>
                    <a:pt x="6239752" y="2840523"/>
                  </a:lnTo>
                  <a:lnTo>
                    <a:pt x="6241463" y="2863439"/>
                  </a:lnTo>
                  <a:lnTo>
                    <a:pt x="6243175" y="2933117"/>
                  </a:lnTo>
                  <a:lnTo>
                    <a:pt x="6244886" y="2999613"/>
                  </a:lnTo>
                  <a:lnTo>
                    <a:pt x="6246598" y="3014864"/>
                  </a:lnTo>
                  <a:lnTo>
                    <a:pt x="6248309" y="2957445"/>
                  </a:lnTo>
                  <a:lnTo>
                    <a:pt x="6250020" y="2940467"/>
                  </a:lnTo>
                  <a:lnTo>
                    <a:pt x="6251732" y="2984031"/>
                  </a:lnTo>
                  <a:lnTo>
                    <a:pt x="6253443" y="2999236"/>
                  </a:lnTo>
                  <a:lnTo>
                    <a:pt x="6255155" y="2955634"/>
                  </a:lnTo>
                  <a:lnTo>
                    <a:pt x="6256866" y="2910814"/>
                  </a:lnTo>
                  <a:lnTo>
                    <a:pt x="6258577" y="2905907"/>
                  </a:lnTo>
                  <a:lnTo>
                    <a:pt x="6260289" y="2963165"/>
                  </a:lnTo>
                  <a:lnTo>
                    <a:pt x="6262000" y="3024262"/>
                  </a:lnTo>
                  <a:lnTo>
                    <a:pt x="6263712" y="3069482"/>
                  </a:lnTo>
                  <a:lnTo>
                    <a:pt x="6265423" y="3096339"/>
                  </a:lnTo>
                  <a:lnTo>
                    <a:pt x="6267134" y="3116972"/>
                  </a:lnTo>
                  <a:lnTo>
                    <a:pt x="6267134" y="3116972"/>
                  </a:lnTo>
                  <a:lnTo>
                    <a:pt x="6268846" y="3116972"/>
                  </a:lnTo>
                  <a:lnTo>
                    <a:pt x="6270557" y="3116972"/>
                  </a:lnTo>
                  <a:lnTo>
                    <a:pt x="6272269" y="3116972"/>
                  </a:lnTo>
                  <a:lnTo>
                    <a:pt x="6273980" y="3011956"/>
                  </a:lnTo>
                  <a:lnTo>
                    <a:pt x="6275691" y="2915440"/>
                  </a:lnTo>
                  <a:lnTo>
                    <a:pt x="6277403" y="2854442"/>
                  </a:lnTo>
                  <a:lnTo>
                    <a:pt x="6279114" y="2782539"/>
                  </a:lnTo>
                  <a:lnTo>
                    <a:pt x="6280826" y="2754945"/>
                  </a:lnTo>
                  <a:lnTo>
                    <a:pt x="6282537" y="2770321"/>
                  </a:lnTo>
                  <a:lnTo>
                    <a:pt x="6284248" y="2802742"/>
                  </a:lnTo>
                  <a:lnTo>
                    <a:pt x="6285960" y="2896577"/>
                  </a:lnTo>
                  <a:lnTo>
                    <a:pt x="6287671" y="2995403"/>
                  </a:lnTo>
                  <a:lnTo>
                    <a:pt x="6289383" y="3110699"/>
                  </a:lnTo>
                  <a:lnTo>
                    <a:pt x="6291094" y="3090024"/>
                  </a:lnTo>
                  <a:lnTo>
                    <a:pt x="6292805" y="3070534"/>
                  </a:lnTo>
                  <a:lnTo>
                    <a:pt x="6294517" y="3116972"/>
                  </a:lnTo>
                  <a:lnTo>
                    <a:pt x="6294517" y="3116972"/>
                  </a:lnTo>
                  <a:lnTo>
                    <a:pt x="6296228" y="3116972"/>
                  </a:lnTo>
                  <a:lnTo>
                    <a:pt x="6297940" y="3116972"/>
                  </a:lnTo>
                  <a:lnTo>
                    <a:pt x="6299651" y="3116972"/>
                  </a:lnTo>
                  <a:lnTo>
                    <a:pt x="6301362" y="3116972"/>
                  </a:lnTo>
                  <a:lnTo>
                    <a:pt x="6303074" y="3116972"/>
                  </a:lnTo>
                  <a:lnTo>
                    <a:pt x="6304785" y="3116972"/>
                  </a:lnTo>
                  <a:lnTo>
                    <a:pt x="6306497" y="3116972"/>
                  </a:lnTo>
                  <a:lnTo>
                    <a:pt x="6308208" y="3116972"/>
                  </a:lnTo>
                  <a:lnTo>
                    <a:pt x="6309919" y="3116972"/>
                  </a:lnTo>
                  <a:lnTo>
                    <a:pt x="6311631" y="3116972"/>
                  </a:lnTo>
                  <a:lnTo>
                    <a:pt x="6313342" y="3116972"/>
                  </a:lnTo>
                  <a:lnTo>
                    <a:pt x="6315054" y="3116972"/>
                  </a:lnTo>
                  <a:lnTo>
                    <a:pt x="6316765" y="3116972"/>
                  </a:lnTo>
                  <a:lnTo>
                    <a:pt x="6318476" y="3116972"/>
                  </a:lnTo>
                  <a:lnTo>
                    <a:pt x="6320188" y="3116972"/>
                  </a:lnTo>
                  <a:lnTo>
                    <a:pt x="6321899" y="3116972"/>
                  </a:lnTo>
                  <a:lnTo>
                    <a:pt x="6323611" y="3042466"/>
                  </a:lnTo>
                  <a:lnTo>
                    <a:pt x="6325322" y="2924272"/>
                  </a:lnTo>
                  <a:lnTo>
                    <a:pt x="6327033" y="2828585"/>
                  </a:lnTo>
                  <a:lnTo>
                    <a:pt x="6328745" y="2748458"/>
                  </a:lnTo>
                  <a:lnTo>
                    <a:pt x="6330456" y="2711550"/>
                  </a:lnTo>
                  <a:lnTo>
                    <a:pt x="6332167" y="2726246"/>
                  </a:lnTo>
                  <a:lnTo>
                    <a:pt x="6333879" y="2836907"/>
                  </a:lnTo>
                  <a:lnTo>
                    <a:pt x="6335590" y="2975139"/>
                  </a:lnTo>
                  <a:lnTo>
                    <a:pt x="6337302" y="3116972"/>
                  </a:lnTo>
                  <a:lnTo>
                    <a:pt x="6337302" y="3116972"/>
                  </a:lnTo>
                  <a:lnTo>
                    <a:pt x="6339013" y="3116972"/>
                  </a:lnTo>
                  <a:lnTo>
                    <a:pt x="6340724" y="3116972"/>
                  </a:lnTo>
                  <a:lnTo>
                    <a:pt x="6342436" y="3116972"/>
                  </a:lnTo>
                  <a:lnTo>
                    <a:pt x="6344147" y="3116972"/>
                  </a:lnTo>
                  <a:lnTo>
                    <a:pt x="6345859" y="3116972"/>
                  </a:lnTo>
                  <a:lnTo>
                    <a:pt x="6347570" y="3025960"/>
                  </a:lnTo>
                  <a:lnTo>
                    <a:pt x="6349281" y="2972797"/>
                  </a:lnTo>
                  <a:lnTo>
                    <a:pt x="6350993" y="3046989"/>
                  </a:lnTo>
                  <a:lnTo>
                    <a:pt x="6352704" y="3106480"/>
                  </a:lnTo>
                  <a:lnTo>
                    <a:pt x="6354416" y="3116972"/>
                  </a:lnTo>
                  <a:lnTo>
                    <a:pt x="6354416" y="3116972"/>
                  </a:lnTo>
                  <a:lnTo>
                    <a:pt x="6356127" y="3116972"/>
                  </a:lnTo>
                  <a:lnTo>
                    <a:pt x="6357838" y="3116972"/>
                  </a:lnTo>
                  <a:lnTo>
                    <a:pt x="6359550" y="3116972"/>
                  </a:lnTo>
                  <a:lnTo>
                    <a:pt x="6361261" y="3116972"/>
                  </a:lnTo>
                  <a:lnTo>
                    <a:pt x="6362973" y="3087954"/>
                  </a:lnTo>
                  <a:lnTo>
                    <a:pt x="6364684" y="3058242"/>
                  </a:lnTo>
                  <a:lnTo>
                    <a:pt x="6366395" y="3064320"/>
                  </a:lnTo>
                  <a:lnTo>
                    <a:pt x="6368107" y="3116972"/>
                  </a:lnTo>
                  <a:lnTo>
                    <a:pt x="6368107" y="3116972"/>
                  </a:lnTo>
                  <a:lnTo>
                    <a:pt x="6369818" y="3116972"/>
                  </a:lnTo>
                  <a:lnTo>
                    <a:pt x="6371530" y="3116972"/>
                  </a:lnTo>
                  <a:lnTo>
                    <a:pt x="6373241" y="3116972"/>
                  </a:lnTo>
                  <a:lnTo>
                    <a:pt x="6374952" y="3116972"/>
                  </a:lnTo>
                  <a:lnTo>
                    <a:pt x="6376664" y="3116972"/>
                  </a:lnTo>
                  <a:lnTo>
                    <a:pt x="6378375" y="3116972"/>
                  </a:lnTo>
                  <a:lnTo>
                    <a:pt x="6380087" y="3116972"/>
                  </a:lnTo>
                  <a:lnTo>
                    <a:pt x="6381798" y="3116972"/>
                  </a:lnTo>
                  <a:lnTo>
                    <a:pt x="6383509" y="3048671"/>
                  </a:lnTo>
                  <a:lnTo>
                    <a:pt x="6385221" y="2990319"/>
                  </a:lnTo>
                  <a:lnTo>
                    <a:pt x="6386932" y="2966084"/>
                  </a:lnTo>
                  <a:lnTo>
                    <a:pt x="6388644" y="2966084"/>
                  </a:lnTo>
                  <a:lnTo>
                    <a:pt x="6390355" y="2966084"/>
                  </a:lnTo>
                  <a:lnTo>
                    <a:pt x="6392066" y="2958096"/>
                  </a:lnTo>
                  <a:lnTo>
                    <a:pt x="6393778" y="2966503"/>
                  </a:lnTo>
                  <a:lnTo>
                    <a:pt x="6395489" y="2964611"/>
                  </a:lnTo>
                  <a:lnTo>
                    <a:pt x="6397201" y="2924891"/>
                  </a:lnTo>
                  <a:lnTo>
                    <a:pt x="6398912" y="2942445"/>
                  </a:lnTo>
                  <a:lnTo>
                    <a:pt x="6400623" y="3024245"/>
                  </a:lnTo>
                  <a:lnTo>
                    <a:pt x="6402335" y="3083477"/>
                  </a:lnTo>
                  <a:lnTo>
                    <a:pt x="6404046" y="3092147"/>
                  </a:lnTo>
                  <a:lnTo>
                    <a:pt x="6405758" y="3116972"/>
                  </a:lnTo>
                  <a:lnTo>
                    <a:pt x="6405758" y="3116972"/>
                  </a:lnTo>
                  <a:lnTo>
                    <a:pt x="6407469" y="3116972"/>
                  </a:lnTo>
                  <a:lnTo>
                    <a:pt x="6409180" y="3116972"/>
                  </a:lnTo>
                  <a:lnTo>
                    <a:pt x="6410892" y="3116972"/>
                  </a:lnTo>
                  <a:lnTo>
                    <a:pt x="6412603" y="3116972"/>
                  </a:lnTo>
                  <a:lnTo>
                    <a:pt x="6414315" y="3116972"/>
                  </a:lnTo>
                  <a:lnTo>
                    <a:pt x="6416026" y="3116673"/>
                  </a:lnTo>
                  <a:lnTo>
                    <a:pt x="6417737" y="3007598"/>
                  </a:lnTo>
                  <a:lnTo>
                    <a:pt x="6419449" y="2985084"/>
                  </a:lnTo>
                  <a:lnTo>
                    <a:pt x="6421160" y="2902668"/>
                  </a:lnTo>
                  <a:lnTo>
                    <a:pt x="6422872" y="2780909"/>
                  </a:lnTo>
                  <a:lnTo>
                    <a:pt x="6424583" y="2754565"/>
                  </a:lnTo>
                  <a:lnTo>
                    <a:pt x="6426294" y="2817130"/>
                  </a:lnTo>
                  <a:lnTo>
                    <a:pt x="6428006" y="2839550"/>
                  </a:lnTo>
                  <a:lnTo>
                    <a:pt x="6429717" y="2849187"/>
                  </a:lnTo>
                  <a:lnTo>
                    <a:pt x="6431428" y="2900297"/>
                  </a:lnTo>
                  <a:lnTo>
                    <a:pt x="6433140" y="3007367"/>
                  </a:lnTo>
                  <a:lnTo>
                    <a:pt x="6434851" y="3036676"/>
                  </a:lnTo>
                  <a:lnTo>
                    <a:pt x="6436563" y="3088975"/>
                  </a:lnTo>
                  <a:lnTo>
                    <a:pt x="6438274" y="3116972"/>
                  </a:lnTo>
                  <a:lnTo>
                    <a:pt x="6438274" y="3116972"/>
                  </a:lnTo>
                  <a:lnTo>
                    <a:pt x="6439985" y="3116972"/>
                  </a:lnTo>
                  <a:lnTo>
                    <a:pt x="6441697" y="3116972"/>
                  </a:lnTo>
                  <a:lnTo>
                    <a:pt x="6443408" y="3116972"/>
                  </a:lnTo>
                  <a:lnTo>
                    <a:pt x="6445120" y="3116972"/>
                  </a:lnTo>
                  <a:lnTo>
                    <a:pt x="6446831" y="3116972"/>
                  </a:lnTo>
                  <a:lnTo>
                    <a:pt x="6448542" y="3116972"/>
                  </a:lnTo>
                  <a:lnTo>
                    <a:pt x="6450254" y="3116972"/>
                  </a:lnTo>
                  <a:lnTo>
                    <a:pt x="6451965" y="3116972"/>
                  </a:lnTo>
                  <a:lnTo>
                    <a:pt x="6453677" y="3116972"/>
                  </a:lnTo>
                  <a:lnTo>
                    <a:pt x="6455388" y="3116972"/>
                  </a:lnTo>
                  <a:lnTo>
                    <a:pt x="6457099" y="3116972"/>
                  </a:lnTo>
                  <a:lnTo>
                    <a:pt x="6458811" y="3116972"/>
                  </a:lnTo>
                  <a:lnTo>
                    <a:pt x="6460522" y="3116972"/>
                  </a:lnTo>
                  <a:lnTo>
                    <a:pt x="6462234" y="3108019"/>
                  </a:lnTo>
                  <a:lnTo>
                    <a:pt x="6463945" y="3047007"/>
                  </a:lnTo>
                  <a:lnTo>
                    <a:pt x="6465656" y="3044269"/>
                  </a:lnTo>
                  <a:lnTo>
                    <a:pt x="6467368" y="3057621"/>
                  </a:lnTo>
                  <a:lnTo>
                    <a:pt x="6469079" y="3058242"/>
                  </a:lnTo>
                  <a:lnTo>
                    <a:pt x="6470791" y="3058242"/>
                  </a:lnTo>
                  <a:lnTo>
                    <a:pt x="6472502" y="3058242"/>
                  </a:lnTo>
                  <a:lnTo>
                    <a:pt x="6474213" y="3058242"/>
                  </a:lnTo>
                  <a:lnTo>
                    <a:pt x="6475925" y="3058242"/>
                  </a:lnTo>
                  <a:lnTo>
                    <a:pt x="6477636" y="3058242"/>
                  </a:lnTo>
                  <a:lnTo>
                    <a:pt x="6479348" y="3058242"/>
                  </a:lnTo>
                  <a:lnTo>
                    <a:pt x="6481059" y="3058242"/>
                  </a:lnTo>
                  <a:lnTo>
                    <a:pt x="6482770" y="3030294"/>
                  </a:lnTo>
                  <a:lnTo>
                    <a:pt x="6484482" y="2965561"/>
                  </a:lnTo>
                  <a:lnTo>
                    <a:pt x="6486193" y="2888954"/>
                  </a:lnTo>
                  <a:lnTo>
                    <a:pt x="6487905" y="2744446"/>
                  </a:lnTo>
                  <a:lnTo>
                    <a:pt x="6489616" y="2623973"/>
                  </a:lnTo>
                  <a:lnTo>
                    <a:pt x="6491327" y="2542836"/>
                  </a:lnTo>
                  <a:lnTo>
                    <a:pt x="6493039" y="2565389"/>
                  </a:lnTo>
                  <a:lnTo>
                    <a:pt x="6494750" y="2630124"/>
                  </a:lnTo>
                  <a:lnTo>
                    <a:pt x="6496462" y="2709731"/>
                  </a:lnTo>
                  <a:lnTo>
                    <a:pt x="6498173" y="2877865"/>
                  </a:lnTo>
                  <a:lnTo>
                    <a:pt x="6499884" y="2931125"/>
                  </a:lnTo>
                  <a:lnTo>
                    <a:pt x="6501596" y="2978257"/>
                  </a:lnTo>
                  <a:lnTo>
                    <a:pt x="6503307" y="2953561"/>
                  </a:lnTo>
                  <a:lnTo>
                    <a:pt x="6505019" y="2894539"/>
                  </a:lnTo>
                  <a:lnTo>
                    <a:pt x="6506730" y="2878084"/>
                  </a:lnTo>
                  <a:lnTo>
                    <a:pt x="6508441" y="2733997"/>
                  </a:lnTo>
                  <a:lnTo>
                    <a:pt x="6510153" y="2733111"/>
                  </a:lnTo>
                  <a:lnTo>
                    <a:pt x="6511864" y="2702293"/>
                  </a:lnTo>
                  <a:lnTo>
                    <a:pt x="6513576" y="2655675"/>
                  </a:lnTo>
                  <a:lnTo>
                    <a:pt x="6515287" y="2745341"/>
                  </a:lnTo>
                  <a:lnTo>
                    <a:pt x="6516998" y="2789032"/>
                  </a:lnTo>
                  <a:lnTo>
                    <a:pt x="6518710" y="2944795"/>
                  </a:lnTo>
                  <a:lnTo>
                    <a:pt x="6520421" y="3033060"/>
                  </a:lnTo>
                  <a:lnTo>
                    <a:pt x="6522133" y="3097882"/>
                  </a:lnTo>
                  <a:lnTo>
                    <a:pt x="6523844" y="3077378"/>
                  </a:lnTo>
                  <a:lnTo>
                    <a:pt x="6525555" y="2890455"/>
                  </a:lnTo>
                  <a:lnTo>
                    <a:pt x="6527267" y="2813715"/>
                  </a:lnTo>
                  <a:lnTo>
                    <a:pt x="6528978" y="2787876"/>
                  </a:lnTo>
                  <a:lnTo>
                    <a:pt x="6530690" y="2721919"/>
                  </a:lnTo>
                  <a:lnTo>
                    <a:pt x="6532401" y="2710732"/>
                  </a:lnTo>
                  <a:lnTo>
                    <a:pt x="6534112" y="2743468"/>
                  </a:lnTo>
                  <a:lnTo>
                    <a:pt x="6535824" y="2853498"/>
                  </a:lnTo>
                  <a:lnTo>
                    <a:pt x="6537535" y="2906514"/>
                  </a:lnTo>
                  <a:lnTo>
                    <a:pt x="6539246" y="2910418"/>
                  </a:lnTo>
                  <a:lnTo>
                    <a:pt x="6540958" y="3066670"/>
                  </a:lnTo>
                  <a:lnTo>
                    <a:pt x="6542669" y="3116972"/>
                  </a:lnTo>
                  <a:lnTo>
                    <a:pt x="6542669" y="3116972"/>
                  </a:lnTo>
                  <a:lnTo>
                    <a:pt x="6544381" y="3116972"/>
                  </a:lnTo>
                  <a:lnTo>
                    <a:pt x="6546092" y="3116972"/>
                  </a:lnTo>
                  <a:lnTo>
                    <a:pt x="6547803" y="3116972"/>
                  </a:lnTo>
                  <a:lnTo>
                    <a:pt x="6549515" y="3116972"/>
                  </a:lnTo>
                  <a:lnTo>
                    <a:pt x="6551226" y="3097031"/>
                  </a:lnTo>
                  <a:lnTo>
                    <a:pt x="6552938" y="2898055"/>
                  </a:lnTo>
                  <a:lnTo>
                    <a:pt x="6554649" y="2916414"/>
                  </a:lnTo>
                  <a:lnTo>
                    <a:pt x="6556360" y="2890522"/>
                  </a:lnTo>
                  <a:lnTo>
                    <a:pt x="6558072" y="2815584"/>
                  </a:lnTo>
                  <a:lnTo>
                    <a:pt x="6559783" y="2831187"/>
                  </a:lnTo>
                  <a:lnTo>
                    <a:pt x="6561495" y="2883985"/>
                  </a:lnTo>
                  <a:lnTo>
                    <a:pt x="6563206" y="2962139"/>
                  </a:lnTo>
                  <a:lnTo>
                    <a:pt x="6564917" y="2941662"/>
                  </a:lnTo>
                  <a:lnTo>
                    <a:pt x="6566629" y="2969507"/>
                  </a:lnTo>
                  <a:lnTo>
                    <a:pt x="6568340" y="2987207"/>
                  </a:lnTo>
                  <a:lnTo>
                    <a:pt x="6570052" y="2948544"/>
                  </a:lnTo>
                  <a:lnTo>
                    <a:pt x="6571763" y="2912950"/>
                  </a:lnTo>
                  <a:lnTo>
                    <a:pt x="6573474" y="2827092"/>
                  </a:lnTo>
                  <a:lnTo>
                    <a:pt x="6575186" y="2708512"/>
                  </a:lnTo>
                  <a:lnTo>
                    <a:pt x="6576897" y="2597960"/>
                  </a:lnTo>
                  <a:lnTo>
                    <a:pt x="6578609" y="2464623"/>
                  </a:lnTo>
                  <a:lnTo>
                    <a:pt x="6580320" y="2391395"/>
                  </a:lnTo>
                  <a:lnTo>
                    <a:pt x="6582031" y="2312685"/>
                  </a:lnTo>
                  <a:lnTo>
                    <a:pt x="6583743" y="2311532"/>
                  </a:lnTo>
                  <a:lnTo>
                    <a:pt x="6585454" y="2274625"/>
                  </a:lnTo>
                  <a:lnTo>
                    <a:pt x="6587166" y="2209185"/>
                  </a:lnTo>
                  <a:lnTo>
                    <a:pt x="6588877" y="2143142"/>
                  </a:lnTo>
                  <a:lnTo>
                    <a:pt x="6590588" y="2111816"/>
                  </a:lnTo>
                  <a:lnTo>
                    <a:pt x="6592300" y="2222163"/>
                  </a:lnTo>
                  <a:lnTo>
                    <a:pt x="6594011" y="2374407"/>
                  </a:lnTo>
                  <a:lnTo>
                    <a:pt x="6595723" y="2524491"/>
                  </a:lnTo>
                  <a:lnTo>
                    <a:pt x="6597434" y="2583174"/>
                  </a:lnTo>
                  <a:lnTo>
                    <a:pt x="6599145" y="2659884"/>
                  </a:lnTo>
                  <a:lnTo>
                    <a:pt x="6600857" y="2695331"/>
                  </a:lnTo>
                  <a:lnTo>
                    <a:pt x="6602568" y="2675575"/>
                  </a:lnTo>
                  <a:lnTo>
                    <a:pt x="6604280" y="2546270"/>
                  </a:lnTo>
                  <a:lnTo>
                    <a:pt x="6605991" y="2580670"/>
                  </a:lnTo>
                  <a:lnTo>
                    <a:pt x="6607702" y="2705308"/>
                  </a:lnTo>
                  <a:lnTo>
                    <a:pt x="6609414" y="2752986"/>
                  </a:lnTo>
                  <a:lnTo>
                    <a:pt x="6611125" y="2814547"/>
                  </a:lnTo>
                  <a:lnTo>
                    <a:pt x="6612837" y="2871633"/>
                  </a:lnTo>
                  <a:lnTo>
                    <a:pt x="6614548" y="2994683"/>
                  </a:lnTo>
                  <a:lnTo>
                    <a:pt x="6616259" y="3031877"/>
                  </a:lnTo>
                  <a:lnTo>
                    <a:pt x="6617971" y="3074684"/>
                  </a:lnTo>
                  <a:lnTo>
                    <a:pt x="6619682" y="3095880"/>
                  </a:lnTo>
                  <a:lnTo>
                    <a:pt x="6621394" y="3116972"/>
                  </a:lnTo>
                  <a:lnTo>
                    <a:pt x="6621394" y="3116972"/>
                  </a:lnTo>
                  <a:lnTo>
                    <a:pt x="6623105" y="3116972"/>
                  </a:lnTo>
                  <a:lnTo>
                    <a:pt x="6624816" y="3094485"/>
                  </a:lnTo>
                  <a:lnTo>
                    <a:pt x="6626528" y="3052900"/>
                  </a:lnTo>
                  <a:lnTo>
                    <a:pt x="6628239" y="2946331"/>
                  </a:lnTo>
                  <a:lnTo>
                    <a:pt x="6629951" y="2986163"/>
                  </a:lnTo>
                  <a:lnTo>
                    <a:pt x="6631662" y="2952512"/>
                  </a:lnTo>
                  <a:lnTo>
                    <a:pt x="6633373" y="2889817"/>
                  </a:lnTo>
                  <a:lnTo>
                    <a:pt x="6635085" y="2898225"/>
                  </a:lnTo>
                  <a:lnTo>
                    <a:pt x="6636796" y="2852786"/>
                  </a:lnTo>
                  <a:lnTo>
                    <a:pt x="6638508" y="2824737"/>
                  </a:lnTo>
                  <a:lnTo>
                    <a:pt x="6640219" y="2770707"/>
                  </a:lnTo>
                  <a:lnTo>
                    <a:pt x="6641930" y="2787893"/>
                  </a:lnTo>
                  <a:lnTo>
                    <a:pt x="6643642" y="2862593"/>
                  </a:lnTo>
                  <a:lnTo>
                    <a:pt x="6645353" y="2918694"/>
                  </a:lnTo>
                  <a:lnTo>
                    <a:pt x="6647064" y="2962662"/>
                  </a:lnTo>
                  <a:lnTo>
                    <a:pt x="6648776" y="2982657"/>
                  </a:lnTo>
                  <a:lnTo>
                    <a:pt x="6650487" y="2998826"/>
                  </a:lnTo>
                  <a:lnTo>
                    <a:pt x="6652199" y="2960001"/>
                  </a:lnTo>
                  <a:lnTo>
                    <a:pt x="6653910" y="2864478"/>
                  </a:lnTo>
                  <a:lnTo>
                    <a:pt x="6655621" y="2754759"/>
                  </a:lnTo>
                  <a:lnTo>
                    <a:pt x="6657333" y="2674432"/>
                  </a:lnTo>
                  <a:lnTo>
                    <a:pt x="6659044" y="2619472"/>
                  </a:lnTo>
                  <a:lnTo>
                    <a:pt x="6660756" y="2569685"/>
                  </a:lnTo>
                  <a:lnTo>
                    <a:pt x="6662467" y="2610925"/>
                  </a:lnTo>
                  <a:lnTo>
                    <a:pt x="6664178" y="2703848"/>
                  </a:lnTo>
                  <a:lnTo>
                    <a:pt x="6665890" y="2763968"/>
                  </a:lnTo>
                  <a:lnTo>
                    <a:pt x="6667601" y="2736546"/>
                  </a:lnTo>
                  <a:lnTo>
                    <a:pt x="6669313" y="2729206"/>
                  </a:lnTo>
                  <a:lnTo>
                    <a:pt x="6671024" y="2743580"/>
                  </a:lnTo>
                  <a:lnTo>
                    <a:pt x="6672735" y="2749528"/>
                  </a:lnTo>
                  <a:lnTo>
                    <a:pt x="6674447" y="2614964"/>
                  </a:lnTo>
                  <a:lnTo>
                    <a:pt x="6676158" y="2502923"/>
                  </a:lnTo>
                  <a:lnTo>
                    <a:pt x="6677870" y="2580012"/>
                  </a:lnTo>
                  <a:lnTo>
                    <a:pt x="6679581" y="2646210"/>
                  </a:lnTo>
                  <a:lnTo>
                    <a:pt x="6681292" y="2625018"/>
                  </a:lnTo>
                  <a:lnTo>
                    <a:pt x="6683004" y="2577720"/>
                  </a:lnTo>
                  <a:lnTo>
                    <a:pt x="6684715" y="2672973"/>
                  </a:lnTo>
                  <a:lnTo>
                    <a:pt x="6686427" y="2764243"/>
                  </a:lnTo>
                  <a:lnTo>
                    <a:pt x="6688138" y="2731444"/>
                  </a:lnTo>
                  <a:lnTo>
                    <a:pt x="6689849" y="2692350"/>
                  </a:lnTo>
                  <a:lnTo>
                    <a:pt x="6691561" y="2683962"/>
                  </a:lnTo>
                  <a:lnTo>
                    <a:pt x="6693272" y="2693495"/>
                  </a:lnTo>
                  <a:lnTo>
                    <a:pt x="6694984" y="2686660"/>
                  </a:lnTo>
                  <a:lnTo>
                    <a:pt x="6696695" y="2701944"/>
                  </a:lnTo>
                  <a:lnTo>
                    <a:pt x="6698406" y="2751922"/>
                  </a:lnTo>
                  <a:lnTo>
                    <a:pt x="6700118" y="2796320"/>
                  </a:lnTo>
                  <a:lnTo>
                    <a:pt x="6701829" y="2920893"/>
                  </a:lnTo>
                  <a:lnTo>
                    <a:pt x="6703541" y="2993210"/>
                  </a:lnTo>
                  <a:lnTo>
                    <a:pt x="6705252" y="3039357"/>
                  </a:lnTo>
                  <a:lnTo>
                    <a:pt x="6706963" y="3042786"/>
                  </a:lnTo>
                  <a:lnTo>
                    <a:pt x="6708675" y="2954431"/>
                  </a:lnTo>
                  <a:lnTo>
                    <a:pt x="6710386" y="2898363"/>
                  </a:lnTo>
                  <a:lnTo>
                    <a:pt x="6712098" y="2886752"/>
                  </a:lnTo>
                  <a:lnTo>
                    <a:pt x="6713809" y="2875205"/>
                  </a:lnTo>
                  <a:lnTo>
                    <a:pt x="6715520" y="2768808"/>
                  </a:lnTo>
                  <a:lnTo>
                    <a:pt x="6717232" y="2502237"/>
                  </a:lnTo>
                  <a:lnTo>
                    <a:pt x="6718943" y="2448411"/>
                  </a:lnTo>
                  <a:lnTo>
                    <a:pt x="6720655" y="2496594"/>
                  </a:lnTo>
                  <a:lnTo>
                    <a:pt x="6722366" y="2483480"/>
                  </a:lnTo>
                  <a:lnTo>
                    <a:pt x="6724077" y="2445556"/>
                  </a:lnTo>
                  <a:lnTo>
                    <a:pt x="6725789" y="2467607"/>
                  </a:lnTo>
                  <a:lnTo>
                    <a:pt x="6727500" y="2719814"/>
                  </a:lnTo>
                  <a:lnTo>
                    <a:pt x="6729212" y="2889145"/>
                  </a:lnTo>
                  <a:lnTo>
                    <a:pt x="6730923" y="2941756"/>
                  </a:lnTo>
                  <a:lnTo>
                    <a:pt x="6732634" y="2955044"/>
                  </a:lnTo>
                  <a:lnTo>
                    <a:pt x="6734346" y="3021095"/>
                  </a:lnTo>
                  <a:lnTo>
                    <a:pt x="6736057" y="3116972"/>
                  </a:lnTo>
                  <a:lnTo>
                    <a:pt x="6736057" y="3116972"/>
                  </a:lnTo>
                  <a:lnTo>
                    <a:pt x="6737769" y="3116972"/>
                  </a:lnTo>
                  <a:lnTo>
                    <a:pt x="6739480" y="3075173"/>
                  </a:lnTo>
                  <a:lnTo>
                    <a:pt x="6741191" y="3025353"/>
                  </a:lnTo>
                  <a:lnTo>
                    <a:pt x="6742903" y="3025354"/>
                  </a:lnTo>
                  <a:lnTo>
                    <a:pt x="6744614" y="2992078"/>
                  </a:lnTo>
                  <a:lnTo>
                    <a:pt x="6746325" y="2951618"/>
                  </a:lnTo>
                  <a:lnTo>
                    <a:pt x="6748037" y="2982057"/>
                  </a:lnTo>
                  <a:lnTo>
                    <a:pt x="6749748" y="3042436"/>
                  </a:lnTo>
                  <a:lnTo>
                    <a:pt x="6751460" y="3065233"/>
                  </a:lnTo>
                  <a:lnTo>
                    <a:pt x="6753171" y="3046851"/>
                  </a:lnTo>
                  <a:lnTo>
                    <a:pt x="6754882" y="3002649"/>
                  </a:lnTo>
                  <a:lnTo>
                    <a:pt x="6756594" y="2951979"/>
                  </a:lnTo>
                  <a:lnTo>
                    <a:pt x="6758305" y="2863890"/>
                  </a:lnTo>
                  <a:lnTo>
                    <a:pt x="6760017" y="2853029"/>
                  </a:lnTo>
                  <a:lnTo>
                    <a:pt x="6761728" y="2778316"/>
                  </a:lnTo>
                  <a:lnTo>
                    <a:pt x="6763439" y="2702839"/>
                  </a:lnTo>
                  <a:lnTo>
                    <a:pt x="6765151" y="2726971"/>
                  </a:lnTo>
                  <a:lnTo>
                    <a:pt x="6766862" y="2800947"/>
                  </a:lnTo>
                  <a:lnTo>
                    <a:pt x="6768574" y="2829849"/>
                  </a:lnTo>
                  <a:lnTo>
                    <a:pt x="6770285" y="2720691"/>
                  </a:lnTo>
                  <a:lnTo>
                    <a:pt x="6771996" y="2675488"/>
                  </a:lnTo>
                  <a:lnTo>
                    <a:pt x="6773708" y="2671364"/>
                  </a:lnTo>
                  <a:lnTo>
                    <a:pt x="6775419" y="2703213"/>
                  </a:lnTo>
                  <a:lnTo>
                    <a:pt x="6777131" y="2684476"/>
                  </a:lnTo>
                  <a:lnTo>
                    <a:pt x="6778842" y="2715412"/>
                  </a:lnTo>
                  <a:lnTo>
                    <a:pt x="6780553" y="2789926"/>
                  </a:lnTo>
                  <a:lnTo>
                    <a:pt x="6782265" y="2818335"/>
                  </a:lnTo>
                  <a:lnTo>
                    <a:pt x="6783976" y="2868136"/>
                  </a:lnTo>
                  <a:lnTo>
                    <a:pt x="6785688" y="2867021"/>
                  </a:lnTo>
                  <a:lnTo>
                    <a:pt x="6787399" y="2762600"/>
                  </a:lnTo>
                  <a:lnTo>
                    <a:pt x="6789110" y="2665452"/>
                  </a:lnTo>
                  <a:lnTo>
                    <a:pt x="6790822" y="2558980"/>
                  </a:lnTo>
                  <a:lnTo>
                    <a:pt x="6792533" y="2490385"/>
                  </a:lnTo>
                  <a:lnTo>
                    <a:pt x="6794245" y="2445312"/>
                  </a:lnTo>
                  <a:lnTo>
                    <a:pt x="6795956" y="2448717"/>
                  </a:lnTo>
                  <a:lnTo>
                    <a:pt x="6797667" y="2553138"/>
                  </a:lnTo>
                  <a:lnTo>
                    <a:pt x="6799379" y="2662748"/>
                  </a:lnTo>
                  <a:lnTo>
                    <a:pt x="6801090" y="2813789"/>
                  </a:lnTo>
                  <a:lnTo>
                    <a:pt x="6802802" y="2955527"/>
                  </a:lnTo>
                  <a:lnTo>
                    <a:pt x="6804513" y="3005704"/>
                  </a:lnTo>
                  <a:lnTo>
                    <a:pt x="6806224" y="2924825"/>
                  </a:lnTo>
                  <a:lnTo>
                    <a:pt x="6807936" y="2854164"/>
                  </a:lnTo>
                  <a:lnTo>
                    <a:pt x="6809647" y="2772539"/>
                  </a:lnTo>
                  <a:lnTo>
                    <a:pt x="6811359" y="2764512"/>
                  </a:lnTo>
                  <a:lnTo>
                    <a:pt x="6813070" y="2782873"/>
                  </a:lnTo>
                  <a:lnTo>
                    <a:pt x="6814781" y="2825951"/>
                  </a:lnTo>
                  <a:lnTo>
                    <a:pt x="6816493" y="2811894"/>
                  </a:lnTo>
                  <a:lnTo>
                    <a:pt x="6818204" y="2750283"/>
                  </a:lnTo>
                  <a:lnTo>
                    <a:pt x="6819916" y="2732417"/>
                  </a:lnTo>
                  <a:lnTo>
                    <a:pt x="6821627" y="2622613"/>
                  </a:lnTo>
                  <a:lnTo>
                    <a:pt x="6823338" y="2475368"/>
                  </a:lnTo>
                  <a:lnTo>
                    <a:pt x="6825050" y="2370717"/>
                  </a:lnTo>
                  <a:lnTo>
                    <a:pt x="6826761" y="2400861"/>
                  </a:lnTo>
                  <a:lnTo>
                    <a:pt x="6828473" y="2447429"/>
                  </a:lnTo>
                  <a:lnTo>
                    <a:pt x="6830184" y="2485869"/>
                  </a:lnTo>
                  <a:lnTo>
                    <a:pt x="6831895" y="2597092"/>
                  </a:lnTo>
                  <a:lnTo>
                    <a:pt x="6833607" y="2686540"/>
                  </a:lnTo>
                  <a:lnTo>
                    <a:pt x="6835318" y="2689282"/>
                  </a:lnTo>
                  <a:lnTo>
                    <a:pt x="6837030" y="2685769"/>
                  </a:lnTo>
                  <a:lnTo>
                    <a:pt x="6838741" y="2750380"/>
                  </a:lnTo>
                  <a:lnTo>
                    <a:pt x="6840452" y="2804948"/>
                  </a:lnTo>
                  <a:lnTo>
                    <a:pt x="6842164" y="2779776"/>
                  </a:lnTo>
                  <a:lnTo>
                    <a:pt x="6843875" y="2830566"/>
                  </a:lnTo>
                  <a:lnTo>
                    <a:pt x="6845587" y="2898955"/>
                  </a:lnTo>
                  <a:lnTo>
                    <a:pt x="6847298" y="2890519"/>
                  </a:lnTo>
                  <a:lnTo>
                    <a:pt x="6849009" y="2878003"/>
                  </a:lnTo>
                  <a:lnTo>
                    <a:pt x="6850721" y="2924137"/>
                  </a:lnTo>
                  <a:lnTo>
                    <a:pt x="6852432" y="2953634"/>
                  </a:lnTo>
                  <a:lnTo>
                    <a:pt x="6854143" y="2910307"/>
                  </a:lnTo>
                  <a:lnTo>
                    <a:pt x="6855855" y="2943827"/>
                  </a:lnTo>
                  <a:lnTo>
                    <a:pt x="6857566" y="3050543"/>
                  </a:lnTo>
                  <a:lnTo>
                    <a:pt x="6859278" y="3072896"/>
                  </a:lnTo>
                  <a:lnTo>
                    <a:pt x="6860989" y="2856920"/>
                  </a:lnTo>
                  <a:lnTo>
                    <a:pt x="6862700" y="2691845"/>
                  </a:lnTo>
                  <a:lnTo>
                    <a:pt x="6864412" y="2692356"/>
                  </a:lnTo>
                  <a:lnTo>
                    <a:pt x="6866123" y="2666858"/>
                  </a:lnTo>
                  <a:lnTo>
                    <a:pt x="6867835" y="2535369"/>
                  </a:lnTo>
                  <a:lnTo>
                    <a:pt x="6869546" y="2435571"/>
                  </a:lnTo>
                  <a:lnTo>
                    <a:pt x="6871257" y="2434444"/>
                  </a:lnTo>
                  <a:lnTo>
                    <a:pt x="6872969" y="2477222"/>
                  </a:lnTo>
                  <a:lnTo>
                    <a:pt x="6874680" y="2442948"/>
                  </a:lnTo>
                  <a:lnTo>
                    <a:pt x="6876392" y="2362548"/>
                  </a:lnTo>
                  <a:lnTo>
                    <a:pt x="6878103" y="2328015"/>
                  </a:lnTo>
                  <a:lnTo>
                    <a:pt x="6879814" y="2329702"/>
                  </a:lnTo>
                  <a:lnTo>
                    <a:pt x="6881526" y="2362456"/>
                  </a:lnTo>
                  <a:lnTo>
                    <a:pt x="6883237" y="2442735"/>
                  </a:lnTo>
                  <a:lnTo>
                    <a:pt x="6884949" y="2569663"/>
                  </a:lnTo>
                  <a:lnTo>
                    <a:pt x="6886660" y="2657137"/>
                  </a:lnTo>
                  <a:lnTo>
                    <a:pt x="6888371" y="2800822"/>
                  </a:lnTo>
                  <a:lnTo>
                    <a:pt x="6890083" y="2882587"/>
                  </a:lnTo>
                  <a:lnTo>
                    <a:pt x="6891794" y="2911922"/>
                  </a:lnTo>
                  <a:lnTo>
                    <a:pt x="6893506" y="2838020"/>
                  </a:lnTo>
                  <a:lnTo>
                    <a:pt x="6895217" y="2725998"/>
                  </a:lnTo>
                  <a:lnTo>
                    <a:pt x="6896928" y="2655564"/>
                  </a:lnTo>
                  <a:lnTo>
                    <a:pt x="6898640" y="2529255"/>
                  </a:lnTo>
                  <a:lnTo>
                    <a:pt x="6900351" y="2506052"/>
                  </a:lnTo>
                  <a:lnTo>
                    <a:pt x="6902063" y="2655833"/>
                  </a:lnTo>
                  <a:lnTo>
                    <a:pt x="6903774" y="2703134"/>
                  </a:lnTo>
                  <a:lnTo>
                    <a:pt x="6905485" y="2602137"/>
                  </a:lnTo>
                  <a:lnTo>
                    <a:pt x="6907197" y="2526157"/>
                  </a:lnTo>
                  <a:lnTo>
                    <a:pt x="6908908" y="2558365"/>
                  </a:lnTo>
                  <a:lnTo>
                    <a:pt x="6910620" y="2540059"/>
                  </a:lnTo>
                  <a:lnTo>
                    <a:pt x="6912331" y="2429230"/>
                  </a:lnTo>
                  <a:lnTo>
                    <a:pt x="6914042" y="2431584"/>
                  </a:lnTo>
                  <a:lnTo>
                    <a:pt x="6915754" y="2577447"/>
                  </a:lnTo>
                  <a:lnTo>
                    <a:pt x="6917465" y="2742288"/>
                  </a:lnTo>
                  <a:lnTo>
                    <a:pt x="6919177" y="2829539"/>
                  </a:lnTo>
                  <a:lnTo>
                    <a:pt x="6920888" y="2842285"/>
                  </a:lnTo>
                  <a:lnTo>
                    <a:pt x="6922599" y="2872788"/>
                  </a:lnTo>
                  <a:lnTo>
                    <a:pt x="6924311" y="2942266"/>
                  </a:lnTo>
                  <a:lnTo>
                    <a:pt x="6926022" y="2975778"/>
                  </a:lnTo>
                  <a:lnTo>
                    <a:pt x="6927734" y="3011672"/>
                  </a:lnTo>
                  <a:lnTo>
                    <a:pt x="6929445" y="3029874"/>
                  </a:lnTo>
                  <a:lnTo>
                    <a:pt x="6931156" y="3085547"/>
                  </a:lnTo>
                  <a:lnTo>
                    <a:pt x="6932868" y="3081568"/>
                  </a:lnTo>
                  <a:lnTo>
                    <a:pt x="6934579" y="3035735"/>
                  </a:lnTo>
                  <a:lnTo>
                    <a:pt x="6936291" y="2990574"/>
                  </a:lnTo>
                  <a:lnTo>
                    <a:pt x="6938002" y="2885292"/>
                  </a:lnTo>
                  <a:lnTo>
                    <a:pt x="6939713" y="2801752"/>
                  </a:lnTo>
                  <a:lnTo>
                    <a:pt x="6941425" y="2715571"/>
                  </a:lnTo>
                  <a:lnTo>
                    <a:pt x="6943136" y="2684121"/>
                  </a:lnTo>
                  <a:lnTo>
                    <a:pt x="6944848" y="2620144"/>
                  </a:lnTo>
                  <a:lnTo>
                    <a:pt x="6946559" y="2501525"/>
                  </a:lnTo>
                  <a:lnTo>
                    <a:pt x="6948270" y="2482316"/>
                  </a:lnTo>
                  <a:lnTo>
                    <a:pt x="6949982" y="2553830"/>
                  </a:lnTo>
                  <a:lnTo>
                    <a:pt x="6951693" y="2626590"/>
                  </a:lnTo>
                  <a:lnTo>
                    <a:pt x="6953405" y="2665355"/>
                  </a:lnTo>
                  <a:lnTo>
                    <a:pt x="6955116" y="2792255"/>
                  </a:lnTo>
                  <a:lnTo>
                    <a:pt x="6956827" y="2952448"/>
                  </a:lnTo>
                  <a:lnTo>
                    <a:pt x="6958539" y="3041050"/>
                  </a:lnTo>
                  <a:lnTo>
                    <a:pt x="6960250" y="3034555"/>
                  </a:lnTo>
                  <a:lnTo>
                    <a:pt x="6961961" y="2996005"/>
                  </a:lnTo>
                  <a:lnTo>
                    <a:pt x="6963673" y="2941489"/>
                  </a:lnTo>
                  <a:lnTo>
                    <a:pt x="6965384" y="2886576"/>
                  </a:lnTo>
                  <a:lnTo>
                    <a:pt x="6967096" y="2880978"/>
                  </a:lnTo>
                  <a:lnTo>
                    <a:pt x="6968807" y="2880979"/>
                  </a:lnTo>
                  <a:lnTo>
                    <a:pt x="6970518" y="2861941"/>
                  </a:lnTo>
                  <a:lnTo>
                    <a:pt x="6972230" y="2851867"/>
                  </a:lnTo>
                  <a:lnTo>
                    <a:pt x="6973941" y="2848012"/>
                  </a:lnTo>
                  <a:lnTo>
                    <a:pt x="6975653" y="2798021"/>
                  </a:lnTo>
                  <a:lnTo>
                    <a:pt x="6977364" y="2748564"/>
                  </a:lnTo>
                  <a:lnTo>
                    <a:pt x="6979075" y="2728197"/>
                  </a:lnTo>
                  <a:lnTo>
                    <a:pt x="6980787" y="2749396"/>
                  </a:lnTo>
                  <a:lnTo>
                    <a:pt x="6982498" y="2812130"/>
                  </a:lnTo>
                  <a:lnTo>
                    <a:pt x="6984210" y="2900611"/>
                  </a:lnTo>
                  <a:lnTo>
                    <a:pt x="6985921" y="2988420"/>
                  </a:lnTo>
                  <a:lnTo>
                    <a:pt x="6987632" y="3030621"/>
                  </a:lnTo>
                  <a:lnTo>
                    <a:pt x="6989344" y="3017982"/>
                  </a:lnTo>
                  <a:lnTo>
                    <a:pt x="6991055" y="2920277"/>
                  </a:lnTo>
                  <a:lnTo>
                    <a:pt x="6992767" y="2870963"/>
                  </a:lnTo>
                  <a:lnTo>
                    <a:pt x="6994478" y="2807985"/>
                  </a:lnTo>
                  <a:lnTo>
                    <a:pt x="6996189" y="2709246"/>
                  </a:lnTo>
                  <a:lnTo>
                    <a:pt x="6997901" y="2626577"/>
                  </a:lnTo>
                  <a:lnTo>
                    <a:pt x="6999612" y="2572630"/>
                  </a:lnTo>
                  <a:lnTo>
                    <a:pt x="7001324" y="2488885"/>
                  </a:lnTo>
                  <a:lnTo>
                    <a:pt x="7003035" y="2388931"/>
                  </a:lnTo>
                  <a:lnTo>
                    <a:pt x="7004746" y="2414893"/>
                  </a:lnTo>
                  <a:lnTo>
                    <a:pt x="7006458" y="2480495"/>
                  </a:lnTo>
                  <a:lnTo>
                    <a:pt x="7008169" y="2586360"/>
                  </a:lnTo>
                  <a:lnTo>
                    <a:pt x="7009881" y="2629006"/>
                  </a:lnTo>
                  <a:lnTo>
                    <a:pt x="7011592" y="2731357"/>
                  </a:lnTo>
                  <a:lnTo>
                    <a:pt x="7013303" y="2851774"/>
                  </a:lnTo>
                  <a:lnTo>
                    <a:pt x="7015015" y="2943540"/>
                  </a:lnTo>
                  <a:lnTo>
                    <a:pt x="7016726" y="3067229"/>
                  </a:lnTo>
                  <a:lnTo>
                    <a:pt x="7018438" y="3062503"/>
                  </a:lnTo>
                  <a:lnTo>
                    <a:pt x="7020149" y="3075178"/>
                  </a:lnTo>
                  <a:lnTo>
                    <a:pt x="7021860" y="3036937"/>
                  </a:lnTo>
                  <a:lnTo>
                    <a:pt x="7023572" y="3028221"/>
                  </a:lnTo>
                  <a:lnTo>
                    <a:pt x="7025283" y="2973473"/>
                  </a:lnTo>
                  <a:lnTo>
                    <a:pt x="7026995" y="2882924"/>
                  </a:lnTo>
                  <a:lnTo>
                    <a:pt x="7028706" y="2844502"/>
                  </a:lnTo>
                  <a:lnTo>
                    <a:pt x="7030417" y="2824962"/>
                  </a:lnTo>
                  <a:lnTo>
                    <a:pt x="7032129" y="2926428"/>
                  </a:lnTo>
                  <a:lnTo>
                    <a:pt x="7033840" y="2963995"/>
                  </a:lnTo>
                  <a:lnTo>
                    <a:pt x="7035552" y="2963995"/>
                  </a:lnTo>
                  <a:lnTo>
                    <a:pt x="7037263" y="2963996"/>
                  </a:lnTo>
                  <a:lnTo>
                    <a:pt x="7038974" y="2928727"/>
                  </a:lnTo>
                  <a:lnTo>
                    <a:pt x="7040686" y="2905640"/>
                  </a:lnTo>
                  <a:lnTo>
                    <a:pt x="7042397" y="2866935"/>
                  </a:lnTo>
                  <a:lnTo>
                    <a:pt x="7044109" y="2793785"/>
                  </a:lnTo>
                  <a:lnTo>
                    <a:pt x="7045820" y="2692485"/>
                  </a:lnTo>
                  <a:lnTo>
                    <a:pt x="7047531" y="2661355"/>
                  </a:lnTo>
                  <a:lnTo>
                    <a:pt x="7049243" y="2758241"/>
                  </a:lnTo>
                  <a:lnTo>
                    <a:pt x="7050954" y="2841439"/>
                  </a:lnTo>
                  <a:lnTo>
                    <a:pt x="7052666" y="2835642"/>
                  </a:lnTo>
                  <a:lnTo>
                    <a:pt x="7054377" y="2895002"/>
                  </a:lnTo>
                  <a:lnTo>
                    <a:pt x="7056088" y="3012078"/>
                  </a:lnTo>
                  <a:lnTo>
                    <a:pt x="7057800" y="3079100"/>
                  </a:lnTo>
                  <a:lnTo>
                    <a:pt x="7059511" y="3052839"/>
                  </a:lnTo>
                  <a:lnTo>
                    <a:pt x="7061223" y="3005637"/>
                  </a:lnTo>
                  <a:lnTo>
                    <a:pt x="7062934" y="3021819"/>
                  </a:lnTo>
                  <a:lnTo>
                    <a:pt x="7064645" y="2991720"/>
                  </a:lnTo>
                  <a:lnTo>
                    <a:pt x="7066357" y="2930657"/>
                  </a:lnTo>
                  <a:lnTo>
                    <a:pt x="7068068" y="2828423"/>
                  </a:lnTo>
                  <a:lnTo>
                    <a:pt x="7069779" y="2758476"/>
                  </a:lnTo>
                  <a:lnTo>
                    <a:pt x="7071491" y="2741972"/>
                  </a:lnTo>
                  <a:lnTo>
                    <a:pt x="7073202" y="2702490"/>
                  </a:lnTo>
                  <a:lnTo>
                    <a:pt x="7074914" y="2624884"/>
                  </a:lnTo>
                  <a:lnTo>
                    <a:pt x="7076625" y="2588906"/>
                  </a:lnTo>
                  <a:lnTo>
                    <a:pt x="7078336" y="2625225"/>
                  </a:lnTo>
                  <a:lnTo>
                    <a:pt x="7080048" y="2578375"/>
                  </a:lnTo>
                  <a:lnTo>
                    <a:pt x="7081759" y="2540655"/>
                  </a:lnTo>
                  <a:lnTo>
                    <a:pt x="7083471" y="2545111"/>
                  </a:lnTo>
                  <a:lnTo>
                    <a:pt x="7085182" y="2625098"/>
                  </a:lnTo>
                  <a:lnTo>
                    <a:pt x="7086893" y="2577594"/>
                  </a:lnTo>
                  <a:lnTo>
                    <a:pt x="7088605" y="2388992"/>
                  </a:lnTo>
                  <a:lnTo>
                    <a:pt x="7090316" y="2374029"/>
                  </a:lnTo>
                  <a:lnTo>
                    <a:pt x="7092028" y="2433500"/>
                  </a:lnTo>
                  <a:lnTo>
                    <a:pt x="7093739" y="2491649"/>
                  </a:lnTo>
                  <a:lnTo>
                    <a:pt x="7095450" y="2564398"/>
                  </a:lnTo>
                  <a:lnTo>
                    <a:pt x="7097162" y="2725307"/>
                  </a:lnTo>
                  <a:lnTo>
                    <a:pt x="7098873" y="2980630"/>
                  </a:lnTo>
                  <a:lnTo>
                    <a:pt x="7100585" y="3116972"/>
                  </a:lnTo>
                  <a:lnTo>
                    <a:pt x="7100585" y="3116972"/>
                  </a:lnTo>
                  <a:lnTo>
                    <a:pt x="7102296" y="3111855"/>
                  </a:lnTo>
                  <a:lnTo>
                    <a:pt x="7104007" y="3093846"/>
                  </a:lnTo>
                  <a:lnTo>
                    <a:pt x="7105719" y="2960693"/>
                  </a:lnTo>
                  <a:lnTo>
                    <a:pt x="7107430" y="2854435"/>
                  </a:lnTo>
                  <a:lnTo>
                    <a:pt x="7109142" y="2801707"/>
                  </a:lnTo>
                  <a:lnTo>
                    <a:pt x="7110853" y="2778910"/>
                  </a:lnTo>
                  <a:lnTo>
                    <a:pt x="7112564" y="2827099"/>
                  </a:lnTo>
                  <a:lnTo>
                    <a:pt x="7114276" y="2866185"/>
                  </a:lnTo>
                  <a:lnTo>
                    <a:pt x="7115987" y="2968096"/>
                  </a:lnTo>
                  <a:lnTo>
                    <a:pt x="7117699" y="3000520"/>
                  </a:lnTo>
                  <a:lnTo>
                    <a:pt x="7119410" y="2930611"/>
                  </a:lnTo>
                  <a:lnTo>
                    <a:pt x="7121121" y="2993018"/>
                  </a:lnTo>
                  <a:lnTo>
                    <a:pt x="7122833" y="3043723"/>
                  </a:lnTo>
                  <a:lnTo>
                    <a:pt x="7124544" y="3069573"/>
                  </a:lnTo>
                  <a:lnTo>
                    <a:pt x="7126256" y="3074023"/>
                  </a:lnTo>
                  <a:lnTo>
                    <a:pt x="7127967" y="3114529"/>
                  </a:lnTo>
                  <a:lnTo>
                    <a:pt x="7129678" y="3116972"/>
                  </a:lnTo>
                  <a:lnTo>
                    <a:pt x="7129678" y="3116972"/>
                  </a:lnTo>
                  <a:lnTo>
                    <a:pt x="7131390" y="3116972"/>
                  </a:lnTo>
                  <a:lnTo>
                    <a:pt x="7133101" y="3087353"/>
                  </a:lnTo>
                  <a:lnTo>
                    <a:pt x="7134813" y="3061502"/>
                  </a:lnTo>
                  <a:lnTo>
                    <a:pt x="7136524" y="3077222"/>
                  </a:lnTo>
                  <a:lnTo>
                    <a:pt x="7138235" y="3116972"/>
                  </a:lnTo>
                  <a:lnTo>
                    <a:pt x="7138235" y="3116972"/>
                  </a:lnTo>
                  <a:lnTo>
                    <a:pt x="7139947" y="3116972"/>
                  </a:lnTo>
                  <a:lnTo>
                    <a:pt x="7141658" y="3095487"/>
                  </a:lnTo>
                  <a:lnTo>
                    <a:pt x="7143370" y="3010869"/>
                  </a:lnTo>
                  <a:lnTo>
                    <a:pt x="7145081" y="2964019"/>
                  </a:lnTo>
                  <a:lnTo>
                    <a:pt x="7146792" y="2951532"/>
                  </a:lnTo>
                  <a:lnTo>
                    <a:pt x="7148504" y="2920639"/>
                  </a:lnTo>
                  <a:lnTo>
                    <a:pt x="7150215" y="2897296"/>
                  </a:lnTo>
                  <a:lnTo>
                    <a:pt x="7151927" y="2891637"/>
                  </a:lnTo>
                  <a:lnTo>
                    <a:pt x="7153638" y="2855487"/>
                  </a:lnTo>
                  <a:lnTo>
                    <a:pt x="7155349" y="2815368"/>
                  </a:lnTo>
                  <a:lnTo>
                    <a:pt x="7157061" y="2769924"/>
                  </a:lnTo>
                  <a:lnTo>
                    <a:pt x="7158772" y="2743467"/>
                  </a:lnTo>
                  <a:lnTo>
                    <a:pt x="7160484" y="2693855"/>
                  </a:lnTo>
                  <a:lnTo>
                    <a:pt x="7162195" y="2662847"/>
                  </a:lnTo>
                  <a:lnTo>
                    <a:pt x="7163906" y="2672375"/>
                  </a:lnTo>
                  <a:lnTo>
                    <a:pt x="7165618" y="2711247"/>
                  </a:lnTo>
                  <a:lnTo>
                    <a:pt x="7167329" y="2746852"/>
                  </a:lnTo>
                  <a:lnTo>
                    <a:pt x="7169040" y="2753498"/>
                  </a:lnTo>
                  <a:lnTo>
                    <a:pt x="7170752" y="2739084"/>
                  </a:lnTo>
                  <a:lnTo>
                    <a:pt x="7172463" y="2702639"/>
                  </a:lnTo>
                  <a:lnTo>
                    <a:pt x="7174175" y="2668465"/>
                  </a:lnTo>
                  <a:lnTo>
                    <a:pt x="7175886" y="2713116"/>
                  </a:lnTo>
                  <a:lnTo>
                    <a:pt x="7177597" y="2712107"/>
                  </a:lnTo>
                  <a:lnTo>
                    <a:pt x="7179309" y="2565705"/>
                  </a:lnTo>
                  <a:lnTo>
                    <a:pt x="7181020" y="2472343"/>
                  </a:lnTo>
                  <a:lnTo>
                    <a:pt x="7182732" y="2514112"/>
                  </a:lnTo>
                  <a:lnTo>
                    <a:pt x="7184443" y="2583427"/>
                  </a:lnTo>
                  <a:lnTo>
                    <a:pt x="7186154" y="2526448"/>
                  </a:lnTo>
                  <a:lnTo>
                    <a:pt x="7187866" y="2459956"/>
                  </a:lnTo>
                  <a:lnTo>
                    <a:pt x="7189577" y="2519860"/>
                  </a:lnTo>
                  <a:lnTo>
                    <a:pt x="7191289" y="2642650"/>
                  </a:lnTo>
                  <a:lnTo>
                    <a:pt x="7193000" y="2718487"/>
                  </a:lnTo>
                  <a:lnTo>
                    <a:pt x="7194711" y="2787372"/>
                  </a:lnTo>
                  <a:lnTo>
                    <a:pt x="7196423" y="2822376"/>
                  </a:lnTo>
                  <a:lnTo>
                    <a:pt x="7198134" y="2890874"/>
                  </a:lnTo>
                  <a:lnTo>
                    <a:pt x="7199846" y="2959885"/>
                  </a:lnTo>
                  <a:lnTo>
                    <a:pt x="7201557" y="2909921"/>
                  </a:lnTo>
                  <a:lnTo>
                    <a:pt x="7203268" y="2869155"/>
                  </a:lnTo>
                  <a:lnTo>
                    <a:pt x="7204980" y="2834591"/>
                  </a:lnTo>
                  <a:lnTo>
                    <a:pt x="7206691" y="2790832"/>
                  </a:lnTo>
                  <a:lnTo>
                    <a:pt x="7208403" y="2739630"/>
                  </a:lnTo>
                  <a:lnTo>
                    <a:pt x="7210114" y="2707442"/>
                  </a:lnTo>
                  <a:lnTo>
                    <a:pt x="7211825" y="2572920"/>
                  </a:lnTo>
                  <a:lnTo>
                    <a:pt x="7213537" y="2419713"/>
                  </a:lnTo>
                  <a:lnTo>
                    <a:pt x="7215248" y="2398627"/>
                  </a:lnTo>
                  <a:lnTo>
                    <a:pt x="7216960" y="2459481"/>
                  </a:lnTo>
                  <a:lnTo>
                    <a:pt x="7218671" y="2439090"/>
                  </a:lnTo>
                  <a:lnTo>
                    <a:pt x="7220382" y="2373177"/>
                  </a:lnTo>
                  <a:lnTo>
                    <a:pt x="7222094" y="2541327"/>
                  </a:lnTo>
                  <a:lnTo>
                    <a:pt x="7223805" y="2696703"/>
                  </a:lnTo>
                  <a:lnTo>
                    <a:pt x="7225517" y="2625648"/>
                  </a:lnTo>
                  <a:lnTo>
                    <a:pt x="7227228" y="2572253"/>
                  </a:lnTo>
                  <a:lnTo>
                    <a:pt x="7228939" y="2595079"/>
                  </a:lnTo>
                  <a:lnTo>
                    <a:pt x="7230651" y="2656620"/>
                  </a:lnTo>
                  <a:lnTo>
                    <a:pt x="7232362" y="2665882"/>
                  </a:lnTo>
                  <a:lnTo>
                    <a:pt x="7234074" y="2609156"/>
                  </a:lnTo>
                  <a:lnTo>
                    <a:pt x="7235785" y="2649814"/>
                  </a:lnTo>
                  <a:lnTo>
                    <a:pt x="7237496" y="2646253"/>
                  </a:lnTo>
                  <a:lnTo>
                    <a:pt x="7239208" y="2605072"/>
                  </a:lnTo>
                  <a:lnTo>
                    <a:pt x="7240919" y="2617521"/>
                  </a:lnTo>
                  <a:lnTo>
                    <a:pt x="7242631" y="2585424"/>
                  </a:lnTo>
                  <a:lnTo>
                    <a:pt x="7244342" y="2578457"/>
                  </a:lnTo>
                  <a:lnTo>
                    <a:pt x="7246053" y="2651573"/>
                  </a:lnTo>
                  <a:lnTo>
                    <a:pt x="7247765" y="2699786"/>
                  </a:lnTo>
                  <a:lnTo>
                    <a:pt x="7249476" y="2753811"/>
                  </a:lnTo>
                  <a:lnTo>
                    <a:pt x="7251188" y="2743624"/>
                  </a:lnTo>
                  <a:lnTo>
                    <a:pt x="7252899" y="2802677"/>
                  </a:lnTo>
                  <a:lnTo>
                    <a:pt x="7254610" y="2886674"/>
                  </a:lnTo>
                  <a:lnTo>
                    <a:pt x="7256322" y="2760067"/>
                  </a:lnTo>
                  <a:lnTo>
                    <a:pt x="7258033" y="2625119"/>
                  </a:lnTo>
                  <a:lnTo>
                    <a:pt x="7259745" y="2560716"/>
                  </a:lnTo>
                  <a:lnTo>
                    <a:pt x="7261456" y="2564709"/>
                  </a:lnTo>
                  <a:lnTo>
                    <a:pt x="7263167" y="2533525"/>
                  </a:lnTo>
                  <a:lnTo>
                    <a:pt x="7264879" y="2552414"/>
                  </a:lnTo>
                  <a:lnTo>
                    <a:pt x="7266590" y="2654430"/>
                  </a:lnTo>
                  <a:lnTo>
                    <a:pt x="7268302" y="2728971"/>
                  </a:lnTo>
                  <a:lnTo>
                    <a:pt x="7270013" y="2748003"/>
                  </a:lnTo>
                  <a:lnTo>
                    <a:pt x="7271724" y="2736432"/>
                  </a:lnTo>
                  <a:lnTo>
                    <a:pt x="7273436" y="2749220"/>
                  </a:lnTo>
                  <a:lnTo>
                    <a:pt x="7275147" y="2640161"/>
                  </a:lnTo>
                  <a:lnTo>
                    <a:pt x="7276858" y="2544414"/>
                  </a:lnTo>
                  <a:lnTo>
                    <a:pt x="7278570" y="2493897"/>
                  </a:lnTo>
                  <a:lnTo>
                    <a:pt x="7280281" y="2423756"/>
                  </a:lnTo>
                  <a:lnTo>
                    <a:pt x="7281993" y="2303093"/>
                  </a:lnTo>
                  <a:lnTo>
                    <a:pt x="7283704" y="2159144"/>
                  </a:lnTo>
                  <a:lnTo>
                    <a:pt x="7285415" y="2080195"/>
                  </a:lnTo>
                  <a:lnTo>
                    <a:pt x="7287127" y="2044872"/>
                  </a:lnTo>
                  <a:lnTo>
                    <a:pt x="7288838" y="2075725"/>
                  </a:lnTo>
                  <a:lnTo>
                    <a:pt x="7290550" y="2116983"/>
                  </a:lnTo>
                  <a:lnTo>
                    <a:pt x="7292261" y="2236274"/>
                  </a:lnTo>
                  <a:lnTo>
                    <a:pt x="7293972" y="2307500"/>
                  </a:lnTo>
                  <a:lnTo>
                    <a:pt x="7295684" y="2404031"/>
                  </a:lnTo>
                  <a:lnTo>
                    <a:pt x="7297395" y="2402463"/>
                  </a:lnTo>
                  <a:lnTo>
                    <a:pt x="7299107" y="2383800"/>
                  </a:lnTo>
                  <a:lnTo>
                    <a:pt x="7300818" y="2358436"/>
                  </a:lnTo>
                  <a:lnTo>
                    <a:pt x="7302529" y="2237120"/>
                  </a:lnTo>
                  <a:lnTo>
                    <a:pt x="7304241" y="2251123"/>
                  </a:lnTo>
                  <a:lnTo>
                    <a:pt x="7305952" y="2280550"/>
                  </a:lnTo>
                  <a:lnTo>
                    <a:pt x="7307664" y="2383542"/>
                  </a:lnTo>
                  <a:lnTo>
                    <a:pt x="7309375" y="2478315"/>
                  </a:lnTo>
                  <a:lnTo>
                    <a:pt x="7311086" y="2613741"/>
                  </a:lnTo>
                  <a:lnTo>
                    <a:pt x="7312798" y="2795793"/>
                  </a:lnTo>
                  <a:lnTo>
                    <a:pt x="7314509" y="2881735"/>
                  </a:lnTo>
                  <a:lnTo>
                    <a:pt x="7316221" y="2952790"/>
                  </a:lnTo>
                  <a:lnTo>
                    <a:pt x="7317932" y="2991835"/>
                  </a:lnTo>
                  <a:lnTo>
                    <a:pt x="7319643" y="2968841"/>
                  </a:lnTo>
                  <a:lnTo>
                    <a:pt x="7321355" y="2949853"/>
                  </a:lnTo>
                  <a:lnTo>
                    <a:pt x="7323066" y="2949855"/>
                  </a:lnTo>
                  <a:lnTo>
                    <a:pt x="7324778" y="2955856"/>
                  </a:lnTo>
                  <a:lnTo>
                    <a:pt x="7326489" y="3000515"/>
                  </a:lnTo>
                  <a:lnTo>
                    <a:pt x="7328200" y="3052618"/>
                  </a:lnTo>
                  <a:lnTo>
                    <a:pt x="7329912" y="3096634"/>
                  </a:lnTo>
                  <a:lnTo>
                    <a:pt x="7331623" y="3116905"/>
                  </a:lnTo>
                  <a:lnTo>
                    <a:pt x="7333335" y="3116906"/>
                  </a:lnTo>
                  <a:lnTo>
                    <a:pt x="7335046" y="3110905"/>
                  </a:lnTo>
                  <a:lnTo>
                    <a:pt x="7336757" y="3075012"/>
                  </a:lnTo>
                  <a:lnTo>
                    <a:pt x="7338469" y="3040385"/>
                  </a:lnTo>
                  <a:lnTo>
                    <a:pt x="7340180" y="2986669"/>
                  </a:lnTo>
                  <a:lnTo>
                    <a:pt x="7341892" y="2956334"/>
                  </a:lnTo>
                  <a:lnTo>
                    <a:pt x="7343603" y="2910771"/>
                  </a:lnTo>
                  <a:lnTo>
                    <a:pt x="7345314" y="2868292"/>
                  </a:lnTo>
                  <a:lnTo>
                    <a:pt x="7347026" y="2766070"/>
                  </a:lnTo>
                  <a:lnTo>
                    <a:pt x="7348737" y="2724572"/>
                  </a:lnTo>
                  <a:lnTo>
                    <a:pt x="7350449" y="2749069"/>
                  </a:lnTo>
                  <a:lnTo>
                    <a:pt x="7352160" y="2739753"/>
                  </a:lnTo>
                  <a:lnTo>
                    <a:pt x="7353871" y="2791746"/>
                  </a:lnTo>
                  <a:lnTo>
                    <a:pt x="7355583" y="2760354"/>
                  </a:lnTo>
                  <a:lnTo>
                    <a:pt x="7357294" y="2782607"/>
                  </a:lnTo>
                  <a:lnTo>
                    <a:pt x="7359006" y="2875382"/>
                  </a:lnTo>
                  <a:lnTo>
                    <a:pt x="7360717" y="2917094"/>
                  </a:lnTo>
                  <a:lnTo>
                    <a:pt x="7362428" y="2911315"/>
                  </a:lnTo>
                  <a:lnTo>
                    <a:pt x="7364140" y="2824245"/>
                  </a:lnTo>
                  <a:lnTo>
                    <a:pt x="7365851" y="2741360"/>
                  </a:lnTo>
                  <a:lnTo>
                    <a:pt x="7367563" y="2661752"/>
                  </a:lnTo>
                  <a:lnTo>
                    <a:pt x="7369274" y="2569590"/>
                  </a:lnTo>
                  <a:lnTo>
                    <a:pt x="7370985" y="2526045"/>
                  </a:lnTo>
                  <a:lnTo>
                    <a:pt x="7372697" y="2518910"/>
                  </a:lnTo>
                  <a:lnTo>
                    <a:pt x="7374408" y="2575820"/>
                  </a:lnTo>
                  <a:lnTo>
                    <a:pt x="7376120" y="2682504"/>
                  </a:lnTo>
                  <a:lnTo>
                    <a:pt x="7377831" y="2732044"/>
                  </a:lnTo>
                  <a:lnTo>
                    <a:pt x="7379542" y="2689825"/>
                  </a:lnTo>
                  <a:lnTo>
                    <a:pt x="7381254" y="2596275"/>
                  </a:lnTo>
                  <a:lnTo>
                    <a:pt x="7382965" y="2623359"/>
                  </a:lnTo>
                  <a:lnTo>
                    <a:pt x="7384676" y="2626794"/>
                  </a:lnTo>
                  <a:lnTo>
                    <a:pt x="7386388" y="2657280"/>
                  </a:lnTo>
                  <a:lnTo>
                    <a:pt x="7388099" y="2747765"/>
                  </a:lnTo>
                  <a:lnTo>
                    <a:pt x="7389811" y="2763746"/>
                  </a:lnTo>
                  <a:lnTo>
                    <a:pt x="7391522" y="2805835"/>
                  </a:lnTo>
                  <a:lnTo>
                    <a:pt x="7393233" y="2674320"/>
                  </a:lnTo>
                  <a:lnTo>
                    <a:pt x="7394945" y="2522143"/>
                  </a:lnTo>
                  <a:lnTo>
                    <a:pt x="7396656" y="2427033"/>
                  </a:lnTo>
                  <a:lnTo>
                    <a:pt x="7398368" y="2299367"/>
                  </a:lnTo>
                  <a:lnTo>
                    <a:pt x="7400079" y="2251334"/>
                  </a:lnTo>
                  <a:lnTo>
                    <a:pt x="7401790" y="2214832"/>
                  </a:lnTo>
                  <a:lnTo>
                    <a:pt x="7403502" y="2234551"/>
                  </a:lnTo>
                  <a:lnTo>
                    <a:pt x="7405213" y="2201164"/>
                  </a:lnTo>
                  <a:lnTo>
                    <a:pt x="7406925" y="2122031"/>
                  </a:lnTo>
                  <a:lnTo>
                    <a:pt x="7408636" y="2110094"/>
                  </a:lnTo>
                  <a:lnTo>
                    <a:pt x="7410347" y="2135772"/>
                  </a:lnTo>
                  <a:lnTo>
                    <a:pt x="7412059" y="2121527"/>
                  </a:lnTo>
                  <a:lnTo>
                    <a:pt x="7413770" y="2133402"/>
                  </a:lnTo>
                  <a:lnTo>
                    <a:pt x="7415482" y="2268937"/>
                  </a:lnTo>
                  <a:lnTo>
                    <a:pt x="7417193" y="2463122"/>
                  </a:lnTo>
                  <a:lnTo>
                    <a:pt x="7418904" y="2621481"/>
                  </a:lnTo>
                  <a:lnTo>
                    <a:pt x="7420616" y="2679750"/>
                  </a:lnTo>
                  <a:lnTo>
                    <a:pt x="7422327" y="2767497"/>
                  </a:lnTo>
                  <a:lnTo>
                    <a:pt x="7424039" y="2815424"/>
                  </a:lnTo>
                  <a:lnTo>
                    <a:pt x="7425750" y="2889067"/>
                  </a:lnTo>
                  <a:lnTo>
                    <a:pt x="7427461" y="2937294"/>
                  </a:lnTo>
                  <a:lnTo>
                    <a:pt x="7429173" y="2927958"/>
                  </a:lnTo>
                  <a:lnTo>
                    <a:pt x="7430884" y="2892250"/>
                  </a:lnTo>
                  <a:lnTo>
                    <a:pt x="7432596" y="2855189"/>
                  </a:lnTo>
                  <a:lnTo>
                    <a:pt x="7434307" y="2845824"/>
                  </a:lnTo>
                  <a:lnTo>
                    <a:pt x="7436018" y="2819533"/>
                  </a:lnTo>
                  <a:lnTo>
                    <a:pt x="7437730" y="2719630"/>
                  </a:lnTo>
                  <a:lnTo>
                    <a:pt x="7439441" y="2639515"/>
                  </a:lnTo>
                  <a:lnTo>
                    <a:pt x="7441153" y="2646894"/>
                  </a:lnTo>
                  <a:lnTo>
                    <a:pt x="7442864" y="2672923"/>
                  </a:lnTo>
                  <a:lnTo>
                    <a:pt x="7444575" y="2706405"/>
                  </a:lnTo>
                  <a:lnTo>
                    <a:pt x="7446287" y="2685276"/>
                  </a:lnTo>
                  <a:lnTo>
                    <a:pt x="7447998" y="2683188"/>
                  </a:lnTo>
                  <a:lnTo>
                    <a:pt x="7449710" y="2711357"/>
                  </a:lnTo>
                  <a:lnTo>
                    <a:pt x="7451421" y="2692022"/>
                  </a:lnTo>
                  <a:lnTo>
                    <a:pt x="7453132" y="2670252"/>
                  </a:lnTo>
                  <a:lnTo>
                    <a:pt x="7454844" y="2693953"/>
                  </a:lnTo>
                  <a:lnTo>
                    <a:pt x="7456555" y="2719243"/>
                  </a:lnTo>
                  <a:lnTo>
                    <a:pt x="7458267" y="2725556"/>
                  </a:lnTo>
                  <a:lnTo>
                    <a:pt x="7459978" y="2758670"/>
                  </a:lnTo>
                  <a:lnTo>
                    <a:pt x="7461689" y="2801391"/>
                  </a:lnTo>
                  <a:lnTo>
                    <a:pt x="7463401" y="2842305"/>
                  </a:lnTo>
                  <a:lnTo>
                    <a:pt x="7465112" y="2857874"/>
                  </a:lnTo>
                  <a:lnTo>
                    <a:pt x="7466824" y="2782742"/>
                  </a:lnTo>
                  <a:lnTo>
                    <a:pt x="7468535" y="2745416"/>
                  </a:lnTo>
                  <a:lnTo>
                    <a:pt x="7470246" y="2734027"/>
                  </a:lnTo>
                  <a:lnTo>
                    <a:pt x="7471958" y="2727834"/>
                  </a:lnTo>
                  <a:lnTo>
                    <a:pt x="7473669" y="2629074"/>
                  </a:lnTo>
                  <a:lnTo>
                    <a:pt x="7475381" y="2505299"/>
                  </a:lnTo>
                  <a:lnTo>
                    <a:pt x="7477092" y="2464687"/>
                  </a:lnTo>
                  <a:lnTo>
                    <a:pt x="7478803" y="2456401"/>
                  </a:lnTo>
                  <a:lnTo>
                    <a:pt x="7480515" y="2405059"/>
                  </a:lnTo>
                  <a:lnTo>
                    <a:pt x="7482226" y="2367949"/>
                  </a:lnTo>
                  <a:lnTo>
                    <a:pt x="7483938" y="2458309"/>
                  </a:lnTo>
                  <a:lnTo>
                    <a:pt x="7485649" y="2547471"/>
                  </a:lnTo>
                  <a:lnTo>
                    <a:pt x="7487360" y="2646354"/>
                  </a:lnTo>
                  <a:lnTo>
                    <a:pt x="7489072" y="2686322"/>
                  </a:lnTo>
                  <a:lnTo>
                    <a:pt x="7490783" y="2754515"/>
                  </a:lnTo>
                  <a:lnTo>
                    <a:pt x="7492494" y="2834132"/>
                  </a:lnTo>
                  <a:lnTo>
                    <a:pt x="7494206" y="2799047"/>
                  </a:lnTo>
                  <a:lnTo>
                    <a:pt x="7495917" y="2686090"/>
                  </a:lnTo>
                  <a:lnTo>
                    <a:pt x="7497629" y="2538054"/>
                  </a:lnTo>
                  <a:lnTo>
                    <a:pt x="7499340" y="2468457"/>
                  </a:lnTo>
                  <a:lnTo>
                    <a:pt x="7501051" y="2419116"/>
                  </a:lnTo>
                  <a:lnTo>
                    <a:pt x="7502763" y="2397789"/>
                  </a:lnTo>
                  <a:lnTo>
                    <a:pt x="7504474" y="2385280"/>
                  </a:lnTo>
                  <a:lnTo>
                    <a:pt x="7506186" y="2456929"/>
                  </a:lnTo>
                  <a:lnTo>
                    <a:pt x="7507897" y="2590220"/>
                  </a:lnTo>
                  <a:lnTo>
                    <a:pt x="7509608" y="2528456"/>
                  </a:lnTo>
                  <a:lnTo>
                    <a:pt x="7511320" y="2293186"/>
                  </a:lnTo>
                  <a:lnTo>
                    <a:pt x="7513031" y="2071355"/>
                  </a:lnTo>
                  <a:lnTo>
                    <a:pt x="7514743" y="1985441"/>
                  </a:lnTo>
                  <a:lnTo>
                    <a:pt x="7516454" y="1868416"/>
                  </a:lnTo>
                  <a:lnTo>
                    <a:pt x="7518165" y="1656610"/>
                  </a:lnTo>
                  <a:lnTo>
                    <a:pt x="7519877" y="1629865"/>
                  </a:lnTo>
                  <a:lnTo>
                    <a:pt x="7521588" y="1740065"/>
                  </a:lnTo>
                  <a:lnTo>
                    <a:pt x="7523300" y="1748641"/>
                  </a:lnTo>
                  <a:lnTo>
                    <a:pt x="7525011" y="1689726"/>
                  </a:lnTo>
                  <a:lnTo>
                    <a:pt x="7526722" y="1862265"/>
                  </a:lnTo>
                  <a:lnTo>
                    <a:pt x="7528434" y="2013580"/>
                  </a:lnTo>
                  <a:lnTo>
                    <a:pt x="7530145" y="2093027"/>
                  </a:lnTo>
                  <a:lnTo>
                    <a:pt x="7531857" y="2175550"/>
                  </a:lnTo>
                  <a:lnTo>
                    <a:pt x="7533568" y="2281333"/>
                  </a:lnTo>
                  <a:lnTo>
                    <a:pt x="7535279" y="2308893"/>
                  </a:lnTo>
                  <a:lnTo>
                    <a:pt x="7536991" y="2103136"/>
                  </a:lnTo>
                  <a:lnTo>
                    <a:pt x="7538702" y="2069088"/>
                  </a:lnTo>
                  <a:lnTo>
                    <a:pt x="7540414" y="2157160"/>
                  </a:lnTo>
                  <a:lnTo>
                    <a:pt x="7542125" y="2274565"/>
                  </a:lnTo>
                  <a:lnTo>
                    <a:pt x="7543836" y="2368698"/>
                  </a:lnTo>
                  <a:lnTo>
                    <a:pt x="7545548" y="2571699"/>
                  </a:lnTo>
                  <a:lnTo>
                    <a:pt x="7547259" y="2811945"/>
                  </a:lnTo>
                  <a:lnTo>
                    <a:pt x="7548971" y="2956896"/>
                  </a:lnTo>
                  <a:lnTo>
                    <a:pt x="7550682" y="2996998"/>
                  </a:lnTo>
                  <a:lnTo>
                    <a:pt x="7552393" y="2934704"/>
                  </a:lnTo>
                  <a:lnTo>
                    <a:pt x="7554105" y="2889511"/>
                  </a:lnTo>
                  <a:lnTo>
                    <a:pt x="7555816" y="2819815"/>
                  </a:lnTo>
                  <a:lnTo>
                    <a:pt x="7557528" y="2798647"/>
                  </a:lnTo>
                  <a:lnTo>
                    <a:pt x="7559239" y="2754458"/>
                  </a:lnTo>
                  <a:lnTo>
                    <a:pt x="7560950" y="2751830"/>
                  </a:lnTo>
                  <a:lnTo>
                    <a:pt x="7562662" y="2832062"/>
                  </a:lnTo>
                  <a:lnTo>
                    <a:pt x="7564373" y="2917594"/>
                  </a:lnTo>
                  <a:lnTo>
                    <a:pt x="7566085" y="2947418"/>
                  </a:lnTo>
                  <a:lnTo>
                    <a:pt x="7567796" y="2933785"/>
                  </a:lnTo>
                  <a:lnTo>
                    <a:pt x="7569507" y="2977975"/>
                  </a:lnTo>
                  <a:lnTo>
                    <a:pt x="7571219" y="2983841"/>
                  </a:lnTo>
                  <a:lnTo>
                    <a:pt x="7572930" y="2963888"/>
                  </a:lnTo>
                  <a:lnTo>
                    <a:pt x="7574642" y="2975910"/>
                  </a:lnTo>
                  <a:lnTo>
                    <a:pt x="7576353" y="3012380"/>
                  </a:lnTo>
                  <a:lnTo>
                    <a:pt x="7578064" y="2971653"/>
                  </a:lnTo>
                  <a:lnTo>
                    <a:pt x="7579776" y="2841688"/>
                  </a:lnTo>
                  <a:lnTo>
                    <a:pt x="7581487" y="2821944"/>
                  </a:lnTo>
                  <a:lnTo>
                    <a:pt x="7583199" y="2784091"/>
                  </a:lnTo>
                  <a:lnTo>
                    <a:pt x="7584910" y="2705637"/>
                  </a:lnTo>
                  <a:lnTo>
                    <a:pt x="7586621" y="2700427"/>
                  </a:lnTo>
                  <a:lnTo>
                    <a:pt x="7588333" y="2715577"/>
                  </a:lnTo>
                  <a:lnTo>
                    <a:pt x="7590044" y="2762781"/>
                  </a:lnTo>
                  <a:lnTo>
                    <a:pt x="7591755" y="2652135"/>
                  </a:lnTo>
                  <a:lnTo>
                    <a:pt x="7593467" y="2639879"/>
                  </a:lnTo>
                  <a:lnTo>
                    <a:pt x="7595178" y="2634732"/>
                  </a:lnTo>
                  <a:lnTo>
                    <a:pt x="7596890" y="2586698"/>
                  </a:lnTo>
                  <a:lnTo>
                    <a:pt x="7598601" y="2595541"/>
                  </a:lnTo>
                  <a:lnTo>
                    <a:pt x="7600312" y="2577926"/>
                  </a:lnTo>
                  <a:lnTo>
                    <a:pt x="7602024" y="2646977"/>
                  </a:lnTo>
                  <a:lnTo>
                    <a:pt x="7603735" y="2589946"/>
                  </a:lnTo>
                  <a:lnTo>
                    <a:pt x="7605447" y="2555907"/>
                  </a:lnTo>
                  <a:lnTo>
                    <a:pt x="7607158" y="2543845"/>
                  </a:lnTo>
                  <a:lnTo>
                    <a:pt x="7608869" y="2606761"/>
                  </a:lnTo>
                  <a:lnTo>
                    <a:pt x="7610581" y="2654420"/>
                  </a:lnTo>
                  <a:lnTo>
                    <a:pt x="7612292" y="2645434"/>
                  </a:lnTo>
                  <a:lnTo>
                    <a:pt x="7614004" y="2751885"/>
                  </a:lnTo>
                  <a:lnTo>
                    <a:pt x="7615715" y="2850795"/>
                  </a:lnTo>
                  <a:lnTo>
                    <a:pt x="7617426" y="2809256"/>
                  </a:lnTo>
                  <a:lnTo>
                    <a:pt x="7619138" y="2661567"/>
                  </a:lnTo>
                  <a:lnTo>
                    <a:pt x="7620849" y="2648408"/>
                  </a:lnTo>
                  <a:lnTo>
                    <a:pt x="7622561" y="2688095"/>
                  </a:lnTo>
                  <a:lnTo>
                    <a:pt x="7624272" y="2597689"/>
                  </a:lnTo>
                  <a:lnTo>
                    <a:pt x="7625983" y="2570875"/>
                  </a:lnTo>
                  <a:lnTo>
                    <a:pt x="7627695" y="2707812"/>
                  </a:lnTo>
                  <a:lnTo>
                    <a:pt x="7629406" y="2807855"/>
                  </a:lnTo>
                  <a:lnTo>
                    <a:pt x="7631118" y="2824762"/>
                  </a:lnTo>
                  <a:lnTo>
                    <a:pt x="7632829" y="2845107"/>
                  </a:lnTo>
                  <a:lnTo>
                    <a:pt x="7634540" y="2908669"/>
                  </a:lnTo>
                  <a:lnTo>
                    <a:pt x="7636252" y="2861810"/>
                  </a:lnTo>
                  <a:lnTo>
                    <a:pt x="7637963" y="2689503"/>
                  </a:lnTo>
                  <a:lnTo>
                    <a:pt x="7639675" y="2617719"/>
                  </a:lnTo>
                  <a:lnTo>
                    <a:pt x="7641386" y="2604369"/>
                  </a:lnTo>
                  <a:lnTo>
                    <a:pt x="7643097" y="2561099"/>
                  </a:lnTo>
                  <a:lnTo>
                    <a:pt x="7644809" y="2561693"/>
                  </a:lnTo>
                  <a:lnTo>
                    <a:pt x="7646520" y="2621745"/>
                  </a:lnTo>
                  <a:lnTo>
                    <a:pt x="7648232" y="2761396"/>
                  </a:lnTo>
                  <a:lnTo>
                    <a:pt x="7649943" y="2869439"/>
                  </a:lnTo>
                  <a:lnTo>
                    <a:pt x="7651654" y="2931761"/>
                  </a:lnTo>
                  <a:lnTo>
                    <a:pt x="7653366" y="2939209"/>
                  </a:lnTo>
                  <a:lnTo>
                    <a:pt x="7655077" y="2864749"/>
                  </a:lnTo>
                  <a:lnTo>
                    <a:pt x="7656789" y="2866611"/>
                  </a:lnTo>
                  <a:lnTo>
                    <a:pt x="7658500" y="2856074"/>
                  </a:lnTo>
                  <a:lnTo>
                    <a:pt x="7660211" y="2817187"/>
                  </a:lnTo>
                  <a:lnTo>
                    <a:pt x="7661923" y="2791705"/>
                  </a:lnTo>
                  <a:lnTo>
                    <a:pt x="7663634" y="2815567"/>
                  </a:lnTo>
                  <a:lnTo>
                    <a:pt x="7665346" y="2879139"/>
                  </a:lnTo>
                  <a:lnTo>
                    <a:pt x="7667057" y="2882068"/>
                  </a:lnTo>
                  <a:lnTo>
                    <a:pt x="7668768" y="2855321"/>
                  </a:lnTo>
                  <a:lnTo>
                    <a:pt x="7670480" y="2843580"/>
                  </a:lnTo>
                  <a:lnTo>
                    <a:pt x="7672191" y="2827938"/>
                  </a:lnTo>
                  <a:lnTo>
                    <a:pt x="7673903" y="2779014"/>
                  </a:lnTo>
                  <a:lnTo>
                    <a:pt x="7675614" y="2722921"/>
                  </a:lnTo>
                  <a:lnTo>
                    <a:pt x="7677325" y="2684349"/>
                  </a:lnTo>
                  <a:lnTo>
                    <a:pt x="7679037" y="2671396"/>
                  </a:lnTo>
                  <a:lnTo>
                    <a:pt x="7680748" y="2669966"/>
                  </a:lnTo>
                  <a:lnTo>
                    <a:pt x="7682460" y="2621729"/>
                  </a:lnTo>
                  <a:lnTo>
                    <a:pt x="7684171" y="2548285"/>
                  </a:lnTo>
                  <a:lnTo>
                    <a:pt x="7685882" y="2458716"/>
                  </a:lnTo>
                  <a:lnTo>
                    <a:pt x="7687594" y="2355821"/>
                  </a:lnTo>
                  <a:lnTo>
                    <a:pt x="7689305" y="2300868"/>
                  </a:lnTo>
                  <a:lnTo>
                    <a:pt x="7691017" y="2286781"/>
                  </a:lnTo>
                  <a:lnTo>
                    <a:pt x="7692728" y="2288770"/>
                  </a:lnTo>
                  <a:lnTo>
                    <a:pt x="7694439" y="2379158"/>
                  </a:lnTo>
                  <a:lnTo>
                    <a:pt x="7696151" y="2524468"/>
                  </a:lnTo>
                  <a:lnTo>
                    <a:pt x="7697862" y="2575209"/>
                  </a:lnTo>
                  <a:lnTo>
                    <a:pt x="7699573" y="2596461"/>
                  </a:lnTo>
                  <a:lnTo>
                    <a:pt x="7701285" y="2658504"/>
                  </a:lnTo>
                  <a:lnTo>
                    <a:pt x="7702996" y="2749526"/>
                  </a:lnTo>
                  <a:lnTo>
                    <a:pt x="7704708" y="2803657"/>
                  </a:lnTo>
                  <a:lnTo>
                    <a:pt x="7706419" y="2854072"/>
                  </a:lnTo>
                  <a:lnTo>
                    <a:pt x="7708130" y="2887432"/>
                  </a:lnTo>
                  <a:lnTo>
                    <a:pt x="7709842" y="2880253"/>
                  </a:lnTo>
                  <a:lnTo>
                    <a:pt x="7711553" y="2829532"/>
                  </a:lnTo>
                  <a:lnTo>
                    <a:pt x="7713265" y="2823414"/>
                  </a:lnTo>
                  <a:lnTo>
                    <a:pt x="7714976" y="2823511"/>
                  </a:lnTo>
                  <a:lnTo>
                    <a:pt x="7716687" y="2837596"/>
                  </a:lnTo>
                  <a:lnTo>
                    <a:pt x="7718399" y="2879333"/>
                  </a:lnTo>
                  <a:lnTo>
                    <a:pt x="7720110" y="2813713"/>
                  </a:lnTo>
                  <a:lnTo>
                    <a:pt x="7721822" y="2732008"/>
                  </a:lnTo>
                  <a:lnTo>
                    <a:pt x="7723533" y="2663932"/>
                  </a:lnTo>
                  <a:lnTo>
                    <a:pt x="7725244" y="2567498"/>
                  </a:lnTo>
                  <a:lnTo>
                    <a:pt x="7726956" y="2482136"/>
                  </a:lnTo>
                  <a:lnTo>
                    <a:pt x="7728667" y="2515529"/>
                  </a:lnTo>
                  <a:lnTo>
                    <a:pt x="7730379" y="2688486"/>
                  </a:lnTo>
                  <a:lnTo>
                    <a:pt x="7732090" y="2827241"/>
                  </a:lnTo>
                  <a:lnTo>
                    <a:pt x="7733801" y="2831540"/>
                  </a:lnTo>
                  <a:lnTo>
                    <a:pt x="7735513" y="2861494"/>
                  </a:lnTo>
                  <a:lnTo>
                    <a:pt x="7737224" y="2803455"/>
                  </a:lnTo>
                  <a:lnTo>
                    <a:pt x="7738936" y="2747880"/>
                  </a:lnTo>
                  <a:lnTo>
                    <a:pt x="7740647" y="2739890"/>
                  </a:lnTo>
                  <a:lnTo>
                    <a:pt x="7742358" y="2743668"/>
                  </a:lnTo>
                  <a:lnTo>
                    <a:pt x="7744070" y="2833632"/>
                  </a:lnTo>
                  <a:lnTo>
                    <a:pt x="7745781" y="2867076"/>
                  </a:lnTo>
                  <a:lnTo>
                    <a:pt x="7747493" y="2922684"/>
                  </a:lnTo>
                  <a:lnTo>
                    <a:pt x="7749204" y="2928785"/>
                  </a:lnTo>
                  <a:lnTo>
                    <a:pt x="7750915" y="2881299"/>
                  </a:lnTo>
                  <a:lnTo>
                    <a:pt x="7752627" y="2799849"/>
                  </a:lnTo>
                  <a:lnTo>
                    <a:pt x="7754338" y="2734793"/>
                  </a:lnTo>
                  <a:lnTo>
                    <a:pt x="7756050" y="2754229"/>
                  </a:lnTo>
                  <a:lnTo>
                    <a:pt x="7757761" y="2765170"/>
                  </a:lnTo>
                  <a:lnTo>
                    <a:pt x="7759472" y="2670008"/>
                  </a:lnTo>
                  <a:lnTo>
                    <a:pt x="7761184" y="2539705"/>
                  </a:lnTo>
                  <a:lnTo>
                    <a:pt x="7762895" y="2490915"/>
                  </a:lnTo>
                  <a:lnTo>
                    <a:pt x="7764607" y="2499672"/>
                  </a:lnTo>
                  <a:lnTo>
                    <a:pt x="7766318" y="2476231"/>
                  </a:lnTo>
                  <a:lnTo>
                    <a:pt x="7768029" y="2478236"/>
                  </a:lnTo>
                  <a:lnTo>
                    <a:pt x="7769741" y="2558251"/>
                  </a:lnTo>
                  <a:lnTo>
                    <a:pt x="7771452" y="2623216"/>
                  </a:lnTo>
                  <a:lnTo>
                    <a:pt x="7773164" y="2564942"/>
                  </a:lnTo>
                  <a:lnTo>
                    <a:pt x="7774875" y="2423160"/>
                  </a:lnTo>
                  <a:lnTo>
                    <a:pt x="7776586" y="2350754"/>
                  </a:lnTo>
                  <a:lnTo>
                    <a:pt x="7778298" y="2279242"/>
                  </a:lnTo>
                  <a:lnTo>
                    <a:pt x="7780009" y="2241886"/>
                  </a:lnTo>
                  <a:lnTo>
                    <a:pt x="7781721" y="2283060"/>
                  </a:lnTo>
                  <a:lnTo>
                    <a:pt x="7783432" y="2374045"/>
                  </a:lnTo>
                  <a:lnTo>
                    <a:pt x="7785143" y="2401406"/>
                  </a:lnTo>
                  <a:lnTo>
                    <a:pt x="7786855" y="2394290"/>
                  </a:lnTo>
                  <a:lnTo>
                    <a:pt x="7788566" y="2467490"/>
                  </a:lnTo>
                  <a:lnTo>
                    <a:pt x="7790278" y="2579266"/>
                  </a:lnTo>
                  <a:lnTo>
                    <a:pt x="7791989" y="2606106"/>
                  </a:lnTo>
                  <a:lnTo>
                    <a:pt x="7793700" y="2603704"/>
                  </a:lnTo>
                  <a:lnTo>
                    <a:pt x="7795412" y="2725625"/>
                  </a:lnTo>
                  <a:lnTo>
                    <a:pt x="7797123" y="2822764"/>
                  </a:lnTo>
                  <a:lnTo>
                    <a:pt x="7798835" y="2817288"/>
                  </a:lnTo>
                  <a:lnTo>
                    <a:pt x="7800546" y="2773777"/>
                  </a:lnTo>
                  <a:lnTo>
                    <a:pt x="7802257" y="2755767"/>
                  </a:lnTo>
                  <a:lnTo>
                    <a:pt x="7803969" y="2800676"/>
                  </a:lnTo>
                  <a:lnTo>
                    <a:pt x="7805680" y="2782180"/>
                  </a:lnTo>
                  <a:lnTo>
                    <a:pt x="7807391" y="2714400"/>
                  </a:lnTo>
                  <a:lnTo>
                    <a:pt x="7809103" y="2637341"/>
                  </a:lnTo>
                  <a:lnTo>
                    <a:pt x="7810814" y="2610128"/>
                  </a:lnTo>
                  <a:lnTo>
                    <a:pt x="7812526" y="2608472"/>
                  </a:lnTo>
                  <a:lnTo>
                    <a:pt x="7814237" y="2539117"/>
                  </a:lnTo>
                  <a:lnTo>
                    <a:pt x="7815948" y="2519943"/>
                  </a:lnTo>
                  <a:lnTo>
                    <a:pt x="7817660" y="2607409"/>
                  </a:lnTo>
                  <a:lnTo>
                    <a:pt x="7819371" y="2769981"/>
                  </a:lnTo>
                  <a:lnTo>
                    <a:pt x="7821083" y="2876486"/>
                  </a:lnTo>
                  <a:lnTo>
                    <a:pt x="7822794" y="2951962"/>
                  </a:lnTo>
                  <a:lnTo>
                    <a:pt x="7824505" y="3086327"/>
                  </a:lnTo>
                  <a:lnTo>
                    <a:pt x="7826217" y="3116972"/>
                  </a:lnTo>
                  <a:lnTo>
                    <a:pt x="7826217" y="3116972"/>
                  </a:lnTo>
                  <a:lnTo>
                    <a:pt x="7827928" y="3067707"/>
                  </a:lnTo>
                  <a:lnTo>
                    <a:pt x="7829640" y="2864150"/>
                  </a:lnTo>
                  <a:lnTo>
                    <a:pt x="7831351" y="2703209"/>
                  </a:lnTo>
                  <a:lnTo>
                    <a:pt x="7833062" y="2629932"/>
                  </a:lnTo>
                  <a:lnTo>
                    <a:pt x="7834774" y="2560622"/>
                  </a:lnTo>
                  <a:lnTo>
                    <a:pt x="7836485" y="2486482"/>
                  </a:lnTo>
                  <a:lnTo>
                    <a:pt x="7838197" y="2574575"/>
                  </a:lnTo>
                  <a:lnTo>
                    <a:pt x="7839908" y="2646701"/>
                  </a:lnTo>
                  <a:lnTo>
                    <a:pt x="7841619" y="2586509"/>
                  </a:lnTo>
                  <a:lnTo>
                    <a:pt x="7843331" y="2454963"/>
                  </a:lnTo>
                  <a:lnTo>
                    <a:pt x="7845042" y="2319984"/>
                  </a:lnTo>
                  <a:lnTo>
                    <a:pt x="7846754" y="2267720"/>
                  </a:lnTo>
                  <a:lnTo>
                    <a:pt x="7848465" y="2227435"/>
                  </a:lnTo>
                  <a:lnTo>
                    <a:pt x="7850176" y="2245357"/>
                  </a:lnTo>
                  <a:lnTo>
                    <a:pt x="7851888" y="2252803"/>
                  </a:lnTo>
                  <a:lnTo>
                    <a:pt x="7853599" y="2253091"/>
                  </a:lnTo>
                  <a:lnTo>
                    <a:pt x="7855311" y="2288666"/>
                  </a:lnTo>
                  <a:lnTo>
                    <a:pt x="7857022" y="2361618"/>
                  </a:lnTo>
                  <a:lnTo>
                    <a:pt x="7858733" y="2366697"/>
                  </a:lnTo>
                  <a:lnTo>
                    <a:pt x="7860445" y="2294897"/>
                  </a:lnTo>
                  <a:lnTo>
                    <a:pt x="7862156" y="2282802"/>
                  </a:lnTo>
                  <a:lnTo>
                    <a:pt x="7863868" y="2356613"/>
                  </a:lnTo>
                  <a:lnTo>
                    <a:pt x="7865579" y="2479539"/>
                  </a:lnTo>
                  <a:lnTo>
                    <a:pt x="7867290" y="2440464"/>
                  </a:lnTo>
                  <a:lnTo>
                    <a:pt x="7869002" y="2375899"/>
                  </a:lnTo>
                  <a:lnTo>
                    <a:pt x="7870713" y="2413546"/>
                  </a:lnTo>
                  <a:lnTo>
                    <a:pt x="7872425" y="2378405"/>
                  </a:lnTo>
                  <a:lnTo>
                    <a:pt x="7874136" y="2232550"/>
                  </a:lnTo>
                  <a:lnTo>
                    <a:pt x="7875847" y="2092529"/>
                  </a:lnTo>
                  <a:lnTo>
                    <a:pt x="7877559" y="2056014"/>
                  </a:lnTo>
                  <a:lnTo>
                    <a:pt x="7879270" y="2008836"/>
                  </a:lnTo>
                  <a:lnTo>
                    <a:pt x="7880982" y="1913324"/>
                  </a:lnTo>
                  <a:lnTo>
                    <a:pt x="7882693" y="1911054"/>
                  </a:lnTo>
                  <a:lnTo>
                    <a:pt x="7884404" y="1888248"/>
                  </a:lnTo>
                  <a:lnTo>
                    <a:pt x="7886116" y="1788464"/>
                  </a:lnTo>
                  <a:lnTo>
                    <a:pt x="7887827" y="1792709"/>
                  </a:lnTo>
                  <a:lnTo>
                    <a:pt x="7889539" y="1940812"/>
                  </a:lnTo>
                  <a:lnTo>
                    <a:pt x="7891250" y="2150783"/>
                  </a:lnTo>
                  <a:lnTo>
                    <a:pt x="7892961" y="2377007"/>
                  </a:lnTo>
                  <a:lnTo>
                    <a:pt x="7894673" y="2620985"/>
                  </a:lnTo>
                  <a:lnTo>
                    <a:pt x="7896384" y="2807896"/>
                  </a:lnTo>
                  <a:lnTo>
                    <a:pt x="7898096" y="2838812"/>
                  </a:lnTo>
                  <a:lnTo>
                    <a:pt x="7899807" y="2686726"/>
                  </a:lnTo>
                  <a:lnTo>
                    <a:pt x="7901518" y="2535947"/>
                  </a:lnTo>
                  <a:lnTo>
                    <a:pt x="7903230" y="2420611"/>
                  </a:lnTo>
                  <a:lnTo>
                    <a:pt x="7904941" y="2411090"/>
                  </a:lnTo>
                  <a:lnTo>
                    <a:pt x="7906652" y="2366424"/>
                  </a:lnTo>
                  <a:lnTo>
                    <a:pt x="7908364" y="2311039"/>
                  </a:lnTo>
                  <a:lnTo>
                    <a:pt x="7910075" y="2407137"/>
                  </a:lnTo>
                  <a:lnTo>
                    <a:pt x="7911787" y="2549928"/>
                  </a:lnTo>
                  <a:lnTo>
                    <a:pt x="7913498" y="2666455"/>
                  </a:lnTo>
                  <a:lnTo>
                    <a:pt x="7915209" y="2725781"/>
                  </a:lnTo>
                  <a:lnTo>
                    <a:pt x="7916921" y="2829770"/>
                  </a:lnTo>
                  <a:lnTo>
                    <a:pt x="7918632" y="2882236"/>
                  </a:lnTo>
                  <a:lnTo>
                    <a:pt x="7920344" y="2861988"/>
                  </a:lnTo>
                  <a:lnTo>
                    <a:pt x="7922055" y="2840956"/>
                  </a:lnTo>
                  <a:lnTo>
                    <a:pt x="7923766" y="2840957"/>
                  </a:lnTo>
                  <a:lnTo>
                    <a:pt x="7925478" y="2822795"/>
                  </a:lnTo>
                  <a:lnTo>
                    <a:pt x="7927189" y="2776608"/>
                  </a:lnTo>
                  <a:lnTo>
                    <a:pt x="7928901" y="2777322"/>
                  </a:lnTo>
                  <a:lnTo>
                    <a:pt x="7930612" y="2773905"/>
                  </a:lnTo>
                  <a:lnTo>
                    <a:pt x="7932323" y="2724611"/>
                  </a:lnTo>
                  <a:lnTo>
                    <a:pt x="7934035" y="2657565"/>
                  </a:lnTo>
                  <a:lnTo>
                    <a:pt x="7935746" y="2649256"/>
                  </a:lnTo>
                  <a:lnTo>
                    <a:pt x="7937458" y="2689068"/>
                  </a:lnTo>
                  <a:lnTo>
                    <a:pt x="7939169" y="2691866"/>
                  </a:lnTo>
                  <a:lnTo>
                    <a:pt x="7940880" y="2609137"/>
                  </a:lnTo>
                  <a:lnTo>
                    <a:pt x="7942592" y="2482150"/>
                  </a:lnTo>
                  <a:lnTo>
                    <a:pt x="7944303" y="2371911"/>
                  </a:lnTo>
                  <a:lnTo>
                    <a:pt x="7946015" y="2201295"/>
                  </a:lnTo>
                  <a:lnTo>
                    <a:pt x="7947726" y="2022384"/>
                  </a:lnTo>
                  <a:lnTo>
                    <a:pt x="7949437" y="1941002"/>
                  </a:lnTo>
                  <a:lnTo>
                    <a:pt x="7951149" y="1977780"/>
                  </a:lnTo>
                  <a:lnTo>
                    <a:pt x="7952860" y="2037916"/>
                  </a:lnTo>
                  <a:lnTo>
                    <a:pt x="7954572" y="2085189"/>
                  </a:lnTo>
                  <a:lnTo>
                    <a:pt x="7956283" y="2166496"/>
                  </a:lnTo>
                  <a:lnTo>
                    <a:pt x="7957994" y="2236565"/>
                  </a:lnTo>
                  <a:lnTo>
                    <a:pt x="7959706" y="2337907"/>
                  </a:lnTo>
                  <a:lnTo>
                    <a:pt x="7961417" y="2388960"/>
                  </a:lnTo>
                  <a:lnTo>
                    <a:pt x="7963129" y="2444124"/>
                  </a:lnTo>
                  <a:lnTo>
                    <a:pt x="7964840" y="2585899"/>
                  </a:lnTo>
                  <a:lnTo>
                    <a:pt x="7966551" y="2641495"/>
                  </a:lnTo>
                  <a:lnTo>
                    <a:pt x="7968263" y="2646373"/>
                  </a:lnTo>
                  <a:lnTo>
                    <a:pt x="7969974" y="2512647"/>
                  </a:lnTo>
                  <a:lnTo>
                    <a:pt x="7971686" y="2420721"/>
                  </a:lnTo>
                  <a:lnTo>
                    <a:pt x="7973397" y="2341863"/>
                  </a:lnTo>
                  <a:lnTo>
                    <a:pt x="7975108" y="2168436"/>
                  </a:lnTo>
                  <a:lnTo>
                    <a:pt x="7976820" y="2093586"/>
                  </a:lnTo>
                  <a:lnTo>
                    <a:pt x="7978531" y="2037349"/>
                  </a:lnTo>
                  <a:lnTo>
                    <a:pt x="7980243" y="1972866"/>
                  </a:lnTo>
                  <a:lnTo>
                    <a:pt x="7981954" y="1829472"/>
                  </a:lnTo>
                  <a:lnTo>
                    <a:pt x="7983665" y="1702395"/>
                  </a:lnTo>
                  <a:lnTo>
                    <a:pt x="7985377" y="1709198"/>
                  </a:lnTo>
                  <a:lnTo>
                    <a:pt x="7987088" y="1743740"/>
                  </a:lnTo>
                  <a:lnTo>
                    <a:pt x="7988800" y="1847328"/>
                  </a:lnTo>
                  <a:lnTo>
                    <a:pt x="7990511" y="2038448"/>
                  </a:lnTo>
                  <a:lnTo>
                    <a:pt x="7992222" y="2293236"/>
                  </a:lnTo>
                  <a:lnTo>
                    <a:pt x="7993934" y="2497224"/>
                  </a:lnTo>
                  <a:lnTo>
                    <a:pt x="7995645" y="2505858"/>
                  </a:lnTo>
                  <a:lnTo>
                    <a:pt x="7997357" y="2424459"/>
                  </a:lnTo>
                  <a:lnTo>
                    <a:pt x="7999068" y="2420882"/>
                  </a:lnTo>
                  <a:lnTo>
                    <a:pt x="8000779" y="2405125"/>
                  </a:lnTo>
                  <a:lnTo>
                    <a:pt x="8002491" y="2389181"/>
                  </a:lnTo>
                  <a:lnTo>
                    <a:pt x="8004202" y="2389670"/>
                  </a:lnTo>
                  <a:lnTo>
                    <a:pt x="8005914" y="2445782"/>
                  </a:lnTo>
                  <a:lnTo>
                    <a:pt x="8007625" y="2610126"/>
                  </a:lnTo>
                  <a:lnTo>
                    <a:pt x="8009336" y="2700063"/>
                  </a:lnTo>
                  <a:lnTo>
                    <a:pt x="8011048" y="2732622"/>
                  </a:lnTo>
                  <a:lnTo>
                    <a:pt x="8012759" y="2691061"/>
                  </a:lnTo>
                  <a:lnTo>
                    <a:pt x="8014470" y="2666550"/>
                  </a:lnTo>
                  <a:lnTo>
                    <a:pt x="8016182" y="2716915"/>
                  </a:lnTo>
                  <a:lnTo>
                    <a:pt x="8017893" y="2722759"/>
                  </a:lnTo>
                  <a:lnTo>
                    <a:pt x="8019605" y="2697775"/>
                  </a:lnTo>
                  <a:lnTo>
                    <a:pt x="8021316" y="2744990"/>
                  </a:lnTo>
                  <a:lnTo>
                    <a:pt x="8023027" y="2801234"/>
                  </a:lnTo>
                  <a:lnTo>
                    <a:pt x="8024739" y="2735642"/>
                  </a:lnTo>
                  <a:lnTo>
                    <a:pt x="8026450" y="2599226"/>
                  </a:lnTo>
                  <a:lnTo>
                    <a:pt x="8028162" y="2520833"/>
                  </a:lnTo>
                  <a:lnTo>
                    <a:pt x="8029873" y="2482655"/>
                  </a:lnTo>
                  <a:lnTo>
                    <a:pt x="8031584" y="2400300"/>
                  </a:lnTo>
                  <a:lnTo>
                    <a:pt x="8033296" y="2445162"/>
                  </a:lnTo>
                  <a:lnTo>
                    <a:pt x="8035007" y="2541141"/>
                  </a:lnTo>
                  <a:lnTo>
                    <a:pt x="8036719" y="2631908"/>
                  </a:lnTo>
                  <a:lnTo>
                    <a:pt x="8038430" y="2653723"/>
                  </a:lnTo>
                  <a:lnTo>
                    <a:pt x="8040141" y="2600932"/>
                  </a:lnTo>
                  <a:lnTo>
                    <a:pt x="8041853" y="2615612"/>
                  </a:lnTo>
                  <a:lnTo>
                    <a:pt x="8043564" y="2553480"/>
                  </a:lnTo>
                  <a:lnTo>
                    <a:pt x="8045276" y="2498668"/>
                  </a:lnTo>
                  <a:lnTo>
                    <a:pt x="8046987" y="2468309"/>
                  </a:lnTo>
                  <a:lnTo>
                    <a:pt x="8048698" y="2483257"/>
                  </a:lnTo>
                  <a:lnTo>
                    <a:pt x="8050410" y="2561548"/>
                  </a:lnTo>
                  <a:lnTo>
                    <a:pt x="8052121" y="2592694"/>
                  </a:lnTo>
                  <a:lnTo>
                    <a:pt x="8053833" y="2626318"/>
                  </a:lnTo>
                  <a:lnTo>
                    <a:pt x="8055544" y="2736467"/>
                  </a:lnTo>
                  <a:lnTo>
                    <a:pt x="8057255" y="2862600"/>
                  </a:lnTo>
                  <a:lnTo>
                    <a:pt x="8058967" y="2913475"/>
                  </a:lnTo>
                  <a:lnTo>
                    <a:pt x="8060678" y="2886824"/>
                  </a:lnTo>
                  <a:lnTo>
                    <a:pt x="8062390" y="2845499"/>
                  </a:lnTo>
                  <a:lnTo>
                    <a:pt x="8064101" y="2806038"/>
                  </a:lnTo>
                  <a:lnTo>
                    <a:pt x="8065812" y="2739904"/>
                  </a:lnTo>
                  <a:lnTo>
                    <a:pt x="8067524" y="2717719"/>
                  </a:lnTo>
                  <a:lnTo>
                    <a:pt x="8069235" y="2702107"/>
                  </a:lnTo>
                  <a:lnTo>
                    <a:pt x="8070947" y="2750964"/>
                  </a:lnTo>
                  <a:lnTo>
                    <a:pt x="8072658" y="2757299"/>
                  </a:lnTo>
                  <a:lnTo>
                    <a:pt x="8074369" y="2721976"/>
                  </a:lnTo>
                  <a:lnTo>
                    <a:pt x="8076081" y="2697908"/>
                  </a:lnTo>
                  <a:lnTo>
                    <a:pt x="8077792" y="2610277"/>
                  </a:lnTo>
                  <a:lnTo>
                    <a:pt x="8079504" y="2511593"/>
                  </a:lnTo>
                  <a:lnTo>
                    <a:pt x="8081215" y="2330998"/>
                  </a:lnTo>
                  <a:lnTo>
                    <a:pt x="8082926" y="2150079"/>
                  </a:lnTo>
                  <a:lnTo>
                    <a:pt x="8084638" y="2051483"/>
                  </a:lnTo>
                  <a:lnTo>
                    <a:pt x="8086349" y="2042609"/>
                  </a:lnTo>
                  <a:lnTo>
                    <a:pt x="8088061" y="2060966"/>
                  </a:lnTo>
                  <a:lnTo>
                    <a:pt x="8089772" y="2062259"/>
                  </a:lnTo>
                  <a:lnTo>
                    <a:pt x="8091483" y="2232698"/>
                  </a:lnTo>
                  <a:lnTo>
                    <a:pt x="8093195" y="2502711"/>
                  </a:lnTo>
                  <a:lnTo>
                    <a:pt x="8094906" y="2700937"/>
                  </a:lnTo>
                  <a:lnTo>
                    <a:pt x="8096618" y="2769882"/>
                  </a:lnTo>
                  <a:lnTo>
                    <a:pt x="8098329" y="2840816"/>
                  </a:lnTo>
                  <a:lnTo>
                    <a:pt x="8100040" y="2963507"/>
                  </a:lnTo>
                  <a:lnTo>
                    <a:pt x="8101752" y="2984284"/>
                  </a:lnTo>
                  <a:lnTo>
                    <a:pt x="8103463" y="2858256"/>
                  </a:lnTo>
                  <a:lnTo>
                    <a:pt x="8105175" y="2741193"/>
                  </a:lnTo>
                  <a:lnTo>
                    <a:pt x="8106886" y="2744563"/>
                  </a:lnTo>
                  <a:lnTo>
                    <a:pt x="8108597" y="2739990"/>
                  </a:lnTo>
                  <a:lnTo>
                    <a:pt x="8110309" y="2742445"/>
                  </a:lnTo>
                  <a:lnTo>
                    <a:pt x="8112020" y="2683867"/>
                  </a:lnTo>
                  <a:lnTo>
                    <a:pt x="8113732" y="2706710"/>
                  </a:lnTo>
                  <a:lnTo>
                    <a:pt x="8115443" y="2713719"/>
                  </a:lnTo>
                  <a:lnTo>
                    <a:pt x="8117154" y="2562445"/>
                  </a:lnTo>
                  <a:lnTo>
                    <a:pt x="8118866" y="2331046"/>
                  </a:lnTo>
                  <a:lnTo>
                    <a:pt x="8120577" y="2171956"/>
                  </a:lnTo>
                  <a:lnTo>
                    <a:pt x="8122288" y="2102136"/>
                  </a:lnTo>
                  <a:lnTo>
                    <a:pt x="8124000" y="2030503"/>
                  </a:lnTo>
                  <a:lnTo>
                    <a:pt x="8125711" y="2011100"/>
                  </a:lnTo>
                  <a:lnTo>
                    <a:pt x="8127423" y="2064572"/>
                  </a:lnTo>
                  <a:lnTo>
                    <a:pt x="8129134" y="2240775"/>
                  </a:lnTo>
                  <a:lnTo>
                    <a:pt x="8130845" y="2312409"/>
                  </a:lnTo>
                  <a:lnTo>
                    <a:pt x="8132557" y="2353169"/>
                  </a:lnTo>
                  <a:lnTo>
                    <a:pt x="8134268" y="2400879"/>
                  </a:lnTo>
                  <a:lnTo>
                    <a:pt x="8135980" y="2362010"/>
                  </a:lnTo>
                  <a:lnTo>
                    <a:pt x="8137691" y="2325847"/>
                  </a:lnTo>
                  <a:lnTo>
                    <a:pt x="8139402" y="2275579"/>
                  </a:lnTo>
                  <a:lnTo>
                    <a:pt x="8141114" y="2308269"/>
                  </a:lnTo>
                  <a:lnTo>
                    <a:pt x="8142825" y="2332123"/>
                  </a:lnTo>
                  <a:lnTo>
                    <a:pt x="8144537" y="2383746"/>
                  </a:lnTo>
                  <a:lnTo>
                    <a:pt x="8146248" y="2598354"/>
                  </a:lnTo>
                  <a:lnTo>
                    <a:pt x="8147959" y="2832454"/>
                  </a:lnTo>
                  <a:lnTo>
                    <a:pt x="8149671" y="2919583"/>
                  </a:lnTo>
                  <a:lnTo>
                    <a:pt x="8151382" y="2858425"/>
                  </a:lnTo>
                  <a:lnTo>
                    <a:pt x="8153094" y="2799236"/>
                  </a:lnTo>
                  <a:lnTo>
                    <a:pt x="8154805" y="2720183"/>
                  </a:lnTo>
                  <a:lnTo>
                    <a:pt x="8156516" y="2421103"/>
                  </a:lnTo>
                  <a:lnTo>
                    <a:pt x="8158228" y="2114483"/>
                  </a:lnTo>
                  <a:lnTo>
                    <a:pt x="8159939" y="1967719"/>
                  </a:lnTo>
                  <a:lnTo>
                    <a:pt x="8161651" y="1866150"/>
                  </a:lnTo>
                  <a:lnTo>
                    <a:pt x="8163362" y="1797461"/>
                  </a:lnTo>
                  <a:lnTo>
                    <a:pt x="8165073" y="1793809"/>
                  </a:lnTo>
                  <a:lnTo>
                    <a:pt x="8166785" y="1939945"/>
                  </a:lnTo>
                  <a:lnTo>
                    <a:pt x="8168496" y="1950534"/>
                  </a:lnTo>
                  <a:lnTo>
                    <a:pt x="8170208" y="1880605"/>
                  </a:lnTo>
                  <a:lnTo>
                    <a:pt x="8171919" y="1967072"/>
                  </a:lnTo>
                  <a:lnTo>
                    <a:pt x="8173630" y="2042899"/>
                  </a:lnTo>
                  <a:lnTo>
                    <a:pt x="8175342" y="1972270"/>
                  </a:lnTo>
                  <a:lnTo>
                    <a:pt x="8177053" y="1929443"/>
                  </a:lnTo>
                  <a:lnTo>
                    <a:pt x="8178765" y="2078623"/>
                  </a:lnTo>
                  <a:lnTo>
                    <a:pt x="8180476" y="2162733"/>
                  </a:lnTo>
                  <a:lnTo>
                    <a:pt x="8182187" y="2093885"/>
                  </a:lnTo>
                  <a:lnTo>
                    <a:pt x="8183899" y="2048549"/>
                  </a:lnTo>
                  <a:lnTo>
                    <a:pt x="8185610" y="2113485"/>
                  </a:lnTo>
                  <a:lnTo>
                    <a:pt x="8187322" y="2182672"/>
                  </a:lnTo>
                  <a:lnTo>
                    <a:pt x="8189033" y="2261346"/>
                  </a:lnTo>
                  <a:lnTo>
                    <a:pt x="8190744" y="2445557"/>
                  </a:lnTo>
                  <a:lnTo>
                    <a:pt x="8192456" y="2549672"/>
                  </a:lnTo>
                  <a:lnTo>
                    <a:pt x="8194167" y="2610888"/>
                  </a:lnTo>
                  <a:lnTo>
                    <a:pt x="8195879" y="2726916"/>
                  </a:lnTo>
                  <a:lnTo>
                    <a:pt x="8197590" y="2776589"/>
                  </a:lnTo>
                  <a:lnTo>
                    <a:pt x="8199301" y="2733599"/>
                  </a:lnTo>
                  <a:lnTo>
                    <a:pt x="8201013" y="2656155"/>
                  </a:lnTo>
                  <a:lnTo>
                    <a:pt x="8202724" y="2733757"/>
                  </a:lnTo>
                  <a:lnTo>
                    <a:pt x="8204436" y="2837524"/>
                  </a:lnTo>
                  <a:lnTo>
                    <a:pt x="8206147" y="2818044"/>
                  </a:lnTo>
                  <a:lnTo>
                    <a:pt x="8207858" y="2830389"/>
                  </a:lnTo>
                  <a:lnTo>
                    <a:pt x="8209570" y="2898428"/>
                  </a:lnTo>
                  <a:lnTo>
                    <a:pt x="8211281" y="2939182"/>
                  </a:lnTo>
                  <a:lnTo>
                    <a:pt x="8212993" y="2785549"/>
                  </a:lnTo>
                  <a:lnTo>
                    <a:pt x="8214704" y="2624656"/>
                  </a:lnTo>
                  <a:lnTo>
                    <a:pt x="8216415" y="2651919"/>
                  </a:lnTo>
                  <a:lnTo>
                    <a:pt x="8218127" y="2693172"/>
                  </a:lnTo>
                  <a:lnTo>
                    <a:pt x="8219838" y="2693173"/>
                  </a:lnTo>
                  <a:lnTo>
                    <a:pt x="8221550" y="2709776"/>
                  </a:lnTo>
                  <a:lnTo>
                    <a:pt x="8223261" y="2787967"/>
                  </a:lnTo>
                  <a:lnTo>
                    <a:pt x="8224972" y="2754395"/>
                  </a:lnTo>
                  <a:lnTo>
                    <a:pt x="8226684" y="2516725"/>
                  </a:lnTo>
                  <a:lnTo>
                    <a:pt x="8228395" y="2208291"/>
                  </a:lnTo>
                  <a:lnTo>
                    <a:pt x="8230106" y="1957813"/>
                  </a:lnTo>
                  <a:lnTo>
                    <a:pt x="8231818" y="1803323"/>
                  </a:lnTo>
                  <a:lnTo>
                    <a:pt x="8233529" y="1694424"/>
                  </a:lnTo>
                  <a:lnTo>
                    <a:pt x="8235241" y="1715768"/>
                  </a:lnTo>
                  <a:lnTo>
                    <a:pt x="8236952" y="1781971"/>
                  </a:lnTo>
                  <a:lnTo>
                    <a:pt x="8238663" y="1904102"/>
                  </a:lnTo>
                  <a:lnTo>
                    <a:pt x="8240375" y="2011728"/>
                  </a:lnTo>
                  <a:lnTo>
                    <a:pt x="8242086" y="1945592"/>
                  </a:lnTo>
                  <a:lnTo>
                    <a:pt x="8243798" y="1953427"/>
                  </a:lnTo>
                  <a:lnTo>
                    <a:pt x="8245509" y="1952260"/>
                  </a:lnTo>
                  <a:lnTo>
                    <a:pt x="8247220" y="2022989"/>
                  </a:lnTo>
                  <a:lnTo>
                    <a:pt x="8248932" y="2031288"/>
                  </a:lnTo>
                  <a:lnTo>
                    <a:pt x="8250643" y="1972561"/>
                  </a:lnTo>
                  <a:lnTo>
                    <a:pt x="8252355" y="2077354"/>
                  </a:lnTo>
                  <a:lnTo>
                    <a:pt x="8254066" y="2196152"/>
                  </a:lnTo>
                  <a:lnTo>
                    <a:pt x="8255777" y="2281410"/>
                  </a:lnTo>
                  <a:lnTo>
                    <a:pt x="8257489" y="2315969"/>
                  </a:lnTo>
                  <a:lnTo>
                    <a:pt x="8259200" y="2435872"/>
                  </a:lnTo>
                  <a:lnTo>
                    <a:pt x="8260912" y="2539335"/>
                  </a:lnTo>
                  <a:lnTo>
                    <a:pt x="8262623" y="2537892"/>
                  </a:lnTo>
                  <a:lnTo>
                    <a:pt x="8264334" y="2594865"/>
                  </a:lnTo>
                  <a:lnTo>
                    <a:pt x="8266046" y="2657442"/>
                  </a:lnTo>
                  <a:lnTo>
                    <a:pt x="8267757" y="2695044"/>
                  </a:lnTo>
                  <a:lnTo>
                    <a:pt x="8269469" y="2747808"/>
                  </a:lnTo>
                  <a:lnTo>
                    <a:pt x="8271180" y="2780464"/>
                  </a:lnTo>
                  <a:lnTo>
                    <a:pt x="8272891" y="2910177"/>
                  </a:lnTo>
                  <a:lnTo>
                    <a:pt x="8274603" y="2930817"/>
                  </a:lnTo>
                  <a:lnTo>
                    <a:pt x="8276314" y="2925497"/>
                  </a:lnTo>
                  <a:lnTo>
                    <a:pt x="8278026" y="2893861"/>
                  </a:lnTo>
                  <a:lnTo>
                    <a:pt x="8279737" y="2861635"/>
                  </a:lnTo>
                  <a:lnTo>
                    <a:pt x="8281448" y="2865352"/>
                  </a:lnTo>
                  <a:lnTo>
                    <a:pt x="8283160" y="2799554"/>
                  </a:lnTo>
                  <a:lnTo>
                    <a:pt x="8284871" y="2754355"/>
                  </a:lnTo>
                  <a:lnTo>
                    <a:pt x="8286583" y="2777849"/>
                  </a:lnTo>
                  <a:lnTo>
                    <a:pt x="8288294" y="2837998"/>
                  </a:lnTo>
                  <a:lnTo>
                    <a:pt x="8290005" y="2875560"/>
                  </a:lnTo>
                  <a:lnTo>
                    <a:pt x="8291717" y="2931881"/>
                  </a:lnTo>
                  <a:lnTo>
                    <a:pt x="8293428" y="2899546"/>
                  </a:lnTo>
                  <a:lnTo>
                    <a:pt x="8295140" y="2860748"/>
                  </a:lnTo>
                  <a:lnTo>
                    <a:pt x="8296851" y="2860784"/>
                  </a:lnTo>
                  <a:lnTo>
                    <a:pt x="8298562" y="2818930"/>
                  </a:lnTo>
                  <a:lnTo>
                    <a:pt x="8300274" y="2766993"/>
                  </a:lnTo>
                  <a:lnTo>
                    <a:pt x="8301985" y="2753054"/>
                  </a:lnTo>
                  <a:lnTo>
                    <a:pt x="8303697" y="2790730"/>
                  </a:lnTo>
                  <a:lnTo>
                    <a:pt x="8305408" y="2842993"/>
                  </a:lnTo>
                  <a:lnTo>
                    <a:pt x="8307119" y="2782936"/>
                  </a:lnTo>
                  <a:lnTo>
                    <a:pt x="8308831" y="2695679"/>
                  </a:lnTo>
                  <a:lnTo>
                    <a:pt x="8310542" y="2657185"/>
                  </a:lnTo>
                  <a:lnTo>
                    <a:pt x="8312254" y="2670689"/>
                  </a:lnTo>
                  <a:lnTo>
                    <a:pt x="8313965" y="2680913"/>
                  </a:lnTo>
                  <a:lnTo>
                    <a:pt x="8315676" y="2592572"/>
                  </a:lnTo>
                  <a:lnTo>
                    <a:pt x="8317388" y="2527159"/>
                  </a:lnTo>
                  <a:lnTo>
                    <a:pt x="8319099" y="2576985"/>
                  </a:lnTo>
                  <a:lnTo>
                    <a:pt x="8320811" y="2649188"/>
                  </a:lnTo>
                  <a:lnTo>
                    <a:pt x="8322522" y="2627201"/>
                  </a:lnTo>
                  <a:lnTo>
                    <a:pt x="8324233" y="2578485"/>
                  </a:lnTo>
                  <a:lnTo>
                    <a:pt x="8325945" y="2577601"/>
                  </a:lnTo>
                  <a:lnTo>
                    <a:pt x="8327656" y="2665231"/>
                  </a:lnTo>
                  <a:lnTo>
                    <a:pt x="8329367" y="2754872"/>
                  </a:lnTo>
                  <a:lnTo>
                    <a:pt x="8331079" y="2770012"/>
                  </a:lnTo>
                  <a:lnTo>
                    <a:pt x="8332790" y="2753417"/>
                  </a:lnTo>
                  <a:lnTo>
                    <a:pt x="8334502" y="2797734"/>
                  </a:lnTo>
                  <a:lnTo>
                    <a:pt x="8336213" y="2907545"/>
                  </a:lnTo>
                  <a:lnTo>
                    <a:pt x="8337924" y="2989840"/>
                  </a:lnTo>
                  <a:lnTo>
                    <a:pt x="8339636" y="3028513"/>
                  </a:lnTo>
                  <a:lnTo>
                    <a:pt x="8341347" y="3095604"/>
                  </a:lnTo>
                  <a:lnTo>
                    <a:pt x="8343059" y="3116972"/>
                  </a:lnTo>
                  <a:lnTo>
                    <a:pt x="8343059" y="3116972"/>
                  </a:lnTo>
                  <a:lnTo>
                    <a:pt x="8344770" y="3116972"/>
                  </a:lnTo>
                  <a:lnTo>
                    <a:pt x="8346481" y="3116972"/>
                  </a:lnTo>
                  <a:lnTo>
                    <a:pt x="8348193" y="3116972"/>
                  </a:lnTo>
                  <a:lnTo>
                    <a:pt x="8349904" y="3075047"/>
                  </a:lnTo>
                  <a:lnTo>
                    <a:pt x="8351616" y="2935762"/>
                  </a:lnTo>
                  <a:lnTo>
                    <a:pt x="8353327" y="2832556"/>
                  </a:lnTo>
                  <a:lnTo>
                    <a:pt x="8355038" y="2790193"/>
                  </a:lnTo>
                  <a:lnTo>
                    <a:pt x="8356750" y="2790195"/>
                  </a:lnTo>
                  <a:lnTo>
                    <a:pt x="8358461" y="2806371"/>
                  </a:lnTo>
                  <a:lnTo>
                    <a:pt x="8360173" y="2828053"/>
                  </a:lnTo>
                  <a:lnTo>
                    <a:pt x="8361884" y="2861193"/>
                  </a:lnTo>
                  <a:lnTo>
                    <a:pt x="8363595" y="2846727"/>
                  </a:lnTo>
                  <a:lnTo>
                    <a:pt x="8365307" y="2838448"/>
                  </a:lnTo>
                  <a:lnTo>
                    <a:pt x="8367018" y="2849314"/>
                  </a:lnTo>
                  <a:lnTo>
                    <a:pt x="8368730" y="2891326"/>
                  </a:lnTo>
                  <a:lnTo>
                    <a:pt x="8370441" y="2939278"/>
                  </a:lnTo>
                  <a:lnTo>
                    <a:pt x="8372152" y="2977493"/>
                  </a:lnTo>
                  <a:lnTo>
                    <a:pt x="8373864" y="3017523"/>
                  </a:lnTo>
                  <a:lnTo>
                    <a:pt x="8375575" y="2989791"/>
                  </a:lnTo>
                  <a:lnTo>
                    <a:pt x="8377287" y="2870656"/>
                  </a:lnTo>
                  <a:lnTo>
                    <a:pt x="8378998" y="2671902"/>
                  </a:lnTo>
                  <a:lnTo>
                    <a:pt x="8380709" y="2446226"/>
                  </a:lnTo>
                  <a:lnTo>
                    <a:pt x="8382421" y="2290457"/>
                  </a:lnTo>
                  <a:lnTo>
                    <a:pt x="8384132" y="2239470"/>
                  </a:lnTo>
                  <a:lnTo>
                    <a:pt x="8385844" y="2195591"/>
                  </a:lnTo>
                  <a:lnTo>
                    <a:pt x="8387555" y="2178452"/>
                  </a:lnTo>
                  <a:lnTo>
                    <a:pt x="8389266" y="2196063"/>
                  </a:lnTo>
                  <a:lnTo>
                    <a:pt x="8390978" y="2341194"/>
                  </a:lnTo>
                  <a:lnTo>
                    <a:pt x="8392689" y="2409362"/>
                  </a:lnTo>
                  <a:lnTo>
                    <a:pt x="8394401" y="2390652"/>
                  </a:lnTo>
                  <a:lnTo>
                    <a:pt x="8396112" y="2403092"/>
                  </a:lnTo>
                  <a:lnTo>
                    <a:pt x="8397823" y="2345375"/>
                  </a:lnTo>
                  <a:lnTo>
                    <a:pt x="8399535" y="2295580"/>
                  </a:lnTo>
                  <a:lnTo>
                    <a:pt x="8401246" y="2151848"/>
                  </a:lnTo>
                  <a:lnTo>
                    <a:pt x="8402958" y="2075036"/>
                  </a:lnTo>
                  <a:lnTo>
                    <a:pt x="8404669" y="2094684"/>
                  </a:lnTo>
                  <a:lnTo>
                    <a:pt x="8406380" y="2096319"/>
                  </a:lnTo>
                  <a:lnTo>
                    <a:pt x="8408092" y="2157861"/>
                  </a:lnTo>
                  <a:lnTo>
                    <a:pt x="8409803" y="2223318"/>
                  </a:lnTo>
                  <a:lnTo>
                    <a:pt x="8411515" y="2319745"/>
                  </a:lnTo>
                  <a:lnTo>
                    <a:pt x="8413226" y="2395944"/>
                  </a:lnTo>
                  <a:lnTo>
                    <a:pt x="8414937" y="2455465"/>
                  </a:lnTo>
                  <a:lnTo>
                    <a:pt x="8416649" y="2559471"/>
                  </a:lnTo>
                  <a:lnTo>
                    <a:pt x="8418360" y="2681051"/>
                  </a:lnTo>
                  <a:lnTo>
                    <a:pt x="8420072" y="2811343"/>
                  </a:lnTo>
                  <a:lnTo>
                    <a:pt x="8421783" y="2936487"/>
                  </a:lnTo>
                  <a:lnTo>
                    <a:pt x="8423494" y="3009668"/>
                  </a:lnTo>
                  <a:lnTo>
                    <a:pt x="8425206" y="2904859"/>
                  </a:lnTo>
                  <a:lnTo>
                    <a:pt x="8426917" y="2658772"/>
                  </a:lnTo>
                  <a:lnTo>
                    <a:pt x="8428629" y="2541742"/>
                  </a:lnTo>
                  <a:lnTo>
                    <a:pt x="8430340" y="2453600"/>
                  </a:lnTo>
                  <a:lnTo>
                    <a:pt x="8432051" y="2429255"/>
                  </a:lnTo>
                  <a:lnTo>
                    <a:pt x="8433763" y="2416847"/>
                  </a:lnTo>
                  <a:lnTo>
                    <a:pt x="8435474" y="2556344"/>
                  </a:lnTo>
                  <a:lnTo>
                    <a:pt x="8437185" y="2802430"/>
                  </a:lnTo>
                  <a:lnTo>
                    <a:pt x="8438897" y="2919460"/>
                  </a:lnTo>
                  <a:lnTo>
                    <a:pt x="8440608" y="2997942"/>
                  </a:lnTo>
                  <a:lnTo>
                    <a:pt x="8442320" y="2920499"/>
                  </a:lnTo>
                  <a:lnTo>
                    <a:pt x="8444031" y="2790360"/>
                  </a:lnTo>
                  <a:lnTo>
                    <a:pt x="8445742" y="2600548"/>
                  </a:lnTo>
                  <a:lnTo>
                    <a:pt x="8447454" y="2372341"/>
                  </a:lnTo>
                  <a:lnTo>
                    <a:pt x="8449165" y="2182949"/>
                  </a:lnTo>
                  <a:lnTo>
                    <a:pt x="8450877" y="2080752"/>
                  </a:lnTo>
                  <a:lnTo>
                    <a:pt x="8452588" y="2026377"/>
                  </a:lnTo>
                  <a:lnTo>
                    <a:pt x="8454299" y="1903280"/>
                  </a:lnTo>
                  <a:lnTo>
                    <a:pt x="8456011" y="1839240"/>
                  </a:lnTo>
                  <a:lnTo>
                    <a:pt x="8457722" y="1884535"/>
                  </a:lnTo>
                  <a:lnTo>
                    <a:pt x="8459434" y="1951988"/>
                  </a:lnTo>
                  <a:lnTo>
                    <a:pt x="8461145" y="1973636"/>
                  </a:lnTo>
                  <a:lnTo>
                    <a:pt x="8462856" y="2027690"/>
                  </a:lnTo>
                  <a:lnTo>
                    <a:pt x="8464568" y="2247212"/>
                  </a:lnTo>
                  <a:lnTo>
                    <a:pt x="8466279" y="2292880"/>
                  </a:lnTo>
                  <a:lnTo>
                    <a:pt x="8467991" y="2265869"/>
                  </a:lnTo>
                  <a:lnTo>
                    <a:pt x="8469702" y="2248054"/>
                  </a:lnTo>
                  <a:lnTo>
                    <a:pt x="8471413" y="2151573"/>
                  </a:lnTo>
                  <a:lnTo>
                    <a:pt x="8473125" y="2124144"/>
                  </a:lnTo>
                  <a:lnTo>
                    <a:pt x="8474836" y="2151634"/>
                  </a:lnTo>
                  <a:lnTo>
                    <a:pt x="8476548" y="2226670"/>
                  </a:lnTo>
                  <a:lnTo>
                    <a:pt x="8478259" y="2225567"/>
                  </a:lnTo>
                  <a:lnTo>
                    <a:pt x="8479970" y="2226233"/>
                  </a:lnTo>
                  <a:lnTo>
                    <a:pt x="8481682" y="2353213"/>
                  </a:lnTo>
                  <a:lnTo>
                    <a:pt x="8483393" y="2444543"/>
                  </a:lnTo>
                  <a:lnTo>
                    <a:pt x="8485105" y="2461782"/>
                  </a:lnTo>
                  <a:lnTo>
                    <a:pt x="8486816" y="2456433"/>
                  </a:lnTo>
                  <a:lnTo>
                    <a:pt x="8488527" y="2572881"/>
                  </a:lnTo>
                  <a:lnTo>
                    <a:pt x="8490239" y="2635496"/>
                  </a:lnTo>
                  <a:lnTo>
                    <a:pt x="8491950" y="2539507"/>
                  </a:lnTo>
                  <a:lnTo>
                    <a:pt x="8493662" y="2392072"/>
                  </a:lnTo>
                  <a:lnTo>
                    <a:pt x="8495373" y="2263500"/>
                  </a:lnTo>
                  <a:lnTo>
                    <a:pt x="8497084" y="2283995"/>
                  </a:lnTo>
                  <a:lnTo>
                    <a:pt x="8498796" y="2279484"/>
                  </a:lnTo>
                  <a:lnTo>
                    <a:pt x="8500507" y="2264935"/>
                  </a:lnTo>
                  <a:lnTo>
                    <a:pt x="8502219" y="2347630"/>
                  </a:lnTo>
                  <a:lnTo>
                    <a:pt x="8503930" y="2436758"/>
                  </a:lnTo>
                  <a:lnTo>
                    <a:pt x="8505641" y="2506007"/>
                  </a:lnTo>
                  <a:lnTo>
                    <a:pt x="8507353" y="2525735"/>
                  </a:lnTo>
                  <a:lnTo>
                    <a:pt x="8509064" y="2570800"/>
                  </a:lnTo>
                  <a:lnTo>
                    <a:pt x="8510776" y="2670465"/>
                  </a:lnTo>
                  <a:lnTo>
                    <a:pt x="8512487" y="2740817"/>
                  </a:lnTo>
                  <a:lnTo>
                    <a:pt x="8514198" y="2802419"/>
                  </a:lnTo>
                  <a:lnTo>
                    <a:pt x="8515910" y="2802219"/>
                  </a:lnTo>
                  <a:lnTo>
                    <a:pt x="8517621" y="2731118"/>
                  </a:lnTo>
                  <a:lnTo>
                    <a:pt x="8519333" y="2595987"/>
                  </a:lnTo>
                  <a:lnTo>
                    <a:pt x="8521044" y="2406786"/>
                  </a:lnTo>
                  <a:lnTo>
                    <a:pt x="8522755" y="2247067"/>
                  </a:lnTo>
                  <a:lnTo>
                    <a:pt x="8524467" y="2091198"/>
                  </a:lnTo>
                  <a:lnTo>
                    <a:pt x="8526178" y="2031387"/>
                  </a:lnTo>
                  <a:lnTo>
                    <a:pt x="8527890" y="2082345"/>
                  </a:lnTo>
                  <a:lnTo>
                    <a:pt x="8529601" y="2025241"/>
                  </a:lnTo>
                  <a:lnTo>
                    <a:pt x="8531312" y="1914732"/>
                  </a:lnTo>
                  <a:lnTo>
                    <a:pt x="8533024" y="1937694"/>
                  </a:lnTo>
                  <a:lnTo>
                    <a:pt x="8534735" y="2047346"/>
                  </a:lnTo>
                  <a:lnTo>
                    <a:pt x="8536447" y="2085440"/>
                  </a:lnTo>
                  <a:lnTo>
                    <a:pt x="8538158" y="2099444"/>
                  </a:lnTo>
                  <a:lnTo>
                    <a:pt x="8539869" y="2211698"/>
                  </a:lnTo>
                  <a:lnTo>
                    <a:pt x="8541581" y="2332350"/>
                  </a:lnTo>
                  <a:lnTo>
                    <a:pt x="8543292" y="2185503"/>
                  </a:lnTo>
                  <a:lnTo>
                    <a:pt x="8545003" y="2035521"/>
                  </a:lnTo>
                  <a:lnTo>
                    <a:pt x="8546715" y="2055800"/>
                  </a:lnTo>
                  <a:lnTo>
                    <a:pt x="8548426" y="2150226"/>
                  </a:lnTo>
                  <a:lnTo>
                    <a:pt x="8550138" y="2264438"/>
                  </a:lnTo>
                  <a:lnTo>
                    <a:pt x="8551849" y="2363692"/>
                  </a:lnTo>
                  <a:lnTo>
                    <a:pt x="8553560" y="2608246"/>
                  </a:lnTo>
                  <a:lnTo>
                    <a:pt x="8553560" y="26082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51849" y="0"/>
                  </a:lnTo>
                  <a:lnTo>
                    <a:pt x="8550138" y="0"/>
                  </a:lnTo>
                  <a:lnTo>
                    <a:pt x="8548426" y="0"/>
                  </a:lnTo>
                  <a:lnTo>
                    <a:pt x="8546715" y="0"/>
                  </a:lnTo>
                  <a:lnTo>
                    <a:pt x="8545003" y="0"/>
                  </a:lnTo>
                  <a:lnTo>
                    <a:pt x="8543292" y="0"/>
                  </a:lnTo>
                  <a:lnTo>
                    <a:pt x="8541581" y="0"/>
                  </a:lnTo>
                  <a:lnTo>
                    <a:pt x="8539869" y="0"/>
                  </a:lnTo>
                  <a:lnTo>
                    <a:pt x="8538158" y="0"/>
                  </a:lnTo>
                  <a:lnTo>
                    <a:pt x="8536447" y="0"/>
                  </a:lnTo>
                  <a:lnTo>
                    <a:pt x="8534735" y="0"/>
                  </a:lnTo>
                  <a:lnTo>
                    <a:pt x="8533024" y="0"/>
                  </a:lnTo>
                  <a:lnTo>
                    <a:pt x="8531312" y="0"/>
                  </a:lnTo>
                  <a:lnTo>
                    <a:pt x="8529601" y="0"/>
                  </a:lnTo>
                  <a:lnTo>
                    <a:pt x="8527890" y="0"/>
                  </a:lnTo>
                  <a:lnTo>
                    <a:pt x="8526178" y="0"/>
                  </a:lnTo>
                  <a:lnTo>
                    <a:pt x="8524467" y="0"/>
                  </a:lnTo>
                  <a:lnTo>
                    <a:pt x="8522755" y="0"/>
                  </a:lnTo>
                  <a:lnTo>
                    <a:pt x="8521044" y="0"/>
                  </a:lnTo>
                  <a:lnTo>
                    <a:pt x="8519333" y="0"/>
                  </a:lnTo>
                  <a:lnTo>
                    <a:pt x="8517621" y="0"/>
                  </a:lnTo>
                  <a:lnTo>
                    <a:pt x="8515910" y="0"/>
                  </a:lnTo>
                  <a:lnTo>
                    <a:pt x="8514198" y="0"/>
                  </a:lnTo>
                  <a:lnTo>
                    <a:pt x="8512487" y="0"/>
                  </a:lnTo>
                  <a:lnTo>
                    <a:pt x="8510776" y="0"/>
                  </a:lnTo>
                  <a:lnTo>
                    <a:pt x="8509064" y="0"/>
                  </a:lnTo>
                  <a:lnTo>
                    <a:pt x="8507353" y="0"/>
                  </a:lnTo>
                  <a:lnTo>
                    <a:pt x="8505641" y="0"/>
                  </a:lnTo>
                  <a:lnTo>
                    <a:pt x="8503930" y="0"/>
                  </a:lnTo>
                  <a:lnTo>
                    <a:pt x="8502219" y="0"/>
                  </a:lnTo>
                  <a:lnTo>
                    <a:pt x="8500507" y="0"/>
                  </a:lnTo>
                  <a:lnTo>
                    <a:pt x="8498796" y="0"/>
                  </a:lnTo>
                  <a:lnTo>
                    <a:pt x="8497084" y="0"/>
                  </a:lnTo>
                  <a:lnTo>
                    <a:pt x="8495373" y="0"/>
                  </a:lnTo>
                  <a:lnTo>
                    <a:pt x="8493662" y="0"/>
                  </a:lnTo>
                  <a:lnTo>
                    <a:pt x="8491950" y="0"/>
                  </a:lnTo>
                  <a:lnTo>
                    <a:pt x="8490239" y="0"/>
                  </a:lnTo>
                  <a:lnTo>
                    <a:pt x="8488527" y="0"/>
                  </a:lnTo>
                  <a:lnTo>
                    <a:pt x="8486816" y="0"/>
                  </a:lnTo>
                  <a:lnTo>
                    <a:pt x="8485105" y="0"/>
                  </a:lnTo>
                  <a:lnTo>
                    <a:pt x="8483393" y="0"/>
                  </a:lnTo>
                  <a:lnTo>
                    <a:pt x="8481682" y="0"/>
                  </a:lnTo>
                  <a:lnTo>
                    <a:pt x="8479970" y="0"/>
                  </a:lnTo>
                  <a:lnTo>
                    <a:pt x="8478259" y="0"/>
                  </a:lnTo>
                  <a:lnTo>
                    <a:pt x="8476548" y="0"/>
                  </a:lnTo>
                  <a:lnTo>
                    <a:pt x="8474836" y="0"/>
                  </a:lnTo>
                  <a:lnTo>
                    <a:pt x="8473125" y="0"/>
                  </a:lnTo>
                  <a:lnTo>
                    <a:pt x="8471413" y="0"/>
                  </a:lnTo>
                  <a:lnTo>
                    <a:pt x="8469702" y="0"/>
                  </a:lnTo>
                  <a:lnTo>
                    <a:pt x="8467991" y="0"/>
                  </a:lnTo>
                  <a:lnTo>
                    <a:pt x="8466279" y="0"/>
                  </a:lnTo>
                  <a:lnTo>
                    <a:pt x="8464568" y="0"/>
                  </a:lnTo>
                  <a:lnTo>
                    <a:pt x="8462856" y="0"/>
                  </a:lnTo>
                  <a:lnTo>
                    <a:pt x="8461145" y="0"/>
                  </a:lnTo>
                  <a:lnTo>
                    <a:pt x="8459434" y="0"/>
                  </a:lnTo>
                  <a:lnTo>
                    <a:pt x="8457722" y="0"/>
                  </a:lnTo>
                  <a:lnTo>
                    <a:pt x="8456011" y="0"/>
                  </a:lnTo>
                  <a:lnTo>
                    <a:pt x="8454299" y="0"/>
                  </a:lnTo>
                  <a:lnTo>
                    <a:pt x="8452588" y="0"/>
                  </a:lnTo>
                  <a:lnTo>
                    <a:pt x="8450877" y="0"/>
                  </a:lnTo>
                  <a:lnTo>
                    <a:pt x="8449165" y="0"/>
                  </a:lnTo>
                  <a:lnTo>
                    <a:pt x="8447454" y="0"/>
                  </a:lnTo>
                  <a:lnTo>
                    <a:pt x="8445742" y="0"/>
                  </a:lnTo>
                  <a:lnTo>
                    <a:pt x="8444031" y="0"/>
                  </a:lnTo>
                  <a:lnTo>
                    <a:pt x="8442320" y="0"/>
                  </a:lnTo>
                  <a:lnTo>
                    <a:pt x="8440608" y="0"/>
                  </a:lnTo>
                  <a:lnTo>
                    <a:pt x="8438897" y="0"/>
                  </a:lnTo>
                  <a:lnTo>
                    <a:pt x="8437185" y="0"/>
                  </a:lnTo>
                  <a:lnTo>
                    <a:pt x="8435474" y="0"/>
                  </a:lnTo>
                  <a:lnTo>
                    <a:pt x="8433763" y="0"/>
                  </a:lnTo>
                  <a:lnTo>
                    <a:pt x="8432051" y="0"/>
                  </a:lnTo>
                  <a:lnTo>
                    <a:pt x="8430340" y="0"/>
                  </a:lnTo>
                  <a:lnTo>
                    <a:pt x="8428629" y="0"/>
                  </a:lnTo>
                  <a:lnTo>
                    <a:pt x="8426917" y="0"/>
                  </a:lnTo>
                  <a:lnTo>
                    <a:pt x="8425206" y="0"/>
                  </a:lnTo>
                  <a:lnTo>
                    <a:pt x="8423494" y="0"/>
                  </a:lnTo>
                  <a:lnTo>
                    <a:pt x="8421783" y="0"/>
                  </a:lnTo>
                  <a:lnTo>
                    <a:pt x="8420072" y="0"/>
                  </a:lnTo>
                  <a:lnTo>
                    <a:pt x="8418360" y="0"/>
                  </a:lnTo>
                  <a:lnTo>
                    <a:pt x="8416649" y="0"/>
                  </a:lnTo>
                  <a:lnTo>
                    <a:pt x="8414937" y="0"/>
                  </a:lnTo>
                  <a:lnTo>
                    <a:pt x="8413226" y="0"/>
                  </a:lnTo>
                  <a:lnTo>
                    <a:pt x="8411515" y="0"/>
                  </a:lnTo>
                  <a:lnTo>
                    <a:pt x="8409803" y="0"/>
                  </a:lnTo>
                  <a:lnTo>
                    <a:pt x="8408092" y="0"/>
                  </a:lnTo>
                  <a:lnTo>
                    <a:pt x="8406380" y="0"/>
                  </a:lnTo>
                  <a:lnTo>
                    <a:pt x="8404669" y="0"/>
                  </a:lnTo>
                  <a:lnTo>
                    <a:pt x="8402958" y="0"/>
                  </a:lnTo>
                  <a:lnTo>
                    <a:pt x="8401246" y="0"/>
                  </a:lnTo>
                  <a:lnTo>
                    <a:pt x="8399535" y="0"/>
                  </a:lnTo>
                  <a:lnTo>
                    <a:pt x="8397823" y="0"/>
                  </a:lnTo>
                  <a:lnTo>
                    <a:pt x="8396112" y="0"/>
                  </a:lnTo>
                  <a:lnTo>
                    <a:pt x="8394401" y="0"/>
                  </a:lnTo>
                  <a:lnTo>
                    <a:pt x="8392689" y="0"/>
                  </a:lnTo>
                  <a:lnTo>
                    <a:pt x="8390978" y="0"/>
                  </a:lnTo>
                  <a:lnTo>
                    <a:pt x="8389266" y="0"/>
                  </a:lnTo>
                  <a:lnTo>
                    <a:pt x="8387555" y="0"/>
                  </a:lnTo>
                  <a:lnTo>
                    <a:pt x="8385844" y="0"/>
                  </a:lnTo>
                  <a:lnTo>
                    <a:pt x="8384132" y="0"/>
                  </a:lnTo>
                  <a:lnTo>
                    <a:pt x="8382421" y="0"/>
                  </a:lnTo>
                  <a:lnTo>
                    <a:pt x="8380709" y="0"/>
                  </a:lnTo>
                  <a:lnTo>
                    <a:pt x="8378998" y="0"/>
                  </a:lnTo>
                  <a:lnTo>
                    <a:pt x="8377287" y="0"/>
                  </a:lnTo>
                  <a:lnTo>
                    <a:pt x="8375575" y="0"/>
                  </a:lnTo>
                  <a:lnTo>
                    <a:pt x="8373864" y="0"/>
                  </a:lnTo>
                  <a:lnTo>
                    <a:pt x="8372152" y="0"/>
                  </a:lnTo>
                  <a:lnTo>
                    <a:pt x="8370441" y="0"/>
                  </a:lnTo>
                  <a:lnTo>
                    <a:pt x="8368730" y="0"/>
                  </a:lnTo>
                  <a:lnTo>
                    <a:pt x="8367018" y="0"/>
                  </a:lnTo>
                  <a:lnTo>
                    <a:pt x="8365307" y="0"/>
                  </a:lnTo>
                  <a:lnTo>
                    <a:pt x="8363595" y="0"/>
                  </a:lnTo>
                  <a:lnTo>
                    <a:pt x="8361884" y="0"/>
                  </a:lnTo>
                  <a:lnTo>
                    <a:pt x="8360173" y="0"/>
                  </a:lnTo>
                  <a:lnTo>
                    <a:pt x="8358461" y="0"/>
                  </a:lnTo>
                  <a:lnTo>
                    <a:pt x="8356750" y="0"/>
                  </a:lnTo>
                  <a:lnTo>
                    <a:pt x="8355038" y="0"/>
                  </a:lnTo>
                  <a:lnTo>
                    <a:pt x="8353327" y="0"/>
                  </a:lnTo>
                  <a:lnTo>
                    <a:pt x="8351616" y="0"/>
                  </a:lnTo>
                  <a:lnTo>
                    <a:pt x="8349904" y="0"/>
                  </a:lnTo>
                  <a:lnTo>
                    <a:pt x="8348193" y="0"/>
                  </a:lnTo>
                  <a:lnTo>
                    <a:pt x="8346481" y="0"/>
                  </a:lnTo>
                  <a:lnTo>
                    <a:pt x="8344770" y="0"/>
                  </a:lnTo>
                  <a:lnTo>
                    <a:pt x="8343059" y="0"/>
                  </a:lnTo>
                  <a:lnTo>
                    <a:pt x="8341347" y="0"/>
                  </a:lnTo>
                  <a:lnTo>
                    <a:pt x="8339636" y="0"/>
                  </a:lnTo>
                  <a:lnTo>
                    <a:pt x="8337924" y="0"/>
                  </a:lnTo>
                  <a:lnTo>
                    <a:pt x="8336213" y="0"/>
                  </a:lnTo>
                  <a:lnTo>
                    <a:pt x="8334502" y="0"/>
                  </a:lnTo>
                  <a:lnTo>
                    <a:pt x="8332790" y="0"/>
                  </a:lnTo>
                  <a:lnTo>
                    <a:pt x="8331079" y="0"/>
                  </a:lnTo>
                  <a:lnTo>
                    <a:pt x="8329367" y="0"/>
                  </a:lnTo>
                  <a:lnTo>
                    <a:pt x="8327656" y="0"/>
                  </a:lnTo>
                  <a:lnTo>
                    <a:pt x="8325945" y="0"/>
                  </a:lnTo>
                  <a:lnTo>
                    <a:pt x="8324233" y="0"/>
                  </a:lnTo>
                  <a:lnTo>
                    <a:pt x="8322522" y="0"/>
                  </a:lnTo>
                  <a:lnTo>
                    <a:pt x="8320811" y="0"/>
                  </a:lnTo>
                  <a:lnTo>
                    <a:pt x="8319099" y="0"/>
                  </a:lnTo>
                  <a:lnTo>
                    <a:pt x="8317388" y="0"/>
                  </a:lnTo>
                  <a:lnTo>
                    <a:pt x="8315676" y="0"/>
                  </a:lnTo>
                  <a:lnTo>
                    <a:pt x="8313965" y="0"/>
                  </a:lnTo>
                  <a:lnTo>
                    <a:pt x="8312254" y="0"/>
                  </a:lnTo>
                  <a:lnTo>
                    <a:pt x="8310542" y="0"/>
                  </a:lnTo>
                  <a:lnTo>
                    <a:pt x="8308831" y="0"/>
                  </a:lnTo>
                  <a:lnTo>
                    <a:pt x="8307119" y="0"/>
                  </a:lnTo>
                  <a:lnTo>
                    <a:pt x="8305408" y="0"/>
                  </a:lnTo>
                  <a:lnTo>
                    <a:pt x="8303697" y="0"/>
                  </a:lnTo>
                  <a:lnTo>
                    <a:pt x="8301985" y="0"/>
                  </a:lnTo>
                  <a:lnTo>
                    <a:pt x="8300274" y="0"/>
                  </a:lnTo>
                  <a:lnTo>
                    <a:pt x="8298562" y="0"/>
                  </a:lnTo>
                  <a:lnTo>
                    <a:pt x="8296851" y="0"/>
                  </a:lnTo>
                  <a:lnTo>
                    <a:pt x="8295140" y="0"/>
                  </a:lnTo>
                  <a:lnTo>
                    <a:pt x="8293428" y="0"/>
                  </a:lnTo>
                  <a:lnTo>
                    <a:pt x="8291717" y="0"/>
                  </a:lnTo>
                  <a:lnTo>
                    <a:pt x="8290005" y="0"/>
                  </a:lnTo>
                  <a:lnTo>
                    <a:pt x="8288294" y="0"/>
                  </a:lnTo>
                  <a:lnTo>
                    <a:pt x="8286583" y="0"/>
                  </a:lnTo>
                  <a:lnTo>
                    <a:pt x="8284871" y="0"/>
                  </a:lnTo>
                  <a:lnTo>
                    <a:pt x="8283160" y="0"/>
                  </a:lnTo>
                  <a:lnTo>
                    <a:pt x="8281448" y="0"/>
                  </a:lnTo>
                  <a:lnTo>
                    <a:pt x="8279737" y="0"/>
                  </a:lnTo>
                  <a:lnTo>
                    <a:pt x="8278026" y="0"/>
                  </a:lnTo>
                  <a:lnTo>
                    <a:pt x="8276314" y="0"/>
                  </a:lnTo>
                  <a:lnTo>
                    <a:pt x="8274603" y="0"/>
                  </a:lnTo>
                  <a:lnTo>
                    <a:pt x="8272891" y="0"/>
                  </a:lnTo>
                  <a:lnTo>
                    <a:pt x="8271180" y="0"/>
                  </a:lnTo>
                  <a:lnTo>
                    <a:pt x="8269469" y="0"/>
                  </a:lnTo>
                  <a:lnTo>
                    <a:pt x="8267757" y="0"/>
                  </a:lnTo>
                  <a:lnTo>
                    <a:pt x="8266046" y="0"/>
                  </a:lnTo>
                  <a:lnTo>
                    <a:pt x="8264334" y="0"/>
                  </a:lnTo>
                  <a:lnTo>
                    <a:pt x="8262623" y="0"/>
                  </a:lnTo>
                  <a:lnTo>
                    <a:pt x="8260912" y="0"/>
                  </a:lnTo>
                  <a:lnTo>
                    <a:pt x="8259200" y="0"/>
                  </a:lnTo>
                  <a:lnTo>
                    <a:pt x="8257489" y="0"/>
                  </a:lnTo>
                  <a:lnTo>
                    <a:pt x="8255777" y="0"/>
                  </a:lnTo>
                  <a:lnTo>
                    <a:pt x="8254066" y="0"/>
                  </a:lnTo>
                  <a:lnTo>
                    <a:pt x="8252355" y="0"/>
                  </a:lnTo>
                  <a:lnTo>
                    <a:pt x="8250643" y="0"/>
                  </a:lnTo>
                  <a:lnTo>
                    <a:pt x="8248932" y="0"/>
                  </a:lnTo>
                  <a:lnTo>
                    <a:pt x="8247220" y="0"/>
                  </a:lnTo>
                  <a:lnTo>
                    <a:pt x="8245509" y="0"/>
                  </a:lnTo>
                  <a:lnTo>
                    <a:pt x="8243798" y="0"/>
                  </a:lnTo>
                  <a:lnTo>
                    <a:pt x="8242086" y="0"/>
                  </a:lnTo>
                  <a:lnTo>
                    <a:pt x="8240375" y="0"/>
                  </a:lnTo>
                  <a:lnTo>
                    <a:pt x="8238663" y="0"/>
                  </a:lnTo>
                  <a:lnTo>
                    <a:pt x="8236952" y="0"/>
                  </a:lnTo>
                  <a:lnTo>
                    <a:pt x="8235241" y="0"/>
                  </a:lnTo>
                  <a:lnTo>
                    <a:pt x="8233529" y="0"/>
                  </a:lnTo>
                  <a:lnTo>
                    <a:pt x="8231818" y="0"/>
                  </a:lnTo>
                  <a:lnTo>
                    <a:pt x="8230106" y="0"/>
                  </a:lnTo>
                  <a:lnTo>
                    <a:pt x="8228395" y="0"/>
                  </a:lnTo>
                  <a:lnTo>
                    <a:pt x="8226684" y="0"/>
                  </a:lnTo>
                  <a:lnTo>
                    <a:pt x="8224972" y="0"/>
                  </a:lnTo>
                  <a:lnTo>
                    <a:pt x="8223261" y="0"/>
                  </a:lnTo>
                  <a:lnTo>
                    <a:pt x="8221550" y="0"/>
                  </a:lnTo>
                  <a:lnTo>
                    <a:pt x="8219838" y="0"/>
                  </a:lnTo>
                  <a:lnTo>
                    <a:pt x="8218127" y="0"/>
                  </a:lnTo>
                  <a:lnTo>
                    <a:pt x="8216415" y="0"/>
                  </a:lnTo>
                  <a:lnTo>
                    <a:pt x="8214704" y="0"/>
                  </a:lnTo>
                  <a:lnTo>
                    <a:pt x="8212993" y="0"/>
                  </a:lnTo>
                  <a:lnTo>
                    <a:pt x="8211281" y="0"/>
                  </a:lnTo>
                  <a:lnTo>
                    <a:pt x="8209570" y="0"/>
                  </a:lnTo>
                  <a:lnTo>
                    <a:pt x="8207858" y="0"/>
                  </a:lnTo>
                  <a:lnTo>
                    <a:pt x="8206147" y="0"/>
                  </a:lnTo>
                  <a:lnTo>
                    <a:pt x="8204436" y="0"/>
                  </a:lnTo>
                  <a:lnTo>
                    <a:pt x="8202724" y="0"/>
                  </a:lnTo>
                  <a:lnTo>
                    <a:pt x="8201013" y="0"/>
                  </a:lnTo>
                  <a:lnTo>
                    <a:pt x="8199301" y="0"/>
                  </a:lnTo>
                  <a:lnTo>
                    <a:pt x="8197590" y="0"/>
                  </a:lnTo>
                  <a:lnTo>
                    <a:pt x="8195879" y="0"/>
                  </a:lnTo>
                  <a:lnTo>
                    <a:pt x="8194167" y="0"/>
                  </a:lnTo>
                  <a:lnTo>
                    <a:pt x="8192456" y="0"/>
                  </a:lnTo>
                  <a:lnTo>
                    <a:pt x="8190744" y="0"/>
                  </a:lnTo>
                  <a:lnTo>
                    <a:pt x="8189033" y="0"/>
                  </a:lnTo>
                  <a:lnTo>
                    <a:pt x="8187322" y="0"/>
                  </a:lnTo>
                  <a:lnTo>
                    <a:pt x="8185610" y="0"/>
                  </a:lnTo>
                  <a:lnTo>
                    <a:pt x="8183899" y="0"/>
                  </a:lnTo>
                  <a:lnTo>
                    <a:pt x="8182187" y="0"/>
                  </a:lnTo>
                  <a:lnTo>
                    <a:pt x="8180476" y="0"/>
                  </a:lnTo>
                  <a:lnTo>
                    <a:pt x="8178765" y="0"/>
                  </a:lnTo>
                  <a:lnTo>
                    <a:pt x="8177053" y="0"/>
                  </a:lnTo>
                  <a:lnTo>
                    <a:pt x="8175342" y="0"/>
                  </a:lnTo>
                  <a:lnTo>
                    <a:pt x="8173630" y="0"/>
                  </a:lnTo>
                  <a:lnTo>
                    <a:pt x="8171919" y="0"/>
                  </a:lnTo>
                  <a:lnTo>
                    <a:pt x="8170208" y="0"/>
                  </a:lnTo>
                  <a:lnTo>
                    <a:pt x="8168496" y="0"/>
                  </a:lnTo>
                  <a:lnTo>
                    <a:pt x="8166785" y="0"/>
                  </a:lnTo>
                  <a:lnTo>
                    <a:pt x="8165073" y="0"/>
                  </a:lnTo>
                  <a:lnTo>
                    <a:pt x="8163362" y="0"/>
                  </a:lnTo>
                  <a:lnTo>
                    <a:pt x="8161651" y="0"/>
                  </a:lnTo>
                  <a:lnTo>
                    <a:pt x="8159939" y="0"/>
                  </a:lnTo>
                  <a:lnTo>
                    <a:pt x="8158228" y="0"/>
                  </a:lnTo>
                  <a:lnTo>
                    <a:pt x="8156516" y="0"/>
                  </a:lnTo>
                  <a:lnTo>
                    <a:pt x="8154805" y="0"/>
                  </a:lnTo>
                  <a:lnTo>
                    <a:pt x="8153094" y="0"/>
                  </a:lnTo>
                  <a:lnTo>
                    <a:pt x="8151382" y="0"/>
                  </a:lnTo>
                  <a:lnTo>
                    <a:pt x="8149671" y="0"/>
                  </a:lnTo>
                  <a:lnTo>
                    <a:pt x="8147959" y="0"/>
                  </a:lnTo>
                  <a:lnTo>
                    <a:pt x="8146248" y="0"/>
                  </a:lnTo>
                  <a:lnTo>
                    <a:pt x="8144537" y="0"/>
                  </a:lnTo>
                  <a:lnTo>
                    <a:pt x="8142825" y="0"/>
                  </a:lnTo>
                  <a:lnTo>
                    <a:pt x="8141114" y="0"/>
                  </a:lnTo>
                  <a:lnTo>
                    <a:pt x="8139402" y="0"/>
                  </a:lnTo>
                  <a:lnTo>
                    <a:pt x="8137691" y="0"/>
                  </a:lnTo>
                  <a:lnTo>
                    <a:pt x="8135980" y="0"/>
                  </a:lnTo>
                  <a:lnTo>
                    <a:pt x="8134268" y="0"/>
                  </a:lnTo>
                  <a:lnTo>
                    <a:pt x="8132557" y="0"/>
                  </a:lnTo>
                  <a:lnTo>
                    <a:pt x="8130845" y="0"/>
                  </a:lnTo>
                  <a:lnTo>
                    <a:pt x="8129134" y="0"/>
                  </a:lnTo>
                  <a:lnTo>
                    <a:pt x="8127423" y="0"/>
                  </a:lnTo>
                  <a:lnTo>
                    <a:pt x="8125711" y="0"/>
                  </a:lnTo>
                  <a:lnTo>
                    <a:pt x="8124000" y="0"/>
                  </a:lnTo>
                  <a:lnTo>
                    <a:pt x="8122288" y="0"/>
                  </a:lnTo>
                  <a:lnTo>
                    <a:pt x="8120577" y="0"/>
                  </a:lnTo>
                  <a:lnTo>
                    <a:pt x="8118866" y="0"/>
                  </a:lnTo>
                  <a:lnTo>
                    <a:pt x="8117154" y="0"/>
                  </a:lnTo>
                  <a:lnTo>
                    <a:pt x="8115443" y="0"/>
                  </a:lnTo>
                  <a:lnTo>
                    <a:pt x="8113732" y="0"/>
                  </a:lnTo>
                  <a:lnTo>
                    <a:pt x="8112020" y="0"/>
                  </a:lnTo>
                  <a:lnTo>
                    <a:pt x="8110309" y="0"/>
                  </a:lnTo>
                  <a:lnTo>
                    <a:pt x="8108597" y="0"/>
                  </a:lnTo>
                  <a:lnTo>
                    <a:pt x="8106886" y="0"/>
                  </a:lnTo>
                  <a:lnTo>
                    <a:pt x="8105175" y="0"/>
                  </a:lnTo>
                  <a:lnTo>
                    <a:pt x="8103463" y="0"/>
                  </a:lnTo>
                  <a:lnTo>
                    <a:pt x="8101752" y="0"/>
                  </a:lnTo>
                  <a:lnTo>
                    <a:pt x="8100040" y="0"/>
                  </a:lnTo>
                  <a:lnTo>
                    <a:pt x="8098329" y="0"/>
                  </a:lnTo>
                  <a:lnTo>
                    <a:pt x="8096618" y="0"/>
                  </a:lnTo>
                  <a:lnTo>
                    <a:pt x="8094906" y="0"/>
                  </a:lnTo>
                  <a:lnTo>
                    <a:pt x="8093195" y="0"/>
                  </a:lnTo>
                  <a:lnTo>
                    <a:pt x="8091483" y="0"/>
                  </a:lnTo>
                  <a:lnTo>
                    <a:pt x="8089772" y="0"/>
                  </a:lnTo>
                  <a:lnTo>
                    <a:pt x="8088061" y="0"/>
                  </a:lnTo>
                  <a:lnTo>
                    <a:pt x="8086349" y="0"/>
                  </a:lnTo>
                  <a:lnTo>
                    <a:pt x="8084638" y="0"/>
                  </a:lnTo>
                  <a:lnTo>
                    <a:pt x="8082926" y="0"/>
                  </a:lnTo>
                  <a:lnTo>
                    <a:pt x="8081215" y="0"/>
                  </a:lnTo>
                  <a:lnTo>
                    <a:pt x="8079504" y="0"/>
                  </a:lnTo>
                  <a:lnTo>
                    <a:pt x="8077792" y="0"/>
                  </a:lnTo>
                  <a:lnTo>
                    <a:pt x="8076081" y="0"/>
                  </a:lnTo>
                  <a:lnTo>
                    <a:pt x="8074369" y="0"/>
                  </a:lnTo>
                  <a:lnTo>
                    <a:pt x="8072658" y="0"/>
                  </a:lnTo>
                  <a:lnTo>
                    <a:pt x="8070947" y="0"/>
                  </a:lnTo>
                  <a:lnTo>
                    <a:pt x="8069235" y="0"/>
                  </a:lnTo>
                  <a:lnTo>
                    <a:pt x="8067524" y="0"/>
                  </a:lnTo>
                  <a:lnTo>
                    <a:pt x="8065812" y="0"/>
                  </a:lnTo>
                  <a:lnTo>
                    <a:pt x="8064101" y="0"/>
                  </a:lnTo>
                  <a:lnTo>
                    <a:pt x="8062390" y="0"/>
                  </a:lnTo>
                  <a:lnTo>
                    <a:pt x="8060678" y="0"/>
                  </a:lnTo>
                  <a:lnTo>
                    <a:pt x="8058967" y="0"/>
                  </a:lnTo>
                  <a:lnTo>
                    <a:pt x="8057255" y="0"/>
                  </a:lnTo>
                  <a:lnTo>
                    <a:pt x="8055544" y="0"/>
                  </a:lnTo>
                  <a:lnTo>
                    <a:pt x="8053833" y="0"/>
                  </a:lnTo>
                  <a:lnTo>
                    <a:pt x="8052121" y="0"/>
                  </a:lnTo>
                  <a:lnTo>
                    <a:pt x="8050410" y="0"/>
                  </a:lnTo>
                  <a:lnTo>
                    <a:pt x="8048698" y="0"/>
                  </a:lnTo>
                  <a:lnTo>
                    <a:pt x="8046987" y="0"/>
                  </a:lnTo>
                  <a:lnTo>
                    <a:pt x="8045276" y="0"/>
                  </a:lnTo>
                  <a:lnTo>
                    <a:pt x="8043564" y="0"/>
                  </a:lnTo>
                  <a:lnTo>
                    <a:pt x="8041853" y="0"/>
                  </a:lnTo>
                  <a:lnTo>
                    <a:pt x="8040141" y="0"/>
                  </a:lnTo>
                  <a:lnTo>
                    <a:pt x="8038430" y="0"/>
                  </a:lnTo>
                  <a:lnTo>
                    <a:pt x="8036719" y="0"/>
                  </a:lnTo>
                  <a:lnTo>
                    <a:pt x="8035007" y="0"/>
                  </a:lnTo>
                  <a:lnTo>
                    <a:pt x="8033296" y="0"/>
                  </a:lnTo>
                  <a:lnTo>
                    <a:pt x="8031584" y="0"/>
                  </a:lnTo>
                  <a:lnTo>
                    <a:pt x="8029873" y="0"/>
                  </a:lnTo>
                  <a:lnTo>
                    <a:pt x="8028162" y="0"/>
                  </a:lnTo>
                  <a:lnTo>
                    <a:pt x="8026450" y="0"/>
                  </a:lnTo>
                  <a:lnTo>
                    <a:pt x="8024739" y="0"/>
                  </a:lnTo>
                  <a:lnTo>
                    <a:pt x="8023027" y="0"/>
                  </a:lnTo>
                  <a:lnTo>
                    <a:pt x="8021316" y="0"/>
                  </a:lnTo>
                  <a:lnTo>
                    <a:pt x="8019605" y="0"/>
                  </a:lnTo>
                  <a:lnTo>
                    <a:pt x="8017893" y="0"/>
                  </a:lnTo>
                  <a:lnTo>
                    <a:pt x="8016182" y="0"/>
                  </a:lnTo>
                  <a:lnTo>
                    <a:pt x="8014470" y="0"/>
                  </a:lnTo>
                  <a:lnTo>
                    <a:pt x="8012759" y="0"/>
                  </a:lnTo>
                  <a:lnTo>
                    <a:pt x="8011048" y="0"/>
                  </a:lnTo>
                  <a:lnTo>
                    <a:pt x="8009336" y="0"/>
                  </a:lnTo>
                  <a:lnTo>
                    <a:pt x="8007625" y="0"/>
                  </a:lnTo>
                  <a:lnTo>
                    <a:pt x="8005914" y="0"/>
                  </a:lnTo>
                  <a:lnTo>
                    <a:pt x="8004202" y="0"/>
                  </a:lnTo>
                  <a:lnTo>
                    <a:pt x="8002491" y="0"/>
                  </a:lnTo>
                  <a:lnTo>
                    <a:pt x="8000779" y="0"/>
                  </a:lnTo>
                  <a:lnTo>
                    <a:pt x="7999068" y="0"/>
                  </a:lnTo>
                  <a:lnTo>
                    <a:pt x="7997357" y="0"/>
                  </a:lnTo>
                  <a:lnTo>
                    <a:pt x="7995645" y="0"/>
                  </a:lnTo>
                  <a:lnTo>
                    <a:pt x="7993934" y="0"/>
                  </a:lnTo>
                  <a:lnTo>
                    <a:pt x="7992222" y="0"/>
                  </a:lnTo>
                  <a:lnTo>
                    <a:pt x="7990511" y="0"/>
                  </a:lnTo>
                  <a:lnTo>
                    <a:pt x="7988800" y="0"/>
                  </a:lnTo>
                  <a:lnTo>
                    <a:pt x="7987088" y="0"/>
                  </a:lnTo>
                  <a:lnTo>
                    <a:pt x="7985377" y="0"/>
                  </a:lnTo>
                  <a:lnTo>
                    <a:pt x="7983665" y="0"/>
                  </a:lnTo>
                  <a:lnTo>
                    <a:pt x="7981954" y="0"/>
                  </a:lnTo>
                  <a:lnTo>
                    <a:pt x="7980243" y="0"/>
                  </a:lnTo>
                  <a:lnTo>
                    <a:pt x="7978531" y="0"/>
                  </a:lnTo>
                  <a:lnTo>
                    <a:pt x="7976820" y="0"/>
                  </a:lnTo>
                  <a:lnTo>
                    <a:pt x="7975108" y="0"/>
                  </a:lnTo>
                  <a:lnTo>
                    <a:pt x="7973397" y="0"/>
                  </a:lnTo>
                  <a:lnTo>
                    <a:pt x="7971686" y="0"/>
                  </a:lnTo>
                  <a:lnTo>
                    <a:pt x="7969974" y="0"/>
                  </a:lnTo>
                  <a:lnTo>
                    <a:pt x="7968263" y="0"/>
                  </a:lnTo>
                  <a:lnTo>
                    <a:pt x="7966551" y="0"/>
                  </a:lnTo>
                  <a:lnTo>
                    <a:pt x="7964840" y="0"/>
                  </a:lnTo>
                  <a:lnTo>
                    <a:pt x="7963129" y="0"/>
                  </a:lnTo>
                  <a:lnTo>
                    <a:pt x="7961417" y="0"/>
                  </a:lnTo>
                  <a:lnTo>
                    <a:pt x="7959706" y="0"/>
                  </a:lnTo>
                  <a:lnTo>
                    <a:pt x="7957994" y="0"/>
                  </a:lnTo>
                  <a:lnTo>
                    <a:pt x="7956283" y="0"/>
                  </a:lnTo>
                  <a:lnTo>
                    <a:pt x="7954572" y="0"/>
                  </a:lnTo>
                  <a:lnTo>
                    <a:pt x="7952860" y="0"/>
                  </a:lnTo>
                  <a:lnTo>
                    <a:pt x="7951149" y="0"/>
                  </a:lnTo>
                  <a:lnTo>
                    <a:pt x="7949437" y="0"/>
                  </a:lnTo>
                  <a:lnTo>
                    <a:pt x="7947726" y="0"/>
                  </a:lnTo>
                  <a:lnTo>
                    <a:pt x="7946015" y="0"/>
                  </a:lnTo>
                  <a:lnTo>
                    <a:pt x="7944303" y="0"/>
                  </a:lnTo>
                  <a:lnTo>
                    <a:pt x="7942592" y="0"/>
                  </a:lnTo>
                  <a:lnTo>
                    <a:pt x="7940880" y="0"/>
                  </a:lnTo>
                  <a:lnTo>
                    <a:pt x="7939169" y="0"/>
                  </a:lnTo>
                  <a:lnTo>
                    <a:pt x="7937458" y="0"/>
                  </a:lnTo>
                  <a:lnTo>
                    <a:pt x="7935746" y="0"/>
                  </a:lnTo>
                  <a:lnTo>
                    <a:pt x="7934035" y="0"/>
                  </a:lnTo>
                  <a:lnTo>
                    <a:pt x="7932323" y="0"/>
                  </a:lnTo>
                  <a:lnTo>
                    <a:pt x="7930612" y="0"/>
                  </a:lnTo>
                  <a:lnTo>
                    <a:pt x="7928901" y="0"/>
                  </a:lnTo>
                  <a:lnTo>
                    <a:pt x="7927189" y="0"/>
                  </a:lnTo>
                  <a:lnTo>
                    <a:pt x="7925478" y="0"/>
                  </a:lnTo>
                  <a:lnTo>
                    <a:pt x="7923766" y="0"/>
                  </a:lnTo>
                  <a:lnTo>
                    <a:pt x="7922055" y="0"/>
                  </a:lnTo>
                  <a:lnTo>
                    <a:pt x="7920344" y="0"/>
                  </a:lnTo>
                  <a:lnTo>
                    <a:pt x="7918632" y="0"/>
                  </a:lnTo>
                  <a:lnTo>
                    <a:pt x="7916921" y="0"/>
                  </a:lnTo>
                  <a:lnTo>
                    <a:pt x="7915209" y="0"/>
                  </a:lnTo>
                  <a:lnTo>
                    <a:pt x="7913498" y="0"/>
                  </a:lnTo>
                  <a:lnTo>
                    <a:pt x="7911787" y="0"/>
                  </a:lnTo>
                  <a:lnTo>
                    <a:pt x="7910075" y="0"/>
                  </a:lnTo>
                  <a:lnTo>
                    <a:pt x="7908364" y="0"/>
                  </a:lnTo>
                  <a:lnTo>
                    <a:pt x="7906652" y="0"/>
                  </a:lnTo>
                  <a:lnTo>
                    <a:pt x="7904941" y="0"/>
                  </a:lnTo>
                  <a:lnTo>
                    <a:pt x="7903230" y="0"/>
                  </a:lnTo>
                  <a:lnTo>
                    <a:pt x="7901518" y="0"/>
                  </a:lnTo>
                  <a:lnTo>
                    <a:pt x="7899807" y="0"/>
                  </a:lnTo>
                  <a:lnTo>
                    <a:pt x="7898096" y="0"/>
                  </a:lnTo>
                  <a:lnTo>
                    <a:pt x="7896384" y="0"/>
                  </a:lnTo>
                  <a:lnTo>
                    <a:pt x="7894673" y="0"/>
                  </a:lnTo>
                  <a:lnTo>
                    <a:pt x="7892961" y="0"/>
                  </a:lnTo>
                  <a:lnTo>
                    <a:pt x="7891250" y="0"/>
                  </a:lnTo>
                  <a:lnTo>
                    <a:pt x="7889539" y="0"/>
                  </a:lnTo>
                  <a:lnTo>
                    <a:pt x="7887827" y="0"/>
                  </a:lnTo>
                  <a:lnTo>
                    <a:pt x="7886116" y="0"/>
                  </a:lnTo>
                  <a:lnTo>
                    <a:pt x="7884404" y="0"/>
                  </a:lnTo>
                  <a:lnTo>
                    <a:pt x="7882693" y="0"/>
                  </a:lnTo>
                  <a:lnTo>
                    <a:pt x="7880982" y="0"/>
                  </a:lnTo>
                  <a:lnTo>
                    <a:pt x="7879270" y="0"/>
                  </a:lnTo>
                  <a:lnTo>
                    <a:pt x="7877559" y="0"/>
                  </a:lnTo>
                  <a:lnTo>
                    <a:pt x="7875847" y="0"/>
                  </a:lnTo>
                  <a:lnTo>
                    <a:pt x="7874136" y="0"/>
                  </a:lnTo>
                  <a:lnTo>
                    <a:pt x="7872425" y="0"/>
                  </a:lnTo>
                  <a:lnTo>
                    <a:pt x="7870713" y="0"/>
                  </a:lnTo>
                  <a:lnTo>
                    <a:pt x="7869002" y="0"/>
                  </a:lnTo>
                  <a:lnTo>
                    <a:pt x="7867290" y="0"/>
                  </a:lnTo>
                  <a:lnTo>
                    <a:pt x="7865579" y="0"/>
                  </a:lnTo>
                  <a:lnTo>
                    <a:pt x="7863868" y="0"/>
                  </a:lnTo>
                  <a:lnTo>
                    <a:pt x="7862156" y="0"/>
                  </a:lnTo>
                  <a:lnTo>
                    <a:pt x="7860445" y="0"/>
                  </a:lnTo>
                  <a:lnTo>
                    <a:pt x="7858733" y="0"/>
                  </a:lnTo>
                  <a:lnTo>
                    <a:pt x="7857022" y="0"/>
                  </a:lnTo>
                  <a:lnTo>
                    <a:pt x="7855311" y="0"/>
                  </a:lnTo>
                  <a:lnTo>
                    <a:pt x="7853599" y="0"/>
                  </a:lnTo>
                  <a:lnTo>
                    <a:pt x="7851888" y="0"/>
                  </a:lnTo>
                  <a:lnTo>
                    <a:pt x="7850176" y="0"/>
                  </a:lnTo>
                  <a:lnTo>
                    <a:pt x="7848465" y="0"/>
                  </a:lnTo>
                  <a:lnTo>
                    <a:pt x="7846754" y="0"/>
                  </a:lnTo>
                  <a:lnTo>
                    <a:pt x="7845042" y="0"/>
                  </a:lnTo>
                  <a:lnTo>
                    <a:pt x="7843331" y="0"/>
                  </a:lnTo>
                  <a:lnTo>
                    <a:pt x="7841619" y="0"/>
                  </a:lnTo>
                  <a:lnTo>
                    <a:pt x="7839908" y="0"/>
                  </a:lnTo>
                  <a:lnTo>
                    <a:pt x="7838197" y="0"/>
                  </a:lnTo>
                  <a:lnTo>
                    <a:pt x="7836485" y="0"/>
                  </a:lnTo>
                  <a:lnTo>
                    <a:pt x="7834774" y="0"/>
                  </a:lnTo>
                  <a:lnTo>
                    <a:pt x="7833062" y="0"/>
                  </a:lnTo>
                  <a:lnTo>
                    <a:pt x="7831351" y="0"/>
                  </a:lnTo>
                  <a:lnTo>
                    <a:pt x="7829640" y="0"/>
                  </a:lnTo>
                  <a:lnTo>
                    <a:pt x="7827928" y="0"/>
                  </a:lnTo>
                  <a:lnTo>
                    <a:pt x="7826217" y="0"/>
                  </a:lnTo>
                  <a:lnTo>
                    <a:pt x="7824505" y="0"/>
                  </a:lnTo>
                  <a:lnTo>
                    <a:pt x="7822794" y="0"/>
                  </a:lnTo>
                  <a:lnTo>
                    <a:pt x="7821083" y="0"/>
                  </a:lnTo>
                  <a:lnTo>
                    <a:pt x="7819371" y="0"/>
                  </a:lnTo>
                  <a:lnTo>
                    <a:pt x="7817660" y="0"/>
                  </a:lnTo>
                  <a:lnTo>
                    <a:pt x="7815948" y="0"/>
                  </a:lnTo>
                  <a:lnTo>
                    <a:pt x="7814237" y="0"/>
                  </a:lnTo>
                  <a:lnTo>
                    <a:pt x="7812526" y="0"/>
                  </a:lnTo>
                  <a:lnTo>
                    <a:pt x="7810814" y="0"/>
                  </a:lnTo>
                  <a:lnTo>
                    <a:pt x="7809103" y="0"/>
                  </a:lnTo>
                  <a:lnTo>
                    <a:pt x="7807391" y="0"/>
                  </a:lnTo>
                  <a:lnTo>
                    <a:pt x="7805680" y="0"/>
                  </a:lnTo>
                  <a:lnTo>
                    <a:pt x="7803969" y="0"/>
                  </a:lnTo>
                  <a:lnTo>
                    <a:pt x="7802257" y="0"/>
                  </a:lnTo>
                  <a:lnTo>
                    <a:pt x="7800546" y="0"/>
                  </a:lnTo>
                  <a:lnTo>
                    <a:pt x="7798835" y="0"/>
                  </a:lnTo>
                  <a:lnTo>
                    <a:pt x="7797123" y="0"/>
                  </a:lnTo>
                  <a:lnTo>
                    <a:pt x="7795412" y="0"/>
                  </a:lnTo>
                  <a:lnTo>
                    <a:pt x="7793700" y="0"/>
                  </a:lnTo>
                  <a:lnTo>
                    <a:pt x="7791989" y="0"/>
                  </a:lnTo>
                  <a:lnTo>
                    <a:pt x="7790278" y="0"/>
                  </a:lnTo>
                  <a:lnTo>
                    <a:pt x="7788566" y="0"/>
                  </a:lnTo>
                  <a:lnTo>
                    <a:pt x="7786855" y="0"/>
                  </a:lnTo>
                  <a:lnTo>
                    <a:pt x="7785143" y="0"/>
                  </a:lnTo>
                  <a:lnTo>
                    <a:pt x="7783432" y="0"/>
                  </a:lnTo>
                  <a:lnTo>
                    <a:pt x="7781721" y="0"/>
                  </a:lnTo>
                  <a:lnTo>
                    <a:pt x="7780009" y="0"/>
                  </a:lnTo>
                  <a:lnTo>
                    <a:pt x="7778298" y="0"/>
                  </a:lnTo>
                  <a:lnTo>
                    <a:pt x="7776586" y="0"/>
                  </a:lnTo>
                  <a:lnTo>
                    <a:pt x="7774875" y="0"/>
                  </a:lnTo>
                  <a:lnTo>
                    <a:pt x="7773164" y="0"/>
                  </a:lnTo>
                  <a:lnTo>
                    <a:pt x="7771452" y="0"/>
                  </a:lnTo>
                  <a:lnTo>
                    <a:pt x="7769741" y="0"/>
                  </a:lnTo>
                  <a:lnTo>
                    <a:pt x="7768029" y="0"/>
                  </a:lnTo>
                  <a:lnTo>
                    <a:pt x="7766318" y="0"/>
                  </a:lnTo>
                  <a:lnTo>
                    <a:pt x="7764607" y="0"/>
                  </a:lnTo>
                  <a:lnTo>
                    <a:pt x="7762895" y="0"/>
                  </a:lnTo>
                  <a:lnTo>
                    <a:pt x="7761184" y="0"/>
                  </a:lnTo>
                  <a:lnTo>
                    <a:pt x="7759472" y="0"/>
                  </a:lnTo>
                  <a:lnTo>
                    <a:pt x="7757761" y="0"/>
                  </a:lnTo>
                  <a:lnTo>
                    <a:pt x="7756050" y="0"/>
                  </a:lnTo>
                  <a:lnTo>
                    <a:pt x="7754338" y="0"/>
                  </a:lnTo>
                  <a:lnTo>
                    <a:pt x="7752627" y="0"/>
                  </a:lnTo>
                  <a:lnTo>
                    <a:pt x="7750915" y="0"/>
                  </a:lnTo>
                  <a:lnTo>
                    <a:pt x="7749204" y="0"/>
                  </a:lnTo>
                  <a:lnTo>
                    <a:pt x="7747493" y="0"/>
                  </a:lnTo>
                  <a:lnTo>
                    <a:pt x="7745781" y="0"/>
                  </a:lnTo>
                  <a:lnTo>
                    <a:pt x="7744070" y="0"/>
                  </a:lnTo>
                  <a:lnTo>
                    <a:pt x="7742358" y="0"/>
                  </a:lnTo>
                  <a:lnTo>
                    <a:pt x="7740647" y="0"/>
                  </a:lnTo>
                  <a:lnTo>
                    <a:pt x="7738936" y="0"/>
                  </a:lnTo>
                  <a:lnTo>
                    <a:pt x="7737224" y="0"/>
                  </a:lnTo>
                  <a:lnTo>
                    <a:pt x="7735513" y="0"/>
                  </a:lnTo>
                  <a:lnTo>
                    <a:pt x="7733801" y="0"/>
                  </a:lnTo>
                  <a:lnTo>
                    <a:pt x="7732090" y="0"/>
                  </a:lnTo>
                  <a:lnTo>
                    <a:pt x="7730379" y="0"/>
                  </a:lnTo>
                  <a:lnTo>
                    <a:pt x="7728667" y="0"/>
                  </a:lnTo>
                  <a:lnTo>
                    <a:pt x="7726956" y="0"/>
                  </a:lnTo>
                  <a:lnTo>
                    <a:pt x="7725244" y="0"/>
                  </a:lnTo>
                  <a:lnTo>
                    <a:pt x="7723533" y="0"/>
                  </a:lnTo>
                  <a:lnTo>
                    <a:pt x="7721822" y="0"/>
                  </a:lnTo>
                  <a:lnTo>
                    <a:pt x="7720110" y="0"/>
                  </a:lnTo>
                  <a:lnTo>
                    <a:pt x="7718399" y="0"/>
                  </a:lnTo>
                  <a:lnTo>
                    <a:pt x="7716687" y="0"/>
                  </a:lnTo>
                  <a:lnTo>
                    <a:pt x="7714976" y="0"/>
                  </a:lnTo>
                  <a:lnTo>
                    <a:pt x="7713265" y="0"/>
                  </a:lnTo>
                  <a:lnTo>
                    <a:pt x="7711553" y="0"/>
                  </a:lnTo>
                  <a:lnTo>
                    <a:pt x="7709842" y="0"/>
                  </a:lnTo>
                  <a:lnTo>
                    <a:pt x="7708130" y="0"/>
                  </a:lnTo>
                  <a:lnTo>
                    <a:pt x="7706419" y="0"/>
                  </a:lnTo>
                  <a:lnTo>
                    <a:pt x="7704708" y="0"/>
                  </a:lnTo>
                  <a:lnTo>
                    <a:pt x="7702996" y="0"/>
                  </a:lnTo>
                  <a:lnTo>
                    <a:pt x="7701285" y="0"/>
                  </a:lnTo>
                  <a:lnTo>
                    <a:pt x="7699573" y="0"/>
                  </a:lnTo>
                  <a:lnTo>
                    <a:pt x="7697862" y="0"/>
                  </a:lnTo>
                  <a:lnTo>
                    <a:pt x="7696151" y="0"/>
                  </a:lnTo>
                  <a:lnTo>
                    <a:pt x="7694439" y="0"/>
                  </a:lnTo>
                  <a:lnTo>
                    <a:pt x="7692728" y="0"/>
                  </a:lnTo>
                  <a:lnTo>
                    <a:pt x="7691017" y="0"/>
                  </a:lnTo>
                  <a:lnTo>
                    <a:pt x="7689305" y="0"/>
                  </a:lnTo>
                  <a:lnTo>
                    <a:pt x="7687594" y="0"/>
                  </a:lnTo>
                  <a:lnTo>
                    <a:pt x="7685882" y="0"/>
                  </a:lnTo>
                  <a:lnTo>
                    <a:pt x="7684171" y="0"/>
                  </a:lnTo>
                  <a:lnTo>
                    <a:pt x="7682460" y="0"/>
                  </a:lnTo>
                  <a:lnTo>
                    <a:pt x="7680748" y="0"/>
                  </a:lnTo>
                  <a:lnTo>
                    <a:pt x="7679037" y="0"/>
                  </a:lnTo>
                  <a:lnTo>
                    <a:pt x="7677325" y="0"/>
                  </a:lnTo>
                  <a:lnTo>
                    <a:pt x="7675614" y="0"/>
                  </a:lnTo>
                  <a:lnTo>
                    <a:pt x="7673903" y="0"/>
                  </a:lnTo>
                  <a:lnTo>
                    <a:pt x="7672191" y="0"/>
                  </a:lnTo>
                  <a:lnTo>
                    <a:pt x="7670480" y="0"/>
                  </a:lnTo>
                  <a:lnTo>
                    <a:pt x="7668768" y="0"/>
                  </a:lnTo>
                  <a:lnTo>
                    <a:pt x="7667057" y="0"/>
                  </a:lnTo>
                  <a:lnTo>
                    <a:pt x="7665346" y="0"/>
                  </a:lnTo>
                  <a:lnTo>
                    <a:pt x="7663634" y="0"/>
                  </a:lnTo>
                  <a:lnTo>
                    <a:pt x="7661923" y="0"/>
                  </a:lnTo>
                  <a:lnTo>
                    <a:pt x="7660211" y="0"/>
                  </a:lnTo>
                  <a:lnTo>
                    <a:pt x="7658500" y="0"/>
                  </a:lnTo>
                  <a:lnTo>
                    <a:pt x="7656789" y="0"/>
                  </a:lnTo>
                  <a:lnTo>
                    <a:pt x="7655077" y="0"/>
                  </a:lnTo>
                  <a:lnTo>
                    <a:pt x="7653366" y="0"/>
                  </a:lnTo>
                  <a:lnTo>
                    <a:pt x="7651654" y="0"/>
                  </a:lnTo>
                  <a:lnTo>
                    <a:pt x="7649943" y="0"/>
                  </a:lnTo>
                  <a:lnTo>
                    <a:pt x="7648232" y="0"/>
                  </a:lnTo>
                  <a:lnTo>
                    <a:pt x="7646520" y="0"/>
                  </a:lnTo>
                  <a:lnTo>
                    <a:pt x="7644809" y="0"/>
                  </a:lnTo>
                  <a:lnTo>
                    <a:pt x="7643097" y="0"/>
                  </a:lnTo>
                  <a:lnTo>
                    <a:pt x="7641386" y="0"/>
                  </a:lnTo>
                  <a:lnTo>
                    <a:pt x="7639675" y="0"/>
                  </a:lnTo>
                  <a:lnTo>
                    <a:pt x="7637963" y="0"/>
                  </a:lnTo>
                  <a:lnTo>
                    <a:pt x="7636252" y="0"/>
                  </a:lnTo>
                  <a:lnTo>
                    <a:pt x="7634540" y="0"/>
                  </a:lnTo>
                  <a:lnTo>
                    <a:pt x="7632829" y="0"/>
                  </a:lnTo>
                  <a:lnTo>
                    <a:pt x="7631118" y="0"/>
                  </a:lnTo>
                  <a:lnTo>
                    <a:pt x="7629406" y="0"/>
                  </a:lnTo>
                  <a:lnTo>
                    <a:pt x="7627695" y="0"/>
                  </a:lnTo>
                  <a:lnTo>
                    <a:pt x="7625983" y="0"/>
                  </a:lnTo>
                  <a:lnTo>
                    <a:pt x="7624272" y="0"/>
                  </a:lnTo>
                  <a:lnTo>
                    <a:pt x="7622561" y="0"/>
                  </a:lnTo>
                  <a:lnTo>
                    <a:pt x="7620849" y="0"/>
                  </a:lnTo>
                  <a:lnTo>
                    <a:pt x="7619138" y="0"/>
                  </a:lnTo>
                  <a:lnTo>
                    <a:pt x="7617426" y="0"/>
                  </a:lnTo>
                  <a:lnTo>
                    <a:pt x="7615715" y="0"/>
                  </a:lnTo>
                  <a:lnTo>
                    <a:pt x="7614004" y="0"/>
                  </a:lnTo>
                  <a:lnTo>
                    <a:pt x="7612292" y="0"/>
                  </a:lnTo>
                  <a:lnTo>
                    <a:pt x="7610581" y="0"/>
                  </a:lnTo>
                  <a:lnTo>
                    <a:pt x="7608869" y="0"/>
                  </a:lnTo>
                  <a:lnTo>
                    <a:pt x="7607158" y="0"/>
                  </a:lnTo>
                  <a:lnTo>
                    <a:pt x="7605447" y="0"/>
                  </a:lnTo>
                  <a:lnTo>
                    <a:pt x="7603735" y="0"/>
                  </a:lnTo>
                  <a:lnTo>
                    <a:pt x="7602024" y="0"/>
                  </a:lnTo>
                  <a:lnTo>
                    <a:pt x="7600312" y="0"/>
                  </a:lnTo>
                  <a:lnTo>
                    <a:pt x="7598601" y="0"/>
                  </a:lnTo>
                  <a:lnTo>
                    <a:pt x="7596890" y="0"/>
                  </a:lnTo>
                  <a:lnTo>
                    <a:pt x="7595178" y="0"/>
                  </a:lnTo>
                  <a:lnTo>
                    <a:pt x="7593467" y="0"/>
                  </a:lnTo>
                  <a:lnTo>
                    <a:pt x="7591755" y="0"/>
                  </a:lnTo>
                  <a:lnTo>
                    <a:pt x="7590044" y="0"/>
                  </a:lnTo>
                  <a:lnTo>
                    <a:pt x="7588333" y="0"/>
                  </a:lnTo>
                  <a:lnTo>
                    <a:pt x="7586621" y="0"/>
                  </a:lnTo>
                  <a:lnTo>
                    <a:pt x="7584910" y="0"/>
                  </a:lnTo>
                  <a:lnTo>
                    <a:pt x="7583199" y="0"/>
                  </a:lnTo>
                  <a:lnTo>
                    <a:pt x="7581487" y="0"/>
                  </a:lnTo>
                  <a:lnTo>
                    <a:pt x="7579776" y="0"/>
                  </a:lnTo>
                  <a:lnTo>
                    <a:pt x="7578064" y="0"/>
                  </a:lnTo>
                  <a:lnTo>
                    <a:pt x="7576353" y="0"/>
                  </a:lnTo>
                  <a:lnTo>
                    <a:pt x="7574642" y="0"/>
                  </a:lnTo>
                  <a:lnTo>
                    <a:pt x="7572930" y="0"/>
                  </a:lnTo>
                  <a:lnTo>
                    <a:pt x="7571219" y="0"/>
                  </a:lnTo>
                  <a:lnTo>
                    <a:pt x="7569507" y="0"/>
                  </a:lnTo>
                  <a:lnTo>
                    <a:pt x="7567796" y="0"/>
                  </a:lnTo>
                  <a:lnTo>
                    <a:pt x="7566085" y="0"/>
                  </a:lnTo>
                  <a:lnTo>
                    <a:pt x="7564373" y="0"/>
                  </a:lnTo>
                  <a:lnTo>
                    <a:pt x="7562662" y="0"/>
                  </a:lnTo>
                  <a:lnTo>
                    <a:pt x="7560950" y="0"/>
                  </a:lnTo>
                  <a:lnTo>
                    <a:pt x="7559239" y="0"/>
                  </a:lnTo>
                  <a:lnTo>
                    <a:pt x="7557528" y="0"/>
                  </a:lnTo>
                  <a:lnTo>
                    <a:pt x="7555816" y="0"/>
                  </a:lnTo>
                  <a:lnTo>
                    <a:pt x="7554105" y="0"/>
                  </a:lnTo>
                  <a:lnTo>
                    <a:pt x="7552393" y="0"/>
                  </a:lnTo>
                  <a:lnTo>
                    <a:pt x="7550682" y="0"/>
                  </a:lnTo>
                  <a:lnTo>
                    <a:pt x="7548971" y="0"/>
                  </a:lnTo>
                  <a:lnTo>
                    <a:pt x="7547259" y="0"/>
                  </a:lnTo>
                  <a:lnTo>
                    <a:pt x="7545548" y="0"/>
                  </a:lnTo>
                  <a:lnTo>
                    <a:pt x="7543836" y="0"/>
                  </a:lnTo>
                  <a:lnTo>
                    <a:pt x="7542125" y="0"/>
                  </a:lnTo>
                  <a:lnTo>
                    <a:pt x="7540414" y="0"/>
                  </a:lnTo>
                  <a:lnTo>
                    <a:pt x="7538702" y="0"/>
                  </a:lnTo>
                  <a:lnTo>
                    <a:pt x="7536991" y="0"/>
                  </a:lnTo>
                  <a:lnTo>
                    <a:pt x="7535279" y="0"/>
                  </a:lnTo>
                  <a:lnTo>
                    <a:pt x="7533568" y="0"/>
                  </a:lnTo>
                  <a:lnTo>
                    <a:pt x="7531857" y="0"/>
                  </a:lnTo>
                  <a:lnTo>
                    <a:pt x="7530145" y="0"/>
                  </a:lnTo>
                  <a:lnTo>
                    <a:pt x="7528434" y="0"/>
                  </a:lnTo>
                  <a:lnTo>
                    <a:pt x="7526722" y="0"/>
                  </a:lnTo>
                  <a:lnTo>
                    <a:pt x="7525011" y="0"/>
                  </a:lnTo>
                  <a:lnTo>
                    <a:pt x="7523300" y="0"/>
                  </a:lnTo>
                  <a:lnTo>
                    <a:pt x="7521588" y="0"/>
                  </a:lnTo>
                  <a:lnTo>
                    <a:pt x="7519877" y="0"/>
                  </a:lnTo>
                  <a:lnTo>
                    <a:pt x="7518165" y="0"/>
                  </a:lnTo>
                  <a:lnTo>
                    <a:pt x="7516454" y="0"/>
                  </a:lnTo>
                  <a:lnTo>
                    <a:pt x="7514743" y="0"/>
                  </a:lnTo>
                  <a:lnTo>
                    <a:pt x="7513031" y="0"/>
                  </a:lnTo>
                  <a:lnTo>
                    <a:pt x="7511320" y="0"/>
                  </a:lnTo>
                  <a:lnTo>
                    <a:pt x="7509608" y="0"/>
                  </a:lnTo>
                  <a:lnTo>
                    <a:pt x="7507897" y="0"/>
                  </a:lnTo>
                  <a:lnTo>
                    <a:pt x="7506186" y="0"/>
                  </a:lnTo>
                  <a:lnTo>
                    <a:pt x="7504474" y="0"/>
                  </a:lnTo>
                  <a:lnTo>
                    <a:pt x="7502763" y="0"/>
                  </a:lnTo>
                  <a:lnTo>
                    <a:pt x="7501051" y="0"/>
                  </a:lnTo>
                  <a:lnTo>
                    <a:pt x="7499340" y="0"/>
                  </a:lnTo>
                  <a:lnTo>
                    <a:pt x="7497629" y="0"/>
                  </a:lnTo>
                  <a:lnTo>
                    <a:pt x="7495917" y="0"/>
                  </a:lnTo>
                  <a:lnTo>
                    <a:pt x="7494206" y="0"/>
                  </a:lnTo>
                  <a:lnTo>
                    <a:pt x="7492494" y="0"/>
                  </a:lnTo>
                  <a:lnTo>
                    <a:pt x="7490783" y="0"/>
                  </a:lnTo>
                  <a:lnTo>
                    <a:pt x="7489072" y="0"/>
                  </a:lnTo>
                  <a:lnTo>
                    <a:pt x="7487360" y="0"/>
                  </a:lnTo>
                  <a:lnTo>
                    <a:pt x="7485649" y="0"/>
                  </a:lnTo>
                  <a:lnTo>
                    <a:pt x="7483938" y="0"/>
                  </a:lnTo>
                  <a:lnTo>
                    <a:pt x="7482226" y="0"/>
                  </a:lnTo>
                  <a:lnTo>
                    <a:pt x="7480515" y="0"/>
                  </a:lnTo>
                  <a:lnTo>
                    <a:pt x="7478803" y="0"/>
                  </a:lnTo>
                  <a:lnTo>
                    <a:pt x="7477092" y="0"/>
                  </a:lnTo>
                  <a:lnTo>
                    <a:pt x="7475381" y="0"/>
                  </a:lnTo>
                  <a:lnTo>
                    <a:pt x="7473669" y="0"/>
                  </a:lnTo>
                  <a:lnTo>
                    <a:pt x="7471958" y="0"/>
                  </a:lnTo>
                  <a:lnTo>
                    <a:pt x="7470246" y="0"/>
                  </a:lnTo>
                  <a:lnTo>
                    <a:pt x="7468535" y="0"/>
                  </a:lnTo>
                  <a:lnTo>
                    <a:pt x="7466824" y="0"/>
                  </a:lnTo>
                  <a:lnTo>
                    <a:pt x="7465112" y="0"/>
                  </a:lnTo>
                  <a:lnTo>
                    <a:pt x="7463401" y="0"/>
                  </a:lnTo>
                  <a:lnTo>
                    <a:pt x="7461689" y="0"/>
                  </a:lnTo>
                  <a:lnTo>
                    <a:pt x="7459978" y="0"/>
                  </a:lnTo>
                  <a:lnTo>
                    <a:pt x="7458267" y="0"/>
                  </a:lnTo>
                  <a:lnTo>
                    <a:pt x="7456555" y="0"/>
                  </a:lnTo>
                  <a:lnTo>
                    <a:pt x="7454844" y="0"/>
                  </a:lnTo>
                  <a:lnTo>
                    <a:pt x="7453132" y="0"/>
                  </a:lnTo>
                  <a:lnTo>
                    <a:pt x="7451421" y="0"/>
                  </a:lnTo>
                  <a:lnTo>
                    <a:pt x="7449710" y="0"/>
                  </a:lnTo>
                  <a:lnTo>
                    <a:pt x="7447998" y="0"/>
                  </a:lnTo>
                  <a:lnTo>
                    <a:pt x="7446287" y="0"/>
                  </a:lnTo>
                  <a:lnTo>
                    <a:pt x="7444575" y="0"/>
                  </a:lnTo>
                  <a:lnTo>
                    <a:pt x="7442864" y="0"/>
                  </a:lnTo>
                  <a:lnTo>
                    <a:pt x="7441153" y="0"/>
                  </a:lnTo>
                  <a:lnTo>
                    <a:pt x="7439441" y="0"/>
                  </a:lnTo>
                  <a:lnTo>
                    <a:pt x="7437730" y="0"/>
                  </a:lnTo>
                  <a:lnTo>
                    <a:pt x="7436018" y="0"/>
                  </a:lnTo>
                  <a:lnTo>
                    <a:pt x="7434307" y="0"/>
                  </a:lnTo>
                  <a:lnTo>
                    <a:pt x="7432596" y="0"/>
                  </a:lnTo>
                  <a:lnTo>
                    <a:pt x="7430884" y="0"/>
                  </a:lnTo>
                  <a:lnTo>
                    <a:pt x="7429173" y="0"/>
                  </a:lnTo>
                  <a:lnTo>
                    <a:pt x="7427461" y="0"/>
                  </a:lnTo>
                  <a:lnTo>
                    <a:pt x="7425750" y="0"/>
                  </a:lnTo>
                  <a:lnTo>
                    <a:pt x="7424039" y="0"/>
                  </a:lnTo>
                  <a:lnTo>
                    <a:pt x="7422327" y="0"/>
                  </a:lnTo>
                  <a:lnTo>
                    <a:pt x="7420616" y="0"/>
                  </a:lnTo>
                  <a:lnTo>
                    <a:pt x="7418904" y="0"/>
                  </a:lnTo>
                  <a:lnTo>
                    <a:pt x="7417193" y="0"/>
                  </a:lnTo>
                  <a:lnTo>
                    <a:pt x="7415482" y="0"/>
                  </a:lnTo>
                  <a:lnTo>
                    <a:pt x="7413770" y="0"/>
                  </a:lnTo>
                  <a:lnTo>
                    <a:pt x="7412059" y="0"/>
                  </a:lnTo>
                  <a:lnTo>
                    <a:pt x="7410347" y="0"/>
                  </a:lnTo>
                  <a:lnTo>
                    <a:pt x="7408636" y="0"/>
                  </a:lnTo>
                  <a:lnTo>
                    <a:pt x="7406925" y="0"/>
                  </a:lnTo>
                  <a:lnTo>
                    <a:pt x="7405213" y="0"/>
                  </a:lnTo>
                  <a:lnTo>
                    <a:pt x="7403502" y="0"/>
                  </a:lnTo>
                  <a:lnTo>
                    <a:pt x="7401790" y="0"/>
                  </a:lnTo>
                  <a:lnTo>
                    <a:pt x="7400079" y="0"/>
                  </a:lnTo>
                  <a:lnTo>
                    <a:pt x="7398368" y="0"/>
                  </a:lnTo>
                  <a:lnTo>
                    <a:pt x="7396656" y="0"/>
                  </a:lnTo>
                  <a:lnTo>
                    <a:pt x="7394945" y="0"/>
                  </a:lnTo>
                  <a:lnTo>
                    <a:pt x="7393233" y="0"/>
                  </a:lnTo>
                  <a:lnTo>
                    <a:pt x="7391522" y="0"/>
                  </a:lnTo>
                  <a:lnTo>
                    <a:pt x="7389811" y="0"/>
                  </a:lnTo>
                  <a:lnTo>
                    <a:pt x="7388099" y="0"/>
                  </a:lnTo>
                  <a:lnTo>
                    <a:pt x="7386388" y="0"/>
                  </a:lnTo>
                  <a:lnTo>
                    <a:pt x="7384676" y="0"/>
                  </a:lnTo>
                  <a:lnTo>
                    <a:pt x="7382965" y="0"/>
                  </a:lnTo>
                  <a:lnTo>
                    <a:pt x="7381254" y="0"/>
                  </a:lnTo>
                  <a:lnTo>
                    <a:pt x="7379542" y="0"/>
                  </a:lnTo>
                  <a:lnTo>
                    <a:pt x="7377831" y="0"/>
                  </a:lnTo>
                  <a:lnTo>
                    <a:pt x="7376120" y="0"/>
                  </a:lnTo>
                  <a:lnTo>
                    <a:pt x="7374408" y="0"/>
                  </a:lnTo>
                  <a:lnTo>
                    <a:pt x="7372697" y="0"/>
                  </a:lnTo>
                  <a:lnTo>
                    <a:pt x="7370985" y="0"/>
                  </a:lnTo>
                  <a:lnTo>
                    <a:pt x="7369274" y="0"/>
                  </a:lnTo>
                  <a:lnTo>
                    <a:pt x="7367563" y="0"/>
                  </a:lnTo>
                  <a:lnTo>
                    <a:pt x="7365851" y="0"/>
                  </a:lnTo>
                  <a:lnTo>
                    <a:pt x="7364140" y="0"/>
                  </a:lnTo>
                  <a:lnTo>
                    <a:pt x="7362428" y="0"/>
                  </a:lnTo>
                  <a:lnTo>
                    <a:pt x="7360717" y="0"/>
                  </a:lnTo>
                  <a:lnTo>
                    <a:pt x="7359006" y="0"/>
                  </a:lnTo>
                  <a:lnTo>
                    <a:pt x="7357294" y="0"/>
                  </a:lnTo>
                  <a:lnTo>
                    <a:pt x="7355583" y="0"/>
                  </a:lnTo>
                  <a:lnTo>
                    <a:pt x="7353871" y="0"/>
                  </a:lnTo>
                  <a:lnTo>
                    <a:pt x="7352160" y="0"/>
                  </a:lnTo>
                  <a:lnTo>
                    <a:pt x="7350449" y="0"/>
                  </a:lnTo>
                  <a:lnTo>
                    <a:pt x="7348737" y="0"/>
                  </a:lnTo>
                  <a:lnTo>
                    <a:pt x="7347026" y="0"/>
                  </a:lnTo>
                  <a:lnTo>
                    <a:pt x="7345314" y="0"/>
                  </a:lnTo>
                  <a:lnTo>
                    <a:pt x="7343603" y="0"/>
                  </a:lnTo>
                  <a:lnTo>
                    <a:pt x="7341892" y="0"/>
                  </a:lnTo>
                  <a:lnTo>
                    <a:pt x="7340180" y="0"/>
                  </a:lnTo>
                  <a:lnTo>
                    <a:pt x="7338469" y="0"/>
                  </a:lnTo>
                  <a:lnTo>
                    <a:pt x="7336757" y="0"/>
                  </a:lnTo>
                  <a:lnTo>
                    <a:pt x="7335046" y="0"/>
                  </a:lnTo>
                  <a:lnTo>
                    <a:pt x="7333335" y="0"/>
                  </a:lnTo>
                  <a:lnTo>
                    <a:pt x="7331623" y="0"/>
                  </a:lnTo>
                  <a:lnTo>
                    <a:pt x="7329912" y="0"/>
                  </a:lnTo>
                  <a:lnTo>
                    <a:pt x="7328200" y="0"/>
                  </a:lnTo>
                  <a:lnTo>
                    <a:pt x="7326489" y="0"/>
                  </a:lnTo>
                  <a:lnTo>
                    <a:pt x="7324778" y="0"/>
                  </a:lnTo>
                  <a:lnTo>
                    <a:pt x="7323066" y="0"/>
                  </a:lnTo>
                  <a:lnTo>
                    <a:pt x="7321355" y="0"/>
                  </a:lnTo>
                  <a:lnTo>
                    <a:pt x="7319643" y="0"/>
                  </a:lnTo>
                  <a:lnTo>
                    <a:pt x="7317932" y="0"/>
                  </a:lnTo>
                  <a:lnTo>
                    <a:pt x="7316221" y="0"/>
                  </a:lnTo>
                  <a:lnTo>
                    <a:pt x="7314509" y="0"/>
                  </a:lnTo>
                  <a:lnTo>
                    <a:pt x="7312798" y="0"/>
                  </a:lnTo>
                  <a:lnTo>
                    <a:pt x="7311086" y="0"/>
                  </a:lnTo>
                  <a:lnTo>
                    <a:pt x="7309375" y="0"/>
                  </a:lnTo>
                  <a:lnTo>
                    <a:pt x="7307664" y="0"/>
                  </a:lnTo>
                  <a:lnTo>
                    <a:pt x="7305952" y="0"/>
                  </a:lnTo>
                  <a:lnTo>
                    <a:pt x="7304241" y="0"/>
                  </a:lnTo>
                  <a:lnTo>
                    <a:pt x="7302529" y="0"/>
                  </a:lnTo>
                  <a:lnTo>
                    <a:pt x="7300818" y="0"/>
                  </a:lnTo>
                  <a:lnTo>
                    <a:pt x="7299107" y="0"/>
                  </a:lnTo>
                  <a:lnTo>
                    <a:pt x="7297395" y="0"/>
                  </a:lnTo>
                  <a:lnTo>
                    <a:pt x="7295684" y="0"/>
                  </a:lnTo>
                  <a:lnTo>
                    <a:pt x="7293972" y="0"/>
                  </a:lnTo>
                  <a:lnTo>
                    <a:pt x="7292261" y="0"/>
                  </a:lnTo>
                  <a:lnTo>
                    <a:pt x="7290550" y="0"/>
                  </a:lnTo>
                  <a:lnTo>
                    <a:pt x="7288838" y="0"/>
                  </a:lnTo>
                  <a:lnTo>
                    <a:pt x="7287127" y="0"/>
                  </a:lnTo>
                  <a:lnTo>
                    <a:pt x="7285415" y="0"/>
                  </a:lnTo>
                  <a:lnTo>
                    <a:pt x="7283704" y="0"/>
                  </a:lnTo>
                  <a:lnTo>
                    <a:pt x="7281993" y="0"/>
                  </a:lnTo>
                  <a:lnTo>
                    <a:pt x="7280281" y="0"/>
                  </a:lnTo>
                  <a:lnTo>
                    <a:pt x="7278570" y="0"/>
                  </a:lnTo>
                  <a:lnTo>
                    <a:pt x="7276858" y="0"/>
                  </a:lnTo>
                  <a:lnTo>
                    <a:pt x="7275147" y="0"/>
                  </a:lnTo>
                  <a:lnTo>
                    <a:pt x="7273436" y="0"/>
                  </a:lnTo>
                  <a:lnTo>
                    <a:pt x="7271724" y="0"/>
                  </a:lnTo>
                  <a:lnTo>
                    <a:pt x="7270013" y="0"/>
                  </a:lnTo>
                  <a:lnTo>
                    <a:pt x="7268302" y="0"/>
                  </a:lnTo>
                  <a:lnTo>
                    <a:pt x="7266590" y="0"/>
                  </a:lnTo>
                  <a:lnTo>
                    <a:pt x="7264879" y="0"/>
                  </a:lnTo>
                  <a:lnTo>
                    <a:pt x="7263167" y="0"/>
                  </a:lnTo>
                  <a:lnTo>
                    <a:pt x="7261456" y="0"/>
                  </a:lnTo>
                  <a:lnTo>
                    <a:pt x="7259745" y="0"/>
                  </a:lnTo>
                  <a:lnTo>
                    <a:pt x="7258033" y="0"/>
                  </a:lnTo>
                  <a:lnTo>
                    <a:pt x="7256322" y="0"/>
                  </a:lnTo>
                  <a:lnTo>
                    <a:pt x="7254610" y="0"/>
                  </a:lnTo>
                  <a:lnTo>
                    <a:pt x="7252899" y="0"/>
                  </a:lnTo>
                  <a:lnTo>
                    <a:pt x="7251188" y="0"/>
                  </a:lnTo>
                  <a:lnTo>
                    <a:pt x="7249476" y="0"/>
                  </a:lnTo>
                  <a:lnTo>
                    <a:pt x="7247765" y="0"/>
                  </a:lnTo>
                  <a:lnTo>
                    <a:pt x="7246053" y="0"/>
                  </a:lnTo>
                  <a:lnTo>
                    <a:pt x="7244342" y="0"/>
                  </a:lnTo>
                  <a:lnTo>
                    <a:pt x="7242631" y="0"/>
                  </a:lnTo>
                  <a:lnTo>
                    <a:pt x="7240919" y="0"/>
                  </a:lnTo>
                  <a:lnTo>
                    <a:pt x="7239208" y="0"/>
                  </a:lnTo>
                  <a:lnTo>
                    <a:pt x="7237496" y="0"/>
                  </a:lnTo>
                  <a:lnTo>
                    <a:pt x="7235785" y="0"/>
                  </a:lnTo>
                  <a:lnTo>
                    <a:pt x="7234074" y="0"/>
                  </a:lnTo>
                  <a:lnTo>
                    <a:pt x="7232362" y="0"/>
                  </a:lnTo>
                  <a:lnTo>
                    <a:pt x="7230651" y="0"/>
                  </a:lnTo>
                  <a:lnTo>
                    <a:pt x="7228939" y="0"/>
                  </a:lnTo>
                  <a:lnTo>
                    <a:pt x="7227228" y="0"/>
                  </a:lnTo>
                  <a:lnTo>
                    <a:pt x="7225517" y="0"/>
                  </a:lnTo>
                  <a:lnTo>
                    <a:pt x="7223805" y="0"/>
                  </a:lnTo>
                  <a:lnTo>
                    <a:pt x="7222094" y="0"/>
                  </a:lnTo>
                  <a:lnTo>
                    <a:pt x="7220382" y="0"/>
                  </a:lnTo>
                  <a:lnTo>
                    <a:pt x="7218671" y="0"/>
                  </a:lnTo>
                  <a:lnTo>
                    <a:pt x="7216960" y="0"/>
                  </a:lnTo>
                  <a:lnTo>
                    <a:pt x="7215248" y="0"/>
                  </a:lnTo>
                  <a:lnTo>
                    <a:pt x="7213537" y="0"/>
                  </a:lnTo>
                  <a:lnTo>
                    <a:pt x="7211825" y="0"/>
                  </a:lnTo>
                  <a:lnTo>
                    <a:pt x="7210114" y="0"/>
                  </a:lnTo>
                  <a:lnTo>
                    <a:pt x="7208403" y="0"/>
                  </a:lnTo>
                  <a:lnTo>
                    <a:pt x="7206691" y="0"/>
                  </a:lnTo>
                  <a:lnTo>
                    <a:pt x="7204980" y="0"/>
                  </a:lnTo>
                  <a:lnTo>
                    <a:pt x="7203268" y="0"/>
                  </a:lnTo>
                  <a:lnTo>
                    <a:pt x="7201557" y="0"/>
                  </a:lnTo>
                  <a:lnTo>
                    <a:pt x="7199846" y="0"/>
                  </a:lnTo>
                  <a:lnTo>
                    <a:pt x="7198134" y="0"/>
                  </a:lnTo>
                  <a:lnTo>
                    <a:pt x="7196423" y="0"/>
                  </a:lnTo>
                  <a:lnTo>
                    <a:pt x="7194711" y="0"/>
                  </a:lnTo>
                  <a:lnTo>
                    <a:pt x="7193000" y="0"/>
                  </a:lnTo>
                  <a:lnTo>
                    <a:pt x="7191289" y="0"/>
                  </a:lnTo>
                  <a:lnTo>
                    <a:pt x="7189577" y="0"/>
                  </a:lnTo>
                  <a:lnTo>
                    <a:pt x="7187866" y="0"/>
                  </a:lnTo>
                  <a:lnTo>
                    <a:pt x="7186154" y="0"/>
                  </a:lnTo>
                  <a:lnTo>
                    <a:pt x="7184443" y="0"/>
                  </a:lnTo>
                  <a:lnTo>
                    <a:pt x="7182732" y="0"/>
                  </a:lnTo>
                  <a:lnTo>
                    <a:pt x="7181020" y="0"/>
                  </a:lnTo>
                  <a:lnTo>
                    <a:pt x="7179309" y="0"/>
                  </a:lnTo>
                  <a:lnTo>
                    <a:pt x="7177597" y="0"/>
                  </a:lnTo>
                  <a:lnTo>
                    <a:pt x="7175886" y="0"/>
                  </a:lnTo>
                  <a:lnTo>
                    <a:pt x="7174175" y="0"/>
                  </a:lnTo>
                  <a:lnTo>
                    <a:pt x="7172463" y="0"/>
                  </a:lnTo>
                  <a:lnTo>
                    <a:pt x="7170752" y="0"/>
                  </a:lnTo>
                  <a:lnTo>
                    <a:pt x="7169040" y="0"/>
                  </a:lnTo>
                  <a:lnTo>
                    <a:pt x="7167329" y="0"/>
                  </a:lnTo>
                  <a:lnTo>
                    <a:pt x="7165618" y="0"/>
                  </a:lnTo>
                  <a:lnTo>
                    <a:pt x="7163906" y="0"/>
                  </a:lnTo>
                  <a:lnTo>
                    <a:pt x="7162195" y="0"/>
                  </a:lnTo>
                  <a:lnTo>
                    <a:pt x="7160484" y="0"/>
                  </a:lnTo>
                  <a:lnTo>
                    <a:pt x="7158772" y="0"/>
                  </a:lnTo>
                  <a:lnTo>
                    <a:pt x="7157061" y="0"/>
                  </a:lnTo>
                  <a:lnTo>
                    <a:pt x="7155349" y="0"/>
                  </a:lnTo>
                  <a:lnTo>
                    <a:pt x="7153638" y="0"/>
                  </a:lnTo>
                  <a:lnTo>
                    <a:pt x="7151927" y="0"/>
                  </a:lnTo>
                  <a:lnTo>
                    <a:pt x="7150215" y="0"/>
                  </a:lnTo>
                  <a:lnTo>
                    <a:pt x="7148504" y="0"/>
                  </a:lnTo>
                  <a:lnTo>
                    <a:pt x="7146792" y="0"/>
                  </a:lnTo>
                  <a:lnTo>
                    <a:pt x="7145081" y="0"/>
                  </a:lnTo>
                  <a:lnTo>
                    <a:pt x="7143370" y="0"/>
                  </a:lnTo>
                  <a:lnTo>
                    <a:pt x="7141658" y="0"/>
                  </a:lnTo>
                  <a:lnTo>
                    <a:pt x="7139947" y="0"/>
                  </a:lnTo>
                  <a:lnTo>
                    <a:pt x="7138235" y="0"/>
                  </a:lnTo>
                  <a:lnTo>
                    <a:pt x="7136524" y="0"/>
                  </a:lnTo>
                  <a:lnTo>
                    <a:pt x="7134813" y="0"/>
                  </a:lnTo>
                  <a:lnTo>
                    <a:pt x="7133101" y="0"/>
                  </a:lnTo>
                  <a:lnTo>
                    <a:pt x="7131390" y="0"/>
                  </a:lnTo>
                  <a:lnTo>
                    <a:pt x="7129678" y="0"/>
                  </a:lnTo>
                  <a:lnTo>
                    <a:pt x="7127967" y="0"/>
                  </a:lnTo>
                  <a:lnTo>
                    <a:pt x="7126256" y="0"/>
                  </a:lnTo>
                  <a:lnTo>
                    <a:pt x="7124544" y="0"/>
                  </a:lnTo>
                  <a:lnTo>
                    <a:pt x="7122833" y="0"/>
                  </a:lnTo>
                  <a:lnTo>
                    <a:pt x="7121121" y="0"/>
                  </a:lnTo>
                  <a:lnTo>
                    <a:pt x="7119410" y="0"/>
                  </a:lnTo>
                  <a:lnTo>
                    <a:pt x="7117699" y="0"/>
                  </a:lnTo>
                  <a:lnTo>
                    <a:pt x="7115987" y="0"/>
                  </a:lnTo>
                  <a:lnTo>
                    <a:pt x="7114276" y="0"/>
                  </a:lnTo>
                  <a:lnTo>
                    <a:pt x="7112564" y="0"/>
                  </a:lnTo>
                  <a:lnTo>
                    <a:pt x="7110853" y="0"/>
                  </a:lnTo>
                  <a:lnTo>
                    <a:pt x="7109142" y="0"/>
                  </a:lnTo>
                  <a:lnTo>
                    <a:pt x="7107430" y="0"/>
                  </a:lnTo>
                  <a:lnTo>
                    <a:pt x="7105719" y="0"/>
                  </a:lnTo>
                  <a:lnTo>
                    <a:pt x="7104007" y="0"/>
                  </a:lnTo>
                  <a:lnTo>
                    <a:pt x="7102296" y="0"/>
                  </a:lnTo>
                  <a:lnTo>
                    <a:pt x="7100585" y="0"/>
                  </a:lnTo>
                  <a:lnTo>
                    <a:pt x="7098873" y="0"/>
                  </a:lnTo>
                  <a:lnTo>
                    <a:pt x="7097162" y="0"/>
                  </a:lnTo>
                  <a:lnTo>
                    <a:pt x="7095450" y="0"/>
                  </a:lnTo>
                  <a:lnTo>
                    <a:pt x="7093739" y="0"/>
                  </a:lnTo>
                  <a:lnTo>
                    <a:pt x="7092028" y="0"/>
                  </a:lnTo>
                  <a:lnTo>
                    <a:pt x="7090316" y="0"/>
                  </a:lnTo>
                  <a:lnTo>
                    <a:pt x="7088605" y="0"/>
                  </a:lnTo>
                  <a:lnTo>
                    <a:pt x="7086893" y="0"/>
                  </a:lnTo>
                  <a:lnTo>
                    <a:pt x="7085182" y="0"/>
                  </a:lnTo>
                  <a:lnTo>
                    <a:pt x="7083471" y="0"/>
                  </a:lnTo>
                  <a:lnTo>
                    <a:pt x="7081759" y="0"/>
                  </a:lnTo>
                  <a:lnTo>
                    <a:pt x="7080048" y="0"/>
                  </a:lnTo>
                  <a:lnTo>
                    <a:pt x="7078336" y="0"/>
                  </a:lnTo>
                  <a:lnTo>
                    <a:pt x="7076625" y="0"/>
                  </a:lnTo>
                  <a:lnTo>
                    <a:pt x="7074914" y="0"/>
                  </a:lnTo>
                  <a:lnTo>
                    <a:pt x="7073202" y="0"/>
                  </a:lnTo>
                  <a:lnTo>
                    <a:pt x="7071491" y="0"/>
                  </a:lnTo>
                  <a:lnTo>
                    <a:pt x="7069779" y="0"/>
                  </a:lnTo>
                  <a:lnTo>
                    <a:pt x="7068068" y="0"/>
                  </a:lnTo>
                  <a:lnTo>
                    <a:pt x="7066357" y="0"/>
                  </a:lnTo>
                  <a:lnTo>
                    <a:pt x="7064645" y="0"/>
                  </a:lnTo>
                  <a:lnTo>
                    <a:pt x="7062934" y="0"/>
                  </a:lnTo>
                  <a:lnTo>
                    <a:pt x="7061223" y="0"/>
                  </a:lnTo>
                  <a:lnTo>
                    <a:pt x="7059511" y="0"/>
                  </a:lnTo>
                  <a:lnTo>
                    <a:pt x="7057800" y="0"/>
                  </a:lnTo>
                  <a:lnTo>
                    <a:pt x="7056088" y="0"/>
                  </a:lnTo>
                  <a:lnTo>
                    <a:pt x="7054377" y="0"/>
                  </a:lnTo>
                  <a:lnTo>
                    <a:pt x="7052666" y="0"/>
                  </a:lnTo>
                  <a:lnTo>
                    <a:pt x="7050954" y="0"/>
                  </a:lnTo>
                  <a:lnTo>
                    <a:pt x="7049243" y="0"/>
                  </a:lnTo>
                  <a:lnTo>
                    <a:pt x="7047531" y="0"/>
                  </a:lnTo>
                  <a:lnTo>
                    <a:pt x="7045820" y="0"/>
                  </a:lnTo>
                  <a:lnTo>
                    <a:pt x="7044109" y="0"/>
                  </a:lnTo>
                  <a:lnTo>
                    <a:pt x="7042397" y="0"/>
                  </a:lnTo>
                  <a:lnTo>
                    <a:pt x="7040686" y="0"/>
                  </a:lnTo>
                  <a:lnTo>
                    <a:pt x="7038974" y="0"/>
                  </a:lnTo>
                  <a:lnTo>
                    <a:pt x="7037263" y="0"/>
                  </a:lnTo>
                  <a:lnTo>
                    <a:pt x="7035552" y="0"/>
                  </a:lnTo>
                  <a:lnTo>
                    <a:pt x="7033840" y="0"/>
                  </a:lnTo>
                  <a:lnTo>
                    <a:pt x="7032129" y="0"/>
                  </a:lnTo>
                  <a:lnTo>
                    <a:pt x="7030417" y="0"/>
                  </a:lnTo>
                  <a:lnTo>
                    <a:pt x="7028706" y="0"/>
                  </a:lnTo>
                  <a:lnTo>
                    <a:pt x="7026995" y="0"/>
                  </a:lnTo>
                  <a:lnTo>
                    <a:pt x="7025283" y="0"/>
                  </a:lnTo>
                  <a:lnTo>
                    <a:pt x="7023572" y="0"/>
                  </a:lnTo>
                  <a:lnTo>
                    <a:pt x="7021860" y="0"/>
                  </a:lnTo>
                  <a:lnTo>
                    <a:pt x="7020149" y="0"/>
                  </a:lnTo>
                  <a:lnTo>
                    <a:pt x="7018438" y="0"/>
                  </a:lnTo>
                  <a:lnTo>
                    <a:pt x="7016726" y="0"/>
                  </a:lnTo>
                  <a:lnTo>
                    <a:pt x="7015015" y="0"/>
                  </a:lnTo>
                  <a:lnTo>
                    <a:pt x="7013303" y="0"/>
                  </a:lnTo>
                  <a:lnTo>
                    <a:pt x="7011592" y="0"/>
                  </a:lnTo>
                  <a:lnTo>
                    <a:pt x="7009881" y="0"/>
                  </a:lnTo>
                  <a:lnTo>
                    <a:pt x="7008169" y="0"/>
                  </a:lnTo>
                  <a:lnTo>
                    <a:pt x="7006458" y="0"/>
                  </a:lnTo>
                  <a:lnTo>
                    <a:pt x="7004746" y="0"/>
                  </a:lnTo>
                  <a:lnTo>
                    <a:pt x="7003035" y="0"/>
                  </a:lnTo>
                  <a:lnTo>
                    <a:pt x="7001324" y="0"/>
                  </a:lnTo>
                  <a:lnTo>
                    <a:pt x="6999612" y="0"/>
                  </a:lnTo>
                  <a:lnTo>
                    <a:pt x="6997901" y="0"/>
                  </a:lnTo>
                  <a:lnTo>
                    <a:pt x="6996189" y="0"/>
                  </a:lnTo>
                  <a:lnTo>
                    <a:pt x="6994478" y="0"/>
                  </a:lnTo>
                  <a:lnTo>
                    <a:pt x="6992767" y="0"/>
                  </a:lnTo>
                  <a:lnTo>
                    <a:pt x="6991055" y="0"/>
                  </a:lnTo>
                  <a:lnTo>
                    <a:pt x="6989344" y="0"/>
                  </a:lnTo>
                  <a:lnTo>
                    <a:pt x="6987632" y="0"/>
                  </a:lnTo>
                  <a:lnTo>
                    <a:pt x="6985921" y="0"/>
                  </a:lnTo>
                  <a:lnTo>
                    <a:pt x="6984210" y="0"/>
                  </a:lnTo>
                  <a:lnTo>
                    <a:pt x="6982498" y="0"/>
                  </a:lnTo>
                  <a:lnTo>
                    <a:pt x="6980787" y="0"/>
                  </a:lnTo>
                  <a:lnTo>
                    <a:pt x="6979075" y="0"/>
                  </a:lnTo>
                  <a:lnTo>
                    <a:pt x="6977364" y="0"/>
                  </a:lnTo>
                  <a:lnTo>
                    <a:pt x="6975653" y="0"/>
                  </a:lnTo>
                  <a:lnTo>
                    <a:pt x="6973941" y="0"/>
                  </a:lnTo>
                  <a:lnTo>
                    <a:pt x="6972230" y="0"/>
                  </a:lnTo>
                  <a:lnTo>
                    <a:pt x="6970518" y="0"/>
                  </a:lnTo>
                  <a:lnTo>
                    <a:pt x="6968807" y="0"/>
                  </a:lnTo>
                  <a:lnTo>
                    <a:pt x="6967096" y="0"/>
                  </a:lnTo>
                  <a:lnTo>
                    <a:pt x="6965384" y="0"/>
                  </a:lnTo>
                  <a:lnTo>
                    <a:pt x="6963673" y="0"/>
                  </a:lnTo>
                  <a:lnTo>
                    <a:pt x="6961961" y="0"/>
                  </a:lnTo>
                  <a:lnTo>
                    <a:pt x="6960250" y="0"/>
                  </a:lnTo>
                  <a:lnTo>
                    <a:pt x="6958539" y="0"/>
                  </a:lnTo>
                  <a:lnTo>
                    <a:pt x="6956827" y="0"/>
                  </a:lnTo>
                  <a:lnTo>
                    <a:pt x="6955116" y="0"/>
                  </a:lnTo>
                  <a:lnTo>
                    <a:pt x="6953405" y="0"/>
                  </a:lnTo>
                  <a:lnTo>
                    <a:pt x="6951693" y="0"/>
                  </a:lnTo>
                  <a:lnTo>
                    <a:pt x="6949982" y="0"/>
                  </a:lnTo>
                  <a:lnTo>
                    <a:pt x="6948270" y="0"/>
                  </a:lnTo>
                  <a:lnTo>
                    <a:pt x="6946559" y="0"/>
                  </a:lnTo>
                  <a:lnTo>
                    <a:pt x="6944848" y="0"/>
                  </a:lnTo>
                  <a:lnTo>
                    <a:pt x="6943136" y="0"/>
                  </a:lnTo>
                  <a:lnTo>
                    <a:pt x="6941425" y="0"/>
                  </a:lnTo>
                  <a:lnTo>
                    <a:pt x="6939713" y="0"/>
                  </a:lnTo>
                  <a:lnTo>
                    <a:pt x="6938002" y="0"/>
                  </a:lnTo>
                  <a:lnTo>
                    <a:pt x="6936291" y="0"/>
                  </a:lnTo>
                  <a:lnTo>
                    <a:pt x="6934579" y="0"/>
                  </a:lnTo>
                  <a:lnTo>
                    <a:pt x="6932868" y="0"/>
                  </a:lnTo>
                  <a:lnTo>
                    <a:pt x="6931156" y="0"/>
                  </a:lnTo>
                  <a:lnTo>
                    <a:pt x="6929445" y="0"/>
                  </a:lnTo>
                  <a:lnTo>
                    <a:pt x="6927734" y="0"/>
                  </a:lnTo>
                  <a:lnTo>
                    <a:pt x="6926022" y="0"/>
                  </a:lnTo>
                  <a:lnTo>
                    <a:pt x="6924311" y="0"/>
                  </a:lnTo>
                  <a:lnTo>
                    <a:pt x="6922599" y="0"/>
                  </a:lnTo>
                  <a:lnTo>
                    <a:pt x="6920888" y="0"/>
                  </a:lnTo>
                  <a:lnTo>
                    <a:pt x="6919177" y="0"/>
                  </a:lnTo>
                  <a:lnTo>
                    <a:pt x="6917465" y="0"/>
                  </a:lnTo>
                  <a:lnTo>
                    <a:pt x="6915754" y="0"/>
                  </a:lnTo>
                  <a:lnTo>
                    <a:pt x="6914042" y="0"/>
                  </a:lnTo>
                  <a:lnTo>
                    <a:pt x="6912331" y="0"/>
                  </a:lnTo>
                  <a:lnTo>
                    <a:pt x="6910620" y="0"/>
                  </a:lnTo>
                  <a:lnTo>
                    <a:pt x="6908908" y="0"/>
                  </a:lnTo>
                  <a:lnTo>
                    <a:pt x="6907197" y="0"/>
                  </a:lnTo>
                  <a:lnTo>
                    <a:pt x="6905485" y="0"/>
                  </a:lnTo>
                  <a:lnTo>
                    <a:pt x="6903774" y="0"/>
                  </a:lnTo>
                  <a:lnTo>
                    <a:pt x="6902063" y="0"/>
                  </a:lnTo>
                  <a:lnTo>
                    <a:pt x="6900351" y="0"/>
                  </a:lnTo>
                  <a:lnTo>
                    <a:pt x="6898640" y="0"/>
                  </a:lnTo>
                  <a:lnTo>
                    <a:pt x="6896928" y="0"/>
                  </a:lnTo>
                  <a:lnTo>
                    <a:pt x="6895217" y="0"/>
                  </a:lnTo>
                  <a:lnTo>
                    <a:pt x="6893506" y="0"/>
                  </a:lnTo>
                  <a:lnTo>
                    <a:pt x="6891794" y="0"/>
                  </a:lnTo>
                  <a:lnTo>
                    <a:pt x="6890083" y="0"/>
                  </a:lnTo>
                  <a:lnTo>
                    <a:pt x="6888371" y="0"/>
                  </a:lnTo>
                  <a:lnTo>
                    <a:pt x="6886660" y="0"/>
                  </a:lnTo>
                  <a:lnTo>
                    <a:pt x="6884949" y="0"/>
                  </a:lnTo>
                  <a:lnTo>
                    <a:pt x="6883237" y="0"/>
                  </a:lnTo>
                  <a:lnTo>
                    <a:pt x="6881526" y="0"/>
                  </a:lnTo>
                  <a:lnTo>
                    <a:pt x="6879814" y="0"/>
                  </a:lnTo>
                  <a:lnTo>
                    <a:pt x="6878103" y="0"/>
                  </a:lnTo>
                  <a:lnTo>
                    <a:pt x="6876392" y="0"/>
                  </a:lnTo>
                  <a:lnTo>
                    <a:pt x="6874680" y="0"/>
                  </a:lnTo>
                  <a:lnTo>
                    <a:pt x="6872969" y="0"/>
                  </a:lnTo>
                  <a:lnTo>
                    <a:pt x="6871257" y="0"/>
                  </a:lnTo>
                  <a:lnTo>
                    <a:pt x="6869546" y="0"/>
                  </a:lnTo>
                  <a:lnTo>
                    <a:pt x="6867835" y="0"/>
                  </a:lnTo>
                  <a:lnTo>
                    <a:pt x="6866123" y="0"/>
                  </a:lnTo>
                  <a:lnTo>
                    <a:pt x="6864412" y="0"/>
                  </a:lnTo>
                  <a:lnTo>
                    <a:pt x="6862700" y="0"/>
                  </a:lnTo>
                  <a:lnTo>
                    <a:pt x="6860989" y="0"/>
                  </a:lnTo>
                  <a:lnTo>
                    <a:pt x="6859278" y="0"/>
                  </a:lnTo>
                  <a:lnTo>
                    <a:pt x="6857566" y="0"/>
                  </a:lnTo>
                  <a:lnTo>
                    <a:pt x="6855855" y="0"/>
                  </a:lnTo>
                  <a:lnTo>
                    <a:pt x="6854143" y="0"/>
                  </a:lnTo>
                  <a:lnTo>
                    <a:pt x="6852432" y="0"/>
                  </a:lnTo>
                  <a:lnTo>
                    <a:pt x="6850721" y="0"/>
                  </a:lnTo>
                  <a:lnTo>
                    <a:pt x="6849009" y="0"/>
                  </a:lnTo>
                  <a:lnTo>
                    <a:pt x="6847298" y="0"/>
                  </a:lnTo>
                  <a:lnTo>
                    <a:pt x="6845587" y="0"/>
                  </a:lnTo>
                  <a:lnTo>
                    <a:pt x="6843875" y="0"/>
                  </a:lnTo>
                  <a:lnTo>
                    <a:pt x="6842164" y="0"/>
                  </a:lnTo>
                  <a:lnTo>
                    <a:pt x="6840452" y="0"/>
                  </a:lnTo>
                  <a:lnTo>
                    <a:pt x="6838741" y="0"/>
                  </a:lnTo>
                  <a:lnTo>
                    <a:pt x="6837030" y="0"/>
                  </a:lnTo>
                  <a:lnTo>
                    <a:pt x="6835318" y="0"/>
                  </a:lnTo>
                  <a:lnTo>
                    <a:pt x="6833607" y="0"/>
                  </a:lnTo>
                  <a:lnTo>
                    <a:pt x="6831895" y="0"/>
                  </a:lnTo>
                  <a:lnTo>
                    <a:pt x="6830184" y="0"/>
                  </a:lnTo>
                  <a:lnTo>
                    <a:pt x="6828473" y="0"/>
                  </a:lnTo>
                  <a:lnTo>
                    <a:pt x="6826761" y="0"/>
                  </a:lnTo>
                  <a:lnTo>
                    <a:pt x="6825050" y="0"/>
                  </a:lnTo>
                  <a:lnTo>
                    <a:pt x="6823338" y="0"/>
                  </a:lnTo>
                  <a:lnTo>
                    <a:pt x="6821627" y="0"/>
                  </a:lnTo>
                  <a:lnTo>
                    <a:pt x="6819916" y="0"/>
                  </a:lnTo>
                  <a:lnTo>
                    <a:pt x="6818204" y="0"/>
                  </a:lnTo>
                  <a:lnTo>
                    <a:pt x="6816493" y="0"/>
                  </a:lnTo>
                  <a:lnTo>
                    <a:pt x="6814781" y="0"/>
                  </a:lnTo>
                  <a:lnTo>
                    <a:pt x="6813070" y="0"/>
                  </a:lnTo>
                  <a:lnTo>
                    <a:pt x="6811359" y="0"/>
                  </a:lnTo>
                  <a:lnTo>
                    <a:pt x="6809647" y="0"/>
                  </a:lnTo>
                  <a:lnTo>
                    <a:pt x="6807936" y="0"/>
                  </a:lnTo>
                  <a:lnTo>
                    <a:pt x="6806224" y="0"/>
                  </a:lnTo>
                  <a:lnTo>
                    <a:pt x="6804513" y="0"/>
                  </a:lnTo>
                  <a:lnTo>
                    <a:pt x="6802802" y="0"/>
                  </a:lnTo>
                  <a:lnTo>
                    <a:pt x="6801090" y="0"/>
                  </a:lnTo>
                  <a:lnTo>
                    <a:pt x="6799379" y="0"/>
                  </a:lnTo>
                  <a:lnTo>
                    <a:pt x="6797667" y="0"/>
                  </a:lnTo>
                  <a:lnTo>
                    <a:pt x="6795956" y="0"/>
                  </a:lnTo>
                  <a:lnTo>
                    <a:pt x="6794245" y="0"/>
                  </a:lnTo>
                  <a:lnTo>
                    <a:pt x="6792533" y="0"/>
                  </a:lnTo>
                  <a:lnTo>
                    <a:pt x="6790822" y="0"/>
                  </a:lnTo>
                  <a:lnTo>
                    <a:pt x="6789110" y="0"/>
                  </a:lnTo>
                  <a:lnTo>
                    <a:pt x="6787399" y="0"/>
                  </a:lnTo>
                  <a:lnTo>
                    <a:pt x="6785688" y="0"/>
                  </a:lnTo>
                  <a:lnTo>
                    <a:pt x="6783976" y="0"/>
                  </a:lnTo>
                  <a:lnTo>
                    <a:pt x="6782265" y="0"/>
                  </a:lnTo>
                  <a:lnTo>
                    <a:pt x="6780553" y="0"/>
                  </a:lnTo>
                  <a:lnTo>
                    <a:pt x="6778842" y="0"/>
                  </a:lnTo>
                  <a:lnTo>
                    <a:pt x="6777131" y="0"/>
                  </a:lnTo>
                  <a:lnTo>
                    <a:pt x="6775419" y="0"/>
                  </a:lnTo>
                  <a:lnTo>
                    <a:pt x="6773708" y="0"/>
                  </a:lnTo>
                  <a:lnTo>
                    <a:pt x="6771996" y="0"/>
                  </a:lnTo>
                  <a:lnTo>
                    <a:pt x="6770285" y="0"/>
                  </a:lnTo>
                  <a:lnTo>
                    <a:pt x="6768574" y="0"/>
                  </a:lnTo>
                  <a:lnTo>
                    <a:pt x="6766862" y="0"/>
                  </a:lnTo>
                  <a:lnTo>
                    <a:pt x="6765151" y="0"/>
                  </a:lnTo>
                  <a:lnTo>
                    <a:pt x="6763439" y="0"/>
                  </a:lnTo>
                  <a:lnTo>
                    <a:pt x="6761728" y="0"/>
                  </a:lnTo>
                  <a:lnTo>
                    <a:pt x="6760017" y="0"/>
                  </a:lnTo>
                  <a:lnTo>
                    <a:pt x="6758305" y="0"/>
                  </a:lnTo>
                  <a:lnTo>
                    <a:pt x="6756594" y="0"/>
                  </a:lnTo>
                  <a:lnTo>
                    <a:pt x="6754882" y="0"/>
                  </a:lnTo>
                  <a:lnTo>
                    <a:pt x="6753171" y="0"/>
                  </a:lnTo>
                  <a:lnTo>
                    <a:pt x="6751460" y="0"/>
                  </a:lnTo>
                  <a:lnTo>
                    <a:pt x="6749748" y="0"/>
                  </a:lnTo>
                  <a:lnTo>
                    <a:pt x="6748037" y="0"/>
                  </a:lnTo>
                  <a:lnTo>
                    <a:pt x="6746325" y="0"/>
                  </a:lnTo>
                  <a:lnTo>
                    <a:pt x="6744614" y="0"/>
                  </a:lnTo>
                  <a:lnTo>
                    <a:pt x="6742903" y="0"/>
                  </a:lnTo>
                  <a:lnTo>
                    <a:pt x="6741191" y="0"/>
                  </a:lnTo>
                  <a:lnTo>
                    <a:pt x="6739480" y="0"/>
                  </a:lnTo>
                  <a:lnTo>
                    <a:pt x="6737769" y="0"/>
                  </a:lnTo>
                  <a:lnTo>
                    <a:pt x="6736057" y="0"/>
                  </a:lnTo>
                  <a:lnTo>
                    <a:pt x="6734346" y="0"/>
                  </a:lnTo>
                  <a:lnTo>
                    <a:pt x="6732634" y="0"/>
                  </a:lnTo>
                  <a:lnTo>
                    <a:pt x="6730923" y="0"/>
                  </a:lnTo>
                  <a:lnTo>
                    <a:pt x="6729212" y="0"/>
                  </a:lnTo>
                  <a:lnTo>
                    <a:pt x="6727500" y="0"/>
                  </a:lnTo>
                  <a:lnTo>
                    <a:pt x="6725789" y="0"/>
                  </a:lnTo>
                  <a:lnTo>
                    <a:pt x="6724077" y="0"/>
                  </a:lnTo>
                  <a:lnTo>
                    <a:pt x="6722366" y="0"/>
                  </a:lnTo>
                  <a:lnTo>
                    <a:pt x="6720655" y="0"/>
                  </a:lnTo>
                  <a:lnTo>
                    <a:pt x="6718943" y="0"/>
                  </a:lnTo>
                  <a:lnTo>
                    <a:pt x="6717232" y="0"/>
                  </a:lnTo>
                  <a:lnTo>
                    <a:pt x="6715520" y="0"/>
                  </a:lnTo>
                  <a:lnTo>
                    <a:pt x="6713809" y="0"/>
                  </a:lnTo>
                  <a:lnTo>
                    <a:pt x="6712098" y="0"/>
                  </a:lnTo>
                  <a:lnTo>
                    <a:pt x="6710386" y="0"/>
                  </a:lnTo>
                  <a:lnTo>
                    <a:pt x="6708675" y="0"/>
                  </a:lnTo>
                  <a:lnTo>
                    <a:pt x="6706963" y="0"/>
                  </a:lnTo>
                  <a:lnTo>
                    <a:pt x="6705252" y="0"/>
                  </a:lnTo>
                  <a:lnTo>
                    <a:pt x="6703541" y="0"/>
                  </a:lnTo>
                  <a:lnTo>
                    <a:pt x="6701829" y="0"/>
                  </a:lnTo>
                  <a:lnTo>
                    <a:pt x="6700118" y="0"/>
                  </a:lnTo>
                  <a:lnTo>
                    <a:pt x="6698406" y="0"/>
                  </a:lnTo>
                  <a:lnTo>
                    <a:pt x="6696695" y="0"/>
                  </a:lnTo>
                  <a:lnTo>
                    <a:pt x="6694984" y="0"/>
                  </a:lnTo>
                  <a:lnTo>
                    <a:pt x="6693272" y="0"/>
                  </a:lnTo>
                  <a:lnTo>
                    <a:pt x="6691561" y="0"/>
                  </a:lnTo>
                  <a:lnTo>
                    <a:pt x="6689849" y="0"/>
                  </a:lnTo>
                  <a:lnTo>
                    <a:pt x="6688138" y="0"/>
                  </a:lnTo>
                  <a:lnTo>
                    <a:pt x="6686427" y="0"/>
                  </a:lnTo>
                  <a:lnTo>
                    <a:pt x="6684715" y="0"/>
                  </a:lnTo>
                  <a:lnTo>
                    <a:pt x="6683004" y="0"/>
                  </a:lnTo>
                  <a:lnTo>
                    <a:pt x="6681292" y="0"/>
                  </a:lnTo>
                  <a:lnTo>
                    <a:pt x="6679581" y="0"/>
                  </a:lnTo>
                  <a:lnTo>
                    <a:pt x="6677870" y="0"/>
                  </a:lnTo>
                  <a:lnTo>
                    <a:pt x="6676158" y="0"/>
                  </a:lnTo>
                  <a:lnTo>
                    <a:pt x="6674447" y="0"/>
                  </a:lnTo>
                  <a:lnTo>
                    <a:pt x="6672735" y="0"/>
                  </a:lnTo>
                  <a:lnTo>
                    <a:pt x="6671024" y="0"/>
                  </a:lnTo>
                  <a:lnTo>
                    <a:pt x="6669313" y="0"/>
                  </a:lnTo>
                  <a:lnTo>
                    <a:pt x="6667601" y="0"/>
                  </a:lnTo>
                  <a:lnTo>
                    <a:pt x="6665890" y="0"/>
                  </a:lnTo>
                  <a:lnTo>
                    <a:pt x="6664178" y="0"/>
                  </a:lnTo>
                  <a:lnTo>
                    <a:pt x="6662467" y="0"/>
                  </a:lnTo>
                  <a:lnTo>
                    <a:pt x="6660756" y="0"/>
                  </a:lnTo>
                  <a:lnTo>
                    <a:pt x="6659044" y="0"/>
                  </a:lnTo>
                  <a:lnTo>
                    <a:pt x="6657333" y="0"/>
                  </a:lnTo>
                  <a:lnTo>
                    <a:pt x="6655621" y="0"/>
                  </a:lnTo>
                  <a:lnTo>
                    <a:pt x="6653910" y="0"/>
                  </a:lnTo>
                  <a:lnTo>
                    <a:pt x="6652199" y="0"/>
                  </a:lnTo>
                  <a:lnTo>
                    <a:pt x="6650487" y="0"/>
                  </a:lnTo>
                  <a:lnTo>
                    <a:pt x="6648776" y="0"/>
                  </a:lnTo>
                  <a:lnTo>
                    <a:pt x="6647064" y="0"/>
                  </a:lnTo>
                  <a:lnTo>
                    <a:pt x="6645353" y="0"/>
                  </a:lnTo>
                  <a:lnTo>
                    <a:pt x="6643642" y="0"/>
                  </a:lnTo>
                  <a:lnTo>
                    <a:pt x="6641930" y="0"/>
                  </a:lnTo>
                  <a:lnTo>
                    <a:pt x="6640219" y="0"/>
                  </a:lnTo>
                  <a:lnTo>
                    <a:pt x="6638508" y="0"/>
                  </a:lnTo>
                  <a:lnTo>
                    <a:pt x="6636796" y="0"/>
                  </a:lnTo>
                  <a:lnTo>
                    <a:pt x="6635085" y="0"/>
                  </a:lnTo>
                  <a:lnTo>
                    <a:pt x="6633373" y="0"/>
                  </a:lnTo>
                  <a:lnTo>
                    <a:pt x="6631662" y="0"/>
                  </a:lnTo>
                  <a:lnTo>
                    <a:pt x="6629951" y="0"/>
                  </a:lnTo>
                  <a:lnTo>
                    <a:pt x="6628239" y="0"/>
                  </a:lnTo>
                  <a:lnTo>
                    <a:pt x="6626528" y="0"/>
                  </a:lnTo>
                  <a:lnTo>
                    <a:pt x="6624816" y="0"/>
                  </a:lnTo>
                  <a:lnTo>
                    <a:pt x="6623105" y="0"/>
                  </a:lnTo>
                  <a:lnTo>
                    <a:pt x="6621394" y="0"/>
                  </a:lnTo>
                  <a:lnTo>
                    <a:pt x="6619682" y="0"/>
                  </a:lnTo>
                  <a:lnTo>
                    <a:pt x="6617971" y="0"/>
                  </a:lnTo>
                  <a:lnTo>
                    <a:pt x="6616259" y="0"/>
                  </a:lnTo>
                  <a:lnTo>
                    <a:pt x="6614548" y="0"/>
                  </a:lnTo>
                  <a:lnTo>
                    <a:pt x="6612837" y="0"/>
                  </a:lnTo>
                  <a:lnTo>
                    <a:pt x="6611125" y="0"/>
                  </a:lnTo>
                  <a:lnTo>
                    <a:pt x="6609414" y="0"/>
                  </a:lnTo>
                  <a:lnTo>
                    <a:pt x="6607702" y="0"/>
                  </a:lnTo>
                  <a:lnTo>
                    <a:pt x="6605991" y="0"/>
                  </a:lnTo>
                  <a:lnTo>
                    <a:pt x="6604280" y="0"/>
                  </a:lnTo>
                  <a:lnTo>
                    <a:pt x="6602568" y="0"/>
                  </a:lnTo>
                  <a:lnTo>
                    <a:pt x="6600857" y="0"/>
                  </a:lnTo>
                  <a:lnTo>
                    <a:pt x="6599145" y="0"/>
                  </a:lnTo>
                  <a:lnTo>
                    <a:pt x="6597434" y="0"/>
                  </a:lnTo>
                  <a:lnTo>
                    <a:pt x="6595723" y="0"/>
                  </a:lnTo>
                  <a:lnTo>
                    <a:pt x="6594011" y="0"/>
                  </a:lnTo>
                  <a:lnTo>
                    <a:pt x="6592300" y="0"/>
                  </a:lnTo>
                  <a:lnTo>
                    <a:pt x="6590588" y="0"/>
                  </a:lnTo>
                  <a:lnTo>
                    <a:pt x="6588877" y="0"/>
                  </a:lnTo>
                  <a:lnTo>
                    <a:pt x="6587166" y="0"/>
                  </a:lnTo>
                  <a:lnTo>
                    <a:pt x="6585454" y="0"/>
                  </a:lnTo>
                  <a:lnTo>
                    <a:pt x="6583743" y="0"/>
                  </a:lnTo>
                  <a:lnTo>
                    <a:pt x="6582031" y="0"/>
                  </a:lnTo>
                  <a:lnTo>
                    <a:pt x="6580320" y="0"/>
                  </a:lnTo>
                  <a:lnTo>
                    <a:pt x="6578609" y="0"/>
                  </a:lnTo>
                  <a:lnTo>
                    <a:pt x="6576897" y="0"/>
                  </a:lnTo>
                  <a:lnTo>
                    <a:pt x="6575186" y="0"/>
                  </a:lnTo>
                  <a:lnTo>
                    <a:pt x="6573474" y="0"/>
                  </a:lnTo>
                  <a:lnTo>
                    <a:pt x="6571763" y="0"/>
                  </a:lnTo>
                  <a:lnTo>
                    <a:pt x="6570052" y="0"/>
                  </a:lnTo>
                  <a:lnTo>
                    <a:pt x="6568340" y="0"/>
                  </a:lnTo>
                  <a:lnTo>
                    <a:pt x="6566629" y="0"/>
                  </a:lnTo>
                  <a:lnTo>
                    <a:pt x="6564917" y="0"/>
                  </a:lnTo>
                  <a:lnTo>
                    <a:pt x="6563206" y="0"/>
                  </a:lnTo>
                  <a:lnTo>
                    <a:pt x="6561495" y="0"/>
                  </a:lnTo>
                  <a:lnTo>
                    <a:pt x="6559783" y="0"/>
                  </a:lnTo>
                  <a:lnTo>
                    <a:pt x="6558072" y="0"/>
                  </a:lnTo>
                  <a:lnTo>
                    <a:pt x="6556360" y="0"/>
                  </a:lnTo>
                  <a:lnTo>
                    <a:pt x="6554649" y="0"/>
                  </a:lnTo>
                  <a:lnTo>
                    <a:pt x="6552938" y="0"/>
                  </a:lnTo>
                  <a:lnTo>
                    <a:pt x="6551226" y="0"/>
                  </a:lnTo>
                  <a:lnTo>
                    <a:pt x="6549515" y="0"/>
                  </a:lnTo>
                  <a:lnTo>
                    <a:pt x="6547803" y="0"/>
                  </a:lnTo>
                  <a:lnTo>
                    <a:pt x="6546092" y="0"/>
                  </a:lnTo>
                  <a:lnTo>
                    <a:pt x="6544381" y="0"/>
                  </a:lnTo>
                  <a:lnTo>
                    <a:pt x="6542669" y="0"/>
                  </a:lnTo>
                  <a:lnTo>
                    <a:pt x="6540958" y="0"/>
                  </a:lnTo>
                  <a:lnTo>
                    <a:pt x="6539246" y="0"/>
                  </a:lnTo>
                  <a:lnTo>
                    <a:pt x="6537535" y="0"/>
                  </a:lnTo>
                  <a:lnTo>
                    <a:pt x="6535824" y="0"/>
                  </a:lnTo>
                  <a:lnTo>
                    <a:pt x="6534112" y="0"/>
                  </a:lnTo>
                  <a:lnTo>
                    <a:pt x="6532401" y="0"/>
                  </a:lnTo>
                  <a:lnTo>
                    <a:pt x="6530690" y="0"/>
                  </a:lnTo>
                  <a:lnTo>
                    <a:pt x="6528978" y="0"/>
                  </a:lnTo>
                  <a:lnTo>
                    <a:pt x="6527267" y="0"/>
                  </a:lnTo>
                  <a:lnTo>
                    <a:pt x="6525555" y="0"/>
                  </a:lnTo>
                  <a:lnTo>
                    <a:pt x="6523844" y="0"/>
                  </a:lnTo>
                  <a:lnTo>
                    <a:pt x="6522133" y="0"/>
                  </a:lnTo>
                  <a:lnTo>
                    <a:pt x="6520421" y="0"/>
                  </a:lnTo>
                  <a:lnTo>
                    <a:pt x="6518710" y="0"/>
                  </a:lnTo>
                  <a:lnTo>
                    <a:pt x="6516998" y="0"/>
                  </a:lnTo>
                  <a:lnTo>
                    <a:pt x="6515287" y="0"/>
                  </a:lnTo>
                  <a:lnTo>
                    <a:pt x="6513576" y="0"/>
                  </a:lnTo>
                  <a:lnTo>
                    <a:pt x="6511864" y="0"/>
                  </a:lnTo>
                  <a:lnTo>
                    <a:pt x="6510153" y="0"/>
                  </a:lnTo>
                  <a:lnTo>
                    <a:pt x="6508441" y="0"/>
                  </a:lnTo>
                  <a:lnTo>
                    <a:pt x="6506730" y="0"/>
                  </a:lnTo>
                  <a:lnTo>
                    <a:pt x="6505019" y="0"/>
                  </a:lnTo>
                  <a:lnTo>
                    <a:pt x="6503307" y="0"/>
                  </a:lnTo>
                  <a:lnTo>
                    <a:pt x="6501596" y="0"/>
                  </a:lnTo>
                  <a:lnTo>
                    <a:pt x="6499884" y="0"/>
                  </a:lnTo>
                  <a:lnTo>
                    <a:pt x="6498173" y="0"/>
                  </a:lnTo>
                  <a:lnTo>
                    <a:pt x="6496462" y="0"/>
                  </a:lnTo>
                  <a:lnTo>
                    <a:pt x="6494750" y="0"/>
                  </a:lnTo>
                  <a:lnTo>
                    <a:pt x="6493039" y="0"/>
                  </a:lnTo>
                  <a:lnTo>
                    <a:pt x="6491327" y="0"/>
                  </a:lnTo>
                  <a:lnTo>
                    <a:pt x="6489616" y="0"/>
                  </a:lnTo>
                  <a:lnTo>
                    <a:pt x="6487905" y="0"/>
                  </a:lnTo>
                  <a:lnTo>
                    <a:pt x="6486193" y="0"/>
                  </a:lnTo>
                  <a:lnTo>
                    <a:pt x="6484482" y="0"/>
                  </a:lnTo>
                  <a:lnTo>
                    <a:pt x="6482770" y="0"/>
                  </a:lnTo>
                  <a:lnTo>
                    <a:pt x="6481059" y="0"/>
                  </a:lnTo>
                  <a:lnTo>
                    <a:pt x="6479348" y="0"/>
                  </a:lnTo>
                  <a:lnTo>
                    <a:pt x="6477636" y="0"/>
                  </a:lnTo>
                  <a:lnTo>
                    <a:pt x="6475925" y="0"/>
                  </a:lnTo>
                  <a:lnTo>
                    <a:pt x="6474213" y="0"/>
                  </a:lnTo>
                  <a:lnTo>
                    <a:pt x="6472502" y="0"/>
                  </a:lnTo>
                  <a:lnTo>
                    <a:pt x="6470791" y="0"/>
                  </a:lnTo>
                  <a:lnTo>
                    <a:pt x="6469079" y="0"/>
                  </a:lnTo>
                  <a:lnTo>
                    <a:pt x="6467368" y="0"/>
                  </a:lnTo>
                  <a:lnTo>
                    <a:pt x="6465656" y="0"/>
                  </a:lnTo>
                  <a:lnTo>
                    <a:pt x="6463945" y="0"/>
                  </a:lnTo>
                  <a:lnTo>
                    <a:pt x="6462234" y="0"/>
                  </a:lnTo>
                  <a:lnTo>
                    <a:pt x="6460522" y="0"/>
                  </a:lnTo>
                  <a:lnTo>
                    <a:pt x="6458811" y="0"/>
                  </a:lnTo>
                  <a:lnTo>
                    <a:pt x="6457099" y="0"/>
                  </a:lnTo>
                  <a:lnTo>
                    <a:pt x="6455388" y="0"/>
                  </a:lnTo>
                  <a:lnTo>
                    <a:pt x="6453677" y="0"/>
                  </a:lnTo>
                  <a:lnTo>
                    <a:pt x="6451965" y="0"/>
                  </a:lnTo>
                  <a:lnTo>
                    <a:pt x="6450254" y="0"/>
                  </a:lnTo>
                  <a:lnTo>
                    <a:pt x="6448542" y="0"/>
                  </a:lnTo>
                  <a:lnTo>
                    <a:pt x="6446831" y="0"/>
                  </a:lnTo>
                  <a:lnTo>
                    <a:pt x="6445120" y="0"/>
                  </a:lnTo>
                  <a:lnTo>
                    <a:pt x="6443408" y="0"/>
                  </a:lnTo>
                  <a:lnTo>
                    <a:pt x="6441697" y="0"/>
                  </a:lnTo>
                  <a:lnTo>
                    <a:pt x="6439985" y="0"/>
                  </a:lnTo>
                  <a:lnTo>
                    <a:pt x="6438274" y="0"/>
                  </a:lnTo>
                  <a:lnTo>
                    <a:pt x="6436563" y="0"/>
                  </a:lnTo>
                  <a:lnTo>
                    <a:pt x="6434851" y="0"/>
                  </a:lnTo>
                  <a:lnTo>
                    <a:pt x="6433140" y="0"/>
                  </a:lnTo>
                  <a:lnTo>
                    <a:pt x="6431428" y="0"/>
                  </a:lnTo>
                  <a:lnTo>
                    <a:pt x="6429717" y="0"/>
                  </a:lnTo>
                  <a:lnTo>
                    <a:pt x="6428006" y="0"/>
                  </a:lnTo>
                  <a:lnTo>
                    <a:pt x="6426294" y="0"/>
                  </a:lnTo>
                  <a:lnTo>
                    <a:pt x="6424583" y="0"/>
                  </a:lnTo>
                  <a:lnTo>
                    <a:pt x="6422872" y="0"/>
                  </a:lnTo>
                  <a:lnTo>
                    <a:pt x="6421160" y="0"/>
                  </a:lnTo>
                  <a:lnTo>
                    <a:pt x="6419449" y="0"/>
                  </a:lnTo>
                  <a:lnTo>
                    <a:pt x="6417737" y="0"/>
                  </a:lnTo>
                  <a:lnTo>
                    <a:pt x="6416026" y="0"/>
                  </a:lnTo>
                  <a:lnTo>
                    <a:pt x="6414315" y="0"/>
                  </a:lnTo>
                  <a:lnTo>
                    <a:pt x="6412603" y="0"/>
                  </a:lnTo>
                  <a:lnTo>
                    <a:pt x="6410892" y="0"/>
                  </a:lnTo>
                  <a:lnTo>
                    <a:pt x="6409180" y="0"/>
                  </a:lnTo>
                  <a:lnTo>
                    <a:pt x="6407469" y="0"/>
                  </a:lnTo>
                  <a:lnTo>
                    <a:pt x="6405758" y="0"/>
                  </a:lnTo>
                  <a:lnTo>
                    <a:pt x="6404046" y="0"/>
                  </a:lnTo>
                  <a:lnTo>
                    <a:pt x="6402335" y="0"/>
                  </a:lnTo>
                  <a:lnTo>
                    <a:pt x="6400623" y="0"/>
                  </a:lnTo>
                  <a:lnTo>
                    <a:pt x="6398912" y="0"/>
                  </a:lnTo>
                  <a:lnTo>
                    <a:pt x="6397201" y="0"/>
                  </a:lnTo>
                  <a:lnTo>
                    <a:pt x="6395489" y="0"/>
                  </a:lnTo>
                  <a:lnTo>
                    <a:pt x="6393778" y="0"/>
                  </a:lnTo>
                  <a:lnTo>
                    <a:pt x="6392066" y="0"/>
                  </a:lnTo>
                  <a:lnTo>
                    <a:pt x="6390355" y="0"/>
                  </a:lnTo>
                  <a:lnTo>
                    <a:pt x="6388644" y="0"/>
                  </a:lnTo>
                  <a:lnTo>
                    <a:pt x="6386932" y="0"/>
                  </a:lnTo>
                  <a:lnTo>
                    <a:pt x="6385221" y="0"/>
                  </a:lnTo>
                  <a:lnTo>
                    <a:pt x="6383509" y="0"/>
                  </a:lnTo>
                  <a:lnTo>
                    <a:pt x="6381798" y="0"/>
                  </a:lnTo>
                  <a:lnTo>
                    <a:pt x="6380087" y="0"/>
                  </a:lnTo>
                  <a:lnTo>
                    <a:pt x="6378375" y="0"/>
                  </a:lnTo>
                  <a:lnTo>
                    <a:pt x="6376664" y="0"/>
                  </a:lnTo>
                  <a:lnTo>
                    <a:pt x="6374952" y="0"/>
                  </a:lnTo>
                  <a:lnTo>
                    <a:pt x="6373241" y="0"/>
                  </a:lnTo>
                  <a:lnTo>
                    <a:pt x="6371530" y="0"/>
                  </a:lnTo>
                  <a:lnTo>
                    <a:pt x="6369818" y="0"/>
                  </a:lnTo>
                  <a:lnTo>
                    <a:pt x="6368107" y="0"/>
                  </a:lnTo>
                  <a:lnTo>
                    <a:pt x="6366395" y="0"/>
                  </a:lnTo>
                  <a:lnTo>
                    <a:pt x="6364684" y="0"/>
                  </a:lnTo>
                  <a:lnTo>
                    <a:pt x="6362973" y="0"/>
                  </a:lnTo>
                  <a:lnTo>
                    <a:pt x="6361261" y="0"/>
                  </a:lnTo>
                  <a:lnTo>
                    <a:pt x="6359550" y="0"/>
                  </a:lnTo>
                  <a:lnTo>
                    <a:pt x="6357838" y="0"/>
                  </a:lnTo>
                  <a:lnTo>
                    <a:pt x="6356127" y="0"/>
                  </a:lnTo>
                  <a:lnTo>
                    <a:pt x="6354416" y="0"/>
                  </a:lnTo>
                  <a:lnTo>
                    <a:pt x="6352704" y="0"/>
                  </a:lnTo>
                  <a:lnTo>
                    <a:pt x="6350993" y="0"/>
                  </a:lnTo>
                  <a:lnTo>
                    <a:pt x="6349281" y="0"/>
                  </a:lnTo>
                  <a:lnTo>
                    <a:pt x="6347570" y="0"/>
                  </a:lnTo>
                  <a:lnTo>
                    <a:pt x="6345859" y="0"/>
                  </a:lnTo>
                  <a:lnTo>
                    <a:pt x="6344147" y="0"/>
                  </a:lnTo>
                  <a:lnTo>
                    <a:pt x="6342436" y="0"/>
                  </a:lnTo>
                  <a:lnTo>
                    <a:pt x="6340724" y="0"/>
                  </a:lnTo>
                  <a:lnTo>
                    <a:pt x="6339013" y="0"/>
                  </a:lnTo>
                  <a:lnTo>
                    <a:pt x="6337302" y="0"/>
                  </a:lnTo>
                  <a:lnTo>
                    <a:pt x="6335590" y="0"/>
                  </a:lnTo>
                  <a:lnTo>
                    <a:pt x="6333879" y="0"/>
                  </a:lnTo>
                  <a:lnTo>
                    <a:pt x="6332167" y="0"/>
                  </a:lnTo>
                  <a:lnTo>
                    <a:pt x="6330456" y="0"/>
                  </a:lnTo>
                  <a:lnTo>
                    <a:pt x="6328745" y="0"/>
                  </a:lnTo>
                  <a:lnTo>
                    <a:pt x="6327033" y="0"/>
                  </a:lnTo>
                  <a:lnTo>
                    <a:pt x="6325322" y="0"/>
                  </a:lnTo>
                  <a:lnTo>
                    <a:pt x="6323611" y="0"/>
                  </a:lnTo>
                  <a:lnTo>
                    <a:pt x="6321899" y="0"/>
                  </a:lnTo>
                  <a:lnTo>
                    <a:pt x="6320188" y="0"/>
                  </a:lnTo>
                  <a:lnTo>
                    <a:pt x="6318476" y="0"/>
                  </a:lnTo>
                  <a:lnTo>
                    <a:pt x="6316765" y="0"/>
                  </a:lnTo>
                  <a:lnTo>
                    <a:pt x="6315054" y="0"/>
                  </a:lnTo>
                  <a:lnTo>
                    <a:pt x="6313342" y="0"/>
                  </a:lnTo>
                  <a:lnTo>
                    <a:pt x="6311631" y="0"/>
                  </a:lnTo>
                  <a:lnTo>
                    <a:pt x="6309919" y="0"/>
                  </a:lnTo>
                  <a:lnTo>
                    <a:pt x="6308208" y="0"/>
                  </a:lnTo>
                  <a:lnTo>
                    <a:pt x="6306497" y="0"/>
                  </a:lnTo>
                  <a:lnTo>
                    <a:pt x="6304785" y="0"/>
                  </a:lnTo>
                  <a:lnTo>
                    <a:pt x="6303074" y="0"/>
                  </a:lnTo>
                  <a:lnTo>
                    <a:pt x="6301362" y="0"/>
                  </a:lnTo>
                  <a:lnTo>
                    <a:pt x="6299651" y="0"/>
                  </a:lnTo>
                  <a:lnTo>
                    <a:pt x="6297940" y="0"/>
                  </a:lnTo>
                  <a:lnTo>
                    <a:pt x="6296228" y="0"/>
                  </a:lnTo>
                  <a:lnTo>
                    <a:pt x="6294517" y="0"/>
                  </a:lnTo>
                  <a:lnTo>
                    <a:pt x="6292805" y="0"/>
                  </a:lnTo>
                  <a:lnTo>
                    <a:pt x="6291094" y="0"/>
                  </a:lnTo>
                  <a:lnTo>
                    <a:pt x="6289383" y="0"/>
                  </a:lnTo>
                  <a:lnTo>
                    <a:pt x="6287671" y="0"/>
                  </a:lnTo>
                  <a:lnTo>
                    <a:pt x="6285960" y="0"/>
                  </a:lnTo>
                  <a:lnTo>
                    <a:pt x="6284248" y="0"/>
                  </a:lnTo>
                  <a:lnTo>
                    <a:pt x="6282537" y="0"/>
                  </a:lnTo>
                  <a:lnTo>
                    <a:pt x="6280826" y="0"/>
                  </a:lnTo>
                  <a:lnTo>
                    <a:pt x="6279114" y="0"/>
                  </a:lnTo>
                  <a:lnTo>
                    <a:pt x="6277403" y="0"/>
                  </a:lnTo>
                  <a:lnTo>
                    <a:pt x="6275691" y="0"/>
                  </a:lnTo>
                  <a:lnTo>
                    <a:pt x="6273980" y="0"/>
                  </a:lnTo>
                  <a:lnTo>
                    <a:pt x="6272269" y="0"/>
                  </a:lnTo>
                  <a:lnTo>
                    <a:pt x="6270557" y="0"/>
                  </a:lnTo>
                  <a:lnTo>
                    <a:pt x="6268846" y="0"/>
                  </a:lnTo>
                  <a:lnTo>
                    <a:pt x="6267134" y="0"/>
                  </a:lnTo>
                  <a:lnTo>
                    <a:pt x="6265423" y="0"/>
                  </a:lnTo>
                  <a:lnTo>
                    <a:pt x="6263712" y="0"/>
                  </a:lnTo>
                  <a:lnTo>
                    <a:pt x="6262000" y="0"/>
                  </a:lnTo>
                  <a:lnTo>
                    <a:pt x="6260289" y="0"/>
                  </a:lnTo>
                  <a:lnTo>
                    <a:pt x="6258577" y="0"/>
                  </a:lnTo>
                  <a:lnTo>
                    <a:pt x="6256866" y="0"/>
                  </a:lnTo>
                  <a:lnTo>
                    <a:pt x="6255155" y="0"/>
                  </a:lnTo>
                  <a:lnTo>
                    <a:pt x="6253443" y="0"/>
                  </a:lnTo>
                  <a:lnTo>
                    <a:pt x="6251732" y="0"/>
                  </a:lnTo>
                  <a:lnTo>
                    <a:pt x="6250020" y="0"/>
                  </a:lnTo>
                  <a:lnTo>
                    <a:pt x="6248309" y="0"/>
                  </a:lnTo>
                  <a:lnTo>
                    <a:pt x="6246598" y="0"/>
                  </a:lnTo>
                  <a:lnTo>
                    <a:pt x="6244886" y="0"/>
                  </a:lnTo>
                  <a:lnTo>
                    <a:pt x="6243175" y="0"/>
                  </a:lnTo>
                  <a:lnTo>
                    <a:pt x="6241463" y="0"/>
                  </a:lnTo>
                  <a:lnTo>
                    <a:pt x="6239752" y="0"/>
                  </a:lnTo>
                  <a:lnTo>
                    <a:pt x="6238041" y="0"/>
                  </a:lnTo>
                  <a:lnTo>
                    <a:pt x="6236329" y="0"/>
                  </a:lnTo>
                  <a:lnTo>
                    <a:pt x="6234618" y="0"/>
                  </a:lnTo>
                  <a:lnTo>
                    <a:pt x="6232906" y="0"/>
                  </a:lnTo>
                  <a:lnTo>
                    <a:pt x="6231195" y="0"/>
                  </a:lnTo>
                  <a:lnTo>
                    <a:pt x="6229484" y="0"/>
                  </a:lnTo>
                  <a:lnTo>
                    <a:pt x="6227772" y="0"/>
                  </a:lnTo>
                  <a:lnTo>
                    <a:pt x="6226061" y="0"/>
                  </a:lnTo>
                  <a:lnTo>
                    <a:pt x="6224349" y="0"/>
                  </a:lnTo>
                  <a:lnTo>
                    <a:pt x="6222638" y="0"/>
                  </a:lnTo>
                  <a:lnTo>
                    <a:pt x="6220927" y="0"/>
                  </a:lnTo>
                  <a:lnTo>
                    <a:pt x="6219215" y="0"/>
                  </a:lnTo>
                  <a:lnTo>
                    <a:pt x="6217504" y="0"/>
                  </a:lnTo>
                  <a:lnTo>
                    <a:pt x="6215793" y="0"/>
                  </a:lnTo>
                  <a:lnTo>
                    <a:pt x="6214081" y="0"/>
                  </a:lnTo>
                  <a:lnTo>
                    <a:pt x="6212370" y="0"/>
                  </a:lnTo>
                  <a:lnTo>
                    <a:pt x="6210658" y="0"/>
                  </a:lnTo>
                  <a:lnTo>
                    <a:pt x="6208947" y="0"/>
                  </a:lnTo>
                  <a:lnTo>
                    <a:pt x="6207236" y="0"/>
                  </a:lnTo>
                  <a:lnTo>
                    <a:pt x="6205524" y="0"/>
                  </a:lnTo>
                  <a:lnTo>
                    <a:pt x="6203813" y="0"/>
                  </a:lnTo>
                  <a:lnTo>
                    <a:pt x="6202101" y="0"/>
                  </a:lnTo>
                  <a:lnTo>
                    <a:pt x="6200390" y="0"/>
                  </a:lnTo>
                  <a:lnTo>
                    <a:pt x="6198679" y="0"/>
                  </a:lnTo>
                  <a:lnTo>
                    <a:pt x="6196967" y="0"/>
                  </a:lnTo>
                  <a:lnTo>
                    <a:pt x="6195256" y="0"/>
                  </a:lnTo>
                  <a:lnTo>
                    <a:pt x="6193544" y="0"/>
                  </a:lnTo>
                  <a:lnTo>
                    <a:pt x="6191833" y="0"/>
                  </a:lnTo>
                  <a:lnTo>
                    <a:pt x="6190122" y="0"/>
                  </a:lnTo>
                  <a:lnTo>
                    <a:pt x="6188410" y="0"/>
                  </a:lnTo>
                  <a:lnTo>
                    <a:pt x="6186699" y="0"/>
                  </a:lnTo>
                  <a:lnTo>
                    <a:pt x="6184987" y="0"/>
                  </a:lnTo>
                  <a:lnTo>
                    <a:pt x="6183276" y="0"/>
                  </a:lnTo>
                  <a:lnTo>
                    <a:pt x="6181565" y="0"/>
                  </a:lnTo>
                  <a:lnTo>
                    <a:pt x="6179853" y="0"/>
                  </a:lnTo>
                  <a:lnTo>
                    <a:pt x="6178142" y="0"/>
                  </a:lnTo>
                  <a:lnTo>
                    <a:pt x="6176430" y="0"/>
                  </a:lnTo>
                  <a:lnTo>
                    <a:pt x="6174719" y="0"/>
                  </a:lnTo>
                  <a:lnTo>
                    <a:pt x="6173008" y="0"/>
                  </a:lnTo>
                  <a:lnTo>
                    <a:pt x="6171296" y="0"/>
                  </a:lnTo>
                  <a:lnTo>
                    <a:pt x="6169585" y="0"/>
                  </a:lnTo>
                  <a:lnTo>
                    <a:pt x="6167873" y="0"/>
                  </a:lnTo>
                  <a:lnTo>
                    <a:pt x="6166162" y="0"/>
                  </a:lnTo>
                  <a:lnTo>
                    <a:pt x="6164451" y="0"/>
                  </a:lnTo>
                  <a:lnTo>
                    <a:pt x="6162739" y="0"/>
                  </a:lnTo>
                  <a:lnTo>
                    <a:pt x="6161028" y="0"/>
                  </a:lnTo>
                  <a:lnTo>
                    <a:pt x="6159316" y="0"/>
                  </a:lnTo>
                  <a:lnTo>
                    <a:pt x="6157605" y="0"/>
                  </a:lnTo>
                  <a:lnTo>
                    <a:pt x="6155894" y="0"/>
                  </a:lnTo>
                  <a:lnTo>
                    <a:pt x="6154182" y="0"/>
                  </a:lnTo>
                  <a:lnTo>
                    <a:pt x="6152471" y="0"/>
                  </a:lnTo>
                  <a:lnTo>
                    <a:pt x="6150759" y="0"/>
                  </a:lnTo>
                  <a:lnTo>
                    <a:pt x="6149048" y="0"/>
                  </a:lnTo>
                  <a:lnTo>
                    <a:pt x="6147337" y="0"/>
                  </a:lnTo>
                  <a:lnTo>
                    <a:pt x="6145625" y="0"/>
                  </a:lnTo>
                  <a:lnTo>
                    <a:pt x="6143914" y="0"/>
                  </a:lnTo>
                  <a:lnTo>
                    <a:pt x="6142202" y="0"/>
                  </a:lnTo>
                  <a:lnTo>
                    <a:pt x="6140491" y="0"/>
                  </a:lnTo>
                  <a:lnTo>
                    <a:pt x="6138780" y="0"/>
                  </a:lnTo>
                  <a:lnTo>
                    <a:pt x="6137068" y="0"/>
                  </a:lnTo>
                  <a:lnTo>
                    <a:pt x="6135357" y="0"/>
                  </a:lnTo>
                  <a:lnTo>
                    <a:pt x="6133645" y="0"/>
                  </a:lnTo>
                  <a:lnTo>
                    <a:pt x="6131934" y="0"/>
                  </a:lnTo>
                  <a:lnTo>
                    <a:pt x="6130223" y="0"/>
                  </a:lnTo>
                  <a:lnTo>
                    <a:pt x="6128511" y="0"/>
                  </a:lnTo>
                  <a:lnTo>
                    <a:pt x="6126800" y="0"/>
                  </a:lnTo>
                  <a:lnTo>
                    <a:pt x="6125088" y="0"/>
                  </a:lnTo>
                  <a:lnTo>
                    <a:pt x="6123377" y="0"/>
                  </a:lnTo>
                  <a:lnTo>
                    <a:pt x="6121666" y="0"/>
                  </a:lnTo>
                  <a:lnTo>
                    <a:pt x="6119954" y="0"/>
                  </a:lnTo>
                  <a:lnTo>
                    <a:pt x="6118243" y="0"/>
                  </a:lnTo>
                  <a:lnTo>
                    <a:pt x="6116531" y="0"/>
                  </a:lnTo>
                  <a:lnTo>
                    <a:pt x="6114820" y="0"/>
                  </a:lnTo>
                  <a:lnTo>
                    <a:pt x="6113109" y="0"/>
                  </a:lnTo>
                  <a:lnTo>
                    <a:pt x="6111397" y="0"/>
                  </a:lnTo>
                  <a:lnTo>
                    <a:pt x="6109686" y="0"/>
                  </a:lnTo>
                  <a:lnTo>
                    <a:pt x="6107975" y="0"/>
                  </a:lnTo>
                  <a:lnTo>
                    <a:pt x="6106263" y="0"/>
                  </a:lnTo>
                  <a:lnTo>
                    <a:pt x="6104552" y="0"/>
                  </a:lnTo>
                  <a:lnTo>
                    <a:pt x="6102840" y="0"/>
                  </a:lnTo>
                  <a:lnTo>
                    <a:pt x="6101129" y="0"/>
                  </a:lnTo>
                  <a:lnTo>
                    <a:pt x="6099418" y="0"/>
                  </a:lnTo>
                  <a:lnTo>
                    <a:pt x="6097706" y="0"/>
                  </a:lnTo>
                  <a:lnTo>
                    <a:pt x="6095995" y="0"/>
                  </a:lnTo>
                  <a:lnTo>
                    <a:pt x="6094283" y="0"/>
                  </a:lnTo>
                  <a:lnTo>
                    <a:pt x="6092572" y="0"/>
                  </a:lnTo>
                  <a:lnTo>
                    <a:pt x="6090861" y="0"/>
                  </a:lnTo>
                  <a:lnTo>
                    <a:pt x="6089149" y="0"/>
                  </a:lnTo>
                  <a:lnTo>
                    <a:pt x="6087438" y="0"/>
                  </a:lnTo>
                  <a:lnTo>
                    <a:pt x="6085726" y="0"/>
                  </a:lnTo>
                  <a:lnTo>
                    <a:pt x="6084015" y="0"/>
                  </a:lnTo>
                  <a:lnTo>
                    <a:pt x="6082304" y="0"/>
                  </a:lnTo>
                  <a:lnTo>
                    <a:pt x="6080592" y="0"/>
                  </a:lnTo>
                  <a:lnTo>
                    <a:pt x="6078881" y="0"/>
                  </a:lnTo>
                  <a:lnTo>
                    <a:pt x="6077169" y="0"/>
                  </a:lnTo>
                  <a:lnTo>
                    <a:pt x="6075458" y="0"/>
                  </a:lnTo>
                  <a:lnTo>
                    <a:pt x="6073747" y="0"/>
                  </a:lnTo>
                  <a:lnTo>
                    <a:pt x="6072035" y="0"/>
                  </a:lnTo>
                  <a:lnTo>
                    <a:pt x="6070324" y="0"/>
                  </a:lnTo>
                  <a:lnTo>
                    <a:pt x="6068612" y="0"/>
                  </a:lnTo>
                  <a:lnTo>
                    <a:pt x="6066901" y="0"/>
                  </a:lnTo>
                  <a:lnTo>
                    <a:pt x="6065190" y="0"/>
                  </a:lnTo>
                  <a:lnTo>
                    <a:pt x="6063478" y="0"/>
                  </a:lnTo>
                  <a:lnTo>
                    <a:pt x="6061767" y="0"/>
                  </a:lnTo>
                  <a:lnTo>
                    <a:pt x="6060055" y="0"/>
                  </a:lnTo>
                  <a:lnTo>
                    <a:pt x="6058344" y="0"/>
                  </a:lnTo>
                  <a:lnTo>
                    <a:pt x="6056633" y="0"/>
                  </a:lnTo>
                  <a:lnTo>
                    <a:pt x="6054921" y="0"/>
                  </a:lnTo>
                  <a:lnTo>
                    <a:pt x="6053210" y="0"/>
                  </a:lnTo>
                  <a:lnTo>
                    <a:pt x="6051498" y="0"/>
                  </a:lnTo>
                  <a:lnTo>
                    <a:pt x="6049787" y="0"/>
                  </a:lnTo>
                  <a:lnTo>
                    <a:pt x="6048076" y="0"/>
                  </a:lnTo>
                  <a:lnTo>
                    <a:pt x="6046364" y="0"/>
                  </a:lnTo>
                  <a:lnTo>
                    <a:pt x="6044653" y="0"/>
                  </a:lnTo>
                  <a:lnTo>
                    <a:pt x="6042941" y="0"/>
                  </a:lnTo>
                  <a:lnTo>
                    <a:pt x="6041230" y="0"/>
                  </a:lnTo>
                  <a:lnTo>
                    <a:pt x="6039519" y="0"/>
                  </a:lnTo>
                  <a:lnTo>
                    <a:pt x="6037807" y="0"/>
                  </a:lnTo>
                  <a:lnTo>
                    <a:pt x="6036096" y="0"/>
                  </a:lnTo>
                  <a:lnTo>
                    <a:pt x="6034384" y="0"/>
                  </a:lnTo>
                  <a:lnTo>
                    <a:pt x="6032673" y="0"/>
                  </a:lnTo>
                  <a:lnTo>
                    <a:pt x="6030962" y="0"/>
                  </a:lnTo>
                  <a:lnTo>
                    <a:pt x="6029250" y="0"/>
                  </a:lnTo>
                  <a:lnTo>
                    <a:pt x="6027539" y="0"/>
                  </a:lnTo>
                  <a:lnTo>
                    <a:pt x="6025827" y="0"/>
                  </a:lnTo>
                  <a:lnTo>
                    <a:pt x="6024116" y="0"/>
                  </a:lnTo>
                  <a:lnTo>
                    <a:pt x="6022405" y="0"/>
                  </a:lnTo>
                  <a:lnTo>
                    <a:pt x="6020693" y="0"/>
                  </a:lnTo>
                  <a:lnTo>
                    <a:pt x="6018982" y="0"/>
                  </a:lnTo>
                  <a:lnTo>
                    <a:pt x="6017270" y="0"/>
                  </a:lnTo>
                  <a:lnTo>
                    <a:pt x="6015559" y="0"/>
                  </a:lnTo>
                  <a:lnTo>
                    <a:pt x="6013848" y="0"/>
                  </a:lnTo>
                  <a:lnTo>
                    <a:pt x="6012136" y="0"/>
                  </a:lnTo>
                  <a:lnTo>
                    <a:pt x="6010425" y="0"/>
                  </a:lnTo>
                  <a:lnTo>
                    <a:pt x="6008713" y="0"/>
                  </a:lnTo>
                  <a:lnTo>
                    <a:pt x="6007002" y="0"/>
                  </a:lnTo>
                  <a:lnTo>
                    <a:pt x="6005291" y="0"/>
                  </a:lnTo>
                  <a:lnTo>
                    <a:pt x="6003579" y="0"/>
                  </a:lnTo>
                  <a:lnTo>
                    <a:pt x="6001868" y="0"/>
                  </a:lnTo>
                  <a:lnTo>
                    <a:pt x="6000157" y="0"/>
                  </a:lnTo>
                  <a:lnTo>
                    <a:pt x="5998445" y="0"/>
                  </a:lnTo>
                  <a:lnTo>
                    <a:pt x="5996734" y="0"/>
                  </a:lnTo>
                  <a:lnTo>
                    <a:pt x="5995022" y="0"/>
                  </a:lnTo>
                  <a:lnTo>
                    <a:pt x="5993311" y="0"/>
                  </a:lnTo>
                  <a:lnTo>
                    <a:pt x="5991600" y="0"/>
                  </a:lnTo>
                  <a:lnTo>
                    <a:pt x="5989888" y="0"/>
                  </a:lnTo>
                  <a:lnTo>
                    <a:pt x="5988177" y="0"/>
                  </a:lnTo>
                  <a:lnTo>
                    <a:pt x="5986465" y="0"/>
                  </a:lnTo>
                  <a:lnTo>
                    <a:pt x="5984754" y="0"/>
                  </a:lnTo>
                  <a:lnTo>
                    <a:pt x="5983043" y="0"/>
                  </a:lnTo>
                  <a:lnTo>
                    <a:pt x="5981331" y="0"/>
                  </a:lnTo>
                  <a:lnTo>
                    <a:pt x="5979620" y="0"/>
                  </a:lnTo>
                  <a:lnTo>
                    <a:pt x="5977908" y="0"/>
                  </a:lnTo>
                  <a:lnTo>
                    <a:pt x="5976197" y="0"/>
                  </a:lnTo>
                  <a:lnTo>
                    <a:pt x="5974486" y="0"/>
                  </a:lnTo>
                  <a:lnTo>
                    <a:pt x="5972774" y="0"/>
                  </a:lnTo>
                  <a:lnTo>
                    <a:pt x="5971063" y="0"/>
                  </a:lnTo>
                  <a:lnTo>
                    <a:pt x="5969351" y="0"/>
                  </a:lnTo>
                  <a:lnTo>
                    <a:pt x="5967640" y="0"/>
                  </a:lnTo>
                  <a:lnTo>
                    <a:pt x="5965929" y="0"/>
                  </a:lnTo>
                  <a:lnTo>
                    <a:pt x="5964217" y="0"/>
                  </a:lnTo>
                  <a:lnTo>
                    <a:pt x="5962506" y="0"/>
                  </a:lnTo>
                  <a:lnTo>
                    <a:pt x="5960794" y="0"/>
                  </a:lnTo>
                  <a:lnTo>
                    <a:pt x="5959083" y="0"/>
                  </a:lnTo>
                  <a:lnTo>
                    <a:pt x="5957372" y="0"/>
                  </a:lnTo>
                  <a:lnTo>
                    <a:pt x="5955660" y="0"/>
                  </a:lnTo>
                  <a:lnTo>
                    <a:pt x="5953949" y="0"/>
                  </a:lnTo>
                  <a:lnTo>
                    <a:pt x="5952237" y="0"/>
                  </a:lnTo>
                  <a:lnTo>
                    <a:pt x="5950526" y="0"/>
                  </a:lnTo>
                  <a:lnTo>
                    <a:pt x="5948815" y="0"/>
                  </a:lnTo>
                  <a:lnTo>
                    <a:pt x="5947103" y="0"/>
                  </a:lnTo>
                  <a:lnTo>
                    <a:pt x="5945392" y="0"/>
                  </a:lnTo>
                  <a:lnTo>
                    <a:pt x="5943680" y="0"/>
                  </a:lnTo>
                  <a:lnTo>
                    <a:pt x="5941969" y="0"/>
                  </a:lnTo>
                  <a:lnTo>
                    <a:pt x="5940258" y="0"/>
                  </a:lnTo>
                  <a:lnTo>
                    <a:pt x="5938546" y="0"/>
                  </a:lnTo>
                  <a:lnTo>
                    <a:pt x="5936835" y="0"/>
                  </a:lnTo>
                  <a:lnTo>
                    <a:pt x="5935123" y="0"/>
                  </a:lnTo>
                  <a:lnTo>
                    <a:pt x="5933412" y="0"/>
                  </a:lnTo>
                  <a:lnTo>
                    <a:pt x="5931701" y="0"/>
                  </a:lnTo>
                  <a:lnTo>
                    <a:pt x="5929989" y="0"/>
                  </a:lnTo>
                  <a:lnTo>
                    <a:pt x="5928278" y="0"/>
                  </a:lnTo>
                  <a:lnTo>
                    <a:pt x="5926566" y="0"/>
                  </a:lnTo>
                  <a:lnTo>
                    <a:pt x="5924855" y="0"/>
                  </a:lnTo>
                  <a:lnTo>
                    <a:pt x="5923144" y="0"/>
                  </a:lnTo>
                  <a:lnTo>
                    <a:pt x="5921432" y="0"/>
                  </a:lnTo>
                  <a:lnTo>
                    <a:pt x="5919721" y="0"/>
                  </a:lnTo>
                  <a:lnTo>
                    <a:pt x="5918009" y="0"/>
                  </a:lnTo>
                  <a:lnTo>
                    <a:pt x="5916298" y="0"/>
                  </a:lnTo>
                  <a:lnTo>
                    <a:pt x="5914587" y="0"/>
                  </a:lnTo>
                  <a:lnTo>
                    <a:pt x="5912875" y="0"/>
                  </a:lnTo>
                  <a:lnTo>
                    <a:pt x="5911164" y="0"/>
                  </a:lnTo>
                  <a:lnTo>
                    <a:pt x="5909452" y="0"/>
                  </a:lnTo>
                  <a:lnTo>
                    <a:pt x="5907741" y="0"/>
                  </a:lnTo>
                  <a:lnTo>
                    <a:pt x="5906030" y="0"/>
                  </a:lnTo>
                  <a:lnTo>
                    <a:pt x="5904318" y="0"/>
                  </a:lnTo>
                  <a:lnTo>
                    <a:pt x="5902607" y="0"/>
                  </a:lnTo>
                  <a:lnTo>
                    <a:pt x="5900896" y="0"/>
                  </a:lnTo>
                  <a:lnTo>
                    <a:pt x="5899184" y="0"/>
                  </a:lnTo>
                  <a:lnTo>
                    <a:pt x="5897473" y="0"/>
                  </a:lnTo>
                  <a:lnTo>
                    <a:pt x="5895761" y="0"/>
                  </a:lnTo>
                  <a:lnTo>
                    <a:pt x="5894050" y="0"/>
                  </a:lnTo>
                  <a:lnTo>
                    <a:pt x="5892339" y="0"/>
                  </a:lnTo>
                  <a:lnTo>
                    <a:pt x="5890627" y="0"/>
                  </a:lnTo>
                  <a:lnTo>
                    <a:pt x="5888916" y="0"/>
                  </a:lnTo>
                  <a:lnTo>
                    <a:pt x="5887204" y="0"/>
                  </a:lnTo>
                  <a:lnTo>
                    <a:pt x="5885493" y="0"/>
                  </a:lnTo>
                  <a:lnTo>
                    <a:pt x="5883782" y="0"/>
                  </a:lnTo>
                  <a:lnTo>
                    <a:pt x="5882070" y="0"/>
                  </a:lnTo>
                  <a:lnTo>
                    <a:pt x="5880359" y="0"/>
                  </a:lnTo>
                  <a:lnTo>
                    <a:pt x="5878647" y="0"/>
                  </a:lnTo>
                  <a:lnTo>
                    <a:pt x="5876936" y="0"/>
                  </a:lnTo>
                  <a:lnTo>
                    <a:pt x="5875225" y="0"/>
                  </a:lnTo>
                  <a:lnTo>
                    <a:pt x="5873513" y="0"/>
                  </a:lnTo>
                  <a:lnTo>
                    <a:pt x="5871802" y="0"/>
                  </a:lnTo>
                  <a:lnTo>
                    <a:pt x="5870090" y="0"/>
                  </a:lnTo>
                  <a:lnTo>
                    <a:pt x="5868379" y="0"/>
                  </a:lnTo>
                  <a:lnTo>
                    <a:pt x="5866668" y="0"/>
                  </a:lnTo>
                  <a:lnTo>
                    <a:pt x="5864956" y="0"/>
                  </a:lnTo>
                  <a:lnTo>
                    <a:pt x="5863245" y="0"/>
                  </a:lnTo>
                  <a:lnTo>
                    <a:pt x="5861533" y="0"/>
                  </a:lnTo>
                  <a:lnTo>
                    <a:pt x="5859822" y="0"/>
                  </a:lnTo>
                  <a:lnTo>
                    <a:pt x="5858111" y="0"/>
                  </a:lnTo>
                  <a:lnTo>
                    <a:pt x="5856399" y="0"/>
                  </a:lnTo>
                  <a:lnTo>
                    <a:pt x="5854688" y="0"/>
                  </a:lnTo>
                  <a:lnTo>
                    <a:pt x="5852976" y="0"/>
                  </a:lnTo>
                  <a:lnTo>
                    <a:pt x="5851265" y="0"/>
                  </a:lnTo>
                  <a:lnTo>
                    <a:pt x="5849554" y="0"/>
                  </a:lnTo>
                  <a:lnTo>
                    <a:pt x="5847842" y="0"/>
                  </a:lnTo>
                  <a:lnTo>
                    <a:pt x="5846131" y="0"/>
                  </a:lnTo>
                  <a:lnTo>
                    <a:pt x="5844419" y="0"/>
                  </a:lnTo>
                  <a:lnTo>
                    <a:pt x="5842708" y="0"/>
                  </a:lnTo>
                  <a:lnTo>
                    <a:pt x="5840997" y="0"/>
                  </a:lnTo>
                  <a:lnTo>
                    <a:pt x="5839285" y="0"/>
                  </a:lnTo>
                  <a:lnTo>
                    <a:pt x="5837574" y="0"/>
                  </a:lnTo>
                  <a:lnTo>
                    <a:pt x="5835862" y="0"/>
                  </a:lnTo>
                  <a:lnTo>
                    <a:pt x="5834151" y="0"/>
                  </a:lnTo>
                  <a:lnTo>
                    <a:pt x="5832440" y="0"/>
                  </a:lnTo>
                  <a:lnTo>
                    <a:pt x="5830728" y="0"/>
                  </a:lnTo>
                  <a:lnTo>
                    <a:pt x="5829017" y="0"/>
                  </a:lnTo>
                  <a:lnTo>
                    <a:pt x="5827305" y="0"/>
                  </a:lnTo>
                  <a:lnTo>
                    <a:pt x="5825594" y="0"/>
                  </a:lnTo>
                  <a:lnTo>
                    <a:pt x="5823883" y="0"/>
                  </a:lnTo>
                  <a:lnTo>
                    <a:pt x="5822171" y="0"/>
                  </a:lnTo>
                  <a:lnTo>
                    <a:pt x="5820460" y="0"/>
                  </a:lnTo>
                  <a:lnTo>
                    <a:pt x="5818748" y="0"/>
                  </a:lnTo>
                  <a:lnTo>
                    <a:pt x="5817037" y="0"/>
                  </a:lnTo>
                  <a:lnTo>
                    <a:pt x="5815326" y="0"/>
                  </a:lnTo>
                  <a:lnTo>
                    <a:pt x="5813614" y="0"/>
                  </a:lnTo>
                  <a:lnTo>
                    <a:pt x="5811903" y="0"/>
                  </a:lnTo>
                  <a:lnTo>
                    <a:pt x="5810191" y="0"/>
                  </a:lnTo>
                  <a:lnTo>
                    <a:pt x="5808480" y="0"/>
                  </a:lnTo>
                  <a:lnTo>
                    <a:pt x="5806769" y="0"/>
                  </a:lnTo>
                  <a:lnTo>
                    <a:pt x="5805057" y="0"/>
                  </a:lnTo>
                  <a:lnTo>
                    <a:pt x="5803346" y="0"/>
                  </a:lnTo>
                  <a:lnTo>
                    <a:pt x="5801634" y="0"/>
                  </a:lnTo>
                  <a:lnTo>
                    <a:pt x="5799923" y="0"/>
                  </a:lnTo>
                  <a:lnTo>
                    <a:pt x="5798212" y="0"/>
                  </a:lnTo>
                  <a:lnTo>
                    <a:pt x="5796500" y="0"/>
                  </a:lnTo>
                  <a:lnTo>
                    <a:pt x="5794789" y="0"/>
                  </a:lnTo>
                  <a:lnTo>
                    <a:pt x="5793078" y="0"/>
                  </a:lnTo>
                  <a:lnTo>
                    <a:pt x="5791366" y="0"/>
                  </a:lnTo>
                  <a:lnTo>
                    <a:pt x="5789655" y="0"/>
                  </a:lnTo>
                  <a:lnTo>
                    <a:pt x="5787943" y="0"/>
                  </a:lnTo>
                  <a:lnTo>
                    <a:pt x="5786232" y="0"/>
                  </a:lnTo>
                  <a:lnTo>
                    <a:pt x="5784521" y="0"/>
                  </a:lnTo>
                  <a:lnTo>
                    <a:pt x="5782809" y="0"/>
                  </a:lnTo>
                  <a:lnTo>
                    <a:pt x="5781098" y="0"/>
                  </a:lnTo>
                  <a:lnTo>
                    <a:pt x="5779386" y="0"/>
                  </a:lnTo>
                  <a:lnTo>
                    <a:pt x="5777675" y="0"/>
                  </a:lnTo>
                  <a:lnTo>
                    <a:pt x="5775964" y="0"/>
                  </a:lnTo>
                  <a:lnTo>
                    <a:pt x="5774252" y="0"/>
                  </a:lnTo>
                  <a:lnTo>
                    <a:pt x="5772541" y="0"/>
                  </a:lnTo>
                  <a:lnTo>
                    <a:pt x="5770829" y="0"/>
                  </a:lnTo>
                  <a:lnTo>
                    <a:pt x="5769118" y="0"/>
                  </a:lnTo>
                  <a:lnTo>
                    <a:pt x="5767407" y="0"/>
                  </a:lnTo>
                  <a:lnTo>
                    <a:pt x="5765695" y="0"/>
                  </a:lnTo>
                  <a:lnTo>
                    <a:pt x="5763984" y="0"/>
                  </a:lnTo>
                  <a:lnTo>
                    <a:pt x="5762272" y="0"/>
                  </a:lnTo>
                  <a:lnTo>
                    <a:pt x="5760561" y="0"/>
                  </a:lnTo>
                  <a:lnTo>
                    <a:pt x="5758850" y="0"/>
                  </a:lnTo>
                  <a:lnTo>
                    <a:pt x="5757138" y="0"/>
                  </a:lnTo>
                  <a:lnTo>
                    <a:pt x="5755427" y="0"/>
                  </a:lnTo>
                  <a:lnTo>
                    <a:pt x="5753715" y="0"/>
                  </a:lnTo>
                  <a:lnTo>
                    <a:pt x="5752004" y="0"/>
                  </a:lnTo>
                  <a:lnTo>
                    <a:pt x="5750293" y="0"/>
                  </a:lnTo>
                  <a:lnTo>
                    <a:pt x="5748581" y="0"/>
                  </a:lnTo>
                  <a:lnTo>
                    <a:pt x="5746870" y="0"/>
                  </a:lnTo>
                  <a:lnTo>
                    <a:pt x="5745158" y="0"/>
                  </a:lnTo>
                  <a:lnTo>
                    <a:pt x="5743447" y="0"/>
                  </a:lnTo>
                  <a:lnTo>
                    <a:pt x="5741736" y="0"/>
                  </a:lnTo>
                  <a:lnTo>
                    <a:pt x="5740024" y="0"/>
                  </a:lnTo>
                  <a:lnTo>
                    <a:pt x="5738313" y="0"/>
                  </a:lnTo>
                  <a:lnTo>
                    <a:pt x="5736601" y="0"/>
                  </a:lnTo>
                  <a:lnTo>
                    <a:pt x="5734890" y="0"/>
                  </a:lnTo>
                  <a:lnTo>
                    <a:pt x="5733179" y="0"/>
                  </a:lnTo>
                  <a:lnTo>
                    <a:pt x="5731467" y="0"/>
                  </a:lnTo>
                  <a:lnTo>
                    <a:pt x="5729756" y="0"/>
                  </a:lnTo>
                  <a:lnTo>
                    <a:pt x="5728044" y="0"/>
                  </a:lnTo>
                  <a:lnTo>
                    <a:pt x="5726333" y="0"/>
                  </a:lnTo>
                  <a:lnTo>
                    <a:pt x="5724622" y="0"/>
                  </a:lnTo>
                  <a:lnTo>
                    <a:pt x="5722910" y="0"/>
                  </a:lnTo>
                  <a:lnTo>
                    <a:pt x="5721199" y="0"/>
                  </a:lnTo>
                  <a:lnTo>
                    <a:pt x="5719487" y="0"/>
                  </a:lnTo>
                  <a:lnTo>
                    <a:pt x="5717776" y="0"/>
                  </a:lnTo>
                  <a:lnTo>
                    <a:pt x="5716065" y="0"/>
                  </a:lnTo>
                  <a:lnTo>
                    <a:pt x="5714353" y="0"/>
                  </a:lnTo>
                  <a:lnTo>
                    <a:pt x="5712642" y="0"/>
                  </a:lnTo>
                  <a:lnTo>
                    <a:pt x="5710930" y="0"/>
                  </a:lnTo>
                  <a:lnTo>
                    <a:pt x="5709219" y="0"/>
                  </a:lnTo>
                  <a:lnTo>
                    <a:pt x="5707508" y="0"/>
                  </a:lnTo>
                  <a:lnTo>
                    <a:pt x="5705796" y="0"/>
                  </a:lnTo>
                  <a:lnTo>
                    <a:pt x="5704085" y="0"/>
                  </a:lnTo>
                  <a:lnTo>
                    <a:pt x="5702373" y="0"/>
                  </a:lnTo>
                  <a:lnTo>
                    <a:pt x="5700662" y="0"/>
                  </a:lnTo>
                  <a:lnTo>
                    <a:pt x="5698951" y="0"/>
                  </a:lnTo>
                  <a:lnTo>
                    <a:pt x="5697239" y="0"/>
                  </a:lnTo>
                  <a:lnTo>
                    <a:pt x="5695528" y="0"/>
                  </a:lnTo>
                  <a:lnTo>
                    <a:pt x="5693816" y="0"/>
                  </a:lnTo>
                  <a:lnTo>
                    <a:pt x="5692105" y="0"/>
                  </a:lnTo>
                  <a:lnTo>
                    <a:pt x="5690394" y="0"/>
                  </a:lnTo>
                  <a:lnTo>
                    <a:pt x="5688682" y="0"/>
                  </a:lnTo>
                  <a:lnTo>
                    <a:pt x="5686971" y="0"/>
                  </a:lnTo>
                  <a:lnTo>
                    <a:pt x="5685260" y="0"/>
                  </a:lnTo>
                  <a:lnTo>
                    <a:pt x="5683548" y="0"/>
                  </a:lnTo>
                  <a:lnTo>
                    <a:pt x="5681837" y="0"/>
                  </a:lnTo>
                  <a:lnTo>
                    <a:pt x="5680125" y="0"/>
                  </a:lnTo>
                  <a:lnTo>
                    <a:pt x="5678414" y="0"/>
                  </a:lnTo>
                  <a:lnTo>
                    <a:pt x="5676703" y="0"/>
                  </a:lnTo>
                  <a:lnTo>
                    <a:pt x="5674991" y="0"/>
                  </a:lnTo>
                  <a:lnTo>
                    <a:pt x="5673280" y="0"/>
                  </a:lnTo>
                  <a:lnTo>
                    <a:pt x="5671568" y="0"/>
                  </a:lnTo>
                  <a:lnTo>
                    <a:pt x="5669857" y="0"/>
                  </a:lnTo>
                  <a:lnTo>
                    <a:pt x="5668146" y="0"/>
                  </a:lnTo>
                  <a:lnTo>
                    <a:pt x="5666434" y="0"/>
                  </a:lnTo>
                  <a:lnTo>
                    <a:pt x="5664723" y="0"/>
                  </a:lnTo>
                  <a:lnTo>
                    <a:pt x="5663011" y="0"/>
                  </a:lnTo>
                  <a:lnTo>
                    <a:pt x="5661300" y="0"/>
                  </a:lnTo>
                  <a:lnTo>
                    <a:pt x="5659589" y="0"/>
                  </a:lnTo>
                  <a:lnTo>
                    <a:pt x="5657877" y="0"/>
                  </a:lnTo>
                  <a:lnTo>
                    <a:pt x="5656166" y="0"/>
                  </a:lnTo>
                  <a:lnTo>
                    <a:pt x="5654454" y="0"/>
                  </a:lnTo>
                  <a:lnTo>
                    <a:pt x="5652743" y="0"/>
                  </a:lnTo>
                  <a:lnTo>
                    <a:pt x="5651032" y="0"/>
                  </a:lnTo>
                  <a:lnTo>
                    <a:pt x="5649320" y="0"/>
                  </a:lnTo>
                  <a:lnTo>
                    <a:pt x="5647609" y="0"/>
                  </a:lnTo>
                  <a:lnTo>
                    <a:pt x="5645897" y="0"/>
                  </a:lnTo>
                  <a:lnTo>
                    <a:pt x="5644186" y="0"/>
                  </a:lnTo>
                  <a:lnTo>
                    <a:pt x="5642475" y="0"/>
                  </a:lnTo>
                  <a:lnTo>
                    <a:pt x="5640763" y="0"/>
                  </a:lnTo>
                  <a:lnTo>
                    <a:pt x="5639052" y="0"/>
                  </a:lnTo>
                  <a:lnTo>
                    <a:pt x="5637340" y="0"/>
                  </a:lnTo>
                  <a:lnTo>
                    <a:pt x="5635629" y="0"/>
                  </a:lnTo>
                  <a:lnTo>
                    <a:pt x="5633918" y="0"/>
                  </a:lnTo>
                  <a:lnTo>
                    <a:pt x="5632206" y="0"/>
                  </a:lnTo>
                  <a:lnTo>
                    <a:pt x="5630495" y="0"/>
                  </a:lnTo>
                  <a:lnTo>
                    <a:pt x="5628783" y="0"/>
                  </a:lnTo>
                  <a:lnTo>
                    <a:pt x="5627072" y="0"/>
                  </a:lnTo>
                  <a:lnTo>
                    <a:pt x="5625361" y="0"/>
                  </a:lnTo>
                  <a:lnTo>
                    <a:pt x="5623649" y="0"/>
                  </a:lnTo>
                  <a:lnTo>
                    <a:pt x="5621938" y="0"/>
                  </a:lnTo>
                  <a:lnTo>
                    <a:pt x="5620226" y="0"/>
                  </a:lnTo>
                  <a:lnTo>
                    <a:pt x="5618515" y="0"/>
                  </a:lnTo>
                  <a:lnTo>
                    <a:pt x="5616804" y="0"/>
                  </a:lnTo>
                  <a:lnTo>
                    <a:pt x="5615092" y="0"/>
                  </a:lnTo>
                  <a:lnTo>
                    <a:pt x="5613381" y="0"/>
                  </a:lnTo>
                  <a:lnTo>
                    <a:pt x="5611669" y="0"/>
                  </a:lnTo>
                  <a:lnTo>
                    <a:pt x="5609958" y="0"/>
                  </a:lnTo>
                  <a:lnTo>
                    <a:pt x="5608247" y="0"/>
                  </a:lnTo>
                  <a:lnTo>
                    <a:pt x="5606535" y="0"/>
                  </a:lnTo>
                  <a:lnTo>
                    <a:pt x="5604824" y="0"/>
                  </a:lnTo>
                  <a:lnTo>
                    <a:pt x="5603112" y="0"/>
                  </a:lnTo>
                  <a:lnTo>
                    <a:pt x="5601401" y="0"/>
                  </a:lnTo>
                  <a:lnTo>
                    <a:pt x="5599690" y="0"/>
                  </a:lnTo>
                  <a:lnTo>
                    <a:pt x="5597978" y="0"/>
                  </a:lnTo>
                  <a:lnTo>
                    <a:pt x="5596267" y="0"/>
                  </a:lnTo>
                  <a:lnTo>
                    <a:pt x="5594555" y="0"/>
                  </a:lnTo>
                  <a:lnTo>
                    <a:pt x="5592844" y="0"/>
                  </a:lnTo>
                  <a:lnTo>
                    <a:pt x="5591133" y="0"/>
                  </a:lnTo>
                  <a:lnTo>
                    <a:pt x="5589421" y="0"/>
                  </a:lnTo>
                  <a:lnTo>
                    <a:pt x="5587710" y="0"/>
                  </a:lnTo>
                  <a:lnTo>
                    <a:pt x="5585999" y="0"/>
                  </a:lnTo>
                  <a:lnTo>
                    <a:pt x="5584287" y="0"/>
                  </a:lnTo>
                  <a:lnTo>
                    <a:pt x="5582576" y="0"/>
                  </a:lnTo>
                  <a:lnTo>
                    <a:pt x="5580864" y="0"/>
                  </a:lnTo>
                  <a:lnTo>
                    <a:pt x="5579153" y="0"/>
                  </a:lnTo>
                  <a:lnTo>
                    <a:pt x="5577442" y="0"/>
                  </a:lnTo>
                  <a:lnTo>
                    <a:pt x="5575730" y="0"/>
                  </a:lnTo>
                  <a:lnTo>
                    <a:pt x="5574019" y="0"/>
                  </a:lnTo>
                  <a:lnTo>
                    <a:pt x="5572307" y="0"/>
                  </a:lnTo>
                  <a:lnTo>
                    <a:pt x="5570596" y="0"/>
                  </a:lnTo>
                  <a:lnTo>
                    <a:pt x="5568885" y="0"/>
                  </a:lnTo>
                  <a:lnTo>
                    <a:pt x="5567173" y="0"/>
                  </a:lnTo>
                  <a:lnTo>
                    <a:pt x="5565462" y="0"/>
                  </a:lnTo>
                  <a:lnTo>
                    <a:pt x="5563750" y="0"/>
                  </a:lnTo>
                  <a:lnTo>
                    <a:pt x="5562039" y="0"/>
                  </a:lnTo>
                  <a:lnTo>
                    <a:pt x="5560328" y="0"/>
                  </a:lnTo>
                  <a:lnTo>
                    <a:pt x="5558616" y="0"/>
                  </a:lnTo>
                  <a:lnTo>
                    <a:pt x="5556905" y="0"/>
                  </a:lnTo>
                  <a:lnTo>
                    <a:pt x="5555193" y="0"/>
                  </a:lnTo>
                  <a:lnTo>
                    <a:pt x="5553482" y="0"/>
                  </a:lnTo>
                  <a:lnTo>
                    <a:pt x="5551771" y="0"/>
                  </a:lnTo>
                  <a:lnTo>
                    <a:pt x="5550059" y="0"/>
                  </a:lnTo>
                  <a:lnTo>
                    <a:pt x="5548348" y="0"/>
                  </a:lnTo>
                  <a:lnTo>
                    <a:pt x="5546636" y="0"/>
                  </a:lnTo>
                  <a:lnTo>
                    <a:pt x="5544925" y="0"/>
                  </a:lnTo>
                  <a:lnTo>
                    <a:pt x="5543214" y="0"/>
                  </a:lnTo>
                  <a:lnTo>
                    <a:pt x="5541502" y="0"/>
                  </a:lnTo>
                  <a:lnTo>
                    <a:pt x="5539791" y="0"/>
                  </a:lnTo>
                  <a:lnTo>
                    <a:pt x="5538079" y="0"/>
                  </a:lnTo>
                  <a:lnTo>
                    <a:pt x="5536368" y="0"/>
                  </a:lnTo>
                  <a:lnTo>
                    <a:pt x="5534657" y="0"/>
                  </a:lnTo>
                  <a:lnTo>
                    <a:pt x="5532945" y="0"/>
                  </a:lnTo>
                  <a:lnTo>
                    <a:pt x="5531234" y="0"/>
                  </a:lnTo>
                  <a:lnTo>
                    <a:pt x="5529522" y="0"/>
                  </a:lnTo>
                  <a:lnTo>
                    <a:pt x="5527811" y="0"/>
                  </a:lnTo>
                  <a:lnTo>
                    <a:pt x="5526100" y="0"/>
                  </a:lnTo>
                  <a:lnTo>
                    <a:pt x="5524388" y="0"/>
                  </a:lnTo>
                  <a:lnTo>
                    <a:pt x="5522677" y="0"/>
                  </a:lnTo>
                  <a:lnTo>
                    <a:pt x="5520965" y="0"/>
                  </a:lnTo>
                  <a:lnTo>
                    <a:pt x="5519254" y="0"/>
                  </a:lnTo>
                  <a:lnTo>
                    <a:pt x="5517543" y="0"/>
                  </a:lnTo>
                  <a:lnTo>
                    <a:pt x="5515831" y="0"/>
                  </a:lnTo>
                  <a:lnTo>
                    <a:pt x="5514120" y="0"/>
                  </a:lnTo>
                  <a:lnTo>
                    <a:pt x="5512408" y="0"/>
                  </a:lnTo>
                  <a:lnTo>
                    <a:pt x="5510697" y="0"/>
                  </a:lnTo>
                  <a:lnTo>
                    <a:pt x="5508986" y="0"/>
                  </a:lnTo>
                  <a:lnTo>
                    <a:pt x="5507274" y="0"/>
                  </a:lnTo>
                  <a:lnTo>
                    <a:pt x="5505563" y="0"/>
                  </a:lnTo>
                  <a:lnTo>
                    <a:pt x="5503851" y="0"/>
                  </a:lnTo>
                  <a:lnTo>
                    <a:pt x="5502140" y="0"/>
                  </a:lnTo>
                  <a:lnTo>
                    <a:pt x="5500429" y="0"/>
                  </a:lnTo>
                  <a:lnTo>
                    <a:pt x="5498717" y="0"/>
                  </a:lnTo>
                  <a:lnTo>
                    <a:pt x="5497006" y="0"/>
                  </a:lnTo>
                  <a:lnTo>
                    <a:pt x="5495294" y="0"/>
                  </a:lnTo>
                  <a:lnTo>
                    <a:pt x="5493583" y="0"/>
                  </a:lnTo>
                  <a:lnTo>
                    <a:pt x="5491872" y="0"/>
                  </a:lnTo>
                  <a:lnTo>
                    <a:pt x="5490160" y="0"/>
                  </a:lnTo>
                  <a:lnTo>
                    <a:pt x="5488449" y="0"/>
                  </a:lnTo>
                  <a:lnTo>
                    <a:pt x="5486737" y="0"/>
                  </a:lnTo>
                  <a:lnTo>
                    <a:pt x="5485026" y="0"/>
                  </a:lnTo>
                  <a:lnTo>
                    <a:pt x="5483315" y="0"/>
                  </a:lnTo>
                  <a:lnTo>
                    <a:pt x="5481603" y="0"/>
                  </a:lnTo>
                  <a:lnTo>
                    <a:pt x="5479892" y="0"/>
                  </a:lnTo>
                  <a:lnTo>
                    <a:pt x="5478181" y="0"/>
                  </a:lnTo>
                  <a:lnTo>
                    <a:pt x="5476469" y="0"/>
                  </a:lnTo>
                  <a:lnTo>
                    <a:pt x="5474758" y="0"/>
                  </a:lnTo>
                  <a:lnTo>
                    <a:pt x="5473046" y="0"/>
                  </a:lnTo>
                  <a:lnTo>
                    <a:pt x="5471335" y="0"/>
                  </a:lnTo>
                  <a:lnTo>
                    <a:pt x="5469624" y="0"/>
                  </a:lnTo>
                  <a:lnTo>
                    <a:pt x="5467912" y="0"/>
                  </a:lnTo>
                  <a:lnTo>
                    <a:pt x="5466201" y="0"/>
                  </a:lnTo>
                  <a:lnTo>
                    <a:pt x="5464489" y="0"/>
                  </a:lnTo>
                  <a:lnTo>
                    <a:pt x="5462778" y="0"/>
                  </a:lnTo>
                  <a:lnTo>
                    <a:pt x="5461067" y="0"/>
                  </a:lnTo>
                  <a:lnTo>
                    <a:pt x="5459355" y="0"/>
                  </a:lnTo>
                  <a:lnTo>
                    <a:pt x="5457644" y="0"/>
                  </a:lnTo>
                  <a:lnTo>
                    <a:pt x="5455932" y="0"/>
                  </a:lnTo>
                  <a:lnTo>
                    <a:pt x="5454221" y="0"/>
                  </a:lnTo>
                  <a:lnTo>
                    <a:pt x="5452510" y="0"/>
                  </a:lnTo>
                  <a:lnTo>
                    <a:pt x="5450798" y="0"/>
                  </a:lnTo>
                  <a:lnTo>
                    <a:pt x="5449087" y="0"/>
                  </a:lnTo>
                  <a:lnTo>
                    <a:pt x="5447375" y="0"/>
                  </a:lnTo>
                  <a:lnTo>
                    <a:pt x="5445664" y="0"/>
                  </a:lnTo>
                  <a:lnTo>
                    <a:pt x="5443953" y="0"/>
                  </a:lnTo>
                  <a:lnTo>
                    <a:pt x="5442241" y="0"/>
                  </a:lnTo>
                  <a:lnTo>
                    <a:pt x="5440530" y="0"/>
                  </a:lnTo>
                  <a:lnTo>
                    <a:pt x="5438818" y="0"/>
                  </a:lnTo>
                  <a:lnTo>
                    <a:pt x="5437107" y="0"/>
                  </a:lnTo>
                  <a:lnTo>
                    <a:pt x="5435396" y="0"/>
                  </a:lnTo>
                  <a:lnTo>
                    <a:pt x="5433684" y="0"/>
                  </a:lnTo>
                  <a:lnTo>
                    <a:pt x="5431973" y="0"/>
                  </a:lnTo>
                  <a:lnTo>
                    <a:pt x="5430261" y="0"/>
                  </a:lnTo>
                  <a:lnTo>
                    <a:pt x="5428550" y="0"/>
                  </a:lnTo>
                  <a:lnTo>
                    <a:pt x="5426839" y="0"/>
                  </a:lnTo>
                  <a:lnTo>
                    <a:pt x="5425127" y="0"/>
                  </a:lnTo>
                  <a:lnTo>
                    <a:pt x="5423416" y="0"/>
                  </a:lnTo>
                  <a:lnTo>
                    <a:pt x="5421704" y="0"/>
                  </a:lnTo>
                  <a:lnTo>
                    <a:pt x="5419993" y="0"/>
                  </a:lnTo>
                  <a:lnTo>
                    <a:pt x="5418282" y="0"/>
                  </a:lnTo>
                  <a:lnTo>
                    <a:pt x="5416570" y="0"/>
                  </a:lnTo>
                  <a:lnTo>
                    <a:pt x="5414859" y="0"/>
                  </a:lnTo>
                  <a:lnTo>
                    <a:pt x="5413147" y="0"/>
                  </a:lnTo>
                  <a:lnTo>
                    <a:pt x="5411436" y="0"/>
                  </a:lnTo>
                  <a:lnTo>
                    <a:pt x="5409725" y="0"/>
                  </a:lnTo>
                  <a:lnTo>
                    <a:pt x="5408013" y="0"/>
                  </a:lnTo>
                  <a:lnTo>
                    <a:pt x="5406302" y="0"/>
                  </a:lnTo>
                  <a:lnTo>
                    <a:pt x="5404590" y="0"/>
                  </a:lnTo>
                  <a:lnTo>
                    <a:pt x="5402879" y="0"/>
                  </a:lnTo>
                  <a:lnTo>
                    <a:pt x="5401168" y="0"/>
                  </a:lnTo>
                  <a:lnTo>
                    <a:pt x="5399456" y="0"/>
                  </a:lnTo>
                  <a:lnTo>
                    <a:pt x="5397745" y="0"/>
                  </a:lnTo>
                  <a:lnTo>
                    <a:pt x="5396033" y="0"/>
                  </a:lnTo>
                  <a:lnTo>
                    <a:pt x="5394322" y="0"/>
                  </a:lnTo>
                  <a:lnTo>
                    <a:pt x="5392611" y="0"/>
                  </a:lnTo>
                  <a:lnTo>
                    <a:pt x="5390899" y="0"/>
                  </a:lnTo>
                  <a:lnTo>
                    <a:pt x="5389188" y="0"/>
                  </a:lnTo>
                  <a:lnTo>
                    <a:pt x="5387476" y="0"/>
                  </a:lnTo>
                  <a:lnTo>
                    <a:pt x="5385765" y="0"/>
                  </a:lnTo>
                  <a:lnTo>
                    <a:pt x="5384054" y="0"/>
                  </a:lnTo>
                  <a:lnTo>
                    <a:pt x="5382342" y="0"/>
                  </a:lnTo>
                  <a:lnTo>
                    <a:pt x="5380631" y="0"/>
                  </a:lnTo>
                  <a:lnTo>
                    <a:pt x="5378919" y="0"/>
                  </a:lnTo>
                  <a:lnTo>
                    <a:pt x="5377208" y="0"/>
                  </a:lnTo>
                  <a:lnTo>
                    <a:pt x="5375497" y="0"/>
                  </a:lnTo>
                  <a:lnTo>
                    <a:pt x="5373785" y="0"/>
                  </a:lnTo>
                  <a:lnTo>
                    <a:pt x="5372074" y="0"/>
                  </a:lnTo>
                  <a:lnTo>
                    <a:pt x="5370363" y="0"/>
                  </a:lnTo>
                  <a:lnTo>
                    <a:pt x="5368651" y="0"/>
                  </a:lnTo>
                  <a:lnTo>
                    <a:pt x="5366940" y="0"/>
                  </a:lnTo>
                  <a:lnTo>
                    <a:pt x="5365228" y="0"/>
                  </a:lnTo>
                  <a:lnTo>
                    <a:pt x="5363517" y="0"/>
                  </a:lnTo>
                  <a:lnTo>
                    <a:pt x="5361806" y="0"/>
                  </a:lnTo>
                  <a:lnTo>
                    <a:pt x="5360094" y="0"/>
                  </a:lnTo>
                  <a:lnTo>
                    <a:pt x="5358383" y="0"/>
                  </a:lnTo>
                  <a:lnTo>
                    <a:pt x="5356671" y="0"/>
                  </a:lnTo>
                  <a:lnTo>
                    <a:pt x="5354960" y="0"/>
                  </a:lnTo>
                  <a:lnTo>
                    <a:pt x="5353249" y="0"/>
                  </a:lnTo>
                  <a:lnTo>
                    <a:pt x="5351537" y="0"/>
                  </a:lnTo>
                  <a:lnTo>
                    <a:pt x="5349826" y="0"/>
                  </a:lnTo>
                  <a:lnTo>
                    <a:pt x="5348114" y="0"/>
                  </a:lnTo>
                  <a:lnTo>
                    <a:pt x="5346403" y="0"/>
                  </a:lnTo>
                  <a:lnTo>
                    <a:pt x="5344692" y="0"/>
                  </a:lnTo>
                  <a:lnTo>
                    <a:pt x="5342980" y="0"/>
                  </a:lnTo>
                  <a:lnTo>
                    <a:pt x="5341269" y="0"/>
                  </a:lnTo>
                  <a:lnTo>
                    <a:pt x="5339557" y="0"/>
                  </a:lnTo>
                  <a:lnTo>
                    <a:pt x="5337846" y="0"/>
                  </a:lnTo>
                  <a:lnTo>
                    <a:pt x="5336135" y="0"/>
                  </a:lnTo>
                  <a:lnTo>
                    <a:pt x="5334423" y="0"/>
                  </a:lnTo>
                  <a:lnTo>
                    <a:pt x="5332712" y="0"/>
                  </a:lnTo>
                  <a:lnTo>
                    <a:pt x="5331000" y="0"/>
                  </a:lnTo>
                  <a:lnTo>
                    <a:pt x="5329289" y="0"/>
                  </a:lnTo>
                  <a:lnTo>
                    <a:pt x="5327578" y="0"/>
                  </a:lnTo>
                  <a:lnTo>
                    <a:pt x="5325866" y="0"/>
                  </a:lnTo>
                  <a:lnTo>
                    <a:pt x="5324155" y="0"/>
                  </a:lnTo>
                  <a:lnTo>
                    <a:pt x="5322443" y="0"/>
                  </a:lnTo>
                  <a:lnTo>
                    <a:pt x="5320732" y="0"/>
                  </a:lnTo>
                  <a:lnTo>
                    <a:pt x="5319021" y="0"/>
                  </a:lnTo>
                  <a:lnTo>
                    <a:pt x="5317309" y="0"/>
                  </a:lnTo>
                  <a:lnTo>
                    <a:pt x="5315598" y="0"/>
                  </a:lnTo>
                  <a:lnTo>
                    <a:pt x="5313886" y="0"/>
                  </a:lnTo>
                  <a:lnTo>
                    <a:pt x="5312175" y="0"/>
                  </a:lnTo>
                  <a:lnTo>
                    <a:pt x="5310464" y="0"/>
                  </a:lnTo>
                  <a:lnTo>
                    <a:pt x="5308752" y="0"/>
                  </a:lnTo>
                  <a:lnTo>
                    <a:pt x="5307041" y="0"/>
                  </a:lnTo>
                  <a:lnTo>
                    <a:pt x="5305329" y="0"/>
                  </a:lnTo>
                  <a:lnTo>
                    <a:pt x="5303618" y="0"/>
                  </a:lnTo>
                  <a:lnTo>
                    <a:pt x="5301907" y="0"/>
                  </a:lnTo>
                  <a:lnTo>
                    <a:pt x="5300195" y="0"/>
                  </a:lnTo>
                  <a:lnTo>
                    <a:pt x="5298484" y="0"/>
                  </a:lnTo>
                  <a:lnTo>
                    <a:pt x="5296772" y="0"/>
                  </a:lnTo>
                  <a:lnTo>
                    <a:pt x="5295061" y="0"/>
                  </a:lnTo>
                  <a:lnTo>
                    <a:pt x="5293350" y="0"/>
                  </a:lnTo>
                  <a:lnTo>
                    <a:pt x="5291638" y="0"/>
                  </a:lnTo>
                  <a:lnTo>
                    <a:pt x="5289927" y="0"/>
                  </a:lnTo>
                  <a:lnTo>
                    <a:pt x="5288215" y="0"/>
                  </a:lnTo>
                  <a:lnTo>
                    <a:pt x="5286504" y="0"/>
                  </a:lnTo>
                  <a:lnTo>
                    <a:pt x="5284793" y="0"/>
                  </a:lnTo>
                  <a:lnTo>
                    <a:pt x="5283081" y="0"/>
                  </a:lnTo>
                  <a:lnTo>
                    <a:pt x="5281370" y="0"/>
                  </a:lnTo>
                  <a:lnTo>
                    <a:pt x="5279658" y="0"/>
                  </a:lnTo>
                  <a:lnTo>
                    <a:pt x="5277947" y="0"/>
                  </a:lnTo>
                  <a:lnTo>
                    <a:pt x="5276236" y="0"/>
                  </a:lnTo>
                  <a:lnTo>
                    <a:pt x="5274524" y="0"/>
                  </a:lnTo>
                  <a:lnTo>
                    <a:pt x="5272813" y="0"/>
                  </a:lnTo>
                  <a:lnTo>
                    <a:pt x="5271101" y="0"/>
                  </a:lnTo>
                  <a:lnTo>
                    <a:pt x="5269390" y="0"/>
                  </a:lnTo>
                  <a:lnTo>
                    <a:pt x="5267679" y="0"/>
                  </a:lnTo>
                  <a:lnTo>
                    <a:pt x="5265967" y="0"/>
                  </a:lnTo>
                  <a:lnTo>
                    <a:pt x="5264256" y="0"/>
                  </a:lnTo>
                  <a:lnTo>
                    <a:pt x="5262545" y="0"/>
                  </a:lnTo>
                  <a:lnTo>
                    <a:pt x="5260833" y="0"/>
                  </a:lnTo>
                  <a:lnTo>
                    <a:pt x="5259122" y="0"/>
                  </a:lnTo>
                  <a:lnTo>
                    <a:pt x="5257410" y="0"/>
                  </a:lnTo>
                  <a:lnTo>
                    <a:pt x="5255699" y="0"/>
                  </a:lnTo>
                  <a:lnTo>
                    <a:pt x="5253988" y="0"/>
                  </a:lnTo>
                  <a:lnTo>
                    <a:pt x="5252276" y="0"/>
                  </a:lnTo>
                  <a:lnTo>
                    <a:pt x="5250565" y="0"/>
                  </a:lnTo>
                  <a:lnTo>
                    <a:pt x="5248853" y="0"/>
                  </a:lnTo>
                  <a:lnTo>
                    <a:pt x="5247142" y="0"/>
                  </a:lnTo>
                  <a:lnTo>
                    <a:pt x="5245431" y="0"/>
                  </a:lnTo>
                  <a:lnTo>
                    <a:pt x="5243719" y="0"/>
                  </a:lnTo>
                  <a:lnTo>
                    <a:pt x="5242008" y="0"/>
                  </a:lnTo>
                  <a:lnTo>
                    <a:pt x="5240296" y="0"/>
                  </a:lnTo>
                  <a:lnTo>
                    <a:pt x="5238585" y="0"/>
                  </a:lnTo>
                  <a:lnTo>
                    <a:pt x="5236874" y="0"/>
                  </a:lnTo>
                  <a:lnTo>
                    <a:pt x="5235162" y="0"/>
                  </a:lnTo>
                  <a:lnTo>
                    <a:pt x="5233451" y="0"/>
                  </a:lnTo>
                  <a:lnTo>
                    <a:pt x="5231739" y="0"/>
                  </a:lnTo>
                  <a:lnTo>
                    <a:pt x="5230028" y="0"/>
                  </a:lnTo>
                  <a:lnTo>
                    <a:pt x="5228317" y="0"/>
                  </a:lnTo>
                  <a:lnTo>
                    <a:pt x="5226605" y="0"/>
                  </a:lnTo>
                  <a:lnTo>
                    <a:pt x="5224894" y="0"/>
                  </a:lnTo>
                  <a:lnTo>
                    <a:pt x="5223182" y="0"/>
                  </a:lnTo>
                  <a:lnTo>
                    <a:pt x="5221471" y="0"/>
                  </a:lnTo>
                  <a:lnTo>
                    <a:pt x="5219760" y="0"/>
                  </a:lnTo>
                  <a:lnTo>
                    <a:pt x="5218048" y="0"/>
                  </a:lnTo>
                  <a:lnTo>
                    <a:pt x="5216337" y="0"/>
                  </a:lnTo>
                  <a:lnTo>
                    <a:pt x="5214625" y="0"/>
                  </a:lnTo>
                  <a:lnTo>
                    <a:pt x="5212914" y="0"/>
                  </a:lnTo>
                  <a:lnTo>
                    <a:pt x="5211203" y="0"/>
                  </a:lnTo>
                  <a:lnTo>
                    <a:pt x="5209491" y="0"/>
                  </a:lnTo>
                  <a:lnTo>
                    <a:pt x="5207780" y="0"/>
                  </a:lnTo>
                  <a:lnTo>
                    <a:pt x="5206068" y="0"/>
                  </a:lnTo>
                  <a:lnTo>
                    <a:pt x="5204357" y="0"/>
                  </a:lnTo>
                  <a:lnTo>
                    <a:pt x="5202646" y="0"/>
                  </a:lnTo>
                  <a:lnTo>
                    <a:pt x="5200934" y="0"/>
                  </a:lnTo>
                  <a:lnTo>
                    <a:pt x="5199223" y="0"/>
                  </a:lnTo>
                  <a:lnTo>
                    <a:pt x="5197511" y="0"/>
                  </a:lnTo>
                  <a:lnTo>
                    <a:pt x="5195800" y="0"/>
                  </a:lnTo>
                  <a:lnTo>
                    <a:pt x="5194089" y="0"/>
                  </a:lnTo>
                  <a:lnTo>
                    <a:pt x="5192377" y="0"/>
                  </a:lnTo>
                  <a:lnTo>
                    <a:pt x="5190666" y="0"/>
                  </a:lnTo>
                  <a:lnTo>
                    <a:pt x="5188954" y="0"/>
                  </a:lnTo>
                  <a:lnTo>
                    <a:pt x="5187243" y="0"/>
                  </a:lnTo>
                  <a:lnTo>
                    <a:pt x="5185532" y="0"/>
                  </a:lnTo>
                  <a:lnTo>
                    <a:pt x="5183820" y="0"/>
                  </a:lnTo>
                  <a:lnTo>
                    <a:pt x="5182109" y="0"/>
                  </a:lnTo>
                  <a:lnTo>
                    <a:pt x="5180397" y="0"/>
                  </a:lnTo>
                  <a:lnTo>
                    <a:pt x="5178686" y="0"/>
                  </a:lnTo>
                  <a:lnTo>
                    <a:pt x="5176975" y="0"/>
                  </a:lnTo>
                  <a:lnTo>
                    <a:pt x="5175263" y="0"/>
                  </a:lnTo>
                  <a:lnTo>
                    <a:pt x="5173552" y="0"/>
                  </a:lnTo>
                  <a:lnTo>
                    <a:pt x="5171840" y="0"/>
                  </a:lnTo>
                  <a:lnTo>
                    <a:pt x="5170129" y="0"/>
                  </a:lnTo>
                  <a:lnTo>
                    <a:pt x="5168418" y="0"/>
                  </a:lnTo>
                  <a:lnTo>
                    <a:pt x="5166706" y="0"/>
                  </a:lnTo>
                  <a:lnTo>
                    <a:pt x="5164995" y="0"/>
                  </a:lnTo>
                  <a:lnTo>
                    <a:pt x="5163284" y="0"/>
                  </a:lnTo>
                  <a:lnTo>
                    <a:pt x="5161572" y="0"/>
                  </a:lnTo>
                  <a:lnTo>
                    <a:pt x="5159861" y="0"/>
                  </a:lnTo>
                  <a:lnTo>
                    <a:pt x="5158149" y="0"/>
                  </a:lnTo>
                  <a:lnTo>
                    <a:pt x="5156438" y="0"/>
                  </a:lnTo>
                  <a:lnTo>
                    <a:pt x="5154727" y="0"/>
                  </a:lnTo>
                  <a:lnTo>
                    <a:pt x="5153015" y="0"/>
                  </a:lnTo>
                  <a:lnTo>
                    <a:pt x="5151304" y="0"/>
                  </a:lnTo>
                  <a:lnTo>
                    <a:pt x="5149592" y="0"/>
                  </a:lnTo>
                  <a:lnTo>
                    <a:pt x="5147881" y="0"/>
                  </a:lnTo>
                  <a:lnTo>
                    <a:pt x="5146170" y="0"/>
                  </a:lnTo>
                  <a:lnTo>
                    <a:pt x="5144458" y="0"/>
                  </a:lnTo>
                  <a:lnTo>
                    <a:pt x="5142747" y="0"/>
                  </a:lnTo>
                  <a:lnTo>
                    <a:pt x="5141035" y="0"/>
                  </a:lnTo>
                  <a:lnTo>
                    <a:pt x="5139324" y="0"/>
                  </a:lnTo>
                  <a:lnTo>
                    <a:pt x="5137613" y="0"/>
                  </a:lnTo>
                  <a:lnTo>
                    <a:pt x="5135901" y="0"/>
                  </a:lnTo>
                  <a:lnTo>
                    <a:pt x="5134190" y="0"/>
                  </a:lnTo>
                  <a:lnTo>
                    <a:pt x="5132478" y="0"/>
                  </a:lnTo>
                  <a:lnTo>
                    <a:pt x="5130767" y="0"/>
                  </a:lnTo>
                  <a:lnTo>
                    <a:pt x="5129056" y="0"/>
                  </a:lnTo>
                  <a:lnTo>
                    <a:pt x="5127344" y="0"/>
                  </a:lnTo>
                  <a:lnTo>
                    <a:pt x="5125633" y="0"/>
                  </a:lnTo>
                  <a:lnTo>
                    <a:pt x="5123921" y="0"/>
                  </a:lnTo>
                  <a:lnTo>
                    <a:pt x="5122210" y="0"/>
                  </a:lnTo>
                  <a:lnTo>
                    <a:pt x="5120499" y="0"/>
                  </a:lnTo>
                  <a:lnTo>
                    <a:pt x="5118787" y="0"/>
                  </a:lnTo>
                  <a:lnTo>
                    <a:pt x="5117076" y="0"/>
                  </a:lnTo>
                  <a:lnTo>
                    <a:pt x="5115364" y="0"/>
                  </a:lnTo>
                  <a:lnTo>
                    <a:pt x="5113653" y="0"/>
                  </a:lnTo>
                  <a:lnTo>
                    <a:pt x="5111942" y="0"/>
                  </a:lnTo>
                  <a:lnTo>
                    <a:pt x="5110230" y="0"/>
                  </a:lnTo>
                  <a:lnTo>
                    <a:pt x="5108519" y="0"/>
                  </a:lnTo>
                  <a:lnTo>
                    <a:pt x="5106807" y="0"/>
                  </a:lnTo>
                  <a:lnTo>
                    <a:pt x="5105096" y="0"/>
                  </a:lnTo>
                  <a:lnTo>
                    <a:pt x="5103385" y="0"/>
                  </a:lnTo>
                  <a:lnTo>
                    <a:pt x="5101673" y="0"/>
                  </a:lnTo>
                  <a:lnTo>
                    <a:pt x="5099962" y="0"/>
                  </a:lnTo>
                  <a:lnTo>
                    <a:pt x="5098250" y="0"/>
                  </a:lnTo>
                  <a:lnTo>
                    <a:pt x="5096539" y="0"/>
                  </a:lnTo>
                  <a:lnTo>
                    <a:pt x="5094828" y="0"/>
                  </a:lnTo>
                  <a:lnTo>
                    <a:pt x="5093116" y="0"/>
                  </a:lnTo>
                  <a:lnTo>
                    <a:pt x="5091405" y="0"/>
                  </a:lnTo>
                  <a:lnTo>
                    <a:pt x="5089693" y="0"/>
                  </a:lnTo>
                  <a:lnTo>
                    <a:pt x="5087982" y="0"/>
                  </a:lnTo>
                  <a:lnTo>
                    <a:pt x="5086271" y="0"/>
                  </a:lnTo>
                  <a:lnTo>
                    <a:pt x="5084559" y="0"/>
                  </a:lnTo>
                  <a:lnTo>
                    <a:pt x="5082848" y="0"/>
                  </a:lnTo>
                  <a:lnTo>
                    <a:pt x="5081136" y="0"/>
                  </a:lnTo>
                  <a:lnTo>
                    <a:pt x="5079425" y="0"/>
                  </a:lnTo>
                  <a:lnTo>
                    <a:pt x="5077714" y="0"/>
                  </a:lnTo>
                  <a:lnTo>
                    <a:pt x="5076002" y="0"/>
                  </a:lnTo>
                  <a:lnTo>
                    <a:pt x="5074291" y="0"/>
                  </a:lnTo>
                  <a:lnTo>
                    <a:pt x="5072579" y="0"/>
                  </a:lnTo>
                  <a:lnTo>
                    <a:pt x="5070868" y="0"/>
                  </a:lnTo>
                  <a:lnTo>
                    <a:pt x="5069157" y="0"/>
                  </a:lnTo>
                  <a:lnTo>
                    <a:pt x="5067445" y="0"/>
                  </a:lnTo>
                  <a:lnTo>
                    <a:pt x="5065734" y="0"/>
                  </a:lnTo>
                  <a:lnTo>
                    <a:pt x="5064022" y="0"/>
                  </a:lnTo>
                  <a:lnTo>
                    <a:pt x="5062311" y="0"/>
                  </a:lnTo>
                  <a:lnTo>
                    <a:pt x="5060600" y="0"/>
                  </a:lnTo>
                  <a:lnTo>
                    <a:pt x="5058888" y="0"/>
                  </a:lnTo>
                  <a:lnTo>
                    <a:pt x="5057177" y="0"/>
                  </a:lnTo>
                  <a:lnTo>
                    <a:pt x="5055466" y="0"/>
                  </a:lnTo>
                  <a:lnTo>
                    <a:pt x="5053754" y="0"/>
                  </a:lnTo>
                  <a:lnTo>
                    <a:pt x="5052043" y="0"/>
                  </a:lnTo>
                  <a:lnTo>
                    <a:pt x="5050331" y="0"/>
                  </a:lnTo>
                  <a:lnTo>
                    <a:pt x="5048620" y="0"/>
                  </a:lnTo>
                  <a:lnTo>
                    <a:pt x="5046909" y="0"/>
                  </a:lnTo>
                  <a:lnTo>
                    <a:pt x="5045197" y="0"/>
                  </a:lnTo>
                  <a:lnTo>
                    <a:pt x="5043486" y="0"/>
                  </a:lnTo>
                  <a:lnTo>
                    <a:pt x="5041774" y="0"/>
                  </a:lnTo>
                  <a:lnTo>
                    <a:pt x="5040063" y="0"/>
                  </a:lnTo>
                  <a:lnTo>
                    <a:pt x="5038352" y="0"/>
                  </a:lnTo>
                  <a:lnTo>
                    <a:pt x="5036640" y="0"/>
                  </a:lnTo>
                  <a:lnTo>
                    <a:pt x="5034929" y="0"/>
                  </a:lnTo>
                  <a:lnTo>
                    <a:pt x="5033217" y="0"/>
                  </a:lnTo>
                  <a:lnTo>
                    <a:pt x="5031506" y="0"/>
                  </a:lnTo>
                  <a:lnTo>
                    <a:pt x="5029795" y="0"/>
                  </a:lnTo>
                  <a:lnTo>
                    <a:pt x="5028083" y="0"/>
                  </a:lnTo>
                  <a:lnTo>
                    <a:pt x="5026372" y="0"/>
                  </a:lnTo>
                  <a:lnTo>
                    <a:pt x="5024660" y="0"/>
                  </a:lnTo>
                  <a:lnTo>
                    <a:pt x="5022949" y="0"/>
                  </a:lnTo>
                  <a:lnTo>
                    <a:pt x="5021238" y="0"/>
                  </a:lnTo>
                  <a:lnTo>
                    <a:pt x="5019526" y="0"/>
                  </a:lnTo>
                  <a:lnTo>
                    <a:pt x="5017815" y="0"/>
                  </a:lnTo>
                  <a:lnTo>
                    <a:pt x="5016103" y="0"/>
                  </a:lnTo>
                  <a:lnTo>
                    <a:pt x="5014392" y="0"/>
                  </a:lnTo>
                  <a:lnTo>
                    <a:pt x="5012681" y="0"/>
                  </a:lnTo>
                  <a:lnTo>
                    <a:pt x="5010969" y="0"/>
                  </a:lnTo>
                  <a:lnTo>
                    <a:pt x="5009258" y="0"/>
                  </a:lnTo>
                  <a:lnTo>
                    <a:pt x="5007546" y="0"/>
                  </a:lnTo>
                  <a:lnTo>
                    <a:pt x="5005835" y="0"/>
                  </a:lnTo>
                  <a:lnTo>
                    <a:pt x="5004124" y="0"/>
                  </a:lnTo>
                  <a:lnTo>
                    <a:pt x="5002412" y="0"/>
                  </a:lnTo>
                  <a:lnTo>
                    <a:pt x="5000701" y="0"/>
                  </a:lnTo>
                  <a:lnTo>
                    <a:pt x="4998989" y="0"/>
                  </a:lnTo>
                  <a:lnTo>
                    <a:pt x="4997278" y="0"/>
                  </a:lnTo>
                  <a:lnTo>
                    <a:pt x="4995567" y="0"/>
                  </a:lnTo>
                  <a:lnTo>
                    <a:pt x="4993855" y="0"/>
                  </a:lnTo>
                  <a:lnTo>
                    <a:pt x="4992144" y="0"/>
                  </a:lnTo>
                  <a:lnTo>
                    <a:pt x="4990432" y="0"/>
                  </a:lnTo>
                  <a:lnTo>
                    <a:pt x="4988721" y="0"/>
                  </a:lnTo>
                  <a:lnTo>
                    <a:pt x="4987010" y="0"/>
                  </a:lnTo>
                  <a:lnTo>
                    <a:pt x="4985298" y="0"/>
                  </a:lnTo>
                  <a:lnTo>
                    <a:pt x="4983587" y="0"/>
                  </a:lnTo>
                  <a:lnTo>
                    <a:pt x="4981875" y="0"/>
                  </a:lnTo>
                  <a:lnTo>
                    <a:pt x="4980164" y="0"/>
                  </a:lnTo>
                  <a:lnTo>
                    <a:pt x="4978453" y="0"/>
                  </a:lnTo>
                  <a:lnTo>
                    <a:pt x="4976741" y="0"/>
                  </a:lnTo>
                  <a:lnTo>
                    <a:pt x="4975030" y="0"/>
                  </a:lnTo>
                  <a:lnTo>
                    <a:pt x="4973318" y="0"/>
                  </a:lnTo>
                  <a:lnTo>
                    <a:pt x="4971607" y="0"/>
                  </a:lnTo>
                  <a:lnTo>
                    <a:pt x="4969896" y="0"/>
                  </a:lnTo>
                  <a:lnTo>
                    <a:pt x="4968184" y="0"/>
                  </a:lnTo>
                  <a:lnTo>
                    <a:pt x="4966473" y="0"/>
                  </a:lnTo>
                  <a:lnTo>
                    <a:pt x="4964761" y="0"/>
                  </a:lnTo>
                  <a:lnTo>
                    <a:pt x="4963050" y="0"/>
                  </a:lnTo>
                  <a:lnTo>
                    <a:pt x="4961339" y="0"/>
                  </a:lnTo>
                  <a:lnTo>
                    <a:pt x="4959627" y="0"/>
                  </a:lnTo>
                  <a:lnTo>
                    <a:pt x="4957916" y="0"/>
                  </a:lnTo>
                  <a:lnTo>
                    <a:pt x="4956204" y="0"/>
                  </a:lnTo>
                  <a:lnTo>
                    <a:pt x="4954493" y="0"/>
                  </a:lnTo>
                  <a:lnTo>
                    <a:pt x="4952782" y="0"/>
                  </a:lnTo>
                  <a:lnTo>
                    <a:pt x="4951070" y="0"/>
                  </a:lnTo>
                  <a:lnTo>
                    <a:pt x="4949359" y="0"/>
                  </a:lnTo>
                  <a:lnTo>
                    <a:pt x="4947648" y="0"/>
                  </a:lnTo>
                  <a:lnTo>
                    <a:pt x="4945936" y="0"/>
                  </a:lnTo>
                  <a:lnTo>
                    <a:pt x="4944225" y="0"/>
                  </a:lnTo>
                  <a:lnTo>
                    <a:pt x="4942513" y="0"/>
                  </a:lnTo>
                  <a:lnTo>
                    <a:pt x="4940802" y="0"/>
                  </a:lnTo>
                  <a:lnTo>
                    <a:pt x="4939091" y="0"/>
                  </a:lnTo>
                  <a:lnTo>
                    <a:pt x="4937379" y="0"/>
                  </a:lnTo>
                  <a:lnTo>
                    <a:pt x="4935668" y="0"/>
                  </a:lnTo>
                  <a:lnTo>
                    <a:pt x="4933956" y="0"/>
                  </a:lnTo>
                  <a:lnTo>
                    <a:pt x="4932245" y="0"/>
                  </a:lnTo>
                  <a:lnTo>
                    <a:pt x="4930534" y="0"/>
                  </a:lnTo>
                  <a:lnTo>
                    <a:pt x="4928822" y="0"/>
                  </a:lnTo>
                  <a:lnTo>
                    <a:pt x="4927111" y="0"/>
                  </a:lnTo>
                  <a:lnTo>
                    <a:pt x="4925399" y="0"/>
                  </a:lnTo>
                  <a:lnTo>
                    <a:pt x="4923688" y="0"/>
                  </a:lnTo>
                  <a:lnTo>
                    <a:pt x="4921977" y="0"/>
                  </a:lnTo>
                  <a:lnTo>
                    <a:pt x="4920265" y="0"/>
                  </a:lnTo>
                  <a:lnTo>
                    <a:pt x="4918554" y="0"/>
                  </a:lnTo>
                  <a:lnTo>
                    <a:pt x="4916842" y="0"/>
                  </a:lnTo>
                  <a:lnTo>
                    <a:pt x="4915131" y="0"/>
                  </a:lnTo>
                  <a:lnTo>
                    <a:pt x="4913420" y="0"/>
                  </a:lnTo>
                  <a:lnTo>
                    <a:pt x="4911708" y="0"/>
                  </a:lnTo>
                  <a:lnTo>
                    <a:pt x="4909997" y="0"/>
                  </a:lnTo>
                  <a:lnTo>
                    <a:pt x="4908285" y="0"/>
                  </a:lnTo>
                  <a:lnTo>
                    <a:pt x="4906574" y="0"/>
                  </a:lnTo>
                  <a:lnTo>
                    <a:pt x="4904863" y="0"/>
                  </a:lnTo>
                  <a:lnTo>
                    <a:pt x="4903151" y="0"/>
                  </a:lnTo>
                  <a:lnTo>
                    <a:pt x="4901440" y="0"/>
                  </a:lnTo>
                  <a:lnTo>
                    <a:pt x="4899728" y="0"/>
                  </a:lnTo>
                  <a:lnTo>
                    <a:pt x="4898017" y="0"/>
                  </a:lnTo>
                  <a:lnTo>
                    <a:pt x="4896306" y="0"/>
                  </a:lnTo>
                  <a:lnTo>
                    <a:pt x="4894594" y="0"/>
                  </a:lnTo>
                  <a:lnTo>
                    <a:pt x="4892883" y="0"/>
                  </a:lnTo>
                  <a:lnTo>
                    <a:pt x="4891171" y="0"/>
                  </a:lnTo>
                  <a:lnTo>
                    <a:pt x="4889460" y="0"/>
                  </a:lnTo>
                  <a:lnTo>
                    <a:pt x="4887749" y="0"/>
                  </a:lnTo>
                  <a:lnTo>
                    <a:pt x="4886037" y="0"/>
                  </a:lnTo>
                  <a:lnTo>
                    <a:pt x="4884326" y="0"/>
                  </a:lnTo>
                  <a:lnTo>
                    <a:pt x="4882614" y="0"/>
                  </a:lnTo>
                  <a:lnTo>
                    <a:pt x="4880903" y="0"/>
                  </a:lnTo>
                  <a:lnTo>
                    <a:pt x="4879192" y="0"/>
                  </a:lnTo>
                  <a:lnTo>
                    <a:pt x="4877480" y="0"/>
                  </a:lnTo>
                  <a:lnTo>
                    <a:pt x="4875769" y="0"/>
                  </a:lnTo>
                  <a:lnTo>
                    <a:pt x="4874057" y="0"/>
                  </a:lnTo>
                  <a:lnTo>
                    <a:pt x="4872346" y="0"/>
                  </a:lnTo>
                  <a:lnTo>
                    <a:pt x="4870635" y="0"/>
                  </a:lnTo>
                  <a:lnTo>
                    <a:pt x="4868923" y="0"/>
                  </a:lnTo>
                  <a:lnTo>
                    <a:pt x="4867212" y="0"/>
                  </a:lnTo>
                  <a:lnTo>
                    <a:pt x="4865500" y="0"/>
                  </a:lnTo>
                  <a:lnTo>
                    <a:pt x="4863789" y="0"/>
                  </a:lnTo>
                  <a:lnTo>
                    <a:pt x="4862078" y="0"/>
                  </a:lnTo>
                  <a:lnTo>
                    <a:pt x="4860366" y="0"/>
                  </a:lnTo>
                  <a:lnTo>
                    <a:pt x="4858655" y="0"/>
                  </a:lnTo>
                  <a:lnTo>
                    <a:pt x="4856943" y="0"/>
                  </a:lnTo>
                  <a:lnTo>
                    <a:pt x="4855232" y="0"/>
                  </a:lnTo>
                  <a:lnTo>
                    <a:pt x="4853521" y="0"/>
                  </a:lnTo>
                  <a:lnTo>
                    <a:pt x="4851809" y="0"/>
                  </a:lnTo>
                  <a:lnTo>
                    <a:pt x="4850098" y="0"/>
                  </a:lnTo>
                  <a:lnTo>
                    <a:pt x="4848387" y="0"/>
                  </a:lnTo>
                  <a:lnTo>
                    <a:pt x="4846675" y="0"/>
                  </a:lnTo>
                  <a:lnTo>
                    <a:pt x="4844964" y="0"/>
                  </a:lnTo>
                  <a:lnTo>
                    <a:pt x="4843252" y="0"/>
                  </a:lnTo>
                  <a:lnTo>
                    <a:pt x="4841541" y="0"/>
                  </a:lnTo>
                  <a:lnTo>
                    <a:pt x="4839830" y="0"/>
                  </a:lnTo>
                  <a:lnTo>
                    <a:pt x="4838118" y="0"/>
                  </a:lnTo>
                  <a:lnTo>
                    <a:pt x="4836407" y="0"/>
                  </a:lnTo>
                  <a:lnTo>
                    <a:pt x="4834695" y="0"/>
                  </a:lnTo>
                  <a:lnTo>
                    <a:pt x="4832984" y="0"/>
                  </a:lnTo>
                  <a:lnTo>
                    <a:pt x="4831273" y="0"/>
                  </a:lnTo>
                  <a:lnTo>
                    <a:pt x="4829561" y="0"/>
                  </a:lnTo>
                  <a:lnTo>
                    <a:pt x="4827850" y="0"/>
                  </a:lnTo>
                  <a:lnTo>
                    <a:pt x="4826138" y="0"/>
                  </a:lnTo>
                  <a:lnTo>
                    <a:pt x="4824427" y="0"/>
                  </a:lnTo>
                  <a:lnTo>
                    <a:pt x="4822716" y="0"/>
                  </a:lnTo>
                  <a:lnTo>
                    <a:pt x="4821004" y="0"/>
                  </a:lnTo>
                  <a:lnTo>
                    <a:pt x="4819293" y="0"/>
                  </a:lnTo>
                  <a:lnTo>
                    <a:pt x="4817581" y="0"/>
                  </a:lnTo>
                  <a:lnTo>
                    <a:pt x="4815870" y="0"/>
                  </a:lnTo>
                  <a:lnTo>
                    <a:pt x="4814159" y="0"/>
                  </a:lnTo>
                  <a:lnTo>
                    <a:pt x="4812447" y="0"/>
                  </a:lnTo>
                  <a:lnTo>
                    <a:pt x="4810736" y="0"/>
                  </a:lnTo>
                  <a:lnTo>
                    <a:pt x="4809024" y="0"/>
                  </a:lnTo>
                  <a:lnTo>
                    <a:pt x="4807313" y="0"/>
                  </a:lnTo>
                  <a:lnTo>
                    <a:pt x="4805602" y="0"/>
                  </a:lnTo>
                  <a:lnTo>
                    <a:pt x="4803890" y="0"/>
                  </a:lnTo>
                  <a:lnTo>
                    <a:pt x="4802179" y="0"/>
                  </a:lnTo>
                  <a:lnTo>
                    <a:pt x="4800467" y="0"/>
                  </a:lnTo>
                  <a:lnTo>
                    <a:pt x="4798756" y="0"/>
                  </a:lnTo>
                  <a:lnTo>
                    <a:pt x="4797045" y="0"/>
                  </a:lnTo>
                  <a:lnTo>
                    <a:pt x="4795333" y="0"/>
                  </a:lnTo>
                  <a:lnTo>
                    <a:pt x="4793622" y="0"/>
                  </a:lnTo>
                  <a:lnTo>
                    <a:pt x="4791910" y="0"/>
                  </a:lnTo>
                  <a:lnTo>
                    <a:pt x="4790199" y="0"/>
                  </a:lnTo>
                  <a:lnTo>
                    <a:pt x="4788488" y="0"/>
                  </a:lnTo>
                  <a:lnTo>
                    <a:pt x="4786776" y="0"/>
                  </a:lnTo>
                  <a:lnTo>
                    <a:pt x="4785065" y="0"/>
                  </a:lnTo>
                  <a:lnTo>
                    <a:pt x="4783353" y="0"/>
                  </a:lnTo>
                  <a:lnTo>
                    <a:pt x="4781642" y="0"/>
                  </a:lnTo>
                  <a:lnTo>
                    <a:pt x="4779931" y="0"/>
                  </a:lnTo>
                  <a:lnTo>
                    <a:pt x="4778219" y="0"/>
                  </a:lnTo>
                  <a:lnTo>
                    <a:pt x="4776508" y="0"/>
                  </a:lnTo>
                  <a:lnTo>
                    <a:pt x="4774796" y="0"/>
                  </a:lnTo>
                  <a:lnTo>
                    <a:pt x="4773085" y="0"/>
                  </a:lnTo>
                  <a:lnTo>
                    <a:pt x="4771374" y="0"/>
                  </a:lnTo>
                  <a:lnTo>
                    <a:pt x="4769662" y="0"/>
                  </a:lnTo>
                  <a:lnTo>
                    <a:pt x="4767951" y="0"/>
                  </a:lnTo>
                  <a:lnTo>
                    <a:pt x="4766239" y="0"/>
                  </a:lnTo>
                  <a:lnTo>
                    <a:pt x="4764528" y="0"/>
                  </a:lnTo>
                  <a:lnTo>
                    <a:pt x="4762817" y="0"/>
                  </a:lnTo>
                  <a:lnTo>
                    <a:pt x="4761105" y="0"/>
                  </a:lnTo>
                  <a:lnTo>
                    <a:pt x="4759394" y="0"/>
                  </a:lnTo>
                  <a:lnTo>
                    <a:pt x="4757682" y="0"/>
                  </a:lnTo>
                  <a:lnTo>
                    <a:pt x="4755971" y="0"/>
                  </a:lnTo>
                  <a:lnTo>
                    <a:pt x="4754260" y="0"/>
                  </a:lnTo>
                  <a:lnTo>
                    <a:pt x="4752548" y="0"/>
                  </a:lnTo>
                  <a:lnTo>
                    <a:pt x="4750837" y="0"/>
                  </a:lnTo>
                  <a:lnTo>
                    <a:pt x="4749125" y="0"/>
                  </a:lnTo>
                  <a:lnTo>
                    <a:pt x="4747414" y="0"/>
                  </a:lnTo>
                  <a:lnTo>
                    <a:pt x="4745703" y="0"/>
                  </a:lnTo>
                  <a:lnTo>
                    <a:pt x="4743991" y="0"/>
                  </a:lnTo>
                  <a:lnTo>
                    <a:pt x="4742280" y="0"/>
                  </a:lnTo>
                  <a:lnTo>
                    <a:pt x="4740569" y="0"/>
                  </a:lnTo>
                  <a:lnTo>
                    <a:pt x="4738857" y="0"/>
                  </a:lnTo>
                  <a:lnTo>
                    <a:pt x="4737146" y="0"/>
                  </a:lnTo>
                  <a:lnTo>
                    <a:pt x="4735434" y="0"/>
                  </a:lnTo>
                  <a:lnTo>
                    <a:pt x="4733723" y="0"/>
                  </a:lnTo>
                  <a:lnTo>
                    <a:pt x="4732012" y="0"/>
                  </a:lnTo>
                  <a:lnTo>
                    <a:pt x="4730300" y="0"/>
                  </a:lnTo>
                  <a:lnTo>
                    <a:pt x="4728589" y="0"/>
                  </a:lnTo>
                  <a:lnTo>
                    <a:pt x="4726877" y="0"/>
                  </a:lnTo>
                  <a:lnTo>
                    <a:pt x="4725166" y="0"/>
                  </a:lnTo>
                  <a:lnTo>
                    <a:pt x="4723455" y="0"/>
                  </a:lnTo>
                  <a:lnTo>
                    <a:pt x="4721743" y="0"/>
                  </a:lnTo>
                  <a:lnTo>
                    <a:pt x="4720032" y="0"/>
                  </a:lnTo>
                  <a:lnTo>
                    <a:pt x="4718320" y="0"/>
                  </a:lnTo>
                  <a:lnTo>
                    <a:pt x="4716609" y="0"/>
                  </a:lnTo>
                  <a:lnTo>
                    <a:pt x="4714898" y="0"/>
                  </a:lnTo>
                  <a:lnTo>
                    <a:pt x="4713186" y="0"/>
                  </a:lnTo>
                  <a:lnTo>
                    <a:pt x="4711475" y="0"/>
                  </a:lnTo>
                  <a:lnTo>
                    <a:pt x="4709763" y="0"/>
                  </a:lnTo>
                  <a:lnTo>
                    <a:pt x="4708052" y="0"/>
                  </a:lnTo>
                  <a:lnTo>
                    <a:pt x="4706341" y="0"/>
                  </a:lnTo>
                  <a:lnTo>
                    <a:pt x="4704629" y="0"/>
                  </a:lnTo>
                  <a:lnTo>
                    <a:pt x="4702918" y="0"/>
                  </a:lnTo>
                  <a:lnTo>
                    <a:pt x="4701206" y="0"/>
                  </a:lnTo>
                  <a:lnTo>
                    <a:pt x="4699495" y="0"/>
                  </a:lnTo>
                  <a:lnTo>
                    <a:pt x="4697784" y="0"/>
                  </a:lnTo>
                  <a:lnTo>
                    <a:pt x="4696072" y="0"/>
                  </a:lnTo>
                  <a:lnTo>
                    <a:pt x="4694361" y="0"/>
                  </a:lnTo>
                  <a:lnTo>
                    <a:pt x="4692649" y="0"/>
                  </a:lnTo>
                  <a:lnTo>
                    <a:pt x="4690938" y="0"/>
                  </a:lnTo>
                  <a:lnTo>
                    <a:pt x="4689227" y="0"/>
                  </a:lnTo>
                  <a:lnTo>
                    <a:pt x="4687515" y="0"/>
                  </a:lnTo>
                  <a:lnTo>
                    <a:pt x="4685804" y="0"/>
                  </a:lnTo>
                  <a:lnTo>
                    <a:pt x="4684092" y="0"/>
                  </a:lnTo>
                  <a:lnTo>
                    <a:pt x="4682381" y="0"/>
                  </a:lnTo>
                  <a:lnTo>
                    <a:pt x="4680670" y="0"/>
                  </a:lnTo>
                  <a:lnTo>
                    <a:pt x="4678958" y="0"/>
                  </a:lnTo>
                  <a:lnTo>
                    <a:pt x="4677247" y="0"/>
                  </a:lnTo>
                  <a:lnTo>
                    <a:pt x="4675535" y="0"/>
                  </a:lnTo>
                  <a:lnTo>
                    <a:pt x="4673824" y="0"/>
                  </a:lnTo>
                  <a:lnTo>
                    <a:pt x="4672113" y="0"/>
                  </a:lnTo>
                  <a:lnTo>
                    <a:pt x="4670401" y="0"/>
                  </a:lnTo>
                  <a:lnTo>
                    <a:pt x="4668690" y="0"/>
                  </a:lnTo>
                  <a:lnTo>
                    <a:pt x="4666978" y="0"/>
                  </a:lnTo>
                  <a:lnTo>
                    <a:pt x="4665267" y="0"/>
                  </a:lnTo>
                  <a:lnTo>
                    <a:pt x="4663556" y="0"/>
                  </a:lnTo>
                  <a:lnTo>
                    <a:pt x="4661844" y="0"/>
                  </a:lnTo>
                  <a:lnTo>
                    <a:pt x="4660133" y="0"/>
                  </a:lnTo>
                  <a:lnTo>
                    <a:pt x="4658421" y="0"/>
                  </a:lnTo>
                  <a:lnTo>
                    <a:pt x="4656710" y="0"/>
                  </a:lnTo>
                  <a:lnTo>
                    <a:pt x="4654999" y="0"/>
                  </a:lnTo>
                  <a:lnTo>
                    <a:pt x="4653287" y="0"/>
                  </a:lnTo>
                  <a:lnTo>
                    <a:pt x="4651576" y="0"/>
                  </a:lnTo>
                  <a:lnTo>
                    <a:pt x="4649864" y="0"/>
                  </a:lnTo>
                  <a:lnTo>
                    <a:pt x="4648153" y="0"/>
                  </a:lnTo>
                  <a:lnTo>
                    <a:pt x="4646442" y="0"/>
                  </a:lnTo>
                  <a:lnTo>
                    <a:pt x="4644730" y="0"/>
                  </a:lnTo>
                  <a:lnTo>
                    <a:pt x="4643019" y="0"/>
                  </a:lnTo>
                  <a:lnTo>
                    <a:pt x="4641307" y="0"/>
                  </a:lnTo>
                  <a:lnTo>
                    <a:pt x="4639596" y="0"/>
                  </a:lnTo>
                  <a:lnTo>
                    <a:pt x="4637885" y="0"/>
                  </a:lnTo>
                  <a:lnTo>
                    <a:pt x="4636173" y="0"/>
                  </a:lnTo>
                  <a:lnTo>
                    <a:pt x="4634462" y="0"/>
                  </a:lnTo>
                  <a:lnTo>
                    <a:pt x="4632751" y="0"/>
                  </a:lnTo>
                  <a:lnTo>
                    <a:pt x="4631039" y="0"/>
                  </a:lnTo>
                  <a:lnTo>
                    <a:pt x="4629328" y="0"/>
                  </a:lnTo>
                  <a:lnTo>
                    <a:pt x="4627616" y="0"/>
                  </a:lnTo>
                  <a:lnTo>
                    <a:pt x="4625905" y="0"/>
                  </a:lnTo>
                  <a:lnTo>
                    <a:pt x="4624194" y="0"/>
                  </a:lnTo>
                  <a:lnTo>
                    <a:pt x="4622482" y="0"/>
                  </a:lnTo>
                  <a:lnTo>
                    <a:pt x="4620771" y="0"/>
                  </a:lnTo>
                  <a:lnTo>
                    <a:pt x="4619059" y="0"/>
                  </a:lnTo>
                  <a:lnTo>
                    <a:pt x="4617348" y="0"/>
                  </a:lnTo>
                  <a:lnTo>
                    <a:pt x="4615637" y="0"/>
                  </a:lnTo>
                  <a:lnTo>
                    <a:pt x="4613925" y="0"/>
                  </a:lnTo>
                  <a:lnTo>
                    <a:pt x="4612214" y="0"/>
                  </a:lnTo>
                  <a:lnTo>
                    <a:pt x="4610502" y="0"/>
                  </a:lnTo>
                  <a:lnTo>
                    <a:pt x="4608791" y="0"/>
                  </a:lnTo>
                  <a:lnTo>
                    <a:pt x="4607080" y="0"/>
                  </a:lnTo>
                  <a:lnTo>
                    <a:pt x="4605368" y="0"/>
                  </a:lnTo>
                  <a:lnTo>
                    <a:pt x="4603657" y="0"/>
                  </a:lnTo>
                  <a:lnTo>
                    <a:pt x="4601945" y="0"/>
                  </a:lnTo>
                  <a:lnTo>
                    <a:pt x="4600234" y="0"/>
                  </a:lnTo>
                  <a:lnTo>
                    <a:pt x="4598523" y="0"/>
                  </a:lnTo>
                  <a:lnTo>
                    <a:pt x="4596811" y="0"/>
                  </a:lnTo>
                  <a:lnTo>
                    <a:pt x="4595100" y="0"/>
                  </a:lnTo>
                  <a:lnTo>
                    <a:pt x="4593388" y="0"/>
                  </a:lnTo>
                  <a:lnTo>
                    <a:pt x="4591677" y="0"/>
                  </a:lnTo>
                  <a:lnTo>
                    <a:pt x="4589966" y="0"/>
                  </a:lnTo>
                  <a:lnTo>
                    <a:pt x="4588254" y="0"/>
                  </a:lnTo>
                  <a:lnTo>
                    <a:pt x="4586543" y="0"/>
                  </a:lnTo>
                  <a:lnTo>
                    <a:pt x="4584831" y="0"/>
                  </a:lnTo>
                  <a:lnTo>
                    <a:pt x="4583120" y="0"/>
                  </a:lnTo>
                  <a:lnTo>
                    <a:pt x="4581409" y="0"/>
                  </a:lnTo>
                  <a:lnTo>
                    <a:pt x="4579697" y="0"/>
                  </a:lnTo>
                  <a:lnTo>
                    <a:pt x="4577986" y="0"/>
                  </a:lnTo>
                  <a:lnTo>
                    <a:pt x="4576274" y="0"/>
                  </a:lnTo>
                  <a:lnTo>
                    <a:pt x="4574563" y="0"/>
                  </a:lnTo>
                  <a:lnTo>
                    <a:pt x="4572852" y="0"/>
                  </a:lnTo>
                  <a:lnTo>
                    <a:pt x="4571140" y="0"/>
                  </a:lnTo>
                  <a:lnTo>
                    <a:pt x="4569429" y="0"/>
                  </a:lnTo>
                  <a:lnTo>
                    <a:pt x="4567717" y="0"/>
                  </a:lnTo>
                  <a:lnTo>
                    <a:pt x="4566006" y="0"/>
                  </a:lnTo>
                  <a:lnTo>
                    <a:pt x="4564295" y="0"/>
                  </a:lnTo>
                  <a:lnTo>
                    <a:pt x="4562583" y="0"/>
                  </a:lnTo>
                  <a:lnTo>
                    <a:pt x="4560872" y="0"/>
                  </a:lnTo>
                  <a:lnTo>
                    <a:pt x="4559160" y="0"/>
                  </a:lnTo>
                  <a:lnTo>
                    <a:pt x="4557449" y="0"/>
                  </a:lnTo>
                  <a:lnTo>
                    <a:pt x="4555738" y="0"/>
                  </a:lnTo>
                  <a:lnTo>
                    <a:pt x="4554026" y="0"/>
                  </a:lnTo>
                  <a:lnTo>
                    <a:pt x="4552315" y="0"/>
                  </a:lnTo>
                  <a:lnTo>
                    <a:pt x="4550603" y="0"/>
                  </a:lnTo>
                  <a:lnTo>
                    <a:pt x="4548892" y="0"/>
                  </a:lnTo>
                  <a:lnTo>
                    <a:pt x="4547181" y="0"/>
                  </a:lnTo>
                  <a:lnTo>
                    <a:pt x="4545469" y="0"/>
                  </a:lnTo>
                  <a:lnTo>
                    <a:pt x="4543758" y="0"/>
                  </a:lnTo>
                  <a:lnTo>
                    <a:pt x="4542046" y="0"/>
                  </a:lnTo>
                  <a:lnTo>
                    <a:pt x="4540335" y="0"/>
                  </a:lnTo>
                  <a:lnTo>
                    <a:pt x="4538624" y="0"/>
                  </a:lnTo>
                  <a:lnTo>
                    <a:pt x="4536912" y="0"/>
                  </a:lnTo>
                  <a:lnTo>
                    <a:pt x="4535201" y="0"/>
                  </a:lnTo>
                  <a:lnTo>
                    <a:pt x="4533489" y="0"/>
                  </a:lnTo>
                  <a:lnTo>
                    <a:pt x="4531778" y="0"/>
                  </a:lnTo>
                  <a:lnTo>
                    <a:pt x="4530067" y="0"/>
                  </a:lnTo>
                  <a:lnTo>
                    <a:pt x="4528355" y="0"/>
                  </a:lnTo>
                  <a:lnTo>
                    <a:pt x="4526644" y="0"/>
                  </a:lnTo>
                  <a:lnTo>
                    <a:pt x="4524933" y="0"/>
                  </a:lnTo>
                  <a:lnTo>
                    <a:pt x="4523221" y="0"/>
                  </a:lnTo>
                  <a:lnTo>
                    <a:pt x="4521510" y="0"/>
                  </a:lnTo>
                  <a:lnTo>
                    <a:pt x="4519798" y="0"/>
                  </a:lnTo>
                  <a:lnTo>
                    <a:pt x="4518087" y="0"/>
                  </a:lnTo>
                  <a:lnTo>
                    <a:pt x="4516376" y="0"/>
                  </a:lnTo>
                  <a:lnTo>
                    <a:pt x="4514664" y="0"/>
                  </a:lnTo>
                  <a:lnTo>
                    <a:pt x="4512953" y="0"/>
                  </a:lnTo>
                  <a:lnTo>
                    <a:pt x="4511241" y="0"/>
                  </a:lnTo>
                  <a:lnTo>
                    <a:pt x="4509530" y="0"/>
                  </a:lnTo>
                  <a:lnTo>
                    <a:pt x="4507819" y="0"/>
                  </a:lnTo>
                  <a:lnTo>
                    <a:pt x="4506107" y="0"/>
                  </a:lnTo>
                  <a:lnTo>
                    <a:pt x="4504396" y="0"/>
                  </a:lnTo>
                  <a:lnTo>
                    <a:pt x="4502684" y="0"/>
                  </a:lnTo>
                  <a:lnTo>
                    <a:pt x="4500973" y="0"/>
                  </a:lnTo>
                  <a:lnTo>
                    <a:pt x="4499262" y="0"/>
                  </a:lnTo>
                  <a:lnTo>
                    <a:pt x="4497550" y="0"/>
                  </a:lnTo>
                  <a:lnTo>
                    <a:pt x="4495839" y="0"/>
                  </a:lnTo>
                  <a:lnTo>
                    <a:pt x="4494127" y="0"/>
                  </a:lnTo>
                  <a:lnTo>
                    <a:pt x="4492416" y="0"/>
                  </a:lnTo>
                  <a:lnTo>
                    <a:pt x="4490705" y="0"/>
                  </a:lnTo>
                  <a:lnTo>
                    <a:pt x="4488993" y="0"/>
                  </a:lnTo>
                  <a:lnTo>
                    <a:pt x="4487282" y="0"/>
                  </a:lnTo>
                  <a:lnTo>
                    <a:pt x="4485570" y="0"/>
                  </a:lnTo>
                  <a:lnTo>
                    <a:pt x="4483859" y="0"/>
                  </a:lnTo>
                  <a:lnTo>
                    <a:pt x="4482148" y="0"/>
                  </a:lnTo>
                  <a:lnTo>
                    <a:pt x="4480436" y="0"/>
                  </a:lnTo>
                  <a:lnTo>
                    <a:pt x="4478725" y="0"/>
                  </a:lnTo>
                  <a:lnTo>
                    <a:pt x="4477013" y="0"/>
                  </a:lnTo>
                  <a:lnTo>
                    <a:pt x="4475302" y="0"/>
                  </a:lnTo>
                  <a:lnTo>
                    <a:pt x="4473591" y="0"/>
                  </a:lnTo>
                  <a:lnTo>
                    <a:pt x="4471879" y="0"/>
                  </a:lnTo>
                  <a:lnTo>
                    <a:pt x="4470168" y="0"/>
                  </a:lnTo>
                  <a:lnTo>
                    <a:pt x="4468456" y="0"/>
                  </a:lnTo>
                  <a:lnTo>
                    <a:pt x="4466745" y="0"/>
                  </a:lnTo>
                  <a:lnTo>
                    <a:pt x="4465034" y="0"/>
                  </a:lnTo>
                  <a:lnTo>
                    <a:pt x="4463322" y="0"/>
                  </a:lnTo>
                  <a:lnTo>
                    <a:pt x="4461611" y="0"/>
                  </a:lnTo>
                  <a:lnTo>
                    <a:pt x="4459899" y="0"/>
                  </a:lnTo>
                  <a:lnTo>
                    <a:pt x="4458188" y="0"/>
                  </a:lnTo>
                  <a:lnTo>
                    <a:pt x="4456477" y="0"/>
                  </a:lnTo>
                  <a:lnTo>
                    <a:pt x="4454765" y="0"/>
                  </a:lnTo>
                  <a:lnTo>
                    <a:pt x="4453054" y="0"/>
                  </a:lnTo>
                  <a:lnTo>
                    <a:pt x="4451342" y="0"/>
                  </a:lnTo>
                  <a:lnTo>
                    <a:pt x="4449631" y="0"/>
                  </a:lnTo>
                  <a:lnTo>
                    <a:pt x="4447920" y="0"/>
                  </a:lnTo>
                  <a:lnTo>
                    <a:pt x="4446208" y="0"/>
                  </a:lnTo>
                  <a:lnTo>
                    <a:pt x="4444497" y="0"/>
                  </a:lnTo>
                  <a:lnTo>
                    <a:pt x="4442785" y="0"/>
                  </a:lnTo>
                  <a:lnTo>
                    <a:pt x="4441074" y="0"/>
                  </a:lnTo>
                  <a:lnTo>
                    <a:pt x="4439363" y="0"/>
                  </a:lnTo>
                  <a:lnTo>
                    <a:pt x="4437651" y="0"/>
                  </a:lnTo>
                  <a:lnTo>
                    <a:pt x="4435940" y="0"/>
                  </a:lnTo>
                  <a:lnTo>
                    <a:pt x="4434228" y="0"/>
                  </a:lnTo>
                  <a:lnTo>
                    <a:pt x="4432517" y="0"/>
                  </a:lnTo>
                  <a:lnTo>
                    <a:pt x="4430806" y="0"/>
                  </a:lnTo>
                  <a:lnTo>
                    <a:pt x="4429094" y="0"/>
                  </a:lnTo>
                  <a:lnTo>
                    <a:pt x="4427383" y="0"/>
                  </a:lnTo>
                  <a:lnTo>
                    <a:pt x="4425672" y="0"/>
                  </a:lnTo>
                  <a:lnTo>
                    <a:pt x="4423960" y="0"/>
                  </a:lnTo>
                  <a:lnTo>
                    <a:pt x="4422249" y="0"/>
                  </a:lnTo>
                  <a:lnTo>
                    <a:pt x="4420537" y="0"/>
                  </a:lnTo>
                  <a:lnTo>
                    <a:pt x="4418826" y="0"/>
                  </a:lnTo>
                  <a:lnTo>
                    <a:pt x="4417115" y="0"/>
                  </a:lnTo>
                  <a:lnTo>
                    <a:pt x="4415403" y="0"/>
                  </a:lnTo>
                  <a:lnTo>
                    <a:pt x="4413692" y="0"/>
                  </a:lnTo>
                  <a:lnTo>
                    <a:pt x="4411980" y="0"/>
                  </a:lnTo>
                  <a:lnTo>
                    <a:pt x="4410269" y="0"/>
                  </a:lnTo>
                  <a:lnTo>
                    <a:pt x="4408558" y="0"/>
                  </a:lnTo>
                  <a:lnTo>
                    <a:pt x="4406846" y="0"/>
                  </a:lnTo>
                  <a:lnTo>
                    <a:pt x="4405135" y="0"/>
                  </a:lnTo>
                  <a:lnTo>
                    <a:pt x="4403423" y="0"/>
                  </a:lnTo>
                  <a:lnTo>
                    <a:pt x="4401712" y="0"/>
                  </a:lnTo>
                  <a:lnTo>
                    <a:pt x="4400001" y="0"/>
                  </a:lnTo>
                  <a:lnTo>
                    <a:pt x="4398289" y="0"/>
                  </a:lnTo>
                  <a:lnTo>
                    <a:pt x="4396578" y="0"/>
                  </a:lnTo>
                  <a:lnTo>
                    <a:pt x="4394866" y="0"/>
                  </a:lnTo>
                  <a:lnTo>
                    <a:pt x="4393155" y="0"/>
                  </a:lnTo>
                  <a:lnTo>
                    <a:pt x="4391444" y="0"/>
                  </a:lnTo>
                  <a:lnTo>
                    <a:pt x="4389732" y="0"/>
                  </a:lnTo>
                  <a:lnTo>
                    <a:pt x="4388021" y="0"/>
                  </a:lnTo>
                  <a:lnTo>
                    <a:pt x="4386309" y="0"/>
                  </a:lnTo>
                  <a:lnTo>
                    <a:pt x="4384598" y="0"/>
                  </a:lnTo>
                  <a:lnTo>
                    <a:pt x="4382887" y="0"/>
                  </a:lnTo>
                  <a:lnTo>
                    <a:pt x="4381175" y="0"/>
                  </a:lnTo>
                  <a:lnTo>
                    <a:pt x="4379464" y="0"/>
                  </a:lnTo>
                  <a:lnTo>
                    <a:pt x="4377752" y="0"/>
                  </a:lnTo>
                  <a:lnTo>
                    <a:pt x="4376041" y="0"/>
                  </a:lnTo>
                  <a:lnTo>
                    <a:pt x="4374330" y="0"/>
                  </a:lnTo>
                  <a:lnTo>
                    <a:pt x="4372618" y="0"/>
                  </a:lnTo>
                  <a:lnTo>
                    <a:pt x="4370907" y="0"/>
                  </a:lnTo>
                  <a:lnTo>
                    <a:pt x="4369195" y="0"/>
                  </a:lnTo>
                  <a:lnTo>
                    <a:pt x="4367484" y="0"/>
                  </a:lnTo>
                  <a:lnTo>
                    <a:pt x="4365773" y="0"/>
                  </a:lnTo>
                  <a:lnTo>
                    <a:pt x="4364061" y="0"/>
                  </a:lnTo>
                  <a:lnTo>
                    <a:pt x="4362350" y="0"/>
                  </a:lnTo>
                  <a:lnTo>
                    <a:pt x="4360638" y="0"/>
                  </a:lnTo>
                  <a:lnTo>
                    <a:pt x="4358927" y="0"/>
                  </a:lnTo>
                  <a:lnTo>
                    <a:pt x="4357216" y="0"/>
                  </a:lnTo>
                  <a:lnTo>
                    <a:pt x="4355504" y="0"/>
                  </a:lnTo>
                  <a:lnTo>
                    <a:pt x="4353793" y="0"/>
                  </a:lnTo>
                  <a:lnTo>
                    <a:pt x="4352081" y="0"/>
                  </a:lnTo>
                  <a:lnTo>
                    <a:pt x="4350370" y="0"/>
                  </a:lnTo>
                  <a:lnTo>
                    <a:pt x="4348659" y="0"/>
                  </a:lnTo>
                  <a:lnTo>
                    <a:pt x="4346947" y="0"/>
                  </a:lnTo>
                  <a:lnTo>
                    <a:pt x="4345236" y="0"/>
                  </a:lnTo>
                  <a:lnTo>
                    <a:pt x="4343524" y="0"/>
                  </a:lnTo>
                  <a:lnTo>
                    <a:pt x="4341813" y="0"/>
                  </a:lnTo>
                  <a:lnTo>
                    <a:pt x="4340102" y="0"/>
                  </a:lnTo>
                  <a:lnTo>
                    <a:pt x="4338390" y="0"/>
                  </a:lnTo>
                  <a:lnTo>
                    <a:pt x="4336679" y="0"/>
                  </a:lnTo>
                  <a:lnTo>
                    <a:pt x="4334967" y="0"/>
                  </a:lnTo>
                  <a:lnTo>
                    <a:pt x="4333256" y="0"/>
                  </a:lnTo>
                  <a:lnTo>
                    <a:pt x="4331545" y="0"/>
                  </a:lnTo>
                  <a:lnTo>
                    <a:pt x="4329833" y="0"/>
                  </a:lnTo>
                  <a:lnTo>
                    <a:pt x="4328122" y="0"/>
                  </a:lnTo>
                  <a:lnTo>
                    <a:pt x="4326410" y="0"/>
                  </a:lnTo>
                  <a:lnTo>
                    <a:pt x="4324699" y="0"/>
                  </a:lnTo>
                  <a:lnTo>
                    <a:pt x="4322988" y="0"/>
                  </a:lnTo>
                  <a:lnTo>
                    <a:pt x="4321276" y="0"/>
                  </a:lnTo>
                  <a:lnTo>
                    <a:pt x="4319565" y="0"/>
                  </a:lnTo>
                  <a:lnTo>
                    <a:pt x="4317854" y="0"/>
                  </a:lnTo>
                  <a:lnTo>
                    <a:pt x="4316142" y="0"/>
                  </a:lnTo>
                  <a:lnTo>
                    <a:pt x="4314431" y="0"/>
                  </a:lnTo>
                  <a:lnTo>
                    <a:pt x="4312719" y="0"/>
                  </a:lnTo>
                  <a:lnTo>
                    <a:pt x="4311008" y="0"/>
                  </a:lnTo>
                  <a:lnTo>
                    <a:pt x="4309297" y="0"/>
                  </a:lnTo>
                  <a:lnTo>
                    <a:pt x="4307585" y="0"/>
                  </a:lnTo>
                  <a:lnTo>
                    <a:pt x="4305874" y="0"/>
                  </a:lnTo>
                  <a:lnTo>
                    <a:pt x="4304162" y="0"/>
                  </a:lnTo>
                  <a:lnTo>
                    <a:pt x="4302451" y="0"/>
                  </a:lnTo>
                  <a:lnTo>
                    <a:pt x="4300740" y="0"/>
                  </a:lnTo>
                  <a:lnTo>
                    <a:pt x="4299028" y="0"/>
                  </a:lnTo>
                  <a:lnTo>
                    <a:pt x="4297317" y="0"/>
                  </a:lnTo>
                  <a:lnTo>
                    <a:pt x="4295605" y="0"/>
                  </a:lnTo>
                  <a:lnTo>
                    <a:pt x="4293894" y="0"/>
                  </a:lnTo>
                  <a:lnTo>
                    <a:pt x="4292183" y="0"/>
                  </a:lnTo>
                  <a:lnTo>
                    <a:pt x="4290471" y="0"/>
                  </a:lnTo>
                  <a:lnTo>
                    <a:pt x="4288760" y="0"/>
                  </a:lnTo>
                  <a:lnTo>
                    <a:pt x="4287048" y="0"/>
                  </a:lnTo>
                  <a:lnTo>
                    <a:pt x="4285337" y="0"/>
                  </a:lnTo>
                  <a:lnTo>
                    <a:pt x="4283626" y="0"/>
                  </a:lnTo>
                  <a:lnTo>
                    <a:pt x="4281914" y="0"/>
                  </a:lnTo>
                  <a:lnTo>
                    <a:pt x="4280203" y="0"/>
                  </a:lnTo>
                  <a:lnTo>
                    <a:pt x="4278491" y="0"/>
                  </a:lnTo>
                  <a:lnTo>
                    <a:pt x="4276780" y="0"/>
                  </a:lnTo>
                  <a:lnTo>
                    <a:pt x="4275069" y="0"/>
                  </a:lnTo>
                  <a:lnTo>
                    <a:pt x="4273357" y="0"/>
                  </a:lnTo>
                  <a:lnTo>
                    <a:pt x="4271646" y="0"/>
                  </a:lnTo>
                  <a:lnTo>
                    <a:pt x="4269934" y="0"/>
                  </a:lnTo>
                  <a:lnTo>
                    <a:pt x="4268223" y="0"/>
                  </a:lnTo>
                  <a:lnTo>
                    <a:pt x="4266512" y="0"/>
                  </a:lnTo>
                  <a:lnTo>
                    <a:pt x="4264800" y="0"/>
                  </a:lnTo>
                  <a:lnTo>
                    <a:pt x="4263089" y="0"/>
                  </a:lnTo>
                  <a:lnTo>
                    <a:pt x="4261377" y="0"/>
                  </a:lnTo>
                  <a:lnTo>
                    <a:pt x="4259666" y="0"/>
                  </a:lnTo>
                  <a:lnTo>
                    <a:pt x="4257955" y="0"/>
                  </a:lnTo>
                  <a:lnTo>
                    <a:pt x="4256243" y="0"/>
                  </a:lnTo>
                  <a:lnTo>
                    <a:pt x="4254532" y="0"/>
                  </a:lnTo>
                  <a:lnTo>
                    <a:pt x="4252820" y="0"/>
                  </a:lnTo>
                  <a:lnTo>
                    <a:pt x="4251109" y="0"/>
                  </a:lnTo>
                  <a:lnTo>
                    <a:pt x="4249398" y="0"/>
                  </a:lnTo>
                  <a:lnTo>
                    <a:pt x="4247686" y="0"/>
                  </a:lnTo>
                  <a:lnTo>
                    <a:pt x="4245975" y="0"/>
                  </a:lnTo>
                  <a:lnTo>
                    <a:pt x="4244263" y="0"/>
                  </a:lnTo>
                  <a:lnTo>
                    <a:pt x="4242552" y="0"/>
                  </a:lnTo>
                  <a:lnTo>
                    <a:pt x="4240841" y="0"/>
                  </a:lnTo>
                  <a:lnTo>
                    <a:pt x="4239129" y="0"/>
                  </a:lnTo>
                  <a:lnTo>
                    <a:pt x="4237418" y="0"/>
                  </a:lnTo>
                  <a:lnTo>
                    <a:pt x="4235706" y="0"/>
                  </a:lnTo>
                  <a:lnTo>
                    <a:pt x="4233995" y="0"/>
                  </a:lnTo>
                  <a:lnTo>
                    <a:pt x="4232284" y="0"/>
                  </a:lnTo>
                  <a:lnTo>
                    <a:pt x="4230572" y="0"/>
                  </a:lnTo>
                  <a:lnTo>
                    <a:pt x="4228861" y="0"/>
                  </a:lnTo>
                  <a:lnTo>
                    <a:pt x="4227149" y="0"/>
                  </a:lnTo>
                  <a:lnTo>
                    <a:pt x="4225438" y="0"/>
                  </a:lnTo>
                  <a:lnTo>
                    <a:pt x="4223727" y="0"/>
                  </a:lnTo>
                  <a:lnTo>
                    <a:pt x="4222015" y="0"/>
                  </a:lnTo>
                  <a:lnTo>
                    <a:pt x="4220304" y="0"/>
                  </a:lnTo>
                  <a:lnTo>
                    <a:pt x="4218592" y="0"/>
                  </a:lnTo>
                  <a:lnTo>
                    <a:pt x="4216881" y="0"/>
                  </a:lnTo>
                  <a:lnTo>
                    <a:pt x="4215170" y="0"/>
                  </a:lnTo>
                  <a:lnTo>
                    <a:pt x="4213458" y="0"/>
                  </a:lnTo>
                  <a:lnTo>
                    <a:pt x="4211747" y="0"/>
                  </a:lnTo>
                  <a:lnTo>
                    <a:pt x="4210036" y="0"/>
                  </a:lnTo>
                  <a:lnTo>
                    <a:pt x="4208324" y="0"/>
                  </a:lnTo>
                  <a:lnTo>
                    <a:pt x="4206613" y="0"/>
                  </a:lnTo>
                  <a:lnTo>
                    <a:pt x="4204901" y="0"/>
                  </a:lnTo>
                  <a:lnTo>
                    <a:pt x="4203190" y="0"/>
                  </a:lnTo>
                  <a:lnTo>
                    <a:pt x="4201479" y="0"/>
                  </a:lnTo>
                  <a:lnTo>
                    <a:pt x="4199767" y="0"/>
                  </a:lnTo>
                  <a:lnTo>
                    <a:pt x="4198056" y="0"/>
                  </a:lnTo>
                  <a:lnTo>
                    <a:pt x="4196344" y="0"/>
                  </a:lnTo>
                  <a:lnTo>
                    <a:pt x="4194633" y="0"/>
                  </a:lnTo>
                  <a:lnTo>
                    <a:pt x="4192922" y="0"/>
                  </a:lnTo>
                  <a:lnTo>
                    <a:pt x="4191210" y="0"/>
                  </a:lnTo>
                  <a:lnTo>
                    <a:pt x="4189499" y="0"/>
                  </a:lnTo>
                  <a:lnTo>
                    <a:pt x="4187787" y="0"/>
                  </a:lnTo>
                  <a:lnTo>
                    <a:pt x="4186076" y="0"/>
                  </a:lnTo>
                  <a:lnTo>
                    <a:pt x="4184365" y="0"/>
                  </a:lnTo>
                  <a:lnTo>
                    <a:pt x="4182653" y="0"/>
                  </a:lnTo>
                  <a:lnTo>
                    <a:pt x="4180942" y="0"/>
                  </a:lnTo>
                  <a:lnTo>
                    <a:pt x="4179230" y="0"/>
                  </a:lnTo>
                  <a:lnTo>
                    <a:pt x="4177519" y="0"/>
                  </a:lnTo>
                  <a:lnTo>
                    <a:pt x="4175808" y="0"/>
                  </a:lnTo>
                  <a:lnTo>
                    <a:pt x="4174096" y="0"/>
                  </a:lnTo>
                  <a:lnTo>
                    <a:pt x="4172385" y="0"/>
                  </a:lnTo>
                  <a:lnTo>
                    <a:pt x="4170673" y="0"/>
                  </a:lnTo>
                  <a:lnTo>
                    <a:pt x="4168962" y="0"/>
                  </a:lnTo>
                  <a:lnTo>
                    <a:pt x="4167251" y="0"/>
                  </a:lnTo>
                  <a:lnTo>
                    <a:pt x="4165539" y="0"/>
                  </a:lnTo>
                  <a:lnTo>
                    <a:pt x="4163828" y="0"/>
                  </a:lnTo>
                  <a:lnTo>
                    <a:pt x="4162116" y="0"/>
                  </a:lnTo>
                  <a:lnTo>
                    <a:pt x="4160405" y="0"/>
                  </a:lnTo>
                  <a:lnTo>
                    <a:pt x="4158694" y="0"/>
                  </a:lnTo>
                  <a:lnTo>
                    <a:pt x="4156982" y="0"/>
                  </a:lnTo>
                  <a:lnTo>
                    <a:pt x="4155271" y="0"/>
                  </a:lnTo>
                  <a:lnTo>
                    <a:pt x="4153559" y="0"/>
                  </a:lnTo>
                  <a:lnTo>
                    <a:pt x="4151848" y="0"/>
                  </a:lnTo>
                  <a:lnTo>
                    <a:pt x="4150137" y="0"/>
                  </a:lnTo>
                  <a:lnTo>
                    <a:pt x="4148425" y="0"/>
                  </a:lnTo>
                  <a:lnTo>
                    <a:pt x="4146714" y="0"/>
                  </a:lnTo>
                  <a:lnTo>
                    <a:pt x="4145002" y="0"/>
                  </a:lnTo>
                  <a:lnTo>
                    <a:pt x="4143291" y="0"/>
                  </a:lnTo>
                  <a:lnTo>
                    <a:pt x="4141580" y="0"/>
                  </a:lnTo>
                  <a:lnTo>
                    <a:pt x="4139868" y="0"/>
                  </a:lnTo>
                  <a:lnTo>
                    <a:pt x="4138157" y="0"/>
                  </a:lnTo>
                  <a:lnTo>
                    <a:pt x="4136445" y="0"/>
                  </a:lnTo>
                  <a:lnTo>
                    <a:pt x="4134734" y="0"/>
                  </a:lnTo>
                  <a:lnTo>
                    <a:pt x="4133023" y="0"/>
                  </a:lnTo>
                  <a:lnTo>
                    <a:pt x="4131311" y="0"/>
                  </a:lnTo>
                  <a:lnTo>
                    <a:pt x="4129600" y="0"/>
                  </a:lnTo>
                  <a:lnTo>
                    <a:pt x="4127888" y="0"/>
                  </a:lnTo>
                  <a:lnTo>
                    <a:pt x="4126177" y="0"/>
                  </a:lnTo>
                  <a:lnTo>
                    <a:pt x="4124466" y="0"/>
                  </a:lnTo>
                  <a:lnTo>
                    <a:pt x="4122754" y="0"/>
                  </a:lnTo>
                  <a:lnTo>
                    <a:pt x="4121043" y="0"/>
                  </a:lnTo>
                  <a:lnTo>
                    <a:pt x="4119331" y="0"/>
                  </a:lnTo>
                  <a:lnTo>
                    <a:pt x="4117620" y="0"/>
                  </a:lnTo>
                  <a:lnTo>
                    <a:pt x="4115909" y="0"/>
                  </a:lnTo>
                  <a:lnTo>
                    <a:pt x="4114197" y="0"/>
                  </a:lnTo>
                  <a:lnTo>
                    <a:pt x="4112486" y="0"/>
                  </a:lnTo>
                  <a:lnTo>
                    <a:pt x="4110775" y="0"/>
                  </a:lnTo>
                  <a:lnTo>
                    <a:pt x="4109063" y="0"/>
                  </a:lnTo>
                  <a:lnTo>
                    <a:pt x="4107352" y="0"/>
                  </a:lnTo>
                  <a:lnTo>
                    <a:pt x="4105640" y="0"/>
                  </a:lnTo>
                  <a:lnTo>
                    <a:pt x="4103929" y="0"/>
                  </a:lnTo>
                  <a:lnTo>
                    <a:pt x="4102218" y="0"/>
                  </a:lnTo>
                  <a:lnTo>
                    <a:pt x="4100506" y="0"/>
                  </a:lnTo>
                  <a:lnTo>
                    <a:pt x="4098795" y="0"/>
                  </a:lnTo>
                  <a:lnTo>
                    <a:pt x="4097083" y="0"/>
                  </a:lnTo>
                  <a:lnTo>
                    <a:pt x="4095372" y="0"/>
                  </a:lnTo>
                  <a:lnTo>
                    <a:pt x="4093661" y="0"/>
                  </a:lnTo>
                  <a:lnTo>
                    <a:pt x="4091949" y="0"/>
                  </a:lnTo>
                  <a:lnTo>
                    <a:pt x="4090238" y="0"/>
                  </a:lnTo>
                  <a:lnTo>
                    <a:pt x="4088526" y="0"/>
                  </a:lnTo>
                  <a:lnTo>
                    <a:pt x="4086815" y="0"/>
                  </a:lnTo>
                  <a:lnTo>
                    <a:pt x="4085104" y="0"/>
                  </a:lnTo>
                  <a:lnTo>
                    <a:pt x="4083392" y="0"/>
                  </a:lnTo>
                  <a:lnTo>
                    <a:pt x="4081681" y="0"/>
                  </a:lnTo>
                  <a:lnTo>
                    <a:pt x="4079969" y="0"/>
                  </a:lnTo>
                  <a:lnTo>
                    <a:pt x="4078258" y="0"/>
                  </a:lnTo>
                  <a:lnTo>
                    <a:pt x="4076547" y="0"/>
                  </a:lnTo>
                  <a:lnTo>
                    <a:pt x="4074835" y="0"/>
                  </a:lnTo>
                  <a:lnTo>
                    <a:pt x="4073124" y="0"/>
                  </a:lnTo>
                  <a:lnTo>
                    <a:pt x="4071412" y="0"/>
                  </a:lnTo>
                  <a:lnTo>
                    <a:pt x="4069701" y="0"/>
                  </a:lnTo>
                  <a:lnTo>
                    <a:pt x="4067990" y="0"/>
                  </a:lnTo>
                  <a:lnTo>
                    <a:pt x="4066278" y="0"/>
                  </a:lnTo>
                  <a:lnTo>
                    <a:pt x="4064567" y="0"/>
                  </a:lnTo>
                  <a:lnTo>
                    <a:pt x="4062855" y="0"/>
                  </a:lnTo>
                  <a:lnTo>
                    <a:pt x="4061144" y="0"/>
                  </a:lnTo>
                  <a:lnTo>
                    <a:pt x="4059433" y="0"/>
                  </a:lnTo>
                  <a:lnTo>
                    <a:pt x="4057721" y="0"/>
                  </a:lnTo>
                  <a:lnTo>
                    <a:pt x="4056010" y="0"/>
                  </a:lnTo>
                  <a:lnTo>
                    <a:pt x="4054298" y="0"/>
                  </a:lnTo>
                  <a:lnTo>
                    <a:pt x="4052587" y="0"/>
                  </a:lnTo>
                  <a:lnTo>
                    <a:pt x="4050876" y="0"/>
                  </a:lnTo>
                  <a:lnTo>
                    <a:pt x="4049164" y="0"/>
                  </a:lnTo>
                  <a:lnTo>
                    <a:pt x="4047453" y="0"/>
                  </a:lnTo>
                  <a:lnTo>
                    <a:pt x="4045741" y="0"/>
                  </a:lnTo>
                  <a:lnTo>
                    <a:pt x="4044030" y="0"/>
                  </a:lnTo>
                  <a:lnTo>
                    <a:pt x="4042319" y="0"/>
                  </a:lnTo>
                  <a:lnTo>
                    <a:pt x="4040607" y="0"/>
                  </a:lnTo>
                  <a:lnTo>
                    <a:pt x="4038896" y="0"/>
                  </a:lnTo>
                  <a:lnTo>
                    <a:pt x="4037184" y="0"/>
                  </a:lnTo>
                  <a:lnTo>
                    <a:pt x="4035473" y="0"/>
                  </a:lnTo>
                  <a:lnTo>
                    <a:pt x="4033762" y="0"/>
                  </a:lnTo>
                  <a:lnTo>
                    <a:pt x="4032050" y="0"/>
                  </a:lnTo>
                  <a:lnTo>
                    <a:pt x="4030339" y="0"/>
                  </a:lnTo>
                  <a:lnTo>
                    <a:pt x="4028627" y="0"/>
                  </a:lnTo>
                  <a:lnTo>
                    <a:pt x="4026916" y="0"/>
                  </a:lnTo>
                  <a:lnTo>
                    <a:pt x="4025205" y="0"/>
                  </a:lnTo>
                  <a:lnTo>
                    <a:pt x="4023493" y="0"/>
                  </a:lnTo>
                  <a:lnTo>
                    <a:pt x="4021782" y="0"/>
                  </a:lnTo>
                  <a:lnTo>
                    <a:pt x="4020070" y="0"/>
                  </a:lnTo>
                  <a:lnTo>
                    <a:pt x="4018359" y="0"/>
                  </a:lnTo>
                  <a:lnTo>
                    <a:pt x="4016648" y="0"/>
                  </a:lnTo>
                  <a:lnTo>
                    <a:pt x="4014936" y="0"/>
                  </a:lnTo>
                  <a:lnTo>
                    <a:pt x="4013225" y="0"/>
                  </a:lnTo>
                  <a:lnTo>
                    <a:pt x="4011513" y="0"/>
                  </a:lnTo>
                  <a:lnTo>
                    <a:pt x="4009802" y="0"/>
                  </a:lnTo>
                  <a:lnTo>
                    <a:pt x="4008091" y="0"/>
                  </a:lnTo>
                  <a:lnTo>
                    <a:pt x="4006379" y="0"/>
                  </a:lnTo>
                  <a:lnTo>
                    <a:pt x="4004668" y="0"/>
                  </a:lnTo>
                  <a:lnTo>
                    <a:pt x="4002957" y="0"/>
                  </a:lnTo>
                  <a:lnTo>
                    <a:pt x="4001245" y="0"/>
                  </a:lnTo>
                  <a:lnTo>
                    <a:pt x="3999534" y="0"/>
                  </a:lnTo>
                  <a:lnTo>
                    <a:pt x="3997822" y="0"/>
                  </a:lnTo>
                  <a:lnTo>
                    <a:pt x="3996111" y="0"/>
                  </a:lnTo>
                  <a:lnTo>
                    <a:pt x="3994400" y="0"/>
                  </a:lnTo>
                  <a:lnTo>
                    <a:pt x="3992688" y="0"/>
                  </a:lnTo>
                  <a:lnTo>
                    <a:pt x="3990977" y="0"/>
                  </a:lnTo>
                  <a:lnTo>
                    <a:pt x="3989265" y="0"/>
                  </a:lnTo>
                  <a:lnTo>
                    <a:pt x="3987554" y="0"/>
                  </a:lnTo>
                  <a:lnTo>
                    <a:pt x="3985843" y="0"/>
                  </a:lnTo>
                  <a:lnTo>
                    <a:pt x="3984131" y="0"/>
                  </a:lnTo>
                  <a:lnTo>
                    <a:pt x="3982420" y="0"/>
                  </a:lnTo>
                  <a:lnTo>
                    <a:pt x="3980708" y="0"/>
                  </a:lnTo>
                  <a:lnTo>
                    <a:pt x="3978997" y="0"/>
                  </a:lnTo>
                  <a:lnTo>
                    <a:pt x="3977286" y="0"/>
                  </a:lnTo>
                  <a:lnTo>
                    <a:pt x="3975574" y="0"/>
                  </a:lnTo>
                  <a:lnTo>
                    <a:pt x="3973863" y="0"/>
                  </a:lnTo>
                  <a:lnTo>
                    <a:pt x="3972151" y="0"/>
                  </a:lnTo>
                  <a:lnTo>
                    <a:pt x="3970440" y="0"/>
                  </a:lnTo>
                  <a:lnTo>
                    <a:pt x="3968729" y="0"/>
                  </a:lnTo>
                  <a:lnTo>
                    <a:pt x="3967017" y="0"/>
                  </a:lnTo>
                  <a:lnTo>
                    <a:pt x="3965306" y="0"/>
                  </a:lnTo>
                  <a:lnTo>
                    <a:pt x="3963594" y="0"/>
                  </a:lnTo>
                  <a:lnTo>
                    <a:pt x="3961883" y="0"/>
                  </a:lnTo>
                  <a:lnTo>
                    <a:pt x="3960172" y="0"/>
                  </a:lnTo>
                  <a:lnTo>
                    <a:pt x="3958460" y="0"/>
                  </a:lnTo>
                  <a:lnTo>
                    <a:pt x="3956749" y="0"/>
                  </a:lnTo>
                  <a:lnTo>
                    <a:pt x="3955037" y="0"/>
                  </a:lnTo>
                  <a:lnTo>
                    <a:pt x="3953326" y="0"/>
                  </a:lnTo>
                  <a:lnTo>
                    <a:pt x="3951615" y="0"/>
                  </a:lnTo>
                  <a:lnTo>
                    <a:pt x="3949903" y="0"/>
                  </a:lnTo>
                  <a:lnTo>
                    <a:pt x="3948192" y="0"/>
                  </a:lnTo>
                  <a:lnTo>
                    <a:pt x="3946480" y="0"/>
                  </a:lnTo>
                  <a:lnTo>
                    <a:pt x="3944769" y="0"/>
                  </a:lnTo>
                  <a:lnTo>
                    <a:pt x="3943058" y="0"/>
                  </a:lnTo>
                  <a:lnTo>
                    <a:pt x="3941346" y="0"/>
                  </a:lnTo>
                  <a:lnTo>
                    <a:pt x="3939635" y="0"/>
                  </a:lnTo>
                  <a:lnTo>
                    <a:pt x="3937923" y="0"/>
                  </a:lnTo>
                  <a:lnTo>
                    <a:pt x="3936212" y="0"/>
                  </a:lnTo>
                  <a:lnTo>
                    <a:pt x="3934501" y="0"/>
                  </a:lnTo>
                  <a:lnTo>
                    <a:pt x="3932789" y="0"/>
                  </a:lnTo>
                  <a:lnTo>
                    <a:pt x="3931078" y="0"/>
                  </a:lnTo>
                  <a:lnTo>
                    <a:pt x="3929366" y="0"/>
                  </a:lnTo>
                  <a:lnTo>
                    <a:pt x="3927655" y="0"/>
                  </a:lnTo>
                  <a:lnTo>
                    <a:pt x="3925944" y="0"/>
                  </a:lnTo>
                  <a:lnTo>
                    <a:pt x="3924232" y="0"/>
                  </a:lnTo>
                  <a:lnTo>
                    <a:pt x="3922521" y="0"/>
                  </a:lnTo>
                  <a:lnTo>
                    <a:pt x="3920809" y="0"/>
                  </a:lnTo>
                  <a:lnTo>
                    <a:pt x="3919098" y="0"/>
                  </a:lnTo>
                  <a:lnTo>
                    <a:pt x="3917387" y="0"/>
                  </a:lnTo>
                  <a:lnTo>
                    <a:pt x="3915675" y="0"/>
                  </a:lnTo>
                  <a:lnTo>
                    <a:pt x="3913964" y="0"/>
                  </a:lnTo>
                  <a:lnTo>
                    <a:pt x="3912252" y="0"/>
                  </a:lnTo>
                  <a:lnTo>
                    <a:pt x="3910541" y="0"/>
                  </a:lnTo>
                  <a:lnTo>
                    <a:pt x="3908830" y="0"/>
                  </a:lnTo>
                  <a:lnTo>
                    <a:pt x="3907118" y="0"/>
                  </a:lnTo>
                  <a:lnTo>
                    <a:pt x="3905407" y="0"/>
                  </a:lnTo>
                  <a:lnTo>
                    <a:pt x="3903695" y="0"/>
                  </a:lnTo>
                  <a:lnTo>
                    <a:pt x="3901984" y="0"/>
                  </a:lnTo>
                  <a:lnTo>
                    <a:pt x="3900273" y="0"/>
                  </a:lnTo>
                  <a:lnTo>
                    <a:pt x="3898561" y="0"/>
                  </a:lnTo>
                  <a:lnTo>
                    <a:pt x="3896850" y="0"/>
                  </a:lnTo>
                  <a:lnTo>
                    <a:pt x="3895139" y="0"/>
                  </a:lnTo>
                  <a:lnTo>
                    <a:pt x="3893427" y="0"/>
                  </a:lnTo>
                  <a:lnTo>
                    <a:pt x="3891716" y="0"/>
                  </a:lnTo>
                  <a:lnTo>
                    <a:pt x="3890004" y="0"/>
                  </a:lnTo>
                  <a:lnTo>
                    <a:pt x="3888293" y="0"/>
                  </a:lnTo>
                  <a:lnTo>
                    <a:pt x="3886582" y="0"/>
                  </a:lnTo>
                  <a:lnTo>
                    <a:pt x="3884870" y="0"/>
                  </a:lnTo>
                  <a:lnTo>
                    <a:pt x="3883159" y="0"/>
                  </a:lnTo>
                  <a:lnTo>
                    <a:pt x="3881447" y="0"/>
                  </a:lnTo>
                  <a:lnTo>
                    <a:pt x="3879736" y="0"/>
                  </a:lnTo>
                  <a:lnTo>
                    <a:pt x="3878025" y="0"/>
                  </a:lnTo>
                  <a:lnTo>
                    <a:pt x="3876313" y="0"/>
                  </a:lnTo>
                  <a:lnTo>
                    <a:pt x="3874602" y="0"/>
                  </a:lnTo>
                  <a:lnTo>
                    <a:pt x="3872890" y="0"/>
                  </a:lnTo>
                  <a:lnTo>
                    <a:pt x="3871179" y="0"/>
                  </a:lnTo>
                  <a:lnTo>
                    <a:pt x="3869468" y="0"/>
                  </a:lnTo>
                  <a:lnTo>
                    <a:pt x="3867756" y="0"/>
                  </a:lnTo>
                  <a:lnTo>
                    <a:pt x="3866045" y="0"/>
                  </a:lnTo>
                  <a:lnTo>
                    <a:pt x="3864333" y="0"/>
                  </a:lnTo>
                  <a:lnTo>
                    <a:pt x="3862622" y="0"/>
                  </a:lnTo>
                  <a:lnTo>
                    <a:pt x="3860911" y="0"/>
                  </a:lnTo>
                  <a:lnTo>
                    <a:pt x="3859199" y="0"/>
                  </a:lnTo>
                  <a:lnTo>
                    <a:pt x="3857488" y="0"/>
                  </a:lnTo>
                  <a:lnTo>
                    <a:pt x="3855776" y="0"/>
                  </a:lnTo>
                  <a:lnTo>
                    <a:pt x="3854065" y="0"/>
                  </a:lnTo>
                  <a:lnTo>
                    <a:pt x="3852354" y="0"/>
                  </a:lnTo>
                  <a:lnTo>
                    <a:pt x="3850642" y="0"/>
                  </a:lnTo>
                  <a:lnTo>
                    <a:pt x="3848931" y="0"/>
                  </a:lnTo>
                  <a:lnTo>
                    <a:pt x="3847219" y="0"/>
                  </a:lnTo>
                  <a:lnTo>
                    <a:pt x="3845508" y="0"/>
                  </a:lnTo>
                  <a:lnTo>
                    <a:pt x="3843797" y="0"/>
                  </a:lnTo>
                  <a:lnTo>
                    <a:pt x="3842085" y="0"/>
                  </a:lnTo>
                  <a:lnTo>
                    <a:pt x="3840374" y="0"/>
                  </a:lnTo>
                  <a:lnTo>
                    <a:pt x="3838662" y="0"/>
                  </a:lnTo>
                  <a:lnTo>
                    <a:pt x="3836951" y="0"/>
                  </a:lnTo>
                  <a:lnTo>
                    <a:pt x="3835240" y="0"/>
                  </a:lnTo>
                  <a:lnTo>
                    <a:pt x="3833528" y="0"/>
                  </a:lnTo>
                  <a:lnTo>
                    <a:pt x="3831817" y="0"/>
                  </a:lnTo>
                  <a:lnTo>
                    <a:pt x="3830105" y="0"/>
                  </a:lnTo>
                  <a:lnTo>
                    <a:pt x="3828394" y="0"/>
                  </a:lnTo>
                  <a:lnTo>
                    <a:pt x="3826683" y="0"/>
                  </a:lnTo>
                  <a:lnTo>
                    <a:pt x="3824971" y="0"/>
                  </a:lnTo>
                  <a:lnTo>
                    <a:pt x="3823260" y="0"/>
                  </a:lnTo>
                  <a:lnTo>
                    <a:pt x="3821548" y="0"/>
                  </a:lnTo>
                  <a:lnTo>
                    <a:pt x="3819837" y="0"/>
                  </a:lnTo>
                  <a:lnTo>
                    <a:pt x="3818126" y="0"/>
                  </a:lnTo>
                  <a:lnTo>
                    <a:pt x="3816414" y="0"/>
                  </a:lnTo>
                  <a:lnTo>
                    <a:pt x="3814703" y="0"/>
                  </a:lnTo>
                  <a:lnTo>
                    <a:pt x="3812991" y="0"/>
                  </a:lnTo>
                  <a:lnTo>
                    <a:pt x="3811280" y="0"/>
                  </a:lnTo>
                  <a:lnTo>
                    <a:pt x="3809569" y="0"/>
                  </a:lnTo>
                  <a:lnTo>
                    <a:pt x="3807857" y="0"/>
                  </a:lnTo>
                  <a:lnTo>
                    <a:pt x="3806146" y="0"/>
                  </a:lnTo>
                  <a:lnTo>
                    <a:pt x="3804434" y="0"/>
                  </a:lnTo>
                  <a:lnTo>
                    <a:pt x="3802723" y="0"/>
                  </a:lnTo>
                  <a:lnTo>
                    <a:pt x="3801012" y="0"/>
                  </a:lnTo>
                  <a:lnTo>
                    <a:pt x="3799300" y="0"/>
                  </a:lnTo>
                  <a:lnTo>
                    <a:pt x="3797589" y="0"/>
                  </a:lnTo>
                  <a:lnTo>
                    <a:pt x="3795877" y="0"/>
                  </a:lnTo>
                  <a:lnTo>
                    <a:pt x="3794166" y="0"/>
                  </a:lnTo>
                  <a:lnTo>
                    <a:pt x="3792455" y="0"/>
                  </a:lnTo>
                  <a:lnTo>
                    <a:pt x="3790743" y="0"/>
                  </a:lnTo>
                  <a:lnTo>
                    <a:pt x="3789032" y="0"/>
                  </a:lnTo>
                  <a:lnTo>
                    <a:pt x="3787321" y="0"/>
                  </a:lnTo>
                  <a:lnTo>
                    <a:pt x="3785609" y="0"/>
                  </a:lnTo>
                  <a:lnTo>
                    <a:pt x="3783898" y="0"/>
                  </a:lnTo>
                  <a:lnTo>
                    <a:pt x="3782186" y="0"/>
                  </a:lnTo>
                  <a:lnTo>
                    <a:pt x="3780475" y="0"/>
                  </a:lnTo>
                  <a:lnTo>
                    <a:pt x="3778764" y="0"/>
                  </a:lnTo>
                  <a:lnTo>
                    <a:pt x="3777052" y="0"/>
                  </a:lnTo>
                  <a:lnTo>
                    <a:pt x="3775341" y="0"/>
                  </a:lnTo>
                  <a:lnTo>
                    <a:pt x="3773629" y="0"/>
                  </a:lnTo>
                  <a:lnTo>
                    <a:pt x="3771918" y="0"/>
                  </a:lnTo>
                  <a:lnTo>
                    <a:pt x="3770207" y="0"/>
                  </a:lnTo>
                  <a:lnTo>
                    <a:pt x="3768495" y="0"/>
                  </a:lnTo>
                  <a:lnTo>
                    <a:pt x="3766784" y="0"/>
                  </a:lnTo>
                  <a:lnTo>
                    <a:pt x="3765072" y="0"/>
                  </a:lnTo>
                  <a:lnTo>
                    <a:pt x="3763361" y="0"/>
                  </a:lnTo>
                  <a:lnTo>
                    <a:pt x="3761650" y="0"/>
                  </a:lnTo>
                  <a:lnTo>
                    <a:pt x="3759938" y="0"/>
                  </a:lnTo>
                  <a:lnTo>
                    <a:pt x="3758227" y="0"/>
                  </a:lnTo>
                  <a:lnTo>
                    <a:pt x="3756515" y="0"/>
                  </a:lnTo>
                  <a:lnTo>
                    <a:pt x="3754804" y="0"/>
                  </a:lnTo>
                  <a:lnTo>
                    <a:pt x="3753093" y="0"/>
                  </a:lnTo>
                  <a:lnTo>
                    <a:pt x="3751381" y="0"/>
                  </a:lnTo>
                  <a:lnTo>
                    <a:pt x="3749670" y="0"/>
                  </a:lnTo>
                  <a:lnTo>
                    <a:pt x="3747958" y="0"/>
                  </a:lnTo>
                  <a:lnTo>
                    <a:pt x="3746247" y="0"/>
                  </a:lnTo>
                  <a:lnTo>
                    <a:pt x="3744536" y="0"/>
                  </a:lnTo>
                  <a:lnTo>
                    <a:pt x="3742824" y="0"/>
                  </a:lnTo>
                  <a:lnTo>
                    <a:pt x="3741113" y="0"/>
                  </a:lnTo>
                  <a:lnTo>
                    <a:pt x="3739401" y="0"/>
                  </a:lnTo>
                  <a:lnTo>
                    <a:pt x="3737690" y="0"/>
                  </a:lnTo>
                  <a:lnTo>
                    <a:pt x="3735979" y="0"/>
                  </a:lnTo>
                  <a:lnTo>
                    <a:pt x="3734267" y="0"/>
                  </a:lnTo>
                  <a:lnTo>
                    <a:pt x="3732556" y="0"/>
                  </a:lnTo>
                  <a:lnTo>
                    <a:pt x="3730844" y="0"/>
                  </a:lnTo>
                  <a:lnTo>
                    <a:pt x="3729133" y="0"/>
                  </a:lnTo>
                  <a:lnTo>
                    <a:pt x="3727422" y="0"/>
                  </a:lnTo>
                  <a:lnTo>
                    <a:pt x="3725710" y="0"/>
                  </a:lnTo>
                  <a:lnTo>
                    <a:pt x="3723999" y="0"/>
                  </a:lnTo>
                  <a:lnTo>
                    <a:pt x="3722287" y="0"/>
                  </a:lnTo>
                  <a:lnTo>
                    <a:pt x="3720576" y="0"/>
                  </a:lnTo>
                  <a:lnTo>
                    <a:pt x="3718865" y="0"/>
                  </a:lnTo>
                  <a:lnTo>
                    <a:pt x="3717153" y="0"/>
                  </a:lnTo>
                  <a:lnTo>
                    <a:pt x="3715442" y="0"/>
                  </a:lnTo>
                  <a:lnTo>
                    <a:pt x="3713730" y="0"/>
                  </a:lnTo>
                  <a:lnTo>
                    <a:pt x="3712019" y="0"/>
                  </a:lnTo>
                  <a:lnTo>
                    <a:pt x="3710308" y="0"/>
                  </a:lnTo>
                  <a:lnTo>
                    <a:pt x="3708596" y="0"/>
                  </a:lnTo>
                  <a:lnTo>
                    <a:pt x="3706885" y="0"/>
                  </a:lnTo>
                  <a:lnTo>
                    <a:pt x="3705173" y="0"/>
                  </a:lnTo>
                  <a:lnTo>
                    <a:pt x="3703462" y="0"/>
                  </a:lnTo>
                  <a:lnTo>
                    <a:pt x="3701751" y="0"/>
                  </a:lnTo>
                  <a:lnTo>
                    <a:pt x="3700039" y="0"/>
                  </a:lnTo>
                  <a:lnTo>
                    <a:pt x="3698328" y="0"/>
                  </a:lnTo>
                  <a:lnTo>
                    <a:pt x="3696616" y="0"/>
                  </a:lnTo>
                  <a:lnTo>
                    <a:pt x="3694905" y="0"/>
                  </a:lnTo>
                  <a:lnTo>
                    <a:pt x="3693194" y="0"/>
                  </a:lnTo>
                  <a:lnTo>
                    <a:pt x="3691482" y="0"/>
                  </a:lnTo>
                  <a:lnTo>
                    <a:pt x="3689771" y="0"/>
                  </a:lnTo>
                  <a:lnTo>
                    <a:pt x="3688060" y="0"/>
                  </a:lnTo>
                  <a:lnTo>
                    <a:pt x="3686348" y="0"/>
                  </a:lnTo>
                  <a:lnTo>
                    <a:pt x="3684637" y="0"/>
                  </a:lnTo>
                  <a:lnTo>
                    <a:pt x="3682925" y="0"/>
                  </a:lnTo>
                  <a:lnTo>
                    <a:pt x="3681214" y="0"/>
                  </a:lnTo>
                  <a:lnTo>
                    <a:pt x="3679503" y="0"/>
                  </a:lnTo>
                  <a:lnTo>
                    <a:pt x="3677791" y="0"/>
                  </a:lnTo>
                  <a:lnTo>
                    <a:pt x="3676080" y="0"/>
                  </a:lnTo>
                  <a:lnTo>
                    <a:pt x="3674368" y="0"/>
                  </a:lnTo>
                  <a:lnTo>
                    <a:pt x="3672657" y="0"/>
                  </a:lnTo>
                  <a:lnTo>
                    <a:pt x="3670946" y="0"/>
                  </a:lnTo>
                  <a:lnTo>
                    <a:pt x="3669234" y="0"/>
                  </a:lnTo>
                  <a:lnTo>
                    <a:pt x="3667523" y="0"/>
                  </a:lnTo>
                  <a:lnTo>
                    <a:pt x="3665811" y="0"/>
                  </a:lnTo>
                  <a:lnTo>
                    <a:pt x="3664100" y="0"/>
                  </a:lnTo>
                  <a:lnTo>
                    <a:pt x="3662389" y="0"/>
                  </a:lnTo>
                  <a:lnTo>
                    <a:pt x="3660677" y="0"/>
                  </a:lnTo>
                  <a:lnTo>
                    <a:pt x="3658966" y="0"/>
                  </a:lnTo>
                  <a:lnTo>
                    <a:pt x="3657254" y="0"/>
                  </a:lnTo>
                  <a:lnTo>
                    <a:pt x="3655543" y="0"/>
                  </a:lnTo>
                  <a:lnTo>
                    <a:pt x="3653832" y="0"/>
                  </a:lnTo>
                  <a:lnTo>
                    <a:pt x="3652120" y="0"/>
                  </a:lnTo>
                  <a:lnTo>
                    <a:pt x="3650409" y="0"/>
                  </a:lnTo>
                  <a:lnTo>
                    <a:pt x="3648697" y="0"/>
                  </a:lnTo>
                  <a:lnTo>
                    <a:pt x="3646986" y="0"/>
                  </a:lnTo>
                  <a:lnTo>
                    <a:pt x="3645275" y="0"/>
                  </a:lnTo>
                  <a:lnTo>
                    <a:pt x="3643563" y="0"/>
                  </a:lnTo>
                  <a:lnTo>
                    <a:pt x="3641852" y="0"/>
                  </a:lnTo>
                  <a:lnTo>
                    <a:pt x="3640140" y="0"/>
                  </a:lnTo>
                  <a:lnTo>
                    <a:pt x="3638429" y="0"/>
                  </a:lnTo>
                  <a:lnTo>
                    <a:pt x="3636718" y="0"/>
                  </a:lnTo>
                  <a:lnTo>
                    <a:pt x="3635006" y="0"/>
                  </a:lnTo>
                  <a:lnTo>
                    <a:pt x="3633295" y="0"/>
                  </a:lnTo>
                  <a:lnTo>
                    <a:pt x="3631583" y="0"/>
                  </a:lnTo>
                  <a:lnTo>
                    <a:pt x="3629872" y="0"/>
                  </a:lnTo>
                  <a:lnTo>
                    <a:pt x="3628161" y="0"/>
                  </a:lnTo>
                  <a:lnTo>
                    <a:pt x="3626449" y="0"/>
                  </a:lnTo>
                  <a:lnTo>
                    <a:pt x="3624738" y="0"/>
                  </a:lnTo>
                  <a:lnTo>
                    <a:pt x="3623026" y="0"/>
                  </a:lnTo>
                  <a:lnTo>
                    <a:pt x="3621315" y="0"/>
                  </a:lnTo>
                  <a:lnTo>
                    <a:pt x="3619604" y="0"/>
                  </a:lnTo>
                  <a:lnTo>
                    <a:pt x="3617892" y="0"/>
                  </a:lnTo>
                  <a:lnTo>
                    <a:pt x="3616181" y="0"/>
                  </a:lnTo>
                  <a:lnTo>
                    <a:pt x="3614469" y="0"/>
                  </a:lnTo>
                  <a:lnTo>
                    <a:pt x="3612758" y="0"/>
                  </a:lnTo>
                  <a:lnTo>
                    <a:pt x="3611047" y="0"/>
                  </a:lnTo>
                  <a:lnTo>
                    <a:pt x="3609335" y="0"/>
                  </a:lnTo>
                  <a:lnTo>
                    <a:pt x="3607624" y="0"/>
                  </a:lnTo>
                  <a:lnTo>
                    <a:pt x="3605912" y="0"/>
                  </a:lnTo>
                  <a:lnTo>
                    <a:pt x="3604201" y="0"/>
                  </a:lnTo>
                  <a:lnTo>
                    <a:pt x="3602490" y="0"/>
                  </a:lnTo>
                  <a:lnTo>
                    <a:pt x="3600778" y="0"/>
                  </a:lnTo>
                  <a:lnTo>
                    <a:pt x="3599067" y="0"/>
                  </a:lnTo>
                  <a:lnTo>
                    <a:pt x="3597355" y="0"/>
                  </a:lnTo>
                  <a:lnTo>
                    <a:pt x="3595644" y="0"/>
                  </a:lnTo>
                  <a:lnTo>
                    <a:pt x="3593933" y="0"/>
                  </a:lnTo>
                  <a:lnTo>
                    <a:pt x="3592221" y="0"/>
                  </a:lnTo>
                  <a:lnTo>
                    <a:pt x="3590510" y="0"/>
                  </a:lnTo>
                  <a:lnTo>
                    <a:pt x="3588798" y="0"/>
                  </a:lnTo>
                  <a:lnTo>
                    <a:pt x="3587087" y="0"/>
                  </a:lnTo>
                  <a:lnTo>
                    <a:pt x="3585376" y="0"/>
                  </a:lnTo>
                  <a:lnTo>
                    <a:pt x="3583664" y="0"/>
                  </a:lnTo>
                  <a:lnTo>
                    <a:pt x="3581953" y="0"/>
                  </a:lnTo>
                  <a:lnTo>
                    <a:pt x="3580242" y="0"/>
                  </a:lnTo>
                  <a:lnTo>
                    <a:pt x="3578530" y="0"/>
                  </a:lnTo>
                  <a:lnTo>
                    <a:pt x="3576819" y="0"/>
                  </a:lnTo>
                  <a:lnTo>
                    <a:pt x="3575107" y="0"/>
                  </a:lnTo>
                  <a:lnTo>
                    <a:pt x="3573396" y="0"/>
                  </a:lnTo>
                  <a:lnTo>
                    <a:pt x="3571685" y="0"/>
                  </a:lnTo>
                  <a:lnTo>
                    <a:pt x="3569973" y="0"/>
                  </a:lnTo>
                  <a:lnTo>
                    <a:pt x="3568262" y="0"/>
                  </a:lnTo>
                  <a:lnTo>
                    <a:pt x="3566550" y="0"/>
                  </a:lnTo>
                  <a:lnTo>
                    <a:pt x="3564839" y="0"/>
                  </a:lnTo>
                  <a:lnTo>
                    <a:pt x="3563128" y="0"/>
                  </a:lnTo>
                  <a:lnTo>
                    <a:pt x="3561416" y="0"/>
                  </a:lnTo>
                  <a:lnTo>
                    <a:pt x="3559705" y="0"/>
                  </a:lnTo>
                  <a:lnTo>
                    <a:pt x="3557993" y="0"/>
                  </a:lnTo>
                  <a:lnTo>
                    <a:pt x="3556282" y="0"/>
                  </a:lnTo>
                  <a:lnTo>
                    <a:pt x="3554571" y="0"/>
                  </a:lnTo>
                  <a:lnTo>
                    <a:pt x="3552859" y="0"/>
                  </a:lnTo>
                  <a:lnTo>
                    <a:pt x="3551148" y="0"/>
                  </a:lnTo>
                  <a:lnTo>
                    <a:pt x="3549436" y="0"/>
                  </a:lnTo>
                  <a:lnTo>
                    <a:pt x="3547725" y="0"/>
                  </a:lnTo>
                  <a:lnTo>
                    <a:pt x="3546014" y="0"/>
                  </a:lnTo>
                  <a:lnTo>
                    <a:pt x="3544302" y="0"/>
                  </a:lnTo>
                  <a:lnTo>
                    <a:pt x="3542591" y="0"/>
                  </a:lnTo>
                  <a:lnTo>
                    <a:pt x="3540879" y="0"/>
                  </a:lnTo>
                  <a:lnTo>
                    <a:pt x="3539168" y="0"/>
                  </a:lnTo>
                  <a:lnTo>
                    <a:pt x="3537457" y="0"/>
                  </a:lnTo>
                  <a:lnTo>
                    <a:pt x="3535745" y="0"/>
                  </a:lnTo>
                  <a:lnTo>
                    <a:pt x="3534034" y="0"/>
                  </a:lnTo>
                  <a:lnTo>
                    <a:pt x="3532322" y="0"/>
                  </a:lnTo>
                  <a:lnTo>
                    <a:pt x="3530611" y="0"/>
                  </a:lnTo>
                  <a:lnTo>
                    <a:pt x="3528900" y="0"/>
                  </a:lnTo>
                  <a:lnTo>
                    <a:pt x="3527188" y="0"/>
                  </a:lnTo>
                  <a:lnTo>
                    <a:pt x="3525477" y="0"/>
                  </a:lnTo>
                  <a:lnTo>
                    <a:pt x="3523765" y="0"/>
                  </a:lnTo>
                  <a:lnTo>
                    <a:pt x="3522054" y="0"/>
                  </a:lnTo>
                  <a:lnTo>
                    <a:pt x="3520343" y="0"/>
                  </a:lnTo>
                  <a:lnTo>
                    <a:pt x="3518631" y="0"/>
                  </a:lnTo>
                  <a:lnTo>
                    <a:pt x="3516920" y="0"/>
                  </a:lnTo>
                  <a:lnTo>
                    <a:pt x="3515208" y="0"/>
                  </a:lnTo>
                  <a:lnTo>
                    <a:pt x="3513497" y="0"/>
                  </a:lnTo>
                  <a:lnTo>
                    <a:pt x="3511786" y="0"/>
                  </a:lnTo>
                  <a:lnTo>
                    <a:pt x="3510074" y="0"/>
                  </a:lnTo>
                  <a:lnTo>
                    <a:pt x="3508363" y="0"/>
                  </a:lnTo>
                  <a:lnTo>
                    <a:pt x="3506651" y="0"/>
                  </a:lnTo>
                  <a:lnTo>
                    <a:pt x="3504940" y="0"/>
                  </a:lnTo>
                  <a:lnTo>
                    <a:pt x="3503229" y="0"/>
                  </a:lnTo>
                  <a:lnTo>
                    <a:pt x="3501517" y="0"/>
                  </a:lnTo>
                  <a:lnTo>
                    <a:pt x="3499806" y="0"/>
                  </a:lnTo>
                  <a:lnTo>
                    <a:pt x="3498094" y="0"/>
                  </a:lnTo>
                  <a:lnTo>
                    <a:pt x="3496383" y="0"/>
                  </a:lnTo>
                  <a:lnTo>
                    <a:pt x="3494672" y="0"/>
                  </a:lnTo>
                  <a:lnTo>
                    <a:pt x="3492960" y="0"/>
                  </a:lnTo>
                  <a:lnTo>
                    <a:pt x="3491249" y="0"/>
                  </a:lnTo>
                  <a:lnTo>
                    <a:pt x="3489537" y="0"/>
                  </a:lnTo>
                  <a:lnTo>
                    <a:pt x="3487826" y="0"/>
                  </a:lnTo>
                  <a:lnTo>
                    <a:pt x="3486115" y="0"/>
                  </a:lnTo>
                  <a:lnTo>
                    <a:pt x="3484403" y="0"/>
                  </a:lnTo>
                  <a:lnTo>
                    <a:pt x="3482692" y="0"/>
                  </a:lnTo>
                  <a:lnTo>
                    <a:pt x="3480980" y="0"/>
                  </a:lnTo>
                  <a:lnTo>
                    <a:pt x="3479269" y="0"/>
                  </a:lnTo>
                  <a:lnTo>
                    <a:pt x="3477558" y="0"/>
                  </a:lnTo>
                  <a:lnTo>
                    <a:pt x="3475846" y="0"/>
                  </a:lnTo>
                  <a:lnTo>
                    <a:pt x="3474135" y="0"/>
                  </a:lnTo>
                  <a:lnTo>
                    <a:pt x="3472424" y="0"/>
                  </a:lnTo>
                  <a:lnTo>
                    <a:pt x="3470712" y="0"/>
                  </a:lnTo>
                  <a:lnTo>
                    <a:pt x="3469001" y="0"/>
                  </a:lnTo>
                  <a:lnTo>
                    <a:pt x="3467289" y="0"/>
                  </a:lnTo>
                  <a:lnTo>
                    <a:pt x="3465578" y="0"/>
                  </a:lnTo>
                  <a:lnTo>
                    <a:pt x="3463867" y="0"/>
                  </a:lnTo>
                  <a:lnTo>
                    <a:pt x="3462155" y="0"/>
                  </a:lnTo>
                  <a:lnTo>
                    <a:pt x="3460444" y="0"/>
                  </a:lnTo>
                  <a:lnTo>
                    <a:pt x="3458732" y="0"/>
                  </a:lnTo>
                  <a:lnTo>
                    <a:pt x="3457021" y="0"/>
                  </a:lnTo>
                  <a:lnTo>
                    <a:pt x="3455310" y="0"/>
                  </a:lnTo>
                  <a:lnTo>
                    <a:pt x="3453598" y="0"/>
                  </a:lnTo>
                  <a:lnTo>
                    <a:pt x="3451887" y="0"/>
                  </a:lnTo>
                  <a:lnTo>
                    <a:pt x="3450175" y="0"/>
                  </a:lnTo>
                  <a:lnTo>
                    <a:pt x="3448464" y="0"/>
                  </a:lnTo>
                  <a:lnTo>
                    <a:pt x="3446753" y="0"/>
                  </a:lnTo>
                  <a:lnTo>
                    <a:pt x="3445041" y="0"/>
                  </a:lnTo>
                  <a:lnTo>
                    <a:pt x="3443330" y="0"/>
                  </a:lnTo>
                  <a:lnTo>
                    <a:pt x="3441618" y="0"/>
                  </a:lnTo>
                  <a:lnTo>
                    <a:pt x="3439907" y="0"/>
                  </a:lnTo>
                  <a:lnTo>
                    <a:pt x="3438196" y="0"/>
                  </a:lnTo>
                  <a:lnTo>
                    <a:pt x="3436484" y="0"/>
                  </a:lnTo>
                  <a:lnTo>
                    <a:pt x="3434773" y="0"/>
                  </a:lnTo>
                  <a:lnTo>
                    <a:pt x="3433061" y="0"/>
                  </a:lnTo>
                  <a:lnTo>
                    <a:pt x="3431350" y="0"/>
                  </a:lnTo>
                  <a:lnTo>
                    <a:pt x="3429639" y="0"/>
                  </a:lnTo>
                  <a:lnTo>
                    <a:pt x="3427927" y="0"/>
                  </a:lnTo>
                  <a:lnTo>
                    <a:pt x="3426216" y="0"/>
                  </a:lnTo>
                  <a:lnTo>
                    <a:pt x="3424504" y="0"/>
                  </a:lnTo>
                  <a:lnTo>
                    <a:pt x="3422793" y="0"/>
                  </a:lnTo>
                  <a:lnTo>
                    <a:pt x="3421082" y="0"/>
                  </a:lnTo>
                  <a:lnTo>
                    <a:pt x="3419370" y="0"/>
                  </a:lnTo>
                  <a:lnTo>
                    <a:pt x="3417659" y="0"/>
                  </a:lnTo>
                  <a:lnTo>
                    <a:pt x="3415947" y="0"/>
                  </a:lnTo>
                  <a:lnTo>
                    <a:pt x="3414236" y="0"/>
                  </a:lnTo>
                  <a:lnTo>
                    <a:pt x="3412525" y="0"/>
                  </a:lnTo>
                  <a:lnTo>
                    <a:pt x="3410813" y="0"/>
                  </a:lnTo>
                  <a:lnTo>
                    <a:pt x="3409102" y="0"/>
                  </a:lnTo>
                  <a:lnTo>
                    <a:pt x="3407390" y="0"/>
                  </a:lnTo>
                  <a:lnTo>
                    <a:pt x="3405679" y="0"/>
                  </a:lnTo>
                  <a:lnTo>
                    <a:pt x="3403968" y="0"/>
                  </a:lnTo>
                  <a:lnTo>
                    <a:pt x="3402256" y="0"/>
                  </a:lnTo>
                  <a:lnTo>
                    <a:pt x="3400545" y="0"/>
                  </a:lnTo>
                  <a:lnTo>
                    <a:pt x="3398833" y="0"/>
                  </a:lnTo>
                  <a:lnTo>
                    <a:pt x="3397122" y="0"/>
                  </a:lnTo>
                  <a:lnTo>
                    <a:pt x="3395411" y="0"/>
                  </a:lnTo>
                  <a:lnTo>
                    <a:pt x="3393699" y="0"/>
                  </a:lnTo>
                  <a:lnTo>
                    <a:pt x="3391988" y="0"/>
                  </a:lnTo>
                  <a:lnTo>
                    <a:pt x="3390276" y="0"/>
                  </a:lnTo>
                  <a:lnTo>
                    <a:pt x="3388565" y="0"/>
                  </a:lnTo>
                  <a:lnTo>
                    <a:pt x="3386854" y="0"/>
                  </a:lnTo>
                  <a:lnTo>
                    <a:pt x="3385142" y="0"/>
                  </a:lnTo>
                  <a:lnTo>
                    <a:pt x="3383431" y="0"/>
                  </a:lnTo>
                  <a:lnTo>
                    <a:pt x="3381719" y="0"/>
                  </a:lnTo>
                  <a:lnTo>
                    <a:pt x="3380008" y="0"/>
                  </a:lnTo>
                  <a:lnTo>
                    <a:pt x="3378297" y="0"/>
                  </a:lnTo>
                  <a:lnTo>
                    <a:pt x="3376585" y="0"/>
                  </a:lnTo>
                  <a:lnTo>
                    <a:pt x="3374874" y="0"/>
                  </a:lnTo>
                  <a:lnTo>
                    <a:pt x="3373162" y="0"/>
                  </a:lnTo>
                  <a:lnTo>
                    <a:pt x="3371451" y="0"/>
                  </a:lnTo>
                  <a:lnTo>
                    <a:pt x="3369740" y="0"/>
                  </a:lnTo>
                  <a:lnTo>
                    <a:pt x="3368028" y="0"/>
                  </a:lnTo>
                  <a:lnTo>
                    <a:pt x="3366317" y="0"/>
                  </a:lnTo>
                  <a:lnTo>
                    <a:pt x="3364606" y="0"/>
                  </a:lnTo>
                  <a:lnTo>
                    <a:pt x="3362894" y="0"/>
                  </a:lnTo>
                  <a:lnTo>
                    <a:pt x="3361183" y="0"/>
                  </a:lnTo>
                  <a:lnTo>
                    <a:pt x="3359471" y="0"/>
                  </a:lnTo>
                  <a:lnTo>
                    <a:pt x="3357760" y="0"/>
                  </a:lnTo>
                  <a:lnTo>
                    <a:pt x="3356049" y="0"/>
                  </a:lnTo>
                  <a:lnTo>
                    <a:pt x="3354337" y="0"/>
                  </a:lnTo>
                  <a:lnTo>
                    <a:pt x="3352626" y="0"/>
                  </a:lnTo>
                  <a:lnTo>
                    <a:pt x="3350914" y="0"/>
                  </a:lnTo>
                  <a:lnTo>
                    <a:pt x="3349203" y="0"/>
                  </a:lnTo>
                  <a:lnTo>
                    <a:pt x="3347492" y="0"/>
                  </a:lnTo>
                  <a:lnTo>
                    <a:pt x="3345780" y="0"/>
                  </a:lnTo>
                  <a:lnTo>
                    <a:pt x="3344069" y="0"/>
                  </a:lnTo>
                  <a:lnTo>
                    <a:pt x="3342357" y="0"/>
                  </a:lnTo>
                  <a:lnTo>
                    <a:pt x="3340646" y="0"/>
                  </a:lnTo>
                  <a:lnTo>
                    <a:pt x="3338935" y="0"/>
                  </a:lnTo>
                  <a:lnTo>
                    <a:pt x="3337223" y="0"/>
                  </a:lnTo>
                  <a:lnTo>
                    <a:pt x="3335512" y="0"/>
                  </a:lnTo>
                  <a:lnTo>
                    <a:pt x="3333800" y="0"/>
                  </a:lnTo>
                  <a:lnTo>
                    <a:pt x="3332089" y="0"/>
                  </a:lnTo>
                  <a:lnTo>
                    <a:pt x="3330378" y="0"/>
                  </a:lnTo>
                  <a:lnTo>
                    <a:pt x="3328666" y="0"/>
                  </a:lnTo>
                  <a:lnTo>
                    <a:pt x="3326955" y="0"/>
                  </a:lnTo>
                  <a:lnTo>
                    <a:pt x="3325243" y="0"/>
                  </a:lnTo>
                  <a:lnTo>
                    <a:pt x="3323532" y="0"/>
                  </a:lnTo>
                  <a:lnTo>
                    <a:pt x="3321821" y="0"/>
                  </a:lnTo>
                  <a:lnTo>
                    <a:pt x="3320109" y="0"/>
                  </a:lnTo>
                  <a:lnTo>
                    <a:pt x="3318398" y="0"/>
                  </a:lnTo>
                  <a:lnTo>
                    <a:pt x="3316686" y="0"/>
                  </a:lnTo>
                  <a:lnTo>
                    <a:pt x="3314975" y="0"/>
                  </a:lnTo>
                  <a:lnTo>
                    <a:pt x="3313264" y="0"/>
                  </a:lnTo>
                  <a:lnTo>
                    <a:pt x="3311552" y="0"/>
                  </a:lnTo>
                  <a:lnTo>
                    <a:pt x="3309841" y="0"/>
                  </a:lnTo>
                  <a:lnTo>
                    <a:pt x="3308129" y="0"/>
                  </a:lnTo>
                  <a:lnTo>
                    <a:pt x="3306418" y="0"/>
                  </a:lnTo>
                  <a:lnTo>
                    <a:pt x="3304707" y="0"/>
                  </a:lnTo>
                  <a:lnTo>
                    <a:pt x="3302995" y="0"/>
                  </a:lnTo>
                  <a:lnTo>
                    <a:pt x="3301284" y="0"/>
                  </a:lnTo>
                  <a:lnTo>
                    <a:pt x="3299572" y="0"/>
                  </a:lnTo>
                  <a:lnTo>
                    <a:pt x="3297861" y="0"/>
                  </a:lnTo>
                  <a:lnTo>
                    <a:pt x="3296150" y="0"/>
                  </a:lnTo>
                  <a:lnTo>
                    <a:pt x="3294438" y="0"/>
                  </a:lnTo>
                  <a:lnTo>
                    <a:pt x="3292727" y="0"/>
                  </a:lnTo>
                  <a:lnTo>
                    <a:pt x="3291015" y="0"/>
                  </a:lnTo>
                  <a:lnTo>
                    <a:pt x="3289304" y="0"/>
                  </a:lnTo>
                  <a:lnTo>
                    <a:pt x="3287593" y="0"/>
                  </a:lnTo>
                  <a:lnTo>
                    <a:pt x="3285881" y="0"/>
                  </a:lnTo>
                  <a:lnTo>
                    <a:pt x="3284170" y="0"/>
                  </a:lnTo>
                  <a:lnTo>
                    <a:pt x="3282458" y="0"/>
                  </a:lnTo>
                  <a:lnTo>
                    <a:pt x="3280747" y="0"/>
                  </a:lnTo>
                  <a:lnTo>
                    <a:pt x="3279036" y="0"/>
                  </a:lnTo>
                  <a:lnTo>
                    <a:pt x="3277324" y="0"/>
                  </a:lnTo>
                  <a:lnTo>
                    <a:pt x="3275613" y="0"/>
                  </a:lnTo>
                  <a:lnTo>
                    <a:pt x="3273901" y="0"/>
                  </a:lnTo>
                  <a:lnTo>
                    <a:pt x="3272190" y="0"/>
                  </a:lnTo>
                  <a:lnTo>
                    <a:pt x="3270479" y="0"/>
                  </a:lnTo>
                  <a:lnTo>
                    <a:pt x="3268767" y="0"/>
                  </a:lnTo>
                  <a:lnTo>
                    <a:pt x="3267056" y="0"/>
                  </a:lnTo>
                  <a:lnTo>
                    <a:pt x="3265345" y="0"/>
                  </a:lnTo>
                  <a:lnTo>
                    <a:pt x="3263633" y="0"/>
                  </a:lnTo>
                  <a:lnTo>
                    <a:pt x="3261922" y="0"/>
                  </a:lnTo>
                  <a:lnTo>
                    <a:pt x="3260210" y="0"/>
                  </a:lnTo>
                  <a:lnTo>
                    <a:pt x="3258499" y="0"/>
                  </a:lnTo>
                  <a:lnTo>
                    <a:pt x="3256788" y="0"/>
                  </a:lnTo>
                  <a:lnTo>
                    <a:pt x="3255076" y="0"/>
                  </a:lnTo>
                  <a:lnTo>
                    <a:pt x="3253365" y="0"/>
                  </a:lnTo>
                  <a:lnTo>
                    <a:pt x="3251653" y="0"/>
                  </a:lnTo>
                  <a:lnTo>
                    <a:pt x="3249942" y="0"/>
                  </a:lnTo>
                  <a:lnTo>
                    <a:pt x="3248231" y="0"/>
                  </a:lnTo>
                  <a:lnTo>
                    <a:pt x="3246519" y="0"/>
                  </a:lnTo>
                  <a:lnTo>
                    <a:pt x="3244808" y="0"/>
                  </a:lnTo>
                  <a:lnTo>
                    <a:pt x="3243096" y="0"/>
                  </a:lnTo>
                  <a:lnTo>
                    <a:pt x="3241385" y="0"/>
                  </a:lnTo>
                  <a:lnTo>
                    <a:pt x="3239674" y="0"/>
                  </a:lnTo>
                  <a:lnTo>
                    <a:pt x="3237962" y="0"/>
                  </a:lnTo>
                  <a:lnTo>
                    <a:pt x="3236251" y="0"/>
                  </a:lnTo>
                  <a:lnTo>
                    <a:pt x="3234539" y="0"/>
                  </a:lnTo>
                  <a:lnTo>
                    <a:pt x="3232828" y="0"/>
                  </a:lnTo>
                  <a:lnTo>
                    <a:pt x="3231117" y="0"/>
                  </a:lnTo>
                  <a:lnTo>
                    <a:pt x="3229405" y="0"/>
                  </a:lnTo>
                  <a:lnTo>
                    <a:pt x="3227694" y="0"/>
                  </a:lnTo>
                  <a:lnTo>
                    <a:pt x="3225982" y="0"/>
                  </a:lnTo>
                  <a:lnTo>
                    <a:pt x="3224271" y="0"/>
                  </a:lnTo>
                  <a:lnTo>
                    <a:pt x="3222560" y="0"/>
                  </a:lnTo>
                  <a:lnTo>
                    <a:pt x="3220848" y="0"/>
                  </a:lnTo>
                  <a:lnTo>
                    <a:pt x="3219137" y="0"/>
                  </a:lnTo>
                  <a:lnTo>
                    <a:pt x="3217425" y="0"/>
                  </a:lnTo>
                  <a:lnTo>
                    <a:pt x="3215714" y="0"/>
                  </a:lnTo>
                  <a:lnTo>
                    <a:pt x="3214003" y="0"/>
                  </a:lnTo>
                  <a:lnTo>
                    <a:pt x="3212291" y="0"/>
                  </a:lnTo>
                  <a:lnTo>
                    <a:pt x="3210580" y="0"/>
                  </a:lnTo>
                  <a:lnTo>
                    <a:pt x="3208868" y="0"/>
                  </a:lnTo>
                  <a:lnTo>
                    <a:pt x="3207157" y="0"/>
                  </a:lnTo>
                  <a:lnTo>
                    <a:pt x="3205446" y="0"/>
                  </a:lnTo>
                  <a:lnTo>
                    <a:pt x="3203734" y="0"/>
                  </a:lnTo>
                  <a:lnTo>
                    <a:pt x="3202023" y="0"/>
                  </a:lnTo>
                  <a:lnTo>
                    <a:pt x="3200311" y="0"/>
                  </a:lnTo>
                  <a:lnTo>
                    <a:pt x="3198600" y="0"/>
                  </a:lnTo>
                  <a:lnTo>
                    <a:pt x="3196889" y="0"/>
                  </a:lnTo>
                  <a:lnTo>
                    <a:pt x="3195177" y="0"/>
                  </a:lnTo>
                  <a:lnTo>
                    <a:pt x="3193466" y="0"/>
                  </a:lnTo>
                  <a:lnTo>
                    <a:pt x="3191754" y="0"/>
                  </a:lnTo>
                  <a:lnTo>
                    <a:pt x="3190043" y="0"/>
                  </a:lnTo>
                  <a:lnTo>
                    <a:pt x="3188332" y="0"/>
                  </a:lnTo>
                  <a:lnTo>
                    <a:pt x="3186620" y="0"/>
                  </a:lnTo>
                  <a:lnTo>
                    <a:pt x="3184909" y="0"/>
                  </a:lnTo>
                  <a:lnTo>
                    <a:pt x="3183197" y="0"/>
                  </a:lnTo>
                  <a:lnTo>
                    <a:pt x="3181486" y="0"/>
                  </a:lnTo>
                  <a:lnTo>
                    <a:pt x="3179775" y="0"/>
                  </a:lnTo>
                  <a:lnTo>
                    <a:pt x="3178063" y="0"/>
                  </a:lnTo>
                  <a:lnTo>
                    <a:pt x="3176352" y="0"/>
                  </a:lnTo>
                  <a:lnTo>
                    <a:pt x="3174640" y="0"/>
                  </a:lnTo>
                  <a:lnTo>
                    <a:pt x="3172929" y="0"/>
                  </a:lnTo>
                  <a:lnTo>
                    <a:pt x="3171218" y="0"/>
                  </a:lnTo>
                  <a:lnTo>
                    <a:pt x="3169506" y="0"/>
                  </a:lnTo>
                  <a:lnTo>
                    <a:pt x="3167795" y="0"/>
                  </a:lnTo>
                  <a:lnTo>
                    <a:pt x="3166083" y="0"/>
                  </a:lnTo>
                  <a:lnTo>
                    <a:pt x="3164372" y="0"/>
                  </a:lnTo>
                  <a:lnTo>
                    <a:pt x="3162661" y="0"/>
                  </a:lnTo>
                  <a:lnTo>
                    <a:pt x="3160949" y="0"/>
                  </a:lnTo>
                  <a:lnTo>
                    <a:pt x="3159238" y="0"/>
                  </a:lnTo>
                  <a:lnTo>
                    <a:pt x="3157527" y="0"/>
                  </a:lnTo>
                  <a:lnTo>
                    <a:pt x="3155815" y="0"/>
                  </a:lnTo>
                  <a:lnTo>
                    <a:pt x="3154104" y="0"/>
                  </a:lnTo>
                  <a:lnTo>
                    <a:pt x="3152392" y="0"/>
                  </a:lnTo>
                  <a:lnTo>
                    <a:pt x="3150681" y="0"/>
                  </a:lnTo>
                  <a:lnTo>
                    <a:pt x="3148970" y="0"/>
                  </a:lnTo>
                  <a:lnTo>
                    <a:pt x="3147258" y="0"/>
                  </a:lnTo>
                  <a:lnTo>
                    <a:pt x="3145547" y="0"/>
                  </a:lnTo>
                  <a:lnTo>
                    <a:pt x="3143835" y="0"/>
                  </a:lnTo>
                  <a:lnTo>
                    <a:pt x="3142124" y="0"/>
                  </a:lnTo>
                  <a:lnTo>
                    <a:pt x="3140413" y="0"/>
                  </a:lnTo>
                  <a:lnTo>
                    <a:pt x="3138701" y="0"/>
                  </a:lnTo>
                  <a:lnTo>
                    <a:pt x="3136990" y="0"/>
                  </a:lnTo>
                  <a:lnTo>
                    <a:pt x="3135278" y="0"/>
                  </a:lnTo>
                  <a:lnTo>
                    <a:pt x="3133567" y="0"/>
                  </a:lnTo>
                  <a:lnTo>
                    <a:pt x="3131856" y="0"/>
                  </a:lnTo>
                  <a:lnTo>
                    <a:pt x="3130144" y="0"/>
                  </a:lnTo>
                  <a:lnTo>
                    <a:pt x="3128433" y="0"/>
                  </a:lnTo>
                  <a:lnTo>
                    <a:pt x="3126721" y="0"/>
                  </a:lnTo>
                  <a:lnTo>
                    <a:pt x="3125010" y="0"/>
                  </a:lnTo>
                  <a:lnTo>
                    <a:pt x="3123299" y="0"/>
                  </a:lnTo>
                  <a:lnTo>
                    <a:pt x="3121587" y="0"/>
                  </a:lnTo>
                  <a:lnTo>
                    <a:pt x="3119876" y="0"/>
                  </a:lnTo>
                  <a:lnTo>
                    <a:pt x="3118164" y="0"/>
                  </a:lnTo>
                  <a:lnTo>
                    <a:pt x="3116453" y="0"/>
                  </a:lnTo>
                  <a:lnTo>
                    <a:pt x="3114742" y="0"/>
                  </a:lnTo>
                  <a:lnTo>
                    <a:pt x="3113030" y="0"/>
                  </a:lnTo>
                  <a:lnTo>
                    <a:pt x="3111319" y="0"/>
                  </a:lnTo>
                  <a:lnTo>
                    <a:pt x="3109607" y="0"/>
                  </a:lnTo>
                  <a:lnTo>
                    <a:pt x="3107896" y="0"/>
                  </a:lnTo>
                  <a:lnTo>
                    <a:pt x="3106185" y="0"/>
                  </a:lnTo>
                  <a:lnTo>
                    <a:pt x="3104473" y="0"/>
                  </a:lnTo>
                  <a:lnTo>
                    <a:pt x="3102762" y="0"/>
                  </a:lnTo>
                  <a:lnTo>
                    <a:pt x="3101050" y="0"/>
                  </a:lnTo>
                  <a:lnTo>
                    <a:pt x="3099339" y="0"/>
                  </a:lnTo>
                  <a:lnTo>
                    <a:pt x="3097628" y="0"/>
                  </a:lnTo>
                  <a:lnTo>
                    <a:pt x="3095916" y="0"/>
                  </a:lnTo>
                  <a:lnTo>
                    <a:pt x="3094205" y="0"/>
                  </a:lnTo>
                  <a:lnTo>
                    <a:pt x="3092493" y="0"/>
                  </a:lnTo>
                  <a:lnTo>
                    <a:pt x="3090782" y="0"/>
                  </a:lnTo>
                  <a:lnTo>
                    <a:pt x="3089071" y="0"/>
                  </a:lnTo>
                  <a:lnTo>
                    <a:pt x="3087359" y="0"/>
                  </a:lnTo>
                  <a:lnTo>
                    <a:pt x="3085648" y="0"/>
                  </a:lnTo>
                  <a:lnTo>
                    <a:pt x="3083936" y="0"/>
                  </a:lnTo>
                  <a:lnTo>
                    <a:pt x="3082225" y="0"/>
                  </a:lnTo>
                  <a:lnTo>
                    <a:pt x="3080514" y="0"/>
                  </a:lnTo>
                  <a:lnTo>
                    <a:pt x="3078802" y="0"/>
                  </a:lnTo>
                  <a:lnTo>
                    <a:pt x="3077091" y="0"/>
                  </a:lnTo>
                  <a:lnTo>
                    <a:pt x="3075379" y="0"/>
                  </a:lnTo>
                  <a:lnTo>
                    <a:pt x="3073668" y="0"/>
                  </a:lnTo>
                  <a:lnTo>
                    <a:pt x="3071957" y="0"/>
                  </a:lnTo>
                  <a:lnTo>
                    <a:pt x="3070245" y="0"/>
                  </a:lnTo>
                  <a:lnTo>
                    <a:pt x="3068534" y="0"/>
                  </a:lnTo>
                  <a:lnTo>
                    <a:pt x="3066822" y="0"/>
                  </a:lnTo>
                  <a:lnTo>
                    <a:pt x="3065111" y="0"/>
                  </a:lnTo>
                  <a:lnTo>
                    <a:pt x="3063400" y="0"/>
                  </a:lnTo>
                  <a:lnTo>
                    <a:pt x="3061688" y="0"/>
                  </a:lnTo>
                  <a:lnTo>
                    <a:pt x="3059977" y="0"/>
                  </a:lnTo>
                  <a:lnTo>
                    <a:pt x="3058265" y="0"/>
                  </a:lnTo>
                  <a:lnTo>
                    <a:pt x="3056554" y="0"/>
                  </a:lnTo>
                  <a:lnTo>
                    <a:pt x="3054843" y="0"/>
                  </a:lnTo>
                  <a:lnTo>
                    <a:pt x="3053131" y="0"/>
                  </a:lnTo>
                  <a:lnTo>
                    <a:pt x="3051420" y="0"/>
                  </a:lnTo>
                  <a:lnTo>
                    <a:pt x="3049709" y="0"/>
                  </a:lnTo>
                  <a:lnTo>
                    <a:pt x="3047997" y="0"/>
                  </a:lnTo>
                  <a:lnTo>
                    <a:pt x="3046286" y="0"/>
                  </a:lnTo>
                  <a:lnTo>
                    <a:pt x="3044574" y="0"/>
                  </a:lnTo>
                  <a:lnTo>
                    <a:pt x="3042863" y="0"/>
                  </a:lnTo>
                  <a:lnTo>
                    <a:pt x="3041152" y="0"/>
                  </a:lnTo>
                  <a:lnTo>
                    <a:pt x="3039440" y="0"/>
                  </a:lnTo>
                  <a:lnTo>
                    <a:pt x="3037729" y="0"/>
                  </a:lnTo>
                  <a:lnTo>
                    <a:pt x="3036017" y="0"/>
                  </a:lnTo>
                  <a:lnTo>
                    <a:pt x="3034306" y="0"/>
                  </a:lnTo>
                  <a:lnTo>
                    <a:pt x="3032595" y="0"/>
                  </a:lnTo>
                  <a:lnTo>
                    <a:pt x="3030883" y="0"/>
                  </a:lnTo>
                  <a:lnTo>
                    <a:pt x="3029172" y="0"/>
                  </a:lnTo>
                  <a:lnTo>
                    <a:pt x="3027460" y="0"/>
                  </a:lnTo>
                  <a:lnTo>
                    <a:pt x="3025749" y="0"/>
                  </a:lnTo>
                  <a:lnTo>
                    <a:pt x="3024038" y="0"/>
                  </a:lnTo>
                  <a:lnTo>
                    <a:pt x="3022326" y="0"/>
                  </a:lnTo>
                  <a:lnTo>
                    <a:pt x="3020615" y="0"/>
                  </a:lnTo>
                  <a:lnTo>
                    <a:pt x="3018903" y="0"/>
                  </a:lnTo>
                  <a:lnTo>
                    <a:pt x="3017192" y="0"/>
                  </a:lnTo>
                  <a:lnTo>
                    <a:pt x="3015481" y="0"/>
                  </a:lnTo>
                  <a:lnTo>
                    <a:pt x="3013769" y="0"/>
                  </a:lnTo>
                  <a:lnTo>
                    <a:pt x="3012058" y="0"/>
                  </a:lnTo>
                  <a:lnTo>
                    <a:pt x="3010346" y="0"/>
                  </a:lnTo>
                  <a:lnTo>
                    <a:pt x="3008635" y="0"/>
                  </a:lnTo>
                  <a:lnTo>
                    <a:pt x="3006924" y="0"/>
                  </a:lnTo>
                  <a:lnTo>
                    <a:pt x="3005212" y="0"/>
                  </a:lnTo>
                  <a:lnTo>
                    <a:pt x="3003501" y="0"/>
                  </a:lnTo>
                  <a:lnTo>
                    <a:pt x="3001789" y="0"/>
                  </a:lnTo>
                  <a:lnTo>
                    <a:pt x="3000078" y="0"/>
                  </a:lnTo>
                  <a:lnTo>
                    <a:pt x="2998367" y="0"/>
                  </a:lnTo>
                  <a:lnTo>
                    <a:pt x="2996655" y="0"/>
                  </a:lnTo>
                  <a:lnTo>
                    <a:pt x="2994944" y="0"/>
                  </a:lnTo>
                  <a:lnTo>
                    <a:pt x="2993232" y="0"/>
                  </a:lnTo>
                  <a:lnTo>
                    <a:pt x="2991521" y="0"/>
                  </a:lnTo>
                  <a:lnTo>
                    <a:pt x="2989810" y="0"/>
                  </a:lnTo>
                  <a:lnTo>
                    <a:pt x="2988098" y="0"/>
                  </a:lnTo>
                  <a:lnTo>
                    <a:pt x="2986387" y="0"/>
                  </a:lnTo>
                  <a:lnTo>
                    <a:pt x="2984675" y="0"/>
                  </a:lnTo>
                  <a:lnTo>
                    <a:pt x="2982964" y="0"/>
                  </a:lnTo>
                  <a:lnTo>
                    <a:pt x="2981253" y="0"/>
                  </a:lnTo>
                  <a:lnTo>
                    <a:pt x="2979541" y="0"/>
                  </a:lnTo>
                  <a:lnTo>
                    <a:pt x="2977830" y="0"/>
                  </a:lnTo>
                  <a:lnTo>
                    <a:pt x="2976118" y="0"/>
                  </a:lnTo>
                  <a:lnTo>
                    <a:pt x="2974407" y="0"/>
                  </a:lnTo>
                  <a:lnTo>
                    <a:pt x="2972696" y="0"/>
                  </a:lnTo>
                  <a:lnTo>
                    <a:pt x="2970984" y="0"/>
                  </a:lnTo>
                  <a:lnTo>
                    <a:pt x="2969273" y="0"/>
                  </a:lnTo>
                  <a:lnTo>
                    <a:pt x="2967561" y="0"/>
                  </a:lnTo>
                  <a:lnTo>
                    <a:pt x="2965850" y="0"/>
                  </a:lnTo>
                  <a:lnTo>
                    <a:pt x="2964139" y="0"/>
                  </a:lnTo>
                  <a:lnTo>
                    <a:pt x="2962427" y="0"/>
                  </a:lnTo>
                  <a:lnTo>
                    <a:pt x="2960716" y="0"/>
                  </a:lnTo>
                  <a:lnTo>
                    <a:pt x="2959004" y="0"/>
                  </a:lnTo>
                  <a:lnTo>
                    <a:pt x="2957293" y="0"/>
                  </a:lnTo>
                  <a:lnTo>
                    <a:pt x="2955582" y="0"/>
                  </a:lnTo>
                  <a:lnTo>
                    <a:pt x="2953870" y="0"/>
                  </a:lnTo>
                  <a:lnTo>
                    <a:pt x="2952159" y="0"/>
                  </a:lnTo>
                  <a:lnTo>
                    <a:pt x="2950448" y="0"/>
                  </a:lnTo>
                  <a:lnTo>
                    <a:pt x="2948736" y="0"/>
                  </a:lnTo>
                  <a:lnTo>
                    <a:pt x="2947025" y="0"/>
                  </a:lnTo>
                  <a:lnTo>
                    <a:pt x="2945313" y="0"/>
                  </a:lnTo>
                  <a:lnTo>
                    <a:pt x="2943602" y="0"/>
                  </a:lnTo>
                  <a:lnTo>
                    <a:pt x="2941891" y="0"/>
                  </a:lnTo>
                  <a:lnTo>
                    <a:pt x="2940179" y="0"/>
                  </a:lnTo>
                  <a:lnTo>
                    <a:pt x="2938468" y="0"/>
                  </a:lnTo>
                  <a:lnTo>
                    <a:pt x="2936756" y="0"/>
                  </a:lnTo>
                  <a:lnTo>
                    <a:pt x="2935045" y="0"/>
                  </a:lnTo>
                  <a:lnTo>
                    <a:pt x="2933334" y="0"/>
                  </a:lnTo>
                  <a:lnTo>
                    <a:pt x="2931622" y="0"/>
                  </a:lnTo>
                  <a:lnTo>
                    <a:pt x="2929911" y="0"/>
                  </a:lnTo>
                  <a:lnTo>
                    <a:pt x="2928199" y="0"/>
                  </a:lnTo>
                  <a:lnTo>
                    <a:pt x="2926488" y="0"/>
                  </a:lnTo>
                  <a:lnTo>
                    <a:pt x="2924777" y="0"/>
                  </a:lnTo>
                  <a:lnTo>
                    <a:pt x="2923065" y="0"/>
                  </a:lnTo>
                  <a:lnTo>
                    <a:pt x="2921354" y="0"/>
                  </a:lnTo>
                  <a:lnTo>
                    <a:pt x="2919642" y="0"/>
                  </a:lnTo>
                  <a:lnTo>
                    <a:pt x="2917931" y="0"/>
                  </a:lnTo>
                  <a:lnTo>
                    <a:pt x="2916220" y="0"/>
                  </a:lnTo>
                  <a:lnTo>
                    <a:pt x="2914508" y="0"/>
                  </a:lnTo>
                  <a:lnTo>
                    <a:pt x="2912797" y="0"/>
                  </a:lnTo>
                  <a:lnTo>
                    <a:pt x="2911085" y="0"/>
                  </a:lnTo>
                  <a:lnTo>
                    <a:pt x="2909374" y="0"/>
                  </a:lnTo>
                  <a:lnTo>
                    <a:pt x="2907663" y="0"/>
                  </a:lnTo>
                  <a:lnTo>
                    <a:pt x="2905951" y="0"/>
                  </a:lnTo>
                  <a:lnTo>
                    <a:pt x="2904240" y="0"/>
                  </a:lnTo>
                  <a:lnTo>
                    <a:pt x="2902528" y="0"/>
                  </a:lnTo>
                  <a:lnTo>
                    <a:pt x="2900817" y="0"/>
                  </a:lnTo>
                  <a:lnTo>
                    <a:pt x="2899106" y="0"/>
                  </a:lnTo>
                  <a:lnTo>
                    <a:pt x="2897394" y="0"/>
                  </a:lnTo>
                  <a:lnTo>
                    <a:pt x="2895683" y="0"/>
                  </a:lnTo>
                  <a:lnTo>
                    <a:pt x="2893971" y="0"/>
                  </a:lnTo>
                  <a:lnTo>
                    <a:pt x="2892260" y="0"/>
                  </a:lnTo>
                  <a:lnTo>
                    <a:pt x="2890549" y="0"/>
                  </a:lnTo>
                  <a:lnTo>
                    <a:pt x="2888837" y="0"/>
                  </a:lnTo>
                  <a:lnTo>
                    <a:pt x="2887126" y="0"/>
                  </a:lnTo>
                  <a:lnTo>
                    <a:pt x="2885414" y="0"/>
                  </a:lnTo>
                  <a:lnTo>
                    <a:pt x="2883703" y="0"/>
                  </a:lnTo>
                  <a:lnTo>
                    <a:pt x="2881992" y="0"/>
                  </a:lnTo>
                  <a:lnTo>
                    <a:pt x="2880280" y="0"/>
                  </a:lnTo>
                  <a:lnTo>
                    <a:pt x="2878569" y="0"/>
                  </a:lnTo>
                  <a:lnTo>
                    <a:pt x="2876857" y="0"/>
                  </a:lnTo>
                  <a:lnTo>
                    <a:pt x="2875146" y="0"/>
                  </a:lnTo>
                  <a:lnTo>
                    <a:pt x="2873435" y="0"/>
                  </a:lnTo>
                  <a:lnTo>
                    <a:pt x="2871723" y="0"/>
                  </a:lnTo>
                  <a:lnTo>
                    <a:pt x="2870012" y="0"/>
                  </a:lnTo>
                  <a:lnTo>
                    <a:pt x="2868300" y="0"/>
                  </a:lnTo>
                  <a:lnTo>
                    <a:pt x="2866589" y="0"/>
                  </a:lnTo>
                  <a:lnTo>
                    <a:pt x="2864878" y="0"/>
                  </a:lnTo>
                  <a:lnTo>
                    <a:pt x="2863166" y="0"/>
                  </a:lnTo>
                  <a:lnTo>
                    <a:pt x="2861455" y="0"/>
                  </a:lnTo>
                  <a:lnTo>
                    <a:pt x="2859743" y="0"/>
                  </a:lnTo>
                  <a:lnTo>
                    <a:pt x="2858032" y="0"/>
                  </a:lnTo>
                  <a:lnTo>
                    <a:pt x="2856321" y="0"/>
                  </a:lnTo>
                  <a:lnTo>
                    <a:pt x="2854609" y="0"/>
                  </a:lnTo>
                  <a:lnTo>
                    <a:pt x="2852898" y="0"/>
                  </a:lnTo>
                  <a:lnTo>
                    <a:pt x="2851186" y="0"/>
                  </a:lnTo>
                  <a:lnTo>
                    <a:pt x="2849475" y="0"/>
                  </a:lnTo>
                  <a:lnTo>
                    <a:pt x="2847764" y="0"/>
                  </a:lnTo>
                  <a:lnTo>
                    <a:pt x="2846052" y="0"/>
                  </a:lnTo>
                  <a:lnTo>
                    <a:pt x="2844341" y="0"/>
                  </a:lnTo>
                  <a:lnTo>
                    <a:pt x="2842630" y="0"/>
                  </a:lnTo>
                  <a:lnTo>
                    <a:pt x="2840918" y="0"/>
                  </a:lnTo>
                  <a:lnTo>
                    <a:pt x="2839207" y="0"/>
                  </a:lnTo>
                  <a:lnTo>
                    <a:pt x="2837495" y="0"/>
                  </a:lnTo>
                  <a:lnTo>
                    <a:pt x="2835784" y="0"/>
                  </a:lnTo>
                  <a:lnTo>
                    <a:pt x="2834073" y="0"/>
                  </a:lnTo>
                  <a:lnTo>
                    <a:pt x="2832361" y="0"/>
                  </a:lnTo>
                  <a:lnTo>
                    <a:pt x="2830650" y="0"/>
                  </a:lnTo>
                  <a:lnTo>
                    <a:pt x="2828938" y="0"/>
                  </a:lnTo>
                  <a:lnTo>
                    <a:pt x="2827227" y="0"/>
                  </a:lnTo>
                  <a:lnTo>
                    <a:pt x="2825516" y="0"/>
                  </a:lnTo>
                  <a:lnTo>
                    <a:pt x="2823804" y="0"/>
                  </a:lnTo>
                  <a:lnTo>
                    <a:pt x="2822093" y="0"/>
                  </a:lnTo>
                  <a:lnTo>
                    <a:pt x="2820381" y="0"/>
                  </a:lnTo>
                  <a:lnTo>
                    <a:pt x="2818670" y="0"/>
                  </a:lnTo>
                  <a:lnTo>
                    <a:pt x="2816959" y="0"/>
                  </a:lnTo>
                  <a:lnTo>
                    <a:pt x="2815247" y="0"/>
                  </a:lnTo>
                  <a:lnTo>
                    <a:pt x="2813536" y="0"/>
                  </a:lnTo>
                  <a:lnTo>
                    <a:pt x="2811824" y="0"/>
                  </a:lnTo>
                  <a:lnTo>
                    <a:pt x="2810113" y="0"/>
                  </a:lnTo>
                  <a:lnTo>
                    <a:pt x="2808402" y="0"/>
                  </a:lnTo>
                  <a:lnTo>
                    <a:pt x="2806690" y="0"/>
                  </a:lnTo>
                  <a:lnTo>
                    <a:pt x="2804979" y="0"/>
                  </a:lnTo>
                  <a:lnTo>
                    <a:pt x="2803267" y="0"/>
                  </a:lnTo>
                  <a:lnTo>
                    <a:pt x="2801556" y="0"/>
                  </a:lnTo>
                  <a:lnTo>
                    <a:pt x="2799845" y="0"/>
                  </a:lnTo>
                  <a:lnTo>
                    <a:pt x="2798133" y="0"/>
                  </a:lnTo>
                  <a:lnTo>
                    <a:pt x="2796422" y="0"/>
                  </a:lnTo>
                  <a:lnTo>
                    <a:pt x="2794710" y="0"/>
                  </a:lnTo>
                  <a:lnTo>
                    <a:pt x="2792999" y="0"/>
                  </a:lnTo>
                  <a:lnTo>
                    <a:pt x="2791288" y="0"/>
                  </a:lnTo>
                  <a:lnTo>
                    <a:pt x="2789576" y="0"/>
                  </a:lnTo>
                  <a:lnTo>
                    <a:pt x="2787865" y="0"/>
                  </a:lnTo>
                  <a:lnTo>
                    <a:pt x="2786153" y="0"/>
                  </a:lnTo>
                  <a:lnTo>
                    <a:pt x="2784442" y="0"/>
                  </a:lnTo>
                  <a:lnTo>
                    <a:pt x="2782731" y="0"/>
                  </a:lnTo>
                  <a:lnTo>
                    <a:pt x="2781019" y="0"/>
                  </a:lnTo>
                  <a:lnTo>
                    <a:pt x="2779308" y="0"/>
                  </a:lnTo>
                  <a:lnTo>
                    <a:pt x="2777596" y="0"/>
                  </a:lnTo>
                  <a:lnTo>
                    <a:pt x="2775885" y="0"/>
                  </a:lnTo>
                  <a:lnTo>
                    <a:pt x="2774174" y="0"/>
                  </a:lnTo>
                  <a:lnTo>
                    <a:pt x="2772462" y="0"/>
                  </a:lnTo>
                  <a:lnTo>
                    <a:pt x="2770751" y="0"/>
                  </a:lnTo>
                  <a:lnTo>
                    <a:pt x="2769039" y="0"/>
                  </a:lnTo>
                  <a:lnTo>
                    <a:pt x="2767328" y="0"/>
                  </a:lnTo>
                  <a:lnTo>
                    <a:pt x="2765617" y="0"/>
                  </a:lnTo>
                  <a:lnTo>
                    <a:pt x="2763905" y="0"/>
                  </a:lnTo>
                  <a:lnTo>
                    <a:pt x="2762194" y="0"/>
                  </a:lnTo>
                  <a:lnTo>
                    <a:pt x="2760482" y="0"/>
                  </a:lnTo>
                  <a:lnTo>
                    <a:pt x="2758771" y="0"/>
                  </a:lnTo>
                  <a:lnTo>
                    <a:pt x="2757060" y="0"/>
                  </a:lnTo>
                  <a:lnTo>
                    <a:pt x="2755348" y="0"/>
                  </a:lnTo>
                  <a:lnTo>
                    <a:pt x="2753637" y="0"/>
                  </a:lnTo>
                  <a:lnTo>
                    <a:pt x="2751925" y="0"/>
                  </a:lnTo>
                  <a:lnTo>
                    <a:pt x="2750214" y="0"/>
                  </a:lnTo>
                  <a:lnTo>
                    <a:pt x="2748503" y="0"/>
                  </a:lnTo>
                  <a:lnTo>
                    <a:pt x="2746791" y="0"/>
                  </a:lnTo>
                  <a:lnTo>
                    <a:pt x="2745080" y="0"/>
                  </a:lnTo>
                  <a:lnTo>
                    <a:pt x="2743368" y="0"/>
                  </a:lnTo>
                  <a:lnTo>
                    <a:pt x="2741657" y="0"/>
                  </a:lnTo>
                  <a:lnTo>
                    <a:pt x="2739946" y="0"/>
                  </a:lnTo>
                  <a:lnTo>
                    <a:pt x="2738234" y="0"/>
                  </a:lnTo>
                  <a:lnTo>
                    <a:pt x="2736523" y="0"/>
                  </a:lnTo>
                  <a:lnTo>
                    <a:pt x="2734812" y="0"/>
                  </a:lnTo>
                  <a:lnTo>
                    <a:pt x="2733100" y="0"/>
                  </a:lnTo>
                  <a:lnTo>
                    <a:pt x="2731389" y="0"/>
                  </a:lnTo>
                  <a:lnTo>
                    <a:pt x="2729677" y="0"/>
                  </a:lnTo>
                  <a:lnTo>
                    <a:pt x="2727966" y="0"/>
                  </a:lnTo>
                  <a:lnTo>
                    <a:pt x="2726255" y="0"/>
                  </a:lnTo>
                  <a:lnTo>
                    <a:pt x="2724543" y="0"/>
                  </a:lnTo>
                  <a:lnTo>
                    <a:pt x="2722832" y="0"/>
                  </a:lnTo>
                  <a:lnTo>
                    <a:pt x="2721120" y="0"/>
                  </a:lnTo>
                  <a:lnTo>
                    <a:pt x="2719409" y="0"/>
                  </a:lnTo>
                  <a:lnTo>
                    <a:pt x="2717698" y="0"/>
                  </a:lnTo>
                  <a:lnTo>
                    <a:pt x="2715986" y="0"/>
                  </a:lnTo>
                  <a:lnTo>
                    <a:pt x="2714275" y="0"/>
                  </a:lnTo>
                  <a:lnTo>
                    <a:pt x="2712563" y="0"/>
                  </a:lnTo>
                  <a:lnTo>
                    <a:pt x="2710852" y="0"/>
                  </a:lnTo>
                  <a:lnTo>
                    <a:pt x="2709141" y="0"/>
                  </a:lnTo>
                  <a:lnTo>
                    <a:pt x="2707429" y="0"/>
                  </a:lnTo>
                  <a:lnTo>
                    <a:pt x="2705718" y="0"/>
                  </a:lnTo>
                  <a:lnTo>
                    <a:pt x="2704006" y="0"/>
                  </a:lnTo>
                  <a:lnTo>
                    <a:pt x="2702295" y="0"/>
                  </a:lnTo>
                  <a:lnTo>
                    <a:pt x="2700584" y="0"/>
                  </a:lnTo>
                  <a:lnTo>
                    <a:pt x="2698872" y="0"/>
                  </a:lnTo>
                  <a:lnTo>
                    <a:pt x="2697161" y="0"/>
                  </a:lnTo>
                  <a:lnTo>
                    <a:pt x="2695449" y="0"/>
                  </a:lnTo>
                  <a:lnTo>
                    <a:pt x="2693738" y="0"/>
                  </a:lnTo>
                  <a:lnTo>
                    <a:pt x="2692027" y="0"/>
                  </a:lnTo>
                  <a:lnTo>
                    <a:pt x="2690315" y="0"/>
                  </a:lnTo>
                  <a:lnTo>
                    <a:pt x="2688604" y="0"/>
                  </a:lnTo>
                  <a:lnTo>
                    <a:pt x="2686892" y="0"/>
                  </a:lnTo>
                  <a:lnTo>
                    <a:pt x="2685181" y="0"/>
                  </a:lnTo>
                  <a:lnTo>
                    <a:pt x="2683470" y="0"/>
                  </a:lnTo>
                  <a:lnTo>
                    <a:pt x="2681758" y="0"/>
                  </a:lnTo>
                  <a:lnTo>
                    <a:pt x="2680047" y="0"/>
                  </a:lnTo>
                  <a:lnTo>
                    <a:pt x="2678335" y="0"/>
                  </a:lnTo>
                  <a:lnTo>
                    <a:pt x="2676624" y="0"/>
                  </a:lnTo>
                  <a:lnTo>
                    <a:pt x="2674913" y="0"/>
                  </a:lnTo>
                  <a:lnTo>
                    <a:pt x="2673201" y="0"/>
                  </a:lnTo>
                  <a:lnTo>
                    <a:pt x="2671490" y="0"/>
                  </a:lnTo>
                  <a:lnTo>
                    <a:pt x="2669778" y="0"/>
                  </a:lnTo>
                  <a:lnTo>
                    <a:pt x="2668067" y="0"/>
                  </a:lnTo>
                  <a:lnTo>
                    <a:pt x="2666356" y="0"/>
                  </a:lnTo>
                  <a:lnTo>
                    <a:pt x="2664644" y="0"/>
                  </a:lnTo>
                  <a:lnTo>
                    <a:pt x="2662933" y="0"/>
                  </a:lnTo>
                  <a:lnTo>
                    <a:pt x="2661221" y="0"/>
                  </a:lnTo>
                  <a:lnTo>
                    <a:pt x="2659510" y="0"/>
                  </a:lnTo>
                  <a:lnTo>
                    <a:pt x="2657799" y="0"/>
                  </a:lnTo>
                  <a:lnTo>
                    <a:pt x="2656087" y="0"/>
                  </a:lnTo>
                  <a:lnTo>
                    <a:pt x="2654376" y="0"/>
                  </a:lnTo>
                  <a:lnTo>
                    <a:pt x="2652664" y="0"/>
                  </a:lnTo>
                  <a:lnTo>
                    <a:pt x="2650953" y="0"/>
                  </a:lnTo>
                  <a:lnTo>
                    <a:pt x="2649242" y="0"/>
                  </a:lnTo>
                  <a:lnTo>
                    <a:pt x="2647530" y="0"/>
                  </a:lnTo>
                  <a:lnTo>
                    <a:pt x="2645819" y="0"/>
                  </a:lnTo>
                  <a:lnTo>
                    <a:pt x="2644107" y="0"/>
                  </a:lnTo>
                  <a:lnTo>
                    <a:pt x="2642396" y="0"/>
                  </a:lnTo>
                  <a:lnTo>
                    <a:pt x="2640685" y="0"/>
                  </a:lnTo>
                  <a:lnTo>
                    <a:pt x="2638973" y="0"/>
                  </a:lnTo>
                  <a:lnTo>
                    <a:pt x="2637262" y="0"/>
                  </a:lnTo>
                  <a:lnTo>
                    <a:pt x="2635550" y="0"/>
                  </a:lnTo>
                  <a:lnTo>
                    <a:pt x="2633839" y="0"/>
                  </a:lnTo>
                  <a:lnTo>
                    <a:pt x="2632128" y="0"/>
                  </a:lnTo>
                  <a:lnTo>
                    <a:pt x="2630416" y="0"/>
                  </a:lnTo>
                  <a:lnTo>
                    <a:pt x="2628705" y="0"/>
                  </a:lnTo>
                  <a:lnTo>
                    <a:pt x="2626994" y="0"/>
                  </a:lnTo>
                  <a:lnTo>
                    <a:pt x="2625282" y="0"/>
                  </a:lnTo>
                  <a:lnTo>
                    <a:pt x="2623571" y="0"/>
                  </a:lnTo>
                  <a:lnTo>
                    <a:pt x="2621859" y="0"/>
                  </a:lnTo>
                  <a:lnTo>
                    <a:pt x="2620148" y="0"/>
                  </a:lnTo>
                  <a:lnTo>
                    <a:pt x="2618437" y="0"/>
                  </a:lnTo>
                  <a:lnTo>
                    <a:pt x="2616725" y="0"/>
                  </a:lnTo>
                  <a:lnTo>
                    <a:pt x="2615014" y="0"/>
                  </a:lnTo>
                  <a:lnTo>
                    <a:pt x="2613302" y="0"/>
                  </a:lnTo>
                  <a:lnTo>
                    <a:pt x="2611591" y="0"/>
                  </a:lnTo>
                  <a:lnTo>
                    <a:pt x="2609880" y="0"/>
                  </a:lnTo>
                  <a:lnTo>
                    <a:pt x="2608168" y="0"/>
                  </a:lnTo>
                  <a:lnTo>
                    <a:pt x="2606457" y="0"/>
                  </a:lnTo>
                  <a:lnTo>
                    <a:pt x="2604745" y="0"/>
                  </a:lnTo>
                  <a:lnTo>
                    <a:pt x="2603034" y="0"/>
                  </a:lnTo>
                  <a:lnTo>
                    <a:pt x="2601323" y="0"/>
                  </a:lnTo>
                  <a:lnTo>
                    <a:pt x="2599611" y="0"/>
                  </a:lnTo>
                  <a:lnTo>
                    <a:pt x="2597900" y="0"/>
                  </a:lnTo>
                  <a:lnTo>
                    <a:pt x="2596188" y="0"/>
                  </a:lnTo>
                  <a:lnTo>
                    <a:pt x="2594477" y="0"/>
                  </a:lnTo>
                  <a:lnTo>
                    <a:pt x="2592766" y="0"/>
                  </a:lnTo>
                  <a:lnTo>
                    <a:pt x="2591054" y="0"/>
                  </a:lnTo>
                  <a:lnTo>
                    <a:pt x="2589343" y="0"/>
                  </a:lnTo>
                  <a:lnTo>
                    <a:pt x="2587631" y="0"/>
                  </a:lnTo>
                  <a:lnTo>
                    <a:pt x="2585920" y="0"/>
                  </a:lnTo>
                  <a:lnTo>
                    <a:pt x="2584209" y="0"/>
                  </a:lnTo>
                  <a:lnTo>
                    <a:pt x="2582497" y="0"/>
                  </a:lnTo>
                  <a:lnTo>
                    <a:pt x="2580786" y="0"/>
                  </a:lnTo>
                  <a:lnTo>
                    <a:pt x="2579074" y="0"/>
                  </a:lnTo>
                  <a:lnTo>
                    <a:pt x="2577363" y="0"/>
                  </a:lnTo>
                  <a:lnTo>
                    <a:pt x="2575652" y="0"/>
                  </a:lnTo>
                  <a:lnTo>
                    <a:pt x="2573940" y="0"/>
                  </a:lnTo>
                  <a:lnTo>
                    <a:pt x="2572229" y="0"/>
                  </a:lnTo>
                  <a:lnTo>
                    <a:pt x="2570517" y="0"/>
                  </a:lnTo>
                  <a:lnTo>
                    <a:pt x="2568806" y="0"/>
                  </a:lnTo>
                  <a:lnTo>
                    <a:pt x="2567095" y="0"/>
                  </a:lnTo>
                  <a:lnTo>
                    <a:pt x="2565383" y="0"/>
                  </a:lnTo>
                  <a:lnTo>
                    <a:pt x="2563672" y="0"/>
                  </a:lnTo>
                  <a:lnTo>
                    <a:pt x="2561960" y="0"/>
                  </a:lnTo>
                  <a:lnTo>
                    <a:pt x="2560249" y="0"/>
                  </a:lnTo>
                  <a:lnTo>
                    <a:pt x="2558538" y="0"/>
                  </a:lnTo>
                  <a:lnTo>
                    <a:pt x="2556826" y="0"/>
                  </a:lnTo>
                  <a:lnTo>
                    <a:pt x="2555115" y="0"/>
                  </a:lnTo>
                  <a:lnTo>
                    <a:pt x="2553403" y="0"/>
                  </a:lnTo>
                  <a:lnTo>
                    <a:pt x="2551692" y="0"/>
                  </a:lnTo>
                  <a:lnTo>
                    <a:pt x="2549981" y="0"/>
                  </a:lnTo>
                  <a:lnTo>
                    <a:pt x="2548269" y="0"/>
                  </a:lnTo>
                  <a:lnTo>
                    <a:pt x="2546558" y="0"/>
                  </a:lnTo>
                  <a:lnTo>
                    <a:pt x="2544846" y="0"/>
                  </a:lnTo>
                  <a:lnTo>
                    <a:pt x="2543135" y="0"/>
                  </a:lnTo>
                  <a:lnTo>
                    <a:pt x="2541424" y="0"/>
                  </a:lnTo>
                  <a:lnTo>
                    <a:pt x="2539712" y="0"/>
                  </a:lnTo>
                  <a:lnTo>
                    <a:pt x="2538001" y="0"/>
                  </a:lnTo>
                  <a:lnTo>
                    <a:pt x="2536289" y="0"/>
                  </a:lnTo>
                  <a:lnTo>
                    <a:pt x="2534578" y="0"/>
                  </a:lnTo>
                  <a:lnTo>
                    <a:pt x="2532867" y="0"/>
                  </a:lnTo>
                  <a:lnTo>
                    <a:pt x="2531155" y="0"/>
                  </a:lnTo>
                  <a:lnTo>
                    <a:pt x="2529444" y="0"/>
                  </a:lnTo>
                  <a:lnTo>
                    <a:pt x="2527733" y="0"/>
                  </a:lnTo>
                  <a:lnTo>
                    <a:pt x="2526021" y="0"/>
                  </a:lnTo>
                  <a:lnTo>
                    <a:pt x="2524310" y="0"/>
                  </a:lnTo>
                  <a:lnTo>
                    <a:pt x="2522598" y="0"/>
                  </a:lnTo>
                  <a:lnTo>
                    <a:pt x="2520887" y="0"/>
                  </a:lnTo>
                  <a:lnTo>
                    <a:pt x="2519176" y="0"/>
                  </a:lnTo>
                  <a:lnTo>
                    <a:pt x="2517464" y="0"/>
                  </a:lnTo>
                  <a:lnTo>
                    <a:pt x="2515753" y="0"/>
                  </a:lnTo>
                  <a:lnTo>
                    <a:pt x="2514041" y="0"/>
                  </a:lnTo>
                  <a:lnTo>
                    <a:pt x="2512330" y="0"/>
                  </a:lnTo>
                  <a:lnTo>
                    <a:pt x="2510619" y="0"/>
                  </a:lnTo>
                  <a:lnTo>
                    <a:pt x="2508907" y="0"/>
                  </a:lnTo>
                  <a:lnTo>
                    <a:pt x="2507196" y="0"/>
                  </a:lnTo>
                  <a:lnTo>
                    <a:pt x="2505484" y="0"/>
                  </a:lnTo>
                  <a:lnTo>
                    <a:pt x="2503773" y="0"/>
                  </a:lnTo>
                  <a:lnTo>
                    <a:pt x="2502062" y="0"/>
                  </a:lnTo>
                  <a:lnTo>
                    <a:pt x="2500350" y="0"/>
                  </a:lnTo>
                  <a:lnTo>
                    <a:pt x="2498639" y="0"/>
                  </a:lnTo>
                  <a:lnTo>
                    <a:pt x="2496927" y="0"/>
                  </a:lnTo>
                  <a:lnTo>
                    <a:pt x="2495216" y="0"/>
                  </a:lnTo>
                  <a:lnTo>
                    <a:pt x="2493505" y="0"/>
                  </a:lnTo>
                  <a:lnTo>
                    <a:pt x="2491793" y="0"/>
                  </a:lnTo>
                  <a:lnTo>
                    <a:pt x="2490082" y="0"/>
                  </a:lnTo>
                  <a:lnTo>
                    <a:pt x="2488370" y="0"/>
                  </a:lnTo>
                  <a:lnTo>
                    <a:pt x="2486659" y="0"/>
                  </a:lnTo>
                  <a:lnTo>
                    <a:pt x="2484948" y="0"/>
                  </a:lnTo>
                  <a:lnTo>
                    <a:pt x="2483236" y="0"/>
                  </a:lnTo>
                  <a:lnTo>
                    <a:pt x="2481525" y="0"/>
                  </a:lnTo>
                  <a:lnTo>
                    <a:pt x="2479813" y="0"/>
                  </a:lnTo>
                  <a:lnTo>
                    <a:pt x="2478102" y="0"/>
                  </a:lnTo>
                  <a:lnTo>
                    <a:pt x="2476391" y="0"/>
                  </a:lnTo>
                  <a:lnTo>
                    <a:pt x="2474679" y="0"/>
                  </a:lnTo>
                  <a:lnTo>
                    <a:pt x="2472968" y="0"/>
                  </a:lnTo>
                  <a:lnTo>
                    <a:pt x="2471256" y="0"/>
                  </a:lnTo>
                  <a:lnTo>
                    <a:pt x="2469545" y="0"/>
                  </a:lnTo>
                  <a:lnTo>
                    <a:pt x="2467834" y="0"/>
                  </a:lnTo>
                  <a:lnTo>
                    <a:pt x="2466122" y="0"/>
                  </a:lnTo>
                  <a:lnTo>
                    <a:pt x="2464411" y="0"/>
                  </a:lnTo>
                  <a:lnTo>
                    <a:pt x="2462699" y="0"/>
                  </a:lnTo>
                  <a:lnTo>
                    <a:pt x="2460988" y="0"/>
                  </a:lnTo>
                  <a:lnTo>
                    <a:pt x="2459277" y="0"/>
                  </a:lnTo>
                  <a:lnTo>
                    <a:pt x="2457565" y="0"/>
                  </a:lnTo>
                  <a:lnTo>
                    <a:pt x="2455854" y="0"/>
                  </a:lnTo>
                  <a:lnTo>
                    <a:pt x="2454142" y="0"/>
                  </a:lnTo>
                  <a:lnTo>
                    <a:pt x="2452431" y="0"/>
                  </a:lnTo>
                  <a:lnTo>
                    <a:pt x="2450720" y="0"/>
                  </a:lnTo>
                  <a:lnTo>
                    <a:pt x="2449008" y="0"/>
                  </a:lnTo>
                  <a:lnTo>
                    <a:pt x="2447297" y="0"/>
                  </a:lnTo>
                  <a:lnTo>
                    <a:pt x="2445585" y="0"/>
                  </a:lnTo>
                  <a:lnTo>
                    <a:pt x="2443874" y="0"/>
                  </a:lnTo>
                  <a:lnTo>
                    <a:pt x="2442163" y="0"/>
                  </a:lnTo>
                  <a:lnTo>
                    <a:pt x="2440451" y="0"/>
                  </a:lnTo>
                  <a:lnTo>
                    <a:pt x="2438740" y="0"/>
                  </a:lnTo>
                  <a:lnTo>
                    <a:pt x="2437028" y="0"/>
                  </a:lnTo>
                  <a:lnTo>
                    <a:pt x="2435317" y="0"/>
                  </a:lnTo>
                  <a:lnTo>
                    <a:pt x="2433606" y="0"/>
                  </a:lnTo>
                  <a:lnTo>
                    <a:pt x="2431894" y="0"/>
                  </a:lnTo>
                  <a:lnTo>
                    <a:pt x="2430183" y="0"/>
                  </a:lnTo>
                  <a:lnTo>
                    <a:pt x="2428471" y="0"/>
                  </a:lnTo>
                  <a:lnTo>
                    <a:pt x="2426760" y="0"/>
                  </a:lnTo>
                  <a:lnTo>
                    <a:pt x="2425049" y="0"/>
                  </a:lnTo>
                  <a:lnTo>
                    <a:pt x="2423337" y="0"/>
                  </a:lnTo>
                  <a:lnTo>
                    <a:pt x="2421626" y="0"/>
                  </a:lnTo>
                  <a:lnTo>
                    <a:pt x="2419915" y="0"/>
                  </a:lnTo>
                  <a:lnTo>
                    <a:pt x="2418203" y="0"/>
                  </a:lnTo>
                  <a:lnTo>
                    <a:pt x="2416492" y="0"/>
                  </a:lnTo>
                  <a:lnTo>
                    <a:pt x="2414780" y="0"/>
                  </a:lnTo>
                  <a:lnTo>
                    <a:pt x="2413069" y="0"/>
                  </a:lnTo>
                  <a:lnTo>
                    <a:pt x="2411358" y="0"/>
                  </a:lnTo>
                  <a:lnTo>
                    <a:pt x="2409646" y="0"/>
                  </a:lnTo>
                  <a:lnTo>
                    <a:pt x="2407935" y="0"/>
                  </a:lnTo>
                  <a:lnTo>
                    <a:pt x="2406223" y="0"/>
                  </a:lnTo>
                  <a:lnTo>
                    <a:pt x="2404512" y="0"/>
                  </a:lnTo>
                  <a:lnTo>
                    <a:pt x="2402801" y="0"/>
                  </a:lnTo>
                  <a:lnTo>
                    <a:pt x="2401089" y="0"/>
                  </a:lnTo>
                  <a:lnTo>
                    <a:pt x="2399378" y="0"/>
                  </a:lnTo>
                  <a:lnTo>
                    <a:pt x="2397666" y="0"/>
                  </a:lnTo>
                  <a:lnTo>
                    <a:pt x="2395955" y="0"/>
                  </a:lnTo>
                  <a:lnTo>
                    <a:pt x="2394244" y="0"/>
                  </a:lnTo>
                  <a:lnTo>
                    <a:pt x="2392532" y="0"/>
                  </a:lnTo>
                  <a:lnTo>
                    <a:pt x="2390821" y="0"/>
                  </a:lnTo>
                  <a:lnTo>
                    <a:pt x="2389109" y="0"/>
                  </a:lnTo>
                  <a:lnTo>
                    <a:pt x="2387398" y="0"/>
                  </a:lnTo>
                  <a:lnTo>
                    <a:pt x="2385687" y="0"/>
                  </a:lnTo>
                  <a:lnTo>
                    <a:pt x="2383975" y="0"/>
                  </a:lnTo>
                  <a:lnTo>
                    <a:pt x="2382264" y="0"/>
                  </a:lnTo>
                  <a:lnTo>
                    <a:pt x="2380552" y="0"/>
                  </a:lnTo>
                  <a:lnTo>
                    <a:pt x="2378841" y="0"/>
                  </a:lnTo>
                  <a:lnTo>
                    <a:pt x="2377130" y="0"/>
                  </a:lnTo>
                  <a:lnTo>
                    <a:pt x="2375418" y="0"/>
                  </a:lnTo>
                  <a:lnTo>
                    <a:pt x="2373707" y="0"/>
                  </a:lnTo>
                  <a:lnTo>
                    <a:pt x="2371995" y="0"/>
                  </a:lnTo>
                  <a:lnTo>
                    <a:pt x="2370284" y="0"/>
                  </a:lnTo>
                  <a:lnTo>
                    <a:pt x="2368573" y="0"/>
                  </a:lnTo>
                  <a:lnTo>
                    <a:pt x="2366861" y="0"/>
                  </a:lnTo>
                  <a:lnTo>
                    <a:pt x="2365150" y="0"/>
                  </a:lnTo>
                  <a:lnTo>
                    <a:pt x="2363438" y="0"/>
                  </a:lnTo>
                  <a:lnTo>
                    <a:pt x="2361727" y="0"/>
                  </a:lnTo>
                  <a:lnTo>
                    <a:pt x="2360016" y="0"/>
                  </a:lnTo>
                  <a:lnTo>
                    <a:pt x="2358304" y="0"/>
                  </a:lnTo>
                  <a:lnTo>
                    <a:pt x="2356593" y="0"/>
                  </a:lnTo>
                  <a:lnTo>
                    <a:pt x="2354881" y="0"/>
                  </a:lnTo>
                  <a:lnTo>
                    <a:pt x="2353170" y="0"/>
                  </a:lnTo>
                  <a:lnTo>
                    <a:pt x="2351459" y="0"/>
                  </a:lnTo>
                  <a:lnTo>
                    <a:pt x="2349747" y="0"/>
                  </a:lnTo>
                  <a:lnTo>
                    <a:pt x="2348036" y="0"/>
                  </a:lnTo>
                  <a:lnTo>
                    <a:pt x="2346324" y="0"/>
                  </a:lnTo>
                  <a:lnTo>
                    <a:pt x="2344613" y="0"/>
                  </a:lnTo>
                  <a:lnTo>
                    <a:pt x="2342902" y="0"/>
                  </a:lnTo>
                  <a:lnTo>
                    <a:pt x="2341190" y="0"/>
                  </a:lnTo>
                  <a:lnTo>
                    <a:pt x="2339479" y="0"/>
                  </a:lnTo>
                  <a:lnTo>
                    <a:pt x="2337767" y="0"/>
                  </a:lnTo>
                  <a:lnTo>
                    <a:pt x="2336056" y="0"/>
                  </a:lnTo>
                  <a:lnTo>
                    <a:pt x="2334345" y="0"/>
                  </a:lnTo>
                  <a:lnTo>
                    <a:pt x="2332633" y="0"/>
                  </a:lnTo>
                  <a:lnTo>
                    <a:pt x="2330922" y="0"/>
                  </a:lnTo>
                  <a:lnTo>
                    <a:pt x="2329210" y="0"/>
                  </a:lnTo>
                  <a:lnTo>
                    <a:pt x="2327499" y="0"/>
                  </a:lnTo>
                  <a:lnTo>
                    <a:pt x="2325788" y="0"/>
                  </a:lnTo>
                  <a:lnTo>
                    <a:pt x="2324076" y="0"/>
                  </a:lnTo>
                  <a:lnTo>
                    <a:pt x="2322365" y="0"/>
                  </a:lnTo>
                  <a:lnTo>
                    <a:pt x="2320653" y="0"/>
                  </a:lnTo>
                  <a:lnTo>
                    <a:pt x="2318942" y="0"/>
                  </a:lnTo>
                  <a:lnTo>
                    <a:pt x="2317231" y="0"/>
                  </a:lnTo>
                  <a:lnTo>
                    <a:pt x="2315519" y="0"/>
                  </a:lnTo>
                  <a:lnTo>
                    <a:pt x="2313808" y="0"/>
                  </a:lnTo>
                  <a:lnTo>
                    <a:pt x="2312097" y="0"/>
                  </a:lnTo>
                  <a:lnTo>
                    <a:pt x="2310385" y="0"/>
                  </a:lnTo>
                  <a:lnTo>
                    <a:pt x="2308674" y="0"/>
                  </a:lnTo>
                  <a:lnTo>
                    <a:pt x="2306962" y="0"/>
                  </a:lnTo>
                  <a:lnTo>
                    <a:pt x="2305251" y="0"/>
                  </a:lnTo>
                  <a:lnTo>
                    <a:pt x="2303540" y="0"/>
                  </a:lnTo>
                  <a:lnTo>
                    <a:pt x="2301828" y="0"/>
                  </a:lnTo>
                  <a:lnTo>
                    <a:pt x="2300117" y="0"/>
                  </a:lnTo>
                  <a:lnTo>
                    <a:pt x="2298405" y="0"/>
                  </a:lnTo>
                  <a:lnTo>
                    <a:pt x="2296694" y="0"/>
                  </a:lnTo>
                  <a:lnTo>
                    <a:pt x="2294983" y="0"/>
                  </a:lnTo>
                  <a:lnTo>
                    <a:pt x="2293271" y="0"/>
                  </a:lnTo>
                  <a:lnTo>
                    <a:pt x="2291560" y="0"/>
                  </a:lnTo>
                  <a:lnTo>
                    <a:pt x="2289848" y="0"/>
                  </a:lnTo>
                  <a:lnTo>
                    <a:pt x="2288137" y="0"/>
                  </a:lnTo>
                  <a:lnTo>
                    <a:pt x="2286426" y="0"/>
                  </a:lnTo>
                  <a:lnTo>
                    <a:pt x="2284714" y="0"/>
                  </a:lnTo>
                  <a:lnTo>
                    <a:pt x="2283003" y="0"/>
                  </a:lnTo>
                  <a:lnTo>
                    <a:pt x="2281291" y="0"/>
                  </a:lnTo>
                  <a:lnTo>
                    <a:pt x="2279580" y="0"/>
                  </a:lnTo>
                  <a:lnTo>
                    <a:pt x="2277869" y="0"/>
                  </a:lnTo>
                  <a:lnTo>
                    <a:pt x="2276157" y="0"/>
                  </a:lnTo>
                  <a:lnTo>
                    <a:pt x="2274446" y="0"/>
                  </a:lnTo>
                  <a:lnTo>
                    <a:pt x="2272734" y="0"/>
                  </a:lnTo>
                  <a:lnTo>
                    <a:pt x="2271023" y="0"/>
                  </a:lnTo>
                  <a:lnTo>
                    <a:pt x="2269312" y="0"/>
                  </a:lnTo>
                  <a:lnTo>
                    <a:pt x="2267600" y="0"/>
                  </a:lnTo>
                  <a:lnTo>
                    <a:pt x="2265889" y="0"/>
                  </a:lnTo>
                  <a:lnTo>
                    <a:pt x="2264177" y="0"/>
                  </a:lnTo>
                  <a:lnTo>
                    <a:pt x="2262466" y="0"/>
                  </a:lnTo>
                  <a:lnTo>
                    <a:pt x="2260755" y="0"/>
                  </a:lnTo>
                  <a:lnTo>
                    <a:pt x="2259043" y="0"/>
                  </a:lnTo>
                  <a:lnTo>
                    <a:pt x="2257332" y="0"/>
                  </a:lnTo>
                  <a:lnTo>
                    <a:pt x="2255620" y="0"/>
                  </a:lnTo>
                  <a:lnTo>
                    <a:pt x="2253909" y="0"/>
                  </a:lnTo>
                  <a:lnTo>
                    <a:pt x="2252198" y="0"/>
                  </a:lnTo>
                  <a:lnTo>
                    <a:pt x="2250486" y="0"/>
                  </a:lnTo>
                  <a:lnTo>
                    <a:pt x="2248775" y="0"/>
                  </a:lnTo>
                  <a:lnTo>
                    <a:pt x="2247063" y="0"/>
                  </a:lnTo>
                  <a:lnTo>
                    <a:pt x="2245352" y="0"/>
                  </a:lnTo>
                  <a:lnTo>
                    <a:pt x="2243641" y="0"/>
                  </a:lnTo>
                  <a:lnTo>
                    <a:pt x="2241929" y="0"/>
                  </a:lnTo>
                  <a:lnTo>
                    <a:pt x="2240218" y="0"/>
                  </a:lnTo>
                  <a:lnTo>
                    <a:pt x="2238506" y="0"/>
                  </a:lnTo>
                  <a:lnTo>
                    <a:pt x="2236795" y="0"/>
                  </a:lnTo>
                  <a:lnTo>
                    <a:pt x="2235084" y="0"/>
                  </a:lnTo>
                  <a:lnTo>
                    <a:pt x="2233372" y="0"/>
                  </a:lnTo>
                  <a:lnTo>
                    <a:pt x="2231661" y="0"/>
                  </a:lnTo>
                  <a:lnTo>
                    <a:pt x="2229949" y="0"/>
                  </a:lnTo>
                  <a:lnTo>
                    <a:pt x="2228238" y="0"/>
                  </a:lnTo>
                  <a:lnTo>
                    <a:pt x="2226527" y="0"/>
                  </a:lnTo>
                  <a:lnTo>
                    <a:pt x="2224815" y="0"/>
                  </a:lnTo>
                  <a:lnTo>
                    <a:pt x="2223104" y="0"/>
                  </a:lnTo>
                  <a:lnTo>
                    <a:pt x="2221392" y="0"/>
                  </a:lnTo>
                  <a:lnTo>
                    <a:pt x="2219681" y="0"/>
                  </a:lnTo>
                  <a:lnTo>
                    <a:pt x="2217970" y="0"/>
                  </a:lnTo>
                  <a:lnTo>
                    <a:pt x="2216258" y="0"/>
                  </a:lnTo>
                  <a:lnTo>
                    <a:pt x="2214547" y="0"/>
                  </a:lnTo>
                  <a:lnTo>
                    <a:pt x="2212836" y="0"/>
                  </a:lnTo>
                  <a:lnTo>
                    <a:pt x="2211124" y="0"/>
                  </a:lnTo>
                  <a:lnTo>
                    <a:pt x="2209413" y="0"/>
                  </a:lnTo>
                  <a:lnTo>
                    <a:pt x="2207701" y="0"/>
                  </a:lnTo>
                  <a:lnTo>
                    <a:pt x="2205990" y="0"/>
                  </a:lnTo>
                  <a:lnTo>
                    <a:pt x="2204279" y="0"/>
                  </a:lnTo>
                  <a:lnTo>
                    <a:pt x="2202567" y="0"/>
                  </a:lnTo>
                  <a:lnTo>
                    <a:pt x="2200856" y="0"/>
                  </a:lnTo>
                  <a:lnTo>
                    <a:pt x="2199144" y="0"/>
                  </a:lnTo>
                  <a:lnTo>
                    <a:pt x="2197433" y="0"/>
                  </a:lnTo>
                  <a:lnTo>
                    <a:pt x="2195722" y="0"/>
                  </a:lnTo>
                  <a:lnTo>
                    <a:pt x="2194010" y="0"/>
                  </a:lnTo>
                  <a:lnTo>
                    <a:pt x="2192299" y="0"/>
                  </a:lnTo>
                  <a:lnTo>
                    <a:pt x="2190587" y="0"/>
                  </a:lnTo>
                  <a:lnTo>
                    <a:pt x="2188876" y="0"/>
                  </a:lnTo>
                  <a:lnTo>
                    <a:pt x="2187165" y="0"/>
                  </a:lnTo>
                  <a:lnTo>
                    <a:pt x="2185453" y="0"/>
                  </a:lnTo>
                  <a:lnTo>
                    <a:pt x="2183742" y="0"/>
                  </a:lnTo>
                  <a:lnTo>
                    <a:pt x="2182030" y="0"/>
                  </a:lnTo>
                  <a:lnTo>
                    <a:pt x="2180319" y="0"/>
                  </a:lnTo>
                  <a:lnTo>
                    <a:pt x="2178608" y="0"/>
                  </a:lnTo>
                  <a:lnTo>
                    <a:pt x="2176896" y="0"/>
                  </a:lnTo>
                  <a:lnTo>
                    <a:pt x="2175185" y="0"/>
                  </a:lnTo>
                  <a:lnTo>
                    <a:pt x="2173473" y="0"/>
                  </a:lnTo>
                  <a:lnTo>
                    <a:pt x="2171762" y="0"/>
                  </a:lnTo>
                  <a:lnTo>
                    <a:pt x="2170051" y="0"/>
                  </a:lnTo>
                  <a:lnTo>
                    <a:pt x="2168339" y="0"/>
                  </a:lnTo>
                  <a:lnTo>
                    <a:pt x="2166628" y="0"/>
                  </a:lnTo>
                  <a:lnTo>
                    <a:pt x="2164916" y="0"/>
                  </a:lnTo>
                  <a:lnTo>
                    <a:pt x="2163205" y="0"/>
                  </a:lnTo>
                  <a:lnTo>
                    <a:pt x="2161494" y="0"/>
                  </a:lnTo>
                  <a:lnTo>
                    <a:pt x="2159782" y="0"/>
                  </a:lnTo>
                  <a:lnTo>
                    <a:pt x="2158071" y="0"/>
                  </a:lnTo>
                  <a:lnTo>
                    <a:pt x="2156359" y="0"/>
                  </a:lnTo>
                  <a:lnTo>
                    <a:pt x="2154648" y="0"/>
                  </a:lnTo>
                  <a:lnTo>
                    <a:pt x="2152937" y="0"/>
                  </a:lnTo>
                  <a:lnTo>
                    <a:pt x="2151225" y="0"/>
                  </a:lnTo>
                  <a:lnTo>
                    <a:pt x="2149514" y="0"/>
                  </a:lnTo>
                  <a:lnTo>
                    <a:pt x="2147802" y="0"/>
                  </a:lnTo>
                  <a:lnTo>
                    <a:pt x="2146091" y="0"/>
                  </a:lnTo>
                  <a:lnTo>
                    <a:pt x="2144380" y="0"/>
                  </a:lnTo>
                  <a:lnTo>
                    <a:pt x="2142668" y="0"/>
                  </a:lnTo>
                  <a:lnTo>
                    <a:pt x="2140957" y="0"/>
                  </a:lnTo>
                  <a:lnTo>
                    <a:pt x="2139245" y="0"/>
                  </a:lnTo>
                  <a:lnTo>
                    <a:pt x="2137534" y="0"/>
                  </a:lnTo>
                  <a:lnTo>
                    <a:pt x="2135823" y="0"/>
                  </a:lnTo>
                  <a:lnTo>
                    <a:pt x="2134111" y="0"/>
                  </a:lnTo>
                  <a:lnTo>
                    <a:pt x="2132400" y="0"/>
                  </a:lnTo>
                  <a:lnTo>
                    <a:pt x="2130688" y="0"/>
                  </a:lnTo>
                  <a:lnTo>
                    <a:pt x="2128977" y="0"/>
                  </a:lnTo>
                  <a:lnTo>
                    <a:pt x="2127266" y="0"/>
                  </a:lnTo>
                  <a:lnTo>
                    <a:pt x="2125554" y="0"/>
                  </a:lnTo>
                  <a:lnTo>
                    <a:pt x="2123843" y="0"/>
                  </a:lnTo>
                  <a:lnTo>
                    <a:pt x="2122131" y="0"/>
                  </a:lnTo>
                  <a:lnTo>
                    <a:pt x="2120420" y="0"/>
                  </a:lnTo>
                  <a:lnTo>
                    <a:pt x="2118709" y="0"/>
                  </a:lnTo>
                  <a:lnTo>
                    <a:pt x="2116997" y="0"/>
                  </a:lnTo>
                  <a:lnTo>
                    <a:pt x="2115286" y="0"/>
                  </a:lnTo>
                  <a:lnTo>
                    <a:pt x="2113574" y="0"/>
                  </a:lnTo>
                  <a:lnTo>
                    <a:pt x="2111863" y="0"/>
                  </a:lnTo>
                  <a:lnTo>
                    <a:pt x="2110152" y="0"/>
                  </a:lnTo>
                  <a:lnTo>
                    <a:pt x="2108440" y="0"/>
                  </a:lnTo>
                  <a:lnTo>
                    <a:pt x="2106729" y="0"/>
                  </a:lnTo>
                  <a:lnTo>
                    <a:pt x="2105018" y="0"/>
                  </a:lnTo>
                  <a:lnTo>
                    <a:pt x="2103306" y="0"/>
                  </a:lnTo>
                  <a:lnTo>
                    <a:pt x="2101595" y="0"/>
                  </a:lnTo>
                  <a:lnTo>
                    <a:pt x="2099883" y="0"/>
                  </a:lnTo>
                  <a:lnTo>
                    <a:pt x="2098172" y="0"/>
                  </a:lnTo>
                  <a:lnTo>
                    <a:pt x="2096461" y="0"/>
                  </a:lnTo>
                  <a:lnTo>
                    <a:pt x="2094749" y="0"/>
                  </a:lnTo>
                  <a:lnTo>
                    <a:pt x="2093038" y="0"/>
                  </a:lnTo>
                  <a:lnTo>
                    <a:pt x="2091326" y="0"/>
                  </a:lnTo>
                  <a:lnTo>
                    <a:pt x="2089615" y="0"/>
                  </a:lnTo>
                  <a:lnTo>
                    <a:pt x="2087904" y="0"/>
                  </a:lnTo>
                  <a:lnTo>
                    <a:pt x="2086192" y="0"/>
                  </a:lnTo>
                  <a:lnTo>
                    <a:pt x="2084481" y="0"/>
                  </a:lnTo>
                  <a:lnTo>
                    <a:pt x="2082769" y="0"/>
                  </a:lnTo>
                  <a:lnTo>
                    <a:pt x="2081058" y="0"/>
                  </a:lnTo>
                  <a:lnTo>
                    <a:pt x="2079347" y="0"/>
                  </a:lnTo>
                  <a:lnTo>
                    <a:pt x="2077635" y="0"/>
                  </a:lnTo>
                  <a:lnTo>
                    <a:pt x="2075924" y="0"/>
                  </a:lnTo>
                  <a:lnTo>
                    <a:pt x="2074212" y="0"/>
                  </a:lnTo>
                  <a:lnTo>
                    <a:pt x="2072501" y="0"/>
                  </a:lnTo>
                  <a:lnTo>
                    <a:pt x="2070790" y="0"/>
                  </a:lnTo>
                  <a:lnTo>
                    <a:pt x="2069078" y="0"/>
                  </a:lnTo>
                  <a:lnTo>
                    <a:pt x="2067367" y="0"/>
                  </a:lnTo>
                  <a:lnTo>
                    <a:pt x="2065655" y="0"/>
                  </a:lnTo>
                  <a:lnTo>
                    <a:pt x="2063944" y="0"/>
                  </a:lnTo>
                  <a:lnTo>
                    <a:pt x="2062233" y="0"/>
                  </a:lnTo>
                  <a:lnTo>
                    <a:pt x="2060521" y="0"/>
                  </a:lnTo>
                  <a:lnTo>
                    <a:pt x="2058810" y="0"/>
                  </a:lnTo>
                  <a:lnTo>
                    <a:pt x="2057098" y="0"/>
                  </a:lnTo>
                  <a:lnTo>
                    <a:pt x="2055387" y="0"/>
                  </a:lnTo>
                  <a:lnTo>
                    <a:pt x="2053676" y="0"/>
                  </a:lnTo>
                  <a:lnTo>
                    <a:pt x="2051964" y="0"/>
                  </a:lnTo>
                  <a:lnTo>
                    <a:pt x="2050253" y="0"/>
                  </a:lnTo>
                  <a:lnTo>
                    <a:pt x="2048541" y="0"/>
                  </a:lnTo>
                  <a:lnTo>
                    <a:pt x="2046830" y="0"/>
                  </a:lnTo>
                  <a:lnTo>
                    <a:pt x="2045119" y="0"/>
                  </a:lnTo>
                  <a:lnTo>
                    <a:pt x="2043407" y="0"/>
                  </a:lnTo>
                  <a:lnTo>
                    <a:pt x="2041696" y="0"/>
                  </a:lnTo>
                  <a:lnTo>
                    <a:pt x="2039984" y="0"/>
                  </a:lnTo>
                  <a:lnTo>
                    <a:pt x="2038273" y="0"/>
                  </a:lnTo>
                  <a:lnTo>
                    <a:pt x="2036562" y="0"/>
                  </a:lnTo>
                  <a:lnTo>
                    <a:pt x="2034850" y="0"/>
                  </a:lnTo>
                  <a:lnTo>
                    <a:pt x="2033139" y="0"/>
                  </a:lnTo>
                  <a:lnTo>
                    <a:pt x="2031427" y="0"/>
                  </a:lnTo>
                  <a:lnTo>
                    <a:pt x="2029716" y="0"/>
                  </a:lnTo>
                  <a:lnTo>
                    <a:pt x="2028005" y="0"/>
                  </a:lnTo>
                  <a:lnTo>
                    <a:pt x="2026293" y="0"/>
                  </a:lnTo>
                  <a:lnTo>
                    <a:pt x="2024582" y="0"/>
                  </a:lnTo>
                  <a:lnTo>
                    <a:pt x="2022870" y="0"/>
                  </a:lnTo>
                  <a:lnTo>
                    <a:pt x="2021159" y="0"/>
                  </a:lnTo>
                  <a:lnTo>
                    <a:pt x="2019448" y="0"/>
                  </a:lnTo>
                  <a:lnTo>
                    <a:pt x="2017736" y="0"/>
                  </a:lnTo>
                  <a:lnTo>
                    <a:pt x="2016025" y="0"/>
                  </a:lnTo>
                  <a:lnTo>
                    <a:pt x="2014313" y="0"/>
                  </a:lnTo>
                  <a:lnTo>
                    <a:pt x="2012602" y="0"/>
                  </a:lnTo>
                  <a:lnTo>
                    <a:pt x="2010891" y="0"/>
                  </a:lnTo>
                  <a:lnTo>
                    <a:pt x="2009179" y="0"/>
                  </a:lnTo>
                  <a:lnTo>
                    <a:pt x="2007468" y="0"/>
                  </a:lnTo>
                  <a:lnTo>
                    <a:pt x="2005756" y="0"/>
                  </a:lnTo>
                  <a:lnTo>
                    <a:pt x="2004045" y="0"/>
                  </a:lnTo>
                  <a:lnTo>
                    <a:pt x="2002334" y="0"/>
                  </a:lnTo>
                  <a:lnTo>
                    <a:pt x="2000622" y="0"/>
                  </a:lnTo>
                  <a:lnTo>
                    <a:pt x="1998911" y="0"/>
                  </a:lnTo>
                  <a:lnTo>
                    <a:pt x="1997200" y="0"/>
                  </a:lnTo>
                  <a:lnTo>
                    <a:pt x="1995488" y="0"/>
                  </a:lnTo>
                  <a:lnTo>
                    <a:pt x="1993777" y="0"/>
                  </a:lnTo>
                  <a:lnTo>
                    <a:pt x="1992065" y="0"/>
                  </a:lnTo>
                  <a:lnTo>
                    <a:pt x="1990354" y="0"/>
                  </a:lnTo>
                  <a:lnTo>
                    <a:pt x="1988643" y="0"/>
                  </a:lnTo>
                  <a:lnTo>
                    <a:pt x="1986931" y="0"/>
                  </a:lnTo>
                  <a:lnTo>
                    <a:pt x="1985220" y="0"/>
                  </a:lnTo>
                  <a:lnTo>
                    <a:pt x="1983508" y="0"/>
                  </a:lnTo>
                  <a:lnTo>
                    <a:pt x="1981797" y="0"/>
                  </a:lnTo>
                  <a:lnTo>
                    <a:pt x="1980086" y="0"/>
                  </a:lnTo>
                  <a:lnTo>
                    <a:pt x="1978374" y="0"/>
                  </a:lnTo>
                  <a:lnTo>
                    <a:pt x="1976663" y="0"/>
                  </a:lnTo>
                  <a:lnTo>
                    <a:pt x="1974951" y="0"/>
                  </a:lnTo>
                  <a:lnTo>
                    <a:pt x="1973240" y="0"/>
                  </a:lnTo>
                  <a:lnTo>
                    <a:pt x="1971529" y="0"/>
                  </a:lnTo>
                  <a:lnTo>
                    <a:pt x="1969817" y="0"/>
                  </a:lnTo>
                  <a:lnTo>
                    <a:pt x="1968106" y="0"/>
                  </a:lnTo>
                  <a:lnTo>
                    <a:pt x="1966394" y="0"/>
                  </a:lnTo>
                  <a:lnTo>
                    <a:pt x="1964683" y="0"/>
                  </a:lnTo>
                  <a:lnTo>
                    <a:pt x="1962972" y="0"/>
                  </a:lnTo>
                  <a:lnTo>
                    <a:pt x="1961260" y="0"/>
                  </a:lnTo>
                  <a:lnTo>
                    <a:pt x="1959549" y="0"/>
                  </a:lnTo>
                  <a:lnTo>
                    <a:pt x="1957837" y="0"/>
                  </a:lnTo>
                  <a:lnTo>
                    <a:pt x="1956126" y="0"/>
                  </a:lnTo>
                  <a:lnTo>
                    <a:pt x="1954415" y="0"/>
                  </a:lnTo>
                  <a:lnTo>
                    <a:pt x="1952703" y="0"/>
                  </a:lnTo>
                  <a:lnTo>
                    <a:pt x="1950992" y="0"/>
                  </a:lnTo>
                  <a:lnTo>
                    <a:pt x="1949280" y="0"/>
                  </a:lnTo>
                  <a:lnTo>
                    <a:pt x="1947569" y="0"/>
                  </a:lnTo>
                  <a:lnTo>
                    <a:pt x="1945858" y="0"/>
                  </a:lnTo>
                  <a:lnTo>
                    <a:pt x="1944146" y="0"/>
                  </a:lnTo>
                  <a:lnTo>
                    <a:pt x="1942435" y="0"/>
                  </a:lnTo>
                  <a:lnTo>
                    <a:pt x="1940723" y="0"/>
                  </a:lnTo>
                  <a:lnTo>
                    <a:pt x="1939012" y="0"/>
                  </a:lnTo>
                  <a:lnTo>
                    <a:pt x="1937301" y="0"/>
                  </a:lnTo>
                  <a:lnTo>
                    <a:pt x="1935589" y="0"/>
                  </a:lnTo>
                  <a:lnTo>
                    <a:pt x="1933878" y="0"/>
                  </a:lnTo>
                  <a:lnTo>
                    <a:pt x="1932166" y="0"/>
                  </a:lnTo>
                  <a:lnTo>
                    <a:pt x="1930455" y="0"/>
                  </a:lnTo>
                  <a:lnTo>
                    <a:pt x="1928744" y="0"/>
                  </a:lnTo>
                  <a:lnTo>
                    <a:pt x="1927032" y="0"/>
                  </a:lnTo>
                  <a:lnTo>
                    <a:pt x="1925321" y="0"/>
                  </a:lnTo>
                  <a:lnTo>
                    <a:pt x="1923609" y="0"/>
                  </a:lnTo>
                  <a:lnTo>
                    <a:pt x="1921898" y="0"/>
                  </a:lnTo>
                  <a:lnTo>
                    <a:pt x="1920187" y="0"/>
                  </a:lnTo>
                  <a:lnTo>
                    <a:pt x="1918475" y="0"/>
                  </a:lnTo>
                  <a:lnTo>
                    <a:pt x="1916764" y="0"/>
                  </a:lnTo>
                  <a:lnTo>
                    <a:pt x="1915052" y="0"/>
                  </a:lnTo>
                  <a:lnTo>
                    <a:pt x="1913341" y="0"/>
                  </a:lnTo>
                  <a:lnTo>
                    <a:pt x="1911630" y="0"/>
                  </a:lnTo>
                  <a:lnTo>
                    <a:pt x="1909918" y="0"/>
                  </a:lnTo>
                  <a:lnTo>
                    <a:pt x="1908207" y="0"/>
                  </a:lnTo>
                  <a:lnTo>
                    <a:pt x="1906495" y="0"/>
                  </a:lnTo>
                  <a:lnTo>
                    <a:pt x="1904784" y="0"/>
                  </a:lnTo>
                  <a:lnTo>
                    <a:pt x="1903073" y="0"/>
                  </a:lnTo>
                  <a:lnTo>
                    <a:pt x="1901361" y="0"/>
                  </a:lnTo>
                  <a:lnTo>
                    <a:pt x="1899650" y="0"/>
                  </a:lnTo>
                  <a:lnTo>
                    <a:pt x="1897938" y="0"/>
                  </a:lnTo>
                  <a:lnTo>
                    <a:pt x="1896227" y="0"/>
                  </a:lnTo>
                  <a:lnTo>
                    <a:pt x="1894516" y="0"/>
                  </a:lnTo>
                  <a:lnTo>
                    <a:pt x="1892804" y="0"/>
                  </a:lnTo>
                  <a:lnTo>
                    <a:pt x="1891093" y="0"/>
                  </a:lnTo>
                  <a:lnTo>
                    <a:pt x="1889382" y="0"/>
                  </a:lnTo>
                  <a:lnTo>
                    <a:pt x="1887670" y="0"/>
                  </a:lnTo>
                  <a:lnTo>
                    <a:pt x="1885959" y="0"/>
                  </a:lnTo>
                  <a:lnTo>
                    <a:pt x="1884247" y="0"/>
                  </a:lnTo>
                  <a:lnTo>
                    <a:pt x="1882536" y="0"/>
                  </a:lnTo>
                  <a:lnTo>
                    <a:pt x="1880825" y="0"/>
                  </a:lnTo>
                  <a:lnTo>
                    <a:pt x="1879113" y="0"/>
                  </a:lnTo>
                  <a:lnTo>
                    <a:pt x="1877402" y="0"/>
                  </a:lnTo>
                  <a:lnTo>
                    <a:pt x="1875690" y="0"/>
                  </a:lnTo>
                  <a:lnTo>
                    <a:pt x="1873979" y="0"/>
                  </a:lnTo>
                  <a:lnTo>
                    <a:pt x="1872268" y="0"/>
                  </a:lnTo>
                  <a:lnTo>
                    <a:pt x="1870556" y="0"/>
                  </a:lnTo>
                  <a:lnTo>
                    <a:pt x="1868845" y="0"/>
                  </a:lnTo>
                  <a:lnTo>
                    <a:pt x="1867133" y="0"/>
                  </a:lnTo>
                  <a:lnTo>
                    <a:pt x="1865422" y="0"/>
                  </a:lnTo>
                  <a:lnTo>
                    <a:pt x="1863711" y="0"/>
                  </a:lnTo>
                  <a:lnTo>
                    <a:pt x="1861999" y="0"/>
                  </a:lnTo>
                  <a:lnTo>
                    <a:pt x="1860288" y="0"/>
                  </a:lnTo>
                  <a:lnTo>
                    <a:pt x="1858576" y="0"/>
                  </a:lnTo>
                  <a:lnTo>
                    <a:pt x="1856865" y="0"/>
                  </a:lnTo>
                  <a:lnTo>
                    <a:pt x="1855154" y="0"/>
                  </a:lnTo>
                  <a:lnTo>
                    <a:pt x="1853442" y="0"/>
                  </a:lnTo>
                  <a:lnTo>
                    <a:pt x="1851731" y="0"/>
                  </a:lnTo>
                  <a:lnTo>
                    <a:pt x="1850019" y="0"/>
                  </a:lnTo>
                  <a:lnTo>
                    <a:pt x="1848308" y="0"/>
                  </a:lnTo>
                  <a:lnTo>
                    <a:pt x="1846597" y="0"/>
                  </a:lnTo>
                  <a:lnTo>
                    <a:pt x="1844885" y="0"/>
                  </a:lnTo>
                  <a:lnTo>
                    <a:pt x="1843174" y="0"/>
                  </a:lnTo>
                  <a:lnTo>
                    <a:pt x="1841462" y="0"/>
                  </a:lnTo>
                  <a:lnTo>
                    <a:pt x="1839751" y="0"/>
                  </a:lnTo>
                  <a:lnTo>
                    <a:pt x="1838040" y="0"/>
                  </a:lnTo>
                  <a:lnTo>
                    <a:pt x="1836328" y="0"/>
                  </a:lnTo>
                  <a:lnTo>
                    <a:pt x="1834617" y="0"/>
                  </a:lnTo>
                  <a:lnTo>
                    <a:pt x="1832905" y="0"/>
                  </a:lnTo>
                  <a:lnTo>
                    <a:pt x="1831194" y="0"/>
                  </a:lnTo>
                  <a:lnTo>
                    <a:pt x="1829483" y="0"/>
                  </a:lnTo>
                  <a:lnTo>
                    <a:pt x="1827771" y="0"/>
                  </a:lnTo>
                  <a:lnTo>
                    <a:pt x="1826060" y="0"/>
                  </a:lnTo>
                  <a:lnTo>
                    <a:pt x="1824348" y="0"/>
                  </a:lnTo>
                  <a:lnTo>
                    <a:pt x="1822637" y="0"/>
                  </a:lnTo>
                  <a:lnTo>
                    <a:pt x="1820926" y="0"/>
                  </a:lnTo>
                  <a:lnTo>
                    <a:pt x="1819214" y="0"/>
                  </a:lnTo>
                  <a:lnTo>
                    <a:pt x="1817503" y="0"/>
                  </a:lnTo>
                  <a:lnTo>
                    <a:pt x="1815791" y="0"/>
                  </a:lnTo>
                  <a:lnTo>
                    <a:pt x="1814080" y="0"/>
                  </a:lnTo>
                  <a:lnTo>
                    <a:pt x="1812369" y="0"/>
                  </a:lnTo>
                  <a:lnTo>
                    <a:pt x="1810657" y="0"/>
                  </a:lnTo>
                  <a:lnTo>
                    <a:pt x="1808946" y="0"/>
                  </a:lnTo>
                  <a:lnTo>
                    <a:pt x="1807234" y="0"/>
                  </a:lnTo>
                  <a:lnTo>
                    <a:pt x="1805523" y="0"/>
                  </a:lnTo>
                  <a:lnTo>
                    <a:pt x="1803812" y="0"/>
                  </a:lnTo>
                  <a:lnTo>
                    <a:pt x="1802100" y="0"/>
                  </a:lnTo>
                  <a:lnTo>
                    <a:pt x="1800389" y="0"/>
                  </a:lnTo>
                  <a:lnTo>
                    <a:pt x="1798677" y="0"/>
                  </a:lnTo>
                  <a:lnTo>
                    <a:pt x="1796966" y="0"/>
                  </a:lnTo>
                  <a:lnTo>
                    <a:pt x="1795255" y="0"/>
                  </a:lnTo>
                  <a:lnTo>
                    <a:pt x="1793543" y="0"/>
                  </a:lnTo>
                  <a:lnTo>
                    <a:pt x="1791832" y="0"/>
                  </a:lnTo>
                  <a:lnTo>
                    <a:pt x="1790121" y="0"/>
                  </a:lnTo>
                  <a:lnTo>
                    <a:pt x="1788409" y="0"/>
                  </a:lnTo>
                  <a:lnTo>
                    <a:pt x="1786698" y="0"/>
                  </a:lnTo>
                  <a:lnTo>
                    <a:pt x="1784986" y="0"/>
                  </a:lnTo>
                  <a:lnTo>
                    <a:pt x="1783275" y="0"/>
                  </a:lnTo>
                  <a:lnTo>
                    <a:pt x="1781564" y="0"/>
                  </a:lnTo>
                  <a:lnTo>
                    <a:pt x="1779852" y="0"/>
                  </a:lnTo>
                  <a:lnTo>
                    <a:pt x="1778141" y="0"/>
                  </a:lnTo>
                  <a:lnTo>
                    <a:pt x="1776429" y="0"/>
                  </a:lnTo>
                  <a:lnTo>
                    <a:pt x="1774718" y="0"/>
                  </a:lnTo>
                  <a:lnTo>
                    <a:pt x="1773007" y="0"/>
                  </a:lnTo>
                  <a:lnTo>
                    <a:pt x="1771295" y="0"/>
                  </a:lnTo>
                  <a:lnTo>
                    <a:pt x="1769584" y="0"/>
                  </a:lnTo>
                  <a:lnTo>
                    <a:pt x="1767872" y="0"/>
                  </a:lnTo>
                  <a:lnTo>
                    <a:pt x="1766161" y="0"/>
                  </a:lnTo>
                  <a:lnTo>
                    <a:pt x="1764450" y="0"/>
                  </a:lnTo>
                  <a:lnTo>
                    <a:pt x="1762738" y="0"/>
                  </a:lnTo>
                  <a:lnTo>
                    <a:pt x="1761027" y="0"/>
                  </a:lnTo>
                  <a:lnTo>
                    <a:pt x="1759315" y="0"/>
                  </a:lnTo>
                  <a:lnTo>
                    <a:pt x="1757604" y="0"/>
                  </a:lnTo>
                  <a:lnTo>
                    <a:pt x="1755893" y="0"/>
                  </a:lnTo>
                  <a:lnTo>
                    <a:pt x="1754181" y="0"/>
                  </a:lnTo>
                  <a:lnTo>
                    <a:pt x="1752470" y="0"/>
                  </a:lnTo>
                  <a:lnTo>
                    <a:pt x="1750758" y="0"/>
                  </a:lnTo>
                  <a:lnTo>
                    <a:pt x="1749047" y="0"/>
                  </a:lnTo>
                  <a:lnTo>
                    <a:pt x="1747336" y="0"/>
                  </a:lnTo>
                  <a:lnTo>
                    <a:pt x="1745624" y="0"/>
                  </a:lnTo>
                  <a:lnTo>
                    <a:pt x="1743913" y="0"/>
                  </a:lnTo>
                  <a:lnTo>
                    <a:pt x="1742201" y="0"/>
                  </a:lnTo>
                  <a:lnTo>
                    <a:pt x="1740490" y="0"/>
                  </a:lnTo>
                  <a:lnTo>
                    <a:pt x="1738779" y="0"/>
                  </a:lnTo>
                  <a:lnTo>
                    <a:pt x="1737067" y="0"/>
                  </a:lnTo>
                  <a:lnTo>
                    <a:pt x="1735356" y="0"/>
                  </a:lnTo>
                  <a:lnTo>
                    <a:pt x="1733644" y="0"/>
                  </a:lnTo>
                  <a:lnTo>
                    <a:pt x="1731933" y="0"/>
                  </a:lnTo>
                  <a:lnTo>
                    <a:pt x="1730222" y="0"/>
                  </a:lnTo>
                  <a:lnTo>
                    <a:pt x="1728510" y="0"/>
                  </a:lnTo>
                  <a:lnTo>
                    <a:pt x="1726799" y="0"/>
                  </a:lnTo>
                  <a:lnTo>
                    <a:pt x="1725087" y="0"/>
                  </a:lnTo>
                  <a:lnTo>
                    <a:pt x="1723376" y="0"/>
                  </a:lnTo>
                  <a:lnTo>
                    <a:pt x="1721665" y="0"/>
                  </a:lnTo>
                  <a:lnTo>
                    <a:pt x="1719953" y="0"/>
                  </a:lnTo>
                  <a:lnTo>
                    <a:pt x="1718242" y="0"/>
                  </a:lnTo>
                  <a:lnTo>
                    <a:pt x="1716530" y="0"/>
                  </a:lnTo>
                  <a:lnTo>
                    <a:pt x="1714819" y="0"/>
                  </a:lnTo>
                  <a:lnTo>
                    <a:pt x="1713108" y="0"/>
                  </a:lnTo>
                  <a:lnTo>
                    <a:pt x="1711396" y="0"/>
                  </a:lnTo>
                  <a:lnTo>
                    <a:pt x="1709685" y="0"/>
                  </a:lnTo>
                  <a:lnTo>
                    <a:pt x="1707973" y="0"/>
                  </a:lnTo>
                  <a:lnTo>
                    <a:pt x="1706262" y="0"/>
                  </a:lnTo>
                  <a:lnTo>
                    <a:pt x="1704551" y="0"/>
                  </a:lnTo>
                  <a:lnTo>
                    <a:pt x="1702839" y="0"/>
                  </a:lnTo>
                  <a:lnTo>
                    <a:pt x="1701128" y="0"/>
                  </a:lnTo>
                  <a:lnTo>
                    <a:pt x="1699416" y="0"/>
                  </a:lnTo>
                  <a:lnTo>
                    <a:pt x="1697705" y="0"/>
                  </a:lnTo>
                  <a:lnTo>
                    <a:pt x="1695994" y="0"/>
                  </a:lnTo>
                  <a:lnTo>
                    <a:pt x="1694282" y="0"/>
                  </a:lnTo>
                  <a:lnTo>
                    <a:pt x="1692571" y="0"/>
                  </a:lnTo>
                  <a:lnTo>
                    <a:pt x="1690859" y="0"/>
                  </a:lnTo>
                  <a:lnTo>
                    <a:pt x="1689148" y="0"/>
                  </a:lnTo>
                  <a:lnTo>
                    <a:pt x="1687437" y="0"/>
                  </a:lnTo>
                  <a:lnTo>
                    <a:pt x="1685725" y="0"/>
                  </a:lnTo>
                  <a:lnTo>
                    <a:pt x="1684014" y="0"/>
                  </a:lnTo>
                  <a:lnTo>
                    <a:pt x="1682303" y="0"/>
                  </a:lnTo>
                  <a:lnTo>
                    <a:pt x="1680591" y="0"/>
                  </a:lnTo>
                  <a:lnTo>
                    <a:pt x="1678880" y="0"/>
                  </a:lnTo>
                  <a:lnTo>
                    <a:pt x="1677168" y="0"/>
                  </a:lnTo>
                  <a:lnTo>
                    <a:pt x="1675457" y="0"/>
                  </a:lnTo>
                  <a:lnTo>
                    <a:pt x="1673746" y="0"/>
                  </a:lnTo>
                  <a:lnTo>
                    <a:pt x="1672034" y="0"/>
                  </a:lnTo>
                  <a:lnTo>
                    <a:pt x="1670323" y="0"/>
                  </a:lnTo>
                  <a:lnTo>
                    <a:pt x="1668611" y="0"/>
                  </a:lnTo>
                  <a:lnTo>
                    <a:pt x="1666900" y="0"/>
                  </a:lnTo>
                  <a:lnTo>
                    <a:pt x="1665189" y="0"/>
                  </a:lnTo>
                  <a:lnTo>
                    <a:pt x="1663477" y="0"/>
                  </a:lnTo>
                  <a:lnTo>
                    <a:pt x="1661766" y="0"/>
                  </a:lnTo>
                  <a:lnTo>
                    <a:pt x="1660054" y="0"/>
                  </a:lnTo>
                  <a:lnTo>
                    <a:pt x="1658343" y="0"/>
                  </a:lnTo>
                  <a:lnTo>
                    <a:pt x="1656632" y="0"/>
                  </a:lnTo>
                  <a:lnTo>
                    <a:pt x="1654920" y="0"/>
                  </a:lnTo>
                  <a:lnTo>
                    <a:pt x="1653209" y="0"/>
                  </a:lnTo>
                  <a:lnTo>
                    <a:pt x="1651497" y="0"/>
                  </a:lnTo>
                  <a:lnTo>
                    <a:pt x="1649786" y="0"/>
                  </a:lnTo>
                  <a:lnTo>
                    <a:pt x="1648075" y="0"/>
                  </a:lnTo>
                  <a:lnTo>
                    <a:pt x="1646363" y="0"/>
                  </a:lnTo>
                  <a:lnTo>
                    <a:pt x="1644652" y="0"/>
                  </a:lnTo>
                  <a:lnTo>
                    <a:pt x="1642940" y="0"/>
                  </a:lnTo>
                  <a:lnTo>
                    <a:pt x="1641229" y="0"/>
                  </a:lnTo>
                  <a:lnTo>
                    <a:pt x="1639518" y="0"/>
                  </a:lnTo>
                  <a:lnTo>
                    <a:pt x="1637806" y="0"/>
                  </a:lnTo>
                  <a:lnTo>
                    <a:pt x="1636095" y="0"/>
                  </a:lnTo>
                  <a:lnTo>
                    <a:pt x="1634383" y="0"/>
                  </a:lnTo>
                  <a:lnTo>
                    <a:pt x="1632672" y="0"/>
                  </a:lnTo>
                  <a:lnTo>
                    <a:pt x="1630961" y="0"/>
                  </a:lnTo>
                  <a:lnTo>
                    <a:pt x="1629249" y="0"/>
                  </a:lnTo>
                  <a:lnTo>
                    <a:pt x="1627538" y="0"/>
                  </a:lnTo>
                  <a:lnTo>
                    <a:pt x="1625826" y="0"/>
                  </a:lnTo>
                  <a:lnTo>
                    <a:pt x="1624115" y="0"/>
                  </a:lnTo>
                  <a:lnTo>
                    <a:pt x="1622404" y="0"/>
                  </a:lnTo>
                  <a:lnTo>
                    <a:pt x="1620692" y="0"/>
                  </a:lnTo>
                  <a:lnTo>
                    <a:pt x="1618981" y="0"/>
                  </a:lnTo>
                  <a:lnTo>
                    <a:pt x="1617269" y="0"/>
                  </a:lnTo>
                  <a:lnTo>
                    <a:pt x="1615558" y="0"/>
                  </a:lnTo>
                  <a:lnTo>
                    <a:pt x="1613847" y="0"/>
                  </a:lnTo>
                  <a:lnTo>
                    <a:pt x="1612135" y="0"/>
                  </a:lnTo>
                  <a:lnTo>
                    <a:pt x="1610424" y="0"/>
                  </a:lnTo>
                  <a:lnTo>
                    <a:pt x="1608712" y="0"/>
                  </a:lnTo>
                  <a:lnTo>
                    <a:pt x="1607001" y="0"/>
                  </a:lnTo>
                  <a:lnTo>
                    <a:pt x="1605290" y="0"/>
                  </a:lnTo>
                  <a:lnTo>
                    <a:pt x="1603578" y="0"/>
                  </a:lnTo>
                  <a:lnTo>
                    <a:pt x="1601867" y="0"/>
                  </a:lnTo>
                  <a:lnTo>
                    <a:pt x="1600155" y="0"/>
                  </a:lnTo>
                  <a:lnTo>
                    <a:pt x="1598444" y="0"/>
                  </a:lnTo>
                  <a:lnTo>
                    <a:pt x="1596733" y="0"/>
                  </a:lnTo>
                  <a:lnTo>
                    <a:pt x="1595021" y="0"/>
                  </a:lnTo>
                  <a:lnTo>
                    <a:pt x="1593310" y="0"/>
                  </a:lnTo>
                  <a:lnTo>
                    <a:pt x="1591598" y="0"/>
                  </a:lnTo>
                  <a:lnTo>
                    <a:pt x="1589887" y="0"/>
                  </a:lnTo>
                  <a:lnTo>
                    <a:pt x="1588176" y="0"/>
                  </a:lnTo>
                  <a:lnTo>
                    <a:pt x="1586464" y="0"/>
                  </a:lnTo>
                  <a:lnTo>
                    <a:pt x="1584753" y="0"/>
                  </a:lnTo>
                  <a:lnTo>
                    <a:pt x="1583041" y="0"/>
                  </a:lnTo>
                  <a:lnTo>
                    <a:pt x="1581330" y="0"/>
                  </a:lnTo>
                  <a:lnTo>
                    <a:pt x="1579619" y="0"/>
                  </a:lnTo>
                  <a:lnTo>
                    <a:pt x="1577907" y="0"/>
                  </a:lnTo>
                  <a:lnTo>
                    <a:pt x="1576196" y="0"/>
                  </a:lnTo>
                  <a:lnTo>
                    <a:pt x="1574485" y="0"/>
                  </a:lnTo>
                  <a:lnTo>
                    <a:pt x="1572773" y="0"/>
                  </a:lnTo>
                  <a:lnTo>
                    <a:pt x="1571062" y="0"/>
                  </a:lnTo>
                  <a:lnTo>
                    <a:pt x="1569350" y="0"/>
                  </a:lnTo>
                  <a:lnTo>
                    <a:pt x="1567639" y="0"/>
                  </a:lnTo>
                  <a:lnTo>
                    <a:pt x="1565928" y="0"/>
                  </a:lnTo>
                  <a:lnTo>
                    <a:pt x="1564216" y="0"/>
                  </a:lnTo>
                  <a:lnTo>
                    <a:pt x="1562505" y="0"/>
                  </a:lnTo>
                  <a:lnTo>
                    <a:pt x="1560793" y="0"/>
                  </a:lnTo>
                  <a:lnTo>
                    <a:pt x="1559082" y="0"/>
                  </a:lnTo>
                  <a:lnTo>
                    <a:pt x="1557371" y="0"/>
                  </a:lnTo>
                  <a:lnTo>
                    <a:pt x="1555659" y="0"/>
                  </a:lnTo>
                  <a:lnTo>
                    <a:pt x="1553948" y="0"/>
                  </a:lnTo>
                  <a:lnTo>
                    <a:pt x="1552236" y="0"/>
                  </a:lnTo>
                  <a:lnTo>
                    <a:pt x="1550525" y="0"/>
                  </a:lnTo>
                  <a:lnTo>
                    <a:pt x="1548814" y="0"/>
                  </a:lnTo>
                  <a:lnTo>
                    <a:pt x="1547102" y="0"/>
                  </a:lnTo>
                  <a:lnTo>
                    <a:pt x="1545391" y="0"/>
                  </a:lnTo>
                  <a:lnTo>
                    <a:pt x="1543679" y="0"/>
                  </a:lnTo>
                  <a:lnTo>
                    <a:pt x="1541968" y="0"/>
                  </a:lnTo>
                  <a:lnTo>
                    <a:pt x="1540257" y="0"/>
                  </a:lnTo>
                  <a:lnTo>
                    <a:pt x="1538545" y="0"/>
                  </a:lnTo>
                  <a:lnTo>
                    <a:pt x="1536834" y="0"/>
                  </a:lnTo>
                  <a:lnTo>
                    <a:pt x="1535122" y="0"/>
                  </a:lnTo>
                  <a:lnTo>
                    <a:pt x="1533411" y="0"/>
                  </a:lnTo>
                  <a:lnTo>
                    <a:pt x="1531700" y="0"/>
                  </a:lnTo>
                  <a:lnTo>
                    <a:pt x="1529988" y="0"/>
                  </a:lnTo>
                  <a:lnTo>
                    <a:pt x="1528277" y="0"/>
                  </a:lnTo>
                  <a:lnTo>
                    <a:pt x="1526565" y="0"/>
                  </a:lnTo>
                  <a:lnTo>
                    <a:pt x="1524854" y="0"/>
                  </a:lnTo>
                  <a:lnTo>
                    <a:pt x="1523143" y="0"/>
                  </a:lnTo>
                  <a:lnTo>
                    <a:pt x="1521431" y="0"/>
                  </a:lnTo>
                  <a:lnTo>
                    <a:pt x="1519720" y="0"/>
                  </a:lnTo>
                  <a:lnTo>
                    <a:pt x="1518008" y="0"/>
                  </a:lnTo>
                  <a:lnTo>
                    <a:pt x="1516297" y="0"/>
                  </a:lnTo>
                  <a:lnTo>
                    <a:pt x="1514586" y="0"/>
                  </a:lnTo>
                  <a:lnTo>
                    <a:pt x="1512874" y="0"/>
                  </a:lnTo>
                  <a:lnTo>
                    <a:pt x="1511163" y="0"/>
                  </a:lnTo>
                  <a:lnTo>
                    <a:pt x="1509451" y="0"/>
                  </a:lnTo>
                  <a:lnTo>
                    <a:pt x="1507740" y="0"/>
                  </a:lnTo>
                  <a:lnTo>
                    <a:pt x="1506029" y="0"/>
                  </a:lnTo>
                  <a:lnTo>
                    <a:pt x="1504317" y="0"/>
                  </a:lnTo>
                  <a:lnTo>
                    <a:pt x="1502606" y="0"/>
                  </a:lnTo>
                  <a:lnTo>
                    <a:pt x="1500894" y="0"/>
                  </a:lnTo>
                  <a:lnTo>
                    <a:pt x="1499183" y="0"/>
                  </a:lnTo>
                  <a:lnTo>
                    <a:pt x="1497472" y="0"/>
                  </a:lnTo>
                  <a:lnTo>
                    <a:pt x="1495760" y="0"/>
                  </a:lnTo>
                  <a:lnTo>
                    <a:pt x="1494049" y="0"/>
                  </a:lnTo>
                  <a:lnTo>
                    <a:pt x="1492337" y="0"/>
                  </a:lnTo>
                  <a:lnTo>
                    <a:pt x="1490626" y="0"/>
                  </a:lnTo>
                  <a:lnTo>
                    <a:pt x="1488915" y="0"/>
                  </a:lnTo>
                  <a:lnTo>
                    <a:pt x="1487203" y="0"/>
                  </a:lnTo>
                  <a:lnTo>
                    <a:pt x="1485492" y="0"/>
                  </a:lnTo>
                  <a:lnTo>
                    <a:pt x="1483780" y="0"/>
                  </a:lnTo>
                  <a:lnTo>
                    <a:pt x="1482069" y="0"/>
                  </a:lnTo>
                  <a:lnTo>
                    <a:pt x="1480358" y="0"/>
                  </a:lnTo>
                  <a:lnTo>
                    <a:pt x="1478646" y="0"/>
                  </a:lnTo>
                  <a:lnTo>
                    <a:pt x="1476935" y="0"/>
                  </a:lnTo>
                  <a:lnTo>
                    <a:pt x="1475224" y="0"/>
                  </a:lnTo>
                  <a:lnTo>
                    <a:pt x="1473512" y="0"/>
                  </a:lnTo>
                  <a:lnTo>
                    <a:pt x="1471801" y="0"/>
                  </a:lnTo>
                  <a:lnTo>
                    <a:pt x="1470089" y="0"/>
                  </a:lnTo>
                  <a:lnTo>
                    <a:pt x="1468378" y="0"/>
                  </a:lnTo>
                  <a:lnTo>
                    <a:pt x="1466667" y="0"/>
                  </a:lnTo>
                  <a:lnTo>
                    <a:pt x="1464955" y="0"/>
                  </a:lnTo>
                  <a:lnTo>
                    <a:pt x="1463244" y="0"/>
                  </a:lnTo>
                  <a:lnTo>
                    <a:pt x="1461532" y="0"/>
                  </a:lnTo>
                  <a:lnTo>
                    <a:pt x="1459821" y="0"/>
                  </a:lnTo>
                  <a:lnTo>
                    <a:pt x="1458110" y="0"/>
                  </a:lnTo>
                  <a:lnTo>
                    <a:pt x="1456398" y="0"/>
                  </a:lnTo>
                  <a:lnTo>
                    <a:pt x="1454687" y="0"/>
                  </a:lnTo>
                  <a:lnTo>
                    <a:pt x="1452975" y="0"/>
                  </a:lnTo>
                  <a:lnTo>
                    <a:pt x="1451264" y="0"/>
                  </a:lnTo>
                  <a:lnTo>
                    <a:pt x="1449553" y="0"/>
                  </a:lnTo>
                  <a:lnTo>
                    <a:pt x="1447841" y="0"/>
                  </a:lnTo>
                  <a:lnTo>
                    <a:pt x="1446130" y="0"/>
                  </a:lnTo>
                  <a:lnTo>
                    <a:pt x="1444418" y="0"/>
                  </a:lnTo>
                  <a:lnTo>
                    <a:pt x="1442707" y="0"/>
                  </a:lnTo>
                  <a:lnTo>
                    <a:pt x="1440996" y="0"/>
                  </a:lnTo>
                  <a:lnTo>
                    <a:pt x="1439284" y="0"/>
                  </a:lnTo>
                  <a:lnTo>
                    <a:pt x="1437573" y="0"/>
                  </a:lnTo>
                  <a:lnTo>
                    <a:pt x="1435861" y="0"/>
                  </a:lnTo>
                  <a:lnTo>
                    <a:pt x="1434150" y="0"/>
                  </a:lnTo>
                  <a:lnTo>
                    <a:pt x="1432439" y="0"/>
                  </a:lnTo>
                  <a:lnTo>
                    <a:pt x="1430727" y="0"/>
                  </a:lnTo>
                  <a:lnTo>
                    <a:pt x="1429016" y="0"/>
                  </a:lnTo>
                  <a:lnTo>
                    <a:pt x="1427304" y="0"/>
                  </a:lnTo>
                  <a:lnTo>
                    <a:pt x="1425593" y="0"/>
                  </a:lnTo>
                  <a:lnTo>
                    <a:pt x="1423882" y="0"/>
                  </a:lnTo>
                  <a:lnTo>
                    <a:pt x="1422170" y="0"/>
                  </a:lnTo>
                  <a:lnTo>
                    <a:pt x="1420459" y="0"/>
                  </a:lnTo>
                  <a:lnTo>
                    <a:pt x="1418747" y="0"/>
                  </a:lnTo>
                  <a:lnTo>
                    <a:pt x="1417036" y="0"/>
                  </a:lnTo>
                  <a:lnTo>
                    <a:pt x="1415325" y="0"/>
                  </a:lnTo>
                  <a:lnTo>
                    <a:pt x="1413613" y="0"/>
                  </a:lnTo>
                  <a:lnTo>
                    <a:pt x="1411902" y="0"/>
                  </a:lnTo>
                  <a:lnTo>
                    <a:pt x="1410190" y="0"/>
                  </a:lnTo>
                  <a:lnTo>
                    <a:pt x="1408479" y="0"/>
                  </a:lnTo>
                  <a:lnTo>
                    <a:pt x="1406768" y="0"/>
                  </a:lnTo>
                  <a:lnTo>
                    <a:pt x="1405056" y="0"/>
                  </a:lnTo>
                  <a:lnTo>
                    <a:pt x="1403345" y="0"/>
                  </a:lnTo>
                  <a:lnTo>
                    <a:pt x="1401633" y="0"/>
                  </a:lnTo>
                  <a:lnTo>
                    <a:pt x="1399922" y="0"/>
                  </a:lnTo>
                  <a:lnTo>
                    <a:pt x="1398211" y="0"/>
                  </a:lnTo>
                  <a:lnTo>
                    <a:pt x="1396499" y="0"/>
                  </a:lnTo>
                  <a:lnTo>
                    <a:pt x="1394788" y="0"/>
                  </a:lnTo>
                  <a:lnTo>
                    <a:pt x="1393076" y="0"/>
                  </a:lnTo>
                  <a:lnTo>
                    <a:pt x="1391365" y="0"/>
                  </a:lnTo>
                  <a:lnTo>
                    <a:pt x="1389654" y="0"/>
                  </a:lnTo>
                  <a:lnTo>
                    <a:pt x="1387942" y="0"/>
                  </a:lnTo>
                  <a:lnTo>
                    <a:pt x="1386231" y="0"/>
                  </a:lnTo>
                  <a:lnTo>
                    <a:pt x="1384519" y="0"/>
                  </a:lnTo>
                  <a:lnTo>
                    <a:pt x="1382808" y="0"/>
                  </a:lnTo>
                  <a:lnTo>
                    <a:pt x="1381097" y="0"/>
                  </a:lnTo>
                  <a:lnTo>
                    <a:pt x="1379385" y="0"/>
                  </a:lnTo>
                  <a:lnTo>
                    <a:pt x="1377674" y="0"/>
                  </a:lnTo>
                  <a:lnTo>
                    <a:pt x="1375962" y="0"/>
                  </a:lnTo>
                  <a:lnTo>
                    <a:pt x="1374251" y="0"/>
                  </a:lnTo>
                  <a:lnTo>
                    <a:pt x="1372540" y="0"/>
                  </a:lnTo>
                  <a:lnTo>
                    <a:pt x="1370828" y="0"/>
                  </a:lnTo>
                  <a:lnTo>
                    <a:pt x="1369117" y="0"/>
                  </a:lnTo>
                  <a:lnTo>
                    <a:pt x="1367406" y="0"/>
                  </a:lnTo>
                  <a:lnTo>
                    <a:pt x="1365694" y="0"/>
                  </a:lnTo>
                  <a:lnTo>
                    <a:pt x="1363983" y="0"/>
                  </a:lnTo>
                  <a:lnTo>
                    <a:pt x="1362271" y="0"/>
                  </a:lnTo>
                  <a:lnTo>
                    <a:pt x="1360560" y="0"/>
                  </a:lnTo>
                  <a:lnTo>
                    <a:pt x="1358849" y="0"/>
                  </a:lnTo>
                  <a:lnTo>
                    <a:pt x="1357137" y="0"/>
                  </a:lnTo>
                  <a:lnTo>
                    <a:pt x="1355426" y="0"/>
                  </a:lnTo>
                  <a:lnTo>
                    <a:pt x="1353714" y="0"/>
                  </a:lnTo>
                  <a:lnTo>
                    <a:pt x="1352003" y="0"/>
                  </a:lnTo>
                  <a:lnTo>
                    <a:pt x="1350292" y="0"/>
                  </a:lnTo>
                  <a:lnTo>
                    <a:pt x="1348580" y="0"/>
                  </a:lnTo>
                  <a:lnTo>
                    <a:pt x="1346869" y="0"/>
                  </a:lnTo>
                  <a:lnTo>
                    <a:pt x="1345157" y="0"/>
                  </a:lnTo>
                  <a:lnTo>
                    <a:pt x="1343446" y="0"/>
                  </a:lnTo>
                  <a:lnTo>
                    <a:pt x="1341735" y="0"/>
                  </a:lnTo>
                  <a:lnTo>
                    <a:pt x="1340023" y="0"/>
                  </a:lnTo>
                  <a:lnTo>
                    <a:pt x="1338312" y="0"/>
                  </a:lnTo>
                  <a:lnTo>
                    <a:pt x="1336600" y="0"/>
                  </a:lnTo>
                  <a:lnTo>
                    <a:pt x="1334889" y="0"/>
                  </a:lnTo>
                  <a:lnTo>
                    <a:pt x="1333178" y="0"/>
                  </a:lnTo>
                  <a:lnTo>
                    <a:pt x="1331466" y="0"/>
                  </a:lnTo>
                  <a:lnTo>
                    <a:pt x="1329755" y="0"/>
                  </a:lnTo>
                  <a:lnTo>
                    <a:pt x="1328043" y="0"/>
                  </a:lnTo>
                  <a:lnTo>
                    <a:pt x="1326332" y="0"/>
                  </a:lnTo>
                  <a:lnTo>
                    <a:pt x="1324621" y="0"/>
                  </a:lnTo>
                  <a:lnTo>
                    <a:pt x="1322909" y="0"/>
                  </a:lnTo>
                  <a:lnTo>
                    <a:pt x="1321198" y="0"/>
                  </a:lnTo>
                  <a:lnTo>
                    <a:pt x="1319486" y="0"/>
                  </a:lnTo>
                  <a:lnTo>
                    <a:pt x="1317775" y="0"/>
                  </a:lnTo>
                  <a:lnTo>
                    <a:pt x="1316064" y="0"/>
                  </a:lnTo>
                  <a:lnTo>
                    <a:pt x="1314352" y="0"/>
                  </a:lnTo>
                  <a:lnTo>
                    <a:pt x="1312641" y="0"/>
                  </a:lnTo>
                  <a:lnTo>
                    <a:pt x="1310929" y="0"/>
                  </a:lnTo>
                  <a:lnTo>
                    <a:pt x="1309218" y="0"/>
                  </a:lnTo>
                  <a:lnTo>
                    <a:pt x="1307507" y="0"/>
                  </a:lnTo>
                  <a:lnTo>
                    <a:pt x="1305795" y="0"/>
                  </a:lnTo>
                  <a:lnTo>
                    <a:pt x="1304084" y="0"/>
                  </a:lnTo>
                  <a:lnTo>
                    <a:pt x="1302372" y="0"/>
                  </a:lnTo>
                  <a:lnTo>
                    <a:pt x="1300661" y="0"/>
                  </a:lnTo>
                  <a:lnTo>
                    <a:pt x="1298950" y="0"/>
                  </a:lnTo>
                  <a:lnTo>
                    <a:pt x="1297238" y="0"/>
                  </a:lnTo>
                  <a:lnTo>
                    <a:pt x="1295527" y="0"/>
                  </a:lnTo>
                  <a:lnTo>
                    <a:pt x="1293815" y="0"/>
                  </a:lnTo>
                  <a:lnTo>
                    <a:pt x="1292104" y="0"/>
                  </a:lnTo>
                  <a:lnTo>
                    <a:pt x="1290393" y="0"/>
                  </a:lnTo>
                  <a:lnTo>
                    <a:pt x="1288681" y="0"/>
                  </a:lnTo>
                  <a:lnTo>
                    <a:pt x="1286970" y="0"/>
                  </a:lnTo>
                  <a:lnTo>
                    <a:pt x="1285258" y="0"/>
                  </a:lnTo>
                  <a:lnTo>
                    <a:pt x="1283547" y="0"/>
                  </a:lnTo>
                  <a:lnTo>
                    <a:pt x="1281836" y="0"/>
                  </a:lnTo>
                  <a:lnTo>
                    <a:pt x="1280124" y="0"/>
                  </a:lnTo>
                  <a:lnTo>
                    <a:pt x="1278413" y="0"/>
                  </a:lnTo>
                  <a:lnTo>
                    <a:pt x="1276701" y="0"/>
                  </a:lnTo>
                  <a:lnTo>
                    <a:pt x="1274990" y="0"/>
                  </a:lnTo>
                  <a:lnTo>
                    <a:pt x="1273279" y="0"/>
                  </a:lnTo>
                  <a:lnTo>
                    <a:pt x="1271567" y="0"/>
                  </a:lnTo>
                  <a:lnTo>
                    <a:pt x="1269856" y="0"/>
                  </a:lnTo>
                  <a:lnTo>
                    <a:pt x="1268144" y="0"/>
                  </a:lnTo>
                  <a:lnTo>
                    <a:pt x="1266433" y="0"/>
                  </a:lnTo>
                  <a:lnTo>
                    <a:pt x="1264722" y="0"/>
                  </a:lnTo>
                  <a:lnTo>
                    <a:pt x="1263010" y="0"/>
                  </a:lnTo>
                  <a:lnTo>
                    <a:pt x="1261299" y="0"/>
                  </a:lnTo>
                  <a:lnTo>
                    <a:pt x="1259588" y="0"/>
                  </a:lnTo>
                  <a:lnTo>
                    <a:pt x="1257876" y="0"/>
                  </a:lnTo>
                  <a:lnTo>
                    <a:pt x="1256165" y="0"/>
                  </a:lnTo>
                  <a:lnTo>
                    <a:pt x="1254453" y="0"/>
                  </a:lnTo>
                  <a:lnTo>
                    <a:pt x="1252742" y="0"/>
                  </a:lnTo>
                  <a:lnTo>
                    <a:pt x="1251031" y="0"/>
                  </a:lnTo>
                  <a:lnTo>
                    <a:pt x="1249319" y="0"/>
                  </a:lnTo>
                  <a:lnTo>
                    <a:pt x="1247608" y="0"/>
                  </a:lnTo>
                  <a:lnTo>
                    <a:pt x="1245896" y="0"/>
                  </a:lnTo>
                  <a:lnTo>
                    <a:pt x="1244185" y="0"/>
                  </a:lnTo>
                  <a:lnTo>
                    <a:pt x="1242474" y="0"/>
                  </a:lnTo>
                  <a:lnTo>
                    <a:pt x="1240762" y="0"/>
                  </a:lnTo>
                  <a:lnTo>
                    <a:pt x="1239051" y="0"/>
                  </a:lnTo>
                  <a:lnTo>
                    <a:pt x="1237339" y="0"/>
                  </a:lnTo>
                  <a:lnTo>
                    <a:pt x="1235628" y="0"/>
                  </a:lnTo>
                  <a:lnTo>
                    <a:pt x="1233917" y="0"/>
                  </a:lnTo>
                  <a:lnTo>
                    <a:pt x="1232205" y="0"/>
                  </a:lnTo>
                  <a:lnTo>
                    <a:pt x="1230494" y="0"/>
                  </a:lnTo>
                  <a:lnTo>
                    <a:pt x="1228782" y="0"/>
                  </a:lnTo>
                  <a:lnTo>
                    <a:pt x="1227071" y="0"/>
                  </a:lnTo>
                  <a:lnTo>
                    <a:pt x="1225360" y="0"/>
                  </a:lnTo>
                  <a:lnTo>
                    <a:pt x="1223648" y="0"/>
                  </a:lnTo>
                  <a:lnTo>
                    <a:pt x="1221937" y="0"/>
                  </a:lnTo>
                  <a:lnTo>
                    <a:pt x="1220225" y="0"/>
                  </a:lnTo>
                  <a:lnTo>
                    <a:pt x="1218514" y="0"/>
                  </a:lnTo>
                  <a:lnTo>
                    <a:pt x="1216803" y="0"/>
                  </a:lnTo>
                  <a:lnTo>
                    <a:pt x="1215091" y="0"/>
                  </a:lnTo>
                  <a:lnTo>
                    <a:pt x="1213380" y="0"/>
                  </a:lnTo>
                  <a:lnTo>
                    <a:pt x="1211668" y="0"/>
                  </a:lnTo>
                  <a:lnTo>
                    <a:pt x="1209957" y="0"/>
                  </a:lnTo>
                  <a:lnTo>
                    <a:pt x="1208246" y="0"/>
                  </a:lnTo>
                  <a:lnTo>
                    <a:pt x="1206534" y="0"/>
                  </a:lnTo>
                  <a:lnTo>
                    <a:pt x="1204823" y="0"/>
                  </a:lnTo>
                  <a:lnTo>
                    <a:pt x="1203111" y="0"/>
                  </a:lnTo>
                  <a:lnTo>
                    <a:pt x="1201400" y="0"/>
                  </a:lnTo>
                  <a:lnTo>
                    <a:pt x="1199689" y="0"/>
                  </a:lnTo>
                  <a:lnTo>
                    <a:pt x="1197977" y="0"/>
                  </a:lnTo>
                  <a:lnTo>
                    <a:pt x="1196266" y="0"/>
                  </a:lnTo>
                  <a:lnTo>
                    <a:pt x="1194554" y="0"/>
                  </a:lnTo>
                  <a:lnTo>
                    <a:pt x="1192843" y="0"/>
                  </a:lnTo>
                  <a:lnTo>
                    <a:pt x="1191132" y="0"/>
                  </a:lnTo>
                  <a:lnTo>
                    <a:pt x="1189420" y="0"/>
                  </a:lnTo>
                  <a:lnTo>
                    <a:pt x="1187709" y="0"/>
                  </a:lnTo>
                  <a:lnTo>
                    <a:pt x="1185997" y="0"/>
                  </a:lnTo>
                  <a:lnTo>
                    <a:pt x="1184286" y="0"/>
                  </a:lnTo>
                  <a:lnTo>
                    <a:pt x="1182575" y="0"/>
                  </a:lnTo>
                  <a:lnTo>
                    <a:pt x="1180863" y="0"/>
                  </a:lnTo>
                  <a:lnTo>
                    <a:pt x="1179152" y="0"/>
                  </a:lnTo>
                  <a:lnTo>
                    <a:pt x="1177440" y="0"/>
                  </a:lnTo>
                  <a:lnTo>
                    <a:pt x="1175729" y="0"/>
                  </a:lnTo>
                  <a:lnTo>
                    <a:pt x="1174018" y="0"/>
                  </a:lnTo>
                  <a:lnTo>
                    <a:pt x="1172306" y="0"/>
                  </a:lnTo>
                  <a:lnTo>
                    <a:pt x="1170595" y="0"/>
                  </a:lnTo>
                  <a:lnTo>
                    <a:pt x="1168883" y="0"/>
                  </a:lnTo>
                  <a:lnTo>
                    <a:pt x="1167172" y="0"/>
                  </a:lnTo>
                  <a:lnTo>
                    <a:pt x="1165461" y="0"/>
                  </a:lnTo>
                  <a:lnTo>
                    <a:pt x="1163749" y="0"/>
                  </a:lnTo>
                  <a:lnTo>
                    <a:pt x="1162038" y="0"/>
                  </a:lnTo>
                  <a:lnTo>
                    <a:pt x="1160326" y="0"/>
                  </a:lnTo>
                  <a:lnTo>
                    <a:pt x="1158615" y="0"/>
                  </a:lnTo>
                  <a:lnTo>
                    <a:pt x="1156904" y="0"/>
                  </a:lnTo>
                  <a:lnTo>
                    <a:pt x="1155192" y="0"/>
                  </a:lnTo>
                  <a:lnTo>
                    <a:pt x="1153481" y="0"/>
                  </a:lnTo>
                  <a:lnTo>
                    <a:pt x="1151770" y="0"/>
                  </a:lnTo>
                  <a:lnTo>
                    <a:pt x="1150058" y="0"/>
                  </a:lnTo>
                  <a:lnTo>
                    <a:pt x="1148347" y="0"/>
                  </a:lnTo>
                  <a:lnTo>
                    <a:pt x="1146635" y="0"/>
                  </a:lnTo>
                  <a:lnTo>
                    <a:pt x="1144924" y="0"/>
                  </a:lnTo>
                  <a:lnTo>
                    <a:pt x="1143213" y="0"/>
                  </a:lnTo>
                  <a:lnTo>
                    <a:pt x="1141501" y="0"/>
                  </a:lnTo>
                  <a:lnTo>
                    <a:pt x="1139790" y="0"/>
                  </a:lnTo>
                  <a:lnTo>
                    <a:pt x="1138078" y="0"/>
                  </a:lnTo>
                  <a:lnTo>
                    <a:pt x="1136367" y="0"/>
                  </a:lnTo>
                  <a:lnTo>
                    <a:pt x="1134656" y="0"/>
                  </a:lnTo>
                  <a:lnTo>
                    <a:pt x="1132944" y="0"/>
                  </a:lnTo>
                  <a:lnTo>
                    <a:pt x="1131233" y="0"/>
                  </a:lnTo>
                  <a:lnTo>
                    <a:pt x="1129521" y="0"/>
                  </a:lnTo>
                  <a:lnTo>
                    <a:pt x="1127810" y="0"/>
                  </a:lnTo>
                  <a:lnTo>
                    <a:pt x="1126099" y="0"/>
                  </a:lnTo>
                  <a:lnTo>
                    <a:pt x="1124387" y="0"/>
                  </a:lnTo>
                  <a:lnTo>
                    <a:pt x="1122676" y="0"/>
                  </a:lnTo>
                  <a:lnTo>
                    <a:pt x="1120964" y="0"/>
                  </a:lnTo>
                  <a:lnTo>
                    <a:pt x="1119253" y="0"/>
                  </a:lnTo>
                  <a:lnTo>
                    <a:pt x="1117542" y="0"/>
                  </a:lnTo>
                  <a:lnTo>
                    <a:pt x="1115830" y="0"/>
                  </a:lnTo>
                  <a:lnTo>
                    <a:pt x="1114119" y="0"/>
                  </a:lnTo>
                  <a:lnTo>
                    <a:pt x="1112407" y="0"/>
                  </a:lnTo>
                  <a:lnTo>
                    <a:pt x="1110696" y="0"/>
                  </a:lnTo>
                  <a:lnTo>
                    <a:pt x="1108985" y="0"/>
                  </a:lnTo>
                  <a:lnTo>
                    <a:pt x="1107273" y="0"/>
                  </a:lnTo>
                  <a:lnTo>
                    <a:pt x="1105562" y="0"/>
                  </a:lnTo>
                  <a:lnTo>
                    <a:pt x="1103850" y="0"/>
                  </a:lnTo>
                  <a:lnTo>
                    <a:pt x="1102139" y="0"/>
                  </a:lnTo>
                  <a:lnTo>
                    <a:pt x="1100428" y="0"/>
                  </a:lnTo>
                  <a:lnTo>
                    <a:pt x="1098716" y="0"/>
                  </a:lnTo>
                  <a:lnTo>
                    <a:pt x="1097005" y="0"/>
                  </a:lnTo>
                  <a:lnTo>
                    <a:pt x="1095293" y="0"/>
                  </a:lnTo>
                  <a:lnTo>
                    <a:pt x="1093582" y="0"/>
                  </a:lnTo>
                  <a:lnTo>
                    <a:pt x="1091871" y="0"/>
                  </a:lnTo>
                  <a:lnTo>
                    <a:pt x="1090159" y="0"/>
                  </a:lnTo>
                  <a:lnTo>
                    <a:pt x="1088448" y="0"/>
                  </a:lnTo>
                  <a:lnTo>
                    <a:pt x="1086736" y="0"/>
                  </a:lnTo>
                  <a:lnTo>
                    <a:pt x="1085025" y="0"/>
                  </a:lnTo>
                  <a:lnTo>
                    <a:pt x="1083314" y="0"/>
                  </a:lnTo>
                  <a:lnTo>
                    <a:pt x="1081602" y="0"/>
                  </a:lnTo>
                  <a:lnTo>
                    <a:pt x="1079891" y="0"/>
                  </a:lnTo>
                  <a:lnTo>
                    <a:pt x="1078179" y="0"/>
                  </a:lnTo>
                  <a:lnTo>
                    <a:pt x="1076468" y="0"/>
                  </a:lnTo>
                  <a:lnTo>
                    <a:pt x="1074757" y="0"/>
                  </a:lnTo>
                  <a:lnTo>
                    <a:pt x="1073045" y="0"/>
                  </a:lnTo>
                  <a:lnTo>
                    <a:pt x="1071334" y="0"/>
                  </a:lnTo>
                  <a:lnTo>
                    <a:pt x="1069622" y="0"/>
                  </a:lnTo>
                  <a:lnTo>
                    <a:pt x="1067911" y="0"/>
                  </a:lnTo>
                  <a:lnTo>
                    <a:pt x="1066200" y="0"/>
                  </a:lnTo>
                  <a:lnTo>
                    <a:pt x="1064488" y="0"/>
                  </a:lnTo>
                  <a:lnTo>
                    <a:pt x="1062777" y="0"/>
                  </a:lnTo>
                  <a:lnTo>
                    <a:pt x="1061065" y="0"/>
                  </a:lnTo>
                  <a:lnTo>
                    <a:pt x="1059354" y="0"/>
                  </a:lnTo>
                  <a:lnTo>
                    <a:pt x="1057643" y="0"/>
                  </a:lnTo>
                  <a:lnTo>
                    <a:pt x="1055931" y="0"/>
                  </a:lnTo>
                  <a:lnTo>
                    <a:pt x="1054220" y="0"/>
                  </a:lnTo>
                  <a:lnTo>
                    <a:pt x="1052509" y="0"/>
                  </a:lnTo>
                  <a:lnTo>
                    <a:pt x="1050797" y="0"/>
                  </a:lnTo>
                  <a:lnTo>
                    <a:pt x="1049086" y="0"/>
                  </a:lnTo>
                  <a:lnTo>
                    <a:pt x="1047374" y="0"/>
                  </a:lnTo>
                  <a:lnTo>
                    <a:pt x="1045663" y="0"/>
                  </a:lnTo>
                  <a:lnTo>
                    <a:pt x="1043952" y="0"/>
                  </a:lnTo>
                  <a:lnTo>
                    <a:pt x="1042240" y="0"/>
                  </a:lnTo>
                  <a:lnTo>
                    <a:pt x="1040529" y="0"/>
                  </a:lnTo>
                  <a:lnTo>
                    <a:pt x="1038817" y="0"/>
                  </a:lnTo>
                  <a:lnTo>
                    <a:pt x="1037106" y="0"/>
                  </a:lnTo>
                  <a:lnTo>
                    <a:pt x="1035395" y="0"/>
                  </a:lnTo>
                  <a:lnTo>
                    <a:pt x="1033683" y="0"/>
                  </a:lnTo>
                  <a:lnTo>
                    <a:pt x="1031972" y="0"/>
                  </a:lnTo>
                  <a:lnTo>
                    <a:pt x="1030260" y="0"/>
                  </a:lnTo>
                  <a:lnTo>
                    <a:pt x="1028549" y="0"/>
                  </a:lnTo>
                  <a:lnTo>
                    <a:pt x="1026838" y="0"/>
                  </a:lnTo>
                  <a:lnTo>
                    <a:pt x="1025126" y="0"/>
                  </a:lnTo>
                  <a:lnTo>
                    <a:pt x="1023415" y="0"/>
                  </a:lnTo>
                  <a:lnTo>
                    <a:pt x="1021703" y="0"/>
                  </a:lnTo>
                  <a:lnTo>
                    <a:pt x="1019992" y="0"/>
                  </a:lnTo>
                  <a:lnTo>
                    <a:pt x="1018281" y="0"/>
                  </a:lnTo>
                  <a:lnTo>
                    <a:pt x="1016569" y="0"/>
                  </a:lnTo>
                  <a:lnTo>
                    <a:pt x="1014858" y="0"/>
                  </a:lnTo>
                  <a:lnTo>
                    <a:pt x="1013146" y="0"/>
                  </a:lnTo>
                  <a:lnTo>
                    <a:pt x="1011435" y="0"/>
                  </a:lnTo>
                  <a:lnTo>
                    <a:pt x="1009724" y="0"/>
                  </a:lnTo>
                  <a:lnTo>
                    <a:pt x="1008012" y="0"/>
                  </a:lnTo>
                  <a:lnTo>
                    <a:pt x="1006301" y="0"/>
                  </a:lnTo>
                  <a:lnTo>
                    <a:pt x="1004589" y="0"/>
                  </a:lnTo>
                  <a:lnTo>
                    <a:pt x="1002878" y="0"/>
                  </a:lnTo>
                  <a:lnTo>
                    <a:pt x="1001167" y="0"/>
                  </a:lnTo>
                  <a:lnTo>
                    <a:pt x="999455" y="0"/>
                  </a:lnTo>
                  <a:lnTo>
                    <a:pt x="997744" y="0"/>
                  </a:lnTo>
                  <a:lnTo>
                    <a:pt x="996032" y="0"/>
                  </a:lnTo>
                  <a:lnTo>
                    <a:pt x="994321" y="0"/>
                  </a:lnTo>
                  <a:lnTo>
                    <a:pt x="992610" y="0"/>
                  </a:lnTo>
                  <a:lnTo>
                    <a:pt x="990898" y="0"/>
                  </a:lnTo>
                  <a:lnTo>
                    <a:pt x="989187" y="0"/>
                  </a:lnTo>
                  <a:lnTo>
                    <a:pt x="987475" y="0"/>
                  </a:lnTo>
                  <a:lnTo>
                    <a:pt x="985764" y="0"/>
                  </a:lnTo>
                  <a:lnTo>
                    <a:pt x="984053" y="0"/>
                  </a:lnTo>
                  <a:lnTo>
                    <a:pt x="982341" y="0"/>
                  </a:lnTo>
                  <a:lnTo>
                    <a:pt x="980630" y="0"/>
                  </a:lnTo>
                  <a:lnTo>
                    <a:pt x="978918" y="0"/>
                  </a:lnTo>
                  <a:lnTo>
                    <a:pt x="977207" y="0"/>
                  </a:lnTo>
                  <a:lnTo>
                    <a:pt x="975496" y="0"/>
                  </a:lnTo>
                  <a:lnTo>
                    <a:pt x="973784" y="0"/>
                  </a:lnTo>
                  <a:lnTo>
                    <a:pt x="972073" y="0"/>
                  </a:lnTo>
                  <a:lnTo>
                    <a:pt x="970361" y="0"/>
                  </a:lnTo>
                  <a:lnTo>
                    <a:pt x="968650" y="0"/>
                  </a:lnTo>
                  <a:lnTo>
                    <a:pt x="966939" y="0"/>
                  </a:lnTo>
                  <a:lnTo>
                    <a:pt x="965227" y="0"/>
                  </a:lnTo>
                  <a:lnTo>
                    <a:pt x="963516" y="0"/>
                  </a:lnTo>
                  <a:lnTo>
                    <a:pt x="961804" y="0"/>
                  </a:lnTo>
                  <a:lnTo>
                    <a:pt x="960093" y="0"/>
                  </a:lnTo>
                  <a:lnTo>
                    <a:pt x="958382" y="0"/>
                  </a:lnTo>
                  <a:lnTo>
                    <a:pt x="956670" y="0"/>
                  </a:lnTo>
                  <a:lnTo>
                    <a:pt x="954959" y="0"/>
                  </a:lnTo>
                  <a:lnTo>
                    <a:pt x="953247" y="0"/>
                  </a:lnTo>
                  <a:lnTo>
                    <a:pt x="951536" y="0"/>
                  </a:lnTo>
                  <a:lnTo>
                    <a:pt x="949825" y="0"/>
                  </a:lnTo>
                  <a:lnTo>
                    <a:pt x="948113" y="0"/>
                  </a:lnTo>
                  <a:lnTo>
                    <a:pt x="946402" y="0"/>
                  </a:lnTo>
                  <a:lnTo>
                    <a:pt x="944691" y="0"/>
                  </a:lnTo>
                  <a:lnTo>
                    <a:pt x="942979" y="0"/>
                  </a:lnTo>
                  <a:lnTo>
                    <a:pt x="941268" y="0"/>
                  </a:lnTo>
                  <a:lnTo>
                    <a:pt x="939556" y="0"/>
                  </a:lnTo>
                  <a:lnTo>
                    <a:pt x="937845" y="0"/>
                  </a:lnTo>
                  <a:lnTo>
                    <a:pt x="936134" y="0"/>
                  </a:lnTo>
                  <a:lnTo>
                    <a:pt x="934422" y="0"/>
                  </a:lnTo>
                  <a:lnTo>
                    <a:pt x="932711" y="0"/>
                  </a:lnTo>
                  <a:lnTo>
                    <a:pt x="930999" y="0"/>
                  </a:lnTo>
                  <a:lnTo>
                    <a:pt x="929288" y="0"/>
                  </a:lnTo>
                  <a:lnTo>
                    <a:pt x="927577" y="0"/>
                  </a:lnTo>
                  <a:lnTo>
                    <a:pt x="925865" y="0"/>
                  </a:lnTo>
                  <a:lnTo>
                    <a:pt x="924154" y="0"/>
                  </a:lnTo>
                  <a:lnTo>
                    <a:pt x="922442" y="0"/>
                  </a:lnTo>
                  <a:lnTo>
                    <a:pt x="920731" y="0"/>
                  </a:lnTo>
                  <a:lnTo>
                    <a:pt x="919020" y="0"/>
                  </a:lnTo>
                  <a:lnTo>
                    <a:pt x="917308" y="0"/>
                  </a:lnTo>
                  <a:lnTo>
                    <a:pt x="915597" y="0"/>
                  </a:lnTo>
                  <a:lnTo>
                    <a:pt x="913885" y="0"/>
                  </a:lnTo>
                  <a:lnTo>
                    <a:pt x="912174" y="0"/>
                  </a:lnTo>
                  <a:lnTo>
                    <a:pt x="910463" y="0"/>
                  </a:lnTo>
                  <a:lnTo>
                    <a:pt x="908751" y="0"/>
                  </a:lnTo>
                  <a:lnTo>
                    <a:pt x="907040" y="0"/>
                  </a:lnTo>
                  <a:lnTo>
                    <a:pt x="905328" y="0"/>
                  </a:lnTo>
                  <a:lnTo>
                    <a:pt x="903617" y="0"/>
                  </a:lnTo>
                  <a:lnTo>
                    <a:pt x="901906" y="0"/>
                  </a:lnTo>
                  <a:lnTo>
                    <a:pt x="900194" y="0"/>
                  </a:lnTo>
                  <a:lnTo>
                    <a:pt x="898483" y="0"/>
                  </a:lnTo>
                  <a:lnTo>
                    <a:pt x="896771" y="0"/>
                  </a:lnTo>
                  <a:lnTo>
                    <a:pt x="895060" y="0"/>
                  </a:lnTo>
                  <a:lnTo>
                    <a:pt x="893349" y="0"/>
                  </a:lnTo>
                  <a:lnTo>
                    <a:pt x="891637" y="0"/>
                  </a:lnTo>
                  <a:lnTo>
                    <a:pt x="889926" y="0"/>
                  </a:lnTo>
                  <a:lnTo>
                    <a:pt x="888214" y="0"/>
                  </a:lnTo>
                  <a:lnTo>
                    <a:pt x="886503" y="0"/>
                  </a:lnTo>
                  <a:lnTo>
                    <a:pt x="884792" y="0"/>
                  </a:lnTo>
                  <a:lnTo>
                    <a:pt x="883080" y="0"/>
                  </a:lnTo>
                  <a:lnTo>
                    <a:pt x="881369" y="0"/>
                  </a:lnTo>
                  <a:lnTo>
                    <a:pt x="879657" y="0"/>
                  </a:lnTo>
                  <a:lnTo>
                    <a:pt x="877946" y="0"/>
                  </a:lnTo>
                  <a:lnTo>
                    <a:pt x="876235" y="0"/>
                  </a:lnTo>
                  <a:lnTo>
                    <a:pt x="874523" y="0"/>
                  </a:lnTo>
                  <a:lnTo>
                    <a:pt x="872812" y="0"/>
                  </a:lnTo>
                  <a:lnTo>
                    <a:pt x="871100" y="0"/>
                  </a:lnTo>
                  <a:lnTo>
                    <a:pt x="869389" y="0"/>
                  </a:lnTo>
                  <a:lnTo>
                    <a:pt x="867678" y="0"/>
                  </a:lnTo>
                  <a:lnTo>
                    <a:pt x="865966" y="0"/>
                  </a:lnTo>
                  <a:lnTo>
                    <a:pt x="864255" y="0"/>
                  </a:lnTo>
                  <a:lnTo>
                    <a:pt x="862543" y="0"/>
                  </a:lnTo>
                  <a:lnTo>
                    <a:pt x="860832" y="0"/>
                  </a:lnTo>
                  <a:lnTo>
                    <a:pt x="859121" y="0"/>
                  </a:lnTo>
                  <a:lnTo>
                    <a:pt x="857409" y="0"/>
                  </a:lnTo>
                  <a:lnTo>
                    <a:pt x="855698" y="0"/>
                  </a:lnTo>
                  <a:lnTo>
                    <a:pt x="853986" y="0"/>
                  </a:lnTo>
                  <a:lnTo>
                    <a:pt x="852275" y="0"/>
                  </a:lnTo>
                  <a:lnTo>
                    <a:pt x="850564" y="0"/>
                  </a:lnTo>
                  <a:lnTo>
                    <a:pt x="848852" y="0"/>
                  </a:lnTo>
                  <a:lnTo>
                    <a:pt x="847141" y="0"/>
                  </a:lnTo>
                  <a:lnTo>
                    <a:pt x="845429" y="0"/>
                  </a:lnTo>
                  <a:lnTo>
                    <a:pt x="843718" y="0"/>
                  </a:lnTo>
                  <a:lnTo>
                    <a:pt x="842007" y="0"/>
                  </a:lnTo>
                  <a:lnTo>
                    <a:pt x="840295" y="0"/>
                  </a:lnTo>
                  <a:lnTo>
                    <a:pt x="838584" y="0"/>
                  </a:lnTo>
                  <a:lnTo>
                    <a:pt x="836873" y="0"/>
                  </a:lnTo>
                  <a:lnTo>
                    <a:pt x="835161" y="0"/>
                  </a:lnTo>
                  <a:lnTo>
                    <a:pt x="833450" y="0"/>
                  </a:lnTo>
                  <a:lnTo>
                    <a:pt x="831738" y="0"/>
                  </a:lnTo>
                  <a:lnTo>
                    <a:pt x="830027" y="0"/>
                  </a:lnTo>
                  <a:lnTo>
                    <a:pt x="828316" y="0"/>
                  </a:lnTo>
                  <a:lnTo>
                    <a:pt x="826604" y="0"/>
                  </a:lnTo>
                  <a:lnTo>
                    <a:pt x="824893" y="0"/>
                  </a:lnTo>
                  <a:lnTo>
                    <a:pt x="823181" y="0"/>
                  </a:lnTo>
                  <a:lnTo>
                    <a:pt x="821470" y="0"/>
                  </a:lnTo>
                  <a:lnTo>
                    <a:pt x="819759" y="0"/>
                  </a:lnTo>
                  <a:lnTo>
                    <a:pt x="818047" y="0"/>
                  </a:lnTo>
                  <a:lnTo>
                    <a:pt x="816336" y="0"/>
                  </a:lnTo>
                  <a:lnTo>
                    <a:pt x="814624" y="0"/>
                  </a:lnTo>
                  <a:lnTo>
                    <a:pt x="812913" y="0"/>
                  </a:lnTo>
                  <a:lnTo>
                    <a:pt x="811202" y="0"/>
                  </a:lnTo>
                  <a:lnTo>
                    <a:pt x="809490" y="0"/>
                  </a:lnTo>
                  <a:lnTo>
                    <a:pt x="807779" y="0"/>
                  </a:lnTo>
                  <a:lnTo>
                    <a:pt x="806067" y="0"/>
                  </a:lnTo>
                  <a:lnTo>
                    <a:pt x="804356" y="0"/>
                  </a:lnTo>
                  <a:lnTo>
                    <a:pt x="802645" y="0"/>
                  </a:lnTo>
                  <a:lnTo>
                    <a:pt x="800933" y="0"/>
                  </a:lnTo>
                  <a:lnTo>
                    <a:pt x="799222" y="0"/>
                  </a:lnTo>
                  <a:lnTo>
                    <a:pt x="797510" y="0"/>
                  </a:lnTo>
                  <a:lnTo>
                    <a:pt x="795799" y="0"/>
                  </a:lnTo>
                  <a:lnTo>
                    <a:pt x="794088" y="0"/>
                  </a:lnTo>
                  <a:lnTo>
                    <a:pt x="792376" y="0"/>
                  </a:lnTo>
                  <a:lnTo>
                    <a:pt x="790665" y="0"/>
                  </a:lnTo>
                  <a:lnTo>
                    <a:pt x="788953" y="0"/>
                  </a:lnTo>
                  <a:lnTo>
                    <a:pt x="787242" y="0"/>
                  </a:lnTo>
                  <a:lnTo>
                    <a:pt x="785531" y="0"/>
                  </a:lnTo>
                  <a:lnTo>
                    <a:pt x="783819" y="0"/>
                  </a:lnTo>
                  <a:lnTo>
                    <a:pt x="782108" y="0"/>
                  </a:lnTo>
                  <a:lnTo>
                    <a:pt x="780396" y="0"/>
                  </a:lnTo>
                  <a:lnTo>
                    <a:pt x="778685" y="0"/>
                  </a:lnTo>
                  <a:lnTo>
                    <a:pt x="776974" y="0"/>
                  </a:lnTo>
                  <a:lnTo>
                    <a:pt x="775262" y="0"/>
                  </a:lnTo>
                  <a:lnTo>
                    <a:pt x="773551" y="0"/>
                  </a:lnTo>
                  <a:lnTo>
                    <a:pt x="771839" y="0"/>
                  </a:lnTo>
                  <a:lnTo>
                    <a:pt x="770128" y="0"/>
                  </a:lnTo>
                  <a:lnTo>
                    <a:pt x="768417" y="0"/>
                  </a:lnTo>
                  <a:lnTo>
                    <a:pt x="766705" y="0"/>
                  </a:lnTo>
                  <a:lnTo>
                    <a:pt x="764994" y="0"/>
                  </a:lnTo>
                  <a:lnTo>
                    <a:pt x="763282" y="0"/>
                  </a:lnTo>
                  <a:lnTo>
                    <a:pt x="761571" y="0"/>
                  </a:lnTo>
                  <a:lnTo>
                    <a:pt x="759860" y="0"/>
                  </a:lnTo>
                  <a:lnTo>
                    <a:pt x="758148" y="0"/>
                  </a:lnTo>
                  <a:lnTo>
                    <a:pt x="756437" y="0"/>
                  </a:lnTo>
                  <a:lnTo>
                    <a:pt x="754725" y="0"/>
                  </a:lnTo>
                  <a:lnTo>
                    <a:pt x="753014" y="0"/>
                  </a:lnTo>
                  <a:lnTo>
                    <a:pt x="751303" y="0"/>
                  </a:lnTo>
                  <a:lnTo>
                    <a:pt x="749591" y="0"/>
                  </a:lnTo>
                  <a:lnTo>
                    <a:pt x="747880" y="0"/>
                  </a:lnTo>
                  <a:lnTo>
                    <a:pt x="746168" y="0"/>
                  </a:lnTo>
                  <a:lnTo>
                    <a:pt x="744457" y="0"/>
                  </a:lnTo>
                  <a:lnTo>
                    <a:pt x="742746" y="0"/>
                  </a:lnTo>
                  <a:lnTo>
                    <a:pt x="741034" y="0"/>
                  </a:lnTo>
                  <a:lnTo>
                    <a:pt x="739323" y="0"/>
                  </a:lnTo>
                  <a:lnTo>
                    <a:pt x="737612" y="0"/>
                  </a:lnTo>
                  <a:lnTo>
                    <a:pt x="735900" y="0"/>
                  </a:lnTo>
                  <a:lnTo>
                    <a:pt x="734189" y="0"/>
                  </a:lnTo>
                  <a:lnTo>
                    <a:pt x="732477" y="0"/>
                  </a:lnTo>
                  <a:lnTo>
                    <a:pt x="730766" y="0"/>
                  </a:lnTo>
                  <a:lnTo>
                    <a:pt x="729055" y="0"/>
                  </a:lnTo>
                  <a:lnTo>
                    <a:pt x="727343" y="0"/>
                  </a:lnTo>
                  <a:lnTo>
                    <a:pt x="725632" y="0"/>
                  </a:lnTo>
                  <a:lnTo>
                    <a:pt x="723920" y="0"/>
                  </a:lnTo>
                  <a:lnTo>
                    <a:pt x="722209" y="0"/>
                  </a:lnTo>
                  <a:lnTo>
                    <a:pt x="720498" y="0"/>
                  </a:lnTo>
                  <a:lnTo>
                    <a:pt x="718786" y="0"/>
                  </a:lnTo>
                  <a:lnTo>
                    <a:pt x="717075" y="0"/>
                  </a:lnTo>
                  <a:lnTo>
                    <a:pt x="715363" y="0"/>
                  </a:lnTo>
                  <a:lnTo>
                    <a:pt x="713652" y="0"/>
                  </a:lnTo>
                  <a:lnTo>
                    <a:pt x="711941" y="0"/>
                  </a:lnTo>
                  <a:lnTo>
                    <a:pt x="710229" y="0"/>
                  </a:lnTo>
                  <a:lnTo>
                    <a:pt x="708518" y="0"/>
                  </a:lnTo>
                  <a:lnTo>
                    <a:pt x="706806" y="0"/>
                  </a:lnTo>
                  <a:lnTo>
                    <a:pt x="705095" y="0"/>
                  </a:lnTo>
                  <a:lnTo>
                    <a:pt x="703384" y="0"/>
                  </a:lnTo>
                  <a:lnTo>
                    <a:pt x="701672" y="0"/>
                  </a:lnTo>
                  <a:lnTo>
                    <a:pt x="699961" y="0"/>
                  </a:lnTo>
                  <a:lnTo>
                    <a:pt x="698249" y="0"/>
                  </a:lnTo>
                  <a:lnTo>
                    <a:pt x="696538" y="0"/>
                  </a:lnTo>
                  <a:lnTo>
                    <a:pt x="694827" y="0"/>
                  </a:lnTo>
                  <a:lnTo>
                    <a:pt x="693115" y="0"/>
                  </a:lnTo>
                  <a:lnTo>
                    <a:pt x="691404" y="0"/>
                  </a:lnTo>
                  <a:lnTo>
                    <a:pt x="689692" y="0"/>
                  </a:lnTo>
                  <a:lnTo>
                    <a:pt x="687981" y="0"/>
                  </a:lnTo>
                  <a:lnTo>
                    <a:pt x="686270" y="0"/>
                  </a:lnTo>
                  <a:lnTo>
                    <a:pt x="684558" y="0"/>
                  </a:lnTo>
                  <a:lnTo>
                    <a:pt x="682847" y="0"/>
                  </a:lnTo>
                  <a:lnTo>
                    <a:pt x="681135" y="0"/>
                  </a:lnTo>
                  <a:lnTo>
                    <a:pt x="679424" y="0"/>
                  </a:lnTo>
                  <a:lnTo>
                    <a:pt x="677713" y="0"/>
                  </a:lnTo>
                  <a:lnTo>
                    <a:pt x="676001" y="0"/>
                  </a:lnTo>
                  <a:lnTo>
                    <a:pt x="674290" y="0"/>
                  </a:lnTo>
                  <a:lnTo>
                    <a:pt x="672578" y="0"/>
                  </a:lnTo>
                  <a:lnTo>
                    <a:pt x="670867" y="0"/>
                  </a:lnTo>
                  <a:lnTo>
                    <a:pt x="669156" y="0"/>
                  </a:lnTo>
                  <a:lnTo>
                    <a:pt x="667444" y="0"/>
                  </a:lnTo>
                  <a:lnTo>
                    <a:pt x="665733" y="0"/>
                  </a:lnTo>
                  <a:lnTo>
                    <a:pt x="664021" y="0"/>
                  </a:lnTo>
                  <a:lnTo>
                    <a:pt x="662310" y="0"/>
                  </a:lnTo>
                  <a:lnTo>
                    <a:pt x="660599" y="0"/>
                  </a:lnTo>
                  <a:lnTo>
                    <a:pt x="658887" y="0"/>
                  </a:lnTo>
                  <a:lnTo>
                    <a:pt x="657176" y="0"/>
                  </a:lnTo>
                  <a:lnTo>
                    <a:pt x="655464" y="0"/>
                  </a:lnTo>
                  <a:lnTo>
                    <a:pt x="653753" y="0"/>
                  </a:lnTo>
                  <a:lnTo>
                    <a:pt x="652042" y="0"/>
                  </a:lnTo>
                  <a:lnTo>
                    <a:pt x="650330" y="0"/>
                  </a:lnTo>
                  <a:lnTo>
                    <a:pt x="648619" y="0"/>
                  </a:lnTo>
                  <a:lnTo>
                    <a:pt x="646907" y="0"/>
                  </a:lnTo>
                  <a:lnTo>
                    <a:pt x="645196" y="0"/>
                  </a:lnTo>
                  <a:lnTo>
                    <a:pt x="643485" y="0"/>
                  </a:lnTo>
                  <a:lnTo>
                    <a:pt x="641773" y="0"/>
                  </a:lnTo>
                  <a:lnTo>
                    <a:pt x="640062" y="0"/>
                  </a:lnTo>
                  <a:lnTo>
                    <a:pt x="638350" y="0"/>
                  </a:lnTo>
                  <a:lnTo>
                    <a:pt x="636639" y="0"/>
                  </a:lnTo>
                  <a:lnTo>
                    <a:pt x="634928" y="0"/>
                  </a:lnTo>
                  <a:lnTo>
                    <a:pt x="633216" y="0"/>
                  </a:lnTo>
                  <a:lnTo>
                    <a:pt x="631505" y="0"/>
                  </a:lnTo>
                  <a:lnTo>
                    <a:pt x="629794" y="0"/>
                  </a:lnTo>
                  <a:lnTo>
                    <a:pt x="628082" y="0"/>
                  </a:lnTo>
                  <a:lnTo>
                    <a:pt x="626371" y="0"/>
                  </a:lnTo>
                  <a:lnTo>
                    <a:pt x="624659" y="0"/>
                  </a:lnTo>
                  <a:lnTo>
                    <a:pt x="622948" y="0"/>
                  </a:lnTo>
                  <a:lnTo>
                    <a:pt x="621237" y="0"/>
                  </a:lnTo>
                  <a:lnTo>
                    <a:pt x="619525" y="0"/>
                  </a:lnTo>
                  <a:lnTo>
                    <a:pt x="617814" y="0"/>
                  </a:lnTo>
                  <a:lnTo>
                    <a:pt x="616102" y="0"/>
                  </a:lnTo>
                  <a:lnTo>
                    <a:pt x="614391" y="0"/>
                  </a:lnTo>
                  <a:lnTo>
                    <a:pt x="612680" y="0"/>
                  </a:lnTo>
                  <a:lnTo>
                    <a:pt x="610968" y="0"/>
                  </a:lnTo>
                  <a:lnTo>
                    <a:pt x="609257" y="0"/>
                  </a:lnTo>
                  <a:lnTo>
                    <a:pt x="607545" y="0"/>
                  </a:lnTo>
                  <a:lnTo>
                    <a:pt x="605834" y="0"/>
                  </a:lnTo>
                  <a:lnTo>
                    <a:pt x="604123" y="0"/>
                  </a:lnTo>
                  <a:lnTo>
                    <a:pt x="602411" y="0"/>
                  </a:lnTo>
                  <a:lnTo>
                    <a:pt x="600700" y="0"/>
                  </a:lnTo>
                  <a:lnTo>
                    <a:pt x="598988" y="0"/>
                  </a:lnTo>
                  <a:lnTo>
                    <a:pt x="597277" y="0"/>
                  </a:lnTo>
                  <a:lnTo>
                    <a:pt x="595566" y="0"/>
                  </a:lnTo>
                  <a:lnTo>
                    <a:pt x="593854" y="0"/>
                  </a:lnTo>
                  <a:lnTo>
                    <a:pt x="592143" y="0"/>
                  </a:lnTo>
                  <a:lnTo>
                    <a:pt x="590431" y="0"/>
                  </a:lnTo>
                  <a:lnTo>
                    <a:pt x="588720" y="0"/>
                  </a:lnTo>
                  <a:lnTo>
                    <a:pt x="587009" y="0"/>
                  </a:lnTo>
                  <a:lnTo>
                    <a:pt x="585297" y="0"/>
                  </a:lnTo>
                  <a:lnTo>
                    <a:pt x="583586" y="0"/>
                  </a:lnTo>
                  <a:lnTo>
                    <a:pt x="581874" y="0"/>
                  </a:lnTo>
                  <a:lnTo>
                    <a:pt x="580163" y="0"/>
                  </a:lnTo>
                  <a:lnTo>
                    <a:pt x="578452" y="0"/>
                  </a:lnTo>
                  <a:lnTo>
                    <a:pt x="576740" y="0"/>
                  </a:lnTo>
                  <a:lnTo>
                    <a:pt x="575029" y="0"/>
                  </a:lnTo>
                  <a:lnTo>
                    <a:pt x="573317" y="0"/>
                  </a:lnTo>
                  <a:lnTo>
                    <a:pt x="571606" y="0"/>
                  </a:lnTo>
                  <a:lnTo>
                    <a:pt x="569895" y="0"/>
                  </a:lnTo>
                  <a:lnTo>
                    <a:pt x="568183" y="0"/>
                  </a:lnTo>
                  <a:lnTo>
                    <a:pt x="566472" y="0"/>
                  </a:lnTo>
                  <a:lnTo>
                    <a:pt x="564760" y="0"/>
                  </a:lnTo>
                  <a:lnTo>
                    <a:pt x="563049" y="0"/>
                  </a:lnTo>
                  <a:lnTo>
                    <a:pt x="561338" y="0"/>
                  </a:lnTo>
                  <a:lnTo>
                    <a:pt x="559626" y="0"/>
                  </a:lnTo>
                  <a:lnTo>
                    <a:pt x="557915" y="0"/>
                  </a:lnTo>
                  <a:lnTo>
                    <a:pt x="556203" y="0"/>
                  </a:lnTo>
                  <a:lnTo>
                    <a:pt x="554492" y="0"/>
                  </a:lnTo>
                  <a:lnTo>
                    <a:pt x="552781" y="0"/>
                  </a:lnTo>
                  <a:lnTo>
                    <a:pt x="551069" y="0"/>
                  </a:lnTo>
                  <a:lnTo>
                    <a:pt x="549358" y="0"/>
                  </a:lnTo>
                  <a:lnTo>
                    <a:pt x="547646" y="0"/>
                  </a:lnTo>
                  <a:lnTo>
                    <a:pt x="545935" y="0"/>
                  </a:lnTo>
                  <a:lnTo>
                    <a:pt x="544224" y="0"/>
                  </a:lnTo>
                  <a:lnTo>
                    <a:pt x="542512" y="0"/>
                  </a:lnTo>
                  <a:lnTo>
                    <a:pt x="540801" y="0"/>
                  </a:lnTo>
                  <a:lnTo>
                    <a:pt x="539089" y="0"/>
                  </a:lnTo>
                  <a:lnTo>
                    <a:pt x="537378" y="0"/>
                  </a:lnTo>
                  <a:lnTo>
                    <a:pt x="535667" y="0"/>
                  </a:lnTo>
                  <a:lnTo>
                    <a:pt x="533955" y="0"/>
                  </a:lnTo>
                  <a:lnTo>
                    <a:pt x="532244" y="0"/>
                  </a:lnTo>
                  <a:lnTo>
                    <a:pt x="530532" y="0"/>
                  </a:lnTo>
                  <a:lnTo>
                    <a:pt x="528821" y="0"/>
                  </a:lnTo>
                  <a:lnTo>
                    <a:pt x="527110" y="0"/>
                  </a:lnTo>
                  <a:lnTo>
                    <a:pt x="525398" y="0"/>
                  </a:lnTo>
                  <a:lnTo>
                    <a:pt x="523687" y="0"/>
                  </a:lnTo>
                  <a:lnTo>
                    <a:pt x="521976" y="0"/>
                  </a:lnTo>
                  <a:lnTo>
                    <a:pt x="520264" y="0"/>
                  </a:lnTo>
                  <a:lnTo>
                    <a:pt x="518553" y="0"/>
                  </a:lnTo>
                  <a:lnTo>
                    <a:pt x="516841" y="0"/>
                  </a:lnTo>
                  <a:lnTo>
                    <a:pt x="515130" y="0"/>
                  </a:lnTo>
                  <a:lnTo>
                    <a:pt x="513419" y="0"/>
                  </a:lnTo>
                  <a:lnTo>
                    <a:pt x="511707" y="0"/>
                  </a:lnTo>
                  <a:lnTo>
                    <a:pt x="509996" y="0"/>
                  </a:lnTo>
                  <a:lnTo>
                    <a:pt x="508284" y="0"/>
                  </a:lnTo>
                  <a:lnTo>
                    <a:pt x="506573" y="0"/>
                  </a:lnTo>
                  <a:lnTo>
                    <a:pt x="504862" y="0"/>
                  </a:lnTo>
                  <a:lnTo>
                    <a:pt x="503150" y="0"/>
                  </a:lnTo>
                  <a:lnTo>
                    <a:pt x="501439" y="0"/>
                  </a:lnTo>
                  <a:lnTo>
                    <a:pt x="499727" y="0"/>
                  </a:lnTo>
                  <a:lnTo>
                    <a:pt x="498016" y="0"/>
                  </a:lnTo>
                  <a:lnTo>
                    <a:pt x="496305" y="0"/>
                  </a:lnTo>
                  <a:lnTo>
                    <a:pt x="494593" y="0"/>
                  </a:lnTo>
                  <a:lnTo>
                    <a:pt x="492882" y="0"/>
                  </a:lnTo>
                  <a:lnTo>
                    <a:pt x="491170" y="0"/>
                  </a:lnTo>
                  <a:lnTo>
                    <a:pt x="489459" y="0"/>
                  </a:lnTo>
                  <a:lnTo>
                    <a:pt x="487748" y="0"/>
                  </a:lnTo>
                  <a:lnTo>
                    <a:pt x="486036" y="0"/>
                  </a:lnTo>
                  <a:lnTo>
                    <a:pt x="484325" y="0"/>
                  </a:lnTo>
                  <a:lnTo>
                    <a:pt x="482613" y="0"/>
                  </a:lnTo>
                  <a:lnTo>
                    <a:pt x="480902" y="0"/>
                  </a:lnTo>
                  <a:lnTo>
                    <a:pt x="479191" y="0"/>
                  </a:lnTo>
                  <a:lnTo>
                    <a:pt x="477479" y="0"/>
                  </a:lnTo>
                  <a:lnTo>
                    <a:pt x="475768" y="0"/>
                  </a:lnTo>
                  <a:lnTo>
                    <a:pt x="474056" y="0"/>
                  </a:lnTo>
                  <a:lnTo>
                    <a:pt x="472345" y="0"/>
                  </a:lnTo>
                  <a:lnTo>
                    <a:pt x="470634" y="0"/>
                  </a:lnTo>
                  <a:lnTo>
                    <a:pt x="468922" y="0"/>
                  </a:lnTo>
                  <a:lnTo>
                    <a:pt x="467211" y="0"/>
                  </a:lnTo>
                  <a:lnTo>
                    <a:pt x="465499" y="0"/>
                  </a:lnTo>
                  <a:lnTo>
                    <a:pt x="463788" y="0"/>
                  </a:lnTo>
                  <a:lnTo>
                    <a:pt x="462077" y="0"/>
                  </a:lnTo>
                  <a:lnTo>
                    <a:pt x="460365" y="0"/>
                  </a:lnTo>
                  <a:lnTo>
                    <a:pt x="458654" y="0"/>
                  </a:lnTo>
                  <a:lnTo>
                    <a:pt x="456942" y="0"/>
                  </a:lnTo>
                  <a:lnTo>
                    <a:pt x="455231" y="0"/>
                  </a:lnTo>
                  <a:lnTo>
                    <a:pt x="453520" y="0"/>
                  </a:lnTo>
                  <a:lnTo>
                    <a:pt x="451808" y="0"/>
                  </a:lnTo>
                  <a:lnTo>
                    <a:pt x="450097" y="0"/>
                  </a:lnTo>
                  <a:lnTo>
                    <a:pt x="448385" y="0"/>
                  </a:lnTo>
                  <a:lnTo>
                    <a:pt x="446674" y="0"/>
                  </a:lnTo>
                  <a:lnTo>
                    <a:pt x="444963" y="0"/>
                  </a:lnTo>
                  <a:lnTo>
                    <a:pt x="443251" y="0"/>
                  </a:lnTo>
                  <a:lnTo>
                    <a:pt x="441540" y="0"/>
                  </a:lnTo>
                  <a:lnTo>
                    <a:pt x="439828" y="0"/>
                  </a:lnTo>
                  <a:lnTo>
                    <a:pt x="438117" y="0"/>
                  </a:lnTo>
                  <a:lnTo>
                    <a:pt x="436406" y="0"/>
                  </a:lnTo>
                  <a:lnTo>
                    <a:pt x="434694" y="0"/>
                  </a:lnTo>
                  <a:lnTo>
                    <a:pt x="432983" y="0"/>
                  </a:lnTo>
                  <a:lnTo>
                    <a:pt x="431271" y="0"/>
                  </a:lnTo>
                  <a:lnTo>
                    <a:pt x="429560" y="0"/>
                  </a:lnTo>
                  <a:lnTo>
                    <a:pt x="427849" y="0"/>
                  </a:lnTo>
                  <a:lnTo>
                    <a:pt x="426137" y="0"/>
                  </a:lnTo>
                  <a:lnTo>
                    <a:pt x="424426" y="0"/>
                  </a:lnTo>
                  <a:lnTo>
                    <a:pt x="422714" y="0"/>
                  </a:lnTo>
                  <a:lnTo>
                    <a:pt x="421003" y="0"/>
                  </a:lnTo>
                  <a:lnTo>
                    <a:pt x="419292" y="0"/>
                  </a:lnTo>
                  <a:lnTo>
                    <a:pt x="417580" y="0"/>
                  </a:lnTo>
                  <a:lnTo>
                    <a:pt x="415869" y="0"/>
                  </a:lnTo>
                  <a:lnTo>
                    <a:pt x="414158" y="0"/>
                  </a:lnTo>
                  <a:lnTo>
                    <a:pt x="412446" y="0"/>
                  </a:lnTo>
                  <a:lnTo>
                    <a:pt x="410735" y="0"/>
                  </a:lnTo>
                  <a:lnTo>
                    <a:pt x="409023" y="0"/>
                  </a:lnTo>
                  <a:lnTo>
                    <a:pt x="407312" y="0"/>
                  </a:lnTo>
                  <a:lnTo>
                    <a:pt x="405601" y="0"/>
                  </a:lnTo>
                  <a:lnTo>
                    <a:pt x="403889" y="0"/>
                  </a:lnTo>
                  <a:lnTo>
                    <a:pt x="402178" y="0"/>
                  </a:lnTo>
                  <a:lnTo>
                    <a:pt x="400466" y="0"/>
                  </a:lnTo>
                  <a:lnTo>
                    <a:pt x="398755" y="0"/>
                  </a:lnTo>
                  <a:lnTo>
                    <a:pt x="397044" y="0"/>
                  </a:lnTo>
                  <a:lnTo>
                    <a:pt x="395332" y="0"/>
                  </a:lnTo>
                  <a:lnTo>
                    <a:pt x="393621" y="0"/>
                  </a:lnTo>
                  <a:lnTo>
                    <a:pt x="391909" y="0"/>
                  </a:lnTo>
                  <a:lnTo>
                    <a:pt x="390198" y="0"/>
                  </a:lnTo>
                  <a:lnTo>
                    <a:pt x="388487" y="0"/>
                  </a:lnTo>
                  <a:lnTo>
                    <a:pt x="386775" y="0"/>
                  </a:lnTo>
                  <a:lnTo>
                    <a:pt x="385064" y="0"/>
                  </a:lnTo>
                  <a:lnTo>
                    <a:pt x="383352" y="0"/>
                  </a:lnTo>
                  <a:lnTo>
                    <a:pt x="381641" y="0"/>
                  </a:lnTo>
                  <a:lnTo>
                    <a:pt x="379930" y="0"/>
                  </a:lnTo>
                  <a:lnTo>
                    <a:pt x="378218" y="0"/>
                  </a:lnTo>
                  <a:lnTo>
                    <a:pt x="376507" y="0"/>
                  </a:lnTo>
                  <a:lnTo>
                    <a:pt x="374795" y="0"/>
                  </a:lnTo>
                  <a:lnTo>
                    <a:pt x="373084" y="0"/>
                  </a:lnTo>
                  <a:lnTo>
                    <a:pt x="371373" y="0"/>
                  </a:lnTo>
                  <a:lnTo>
                    <a:pt x="369661" y="0"/>
                  </a:lnTo>
                  <a:lnTo>
                    <a:pt x="367950" y="0"/>
                  </a:lnTo>
                  <a:lnTo>
                    <a:pt x="366238" y="0"/>
                  </a:lnTo>
                  <a:lnTo>
                    <a:pt x="364527" y="0"/>
                  </a:lnTo>
                  <a:lnTo>
                    <a:pt x="362816" y="0"/>
                  </a:lnTo>
                  <a:lnTo>
                    <a:pt x="361104" y="0"/>
                  </a:lnTo>
                  <a:lnTo>
                    <a:pt x="359393" y="0"/>
                  </a:lnTo>
                  <a:lnTo>
                    <a:pt x="357681" y="0"/>
                  </a:lnTo>
                  <a:lnTo>
                    <a:pt x="355970" y="0"/>
                  </a:lnTo>
                  <a:lnTo>
                    <a:pt x="354259" y="0"/>
                  </a:lnTo>
                  <a:lnTo>
                    <a:pt x="352547" y="0"/>
                  </a:lnTo>
                  <a:lnTo>
                    <a:pt x="350836" y="0"/>
                  </a:lnTo>
                  <a:lnTo>
                    <a:pt x="349124" y="0"/>
                  </a:lnTo>
                  <a:lnTo>
                    <a:pt x="347413" y="0"/>
                  </a:lnTo>
                  <a:lnTo>
                    <a:pt x="345702" y="0"/>
                  </a:lnTo>
                  <a:lnTo>
                    <a:pt x="343990" y="0"/>
                  </a:lnTo>
                  <a:lnTo>
                    <a:pt x="342279" y="0"/>
                  </a:lnTo>
                  <a:lnTo>
                    <a:pt x="340567" y="0"/>
                  </a:lnTo>
                  <a:lnTo>
                    <a:pt x="338856" y="0"/>
                  </a:lnTo>
                  <a:lnTo>
                    <a:pt x="337145" y="0"/>
                  </a:lnTo>
                  <a:lnTo>
                    <a:pt x="335433" y="0"/>
                  </a:lnTo>
                  <a:lnTo>
                    <a:pt x="333722" y="0"/>
                  </a:lnTo>
                  <a:lnTo>
                    <a:pt x="332010" y="0"/>
                  </a:lnTo>
                  <a:lnTo>
                    <a:pt x="330299" y="0"/>
                  </a:lnTo>
                  <a:lnTo>
                    <a:pt x="328588" y="0"/>
                  </a:lnTo>
                  <a:lnTo>
                    <a:pt x="326876" y="0"/>
                  </a:lnTo>
                  <a:lnTo>
                    <a:pt x="325165" y="0"/>
                  </a:lnTo>
                  <a:lnTo>
                    <a:pt x="323453" y="0"/>
                  </a:lnTo>
                  <a:lnTo>
                    <a:pt x="321742" y="0"/>
                  </a:lnTo>
                  <a:lnTo>
                    <a:pt x="320031" y="0"/>
                  </a:lnTo>
                  <a:lnTo>
                    <a:pt x="318319" y="0"/>
                  </a:lnTo>
                  <a:lnTo>
                    <a:pt x="316608" y="0"/>
                  </a:lnTo>
                  <a:lnTo>
                    <a:pt x="314897" y="0"/>
                  </a:lnTo>
                  <a:lnTo>
                    <a:pt x="313185" y="0"/>
                  </a:lnTo>
                  <a:lnTo>
                    <a:pt x="311474" y="0"/>
                  </a:lnTo>
                  <a:lnTo>
                    <a:pt x="309762" y="0"/>
                  </a:lnTo>
                  <a:lnTo>
                    <a:pt x="308051" y="0"/>
                  </a:lnTo>
                  <a:lnTo>
                    <a:pt x="306340" y="0"/>
                  </a:lnTo>
                  <a:lnTo>
                    <a:pt x="304628" y="0"/>
                  </a:lnTo>
                  <a:lnTo>
                    <a:pt x="302917" y="0"/>
                  </a:lnTo>
                  <a:lnTo>
                    <a:pt x="301205" y="0"/>
                  </a:lnTo>
                  <a:lnTo>
                    <a:pt x="299494" y="0"/>
                  </a:lnTo>
                  <a:lnTo>
                    <a:pt x="297783" y="0"/>
                  </a:lnTo>
                  <a:lnTo>
                    <a:pt x="296071" y="0"/>
                  </a:lnTo>
                  <a:lnTo>
                    <a:pt x="294360" y="0"/>
                  </a:lnTo>
                  <a:lnTo>
                    <a:pt x="292648" y="0"/>
                  </a:lnTo>
                  <a:lnTo>
                    <a:pt x="290937" y="0"/>
                  </a:lnTo>
                  <a:lnTo>
                    <a:pt x="289226" y="0"/>
                  </a:lnTo>
                  <a:lnTo>
                    <a:pt x="287514" y="0"/>
                  </a:lnTo>
                  <a:lnTo>
                    <a:pt x="285803" y="0"/>
                  </a:lnTo>
                  <a:lnTo>
                    <a:pt x="284091" y="0"/>
                  </a:lnTo>
                  <a:lnTo>
                    <a:pt x="282380" y="0"/>
                  </a:lnTo>
                  <a:lnTo>
                    <a:pt x="280669" y="0"/>
                  </a:lnTo>
                  <a:lnTo>
                    <a:pt x="278957" y="0"/>
                  </a:lnTo>
                  <a:lnTo>
                    <a:pt x="277246" y="0"/>
                  </a:lnTo>
                  <a:lnTo>
                    <a:pt x="275534" y="0"/>
                  </a:lnTo>
                  <a:lnTo>
                    <a:pt x="273823" y="0"/>
                  </a:lnTo>
                  <a:lnTo>
                    <a:pt x="272112" y="0"/>
                  </a:lnTo>
                  <a:lnTo>
                    <a:pt x="270400" y="0"/>
                  </a:lnTo>
                  <a:lnTo>
                    <a:pt x="268689" y="0"/>
                  </a:lnTo>
                  <a:lnTo>
                    <a:pt x="266977" y="0"/>
                  </a:lnTo>
                  <a:lnTo>
                    <a:pt x="265266" y="0"/>
                  </a:lnTo>
                  <a:lnTo>
                    <a:pt x="263555" y="0"/>
                  </a:lnTo>
                  <a:lnTo>
                    <a:pt x="261843" y="0"/>
                  </a:lnTo>
                  <a:lnTo>
                    <a:pt x="260132" y="0"/>
                  </a:lnTo>
                  <a:lnTo>
                    <a:pt x="258420" y="0"/>
                  </a:lnTo>
                  <a:lnTo>
                    <a:pt x="256709" y="0"/>
                  </a:lnTo>
                  <a:lnTo>
                    <a:pt x="254998" y="0"/>
                  </a:lnTo>
                  <a:lnTo>
                    <a:pt x="253286" y="0"/>
                  </a:lnTo>
                  <a:lnTo>
                    <a:pt x="251575" y="0"/>
                  </a:lnTo>
                  <a:lnTo>
                    <a:pt x="249863" y="0"/>
                  </a:lnTo>
                  <a:lnTo>
                    <a:pt x="248152" y="0"/>
                  </a:lnTo>
                  <a:lnTo>
                    <a:pt x="246441" y="0"/>
                  </a:lnTo>
                  <a:lnTo>
                    <a:pt x="244729" y="0"/>
                  </a:lnTo>
                  <a:lnTo>
                    <a:pt x="243018" y="0"/>
                  </a:lnTo>
                  <a:lnTo>
                    <a:pt x="241306" y="0"/>
                  </a:lnTo>
                  <a:lnTo>
                    <a:pt x="239595" y="0"/>
                  </a:lnTo>
                  <a:lnTo>
                    <a:pt x="237884" y="0"/>
                  </a:lnTo>
                  <a:lnTo>
                    <a:pt x="236172" y="0"/>
                  </a:lnTo>
                  <a:lnTo>
                    <a:pt x="234461" y="0"/>
                  </a:lnTo>
                  <a:lnTo>
                    <a:pt x="232749" y="0"/>
                  </a:lnTo>
                  <a:lnTo>
                    <a:pt x="231038" y="0"/>
                  </a:lnTo>
                  <a:lnTo>
                    <a:pt x="229327" y="0"/>
                  </a:lnTo>
                  <a:lnTo>
                    <a:pt x="227615" y="0"/>
                  </a:lnTo>
                  <a:lnTo>
                    <a:pt x="225904" y="0"/>
                  </a:lnTo>
                  <a:lnTo>
                    <a:pt x="224192" y="0"/>
                  </a:lnTo>
                  <a:lnTo>
                    <a:pt x="222481" y="0"/>
                  </a:lnTo>
                  <a:lnTo>
                    <a:pt x="220770" y="0"/>
                  </a:lnTo>
                  <a:lnTo>
                    <a:pt x="219058" y="0"/>
                  </a:lnTo>
                  <a:lnTo>
                    <a:pt x="217347" y="0"/>
                  </a:lnTo>
                  <a:lnTo>
                    <a:pt x="215635" y="0"/>
                  </a:lnTo>
                  <a:lnTo>
                    <a:pt x="213924" y="0"/>
                  </a:lnTo>
                  <a:lnTo>
                    <a:pt x="212213" y="0"/>
                  </a:lnTo>
                  <a:lnTo>
                    <a:pt x="210501" y="0"/>
                  </a:lnTo>
                  <a:lnTo>
                    <a:pt x="208790" y="0"/>
                  </a:lnTo>
                  <a:lnTo>
                    <a:pt x="207079" y="0"/>
                  </a:lnTo>
                  <a:lnTo>
                    <a:pt x="205367" y="0"/>
                  </a:lnTo>
                  <a:lnTo>
                    <a:pt x="203656" y="0"/>
                  </a:lnTo>
                  <a:lnTo>
                    <a:pt x="201944" y="0"/>
                  </a:lnTo>
                  <a:lnTo>
                    <a:pt x="200233" y="0"/>
                  </a:lnTo>
                  <a:lnTo>
                    <a:pt x="198522" y="0"/>
                  </a:lnTo>
                  <a:lnTo>
                    <a:pt x="196810" y="0"/>
                  </a:lnTo>
                  <a:lnTo>
                    <a:pt x="195099" y="0"/>
                  </a:lnTo>
                  <a:lnTo>
                    <a:pt x="193387" y="0"/>
                  </a:lnTo>
                  <a:lnTo>
                    <a:pt x="191676" y="0"/>
                  </a:lnTo>
                  <a:lnTo>
                    <a:pt x="189965" y="0"/>
                  </a:lnTo>
                  <a:lnTo>
                    <a:pt x="188253" y="0"/>
                  </a:lnTo>
                  <a:lnTo>
                    <a:pt x="186542" y="0"/>
                  </a:lnTo>
                  <a:lnTo>
                    <a:pt x="184830" y="0"/>
                  </a:lnTo>
                  <a:lnTo>
                    <a:pt x="183119" y="0"/>
                  </a:lnTo>
                  <a:lnTo>
                    <a:pt x="181408" y="0"/>
                  </a:lnTo>
                  <a:lnTo>
                    <a:pt x="179696" y="0"/>
                  </a:lnTo>
                  <a:lnTo>
                    <a:pt x="177985" y="0"/>
                  </a:lnTo>
                  <a:lnTo>
                    <a:pt x="176273" y="0"/>
                  </a:lnTo>
                  <a:lnTo>
                    <a:pt x="174562" y="0"/>
                  </a:lnTo>
                  <a:lnTo>
                    <a:pt x="172851" y="0"/>
                  </a:lnTo>
                  <a:lnTo>
                    <a:pt x="171139" y="0"/>
                  </a:lnTo>
                  <a:lnTo>
                    <a:pt x="169428" y="0"/>
                  </a:lnTo>
                  <a:lnTo>
                    <a:pt x="167716" y="0"/>
                  </a:lnTo>
                  <a:lnTo>
                    <a:pt x="166005" y="0"/>
                  </a:lnTo>
                  <a:lnTo>
                    <a:pt x="164294" y="0"/>
                  </a:lnTo>
                  <a:lnTo>
                    <a:pt x="162582" y="0"/>
                  </a:lnTo>
                  <a:lnTo>
                    <a:pt x="160871" y="0"/>
                  </a:lnTo>
                  <a:lnTo>
                    <a:pt x="159159" y="0"/>
                  </a:lnTo>
                  <a:lnTo>
                    <a:pt x="157448" y="0"/>
                  </a:lnTo>
                  <a:lnTo>
                    <a:pt x="155737" y="0"/>
                  </a:lnTo>
                  <a:lnTo>
                    <a:pt x="154025" y="0"/>
                  </a:lnTo>
                  <a:lnTo>
                    <a:pt x="152314" y="0"/>
                  </a:lnTo>
                  <a:lnTo>
                    <a:pt x="150602" y="0"/>
                  </a:lnTo>
                  <a:lnTo>
                    <a:pt x="148891" y="0"/>
                  </a:lnTo>
                  <a:lnTo>
                    <a:pt x="147180" y="0"/>
                  </a:lnTo>
                  <a:lnTo>
                    <a:pt x="145468" y="0"/>
                  </a:lnTo>
                  <a:lnTo>
                    <a:pt x="143757" y="0"/>
                  </a:lnTo>
                  <a:lnTo>
                    <a:pt x="142045" y="0"/>
                  </a:lnTo>
                  <a:lnTo>
                    <a:pt x="140334" y="0"/>
                  </a:lnTo>
                  <a:lnTo>
                    <a:pt x="138623" y="0"/>
                  </a:lnTo>
                  <a:lnTo>
                    <a:pt x="136911" y="0"/>
                  </a:lnTo>
                  <a:lnTo>
                    <a:pt x="135200" y="0"/>
                  </a:lnTo>
                  <a:lnTo>
                    <a:pt x="133488" y="0"/>
                  </a:lnTo>
                  <a:lnTo>
                    <a:pt x="131777" y="0"/>
                  </a:lnTo>
                  <a:lnTo>
                    <a:pt x="130066" y="0"/>
                  </a:lnTo>
                  <a:lnTo>
                    <a:pt x="128354" y="0"/>
                  </a:lnTo>
                  <a:lnTo>
                    <a:pt x="126643" y="0"/>
                  </a:lnTo>
                  <a:lnTo>
                    <a:pt x="124931" y="0"/>
                  </a:lnTo>
                  <a:lnTo>
                    <a:pt x="123220" y="0"/>
                  </a:lnTo>
                  <a:lnTo>
                    <a:pt x="121509" y="0"/>
                  </a:lnTo>
                  <a:lnTo>
                    <a:pt x="119797" y="0"/>
                  </a:lnTo>
                  <a:lnTo>
                    <a:pt x="118086" y="0"/>
                  </a:lnTo>
                  <a:lnTo>
                    <a:pt x="116374" y="0"/>
                  </a:lnTo>
                  <a:lnTo>
                    <a:pt x="114663" y="0"/>
                  </a:lnTo>
                  <a:lnTo>
                    <a:pt x="112952" y="0"/>
                  </a:lnTo>
                  <a:lnTo>
                    <a:pt x="111240" y="0"/>
                  </a:lnTo>
                  <a:lnTo>
                    <a:pt x="109529" y="0"/>
                  </a:lnTo>
                  <a:lnTo>
                    <a:pt x="107817" y="0"/>
                  </a:lnTo>
                  <a:lnTo>
                    <a:pt x="106106" y="0"/>
                  </a:lnTo>
                  <a:lnTo>
                    <a:pt x="104395" y="0"/>
                  </a:lnTo>
                  <a:lnTo>
                    <a:pt x="102683" y="0"/>
                  </a:lnTo>
                  <a:lnTo>
                    <a:pt x="100972" y="0"/>
                  </a:lnTo>
                  <a:lnTo>
                    <a:pt x="99261" y="0"/>
                  </a:lnTo>
                  <a:lnTo>
                    <a:pt x="97549" y="0"/>
                  </a:lnTo>
                  <a:lnTo>
                    <a:pt x="95838" y="0"/>
                  </a:lnTo>
                  <a:lnTo>
                    <a:pt x="94126" y="0"/>
                  </a:lnTo>
                  <a:lnTo>
                    <a:pt x="92415" y="0"/>
                  </a:lnTo>
                  <a:lnTo>
                    <a:pt x="90704" y="0"/>
                  </a:lnTo>
                  <a:lnTo>
                    <a:pt x="88992" y="0"/>
                  </a:lnTo>
                  <a:lnTo>
                    <a:pt x="87281" y="0"/>
                  </a:lnTo>
                  <a:lnTo>
                    <a:pt x="85569" y="0"/>
                  </a:lnTo>
                  <a:lnTo>
                    <a:pt x="83858" y="0"/>
                  </a:lnTo>
                  <a:lnTo>
                    <a:pt x="82147" y="0"/>
                  </a:lnTo>
                  <a:lnTo>
                    <a:pt x="80435" y="0"/>
                  </a:lnTo>
                  <a:lnTo>
                    <a:pt x="78724" y="0"/>
                  </a:lnTo>
                  <a:lnTo>
                    <a:pt x="77012" y="0"/>
                  </a:lnTo>
                  <a:lnTo>
                    <a:pt x="75301" y="0"/>
                  </a:lnTo>
                  <a:lnTo>
                    <a:pt x="73590" y="0"/>
                  </a:lnTo>
                  <a:lnTo>
                    <a:pt x="71878" y="0"/>
                  </a:lnTo>
                  <a:lnTo>
                    <a:pt x="70167" y="0"/>
                  </a:lnTo>
                  <a:lnTo>
                    <a:pt x="68455" y="0"/>
                  </a:lnTo>
                  <a:lnTo>
                    <a:pt x="66744" y="0"/>
                  </a:lnTo>
                  <a:lnTo>
                    <a:pt x="65033" y="0"/>
                  </a:lnTo>
                  <a:lnTo>
                    <a:pt x="63321" y="0"/>
                  </a:lnTo>
                  <a:lnTo>
                    <a:pt x="61610" y="0"/>
                  </a:lnTo>
                  <a:lnTo>
                    <a:pt x="59898" y="0"/>
                  </a:lnTo>
                  <a:lnTo>
                    <a:pt x="58187" y="0"/>
                  </a:lnTo>
                  <a:lnTo>
                    <a:pt x="56476" y="0"/>
                  </a:lnTo>
                  <a:lnTo>
                    <a:pt x="54764" y="0"/>
                  </a:lnTo>
                  <a:lnTo>
                    <a:pt x="53053" y="0"/>
                  </a:lnTo>
                  <a:lnTo>
                    <a:pt x="51341" y="0"/>
                  </a:lnTo>
                  <a:lnTo>
                    <a:pt x="49630" y="0"/>
                  </a:lnTo>
                  <a:lnTo>
                    <a:pt x="47919" y="0"/>
                  </a:lnTo>
                  <a:lnTo>
                    <a:pt x="46207" y="0"/>
                  </a:lnTo>
                  <a:lnTo>
                    <a:pt x="44496" y="0"/>
                  </a:lnTo>
                  <a:lnTo>
                    <a:pt x="42784" y="0"/>
                  </a:lnTo>
                  <a:lnTo>
                    <a:pt x="41073" y="0"/>
                  </a:lnTo>
                  <a:lnTo>
                    <a:pt x="39362" y="0"/>
                  </a:lnTo>
                  <a:lnTo>
                    <a:pt x="37650" y="0"/>
                  </a:lnTo>
                  <a:lnTo>
                    <a:pt x="35939" y="0"/>
                  </a:lnTo>
                  <a:lnTo>
                    <a:pt x="34227" y="0"/>
                  </a:lnTo>
                  <a:lnTo>
                    <a:pt x="32516" y="0"/>
                  </a:lnTo>
                  <a:lnTo>
                    <a:pt x="30805" y="0"/>
                  </a:lnTo>
                  <a:lnTo>
                    <a:pt x="29093" y="0"/>
                  </a:lnTo>
                  <a:lnTo>
                    <a:pt x="27382" y="0"/>
                  </a:lnTo>
                  <a:lnTo>
                    <a:pt x="25670" y="0"/>
                  </a:lnTo>
                  <a:lnTo>
                    <a:pt x="23959" y="0"/>
                  </a:lnTo>
                  <a:lnTo>
                    <a:pt x="22248" y="0"/>
                  </a:lnTo>
                  <a:lnTo>
                    <a:pt x="20536" y="0"/>
                  </a:lnTo>
                  <a:lnTo>
                    <a:pt x="18825" y="0"/>
                  </a:lnTo>
                  <a:lnTo>
                    <a:pt x="17113" y="0"/>
                  </a:lnTo>
                  <a:lnTo>
                    <a:pt x="15402" y="0"/>
                  </a:lnTo>
                  <a:lnTo>
                    <a:pt x="13691" y="0"/>
                  </a:lnTo>
                  <a:lnTo>
                    <a:pt x="11979" y="0"/>
                  </a:lnTo>
                  <a:lnTo>
                    <a:pt x="10268" y="0"/>
                  </a:lnTo>
                  <a:lnTo>
                    <a:pt x="8556" y="0"/>
                  </a:lnTo>
                  <a:lnTo>
                    <a:pt x="6845" y="0"/>
                  </a:lnTo>
                  <a:lnTo>
                    <a:pt x="5134" y="0"/>
                  </a:lnTo>
                  <a:lnTo>
                    <a:pt x="3422" y="0"/>
                  </a:lnTo>
                  <a:lnTo>
                    <a:pt x="1711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44934" y="1420752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444934" y="145504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311199" y="2993215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311199" y="2118887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11199" y="1249087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311199" y="373176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68" name="pl68"/>
            <p:cNvSpPr/>
            <p:nvPr/>
          </p:nvSpPr>
          <p:spPr>
            <a:xfrm>
              <a:off x="410140" y="30355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10140" y="21626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10140" y="128982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10140" y="4169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tx73"/>
            <p:cNvSpPr/>
            <p:nvPr/>
          </p:nvSpPr>
          <p:spPr>
            <a:xfrm rot="-5400000">
              <a:off x="69822" y="1649932"/>
              <a:ext cx="246930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obs</a:t>
              </a:r>
            </a:p>
          </p:txBody>
        </p:sp>
        <p:sp>
          <p:nvSpPr>
            <p:cNvPr id="74" name="rc74"/>
            <p:cNvSpPr/>
            <p:nvPr/>
          </p:nvSpPr>
          <p:spPr>
            <a:xfrm>
              <a:off x="444934" y="3262477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444934" y="6263503"/>
              <a:ext cx="18681" cy="115946"/>
            </a:xfrm>
            <a:custGeom>
              <a:avLst/>
              <a:pathLst>
                <a:path w="18681" h="115946">
                  <a:moveTo>
                    <a:pt x="0" y="39879"/>
                  </a:moveTo>
                  <a:lnTo>
                    <a:pt x="1711" y="9136"/>
                  </a:lnTo>
                  <a:lnTo>
                    <a:pt x="3422" y="20209"/>
                  </a:lnTo>
                  <a:lnTo>
                    <a:pt x="5134" y="0"/>
                  </a:lnTo>
                  <a:lnTo>
                    <a:pt x="6845" y="43945"/>
                  </a:lnTo>
                  <a:lnTo>
                    <a:pt x="8556" y="58382"/>
                  </a:lnTo>
                  <a:lnTo>
                    <a:pt x="10268" y="60593"/>
                  </a:lnTo>
                  <a:lnTo>
                    <a:pt x="11979" y="64416"/>
                  </a:lnTo>
                  <a:lnTo>
                    <a:pt x="13691" y="30694"/>
                  </a:lnTo>
                  <a:lnTo>
                    <a:pt x="15402" y="85560"/>
                  </a:lnTo>
                  <a:lnTo>
                    <a:pt x="17113" y="95326"/>
                  </a:lnTo>
                  <a:lnTo>
                    <a:pt x="18681" y="11594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84152" y="4917463"/>
              <a:ext cx="1604745" cy="1461986"/>
            </a:xfrm>
            <a:custGeom>
              <a:avLst/>
              <a:pathLst>
                <a:path w="1604745" h="1461986">
                  <a:moveTo>
                    <a:pt x="0" y="1461986"/>
                  </a:moveTo>
                  <a:lnTo>
                    <a:pt x="144" y="1460346"/>
                  </a:lnTo>
                  <a:lnTo>
                    <a:pt x="1855" y="1461454"/>
                  </a:lnTo>
                  <a:lnTo>
                    <a:pt x="3567" y="1458431"/>
                  </a:lnTo>
                  <a:lnTo>
                    <a:pt x="5278" y="1458309"/>
                  </a:lnTo>
                  <a:lnTo>
                    <a:pt x="6990" y="1443923"/>
                  </a:lnTo>
                  <a:lnTo>
                    <a:pt x="8701" y="1432629"/>
                  </a:lnTo>
                  <a:lnTo>
                    <a:pt x="10412" y="1430656"/>
                  </a:lnTo>
                  <a:lnTo>
                    <a:pt x="12124" y="1397591"/>
                  </a:lnTo>
                  <a:lnTo>
                    <a:pt x="13835" y="1368475"/>
                  </a:lnTo>
                  <a:lnTo>
                    <a:pt x="15547" y="1256889"/>
                  </a:lnTo>
                  <a:lnTo>
                    <a:pt x="17258" y="1312086"/>
                  </a:lnTo>
                  <a:lnTo>
                    <a:pt x="18969" y="1371538"/>
                  </a:lnTo>
                  <a:lnTo>
                    <a:pt x="20681" y="1357954"/>
                  </a:lnTo>
                  <a:lnTo>
                    <a:pt x="22392" y="1253397"/>
                  </a:lnTo>
                  <a:lnTo>
                    <a:pt x="24104" y="1294236"/>
                  </a:lnTo>
                  <a:lnTo>
                    <a:pt x="25815" y="1354555"/>
                  </a:lnTo>
                  <a:lnTo>
                    <a:pt x="27526" y="1380719"/>
                  </a:lnTo>
                  <a:lnTo>
                    <a:pt x="29238" y="1357370"/>
                  </a:lnTo>
                  <a:lnTo>
                    <a:pt x="30949" y="1379148"/>
                  </a:lnTo>
                  <a:lnTo>
                    <a:pt x="32661" y="1344795"/>
                  </a:lnTo>
                  <a:lnTo>
                    <a:pt x="34372" y="1291135"/>
                  </a:lnTo>
                  <a:lnTo>
                    <a:pt x="36083" y="1255423"/>
                  </a:lnTo>
                  <a:lnTo>
                    <a:pt x="37795" y="1211402"/>
                  </a:lnTo>
                  <a:lnTo>
                    <a:pt x="39506" y="1164172"/>
                  </a:lnTo>
                  <a:lnTo>
                    <a:pt x="41218" y="1119639"/>
                  </a:lnTo>
                  <a:lnTo>
                    <a:pt x="42929" y="1143587"/>
                  </a:lnTo>
                  <a:lnTo>
                    <a:pt x="44640" y="1169372"/>
                  </a:lnTo>
                  <a:lnTo>
                    <a:pt x="46352" y="1113018"/>
                  </a:lnTo>
                  <a:lnTo>
                    <a:pt x="48063" y="1133426"/>
                  </a:lnTo>
                  <a:lnTo>
                    <a:pt x="49775" y="1101828"/>
                  </a:lnTo>
                  <a:lnTo>
                    <a:pt x="51486" y="1127260"/>
                  </a:lnTo>
                  <a:lnTo>
                    <a:pt x="53197" y="1163466"/>
                  </a:lnTo>
                  <a:lnTo>
                    <a:pt x="54909" y="1269496"/>
                  </a:lnTo>
                  <a:lnTo>
                    <a:pt x="56620" y="1307090"/>
                  </a:lnTo>
                  <a:lnTo>
                    <a:pt x="58332" y="1326931"/>
                  </a:lnTo>
                  <a:lnTo>
                    <a:pt x="60043" y="1325038"/>
                  </a:lnTo>
                  <a:lnTo>
                    <a:pt x="61754" y="1348387"/>
                  </a:lnTo>
                  <a:lnTo>
                    <a:pt x="63466" y="1379720"/>
                  </a:lnTo>
                  <a:lnTo>
                    <a:pt x="65177" y="1366783"/>
                  </a:lnTo>
                  <a:lnTo>
                    <a:pt x="66889" y="1349145"/>
                  </a:lnTo>
                  <a:lnTo>
                    <a:pt x="68600" y="1344615"/>
                  </a:lnTo>
                  <a:lnTo>
                    <a:pt x="70311" y="1364185"/>
                  </a:lnTo>
                  <a:lnTo>
                    <a:pt x="72023" y="1325949"/>
                  </a:lnTo>
                  <a:lnTo>
                    <a:pt x="73734" y="1308474"/>
                  </a:lnTo>
                  <a:lnTo>
                    <a:pt x="75445" y="1295727"/>
                  </a:lnTo>
                  <a:lnTo>
                    <a:pt x="77157" y="1246331"/>
                  </a:lnTo>
                  <a:lnTo>
                    <a:pt x="78868" y="1314921"/>
                  </a:lnTo>
                  <a:lnTo>
                    <a:pt x="80580" y="1303578"/>
                  </a:lnTo>
                  <a:lnTo>
                    <a:pt x="82291" y="1317055"/>
                  </a:lnTo>
                  <a:lnTo>
                    <a:pt x="84002" y="1301022"/>
                  </a:lnTo>
                  <a:lnTo>
                    <a:pt x="85714" y="1310409"/>
                  </a:lnTo>
                  <a:lnTo>
                    <a:pt x="87425" y="1242476"/>
                  </a:lnTo>
                  <a:lnTo>
                    <a:pt x="89137" y="1155606"/>
                  </a:lnTo>
                  <a:lnTo>
                    <a:pt x="90848" y="1165433"/>
                  </a:lnTo>
                  <a:lnTo>
                    <a:pt x="92559" y="1177635"/>
                  </a:lnTo>
                  <a:lnTo>
                    <a:pt x="94271" y="1203527"/>
                  </a:lnTo>
                  <a:lnTo>
                    <a:pt x="95982" y="1183979"/>
                  </a:lnTo>
                  <a:lnTo>
                    <a:pt x="97694" y="1163488"/>
                  </a:lnTo>
                  <a:lnTo>
                    <a:pt x="99405" y="1082366"/>
                  </a:lnTo>
                  <a:lnTo>
                    <a:pt x="101116" y="980408"/>
                  </a:lnTo>
                  <a:lnTo>
                    <a:pt x="102828" y="966621"/>
                  </a:lnTo>
                  <a:lnTo>
                    <a:pt x="104539" y="969285"/>
                  </a:lnTo>
                  <a:lnTo>
                    <a:pt x="106251" y="969119"/>
                  </a:lnTo>
                  <a:lnTo>
                    <a:pt x="107962" y="972053"/>
                  </a:lnTo>
                  <a:lnTo>
                    <a:pt x="109673" y="1013946"/>
                  </a:lnTo>
                  <a:lnTo>
                    <a:pt x="111385" y="1056716"/>
                  </a:lnTo>
                  <a:lnTo>
                    <a:pt x="113096" y="1096591"/>
                  </a:lnTo>
                  <a:lnTo>
                    <a:pt x="114808" y="1120882"/>
                  </a:lnTo>
                  <a:lnTo>
                    <a:pt x="116519" y="1114742"/>
                  </a:lnTo>
                  <a:lnTo>
                    <a:pt x="118230" y="1098953"/>
                  </a:lnTo>
                  <a:lnTo>
                    <a:pt x="119942" y="1142286"/>
                  </a:lnTo>
                  <a:lnTo>
                    <a:pt x="121653" y="1111408"/>
                  </a:lnTo>
                  <a:lnTo>
                    <a:pt x="123365" y="1120802"/>
                  </a:lnTo>
                  <a:lnTo>
                    <a:pt x="125076" y="1146075"/>
                  </a:lnTo>
                  <a:lnTo>
                    <a:pt x="126787" y="1196794"/>
                  </a:lnTo>
                  <a:lnTo>
                    <a:pt x="128499" y="1162565"/>
                  </a:lnTo>
                  <a:lnTo>
                    <a:pt x="130210" y="1144849"/>
                  </a:lnTo>
                  <a:lnTo>
                    <a:pt x="131922" y="1198841"/>
                  </a:lnTo>
                  <a:lnTo>
                    <a:pt x="133633" y="1172691"/>
                  </a:lnTo>
                  <a:lnTo>
                    <a:pt x="135344" y="1168777"/>
                  </a:lnTo>
                  <a:lnTo>
                    <a:pt x="137056" y="1277882"/>
                  </a:lnTo>
                  <a:lnTo>
                    <a:pt x="138767" y="1281239"/>
                  </a:lnTo>
                  <a:lnTo>
                    <a:pt x="140479" y="1315337"/>
                  </a:lnTo>
                  <a:lnTo>
                    <a:pt x="142190" y="1287977"/>
                  </a:lnTo>
                  <a:lnTo>
                    <a:pt x="143901" y="1233913"/>
                  </a:lnTo>
                  <a:lnTo>
                    <a:pt x="145613" y="1230984"/>
                  </a:lnTo>
                  <a:lnTo>
                    <a:pt x="147324" y="1234878"/>
                  </a:lnTo>
                  <a:lnTo>
                    <a:pt x="149036" y="1243283"/>
                  </a:lnTo>
                  <a:lnTo>
                    <a:pt x="150747" y="1212901"/>
                  </a:lnTo>
                  <a:lnTo>
                    <a:pt x="152458" y="1239170"/>
                  </a:lnTo>
                  <a:lnTo>
                    <a:pt x="154170" y="1269795"/>
                  </a:lnTo>
                  <a:lnTo>
                    <a:pt x="155881" y="1322586"/>
                  </a:lnTo>
                  <a:lnTo>
                    <a:pt x="157593" y="1294516"/>
                  </a:lnTo>
                  <a:lnTo>
                    <a:pt x="159304" y="1241636"/>
                  </a:lnTo>
                  <a:lnTo>
                    <a:pt x="161015" y="1194642"/>
                  </a:lnTo>
                  <a:lnTo>
                    <a:pt x="162727" y="1200036"/>
                  </a:lnTo>
                  <a:lnTo>
                    <a:pt x="164438" y="1208494"/>
                  </a:lnTo>
                  <a:lnTo>
                    <a:pt x="166150" y="1203965"/>
                  </a:lnTo>
                  <a:lnTo>
                    <a:pt x="167861" y="1250438"/>
                  </a:lnTo>
                  <a:lnTo>
                    <a:pt x="169572" y="1278690"/>
                  </a:lnTo>
                  <a:lnTo>
                    <a:pt x="171284" y="1323417"/>
                  </a:lnTo>
                  <a:lnTo>
                    <a:pt x="172995" y="1338105"/>
                  </a:lnTo>
                  <a:lnTo>
                    <a:pt x="174707" y="1338924"/>
                  </a:lnTo>
                  <a:lnTo>
                    <a:pt x="176418" y="1327094"/>
                  </a:lnTo>
                  <a:lnTo>
                    <a:pt x="178129" y="1293259"/>
                  </a:lnTo>
                  <a:lnTo>
                    <a:pt x="179841" y="1211832"/>
                  </a:lnTo>
                  <a:lnTo>
                    <a:pt x="181552" y="1238423"/>
                  </a:lnTo>
                  <a:lnTo>
                    <a:pt x="183263" y="1293902"/>
                  </a:lnTo>
                  <a:lnTo>
                    <a:pt x="184975" y="1264449"/>
                  </a:lnTo>
                  <a:lnTo>
                    <a:pt x="186686" y="1215062"/>
                  </a:lnTo>
                  <a:lnTo>
                    <a:pt x="188398" y="1217797"/>
                  </a:lnTo>
                  <a:lnTo>
                    <a:pt x="190109" y="1261911"/>
                  </a:lnTo>
                  <a:lnTo>
                    <a:pt x="191820" y="1341710"/>
                  </a:lnTo>
                  <a:lnTo>
                    <a:pt x="193532" y="1334621"/>
                  </a:lnTo>
                  <a:lnTo>
                    <a:pt x="195243" y="1351401"/>
                  </a:lnTo>
                  <a:lnTo>
                    <a:pt x="196955" y="1320900"/>
                  </a:lnTo>
                  <a:lnTo>
                    <a:pt x="198666" y="1342248"/>
                  </a:lnTo>
                  <a:lnTo>
                    <a:pt x="200377" y="1323141"/>
                  </a:lnTo>
                  <a:lnTo>
                    <a:pt x="202089" y="1276860"/>
                  </a:lnTo>
                  <a:lnTo>
                    <a:pt x="203800" y="1271801"/>
                  </a:lnTo>
                  <a:lnTo>
                    <a:pt x="205512" y="1289152"/>
                  </a:lnTo>
                  <a:lnTo>
                    <a:pt x="207223" y="1284535"/>
                  </a:lnTo>
                  <a:lnTo>
                    <a:pt x="208934" y="1259507"/>
                  </a:lnTo>
                  <a:lnTo>
                    <a:pt x="210646" y="1257901"/>
                  </a:lnTo>
                  <a:lnTo>
                    <a:pt x="212357" y="1265661"/>
                  </a:lnTo>
                  <a:lnTo>
                    <a:pt x="214069" y="1274234"/>
                  </a:lnTo>
                  <a:lnTo>
                    <a:pt x="215780" y="1269227"/>
                  </a:lnTo>
                  <a:lnTo>
                    <a:pt x="217491" y="1228225"/>
                  </a:lnTo>
                  <a:lnTo>
                    <a:pt x="219203" y="1142785"/>
                  </a:lnTo>
                  <a:lnTo>
                    <a:pt x="220914" y="1077151"/>
                  </a:lnTo>
                  <a:lnTo>
                    <a:pt x="222626" y="1207476"/>
                  </a:lnTo>
                  <a:lnTo>
                    <a:pt x="224337" y="1230672"/>
                  </a:lnTo>
                  <a:lnTo>
                    <a:pt x="226048" y="1230763"/>
                  </a:lnTo>
                  <a:lnTo>
                    <a:pt x="227760" y="1269066"/>
                  </a:lnTo>
                  <a:lnTo>
                    <a:pt x="229471" y="1245158"/>
                  </a:lnTo>
                  <a:lnTo>
                    <a:pt x="231183" y="1235125"/>
                  </a:lnTo>
                  <a:lnTo>
                    <a:pt x="232894" y="1202859"/>
                  </a:lnTo>
                  <a:lnTo>
                    <a:pt x="234605" y="1166017"/>
                  </a:lnTo>
                  <a:lnTo>
                    <a:pt x="236317" y="1163170"/>
                  </a:lnTo>
                  <a:lnTo>
                    <a:pt x="238028" y="1112539"/>
                  </a:lnTo>
                  <a:lnTo>
                    <a:pt x="239740" y="1134303"/>
                  </a:lnTo>
                  <a:lnTo>
                    <a:pt x="241451" y="1106031"/>
                  </a:lnTo>
                  <a:lnTo>
                    <a:pt x="243162" y="1087406"/>
                  </a:lnTo>
                  <a:lnTo>
                    <a:pt x="244874" y="1080180"/>
                  </a:lnTo>
                  <a:lnTo>
                    <a:pt x="246585" y="1056528"/>
                  </a:lnTo>
                  <a:lnTo>
                    <a:pt x="248297" y="1026674"/>
                  </a:lnTo>
                  <a:lnTo>
                    <a:pt x="250008" y="950247"/>
                  </a:lnTo>
                  <a:lnTo>
                    <a:pt x="251719" y="880415"/>
                  </a:lnTo>
                  <a:lnTo>
                    <a:pt x="253431" y="822320"/>
                  </a:lnTo>
                  <a:lnTo>
                    <a:pt x="255142" y="664209"/>
                  </a:lnTo>
                  <a:lnTo>
                    <a:pt x="256854" y="520747"/>
                  </a:lnTo>
                  <a:lnTo>
                    <a:pt x="258565" y="571399"/>
                  </a:lnTo>
                  <a:lnTo>
                    <a:pt x="260276" y="477703"/>
                  </a:lnTo>
                  <a:lnTo>
                    <a:pt x="261988" y="495139"/>
                  </a:lnTo>
                  <a:lnTo>
                    <a:pt x="263699" y="390361"/>
                  </a:lnTo>
                  <a:lnTo>
                    <a:pt x="265411" y="349563"/>
                  </a:lnTo>
                  <a:lnTo>
                    <a:pt x="267122" y="219025"/>
                  </a:lnTo>
                  <a:lnTo>
                    <a:pt x="268833" y="91959"/>
                  </a:lnTo>
                  <a:lnTo>
                    <a:pt x="270545" y="41399"/>
                  </a:lnTo>
                  <a:lnTo>
                    <a:pt x="272256" y="78775"/>
                  </a:lnTo>
                  <a:lnTo>
                    <a:pt x="273968" y="284933"/>
                  </a:lnTo>
                  <a:lnTo>
                    <a:pt x="275679" y="361701"/>
                  </a:lnTo>
                  <a:lnTo>
                    <a:pt x="277390" y="322493"/>
                  </a:lnTo>
                  <a:lnTo>
                    <a:pt x="279102" y="355798"/>
                  </a:lnTo>
                  <a:lnTo>
                    <a:pt x="280813" y="394097"/>
                  </a:lnTo>
                  <a:lnTo>
                    <a:pt x="282524" y="425174"/>
                  </a:lnTo>
                  <a:lnTo>
                    <a:pt x="284236" y="406616"/>
                  </a:lnTo>
                  <a:lnTo>
                    <a:pt x="285947" y="377281"/>
                  </a:lnTo>
                  <a:lnTo>
                    <a:pt x="287659" y="407813"/>
                  </a:lnTo>
                  <a:lnTo>
                    <a:pt x="289370" y="369817"/>
                  </a:lnTo>
                  <a:lnTo>
                    <a:pt x="291081" y="338589"/>
                  </a:lnTo>
                  <a:lnTo>
                    <a:pt x="292793" y="275031"/>
                  </a:lnTo>
                  <a:lnTo>
                    <a:pt x="294504" y="123246"/>
                  </a:lnTo>
                  <a:lnTo>
                    <a:pt x="296216" y="0"/>
                  </a:lnTo>
                  <a:lnTo>
                    <a:pt x="297927" y="158996"/>
                  </a:lnTo>
                  <a:lnTo>
                    <a:pt x="299638" y="216705"/>
                  </a:lnTo>
                  <a:lnTo>
                    <a:pt x="301350" y="271107"/>
                  </a:lnTo>
                  <a:lnTo>
                    <a:pt x="303061" y="391951"/>
                  </a:lnTo>
                  <a:lnTo>
                    <a:pt x="304773" y="286243"/>
                  </a:lnTo>
                  <a:lnTo>
                    <a:pt x="306484" y="440234"/>
                  </a:lnTo>
                  <a:lnTo>
                    <a:pt x="308195" y="607862"/>
                  </a:lnTo>
                  <a:lnTo>
                    <a:pt x="309907" y="720865"/>
                  </a:lnTo>
                  <a:lnTo>
                    <a:pt x="311618" y="687964"/>
                  </a:lnTo>
                  <a:lnTo>
                    <a:pt x="313330" y="736241"/>
                  </a:lnTo>
                  <a:lnTo>
                    <a:pt x="315041" y="950512"/>
                  </a:lnTo>
                  <a:lnTo>
                    <a:pt x="316752" y="980045"/>
                  </a:lnTo>
                  <a:lnTo>
                    <a:pt x="318464" y="942236"/>
                  </a:lnTo>
                  <a:lnTo>
                    <a:pt x="320175" y="1039315"/>
                  </a:lnTo>
                  <a:lnTo>
                    <a:pt x="321887" y="1057466"/>
                  </a:lnTo>
                  <a:lnTo>
                    <a:pt x="323598" y="1000373"/>
                  </a:lnTo>
                  <a:lnTo>
                    <a:pt x="325309" y="1002065"/>
                  </a:lnTo>
                  <a:lnTo>
                    <a:pt x="327021" y="939687"/>
                  </a:lnTo>
                  <a:lnTo>
                    <a:pt x="328732" y="974336"/>
                  </a:lnTo>
                  <a:lnTo>
                    <a:pt x="330444" y="1089842"/>
                  </a:lnTo>
                  <a:lnTo>
                    <a:pt x="332155" y="1021440"/>
                  </a:lnTo>
                  <a:lnTo>
                    <a:pt x="333866" y="908559"/>
                  </a:lnTo>
                  <a:lnTo>
                    <a:pt x="335578" y="1043965"/>
                  </a:lnTo>
                  <a:lnTo>
                    <a:pt x="337289" y="1025523"/>
                  </a:lnTo>
                  <a:lnTo>
                    <a:pt x="339001" y="983131"/>
                  </a:lnTo>
                  <a:lnTo>
                    <a:pt x="340712" y="928957"/>
                  </a:lnTo>
                  <a:lnTo>
                    <a:pt x="342423" y="1087859"/>
                  </a:lnTo>
                  <a:lnTo>
                    <a:pt x="344135" y="1086530"/>
                  </a:lnTo>
                  <a:lnTo>
                    <a:pt x="345846" y="1025315"/>
                  </a:lnTo>
                  <a:lnTo>
                    <a:pt x="347558" y="1049936"/>
                  </a:lnTo>
                  <a:lnTo>
                    <a:pt x="349269" y="1136912"/>
                  </a:lnTo>
                  <a:lnTo>
                    <a:pt x="350980" y="1238319"/>
                  </a:lnTo>
                  <a:lnTo>
                    <a:pt x="352692" y="1202577"/>
                  </a:lnTo>
                  <a:lnTo>
                    <a:pt x="354403" y="1205201"/>
                  </a:lnTo>
                  <a:lnTo>
                    <a:pt x="356115" y="1231948"/>
                  </a:lnTo>
                  <a:lnTo>
                    <a:pt x="357826" y="1113828"/>
                  </a:lnTo>
                  <a:lnTo>
                    <a:pt x="359537" y="1105012"/>
                  </a:lnTo>
                  <a:lnTo>
                    <a:pt x="361249" y="1039969"/>
                  </a:lnTo>
                  <a:lnTo>
                    <a:pt x="362960" y="1085175"/>
                  </a:lnTo>
                  <a:lnTo>
                    <a:pt x="364672" y="1039858"/>
                  </a:lnTo>
                  <a:lnTo>
                    <a:pt x="366383" y="1006680"/>
                  </a:lnTo>
                  <a:lnTo>
                    <a:pt x="368094" y="1031571"/>
                  </a:lnTo>
                  <a:lnTo>
                    <a:pt x="369806" y="1045749"/>
                  </a:lnTo>
                  <a:lnTo>
                    <a:pt x="371517" y="1044429"/>
                  </a:lnTo>
                  <a:lnTo>
                    <a:pt x="373229" y="1072921"/>
                  </a:lnTo>
                  <a:lnTo>
                    <a:pt x="374940" y="1018583"/>
                  </a:lnTo>
                  <a:lnTo>
                    <a:pt x="376651" y="1031067"/>
                  </a:lnTo>
                  <a:lnTo>
                    <a:pt x="378363" y="964618"/>
                  </a:lnTo>
                  <a:lnTo>
                    <a:pt x="380074" y="910269"/>
                  </a:lnTo>
                  <a:lnTo>
                    <a:pt x="381786" y="896786"/>
                  </a:lnTo>
                  <a:lnTo>
                    <a:pt x="383497" y="885308"/>
                  </a:lnTo>
                  <a:lnTo>
                    <a:pt x="385208" y="844555"/>
                  </a:lnTo>
                  <a:lnTo>
                    <a:pt x="386920" y="830519"/>
                  </a:lnTo>
                  <a:lnTo>
                    <a:pt x="388631" y="891074"/>
                  </a:lnTo>
                  <a:lnTo>
                    <a:pt x="390342" y="857452"/>
                  </a:lnTo>
                  <a:lnTo>
                    <a:pt x="392054" y="858807"/>
                  </a:lnTo>
                  <a:lnTo>
                    <a:pt x="393765" y="914351"/>
                  </a:lnTo>
                  <a:lnTo>
                    <a:pt x="395477" y="881660"/>
                  </a:lnTo>
                  <a:lnTo>
                    <a:pt x="397188" y="948788"/>
                  </a:lnTo>
                  <a:lnTo>
                    <a:pt x="398899" y="911657"/>
                  </a:lnTo>
                  <a:lnTo>
                    <a:pt x="400611" y="943392"/>
                  </a:lnTo>
                  <a:lnTo>
                    <a:pt x="402322" y="1052217"/>
                  </a:lnTo>
                  <a:lnTo>
                    <a:pt x="404034" y="1022414"/>
                  </a:lnTo>
                  <a:lnTo>
                    <a:pt x="405745" y="1099282"/>
                  </a:lnTo>
                  <a:lnTo>
                    <a:pt x="407456" y="1123861"/>
                  </a:lnTo>
                  <a:lnTo>
                    <a:pt x="409168" y="1146349"/>
                  </a:lnTo>
                  <a:lnTo>
                    <a:pt x="410879" y="1271498"/>
                  </a:lnTo>
                  <a:lnTo>
                    <a:pt x="412591" y="1190524"/>
                  </a:lnTo>
                  <a:lnTo>
                    <a:pt x="414302" y="1237514"/>
                  </a:lnTo>
                  <a:lnTo>
                    <a:pt x="416013" y="1255601"/>
                  </a:lnTo>
                  <a:lnTo>
                    <a:pt x="417725" y="1287992"/>
                  </a:lnTo>
                  <a:lnTo>
                    <a:pt x="419436" y="1346846"/>
                  </a:lnTo>
                  <a:lnTo>
                    <a:pt x="421148" y="1320052"/>
                  </a:lnTo>
                  <a:lnTo>
                    <a:pt x="422859" y="1310742"/>
                  </a:lnTo>
                  <a:lnTo>
                    <a:pt x="424570" y="1297974"/>
                  </a:lnTo>
                  <a:lnTo>
                    <a:pt x="426282" y="1199978"/>
                  </a:lnTo>
                  <a:lnTo>
                    <a:pt x="427993" y="1075018"/>
                  </a:lnTo>
                  <a:lnTo>
                    <a:pt x="429705" y="1135695"/>
                  </a:lnTo>
                  <a:lnTo>
                    <a:pt x="431416" y="1168305"/>
                  </a:lnTo>
                  <a:lnTo>
                    <a:pt x="433127" y="1145964"/>
                  </a:lnTo>
                  <a:lnTo>
                    <a:pt x="434839" y="1128124"/>
                  </a:lnTo>
                  <a:lnTo>
                    <a:pt x="436550" y="1201229"/>
                  </a:lnTo>
                  <a:lnTo>
                    <a:pt x="438262" y="1225254"/>
                  </a:lnTo>
                  <a:lnTo>
                    <a:pt x="439973" y="1257755"/>
                  </a:lnTo>
                  <a:lnTo>
                    <a:pt x="441684" y="1160672"/>
                  </a:lnTo>
                  <a:lnTo>
                    <a:pt x="443396" y="1142193"/>
                  </a:lnTo>
                  <a:lnTo>
                    <a:pt x="445107" y="1225802"/>
                  </a:lnTo>
                  <a:lnTo>
                    <a:pt x="446819" y="1246203"/>
                  </a:lnTo>
                  <a:lnTo>
                    <a:pt x="448530" y="1302158"/>
                  </a:lnTo>
                  <a:lnTo>
                    <a:pt x="450241" y="1286866"/>
                  </a:lnTo>
                  <a:lnTo>
                    <a:pt x="451953" y="1320462"/>
                  </a:lnTo>
                  <a:lnTo>
                    <a:pt x="453664" y="1326235"/>
                  </a:lnTo>
                  <a:lnTo>
                    <a:pt x="455376" y="1310004"/>
                  </a:lnTo>
                  <a:lnTo>
                    <a:pt x="457087" y="1303434"/>
                  </a:lnTo>
                  <a:lnTo>
                    <a:pt x="458798" y="1289413"/>
                  </a:lnTo>
                  <a:lnTo>
                    <a:pt x="460510" y="1298882"/>
                  </a:lnTo>
                  <a:lnTo>
                    <a:pt x="462221" y="1204593"/>
                  </a:lnTo>
                  <a:lnTo>
                    <a:pt x="463933" y="1172077"/>
                  </a:lnTo>
                  <a:lnTo>
                    <a:pt x="465644" y="1315853"/>
                  </a:lnTo>
                  <a:lnTo>
                    <a:pt x="467355" y="1352196"/>
                  </a:lnTo>
                  <a:lnTo>
                    <a:pt x="469067" y="1353299"/>
                  </a:lnTo>
                  <a:lnTo>
                    <a:pt x="470778" y="1324758"/>
                  </a:lnTo>
                  <a:lnTo>
                    <a:pt x="472490" y="1348975"/>
                  </a:lnTo>
                  <a:lnTo>
                    <a:pt x="474201" y="1330413"/>
                  </a:lnTo>
                  <a:lnTo>
                    <a:pt x="475912" y="1322116"/>
                  </a:lnTo>
                  <a:lnTo>
                    <a:pt x="477624" y="1295616"/>
                  </a:lnTo>
                  <a:lnTo>
                    <a:pt x="479335" y="1271579"/>
                  </a:lnTo>
                  <a:lnTo>
                    <a:pt x="481047" y="1304122"/>
                  </a:lnTo>
                  <a:lnTo>
                    <a:pt x="482758" y="1333159"/>
                  </a:lnTo>
                  <a:lnTo>
                    <a:pt x="484469" y="1333342"/>
                  </a:lnTo>
                  <a:lnTo>
                    <a:pt x="486181" y="1314825"/>
                  </a:lnTo>
                  <a:lnTo>
                    <a:pt x="487892" y="1338765"/>
                  </a:lnTo>
                  <a:lnTo>
                    <a:pt x="489604" y="1356324"/>
                  </a:lnTo>
                  <a:lnTo>
                    <a:pt x="491315" y="1380045"/>
                  </a:lnTo>
                  <a:lnTo>
                    <a:pt x="493026" y="1385015"/>
                  </a:lnTo>
                  <a:lnTo>
                    <a:pt x="494738" y="1364586"/>
                  </a:lnTo>
                  <a:lnTo>
                    <a:pt x="496449" y="1363839"/>
                  </a:lnTo>
                  <a:lnTo>
                    <a:pt x="498160" y="1329024"/>
                  </a:lnTo>
                  <a:lnTo>
                    <a:pt x="499872" y="1205364"/>
                  </a:lnTo>
                  <a:lnTo>
                    <a:pt x="501583" y="1194227"/>
                  </a:lnTo>
                  <a:lnTo>
                    <a:pt x="503295" y="1183002"/>
                  </a:lnTo>
                  <a:lnTo>
                    <a:pt x="505006" y="1232014"/>
                  </a:lnTo>
                  <a:lnTo>
                    <a:pt x="506717" y="1256477"/>
                  </a:lnTo>
                  <a:lnTo>
                    <a:pt x="508429" y="1274834"/>
                  </a:lnTo>
                  <a:lnTo>
                    <a:pt x="510140" y="1257400"/>
                  </a:lnTo>
                  <a:lnTo>
                    <a:pt x="511852" y="1261446"/>
                  </a:lnTo>
                  <a:lnTo>
                    <a:pt x="513563" y="1224033"/>
                  </a:lnTo>
                  <a:lnTo>
                    <a:pt x="515274" y="1165776"/>
                  </a:lnTo>
                  <a:lnTo>
                    <a:pt x="516986" y="1128915"/>
                  </a:lnTo>
                  <a:lnTo>
                    <a:pt x="518697" y="1160896"/>
                  </a:lnTo>
                  <a:lnTo>
                    <a:pt x="520409" y="1137317"/>
                  </a:lnTo>
                  <a:lnTo>
                    <a:pt x="522120" y="1074672"/>
                  </a:lnTo>
                  <a:lnTo>
                    <a:pt x="523831" y="1019592"/>
                  </a:lnTo>
                  <a:lnTo>
                    <a:pt x="525543" y="1002027"/>
                  </a:lnTo>
                  <a:lnTo>
                    <a:pt x="527254" y="1034265"/>
                  </a:lnTo>
                  <a:lnTo>
                    <a:pt x="528966" y="1062362"/>
                  </a:lnTo>
                  <a:lnTo>
                    <a:pt x="530677" y="1104135"/>
                  </a:lnTo>
                  <a:lnTo>
                    <a:pt x="532388" y="1211022"/>
                  </a:lnTo>
                  <a:lnTo>
                    <a:pt x="534100" y="1241996"/>
                  </a:lnTo>
                  <a:lnTo>
                    <a:pt x="535811" y="1216419"/>
                  </a:lnTo>
                  <a:lnTo>
                    <a:pt x="537523" y="1137705"/>
                  </a:lnTo>
                  <a:lnTo>
                    <a:pt x="539234" y="1177054"/>
                  </a:lnTo>
                  <a:lnTo>
                    <a:pt x="540945" y="1268511"/>
                  </a:lnTo>
                  <a:lnTo>
                    <a:pt x="542657" y="1322790"/>
                  </a:lnTo>
                  <a:lnTo>
                    <a:pt x="544368" y="1289000"/>
                  </a:lnTo>
                  <a:lnTo>
                    <a:pt x="546080" y="1287655"/>
                  </a:lnTo>
                  <a:lnTo>
                    <a:pt x="547791" y="1329120"/>
                  </a:lnTo>
                  <a:lnTo>
                    <a:pt x="549502" y="1327230"/>
                  </a:lnTo>
                  <a:lnTo>
                    <a:pt x="551214" y="1322297"/>
                  </a:lnTo>
                  <a:lnTo>
                    <a:pt x="552925" y="1298038"/>
                  </a:lnTo>
                  <a:lnTo>
                    <a:pt x="554637" y="1339775"/>
                  </a:lnTo>
                  <a:lnTo>
                    <a:pt x="556348" y="1326772"/>
                  </a:lnTo>
                  <a:lnTo>
                    <a:pt x="558059" y="1316591"/>
                  </a:lnTo>
                  <a:lnTo>
                    <a:pt x="559771" y="1270786"/>
                  </a:lnTo>
                  <a:lnTo>
                    <a:pt x="561482" y="1226363"/>
                  </a:lnTo>
                  <a:lnTo>
                    <a:pt x="563194" y="1254723"/>
                  </a:lnTo>
                  <a:lnTo>
                    <a:pt x="564905" y="1214453"/>
                  </a:lnTo>
                  <a:lnTo>
                    <a:pt x="566616" y="1082111"/>
                  </a:lnTo>
                  <a:lnTo>
                    <a:pt x="568328" y="1096881"/>
                  </a:lnTo>
                  <a:lnTo>
                    <a:pt x="570039" y="1097921"/>
                  </a:lnTo>
                  <a:lnTo>
                    <a:pt x="571751" y="1069722"/>
                  </a:lnTo>
                  <a:lnTo>
                    <a:pt x="573462" y="1098666"/>
                  </a:lnTo>
                  <a:lnTo>
                    <a:pt x="575173" y="1077319"/>
                  </a:lnTo>
                  <a:lnTo>
                    <a:pt x="576885" y="1147230"/>
                  </a:lnTo>
                  <a:lnTo>
                    <a:pt x="578596" y="1234172"/>
                  </a:lnTo>
                  <a:lnTo>
                    <a:pt x="580308" y="1255520"/>
                  </a:lnTo>
                  <a:lnTo>
                    <a:pt x="582019" y="1259745"/>
                  </a:lnTo>
                  <a:lnTo>
                    <a:pt x="583730" y="1279037"/>
                  </a:lnTo>
                  <a:lnTo>
                    <a:pt x="585442" y="1338380"/>
                  </a:lnTo>
                  <a:lnTo>
                    <a:pt x="587153" y="1305243"/>
                  </a:lnTo>
                  <a:lnTo>
                    <a:pt x="588865" y="1291730"/>
                  </a:lnTo>
                  <a:lnTo>
                    <a:pt x="590576" y="1268143"/>
                  </a:lnTo>
                  <a:lnTo>
                    <a:pt x="592287" y="1335510"/>
                  </a:lnTo>
                  <a:lnTo>
                    <a:pt x="593999" y="1211769"/>
                  </a:lnTo>
                  <a:lnTo>
                    <a:pt x="595710" y="1170508"/>
                  </a:lnTo>
                  <a:lnTo>
                    <a:pt x="597421" y="1239828"/>
                  </a:lnTo>
                  <a:lnTo>
                    <a:pt x="599133" y="1307481"/>
                  </a:lnTo>
                  <a:lnTo>
                    <a:pt x="600844" y="1371903"/>
                  </a:lnTo>
                  <a:lnTo>
                    <a:pt x="602556" y="1352387"/>
                  </a:lnTo>
                  <a:lnTo>
                    <a:pt x="604267" y="1315049"/>
                  </a:lnTo>
                  <a:lnTo>
                    <a:pt x="605978" y="1320047"/>
                  </a:lnTo>
                  <a:lnTo>
                    <a:pt x="607690" y="1357649"/>
                  </a:lnTo>
                  <a:lnTo>
                    <a:pt x="609401" y="1402052"/>
                  </a:lnTo>
                  <a:lnTo>
                    <a:pt x="611113" y="1388889"/>
                  </a:lnTo>
                  <a:lnTo>
                    <a:pt x="612824" y="1369632"/>
                  </a:lnTo>
                  <a:lnTo>
                    <a:pt x="614535" y="1377950"/>
                  </a:lnTo>
                  <a:lnTo>
                    <a:pt x="616247" y="1359872"/>
                  </a:lnTo>
                  <a:lnTo>
                    <a:pt x="617958" y="1332767"/>
                  </a:lnTo>
                  <a:lnTo>
                    <a:pt x="619670" y="1314782"/>
                  </a:lnTo>
                  <a:lnTo>
                    <a:pt x="621381" y="1287078"/>
                  </a:lnTo>
                  <a:lnTo>
                    <a:pt x="623092" y="1255167"/>
                  </a:lnTo>
                  <a:lnTo>
                    <a:pt x="624804" y="1213883"/>
                  </a:lnTo>
                  <a:lnTo>
                    <a:pt x="626515" y="1096632"/>
                  </a:lnTo>
                  <a:lnTo>
                    <a:pt x="628227" y="1097191"/>
                  </a:lnTo>
                  <a:lnTo>
                    <a:pt x="629938" y="1045240"/>
                  </a:lnTo>
                  <a:lnTo>
                    <a:pt x="631649" y="1003032"/>
                  </a:lnTo>
                  <a:lnTo>
                    <a:pt x="633361" y="1040279"/>
                  </a:lnTo>
                  <a:lnTo>
                    <a:pt x="635072" y="1028307"/>
                  </a:lnTo>
                  <a:lnTo>
                    <a:pt x="636784" y="1091784"/>
                  </a:lnTo>
                  <a:lnTo>
                    <a:pt x="638495" y="1062142"/>
                  </a:lnTo>
                  <a:lnTo>
                    <a:pt x="640206" y="1063916"/>
                  </a:lnTo>
                  <a:lnTo>
                    <a:pt x="641918" y="1101314"/>
                  </a:lnTo>
                  <a:lnTo>
                    <a:pt x="643629" y="1140082"/>
                  </a:lnTo>
                  <a:lnTo>
                    <a:pt x="645341" y="1170093"/>
                  </a:lnTo>
                  <a:lnTo>
                    <a:pt x="647052" y="1136277"/>
                  </a:lnTo>
                  <a:lnTo>
                    <a:pt x="648763" y="1115702"/>
                  </a:lnTo>
                  <a:lnTo>
                    <a:pt x="650475" y="1096988"/>
                  </a:lnTo>
                  <a:lnTo>
                    <a:pt x="652186" y="1074133"/>
                  </a:lnTo>
                  <a:lnTo>
                    <a:pt x="653898" y="1047098"/>
                  </a:lnTo>
                  <a:lnTo>
                    <a:pt x="655609" y="1089682"/>
                  </a:lnTo>
                  <a:lnTo>
                    <a:pt x="657320" y="1146706"/>
                  </a:lnTo>
                  <a:lnTo>
                    <a:pt x="659032" y="1125114"/>
                  </a:lnTo>
                  <a:lnTo>
                    <a:pt x="660743" y="1128770"/>
                  </a:lnTo>
                  <a:lnTo>
                    <a:pt x="662455" y="1101743"/>
                  </a:lnTo>
                  <a:lnTo>
                    <a:pt x="664166" y="1185842"/>
                  </a:lnTo>
                  <a:lnTo>
                    <a:pt x="665877" y="1285037"/>
                  </a:lnTo>
                  <a:lnTo>
                    <a:pt x="667589" y="1250050"/>
                  </a:lnTo>
                  <a:lnTo>
                    <a:pt x="669300" y="1283368"/>
                  </a:lnTo>
                  <a:lnTo>
                    <a:pt x="671012" y="1274539"/>
                  </a:lnTo>
                  <a:lnTo>
                    <a:pt x="672723" y="1279530"/>
                  </a:lnTo>
                  <a:lnTo>
                    <a:pt x="674434" y="1228224"/>
                  </a:lnTo>
                  <a:lnTo>
                    <a:pt x="676146" y="1203371"/>
                  </a:lnTo>
                  <a:lnTo>
                    <a:pt x="677857" y="1288583"/>
                  </a:lnTo>
                  <a:lnTo>
                    <a:pt x="679569" y="1297184"/>
                  </a:lnTo>
                  <a:lnTo>
                    <a:pt x="681280" y="1292233"/>
                  </a:lnTo>
                  <a:lnTo>
                    <a:pt x="682991" y="1171867"/>
                  </a:lnTo>
                  <a:lnTo>
                    <a:pt x="684703" y="1132715"/>
                  </a:lnTo>
                  <a:lnTo>
                    <a:pt x="686414" y="1168967"/>
                  </a:lnTo>
                  <a:lnTo>
                    <a:pt x="688126" y="1267333"/>
                  </a:lnTo>
                  <a:lnTo>
                    <a:pt x="689837" y="1281086"/>
                  </a:lnTo>
                  <a:lnTo>
                    <a:pt x="691548" y="1309659"/>
                  </a:lnTo>
                  <a:lnTo>
                    <a:pt x="693260" y="1321620"/>
                  </a:lnTo>
                  <a:lnTo>
                    <a:pt x="694971" y="1306794"/>
                  </a:lnTo>
                  <a:lnTo>
                    <a:pt x="696683" y="1288524"/>
                  </a:lnTo>
                  <a:lnTo>
                    <a:pt x="698394" y="1166030"/>
                  </a:lnTo>
                  <a:lnTo>
                    <a:pt x="700105" y="1146662"/>
                  </a:lnTo>
                  <a:lnTo>
                    <a:pt x="701817" y="1227588"/>
                  </a:lnTo>
                  <a:lnTo>
                    <a:pt x="703528" y="1207451"/>
                  </a:lnTo>
                  <a:lnTo>
                    <a:pt x="705239" y="1090665"/>
                  </a:lnTo>
                  <a:lnTo>
                    <a:pt x="706951" y="1071011"/>
                  </a:lnTo>
                  <a:lnTo>
                    <a:pt x="708662" y="1133900"/>
                  </a:lnTo>
                  <a:lnTo>
                    <a:pt x="710374" y="1157759"/>
                  </a:lnTo>
                  <a:lnTo>
                    <a:pt x="712085" y="1184900"/>
                  </a:lnTo>
                  <a:lnTo>
                    <a:pt x="713796" y="1199073"/>
                  </a:lnTo>
                  <a:lnTo>
                    <a:pt x="715508" y="1274953"/>
                  </a:lnTo>
                  <a:lnTo>
                    <a:pt x="717219" y="1167608"/>
                  </a:lnTo>
                  <a:lnTo>
                    <a:pt x="718931" y="1135070"/>
                  </a:lnTo>
                  <a:lnTo>
                    <a:pt x="720642" y="1137082"/>
                  </a:lnTo>
                  <a:lnTo>
                    <a:pt x="722353" y="1236859"/>
                  </a:lnTo>
                  <a:lnTo>
                    <a:pt x="724065" y="1277295"/>
                  </a:lnTo>
                  <a:lnTo>
                    <a:pt x="725776" y="1267355"/>
                  </a:lnTo>
                  <a:lnTo>
                    <a:pt x="727488" y="1214167"/>
                  </a:lnTo>
                  <a:lnTo>
                    <a:pt x="729199" y="1190211"/>
                  </a:lnTo>
                  <a:lnTo>
                    <a:pt x="730910" y="1151293"/>
                  </a:lnTo>
                  <a:lnTo>
                    <a:pt x="732622" y="1171953"/>
                  </a:lnTo>
                  <a:lnTo>
                    <a:pt x="734333" y="1199084"/>
                  </a:lnTo>
                  <a:lnTo>
                    <a:pt x="736045" y="1248007"/>
                  </a:lnTo>
                  <a:lnTo>
                    <a:pt x="737756" y="1286161"/>
                  </a:lnTo>
                  <a:lnTo>
                    <a:pt x="739467" y="1260345"/>
                  </a:lnTo>
                  <a:lnTo>
                    <a:pt x="741179" y="1152249"/>
                  </a:lnTo>
                  <a:lnTo>
                    <a:pt x="742890" y="1126885"/>
                  </a:lnTo>
                  <a:lnTo>
                    <a:pt x="744602" y="1121012"/>
                  </a:lnTo>
                  <a:lnTo>
                    <a:pt x="746313" y="1150804"/>
                  </a:lnTo>
                  <a:lnTo>
                    <a:pt x="748024" y="1153577"/>
                  </a:lnTo>
                  <a:lnTo>
                    <a:pt x="749736" y="1154871"/>
                  </a:lnTo>
                  <a:lnTo>
                    <a:pt x="751447" y="1171637"/>
                  </a:lnTo>
                  <a:lnTo>
                    <a:pt x="753159" y="1207486"/>
                  </a:lnTo>
                  <a:lnTo>
                    <a:pt x="754870" y="1275084"/>
                  </a:lnTo>
                  <a:lnTo>
                    <a:pt x="756581" y="1279584"/>
                  </a:lnTo>
                  <a:lnTo>
                    <a:pt x="758293" y="1293507"/>
                  </a:lnTo>
                  <a:lnTo>
                    <a:pt x="760004" y="1290995"/>
                  </a:lnTo>
                  <a:lnTo>
                    <a:pt x="761716" y="1199043"/>
                  </a:lnTo>
                  <a:lnTo>
                    <a:pt x="763427" y="1150892"/>
                  </a:lnTo>
                  <a:lnTo>
                    <a:pt x="765138" y="1142329"/>
                  </a:lnTo>
                  <a:lnTo>
                    <a:pt x="766850" y="1168055"/>
                  </a:lnTo>
                  <a:lnTo>
                    <a:pt x="768561" y="1149577"/>
                  </a:lnTo>
                  <a:lnTo>
                    <a:pt x="770273" y="1121245"/>
                  </a:lnTo>
                  <a:lnTo>
                    <a:pt x="771984" y="1166785"/>
                  </a:lnTo>
                  <a:lnTo>
                    <a:pt x="773695" y="1167506"/>
                  </a:lnTo>
                  <a:lnTo>
                    <a:pt x="775407" y="1176751"/>
                  </a:lnTo>
                  <a:lnTo>
                    <a:pt x="777118" y="1121323"/>
                  </a:lnTo>
                  <a:lnTo>
                    <a:pt x="778830" y="1069425"/>
                  </a:lnTo>
                  <a:lnTo>
                    <a:pt x="780541" y="1047289"/>
                  </a:lnTo>
                  <a:lnTo>
                    <a:pt x="782252" y="1015376"/>
                  </a:lnTo>
                  <a:lnTo>
                    <a:pt x="783964" y="1045984"/>
                  </a:lnTo>
                  <a:lnTo>
                    <a:pt x="785675" y="1081007"/>
                  </a:lnTo>
                  <a:lnTo>
                    <a:pt x="787387" y="1084351"/>
                  </a:lnTo>
                  <a:lnTo>
                    <a:pt x="789098" y="1105906"/>
                  </a:lnTo>
                  <a:lnTo>
                    <a:pt x="790809" y="1112559"/>
                  </a:lnTo>
                  <a:lnTo>
                    <a:pt x="792521" y="1215162"/>
                  </a:lnTo>
                  <a:lnTo>
                    <a:pt x="794232" y="1214298"/>
                  </a:lnTo>
                  <a:lnTo>
                    <a:pt x="795944" y="1103103"/>
                  </a:lnTo>
                  <a:lnTo>
                    <a:pt x="797655" y="1126588"/>
                  </a:lnTo>
                  <a:lnTo>
                    <a:pt x="799366" y="1100378"/>
                  </a:lnTo>
                  <a:lnTo>
                    <a:pt x="801078" y="1131410"/>
                  </a:lnTo>
                  <a:lnTo>
                    <a:pt x="802789" y="1161151"/>
                  </a:lnTo>
                  <a:lnTo>
                    <a:pt x="804501" y="1282701"/>
                  </a:lnTo>
                  <a:lnTo>
                    <a:pt x="806212" y="1323053"/>
                  </a:lnTo>
                  <a:lnTo>
                    <a:pt x="807923" y="1352393"/>
                  </a:lnTo>
                  <a:lnTo>
                    <a:pt x="809635" y="1353181"/>
                  </a:lnTo>
                  <a:lnTo>
                    <a:pt x="811346" y="1395647"/>
                  </a:lnTo>
                  <a:lnTo>
                    <a:pt x="813057" y="1416603"/>
                  </a:lnTo>
                  <a:lnTo>
                    <a:pt x="814769" y="1413719"/>
                  </a:lnTo>
                  <a:lnTo>
                    <a:pt x="816480" y="1399112"/>
                  </a:lnTo>
                  <a:lnTo>
                    <a:pt x="818192" y="1405163"/>
                  </a:lnTo>
                  <a:lnTo>
                    <a:pt x="819903" y="1432570"/>
                  </a:lnTo>
                  <a:lnTo>
                    <a:pt x="821614" y="1417696"/>
                  </a:lnTo>
                  <a:lnTo>
                    <a:pt x="823326" y="1387357"/>
                  </a:lnTo>
                  <a:lnTo>
                    <a:pt x="825037" y="1379505"/>
                  </a:lnTo>
                  <a:lnTo>
                    <a:pt x="826749" y="1345594"/>
                  </a:lnTo>
                  <a:lnTo>
                    <a:pt x="828460" y="1359634"/>
                  </a:lnTo>
                  <a:lnTo>
                    <a:pt x="830171" y="1344610"/>
                  </a:lnTo>
                  <a:lnTo>
                    <a:pt x="831883" y="1310820"/>
                  </a:lnTo>
                  <a:lnTo>
                    <a:pt x="833594" y="1317137"/>
                  </a:lnTo>
                  <a:lnTo>
                    <a:pt x="835306" y="1302572"/>
                  </a:lnTo>
                  <a:lnTo>
                    <a:pt x="837017" y="1271045"/>
                  </a:lnTo>
                  <a:lnTo>
                    <a:pt x="838728" y="1257356"/>
                  </a:lnTo>
                  <a:lnTo>
                    <a:pt x="840440" y="1270046"/>
                  </a:lnTo>
                  <a:lnTo>
                    <a:pt x="842151" y="1189331"/>
                  </a:lnTo>
                  <a:lnTo>
                    <a:pt x="843863" y="1142643"/>
                  </a:lnTo>
                  <a:lnTo>
                    <a:pt x="845574" y="1140691"/>
                  </a:lnTo>
                  <a:lnTo>
                    <a:pt x="847285" y="1180434"/>
                  </a:lnTo>
                  <a:lnTo>
                    <a:pt x="848997" y="1236590"/>
                  </a:lnTo>
                  <a:lnTo>
                    <a:pt x="850708" y="1277292"/>
                  </a:lnTo>
                  <a:lnTo>
                    <a:pt x="852420" y="1295910"/>
                  </a:lnTo>
                  <a:lnTo>
                    <a:pt x="854131" y="1259348"/>
                  </a:lnTo>
                  <a:lnTo>
                    <a:pt x="855842" y="1281872"/>
                  </a:lnTo>
                  <a:lnTo>
                    <a:pt x="857554" y="1292413"/>
                  </a:lnTo>
                  <a:lnTo>
                    <a:pt x="859265" y="1245240"/>
                  </a:lnTo>
                  <a:lnTo>
                    <a:pt x="860977" y="1197376"/>
                  </a:lnTo>
                  <a:lnTo>
                    <a:pt x="862688" y="1254000"/>
                  </a:lnTo>
                  <a:lnTo>
                    <a:pt x="864399" y="1285979"/>
                  </a:lnTo>
                  <a:lnTo>
                    <a:pt x="866111" y="1278123"/>
                  </a:lnTo>
                  <a:lnTo>
                    <a:pt x="867822" y="1205114"/>
                  </a:lnTo>
                  <a:lnTo>
                    <a:pt x="869534" y="1202782"/>
                  </a:lnTo>
                  <a:lnTo>
                    <a:pt x="871245" y="1265603"/>
                  </a:lnTo>
                  <a:lnTo>
                    <a:pt x="872956" y="1313319"/>
                  </a:lnTo>
                  <a:lnTo>
                    <a:pt x="874668" y="1302110"/>
                  </a:lnTo>
                  <a:lnTo>
                    <a:pt x="876379" y="1321368"/>
                  </a:lnTo>
                  <a:lnTo>
                    <a:pt x="878091" y="1316276"/>
                  </a:lnTo>
                  <a:lnTo>
                    <a:pt x="879802" y="1316836"/>
                  </a:lnTo>
                  <a:lnTo>
                    <a:pt x="881513" y="1334263"/>
                  </a:lnTo>
                  <a:lnTo>
                    <a:pt x="883225" y="1335029"/>
                  </a:lnTo>
                  <a:lnTo>
                    <a:pt x="884936" y="1366367"/>
                  </a:lnTo>
                  <a:lnTo>
                    <a:pt x="886648" y="1284089"/>
                  </a:lnTo>
                  <a:lnTo>
                    <a:pt x="888359" y="1315682"/>
                  </a:lnTo>
                  <a:lnTo>
                    <a:pt x="890070" y="1268884"/>
                  </a:lnTo>
                  <a:lnTo>
                    <a:pt x="891782" y="1377179"/>
                  </a:lnTo>
                  <a:lnTo>
                    <a:pt x="893493" y="1393400"/>
                  </a:lnTo>
                  <a:lnTo>
                    <a:pt x="895205" y="1286477"/>
                  </a:lnTo>
                  <a:lnTo>
                    <a:pt x="896916" y="1281139"/>
                  </a:lnTo>
                  <a:lnTo>
                    <a:pt x="898627" y="1338386"/>
                  </a:lnTo>
                  <a:lnTo>
                    <a:pt x="900339" y="1314351"/>
                  </a:lnTo>
                  <a:lnTo>
                    <a:pt x="902050" y="1229882"/>
                  </a:lnTo>
                  <a:lnTo>
                    <a:pt x="903762" y="1148063"/>
                  </a:lnTo>
                  <a:lnTo>
                    <a:pt x="905473" y="1194662"/>
                  </a:lnTo>
                  <a:lnTo>
                    <a:pt x="907184" y="1276780"/>
                  </a:lnTo>
                  <a:lnTo>
                    <a:pt x="908896" y="1274084"/>
                  </a:lnTo>
                  <a:lnTo>
                    <a:pt x="910607" y="1203500"/>
                  </a:lnTo>
                  <a:lnTo>
                    <a:pt x="912319" y="1151946"/>
                  </a:lnTo>
                  <a:lnTo>
                    <a:pt x="914030" y="1195494"/>
                  </a:lnTo>
                  <a:lnTo>
                    <a:pt x="915741" y="1180341"/>
                  </a:lnTo>
                  <a:lnTo>
                    <a:pt x="917453" y="1208142"/>
                  </a:lnTo>
                  <a:lnTo>
                    <a:pt x="919164" y="1194036"/>
                  </a:lnTo>
                  <a:lnTo>
                    <a:pt x="920875" y="1136004"/>
                  </a:lnTo>
                  <a:lnTo>
                    <a:pt x="922587" y="1125359"/>
                  </a:lnTo>
                  <a:lnTo>
                    <a:pt x="924298" y="1101739"/>
                  </a:lnTo>
                  <a:lnTo>
                    <a:pt x="926010" y="1097918"/>
                  </a:lnTo>
                  <a:lnTo>
                    <a:pt x="927721" y="1110620"/>
                  </a:lnTo>
                  <a:lnTo>
                    <a:pt x="929432" y="1079059"/>
                  </a:lnTo>
                  <a:lnTo>
                    <a:pt x="931144" y="1113433"/>
                  </a:lnTo>
                  <a:lnTo>
                    <a:pt x="932855" y="1097006"/>
                  </a:lnTo>
                  <a:lnTo>
                    <a:pt x="934567" y="1138446"/>
                  </a:lnTo>
                  <a:lnTo>
                    <a:pt x="936278" y="1228081"/>
                  </a:lnTo>
                  <a:lnTo>
                    <a:pt x="937989" y="1291492"/>
                  </a:lnTo>
                  <a:lnTo>
                    <a:pt x="939701" y="1329815"/>
                  </a:lnTo>
                  <a:lnTo>
                    <a:pt x="941412" y="1317420"/>
                  </a:lnTo>
                  <a:lnTo>
                    <a:pt x="943124" y="1274035"/>
                  </a:lnTo>
                  <a:lnTo>
                    <a:pt x="944835" y="1256678"/>
                  </a:lnTo>
                  <a:lnTo>
                    <a:pt x="946546" y="1234452"/>
                  </a:lnTo>
                  <a:lnTo>
                    <a:pt x="948258" y="1272475"/>
                  </a:lnTo>
                  <a:lnTo>
                    <a:pt x="949969" y="1219905"/>
                  </a:lnTo>
                  <a:lnTo>
                    <a:pt x="951681" y="1192863"/>
                  </a:lnTo>
                  <a:lnTo>
                    <a:pt x="953392" y="1305320"/>
                  </a:lnTo>
                  <a:lnTo>
                    <a:pt x="955103" y="1342696"/>
                  </a:lnTo>
                  <a:lnTo>
                    <a:pt x="956815" y="1235357"/>
                  </a:lnTo>
                  <a:lnTo>
                    <a:pt x="958526" y="1248286"/>
                  </a:lnTo>
                  <a:lnTo>
                    <a:pt x="960238" y="1278502"/>
                  </a:lnTo>
                  <a:lnTo>
                    <a:pt x="961949" y="1345686"/>
                  </a:lnTo>
                  <a:lnTo>
                    <a:pt x="963660" y="1371287"/>
                  </a:lnTo>
                  <a:lnTo>
                    <a:pt x="965372" y="1375653"/>
                  </a:lnTo>
                  <a:lnTo>
                    <a:pt x="967083" y="1400807"/>
                  </a:lnTo>
                  <a:lnTo>
                    <a:pt x="968795" y="1391973"/>
                  </a:lnTo>
                  <a:lnTo>
                    <a:pt x="970506" y="1396518"/>
                  </a:lnTo>
                  <a:lnTo>
                    <a:pt x="972217" y="1342230"/>
                  </a:lnTo>
                  <a:lnTo>
                    <a:pt x="973929" y="1357548"/>
                  </a:lnTo>
                  <a:lnTo>
                    <a:pt x="975640" y="1366806"/>
                  </a:lnTo>
                  <a:lnTo>
                    <a:pt x="977352" y="1416316"/>
                  </a:lnTo>
                  <a:lnTo>
                    <a:pt x="979063" y="1418914"/>
                  </a:lnTo>
                  <a:lnTo>
                    <a:pt x="980774" y="1396667"/>
                  </a:lnTo>
                  <a:lnTo>
                    <a:pt x="982486" y="1330247"/>
                  </a:lnTo>
                  <a:lnTo>
                    <a:pt x="984197" y="1351207"/>
                  </a:lnTo>
                  <a:lnTo>
                    <a:pt x="985909" y="1351591"/>
                  </a:lnTo>
                  <a:lnTo>
                    <a:pt x="987620" y="1355965"/>
                  </a:lnTo>
                  <a:lnTo>
                    <a:pt x="989331" y="1310091"/>
                  </a:lnTo>
                  <a:lnTo>
                    <a:pt x="991043" y="1326395"/>
                  </a:lnTo>
                  <a:lnTo>
                    <a:pt x="992754" y="1357629"/>
                  </a:lnTo>
                  <a:lnTo>
                    <a:pt x="994466" y="1360155"/>
                  </a:lnTo>
                  <a:lnTo>
                    <a:pt x="996177" y="1294306"/>
                  </a:lnTo>
                  <a:lnTo>
                    <a:pt x="997888" y="1169002"/>
                  </a:lnTo>
                  <a:lnTo>
                    <a:pt x="999600" y="1123763"/>
                  </a:lnTo>
                  <a:lnTo>
                    <a:pt x="1001311" y="1088659"/>
                  </a:lnTo>
                  <a:lnTo>
                    <a:pt x="1003023" y="1026481"/>
                  </a:lnTo>
                  <a:lnTo>
                    <a:pt x="1004734" y="996578"/>
                  </a:lnTo>
                  <a:lnTo>
                    <a:pt x="1006445" y="1038115"/>
                  </a:lnTo>
                  <a:lnTo>
                    <a:pt x="1008157" y="1060843"/>
                  </a:lnTo>
                  <a:lnTo>
                    <a:pt x="1009868" y="1104977"/>
                  </a:lnTo>
                  <a:lnTo>
                    <a:pt x="1011580" y="1117752"/>
                  </a:lnTo>
                  <a:lnTo>
                    <a:pt x="1013291" y="1163953"/>
                  </a:lnTo>
                  <a:lnTo>
                    <a:pt x="1015002" y="1230773"/>
                  </a:lnTo>
                  <a:lnTo>
                    <a:pt x="1016714" y="1227427"/>
                  </a:lnTo>
                  <a:lnTo>
                    <a:pt x="1018425" y="1194024"/>
                  </a:lnTo>
                  <a:lnTo>
                    <a:pt x="1020136" y="1186550"/>
                  </a:lnTo>
                  <a:lnTo>
                    <a:pt x="1021848" y="1218673"/>
                  </a:lnTo>
                  <a:lnTo>
                    <a:pt x="1023559" y="1223940"/>
                  </a:lnTo>
                  <a:lnTo>
                    <a:pt x="1025271" y="1292110"/>
                  </a:lnTo>
                  <a:lnTo>
                    <a:pt x="1026982" y="1350939"/>
                  </a:lnTo>
                  <a:lnTo>
                    <a:pt x="1028693" y="1425178"/>
                  </a:lnTo>
                  <a:lnTo>
                    <a:pt x="1030405" y="1421430"/>
                  </a:lnTo>
                  <a:lnTo>
                    <a:pt x="1032116" y="1410801"/>
                  </a:lnTo>
                  <a:lnTo>
                    <a:pt x="1033828" y="1370693"/>
                  </a:lnTo>
                  <a:lnTo>
                    <a:pt x="1035539" y="1392405"/>
                  </a:lnTo>
                  <a:lnTo>
                    <a:pt x="1037250" y="1413103"/>
                  </a:lnTo>
                  <a:lnTo>
                    <a:pt x="1038962" y="1352453"/>
                  </a:lnTo>
                  <a:lnTo>
                    <a:pt x="1040673" y="1342917"/>
                  </a:lnTo>
                  <a:lnTo>
                    <a:pt x="1042385" y="1346976"/>
                  </a:lnTo>
                  <a:lnTo>
                    <a:pt x="1044096" y="1405548"/>
                  </a:lnTo>
                  <a:lnTo>
                    <a:pt x="1045807" y="1375976"/>
                  </a:lnTo>
                  <a:lnTo>
                    <a:pt x="1047519" y="1342597"/>
                  </a:lnTo>
                  <a:lnTo>
                    <a:pt x="1049230" y="1320977"/>
                  </a:lnTo>
                  <a:lnTo>
                    <a:pt x="1050942" y="1340773"/>
                  </a:lnTo>
                  <a:lnTo>
                    <a:pt x="1052653" y="1364260"/>
                  </a:lnTo>
                  <a:lnTo>
                    <a:pt x="1054364" y="1361290"/>
                  </a:lnTo>
                  <a:lnTo>
                    <a:pt x="1056076" y="1295987"/>
                  </a:lnTo>
                  <a:lnTo>
                    <a:pt x="1057787" y="1301257"/>
                  </a:lnTo>
                  <a:lnTo>
                    <a:pt x="1059499" y="1333690"/>
                  </a:lnTo>
                  <a:lnTo>
                    <a:pt x="1061210" y="1345964"/>
                  </a:lnTo>
                  <a:lnTo>
                    <a:pt x="1062921" y="1319949"/>
                  </a:lnTo>
                  <a:lnTo>
                    <a:pt x="1064633" y="1255438"/>
                  </a:lnTo>
                  <a:lnTo>
                    <a:pt x="1066344" y="1238634"/>
                  </a:lnTo>
                  <a:lnTo>
                    <a:pt x="1068056" y="1263819"/>
                  </a:lnTo>
                  <a:lnTo>
                    <a:pt x="1069767" y="1305065"/>
                  </a:lnTo>
                  <a:lnTo>
                    <a:pt x="1071478" y="1257285"/>
                  </a:lnTo>
                  <a:lnTo>
                    <a:pt x="1073190" y="1241834"/>
                  </a:lnTo>
                  <a:lnTo>
                    <a:pt x="1074901" y="1191769"/>
                  </a:lnTo>
                  <a:lnTo>
                    <a:pt x="1076613" y="1196940"/>
                  </a:lnTo>
                  <a:lnTo>
                    <a:pt x="1078324" y="1197348"/>
                  </a:lnTo>
                  <a:lnTo>
                    <a:pt x="1080035" y="1184688"/>
                  </a:lnTo>
                  <a:lnTo>
                    <a:pt x="1081747" y="1223197"/>
                  </a:lnTo>
                  <a:lnTo>
                    <a:pt x="1083458" y="1259484"/>
                  </a:lnTo>
                  <a:lnTo>
                    <a:pt x="1085170" y="1245852"/>
                  </a:lnTo>
                  <a:lnTo>
                    <a:pt x="1086881" y="1229382"/>
                  </a:lnTo>
                  <a:lnTo>
                    <a:pt x="1088592" y="1187047"/>
                  </a:lnTo>
                  <a:lnTo>
                    <a:pt x="1090304" y="1205074"/>
                  </a:lnTo>
                  <a:lnTo>
                    <a:pt x="1092015" y="1150678"/>
                  </a:lnTo>
                  <a:lnTo>
                    <a:pt x="1093727" y="1213276"/>
                  </a:lnTo>
                  <a:lnTo>
                    <a:pt x="1095438" y="1223432"/>
                  </a:lnTo>
                  <a:lnTo>
                    <a:pt x="1097149" y="1322461"/>
                  </a:lnTo>
                  <a:lnTo>
                    <a:pt x="1098861" y="1344124"/>
                  </a:lnTo>
                  <a:lnTo>
                    <a:pt x="1100572" y="1369078"/>
                  </a:lnTo>
                  <a:lnTo>
                    <a:pt x="1102284" y="1334005"/>
                  </a:lnTo>
                  <a:lnTo>
                    <a:pt x="1103995" y="1360314"/>
                  </a:lnTo>
                  <a:lnTo>
                    <a:pt x="1105706" y="1333517"/>
                  </a:lnTo>
                  <a:lnTo>
                    <a:pt x="1107418" y="1287212"/>
                  </a:lnTo>
                  <a:lnTo>
                    <a:pt x="1109129" y="1312994"/>
                  </a:lnTo>
                  <a:lnTo>
                    <a:pt x="1110841" y="1385579"/>
                  </a:lnTo>
                  <a:lnTo>
                    <a:pt x="1112552" y="1375526"/>
                  </a:lnTo>
                  <a:lnTo>
                    <a:pt x="1114263" y="1336680"/>
                  </a:lnTo>
                  <a:lnTo>
                    <a:pt x="1115975" y="1374426"/>
                  </a:lnTo>
                  <a:lnTo>
                    <a:pt x="1117686" y="1357581"/>
                  </a:lnTo>
                  <a:lnTo>
                    <a:pt x="1119398" y="1319464"/>
                  </a:lnTo>
                  <a:lnTo>
                    <a:pt x="1121109" y="1272296"/>
                  </a:lnTo>
                  <a:lnTo>
                    <a:pt x="1122820" y="1233234"/>
                  </a:lnTo>
                  <a:lnTo>
                    <a:pt x="1124532" y="1253929"/>
                  </a:lnTo>
                  <a:lnTo>
                    <a:pt x="1126243" y="1246399"/>
                  </a:lnTo>
                  <a:lnTo>
                    <a:pt x="1127954" y="1278215"/>
                  </a:lnTo>
                  <a:lnTo>
                    <a:pt x="1129666" y="1232305"/>
                  </a:lnTo>
                  <a:lnTo>
                    <a:pt x="1131377" y="1258091"/>
                  </a:lnTo>
                  <a:lnTo>
                    <a:pt x="1133089" y="1279817"/>
                  </a:lnTo>
                  <a:lnTo>
                    <a:pt x="1134800" y="1277909"/>
                  </a:lnTo>
                  <a:lnTo>
                    <a:pt x="1136511" y="1241382"/>
                  </a:lnTo>
                  <a:lnTo>
                    <a:pt x="1138223" y="1193100"/>
                  </a:lnTo>
                  <a:lnTo>
                    <a:pt x="1139934" y="1245546"/>
                  </a:lnTo>
                  <a:lnTo>
                    <a:pt x="1141646" y="1232277"/>
                  </a:lnTo>
                  <a:lnTo>
                    <a:pt x="1143357" y="1281759"/>
                  </a:lnTo>
                  <a:lnTo>
                    <a:pt x="1145068" y="1303581"/>
                  </a:lnTo>
                  <a:lnTo>
                    <a:pt x="1146780" y="1242183"/>
                  </a:lnTo>
                  <a:lnTo>
                    <a:pt x="1148491" y="1272089"/>
                  </a:lnTo>
                  <a:lnTo>
                    <a:pt x="1150203" y="1222436"/>
                  </a:lnTo>
                  <a:lnTo>
                    <a:pt x="1151914" y="1193483"/>
                  </a:lnTo>
                  <a:lnTo>
                    <a:pt x="1153625" y="1185543"/>
                  </a:lnTo>
                  <a:lnTo>
                    <a:pt x="1155337" y="1176486"/>
                  </a:lnTo>
                  <a:lnTo>
                    <a:pt x="1157048" y="1246117"/>
                  </a:lnTo>
                  <a:lnTo>
                    <a:pt x="1158760" y="1231691"/>
                  </a:lnTo>
                  <a:lnTo>
                    <a:pt x="1160471" y="1206551"/>
                  </a:lnTo>
                  <a:lnTo>
                    <a:pt x="1162182" y="1135868"/>
                  </a:lnTo>
                  <a:lnTo>
                    <a:pt x="1163894" y="1137202"/>
                  </a:lnTo>
                  <a:lnTo>
                    <a:pt x="1165605" y="1169794"/>
                  </a:lnTo>
                  <a:lnTo>
                    <a:pt x="1167317" y="1153725"/>
                  </a:lnTo>
                  <a:lnTo>
                    <a:pt x="1169028" y="1130003"/>
                  </a:lnTo>
                  <a:lnTo>
                    <a:pt x="1170739" y="1149035"/>
                  </a:lnTo>
                  <a:lnTo>
                    <a:pt x="1172451" y="1177339"/>
                  </a:lnTo>
                  <a:lnTo>
                    <a:pt x="1174162" y="1170687"/>
                  </a:lnTo>
                  <a:lnTo>
                    <a:pt x="1175874" y="1149717"/>
                  </a:lnTo>
                  <a:lnTo>
                    <a:pt x="1177585" y="1144124"/>
                  </a:lnTo>
                  <a:lnTo>
                    <a:pt x="1179296" y="1114311"/>
                  </a:lnTo>
                  <a:lnTo>
                    <a:pt x="1181008" y="1132149"/>
                  </a:lnTo>
                  <a:lnTo>
                    <a:pt x="1182719" y="1091013"/>
                  </a:lnTo>
                  <a:lnTo>
                    <a:pt x="1184431" y="1069596"/>
                  </a:lnTo>
                  <a:lnTo>
                    <a:pt x="1186142" y="1043648"/>
                  </a:lnTo>
                  <a:lnTo>
                    <a:pt x="1187853" y="1074092"/>
                  </a:lnTo>
                  <a:lnTo>
                    <a:pt x="1189565" y="1105764"/>
                  </a:lnTo>
                  <a:lnTo>
                    <a:pt x="1191276" y="1118176"/>
                  </a:lnTo>
                  <a:lnTo>
                    <a:pt x="1192988" y="1175040"/>
                  </a:lnTo>
                  <a:lnTo>
                    <a:pt x="1194699" y="1212008"/>
                  </a:lnTo>
                  <a:lnTo>
                    <a:pt x="1196410" y="1256041"/>
                  </a:lnTo>
                  <a:lnTo>
                    <a:pt x="1198122" y="1244434"/>
                  </a:lnTo>
                  <a:lnTo>
                    <a:pt x="1199833" y="1294868"/>
                  </a:lnTo>
                  <a:lnTo>
                    <a:pt x="1201545" y="1294332"/>
                  </a:lnTo>
                  <a:lnTo>
                    <a:pt x="1203256" y="1325304"/>
                  </a:lnTo>
                  <a:lnTo>
                    <a:pt x="1204967" y="1304322"/>
                  </a:lnTo>
                  <a:lnTo>
                    <a:pt x="1206679" y="1271024"/>
                  </a:lnTo>
                  <a:lnTo>
                    <a:pt x="1208390" y="1254481"/>
                  </a:lnTo>
                  <a:lnTo>
                    <a:pt x="1210102" y="1272708"/>
                  </a:lnTo>
                  <a:lnTo>
                    <a:pt x="1211813" y="1326477"/>
                  </a:lnTo>
                  <a:lnTo>
                    <a:pt x="1213524" y="1293772"/>
                  </a:lnTo>
                  <a:lnTo>
                    <a:pt x="1215236" y="1310908"/>
                  </a:lnTo>
                  <a:lnTo>
                    <a:pt x="1216947" y="1307909"/>
                  </a:lnTo>
                  <a:lnTo>
                    <a:pt x="1218659" y="1337790"/>
                  </a:lnTo>
                  <a:lnTo>
                    <a:pt x="1220370" y="1391140"/>
                  </a:lnTo>
                  <a:lnTo>
                    <a:pt x="1222081" y="1392143"/>
                  </a:lnTo>
                  <a:lnTo>
                    <a:pt x="1223793" y="1344517"/>
                  </a:lnTo>
                  <a:lnTo>
                    <a:pt x="1225504" y="1312847"/>
                  </a:lnTo>
                  <a:lnTo>
                    <a:pt x="1227216" y="1335694"/>
                  </a:lnTo>
                  <a:lnTo>
                    <a:pt x="1228927" y="1290257"/>
                  </a:lnTo>
                  <a:lnTo>
                    <a:pt x="1230638" y="1272389"/>
                  </a:lnTo>
                  <a:lnTo>
                    <a:pt x="1232350" y="1251752"/>
                  </a:lnTo>
                  <a:lnTo>
                    <a:pt x="1234061" y="1152907"/>
                  </a:lnTo>
                  <a:lnTo>
                    <a:pt x="1235772" y="1155483"/>
                  </a:lnTo>
                  <a:lnTo>
                    <a:pt x="1237484" y="1131716"/>
                  </a:lnTo>
                  <a:lnTo>
                    <a:pt x="1239195" y="1087021"/>
                  </a:lnTo>
                  <a:lnTo>
                    <a:pt x="1240907" y="1021824"/>
                  </a:lnTo>
                  <a:lnTo>
                    <a:pt x="1242618" y="1006935"/>
                  </a:lnTo>
                  <a:lnTo>
                    <a:pt x="1244329" y="995419"/>
                  </a:lnTo>
                  <a:lnTo>
                    <a:pt x="1246041" y="928969"/>
                  </a:lnTo>
                  <a:lnTo>
                    <a:pt x="1247752" y="958944"/>
                  </a:lnTo>
                  <a:lnTo>
                    <a:pt x="1249464" y="987380"/>
                  </a:lnTo>
                  <a:lnTo>
                    <a:pt x="1251175" y="970625"/>
                  </a:lnTo>
                  <a:lnTo>
                    <a:pt x="1252886" y="990353"/>
                  </a:lnTo>
                  <a:lnTo>
                    <a:pt x="1254598" y="1013653"/>
                  </a:lnTo>
                  <a:lnTo>
                    <a:pt x="1256309" y="1072533"/>
                  </a:lnTo>
                  <a:lnTo>
                    <a:pt x="1258021" y="1073199"/>
                  </a:lnTo>
                  <a:lnTo>
                    <a:pt x="1259732" y="1104277"/>
                  </a:lnTo>
                  <a:lnTo>
                    <a:pt x="1261443" y="1159180"/>
                  </a:lnTo>
                  <a:lnTo>
                    <a:pt x="1263155" y="1181200"/>
                  </a:lnTo>
                  <a:lnTo>
                    <a:pt x="1264866" y="1193688"/>
                  </a:lnTo>
                  <a:lnTo>
                    <a:pt x="1266578" y="1201888"/>
                  </a:lnTo>
                  <a:lnTo>
                    <a:pt x="1268289" y="1190668"/>
                  </a:lnTo>
                  <a:lnTo>
                    <a:pt x="1270000" y="1192393"/>
                  </a:lnTo>
                  <a:lnTo>
                    <a:pt x="1271712" y="1193842"/>
                  </a:lnTo>
                  <a:lnTo>
                    <a:pt x="1273423" y="1153725"/>
                  </a:lnTo>
                  <a:lnTo>
                    <a:pt x="1275135" y="1196363"/>
                  </a:lnTo>
                  <a:lnTo>
                    <a:pt x="1276846" y="1187577"/>
                  </a:lnTo>
                  <a:lnTo>
                    <a:pt x="1278557" y="1165878"/>
                  </a:lnTo>
                  <a:lnTo>
                    <a:pt x="1280269" y="1220779"/>
                  </a:lnTo>
                  <a:lnTo>
                    <a:pt x="1281980" y="1212677"/>
                  </a:lnTo>
                  <a:lnTo>
                    <a:pt x="1283692" y="1181134"/>
                  </a:lnTo>
                  <a:lnTo>
                    <a:pt x="1285403" y="1194322"/>
                  </a:lnTo>
                  <a:lnTo>
                    <a:pt x="1287114" y="1127826"/>
                  </a:lnTo>
                  <a:lnTo>
                    <a:pt x="1288826" y="1185609"/>
                  </a:lnTo>
                  <a:lnTo>
                    <a:pt x="1290537" y="1154909"/>
                  </a:lnTo>
                  <a:lnTo>
                    <a:pt x="1292249" y="1195068"/>
                  </a:lnTo>
                  <a:lnTo>
                    <a:pt x="1293960" y="1191907"/>
                  </a:lnTo>
                  <a:lnTo>
                    <a:pt x="1295671" y="1182801"/>
                  </a:lnTo>
                  <a:lnTo>
                    <a:pt x="1297383" y="1160415"/>
                  </a:lnTo>
                  <a:lnTo>
                    <a:pt x="1299094" y="1128202"/>
                  </a:lnTo>
                  <a:lnTo>
                    <a:pt x="1300806" y="1116436"/>
                  </a:lnTo>
                  <a:lnTo>
                    <a:pt x="1302517" y="1123322"/>
                  </a:lnTo>
                  <a:lnTo>
                    <a:pt x="1304228" y="1142412"/>
                  </a:lnTo>
                  <a:lnTo>
                    <a:pt x="1305940" y="1117975"/>
                  </a:lnTo>
                  <a:lnTo>
                    <a:pt x="1307651" y="1124890"/>
                  </a:lnTo>
                  <a:lnTo>
                    <a:pt x="1309363" y="1135509"/>
                  </a:lnTo>
                  <a:lnTo>
                    <a:pt x="1311074" y="1138339"/>
                  </a:lnTo>
                  <a:lnTo>
                    <a:pt x="1312785" y="1184718"/>
                  </a:lnTo>
                  <a:lnTo>
                    <a:pt x="1314497" y="1128600"/>
                  </a:lnTo>
                  <a:lnTo>
                    <a:pt x="1316208" y="1145613"/>
                  </a:lnTo>
                  <a:lnTo>
                    <a:pt x="1317920" y="1165305"/>
                  </a:lnTo>
                  <a:lnTo>
                    <a:pt x="1319631" y="1123365"/>
                  </a:lnTo>
                  <a:lnTo>
                    <a:pt x="1321342" y="1142897"/>
                  </a:lnTo>
                  <a:lnTo>
                    <a:pt x="1323054" y="1090355"/>
                  </a:lnTo>
                  <a:lnTo>
                    <a:pt x="1324765" y="1099616"/>
                  </a:lnTo>
                  <a:lnTo>
                    <a:pt x="1326477" y="1152703"/>
                  </a:lnTo>
                  <a:lnTo>
                    <a:pt x="1328188" y="1129432"/>
                  </a:lnTo>
                  <a:lnTo>
                    <a:pt x="1329899" y="1180516"/>
                  </a:lnTo>
                  <a:lnTo>
                    <a:pt x="1331611" y="1169710"/>
                  </a:lnTo>
                  <a:lnTo>
                    <a:pt x="1333322" y="1151099"/>
                  </a:lnTo>
                  <a:lnTo>
                    <a:pt x="1335033" y="1124789"/>
                  </a:lnTo>
                  <a:lnTo>
                    <a:pt x="1336745" y="1068057"/>
                  </a:lnTo>
                  <a:lnTo>
                    <a:pt x="1338456" y="1089383"/>
                  </a:lnTo>
                  <a:lnTo>
                    <a:pt x="1340168" y="1115603"/>
                  </a:lnTo>
                  <a:lnTo>
                    <a:pt x="1341879" y="1112031"/>
                  </a:lnTo>
                  <a:lnTo>
                    <a:pt x="1343590" y="1128213"/>
                  </a:lnTo>
                  <a:lnTo>
                    <a:pt x="1345302" y="1204075"/>
                  </a:lnTo>
                  <a:lnTo>
                    <a:pt x="1347013" y="1257196"/>
                  </a:lnTo>
                  <a:lnTo>
                    <a:pt x="1348725" y="1280752"/>
                  </a:lnTo>
                  <a:lnTo>
                    <a:pt x="1350436" y="1281995"/>
                  </a:lnTo>
                  <a:lnTo>
                    <a:pt x="1352147" y="1238649"/>
                  </a:lnTo>
                  <a:lnTo>
                    <a:pt x="1353859" y="1271333"/>
                  </a:lnTo>
                  <a:lnTo>
                    <a:pt x="1355570" y="1324673"/>
                  </a:lnTo>
                  <a:lnTo>
                    <a:pt x="1357282" y="1328047"/>
                  </a:lnTo>
                  <a:lnTo>
                    <a:pt x="1358993" y="1342574"/>
                  </a:lnTo>
                  <a:lnTo>
                    <a:pt x="1360704" y="1354208"/>
                  </a:lnTo>
                  <a:lnTo>
                    <a:pt x="1362416" y="1320056"/>
                  </a:lnTo>
                  <a:lnTo>
                    <a:pt x="1364127" y="1289157"/>
                  </a:lnTo>
                  <a:lnTo>
                    <a:pt x="1365839" y="1208201"/>
                  </a:lnTo>
                  <a:lnTo>
                    <a:pt x="1367550" y="1174367"/>
                  </a:lnTo>
                  <a:lnTo>
                    <a:pt x="1369261" y="1120348"/>
                  </a:lnTo>
                  <a:lnTo>
                    <a:pt x="1370973" y="1083678"/>
                  </a:lnTo>
                  <a:lnTo>
                    <a:pt x="1372684" y="1086106"/>
                  </a:lnTo>
                  <a:lnTo>
                    <a:pt x="1374396" y="1064580"/>
                  </a:lnTo>
                  <a:lnTo>
                    <a:pt x="1376107" y="1042754"/>
                  </a:lnTo>
                  <a:lnTo>
                    <a:pt x="1377818" y="1062146"/>
                  </a:lnTo>
                  <a:lnTo>
                    <a:pt x="1379530" y="1041577"/>
                  </a:lnTo>
                  <a:lnTo>
                    <a:pt x="1381241" y="1078082"/>
                  </a:lnTo>
                  <a:lnTo>
                    <a:pt x="1382953" y="1118923"/>
                  </a:lnTo>
                  <a:lnTo>
                    <a:pt x="1384664" y="1087575"/>
                  </a:lnTo>
                  <a:lnTo>
                    <a:pt x="1386375" y="1122739"/>
                  </a:lnTo>
                  <a:lnTo>
                    <a:pt x="1388087" y="1146716"/>
                  </a:lnTo>
                  <a:lnTo>
                    <a:pt x="1389798" y="1111855"/>
                  </a:lnTo>
                  <a:lnTo>
                    <a:pt x="1391510" y="1235269"/>
                  </a:lnTo>
                  <a:lnTo>
                    <a:pt x="1393221" y="1194348"/>
                  </a:lnTo>
                  <a:lnTo>
                    <a:pt x="1394932" y="1162501"/>
                  </a:lnTo>
                  <a:lnTo>
                    <a:pt x="1396644" y="1181232"/>
                  </a:lnTo>
                  <a:lnTo>
                    <a:pt x="1398355" y="1224159"/>
                  </a:lnTo>
                  <a:lnTo>
                    <a:pt x="1400067" y="1202612"/>
                  </a:lnTo>
                  <a:lnTo>
                    <a:pt x="1401778" y="1150454"/>
                  </a:lnTo>
                  <a:lnTo>
                    <a:pt x="1403489" y="1109394"/>
                  </a:lnTo>
                  <a:lnTo>
                    <a:pt x="1405201" y="1145894"/>
                  </a:lnTo>
                  <a:lnTo>
                    <a:pt x="1406912" y="1144533"/>
                  </a:lnTo>
                  <a:lnTo>
                    <a:pt x="1408624" y="1063776"/>
                  </a:lnTo>
                  <a:lnTo>
                    <a:pt x="1410335" y="1117363"/>
                  </a:lnTo>
                  <a:lnTo>
                    <a:pt x="1412046" y="1152718"/>
                  </a:lnTo>
                  <a:lnTo>
                    <a:pt x="1413758" y="1163024"/>
                  </a:lnTo>
                  <a:lnTo>
                    <a:pt x="1415469" y="1156572"/>
                  </a:lnTo>
                  <a:lnTo>
                    <a:pt x="1417181" y="1095609"/>
                  </a:lnTo>
                  <a:lnTo>
                    <a:pt x="1418892" y="1123347"/>
                  </a:lnTo>
                  <a:lnTo>
                    <a:pt x="1420603" y="1084519"/>
                  </a:lnTo>
                  <a:lnTo>
                    <a:pt x="1422315" y="1139270"/>
                  </a:lnTo>
                  <a:lnTo>
                    <a:pt x="1424026" y="1133207"/>
                  </a:lnTo>
                  <a:lnTo>
                    <a:pt x="1425738" y="1149487"/>
                  </a:lnTo>
                  <a:lnTo>
                    <a:pt x="1427449" y="1184834"/>
                  </a:lnTo>
                  <a:lnTo>
                    <a:pt x="1429160" y="1224419"/>
                  </a:lnTo>
                  <a:lnTo>
                    <a:pt x="1430872" y="1260606"/>
                  </a:lnTo>
                  <a:lnTo>
                    <a:pt x="1432583" y="1252194"/>
                  </a:lnTo>
                  <a:lnTo>
                    <a:pt x="1434295" y="1241326"/>
                  </a:lnTo>
                  <a:lnTo>
                    <a:pt x="1436006" y="1251644"/>
                  </a:lnTo>
                  <a:lnTo>
                    <a:pt x="1437717" y="1261699"/>
                  </a:lnTo>
                  <a:lnTo>
                    <a:pt x="1439429" y="1309841"/>
                  </a:lnTo>
                  <a:lnTo>
                    <a:pt x="1441140" y="1279988"/>
                  </a:lnTo>
                  <a:lnTo>
                    <a:pt x="1442851" y="1273486"/>
                  </a:lnTo>
                  <a:lnTo>
                    <a:pt x="1444563" y="1172701"/>
                  </a:lnTo>
                  <a:lnTo>
                    <a:pt x="1446274" y="1173116"/>
                  </a:lnTo>
                  <a:lnTo>
                    <a:pt x="1447986" y="1125603"/>
                  </a:lnTo>
                  <a:lnTo>
                    <a:pt x="1449697" y="1143670"/>
                  </a:lnTo>
                  <a:lnTo>
                    <a:pt x="1451408" y="1161974"/>
                  </a:lnTo>
                  <a:lnTo>
                    <a:pt x="1453120" y="1219537"/>
                  </a:lnTo>
                  <a:lnTo>
                    <a:pt x="1454831" y="1247419"/>
                  </a:lnTo>
                  <a:lnTo>
                    <a:pt x="1456543" y="1267220"/>
                  </a:lnTo>
                  <a:lnTo>
                    <a:pt x="1458254" y="1278438"/>
                  </a:lnTo>
                  <a:lnTo>
                    <a:pt x="1459965" y="1276167"/>
                  </a:lnTo>
                  <a:lnTo>
                    <a:pt x="1461677" y="1299725"/>
                  </a:lnTo>
                  <a:lnTo>
                    <a:pt x="1463388" y="1353037"/>
                  </a:lnTo>
                  <a:lnTo>
                    <a:pt x="1465100" y="1338513"/>
                  </a:lnTo>
                  <a:lnTo>
                    <a:pt x="1466811" y="1296675"/>
                  </a:lnTo>
                  <a:lnTo>
                    <a:pt x="1468522" y="1356949"/>
                  </a:lnTo>
                  <a:lnTo>
                    <a:pt x="1470234" y="1351158"/>
                  </a:lnTo>
                  <a:lnTo>
                    <a:pt x="1471945" y="1362186"/>
                  </a:lnTo>
                  <a:lnTo>
                    <a:pt x="1473657" y="1334974"/>
                  </a:lnTo>
                  <a:lnTo>
                    <a:pt x="1475368" y="1363296"/>
                  </a:lnTo>
                  <a:lnTo>
                    <a:pt x="1477079" y="1345692"/>
                  </a:lnTo>
                  <a:lnTo>
                    <a:pt x="1478791" y="1364745"/>
                  </a:lnTo>
                  <a:lnTo>
                    <a:pt x="1480502" y="1360837"/>
                  </a:lnTo>
                  <a:lnTo>
                    <a:pt x="1482214" y="1357014"/>
                  </a:lnTo>
                  <a:lnTo>
                    <a:pt x="1483925" y="1334280"/>
                  </a:lnTo>
                  <a:lnTo>
                    <a:pt x="1485636" y="1269434"/>
                  </a:lnTo>
                  <a:lnTo>
                    <a:pt x="1487348" y="1208819"/>
                  </a:lnTo>
                  <a:lnTo>
                    <a:pt x="1489059" y="1186278"/>
                  </a:lnTo>
                  <a:lnTo>
                    <a:pt x="1490771" y="1208006"/>
                  </a:lnTo>
                  <a:lnTo>
                    <a:pt x="1492482" y="1223922"/>
                  </a:lnTo>
                  <a:lnTo>
                    <a:pt x="1494193" y="1157355"/>
                  </a:lnTo>
                  <a:lnTo>
                    <a:pt x="1495905" y="1183874"/>
                  </a:lnTo>
                  <a:lnTo>
                    <a:pt x="1497616" y="1197572"/>
                  </a:lnTo>
                  <a:lnTo>
                    <a:pt x="1499328" y="1185216"/>
                  </a:lnTo>
                  <a:lnTo>
                    <a:pt x="1501039" y="1158090"/>
                  </a:lnTo>
                  <a:lnTo>
                    <a:pt x="1502750" y="1178753"/>
                  </a:lnTo>
                  <a:lnTo>
                    <a:pt x="1504462" y="1212989"/>
                  </a:lnTo>
                  <a:lnTo>
                    <a:pt x="1506173" y="1241300"/>
                  </a:lnTo>
                  <a:lnTo>
                    <a:pt x="1507885" y="1240282"/>
                  </a:lnTo>
                  <a:lnTo>
                    <a:pt x="1509596" y="1215506"/>
                  </a:lnTo>
                  <a:lnTo>
                    <a:pt x="1511307" y="1249576"/>
                  </a:lnTo>
                  <a:lnTo>
                    <a:pt x="1513019" y="1276380"/>
                  </a:lnTo>
                  <a:lnTo>
                    <a:pt x="1514730" y="1265043"/>
                  </a:lnTo>
                  <a:lnTo>
                    <a:pt x="1516442" y="1238549"/>
                  </a:lnTo>
                  <a:lnTo>
                    <a:pt x="1518153" y="1279418"/>
                  </a:lnTo>
                  <a:lnTo>
                    <a:pt x="1519864" y="1282004"/>
                  </a:lnTo>
                  <a:lnTo>
                    <a:pt x="1521576" y="1269759"/>
                  </a:lnTo>
                  <a:lnTo>
                    <a:pt x="1523287" y="1304958"/>
                  </a:lnTo>
                  <a:lnTo>
                    <a:pt x="1524999" y="1330214"/>
                  </a:lnTo>
                  <a:lnTo>
                    <a:pt x="1526710" y="1355688"/>
                  </a:lnTo>
                  <a:lnTo>
                    <a:pt x="1528421" y="1322279"/>
                  </a:lnTo>
                  <a:lnTo>
                    <a:pt x="1530133" y="1291093"/>
                  </a:lnTo>
                  <a:lnTo>
                    <a:pt x="1531844" y="1285091"/>
                  </a:lnTo>
                  <a:lnTo>
                    <a:pt x="1533556" y="1232928"/>
                  </a:lnTo>
                  <a:lnTo>
                    <a:pt x="1535267" y="1265339"/>
                  </a:lnTo>
                  <a:lnTo>
                    <a:pt x="1536978" y="1240627"/>
                  </a:lnTo>
                  <a:lnTo>
                    <a:pt x="1538690" y="1278281"/>
                  </a:lnTo>
                  <a:lnTo>
                    <a:pt x="1540401" y="1266307"/>
                  </a:lnTo>
                  <a:lnTo>
                    <a:pt x="1542113" y="1233160"/>
                  </a:lnTo>
                  <a:lnTo>
                    <a:pt x="1543824" y="1232369"/>
                  </a:lnTo>
                  <a:lnTo>
                    <a:pt x="1545535" y="1264072"/>
                  </a:lnTo>
                  <a:lnTo>
                    <a:pt x="1547247" y="1282208"/>
                  </a:lnTo>
                  <a:lnTo>
                    <a:pt x="1548958" y="1339597"/>
                  </a:lnTo>
                  <a:lnTo>
                    <a:pt x="1550669" y="1351384"/>
                  </a:lnTo>
                  <a:lnTo>
                    <a:pt x="1552381" y="1348685"/>
                  </a:lnTo>
                  <a:lnTo>
                    <a:pt x="1554092" y="1337118"/>
                  </a:lnTo>
                  <a:lnTo>
                    <a:pt x="1555804" y="1362264"/>
                  </a:lnTo>
                  <a:lnTo>
                    <a:pt x="1557515" y="1360089"/>
                  </a:lnTo>
                  <a:lnTo>
                    <a:pt x="1559226" y="1319920"/>
                  </a:lnTo>
                  <a:lnTo>
                    <a:pt x="1560938" y="1254974"/>
                  </a:lnTo>
                  <a:lnTo>
                    <a:pt x="1562649" y="1278080"/>
                  </a:lnTo>
                  <a:lnTo>
                    <a:pt x="1564361" y="1283015"/>
                  </a:lnTo>
                  <a:lnTo>
                    <a:pt x="1566072" y="1277651"/>
                  </a:lnTo>
                  <a:lnTo>
                    <a:pt x="1567783" y="1316667"/>
                  </a:lnTo>
                  <a:lnTo>
                    <a:pt x="1569495" y="1319575"/>
                  </a:lnTo>
                  <a:lnTo>
                    <a:pt x="1571206" y="1323054"/>
                  </a:lnTo>
                  <a:lnTo>
                    <a:pt x="1572918" y="1309280"/>
                  </a:lnTo>
                  <a:lnTo>
                    <a:pt x="1574629" y="1325152"/>
                  </a:lnTo>
                  <a:lnTo>
                    <a:pt x="1576340" y="1432074"/>
                  </a:lnTo>
                  <a:lnTo>
                    <a:pt x="1578052" y="1446302"/>
                  </a:lnTo>
                  <a:lnTo>
                    <a:pt x="1579763" y="1448711"/>
                  </a:lnTo>
                  <a:lnTo>
                    <a:pt x="1581475" y="1419051"/>
                  </a:lnTo>
                  <a:lnTo>
                    <a:pt x="1583186" y="1441373"/>
                  </a:lnTo>
                  <a:lnTo>
                    <a:pt x="1584897" y="1404770"/>
                  </a:lnTo>
                  <a:lnTo>
                    <a:pt x="1586609" y="1422813"/>
                  </a:lnTo>
                  <a:lnTo>
                    <a:pt x="1588320" y="1406361"/>
                  </a:lnTo>
                  <a:lnTo>
                    <a:pt x="1590032" y="1449152"/>
                  </a:lnTo>
                  <a:lnTo>
                    <a:pt x="1591743" y="1431298"/>
                  </a:lnTo>
                  <a:lnTo>
                    <a:pt x="1593454" y="1411099"/>
                  </a:lnTo>
                  <a:lnTo>
                    <a:pt x="1595166" y="1401006"/>
                  </a:lnTo>
                  <a:lnTo>
                    <a:pt x="1596877" y="1412772"/>
                  </a:lnTo>
                  <a:lnTo>
                    <a:pt x="1598589" y="1437757"/>
                  </a:lnTo>
                  <a:lnTo>
                    <a:pt x="1600300" y="1415380"/>
                  </a:lnTo>
                  <a:lnTo>
                    <a:pt x="1602011" y="1445018"/>
                  </a:lnTo>
                  <a:lnTo>
                    <a:pt x="1603723" y="1429737"/>
                  </a:lnTo>
                  <a:lnTo>
                    <a:pt x="1604745" y="146198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094692" y="6369381"/>
              <a:ext cx="2277" cy="10068"/>
            </a:xfrm>
            <a:custGeom>
              <a:avLst/>
              <a:pathLst>
                <a:path w="2277" h="10068">
                  <a:moveTo>
                    <a:pt x="0" y="10068"/>
                  </a:moveTo>
                  <a:lnTo>
                    <a:pt x="29" y="9466"/>
                  </a:lnTo>
                  <a:lnTo>
                    <a:pt x="1740" y="0"/>
                  </a:lnTo>
                  <a:lnTo>
                    <a:pt x="2277" y="1006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101515" y="6378722"/>
              <a:ext cx="556" cy="727"/>
            </a:xfrm>
            <a:custGeom>
              <a:avLst/>
              <a:pathLst>
                <a:path w="556" h="727">
                  <a:moveTo>
                    <a:pt x="0" y="727"/>
                  </a:moveTo>
                  <a:lnTo>
                    <a:pt x="51" y="0"/>
                  </a:lnTo>
                  <a:lnTo>
                    <a:pt x="556" y="72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103421" y="6246628"/>
              <a:ext cx="51980" cy="132821"/>
            </a:xfrm>
            <a:custGeom>
              <a:avLst/>
              <a:pathLst>
                <a:path w="51980" h="132821">
                  <a:moveTo>
                    <a:pt x="0" y="132821"/>
                  </a:moveTo>
                  <a:lnTo>
                    <a:pt x="1568" y="113793"/>
                  </a:lnTo>
                  <a:lnTo>
                    <a:pt x="3279" y="84794"/>
                  </a:lnTo>
                  <a:lnTo>
                    <a:pt x="4990" y="83603"/>
                  </a:lnTo>
                  <a:lnTo>
                    <a:pt x="6702" y="53499"/>
                  </a:lnTo>
                  <a:lnTo>
                    <a:pt x="8413" y="52454"/>
                  </a:lnTo>
                  <a:lnTo>
                    <a:pt x="10125" y="45038"/>
                  </a:lnTo>
                  <a:lnTo>
                    <a:pt x="11836" y="30749"/>
                  </a:lnTo>
                  <a:lnTo>
                    <a:pt x="13547" y="19426"/>
                  </a:lnTo>
                  <a:lnTo>
                    <a:pt x="15259" y="20875"/>
                  </a:lnTo>
                  <a:lnTo>
                    <a:pt x="16970" y="0"/>
                  </a:lnTo>
                  <a:lnTo>
                    <a:pt x="18682" y="15048"/>
                  </a:lnTo>
                  <a:lnTo>
                    <a:pt x="20393" y="23249"/>
                  </a:lnTo>
                  <a:lnTo>
                    <a:pt x="22104" y="11832"/>
                  </a:lnTo>
                  <a:lnTo>
                    <a:pt x="23816" y="2095"/>
                  </a:lnTo>
                  <a:lnTo>
                    <a:pt x="25527" y="9785"/>
                  </a:lnTo>
                  <a:lnTo>
                    <a:pt x="27239" y="4639"/>
                  </a:lnTo>
                  <a:lnTo>
                    <a:pt x="28950" y="4828"/>
                  </a:lnTo>
                  <a:lnTo>
                    <a:pt x="30661" y="7678"/>
                  </a:lnTo>
                  <a:lnTo>
                    <a:pt x="32373" y="8176"/>
                  </a:lnTo>
                  <a:lnTo>
                    <a:pt x="34084" y="15873"/>
                  </a:lnTo>
                  <a:lnTo>
                    <a:pt x="35796" y="13627"/>
                  </a:lnTo>
                  <a:lnTo>
                    <a:pt x="37507" y="34883"/>
                  </a:lnTo>
                  <a:lnTo>
                    <a:pt x="39218" y="68464"/>
                  </a:lnTo>
                  <a:lnTo>
                    <a:pt x="40930" y="54704"/>
                  </a:lnTo>
                  <a:lnTo>
                    <a:pt x="42641" y="50311"/>
                  </a:lnTo>
                  <a:lnTo>
                    <a:pt x="44352" y="102853"/>
                  </a:lnTo>
                  <a:lnTo>
                    <a:pt x="46064" y="123552"/>
                  </a:lnTo>
                  <a:lnTo>
                    <a:pt x="47775" y="119865"/>
                  </a:lnTo>
                  <a:lnTo>
                    <a:pt x="49487" y="100308"/>
                  </a:lnTo>
                  <a:lnTo>
                    <a:pt x="51198" y="115408"/>
                  </a:lnTo>
                  <a:lnTo>
                    <a:pt x="51980" y="13282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192661" y="6277916"/>
              <a:ext cx="25208" cy="101533"/>
            </a:xfrm>
            <a:custGeom>
              <a:avLst/>
              <a:pathLst>
                <a:path w="25208" h="101533">
                  <a:moveTo>
                    <a:pt x="0" y="101533"/>
                  </a:moveTo>
                  <a:lnTo>
                    <a:pt x="1320" y="79597"/>
                  </a:lnTo>
                  <a:lnTo>
                    <a:pt x="3031" y="88595"/>
                  </a:lnTo>
                  <a:lnTo>
                    <a:pt x="4743" y="87373"/>
                  </a:lnTo>
                  <a:lnTo>
                    <a:pt x="6454" y="71140"/>
                  </a:lnTo>
                  <a:lnTo>
                    <a:pt x="8165" y="48033"/>
                  </a:lnTo>
                  <a:lnTo>
                    <a:pt x="9877" y="47695"/>
                  </a:lnTo>
                  <a:lnTo>
                    <a:pt x="11588" y="31433"/>
                  </a:lnTo>
                  <a:lnTo>
                    <a:pt x="13300" y="22221"/>
                  </a:lnTo>
                  <a:lnTo>
                    <a:pt x="15011" y="11044"/>
                  </a:lnTo>
                  <a:lnTo>
                    <a:pt x="16722" y="11143"/>
                  </a:lnTo>
                  <a:lnTo>
                    <a:pt x="18434" y="29671"/>
                  </a:lnTo>
                  <a:lnTo>
                    <a:pt x="20145" y="0"/>
                  </a:lnTo>
                  <a:lnTo>
                    <a:pt x="21857" y="74376"/>
                  </a:lnTo>
                  <a:lnTo>
                    <a:pt x="23568" y="64581"/>
                  </a:lnTo>
                  <a:lnTo>
                    <a:pt x="25208" y="10153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221921" y="6353661"/>
              <a:ext cx="8612" cy="25788"/>
            </a:xfrm>
            <a:custGeom>
              <a:avLst/>
              <a:pathLst>
                <a:path w="8612" h="25788">
                  <a:moveTo>
                    <a:pt x="0" y="25788"/>
                  </a:moveTo>
                  <a:lnTo>
                    <a:pt x="1154" y="2182"/>
                  </a:lnTo>
                  <a:lnTo>
                    <a:pt x="2866" y="0"/>
                  </a:lnTo>
                  <a:lnTo>
                    <a:pt x="4577" y="1932"/>
                  </a:lnTo>
                  <a:lnTo>
                    <a:pt x="6289" y="11706"/>
                  </a:lnTo>
                  <a:lnTo>
                    <a:pt x="8000" y="16522"/>
                  </a:lnTo>
                  <a:lnTo>
                    <a:pt x="8612" y="2578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232258" y="6350155"/>
              <a:ext cx="5788" cy="29294"/>
            </a:xfrm>
            <a:custGeom>
              <a:avLst/>
              <a:pathLst>
                <a:path w="5788" h="29294">
                  <a:moveTo>
                    <a:pt x="0" y="29294"/>
                  </a:moveTo>
                  <a:lnTo>
                    <a:pt x="1085" y="408"/>
                  </a:lnTo>
                  <a:lnTo>
                    <a:pt x="2796" y="0"/>
                  </a:lnTo>
                  <a:lnTo>
                    <a:pt x="4508" y="9779"/>
                  </a:lnTo>
                  <a:lnTo>
                    <a:pt x="5788" y="2929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244478" y="6370924"/>
              <a:ext cx="1362" cy="8525"/>
            </a:xfrm>
            <a:custGeom>
              <a:avLst/>
              <a:pathLst>
                <a:path w="1362" h="8525">
                  <a:moveTo>
                    <a:pt x="0" y="8525"/>
                  </a:moveTo>
                  <a:lnTo>
                    <a:pt x="845" y="0"/>
                  </a:lnTo>
                  <a:lnTo>
                    <a:pt x="1362" y="852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253224" y="6364391"/>
              <a:ext cx="4181" cy="15058"/>
            </a:xfrm>
            <a:custGeom>
              <a:avLst/>
              <a:pathLst>
                <a:path w="4181" h="15058">
                  <a:moveTo>
                    <a:pt x="0" y="15058"/>
                  </a:moveTo>
                  <a:lnTo>
                    <a:pt x="656" y="0"/>
                  </a:lnTo>
                  <a:lnTo>
                    <a:pt x="2367" y="4836"/>
                  </a:lnTo>
                  <a:lnTo>
                    <a:pt x="4079" y="13506"/>
                  </a:lnTo>
                  <a:lnTo>
                    <a:pt x="4181" y="1505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273025" y="6303259"/>
              <a:ext cx="13155" cy="76190"/>
            </a:xfrm>
            <a:custGeom>
              <a:avLst/>
              <a:pathLst>
                <a:path w="13155" h="76190">
                  <a:moveTo>
                    <a:pt x="0" y="76190"/>
                  </a:moveTo>
                  <a:lnTo>
                    <a:pt x="1392" y="40217"/>
                  </a:lnTo>
                  <a:lnTo>
                    <a:pt x="3103" y="0"/>
                  </a:lnTo>
                  <a:lnTo>
                    <a:pt x="4815" y="29530"/>
                  </a:lnTo>
                  <a:lnTo>
                    <a:pt x="6526" y="17750"/>
                  </a:lnTo>
                  <a:lnTo>
                    <a:pt x="8238" y="58"/>
                  </a:lnTo>
                  <a:lnTo>
                    <a:pt x="9949" y="34933"/>
                  </a:lnTo>
                  <a:lnTo>
                    <a:pt x="11660" y="63214"/>
                  </a:lnTo>
                  <a:lnTo>
                    <a:pt x="13155" y="7619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296492" y="6372416"/>
              <a:ext cx="405" cy="7033"/>
            </a:xfrm>
            <a:custGeom>
              <a:avLst/>
              <a:pathLst>
                <a:path w="405" h="7033">
                  <a:moveTo>
                    <a:pt x="0" y="7033"/>
                  </a:moveTo>
                  <a:lnTo>
                    <a:pt x="173" y="0"/>
                  </a:lnTo>
                  <a:lnTo>
                    <a:pt x="405" y="703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299123" y="6153723"/>
              <a:ext cx="99436" cy="225726"/>
            </a:xfrm>
            <a:custGeom>
              <a:avLst/>
              <a:pathLst>
                <a:path w="99436" h="225726">
                  <a:moveTo>
                    <a:pt x="0" y="225726"/>
                  </a:moveTo>
                  <a:lnTo>
                    <a:pt x="964" y="168017"/>
                  </a:lnTo>
                  <a:lnTo>
                    <a:pt x="2676" y="120028"/>
                  </a:lnTo>
                  <a:lnTo>
                    <a:pt x="4387" y="82801"/>
                  </a:lnTo>
                  <a:lnTo>
                    <a:pt x="6098" y="0"/>
                  </a:lnTo>
                  <a:lnTo>
                    <a:pt x="7810" y="98882"/>
                  </a:lnTo>
                  <a:lnTo>
                    <a:pt x="9521" y="101596"/>
                  </a:lnTo>
                  <a:lnTo>
                    <a:pt x="11233" y="40451"/>
                  </a:lnTo>
                  <a:lnTo>
                    <a:pt x="12944" y="137204"/>
                  </a:lnTo>
                  <a:lnTo>
                    <a:pt x="14655" y="90845"/>
                  </a:lnTo>
                  <a:lnTo>
                    <a:pt x="16367" y="118297"/>
                  </a:lnTo>
                  <a:lnTo>
                    <a:pt x="18078" y="185645"/>
                  </a:lnTo>
                  <a:lnTo>
                    <a:pt x="19790" y="123722"/>
                  </a:lnTo>
                  <a:lnTo>
                    <a:pt x="21501" y="167022"/>
                  </a:lnTo>
                  <a:lnTo>
                    <a:pt x="23212" y="169152"/>
                  </a:lnTo>
                  <a:lnTo>
                    <a:pt x="24924" y="137174"/>
                  </a:lnTo>
                  <a:lnTo>
                    <a:pt x="26635" y="166340"/>
                  </a:lnTo>
                  <a:lnTo>
                    <a:pt x="28347" y="153057"/>
                  </a:lnTo>
                  <a:lnTo>
                    <a:pt x="30058" y="153632"/>
                  </a:lnTo>
                  <a:lnTo>
                    <a:pt x="31769" y="162631"/>
                  </a:lnTo>
                  <a:lnTo>
                    <a:pt x="33481" y="142957"/>
                  </a:lnTo>
                  <a:lnTo>
                    <a:pt x="35192" y="160838"/>
                  </a:lnTo>
                  <a:lnTo>
                    <a:pt x="36904" y="137204"/>
                  </a:lnTo>
                  <a:lnTo>
                    <a:pt x="38615" y="117299"/>
                  </a:lnTo>
                  <a:lnTo>
                    <a:pt x="40326" y="96993"/>
                  </a:lnTo>
                  <a:lnTo>
                    <a:pt x="42038" y="99124"/>
                  </a:lnTo>
                  <a:lnTo>
                    <a:pt x="43749" y="48953"/>
                  </a:lnTo>
                  <a:lnTo>
                    <a:pt x="45461" y="51986"/>
                  </a:lnTo>
                  <a:lnTo>
                    <a:pt x="47172" y="37460"/>
                  </a:lnTo>
                  <a:lnTo>
                    <a:pt x="48883" y="938"/>
                  </a:lnTo>
                  <a:lnTo>
                    <a:pt x="50595" y="69591"/>
                  </a:lnTo>
                  <a:lnTo>
                    <a:pt x="52306" y="42891"/>
                  </a:lnTo>
                  <a:lnTo>
                    <a:pt x="54018" y="34797"/>
                  </a:lnTo>
                  <a:lnTo>
                    <a:pt x="55729" y="89684"/>
                  </a:lnTo>
                  <a:lnTo>
                    <a:pt x="57440" y="44530"/>
                  </a:lnTo>
                  <a:lnTo>
                    <a:pt x="59152" y="83729"/>
                  </a:lnTo>
                  <a:lnTo>
                    <a:pt x="60863" y="38703"/>
                  </a:lnTo>
                  <a:lnTo>
                    <a:pt x="62575" y="52631"/>
                  </a:lnTo>
                  <a:lnTo>
                    <a:pt x="64286" y="123930"/>
                  </a:lnTo>
                  <a:lnTo>
                    <a:pt x="65997" y="95062"/>
                  </a:lnTo>
                  <a:lnTo>
                    <a:pt x="67709" y="113626"/>
                  </a:lnTo>
                  <a:lnTo>
                    <a:pt x="69420" y="77917"/>
                  </a:lnTo>
                  <a:lnTo>
                    <a:pt x="71132" y="87576"/>
                  </a:lnTo>
                  <a:lnTo>
                    <a:pt x="72843" y="106503"/>
                  </a:lnTo>
                  <a:lnTo>
                    <a:pt x="74554" y="67960"/>
                  </a:lnTo>
                  <a:lnTo>
                    <a:pt x="76266" y="58155"/>
                  </a:lnTo>
                  <a:lnTo>
                    <a:pt x="77977" y="110526"/>
                  </a:lnTo>
                  <a:lnTo>
                    <a:pt x="79689" y="113440"/>
                  </a:lnTo>
                  <a:lnTo>
                    <a:pt x="81400" y="115343"/>
                  </a:lnTo>
                  <a:lnTo>
                    <a:pt x="83111" y="93252"/>
                  </a:lnTo>
                  <a:lnTo>
                    <a:pt x="84823" y="63353"/>
                  </a:lnTo>
                  <a:lnTo>
                    <a:pt x="86534" y="86716"/>
                  </a:lnTo>
                  <a:lnTo>
                    <a:pt x="88246" y="125569"/>
                  </a:lnTo>
                  <a:lnTo>
                    <a:pt x="89957" y="140610"/>
                  </a:lnTo>
                  <a:lnTo>
                    <a:pt x="91668" y="139679"/>
                  </a:lnTo>
                  <a:lnTo>
                    <a:pt x="93380" y="158732"/>
                  </a:lnTo>
                  <a:lnTo>
                    <a:pt x="95091" y="154381"/>
                  </a:lnTo>
                  <a:lnTo>
                    <a:pt x="96802" y="157431"/>
                  </a:lnTo>
                  <a:lnTo>
                    <a:pt x="98514" y="181924"/>
                  </a:lnTo>
                  <a:lnTo>
                    <a:pt x="99436" y="22572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2402889" y="6262784"/>
              <a:ext cx="26788" cy="116665"/>
            </a:xfrm>
            <a:custGeom>
              <a:avLst/>
              <a:pathLst>
                <a:path w="26788" h="116665">
                  <a:moveTo>
                    <a:pt x="0" y="116665"/>
                  </a:moveTo>
                  <a:lnTo>
                    <a:pt x="1594" y="81111"/>
                  </a:lnTo>
                  <a:lnTo>
                    <a:pt x="3306" y="75326"/>
                  </a:lnTo>
                  <a:lnTo>
                    <a:pt x="5017" y="55811"/>
                  </a:lnTo>
                  <a:lnTo>
                    <a:pt x="6728" y="69924"/>
                  </a:lnTo>
                  <a:lnTo>
                    <a:pt x="8440" y="59279"/>
                  </a:lnTo>
                  <a:lnTo>
                    <a:pt x="10151" y="38468"/>
                  </a:lnTo>
                  <a:lnTo>
                    <a:pt x="11863" y="62155"/>
                  </a:lnTo>
                  <a:lnTo>
                    <a:pt x="13574" y="23795"/>
                  </a:lnTo>
                  <a:lnTo>
                    <a:pt x="15285" y="10738"/>
                  </a:lnTo>
                  <a:lnTo>
                    <a:pt x="16997" y="0"/>
                  </a:lnTo>
                  <a:lnTo>
                    <a:pt x="18708" y="6036"/>
                  </a:lnTo>
                  <a:lnTo>
                    <a:pt x="20420" y="85070"/>
                  </a:lnTo>
                  <a:lnTo>
                    <a:pt x="22131" y="112430"/>
                  </a:lnTo>
                  <a:lnTo>
                    <a:pt x="23842" y="93290"/>
                  </a:lnTo>
                  <a:lnTo>
                    <a:pt x="25554" y="87371"/>
                  </a:lnTo>
                  <a:lnTo>
                    <a:pt x="26788" y="11666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2435818" y="6068352"/>
              <a:ext cx="167142" cy="311097"/>
            </a:xfrm>
            <a:custGeom>
              <a:avLst/>
              <a:pathLst>
                <a:path w="167142" h="311097">
                  <a:moveTo>
                    <a:pt x="0" y="311097"/>
                  </a:moveTo>
                  <a:lnTo>
                    <a:pt x="1181" y="263840"/>
                  </a:lnTo>
                  <a:lnTo>
                    <a:pt x="2892" y="271000"/>
                  </a:lnTo>
                  <a:lnTo>
                    <a:pt x="4604" y="292156"/>
                  </a:lnTo>
                  <a:lnTo>
                    <a:pt x="6315" y="306999"/>
                  </a:lnTo>
                  <a:lnTo>
                    <a:pt x="8027" y="277134"/>
                  </a:lnTo>
                  <a:lnTo>
                    <a:pt x="9738" y="217199"/>
                  </a:lnTo>
                  <a:lnTo>
                    <a:pt x="11449" y="237716"/>
                  </a:lnTo>
                  <a:lnTo>
                    <a:pt x="13161" y="222220"/>
                  </a:lnTo>
                  <a:lnTo>
                    <a:pt x="14872" y="209305"/>
                  </a:lnTo>
                  <a:lnTo>
                    <a:pt x="16584" y="207207"/>
                  </a:lnTo>
                  <a:lnTo>
                    <a:pt x="18295" y="216892"/>
                  </a:lnTo>
                  <a:lnTo>
                    <a:pt x="20006" y="193944"/>
                  </a:lnTo>
                  <a:lnTo>
                    <a:pt x="21718" y="181222"/>
                  </a:lnTo>
                  <a:lnTo>
                    <a:pt x="23429" y="224518"/>
                  </a:lnTo>
                  <a:lnTo>
                    <a:pt x="25141" y="230425"/>
                  </a:lnTo>
                  <a:lnTo>
                    <a:pt x="26852" y="227169"/>
                  </a:lnTo>
                  <a:lnTo>
                    <a:pt x="28563" y="247621"/>
                  </a:lnTo>
                  <a:lnTo>
                    <a:pt x="30275" y="211449"/>
                  </a:lnTo>
                  <a:lnTo>
                    <a:pt x="31986" y="148113"/>
                  </a:lnTo>
                  <a:lnTo>
                    <a:pt x="33698" y="152077"/>
                  </a:lnTo>
                  <a:lnTo>
                    <a:pt x="35409" y="126215"/>
                  </a:lnTo>
                  <a:lnTo>
                    <a:pt x="37120" y="93758"/>
                  </a:lnTo>
                  <a:lnTo>
                    <a:pt x="38832" y="122296"/>
                  </a:lnTo>
                  <a:lnTo>
                    <a:pt x="40543" y="130361"/>
                  </a:lnTo>
                  <a:lnTo>
                    <a:pt x="42255" y="182010"/>
                  </a:lnTo>
                  <a:lnTo>
                    <a:pt x="43966" y="153177"/>
                  </a:lnTo>
                  <a:lnTo>
                    <a:pt x="45677" y="113201"/>
                  </a:lnTo>
                  <a:lnTo>
                    <a:pt x="47389" y="171323"/>
                  </a:lnTo>
                  <a:lnTo>
                    <a:pt x="49100" y="166632"/>
                  </a:lnTo>
                  <a:lnTo>
                    <a:pt x="50812" y="172686"/>
                  </a:lnTo>
                  <a:lnTo>
                    <a:pt x="52523" y="182238"/>
                  </a:lnTo>
                  <a:lnTo>
                    <a:pt x="54234" y="191938"/>
                  </a:lnTo>
                  <a:lnTo>
                    <a:pt x="55946" y="204433"/>
                  </a:lnTo>
                  <a:lnTo>
                    <a:pt x="57657" y="186514"/>
                  </a:lnTo>
                  <a:lnTo>
                    <a:pt x="59369" y="170752"/>
                  </a:lnTo>
                  <a:lnTo>
                    <a:pt x="61080" y="131661"/>
                  </a:lnTo>
                  <a:lnTo>
                    <a:pt x="62791" y="118681"/>
                  </a:lnTo>
                  <a:lnTo>
                    <a:pt x="64503" y="136137"/>
                  </a:lnTo>
                  <a:lnTo>
                    <a:pt x="66214" y="163753"/>
                  </a:lnTo>
                  <a:lnTo>
                    <a:pt x="67926" y="151462"/>
                  </a:lnTo>
                  <a:lnTo>
                    <a:pt x="69637" y="183562"/>
                  </a:lnTo>
                  <a:lnTo>
                    <a:pt x="71348" y="195896"/>
                  </a:lnTo>
                  <a:lnTo>
                    <a:pt x="73060" y="189157"/>
                  </a:lnTo>
                  <a:lnTo>
                    <a:pt x="74771" y="217158"/>
                  </a:lnTo>
                  <a:lnTo>
                    <a:pt x="76482" y="200813"/>
                  </a:lnTo>
                  <a:lnTo>
                    <a:pt x="78194" y="221836"/>
                  </a:lnTo>
                  <a:lnTo>
                    <a:pt x="79905" y="222467"/>
                  </a:lnTo>
                  <a:lnTo>
                    <a:pt x="81617" y="227327"/>
                  </a:lnTo>
                  <a:lnTo>
                    <a:pt x="83328" y="232942"/>
                  </a:lnTo>
                  <a:lnTo>
                    <a:pt x="85039" y="242269"/>
                  </a:lnTo>
                  <a:lnTo>
                    <a:pt x="86751" y="214336"/>
                  </a:lnTo>
                  <a:lnTo>
                    <a:pt x="88462" y="169577"/>
                  </a:lnTo>
                  <a:lnTo>
                    <a:pt x="90174" y="152377"/>
                  </a:lnTo>
                  <a:lnTo>
                    <a:pt x="91885" y="131863"/>
                  </a:lnTo>
                  <a:lnTo>
                    <a:pt x="93596" y="153714"/>
                  </a:lnTo>
                  <a:lnTo>
                    <a:pt x="95308" y="61806"/>
                  </a:lnTo>
                  <a:lnTo>
                    <a:pt x="97019" y="0"/>
                  </a:lnTo>
                  <a:lnTo>
                    <a:pt x="98731" y="44102"/>
                  </a:lnTo>
                  <a:lnTo>
                    <a:pt x="100442" y="118178"/>
                  </a:lnTo>
                  <a:lnTo>
                    <a:pt x="102153" y="74658"/>
                  </a:lnTo>
                  <a:lnTo>
                    <a:pt x="103865" y="44878"/>
                  </a:lnTo>
                  <a:lnTo>
                    <a:pt x="105576" y="56123"/>
                  </a:lnTo>
                  <a:lnTo>
                    <a:pt x="107288" y="151735"/>
                  </a:lnTo>
                  <a:lnTo>
                    <a:pt x="108999" y="155907"/>
                  </a:lnTo>
                  <a:lnTo>
                    <a:pt x="110710" y="121195"/>
                  </a:lnTo>
                  <a:lnTo>
                    <a:pt x="112422" y="79721"/>
                  </a:lnTo>
                  <a:lnTo>
                    <a:pt x="114133" y="139206"/>
                  </a:lnTo>
                  <a:lnTo>
                    <a:pt x="115845" y="171499"/>
                  </a:lnTo>
                  <a:lnTo>
                    <a:pt x="117556" y="125364"/>
                  </a:lnTo>
                  <a:lnTo>
                    <a:pt x="119267" y="67609"/>
                  </a:lnTo>
                  <a:lnTo>
                    <a:pt x="120979" y="90361"/>
                  </a:lnTo>
                  <a:lnTo>
                    <a:pt x="122690" y="122386"/>
                  </a:lnTo>
                  <a:lnTo>
                    <a:pt x="124402" y="139610"/>
                  </a:lnTo>
                  <a:lnTo>
                    <a:pt x="126113" y="114861"/>
                  </a:lnTo>
                  <a:lnTo>
                    <a:pt x="127824" y="120690"/>
                  </a:lnTo>
                  <a:lnTo>
                    <a:pt x="129536" y="160119"/>
                  </a:lnTo>
                  <a:lnTo>
                    <a:pt x="131247" y="177212"/>
                  </a:lnTo>
                  <a:lnTo>
                    <a:pt x="132959" y="178328"/>
                  </a:lnTo>
                  <a:lnTo>
                    <a:pt x="134670" y="188710"/>
                  </a:lnTo>
                  <a:lnTo>
                    <a:pt x="136381" y="172538"/>
                  </a:lnTo>
                  <a:lnTo>
                    <a:pt x="138093" y="194205"/>
                  </a:lnTo>
                  <a:lnTo>
                    <a:pt x="139804" y="187531"/>
                  </a:lnTo>
                  <a:lnTo>
                    <a:pt x="141516" y="194038"/>
                  </a:lnTo>
                  <a:lnTo>
                    <a:pt x="143227" y="186282"/>
                  </a:lnTo>
                  <a:lnTo>
                    <a:pt x="144938" y="205582"/>
                  </a:lnTo>
                  <a:lnTo>
                    <a:pt x="146650" y="174329"/>
                  </a:lnTo>
                  <a:lnTo>
                    <a:pt x="148361" y="179038"/>
                  </a:lnTo>
                  <a:lnTo>
                    <a:pt x="150073" y="172254"/>
                  </a:lnTo>
                  <a:lnTo>
                    <a:pt x="151784" y="125934"/>
                  </a:lnTo>
                  <a:lnTo>
                    <a:pt x="153495" y="187132"/>
                  </a:lnTo>
                  <a:lnTo>
                    <a:pt x="155207" y="191635"/>
                  </a:lnTo>
                  <a:lnTo>
                    <a:pt x="156918" y="139306"/>
                  </a:lnTo>
                  <a:lnTo>
                    <a:pt x="158630" y="162266"/>
                  </a:lnTo>
                  <a:lnTo>
                    <a:pt x="160341" y="198757"/>
                  </a:lnTo>
                  <a:lnTo>
                    <a:pt x="162052" y="225749"/>
                  </a:lnTo>
                  <a:lnTo>
                    <a:pt x="163764" y="283938"/>
                  </a:lnTo>
                  <a:lnTo>
                    <a:pt x="165475" y="276015"/>
                  </a:lnTo>
                  <a:lnTo>
                    <a:pt x="167142" y="31109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2603050" y="6344830"/>
              <a:ext cx="6288" cy="34619"/>
            </a:xfrm>
            <a:custGeom>
              <a:avLst/>
              <a:pathLst>
                <a:path w="6288" h="34619">
                  <a:moveTo>
                    <a:pt x="0" y="34619"/>
                  </a:moveTo>
                  <a:lnTo>
                    <a:pt x="1666" y="0"/>
                  </a:lnTo>
                  <a:lnTo>
                    <a:pt x="3377" y="5832"/>
                  </a:lnTo>
                  <a:lnTo>
                    <a:pt x="5089" y="23552"/>
                  </a:lnTo>
                  <a:lnTo>
                    <a:pt x="6288" y="3461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610018" y="6279945"/>
              <a:ext cx="30064" cy="99505"/>
            </a:xfrm>
            <a:custGeom>
              <a:avLst/>
              <a:pathLst>
                <a:path w="30064" h="99505">
                  <a:moveTo>
                    <a:pt x="0" y="99505"/>
                  </a:moveTo>
                  <a:lnTo>
                    <a:pt x="1544" y="55637"/>
                  </a:lnTo>
                  <a:lnTo>
                    <a:pt x="3256" y="0"/>
                  </a:lnTo>
                  <a:lnTo>
                    <a:pt x="4967" y="15661"/>
                  </a:lnTo>
                  <a:lnTo>
                    <a:pt x="6679" y="4450"/>
                  </a:lnTo>
                  <a:lnTo>
                    <a:pt x="8390" y="21460"/>
                  </a:lnTo>
                  <a:lnTo>
                    <a:pt x="10101" y="3946"/>
                  </a:lnTo>
                  <a:lnTo>
                    <a:pt x="11813" y="12047"/>
                  </a:lnTo>
                  <a:lnTo>
                    <a:pt x="13524" y="35406"/>
                  </a:lnTo>
                  <a:lnTo>
                    <a:pt x="15236" y="57815"/>
                  </a:lnTo>
                  <a:lnTo>
                    <a:pt x="16947" y="41082"/>
                  </a:lnTo>
                  <a:lnTo>
                    <a:pt x="18658" y="27055"/>
                  </a:lnTo>
                  <a:lnTo>
                    <a:pt x="20370" y="45176"/>
                  </a:lnTo>
                  <a:lnTo>
                    <a:pt x="22081" y="66326"/>
                  </a:lnTo>
                  <a:lnTo>
                    <a:pt x="23793" y="54789"/>
                  </a:lnTo>
                  <a:lnTo>
                    <a:pt x="25504" y="37110"/>
                  </a:lnTo>
                  <a:lnTo>
                    <a:pt x="27215" y="41387"/>
                  </a:lnTo>
                  <a:lnTo>
                    <a:pt x="28927" y="76855"/>
                  </a:lnTo>
                  <a:lnTo>
                    <a:pt x="30064" y="9950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645743" y="6378964"/>
              <a:ext cx="77" cy="485"/>
            </a:xfrm>
            <a:custGeom>
              <a:avLst/>
              <a:pathLst>
                <a:path w="77" h="485">
                  <a:moveTo>
                    <a:pt x="0" y="485"/>
                  </a:moveTo>
                  <a:lnTo>
                    <a:pt x="47" y="0"/>
                  </a:lnTo>
                  <a:lnTo>
                    <a:pt x="77" y="48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49251" y="6148894"/>
              <a:ext cx="57760" cy="230555"/>
            </a:xfrm>
            <a:custGeom>
              <a:avLst/>
              <a:pathLst>
                <a:path w="57760" h="230555">
                  <a:moveTo>
                    <a:pt x="0" y="230555"/>
                  </a:moveTo>
                  <a:lnTo>
                    <a:pt x="1673" y="126657"/>
                  </a:lnTo>
                  <a:lnTo>
                    <a:pt x="3384" y="70499"/>
                  </a:lnTo>
                  <a:lnTo>
                    <a:pt x="5095" y="33699"/>
                  </a:lnTo>
                  <a:lnTo>
                    <a:pt x="6807" y="57886"/>
                  </a:lnTo>
                  <a:lnTo>
                    <a:pt x="8518" y="23125"/>
                  </a:lnTo>
                  <a:lnTo>
                    <a:pt x="10230" y="68773"/>
                  </a:lnTo>
                  <a:lnTo>
                    <a:pt x="11941" y="8692"/>
                  </a:lnTo>
                  <a:lnTo>
                    <a:pt x="13652" y="0"/>
                  </a:lnTo>
                  <a:lnTo>
                    <a:pt x="15364" y="82454"/>
                  </a:lnTo>
                  <a:lnTo>
                    <a:pt x="17075" y="57438"/>
                  </a:lnTo>
                  <a:lnTo>
                    <a:pt x="18787" y="25742"/>
                  </a:lnTo>
                  <a:lnTo>
                    <a:pt x="20498" y="77373"/>
                  </a:lnTo>
                  <a:lnTo>
                    <a:pt x="22209" y="24943"/>
                  </a:lnTo>
                  <a:lnTo>
                    <a:pt x="23921" y="55065"/>
                  </a:lnTo>
                  <a:lnTo>
                    <a:pt x="25632" y="53757"/>
                  </a:lnTo>
                  <a:lnTo>
                    <a:pt x="27344" y="88378"/>
                  </a:lnTo>
                  <a:lnTo>
                    <a:pt x="29055" y="139291"/>
                  </a:lnTo>
                  <a:lnTo>
                    <a:pt x="30766" y="122059"/>
                  </a:lnTo>
                  <a:lnTo>
                    <a:pt x="32478" y="118340"/>
                  </a:lnTo>
                  <a:lnTo>
                    <a:pt x="34189" y="110548"/>
                  </a:lnTo>
                  <a:lnTo>
                    <a:pt x="35901" y="59646"/>
                  </a:lnTo>
                  <a:lnTo>
                    <a:pt x="37612" y="85467"/>
                  </a:lnTo>
                  <a:lnTo>
                    <a:pt x="39323" y="37105"/>
                  </a:lnTo>
                  <a:lnTo>
                    <a:pt x="41035" y="55381"/>
                  </a:lnTo>
                  <a:lnTo>
                    <a:pt x="42746" y="100575"/>
                  </a:lnTo>
                  <a:lnTo>
                    <a:pt x="44458" y="34645"/>
                  </a:lnTo>
                  <a:lnTo>
                    <a:pt x="46169" y="33363"/>
                  </a:lnTo>
                  <a:lnTo>
                    <a:pt x="47880" y="18220"/>
                  </a:lnTo>
                  <a:lnTo>
                    <a:pt x="49592" y="56718"/>
                  </a:lnTo>
                  <a:lnTo>
                    <a:pt x="51303" y="34968"/>
                  </a:lnTo>
                  <a:lnTo>
                    <a:pt x="53015" y="105031"/>
                  </a:lnTo>
                  <a:lnTo>
                    <a:pt x="54726" y="177693"/>
                  </a:lnTo>
                  <a:lnTo>
                    <a:pt x="56437" y="180156"/>
                  </a:lnTo>
                  <a:lnTo>
                    <a:pt x="57760" y="23055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707809" y="4961624"/>
              <a:ext cx="2496927" cy="1417825"/>
            </a:xfrm>
            <a:custGeom>
              <a:avLst/>
              <a:pathLst>
                <a:path w="2496927" h="1417825">
                  <a:moveTo>
                    <a:pt x="0" y="1417825"/>
                  </a:moveTo>
                  <a:lnTo>
                    <a:pt x="1302" y="1370629"/>
                  </a:lnTo>
                  <a:lnTo>
                    <a:pt x="3014" y="1408948"/>
                  </a:lnTo>
                  <a:lnTo>
                    <a:pt x="4725" y="1392460"/>
                  </a:lnTo>
                  <a:lnTo>
                    <a:pt x="6436" y="1403759"/>
                  </a:lnTo>
                  <a:lnTo>
                    <a:pt x="8148" y="1397119"/>
                  </a:lnTo>
                  <a:lnTo>
                    <a:pt x="9859" y="1375533"/>
                  </a:lnTo>
                  <a:lnTo>
                    <a:pt x="11571" y="1373305"/>
                  </a:lnTo>
                  <a:lnTo>
                    <a:pt x="13282" y="1350552"/>
                  </a:lnTo>
                  <a:lnTo>
                    <a:pt x="14993" y="1331089"/>
                  </a:lnTo>
                  <a:lnTo>
                    <a:pt x="16705" y="1281363"/>
                  </a:lnTo>
                  <a:lnTo>
                    <a:pt x="18416" y="1221493"/>
                  </a:lnTo>
                  <a:lnTo>
                    <a:pt x="20127" y="1263973"/>
                  </a:lnTo>
                  <a:lnTo>
                    <a:pt x="21839" y="1328656"/>
                  </a:lnTo>
                  <a:lnTo>
                    <a:pt x="23550" y="1325924"/>
                  </a:lnTo>
                  <a:lnTo>
                    <a:pt x="25262" y="1340839"/>
                  </a:lnTo>
                  <a:lnTo>
                    <a:pt x="26973" y="1344500"/>
                  </a:lnTo>
                  <a:lnTo>
                    <a:pt x="28684" y="1407153"/>
                  </a:lnTo>
                  <a:lnTo>
                    <a:pt x="30396" y="1413026"/>
                  </a:lnTo>
                  <a:lnTo>
                    <a:pt x="32107" y="1361597"/>
                  </a:lnTo>
                  <a:lnTo>
                    <a:pt x="33819" y="1366497"/>
                  </a:lnTo>
                  <a:lnTo>
                    <a:pt x="35530" y="1391651"/>
                  </a:lnTo>
                  <a:lnTo>
                    <a:pt x="37241" y="1398425"/>
                  </a:lnTo>
                  <a:lnTo>
                    <a:pt x="38953" y="1417084"/>
                  </a:lnTo>
                  <a:lnTo>
                    <a:pt x="40664" y="1346207"/>
                  </a:lnTo>
                  <a:lnTo>
                    <a:pt x="42376" y="1339082"/>
                  </a:lnTo>
                  <a:lnTo>
                    <a:pt x="44087" y="1335070"/>
                  </a:lnTo>
                  <a:lnTo>
                    <a:pt x="45798" y="1369969"/>
                  </a:lnTo>
                  <a:lnTo>
                    <a:pt x="47510" y="1298378"/>
                  </a:lnTo>
                  <a:lnTo>
                    <a:pt x="49221" y="1249742"/>
                  </a:lnTo>
                  <a:lnTo>
                    <a:pt x="50933" y="1283802"/>
                  </a:lnTo>
                  <a:lnTo>
                    <a:pt x="52644" y="1224532"/>
                  </a:lnTo>
                  <a:lnTo>
                    <a:pt x="54355" y="1237851"/>
                  </a:lnTo>
                  <a:lnTo>
                    <a:pt x="56067" y="1200318"/>
                  </a:lnTo>
                  <a:lnTo>
                    <a:pt x="57778" y="1227488"/>
                  </a:lnTo>
                  <a:lnTo>
                    <a:pt x="59490" y="1239025"/>
                  </a:lnTo>
                  <a:lnTo>
                    <a:pt x="61201" y="1123934"/>
                  </a:lnTo>
                  <a:lnTo>
                    <a:pt x="62912" y="1095018"/>
                  </a:lnTo>
                  <a:lnTo>
                    <a:pt x="64624" y="1122268"/>
                  </a:lnTo>
                  <a:lnTo>
                    <a:pt x="66335" y="1099209"/>
                  </a:lnTo>
                  <a:lnTo>
                    <a:pt x="68047" y="1092073"/>
                  </a:lnTo>
                  <a:lnTo>
                    <a:pt x="69758" y="1136996"/>
                  </a:lnTo>
                  <a:lnTo>
                    <a:pt x="71469" y="1213470"/>
                  </a:lnTo>
                  <a:lnTo>
                    <a:pt x="73181" y="1238665"/>
                  </a:lnTo>
                  <a:lnTo>
                    <a:pt x="74892" y="1219100"/>
                  </a:lnTo>
                  <a:lnTo>
                    <a:pt x="76604" y="1256675"/>
                  </a:lnTo>
                  <a:lnTo>
                    <a:pt x="78315" y="1279464"/>
                  </a:lnTo>
                  <a:lnTo>
                    <a:pt x="80026" y="1249935"/>
                  </a:lnTo>
                  <a:lnTo>
                    <a:pt x="81738" y="1216110"/>
                  </a:lnTo>
                  <a:lnTo>
                    <a:pt x="83449" y="1202752"/>
                  </a:lnTo>
                  <a:lnTo>
                    <a:pt x="85161" y="1194210"/>
                  </a:lnTo>
                  <a:lnTo>
                    <a:pt x="86872" y="1256201"/>
                  </a:lnTo>
                  <a:lnTo>
                    <a:pt x="88583" y="1279317"/>
                  </a:lnTo>
                  <a:lnTo>
                    <a:pt x="90295" y="1274858"/>
                  </a:lnTo>
                  <a:lnTo>
                    <a:pt x="92006" y="1298933"/>
                  </a:lnTo>
                  <a:lnTo>
                    <a:pt x="93718" y="1305289"/>
                  </a:lnTo>
                  <a:lnTo>
                    <a:pt x="95429" y="1286228"/>
                  </a:lnTo>
                  <a:lnTo>
                    <a:pt x="97140" y="1272835"/>
                  </a:lnTo>
                  <a:lnTo>
                    <a:pt x="98852" y="1235015"/>
                  </a:lnTo>
                  <a:lnTo>
                    <a:pt x="100563" y="1251040"/>
                  </a:lnTo>
                  <a:lnTo>
                    <a:pt x="102275" y="1290233"/>
                  </a:lnTo>
                  <a:lnTo>
                    <a:pt x="103986" y="1333411"/>
                  </a:lnTo>
                  <a:lnTo>
                    <a:pt x="105697" y="1344159"/>
                  </a:lnTo>
                  <a:lnTo>
                    <a:pt x="107409" y="1358567"/>
                  </a:lnTo>
                  <a:lnTo>
                    <a:pt x="109120" y="1371504"/>
                  </a:lnTo>
                  <a:lnTo>
                    <a:pt x="110832" y="1347685"/>
                  </a:lnTo>
                  <a:lnTo>
                    <a:pt x="112543" y="1340476"/>
                  </a:lnTo>
                  <a:lnTo>
                    <a:pt x="114254" y="1366254"/>
                  </a:lnTo>
                  <a:lnTo>
                    <a:pt x="115966" y="1324871"/>
                  </a:lnTo>
                  <a:lnTo>
                    <a:pt x="117677" y="1361153"/>
                  </a:lnTo>
                  <a:lnTo>
                    <a:pt x="119389" y="1344904"/>
                  </a:lnTo>
                  <a:lnTo>
                    <a:pt x="121100" y="1362091"/>
                  </a:lnTo>
                  <a:lnTo>
                    <a:pt x="122811" y="1333888"/>
                  </a:lnTo>
                  <a:lnTo>
                    <a:pt x="124523" y="1296098"/>
                  </a:lnTo>
                  <a:lnTo>
                    <a:pt x="126234" y="1279587"/>
                  </a:lnTo>
                  <a:lnTo>
                    <a:pt x="127945" y="1317499"/>
                  </a:lnTo>
                  <a:lnTo>
                    <a:pt x="129657" y="1327347"/>
                  </a:lnTo>
                  <a:lnTo>
                    <a:pt x="131368" y="1347698"/>
                  </a:lnTo>
                  <a:lnTo>
                    <a:pt x="133080" y="1286878"/>
                  </a:lnTo>
                  <a:lnTo>
                    <a:pt x="134791" y="1304359"/>
                  </a:lnTo>
                  <a:lnTo>
                    <a:pt x="136502" y="1297092"/>
                  </a:lnTo>
                  <a:lnTo>
                    <a:pt x="138214" y="1278122"/>
                  </a:lnTo>
                  <a:lnTo>
                    <a:pt x="139925" y="1181856"/>
                  </a:lnTo>
                  <a:lnTo>
                    <a:pt x="141637" y="1207759"/>
                  </a:lnTo>
                  <a:lnTo>
                    <a:pt x="143348" y="1255713"/>
                  </a:lnTo>
                  <a:lnTo>
                    <a:pt x="145059" y="1238906"/>
                  </a:lnTo>
                  <a:lnTo>
                    <a:pt x="146771" y="1275629"/>
                  </a:lnTo>
                  <a:lnTo>
                    <a:pt x="148482" y="1250397"/>
                  </a:lnTo>
                  <a:lnTo>
                    <a:pt x="150194" y="1275170"/>
                  </a:lnTo>
                  <a:lnTo>
                    <a:pt x="151905" y="1283028"/>
                  </a:lnTo>
                  <a:lnTo>
                    <a:pt x="153616" y="1303286"/>
                  </a:lnTo>
                  <a:lnTo>
                    <a:pt x="155328" y="1325554"/>
                  </a:lnTo>
                  <a:lnTo>
                    <a:pt x="157039" y="1298758"/>
                  </a:lnTo>
                  <a:lnTo>
                    <a:pt x="158751" y="1302928"/>
                  </a:lnTo>
                  <a:lnTo>
                    <a:pt x="160462" y="1294978"/>
                  </a:lnTo>
                  <a:lnTo>
                    <a:pt x="162173" y="1324078"/>
                  </a:lnTo>
                  <a:lnTo>
                    <a:pt x="163885" y="1308554"/>
                  </a:lnTo>
                  <a:lnTo>
                    <a:pt x="165596" y="1295018"/>
                  </a:lnTo>
                  <a:lnTo>
                    <a:pt x="167308" y="1325277"/>
                  </a:lnTo>
                  <a:lnTo>
                    <a:pt x="169019" y="1335944"/>
                  </a:lnTo>
                  <a:lnTo>
                    <a:pt x="170730" y="1343475"/>
                  </a:lnTo>
                  <a:lnTo>
                    <a:pt x="172442" y="1315878"/>
                  </a:lnTo>
                  <a:lnTo>
                    <a:pt x="174153" y="1322732"/>
                  </a:lnTo>
                  <a:lnTo>
                    <a:pt x="175865" y="1218862"/>
                  </a:lnTo>
                  <a:lnTo>
                    <a:pt x="177576" y="1217225"/>
                  </a:lnTo>
                  <a:lnTo>
                    <a:pt x="179287" y="1081489"/>
                  </a:lnTo>
                  <a:lnTo>
                    <a:pt x="180999" y="1038652"/>
                  </a:lnTo>
                  <a:lnTo>
                    <a:pt x="182710" y="966651"/>
                  </a:lnTo>
                  <a:lnTo>
                    <a:pt x="184422" y="859062"/>
                  </a:lnTo>
                  <a:lnTo>
                    <a:pt x="186133" y="973547"/>
                  </a:lnTo>
                  <a:lnTo>
                    <a:pt x="187844" y="932860"/>
                  </a:lnTo>
                  <a:lnTo>
                    <a:pt x="189556" y="1066666"/>
                  </a:lnTo>
                  <a:lnTo>
                    <a:pt x="191267" y="1108110"/>
                  </a:lnTo>
                  <a:lnTo>
                    <a:pt x="192979" y="1014014"/>
                  </a:lnTo>
                  <a:lnTo>
                    <a:pt x="194690" y="1034008"/>
                  </a:lnTo>
                  <a:lnTo>
                    <a:pt x="196401" y="1118137"/>
                  </a:lnTo>
                  <a:lnTo>
                    <a:pt x="198113" y="1119540"/>
                  </a:lnTo>
                  <a:lnTo>
                    <a:pt x="199824" y="1194943"/>
                  </a:lnTo>
                  <a:lnTo>
                    <a:pt x="201536" y="1158187"/>
                  </a:lnTo>
                  <a:lnTo>
                    <a:pt x="203247" y="1104756"/>
                  </a:lnTo>
                  <a:lnTo>
                    <a:pt x="204958" y="965303"/>
                  </a:lnTo>
                  <a:lnTo>
                    <a:pt x="206670" y="1008593"/>
                  </a:lnTo>
                  <a:lnTo>
                    <a:pt x="208381" y="1114501"/>
                  </a:lnTo>
                  <a:lnTo>
                    <a:pt x="210093" y="1116826"/>
                  </a:lnTo>
                  <a:lnTo>
                    <a:pt x="211804" y="1027686"/>
                  </a:lnTo>
                  <a:lnTo>
                    <a:pt x="213515" y="1041740"/>
                  </a:lnTo>
                  <a:lnTo>
                    <a:pt x="215227" y="891717"/>
                  </a:lnTo>
                  <a:lnTo>
                    <a:pt x="216938" y="840376"/>
                  </a:lnTo>
                  <a:lnTo>
                    <a:pt x="218650" y="849714"/>
                  </a:lnTo>
                  <a:lnTo>
                    <a:pt x="220361" y="827428"/>
                  </a:lnTo>
                  <a:lnTo>
                    <a:pt x="222072" y="884487"/>
                  </a:lnTo>
                  <a:lnTo>
                    <a:pt x="223784" y="986973"/>
                  </a:lnTo>
                  <a:lnTo>
                    <a:pt x="225495" y="1032497"/>
                  </a:lnTo>
                  <a:lnTo>
                    <a:pt x="227206" y="842034"/>
                  </a:lnTo>
                  <a:lnTo>
                    <a:pt x="228918" y="807170"/>
                  </a:lnTo>
                  <a:lnTo>
                    <a:pt x="230629" y="730818"/>
                  </a:lnTo>
                  <a:lnTo>
                    <a:pt x="232341" y="752123"/>
                  </a:lnTo>
                  <a:lnTo>
                    <a:pt x="234052" y="817429"/>
                  </a:lnTo>
                  <a:lnTo>
                    <a:pt x="235763" y="712999"/>
                  </a:lnTo>
                  <a:lnTo>
                    <a:pt x="237475" y="822448"/>
                  </a:lnTo>
                  <a:lnTo>
                    <a:pt x="239186" y="857015"/>
                  </a:lnTo>
                  <a:lnTo>
                    <a:pt x="240898" y="947811"/>
                  </a:lnTo>
                  <a:lnTo>
                    <a:pt x="242609" y="968745"/>
                  </a:lnTo>
                  <a:lnTo>
                    <a:pt x="244320" y="902805"/>
                  </a:lnTo>
                  <a:lnTo>
                    <a:pt x="246032" y="1070187"/>
                  </a:lnTo>
                  <a:lnTo>
                    <a:pt x="247743" y="1045717"/>
                  </a:lnTo>
                  <a:lnTo>
                    <a:pt x="249455" y="913147"/>
                  </a:lnTo>
                  <a:lnTo>
                    <a:pt x="251166" y="1060002"/>
                  </a:lnTo>
                  <a:lnTo>
                    <a:pt x="252877" y="1101483"/>
                  </a:lnTo>
                  <a:lnTo>
                    <a:pt x="254589" y="1261365"/>
                  </a:lnTo>
                  <a:lnTo>
                    <a:pt x="256300" y="1267070"/>
                  </a:lnTo>
                  <a:lnTo>
                    <a:pt x="258012" y="1294736"/>
                  </a:lnTo>
                  <a:lnTo>
                    <a:pt x="259723" y="1233812"/>
                  </a:lnTo>
                  <a:lnTo>
                    <a:pt x="261434" y="1161574"/>
                  </a:lnTo>
                  <a:lnTo>
                    <a:pt x="263146" y="1048993"/>
                  </a:lnTo>
                  <a:lnTo>
                    <a:pt x="264857" y="1019733"/>
                  </a:lnTo>
                  <a:lnTo>
                    <a:pt x="266569" y="1105186"/>
                  </a:lnTo>
                  <a:lnTo>
                    <a:pt x="268280" y="1135635"/>
                  </a:lnTo>
                  <a:lnTo>
                    <a:pt x="269991" y="1007129"/>
                  </a:lnTo>
                  <a:lnTo>
                    <a:pt x="271703" y="956646"/>
                  </a:lnTo>
                  <a:lnTo>
                    <a:pt x="273414" y="964270"/>
                  </a:lnTo>
                  <a:lnTo>
                    <a:pt x="275126" y="1051673"/>
                  </a:lnTo>
                  <a:lnTo>
                    <a:pt x="276837" y="1123285"/>
                  </a:lnTo>
                  <a:lnTo>
                    <a:pt x="278548" y="1148034"/>
                  </a:lnTo>
                  <a:lnTo>
                    <a:pt x="280260" y="1113301"/>
                  </a:lnTo>
                  <a:lnTo>
                    <a:pt x="281971" y="1122750"/>
                  </a:lnTo>
                  <a:lnTo>
                    <a:pt x="283683" y="1083675"/>
                  </a:lnTo>
                  <a:lnTo>
                    <a:pt x="285394" y="1150857"/>
                  </a:lnTo>
                  <a:lnTo>
                    <a:pt x="287105" y="1107191"/>
                  </a:lnTo>
                  <a:lnTo>
                    <a:pt x="288817" y="990696"/>
                  </a:lnTo>
                  <a:lnTo>
                    <a:pt x="290528" y="1081511"/>
                  </a:lnTo>
                  <a:lnTo>
                    <a:pt x="292240" y="1218394"/>
                  </a:lnTo>
                  <a:lnTo>
                    <a:pt x="293951" y="1252087"/>
                  </a:lnTo>
                  <a:lnTo>
                    <a:pt x="295662" y="1246836"/>
                  </a:lnTo>
                  <a:lnTo>
                    <a:pt x="297374" y="1277280"/>
                  </a:lnTo>
                  <a:lnTo>
                    <a:pt x="299085" y="1305738"/>
                  </a:lnTo>
                  <a:lnTo>
                    <a:pt x="300797" y="1297331"/>
                  </a:lnTo>
                  <a:lnTo>
                    <a:pt x="302508" y="1239692"/>
                  </a:lnTo>
                  <a:lnTo>
                    <a:pt x="304219" y="1188140"/>
                  </a:lnTo>
                  <a:lnTo>
                    <a:pt x="305931" y="1158185"/>
                  </a:lnTo>
                  <a:lnTo>
                    <a:pt x="307642" y="1263046"/>
                  </a:lnTo>
                  <a:lnTo>
                    <a:pt x="309354" y="1183631"/>
                  </a:lnTo>
                  <a:lnTo>
                    <a:pt x="311065" y="1198609"/>
                  </a:lnTo>
                  <a:lnTo>
                    <a:pt x="312776" y="1151916"/>
                  </a:lnTo>
                  <a:lnTo>
                    <a:pt x="314488" y="1009823"/>
                  </a:lnTo>
                  <a:lnTo>
                    <a:pt x="316199" y="976033"/>
                  </a:lnTo>
                  <a:lnTo>
                    <a:pt x="317911" y="1002524"/>
                  </a:lnTo>
                  <a:lnTo>
                    <a:pt x="319622" y="987718"/>
                  </a:lnTo>
                  <a:lnTo>
                    <a:pt x="321333" y="1051496"/>
                  </a:lnTo>
                  <a:lnTo>
                    <a:pt x="323045" y="985703"/>
                  </a:lnTo>
                  <a:lnTo>
                    <a:pt x="324756" y="1022732"/>
                  </a:lnTo>
                  <a:lnTo>
                    <a:pt x="326468" y="921833"/>
                  </a:lnTo>
                  <a:lnTo>
                    <a:pt x="328179" y="1020432"/>
                  </a:lnTo>
                  <a:lnTo>
                    <a:pt x="329890" y="1030371"/>
                  </a:lnTo>
                  <a:lnTo>
                    <a:pt x="331602" y="1131710"/>
                  </a:lnTo>
                  <a:lnTo>
                    <a:pt x="333313" y="1178128"/>
                  </a:lnTo>
                  <a:lnTo>
                    <a:pt x="335024" y="1068076"/>
                  </a:lnTo>
                  <a:lnTo>
                    <a:pt x="336736" y="1131157"/>
                  </a:lnTo>
                  <a:lnTo>
                    <a:pt x="338447" y="1107049"/>
                  </a:lnTo>
                  <a:lnTo>
                    <a:pt x="340159" y="1141683"/>
                  </a:lnTo>
                  <a:lnTo>
                    <a:pt x="341870" y="1237776"/>
                  </a:lnTo>
                  <a:lnTo>
                    <a:pt x="343581" y="1237024"/>
                  </a:lnTo>
                  <a:lnTo>
                    <a:pt x="345293" y="1243242"/>
                  </a:lnTo>
                  <a:lnTo>
                    <a:pt x="347004" y="1292296"/>
                  </a:lnTo>
                  <a:lnTo>
                    <a:pt x="348716" y="1254041"/>
                  </a:lnTo>
                  <a:lnTo>
                    <a:pt x="350427" y="1324908"/>
                  </a:lnTo>
                  <a:lnTo>
                    <a:pt x="352138" y="1260621"/>
                  </a:lnTo>
                  <a:lnTo>
                    <a:pt x="353850" y="1258255"/>
                  </a:lnTo>
                  <a:lnTo>
                    <a:pt x="355561" y="1226476"/>
                  </a:lnTo>
                  <a:lnTo>
                    <a:pt x="357273" y="1298758"/>
                  </a:lnTo>
                  <a:lnTo>
                    <a:pt x="358984" y="1355914"/>
                  </a:lnTo>
                  <a:lnTo>
                    <a:pt x="360695" y="1316936"/>
                  </a:lnTo>
                  <a:lnTo>
                    <a:pt x="362407" y="1280961"/>
                  </a:lnTo>
                  <a:lnTo>
                    <a:pt x="364118" y="1325826"/>
                  </a:lnTo>
                  <a:lnTo>
                    <a:pt x="365830" y="1308816"/>
                  </a:lnTo>
                  <a:lnTo>
                    <a:pt x="367541" y="1275774"/>
                  </a:lnTo>
                  <a:lnTo>
                    <a:pt x="369252" y="1186869"/>
                  </a:lnTo>
                  <a:lnTo>
                    <a:pt x="370964" y="1125447"/>
                  </a:lnTo>
                  <a:lnTo>
                    <a:pt x="372675" y="1152587"/>
                  </a:lnTo>
                  <a:lnTo>
                    <a:pt x="374387" y="1187788"/>
                  </a:lnTo>
                  <a:lnTo>
                    <a:pt x="376098" y="1198364"/>
                  </a:lnTo>
                  <a:lnTo>
                    <a:pt x="377809" y="1237553"/>
                  </a:lnTo>
                  <a:lnTo>
                    <a:pt x="379521" y="1206198"/>
                  </a:lnTo>
                  <a:lnTo>
                    <a:pt x="381232" y="1306872"/>
                  </a:lnTo>
                  <a:lnTo>
                    <a:pt x="382944" y="1256676"/>
                  </a:lnTo>
                  <a:lnTo>
                    <a:pt x="384655" y="1175106"/>
                  </a:lnTo>
                  <a:lnTo>
                    <a:pt x="386366" y="1144899"/>
                  </a:lnTo>
                  <a:lnTo>
                    <a:pt x="388078" y="1142286"/>
                  </a:lnTo>
                  <a:lnTo>
                    <a:pt x="389789" y="1193897"/>
                  </a:lnTo>
                  <a:lnTo>
                    <a:pt x="391501" y="1250699"/>
                  </a:lnTo>
                  <a:lnTo>
                    <a:pt x="393212" y="1258406"/>
                  </a:lnTo>
                  <a:lnTo>
                    <a:pt x="394923" y="1256090"/>
                  </a:lnTo>
                  <a:lnTo>
                    <a:pt x="396635" y="1221975"/>
                  </a:lnTo>
                  <a:lnTo>
                    <a:pt x="398346" y="1160095"/>
                  </a:lnTo>
                  <a:lnTo>
                    <a:pt x="400058" y="1222544"/>
                  </a:lnTo>
                  <a:lnTo>
                    <a:pt x="401769" y="1296860"/>
                  </a:lnTo>
                  <a:lnTo>
                    <a:pt x="403480" y="1303247"/>
                  </a:lnTo>
                  <a:lnTo>
                    <a:pt x="405192" y="1353441"/>
                  </a:lnTo>
                  <a:lnTo>
                    <a:pt x="406903" y="1313912"/>
                  </a:lnTo>
                  <a:lnTo>
                    <a:pt x="408615" y="1297037"/>
                  </a:lnTo>
                  <a:lnTo>
                    <a:pt x="410326" y="1225712"/>
                  </a:lnTo>
                  <a:lnTo>
                    <a:pt x="412037" y="1254868"/>
                  </a:lnTo>
                  <a:lnTo>
                    <a:pt x="413749" y="1206090"/>
                  </a:lnTo>
                  <a:lnTo>
                    <a:pt x="415460" y="1143081"/>
                  </a:lnTo>
                  <a:lnTo>
                    <a:pt x="417172" y="1159854"/>
                  </a:lnTo>
                  <a:lnTo>
                    <a:pt x="418883" y="1191076"/>
                  </a:lnTo>
                  <a:lnTo>
                    <a:pt x="420594" y="1140182"/>
                  </a:lnTo>
                  <a:lnTo>
                    <a:pt x="422306" y="1122143"/>
                  </a:lnTo>
                  <a:lnTo>
                    <a:pt x="424017" y="995868"/>
                  </a:lnTo>
                  <a:lnTo>
                    <a:pt x="425729" y="941430"/>
                  </a:lnTo>
                  <a:lnTo>
                    <a:pt x="427440" y="940258"/>
                  </a:lnTo>
                  <a:lnTo>
                    <a:pt x="429151" y="839568"/>
                  </a:lnTo>
                  <a:lnTo>
                    <a:pt x="430863" y="837604"/>
                  </a:lnTo>
                  <a:lnTo>
                    <a:pt x="432574" y="770375"/>
                  </a:lnTo>
                  <a:lnTo>
                    <a:pt x="434286" y="769147"/>
                  </a:lnTo>
                  <a:lnTo>
                    <a:pt x="435997" y="802454"/>
                  </a:lnTo>
                  <a:lnTo>
                    <a:pt x="437708" y="849159"/>
                  </a:lnTo>
                  <a:lnTo>
                    <a:pt x="439420" y="839976"/>
                  </a:lnTo>
                  <a:lnTo>
                    <a:pt x="441131" y="839239"/>
                  </a:lnTo>
                  <a:lnTo>
                    <a:pt x="442842" y="812925"/>
                  </a:lnTo>
                  <a:lnTo>
                    <a:pt x="444554" y="819574"/>
                  </a:lnTo>
                  <a:lnTo>
                    <a:pt x="446265" y="881836"/>
                  </a:lnTo>
                  <a:lnTo>
                    <a:pt x="447977" y="901706"/>
                  </a:lnTo>
                  <a:lnTo>
                    <a:pt x="449688" y="955725"/>
                  </a:lnTo>
                  <a:lnTo>
                    <a:pt x="451399" y="907462"/>
                  </a:lnTo>
                  <a:lnTo>
                    <a:pt x="453111" y="912632"/>
                  </a:lnTo>
                  <a:lnTo>
                    <a:pt x="454822" y="954673"/>
                  </a:lnTo>
                  <a:lnTo>
                    <a:pt x="456534" y="908013"/>
                  </a:lnTo>
                  <a:lnTo>
                    <a:pt x="458245" y="1035055"/>
                  </a:lnTo>
                  <a:lnTo>
                    <a:pt x="459956" y="1111212"/>
                  </a:lnTo>
                  <a:lnTo>
                    <a:pt x="461668" y="1180188"/>
                  </a:lnTo>
                  <a:lnTo>
                    <a:pt x="463379" y="1251164"/>
                  </a:lnTo>
                  <a:lnTo>
                    <a:pt x="465091" y="1254225"/>
                  </a:lnTo>
                  <a:lnTo>
                    <a:pt x="466802" y="1269782"/>
                  </a:lnTo>
                  <a:lnTo>
                    <a:pt x="468513" y="1232552"/>
                  </a:lnTo>
                  <a:lnTo>
                    <a:pt x="470225" y="1239369"/>
                  </a:lnTo>
                  <a:lnTo>
                    <a:pt x="471936" y="1263177"/>
                  </a:lnTo>
                  <a:lnTo>
                    <a:pt x="473648" y="1270675"/>
                  </a:lnTo>
                  <a:lnTo>
                    <a:pt x="475359" y="1294875"/>
                  </a:lnTo>
                  <a:lnTo>
                    <a:pt x="477070" y="1306759"/>
                  </a:lnTo>
                  <a:lnTo>
                    <a:pt x="478782" y="1339568"/>
                  </a:lnTo>
                  <a:lnTo>
                    <a:pt x="480493" y="1353879"/>
                  </a:lnTo>
                  <a:lnTo>
                    <a:pt x="482205" y="1335106"/>
                  </a:lnTo>
                  <a:lnTo>
                    <a:pt x="483916" y="1313680"/>
                  </a:lnTo>
                  <a:lnTo>
                    <a:pt x="485627" y="1301581"/>
                  </a:lnTo>
                  <a:lnTo>
                    <a:pt x="487339" y="1246485"/>
                  </a:lnTo>
                  <a:lnTo>
                    <a:pt x="489050" y="1256563"/>
                  </a:lnTo>
                  <a:lnTo>
                    <a:pt x="490762" y="1286419"/>
                  </a:lnTo>
                  <a:lnTo>
                    <a:pt x="492473" y="1295875"/>
                  </a:lnTo>
                  <a:lnTo>
                    <a:pt x="494184" y="1304319"/>
                  </a:lnTo>
                  <a:lnTo>
                    <a:pt x="495896" y="1297967"/>
                  </a:lnTo>
                  <a:lnTo>
                    <a:pt x="497607" y="1258616"/>
                  </a:lnTo>
                  <a:lnTo>
                    <a:pt x="499319" y="1267216"/>
                  </a:lnTo>
                  <a:lnTo>
                    <a:pt x="501030" y="1235927"/>
                  </a:lnTo>
                  <a:lnTo>
                    <a:pt x="502741" y="1240820"/>
                  </a:lnTo>
                  <a:lnTo>
                    <a:pt x="504453" y="1184465"/>
                  </a:lnTo>
                  <a:lnTo>
                    <a:pt x="506164" y="1157645"/>
                  </a:lnTo>
                  <a:lnTo>
                    <a:pt x="507876" y="1087069"/>
                  </a:lnTo>
                  <a:lnTo>
                    <a:pt x="509587" y="1142666"/>
                  </a:lnTo>
                  <a:lnTo>
                    <a:pt x="511298" y="1182658"/>
                  </a:lnTo>
                  <a:lnTo>
                    <a:pt x="513010" y="1211361"/>
                  </a:lnTo>
                  <a:lnTo>
                    <a:pt x="514721" y="1205070"/>
                  </a:lnTo>
                  <a:lnTo>
                    <a:pt x="516433" y="1254447"/>
                  </a:lnTo>
                  <a:lnTo>
                    <a:pt x="518144" y="1275192"/>
                  </a:lnTo>
                  <a:lnTo>
                    <a:pt x="519855" y="1259616"/>
                  </a:lnTo>
                  <a:lnTo>
                    <a:pt x="521567" y="1248498"/>
                  </a:lnTo>
                  <a:lnTo>
                    <a:pt x="523278" y="1170291"/>
                  </a:lnTo>
                  <a:lnTo>
                    <a:pt x="524990" y="1211621"/>
                  </a:lnTo>
                  <a:lnTo>
                    <a:pt x="526701" y="1211449"/>
                  </a:lnTo>
                  <a:lnTo>
                    <a:pt x="528412" y="1180592"/>
                  </a:lnTo>
                  <a:lnTo>
                    <a:pt x="530124" y="1109161"/>
                  </a:lnTo>
                  <a:lnTo>
                    <a:pt x="531835" y="1157236"/>
                  </a:lnTo>
                  <a:lnTo>
                    <a:pt x="533547" y="1089547"/>
                  </a:lnTo>
                  <a:lnTo>
                    <a:pt x="535258" y="1081052"/>
                  </a:lnTo>
                  <a:lnTo>
                    <a:pt x="536969" y="1030831"/>
                  </a:lnTo>
                  <a:lnTo>
                    <a:pt x="538681" y="1110744"/>
                  </a:lnTo>
                  <a:lnTo>
                    <a:pt x="540392" y="1186048"/>
                  </a:lnTo>
                  <a:lnTo>
                    <a:pt x="542103" y="1182550"/>
                  </a:lnTo>
                  <a:lnTo>
                    <a:pt x="543815" y="1196676"/>
                  </a:lnTo>
                  <a:lnTo>
                    <a:pt x="545526" y="1225768"/>
                  </a:lnTo>
                  <a:lnTo>
                    <a:pt x="547238" y="1248337"/>
                  </a:lnTo>
                  <a:lnTo>
                    <a:pt x="548949" y="1270671"/>
                  </a:lnTo>
                  <a:lnTo>
                    <a:pt x="550660" y="1219609"/>
                  </a:lnTo>
                  <a:lnTo>
                    <a:pt x="552372" y="1253738"/>
                  </a:lnTo>
                  <a:lnTo>
                    <a:pt x="554083" y="1276509"/>
                  </a:lnTo>
                  <a:lnTo>
                    <a:pt x="555795" y="1273451"/>
                  </a:lnTo>
                  <a:lnTo>
                    <a:pt x="557506" y="1289824"/>
                  </a:lnTo>
                  <a:lnTo>
                    <a:pt x="559217" y="1266632"/>
                  </a:lnTo>
                  <a:lnTo>
                    <a:pt x="560929" y="1259957"/>
                  </a:lnTo>
                  <a:lnTo>
                    <a:pt x="562640" y="1260870"/>
                  </a:lnTo>
                  <a:lnTo>
                    <a:pt x="564352" y="1185167"/>
                  </a:lnTo>
                  <a:lnTo>
                    <a:pt x="566063" y="1128865"/>
                  </a:lnTo>
                  <a:lnTo>
                    <a:pt x="567774" y="1041254"/>
                  </a:lnTo>
                  <a:lnTo>
                    <a:pt x="569486" y="987684"/>
                  </a:lnTo>
                  <a:lnTo>
                    <a:pt x="571197" y="935856"/>
                  </a:lnTo>
                  <a:lnTo>
                    <a:pt x="572909" y="864361"/>
                  </a:lnTo>
                  <a:lnTo>
                    <a:pt x="574620" y="902474"/>
                  </a:lnTo>
                  <a:lnTo>
                    <a:pt x="576331" y="876738"/>
                  </a:lnTo>
                  <a:lnTo>
                    <a:pt x="578043" y="888908"/>
                  </a:lnTo>
                  <a:lnTo>
                    <a:pt x="579754" y="863858"/>
                  </a:lnTo>
                  <a:lnTo>
                    <a:pt x="581466" y="793036"/>
                  </a:lnTo>
                  <a:lnTo>
                    <a:pt x="583177" y="862541"/>
                  </a:lnTo>
                  <a:lnTo>
                    <a:pt x="584888" y="910985"/>
                  </a:lnTo>
                  <a:lnTo>
                    <a:pt x="586600" y="946807"/>
                  </a:lnTo>
                  <a:lnTo>
                    <a:pt x="588311" y="1013986"/>
                  </a:lnTo>
                  <a:lnTo>
                    <a:pt x="590023" y="1061379"/>
                  </a:lnTo>
                  <a:lnTo>
                    <a:pt x="591734" y="1192050"/>
                  </a:lnTo>
                  <a:lnTo>
                    <a:pt x="593445" y="1213165"/>
                  </a:lnTo>
                  <a:lnTo>
                    <a:pt x="595157" y="1151964"/>
                  </a:lnTo>
                  <a:lnTo>
                    <a:pt x="596868" y="1174718"/>
                  </a:lnTo>
                  <a:lnTo>
                    <a:pt x="598580" y="1230135"/>
                  </a:lnTo>
                  <a:lnTo>
                    <a:pt x="600291" y="1225492"/>
                  </a:lnTo>
                  <a:lnTo>
                    <a:pt x="602002" y="1184634"/>
                  </a:lnTo>
                  <a:lnTo>
                    <a:pt x="603714" y="1010467"/>
                  </a:lnTo>
                  <a:lnTo>
                    <a:pt x="605425" y="1003545"/>
                  </a:lnTo>
                  <a:lnTo>
                    <a:pt x="607137" y="935157"/>
                  </a:lnTo>
                  <a:lnTo>
                    <a:pt x="608848" y="949385"/>
                  </a:lnTo>
                  <a:lnTo>
                    <a:pt x="610559" y="893155"/>
                  </a:lnTo>
                  <a:lnTo>
                    <a:pt x="612271" y="904668"/>
                  </a:lnTo>
                  <a:lnTo>
                    <a:pt x="613982" y="998026"/>
                  </a:lnTo>
                  <a:lnTo>
                    <a:pt x="615694" y="850680"/>
                  </a:lnTo>
                  <a:lnTo>
                    <a:pt x="617405" y="838376"/>
                  </a:lnTo>
                  <a:lnTo>
                    <a:pt x="619116" y="740639"/>
                  </a:lnTo>
                  <a:lnTo>
                    <a:pt x="620828" y="706533"/>
                  </a:lnTo>
                  <a:lnTo>
                    <a:pt x="622539" y="717125"/>
                  </a:lnTo>
                  <a:lnTo>
                    <a:pt x="624251" y="668213"/>
                  </a:lnTo>
                  <a:lnTo>
                    <a:pt x="625962" y="741688"/>
                  </a:lnTo>
                  <a:lnTo>
                    <a:pt x="627673" y="801319"/>
                  </a:lnTo>
                  <a:lnTo>
                    <a:pt x="629385" y="781249"/>
                  </a:lnTo>
                  <a:lnTo>
                    <a:pt x="631096" y="826720"/>
                  </a:lnTo>
                  <a:lnTo>
                    <a:pt x="632808" y="850787"/>
                  </a:lnTo>
                  <a:lnTo>
                    <a:pt x="634519" y="926333"/>
                  </a:lnTo>
                  <a:lnTo>
                    <a:pt x="636230" y="1030655"/>
                  </a:lnTo>
                  <a:lnTo>
                    <a:pt x="637942" y="1015316"/>
                  </a:lnTo>
                  <a:lnTo>
                    <a:pt x="639653" y="1086105"/>
                  </a:lnTo>
                  <a:lnTo>
                    <a:pt x="641365" y="1069387"/>
                  </a:lnTo>
                  <a:lnTo>
                    <a:pt x="643076" y="1026882"/>
                  </a:lnTo>
                  <a:lnTo>
                    <a:pt x="644787" y="970096"/>
                  </a:lnTo>
                  <a:lnTo>
                    <a:pt x="646499" y="959292"/>
                  </a:lnTo>
                  <a:lnTo>
                    <a:pt x="648210" y="1020585"/>
                  </a:lnTo>
                  <a:lnTo>
                    <a:pt x="649921" y="936385"/>
                  </a:lnTo>
                  <a:lnTo>
                    <a:pt x="651633" y="832932"/>
                  </a:lnTo>
                  <a:lnTo>
                    <a:pt x="653344" y="850764"/>
                  </a:lnTo>
                  <a:lnTo>
                    <a:pt x="655056" y="1001814"/>
                  </a:lnTo>
                  <a:lnTo>
                    <a:pt x="656767" y="983187"/>
                  </a:lnTo>
                  <a:lnTo>
                    <a:pt x="658478" y="1037870"/>
                  </a:lnTo>
                  <a:lnTo>
                    <a:pt x="660190" y="1024960"/>
                  </a:lnTo>
                  <a:lnTo>
                    <a:pt x="661901" y="961174"/>
                  </a:lnTo>
                  <a:lnTo>
                    <a:pt x="663613" y="977628"/>
                  </a:lnTo>
                  <a:lnTo>
                    <a:pt x="665324" y="1021618"/>
                  </a:lnTo>
                  <a:lnTo>
                    <a:pt x="667035" y="890379"/>
                  </a:lnTo>
                  <a:lnTo>
                    <a:pt x="668747" y="962613"/>
                  </a:lnTo>
                  <a:lnTo>
                    <a:pt x="670458" y="967495"/>
                  </a:lnTo>
                  <a:lnTo>
                    <a:pt x="672170" y="841654"/>
                  </a:lnTo>
                  <a:lnTo>
                    <a:pt x="673881" y="908716"/>
                  </a:lnTo>
                  <a:lnTo>
                    <a:pt x="675592" y="861812"/>
                  </a:lnTo>
                  <a:lnTo>
                    <a:pt x="677304" y="848045"/>
                  </a:lnTo>
                  <a:lnTo>
                    <a:pt x="679015" y="807550"/>
                  </a:lnTo>
                  <a:lnTo>
                    <a:pt x="680727" y="807712"/>
                  </a:lnTo>
                  <a:lnTo>
                    <a:pt x="682438" y="791802"/>
                  </a:lnTo>
                  <a:lnTo>
                    <a:pt x="684149" y="864491"/>
                  </a:lnTo>
                  <a:lnTo>
                    <a:pt x="685861" y="1032725"/>
                  </a:lnTo>
                  <a:lnTo>
                    <a:pt x="687572" y="1068021"/>
                  </a:lnTo>
                  <a:lnTo>
                    <a:pt x="689284" y="1160350"/>
                  </a:lnTo>
                  <a:lnTo>
                    <a:pt x="690995" y="1098694"/>
                  </a:lnTo>
                  <a:lnTo>
                    <a:pt x="692706" y="1072515"/>
                  </a:lnTo>
                  <a:lnTo>
                    <a:pt x="694418" y="1113883"/>
                  </a:lnTo>
                  <a:lnTo>
                    <a:pt x="696129" y="1198712"/>
                  </a:lnTo>
                  <a:lnTo>
                    <a:pt x="697841" y="1139810"/>
                  </a:lnTo>
                  <a:lnTo>
                    <a:pt x="699552" y="1037132"/>
                  </a:lnTo>
                  <a:lnTo>
                    <a:pt x="701263" y="1047850"/>
                  </a:lnTo>
                  <a:lnTo>
                    <a:pt x="702975" y="1082952"/>
                  </a:lnTo>
                  <a:lnTo>
                    <a:pt x="704686" y="1115468"/>
                  </a:lnTo>
                  <a:lnTo>
                    <a:pt x="706398" y="1098345"/>
                  </a:lnTo>
                  <a:lnTo>
                    <a:pt x="708109" y="762818"/>
                  </a:lnTo>
                  <a:lnTo>
                    <a:pt x="709820" y="773438"/>
                  </a:lnTo>
                  <a:lnTo>
                    <a:pt x="711532" y="811458"/>
                  </a:lnTo>
                  <a:lnTo>
                    <a:pt x="713243" y="859333"/>
                  </a:lnTo>
                  <a:lnTo>
                    <a:pt x="714955" y="824216"/>
                  </a:lnTo>
                  <a:lnTo>
                    <a:pt x="716666" y="740984"/>
                  </a:lnTo>
                  <a:lnTo>
                    <a:pt x="718377" y="690343"/>
                  </a:lnTo>
                  <a:lnTo>
                    <a:pt x="720089" y="587135"/>
                  </a:lnTo>
                  <a:lnTo>
                    <a:pt x="721800" y="573370"/>
                  </a:lnTo>
                  <a:lnTo>
                    <a:pt x="723512" y="569708"/>
                  </a:lnTo>
                  <a:lnTo>
                    <a:pt x="725223" y="581900"/>
                  </a:lnTo>
                  <a:lnTo>
                    <a:pt x="726934" y="620909"/>
                  </a:lnTo>
                  <a:lnTo>
                    <a:pt x="728646" y="701379"/>
                  </a:lnTo>
                  <a:lnTo>
                    <a:pt x="730357" y="617042"/>
                  </a:lnTo>
                  <a:lnTo>
                    <a:pt x="732069" y="502685"/>
                  </a:lnTo>
                  <a:lnTo>
                    <a:pt x="733780" y="445307"/>
                  </a:lnTo>
                  <a:lnTo>
                    <a:pt x="735491" y="348828"/>
                  </a:lnTo>
                  <a:lnTo>
                    <a:pt x="737203" y="409234"/>
                  </a:lnTo>
                  <a:lnTo>
                    <a:pt x="738914" y="337903"/>
                  </a:lnTo>
                  <a:lnTo>
                    <a:pt x="740626" y="358824"/>
                  </a:lnTo>
                  <a:lnTo>
                    <a:pt x="742337" y="283185"/>
                  </a:lnTo>
                  <a:lnTo>
                    <a:pt x="744048" y="336627"/>
                  </a:lnTo>
                  <a:lnTo>
                    <a:pt x="745760" y="158896"/>
                  </a:lnTo>
                  <a:lnTo>
                    <a:pt x="747471" y="212653"/>
                  </a:lnTo>
                  <a:lnTo>
                    <a:pt x="749183" y="81442"/>
                  </a:lnTo>
                  <a:lnTo>
                    <a:pt x="750894" y="0"/>
                  </a:lnTo>
                  <a:lnTo>
                    <a:pt x="752605" y="52309"/>
                  </a:lnTo>
                  <a:lnTo>
                    <a:pt x="754317" y="125508"/>
                  </a:lnTo>
                  <a:lnTo>
                    <a:pt x="756028" y="206579"/>
                  </a:lnTo>
                  <a:lnTo>
                    <a:pt x="757739" y="30395"/>
                  </a:lnTo>
                  <a:lnTo>
                    <a:pt x="759451" y="130941"/>
                  </a:lnTo>
                  <a:lnTo>
                    <a:pt x="761162" y="85184"/>
                  </a:lnTo>
                  <a:lnTo>
                    <a:pt x="762874" y="130864"/>
                  </a:lnTo>
                  <a:lnTo>
                    <a:pt x="764585" y="191421"/>
                  </a:lnTo>
                  <a:lnTo>
                    <a:pt x="766296" y="238828"/>
                  </a:lnTo>
                  <a:lnTo>
                    <a:pt x="768008" y="124948"/>
                  </a:lnTo>
                  <a:lnTo>
                    <a:pt x="769719" y="130345"/>
                  </a:lnTo>
                  <a:lnTo>
                    <a:pt x="771431" y="258294"/>
                  </a:lnTo>
                  <a:lnTo>
                    <a:pt x="773142" y="206939"/>
                  </a:lnTo>
                  <a:lnTo>
                    <a:pt x="774853" y="309999"/>
                  </a:lnTo>
                  <a:lnTo>
                    <a:pt x="776565" y="404649"/>
                  </a:lnTo>
                  <a:lnTo>
                    <a:pt x="778276" y="493048"/>
                  </a:lnTo>
                  <a:lnTo>
                    <a:pt x="779988" y="502379"/>
                  </a:lnTo>
                  <a:lnTo>
                    <a:pt x="781699" y="600200"/>
                  </a:lnTo>
                  <a:lnTo>
                    <a:pt x="783410" y="610896"/>
                  </a:lnTo>
                  <a:lnTo>
                    <a:pt x="785122" y="552967"/>
                  </a:lnTo>
                  <a:lnTo>
                    <a:pt x="786833" y="581961"/>
                  </a:lnTo>
                  <a:lnTo>
                    <a:pt x="788545" y="697897"/>
                  </a:lnTo>
                  <a:lnTo>
                    <a:pt x="790256" y="729630"/>
                  </a:lnTo>
                  <a:lnTo>
                    <a:pt x="791967" y="707043"/>
                  </a:lnTo>
                  <a:lnTo>
                    <a:pt x="793679" y="558114"/>
                  </a:lnTo>
                  <a:lnTo>
                    <a:pt x="795390" y="642220"/>
                  </a:lnTo>
                  <a:lnTo>
                    <a:pt x="797102" y="644633"/>
                  </a:lnTo>
                  <a:lnTo>
                    <a:pt x="798813" y="681308"/>
                  </a:lnTo>
                  <a:lnTo>
                    <a:pt x="800524" y="640990"/>
                  </a:lnTo>
                  <a:lnTo>
                    <a:pt x="802236" y="669449"/>
                  </a:lnTo>
                  <a:lnTo>
                    <a:pt x="803947" y="637173"/>
                  </a:lnTo>
                  <a:lnTo>
                    <a:pt x="805659" y="570276"/>
                  </a:lnTo>
                  <a:lnTo>
                    <a:pt x="807370" y="609035"/>
                  </a:lnTo>
                  <a:lnTo>
                    <a:pt x="809081" y="689148"/>
                  </a:lnTo>
                  <a:lnTo>
                    <a:pt x="810793" y="776978"/>
                  </a:lnTo>
                  <a:lnTo>
                    <a:pt x="812504" y="795104"/>
                  </a:lnTo>
                  <a:lnTo>
                    <a:pt x="814216" y="801760"/>
                  </a:lnTo>
                  <a:lnTo>
                    <a:pt x="815927" y="951960"/>
                  </a:lnTo>
                  <a:lnTo>
                    <a:pt x="817638" y="833324"/>
                  </a:lnTo>
                  <a:lnTo>
                    <a:pt x="819350" y="752749"/>
                  </a:lnTo>
                  <a:lnTo>
                    <a:pt x="821061" y="856120"/>
                  </a:lnTo>
                  <a:lnTo>
                    <a:pt x="822773" y="880680"/>
                  </a:lnTo>
                  <a:lnTo>
                    <a:pt x="824484" y="850648"/>
                  </a:lnTo>
                  <a:lnTo>
                    <a:pt x="826195" y="988561"/>
                  </a:lnTo>
                  <a:lnTo>
                    <a:pt x="827907" y="1076512"/>
                  </a:lnTo>
                  <a:lnTo>
                    <a:pt x="829618" y="1093203"/>
                  </a:lnTo>
                  <a:lnTo>
                    <a:pt x="831330" y="1023345"/>
                  </a:lnTo>
                  <a:lnTo>
                    <a:pt x="833041" y="912155"/>
                  </a:lnTo>
                  <a:lnTo>
                    <a:pt x="834752" y="930030"/>
                  </a:lnTo>
                  <a:lnTo>
                    <a:pt x="836464" y="901968"/>
                  </a:lnTo>
                  <a:lnTo>
                    <a:pt x="838175" y="947976"/>
                  </a:lnTo>
                  <a:lnTo>
                    <a:pt x="839887" y="892504"/>
                  </a:lnTo>
                  <a:lnTo>
                    <a:pt x="841598" y="964864"/>
                  </a:lnTo>
                  <a:lnTo>
                    <a:pt x="843309" y="1059142"/>
                  </a:lnTo>
                  <a:lnTo>
                    <a:pt x="845021" y="1037306"/>
                  </a:lnTo>
                  <a:lnTo>
                    <a:pt x="846732" y="919642"/>
                  </a:lnTo>
                  <a:lnTo>
                    <a:pt x="848444" y="916522"/>
                  </a:lnTo>
                  <a:lnTo>
                    <a:pt x="850155" y="892791"/>
                  </a:lnTo>
                  <a:lnTo>
                    <a:pt x="851866" y="953544"/>
                  </a:lnTo>
                  <a:lnTo>
                    <a:pt x="853578" y="880759"/>
                  </a:lnTo>
                  <a:lnTo>
                    <a:pt x="855289" y="865649"/>
                  </a:lnTo>
                  <a:lnTo>
                    <a:pt x="857001" y="909434"/>
                  </a:lnTo>
                  <a:lnTo>
                    <a:pt x="858712" y="969461"/>
                  </a:lnTo>
                  <a:lnTo>
                    <a:pt x="860423" y="972702"/>
                  </a:lnTo>
                  <a:lnTo>
                    <a:pt x="862135" y="875952"/>
                  </a:lnTo>
                  <a:lnTo>
                    <a:pt x="863846" y="815307"/>
                  </a:lnTo>
                  <a:lnTo>
                    <a:pt x="865557" y="887554"/>
                  </a:lnTo>
                  <a:lnTo>
                    <a:pt x="867269" y="789592"/>
                  </a:lnTo>
                  <a:lnTo>
                    <a:pt x="868980" y="756180"/>
                  </a:lnTo>
                  <a:lnTo>
                    <a:pt x="870692" y="754783"/>
                  </a:lnTo>
                  <a:lnTo>
                    <a:pt x="872403" y="701841"/>
                  </a:lnTo>
                  <a:lnTo>
                    <a:pt x="874114" y="742908"/>
                  </a:lnTo>
                  <a:lnTo>
                    <a:pt x="875826" y="722789"/>
                  </a:lnTo>
                  <a:lnTo>
                    <a:pt x="877537" y="646106"/>
                  </a:lnTo>
                  <a:lnTo>
                    <a:pt x="879249" y="783299"/>
                  </a:lnTo>
                  <a:lnTo>
                    <a:pt x="880960" y="830838"/>
                  </a:lnTo>
                  <a:lnTo>
                    <a:pt x="882671" y="728798"/>
                  </a:lnTo>
                  <a:lnTo>
                    <a:pt x="884383" y="763186"/>
                  </a:lnTo>
                  <a:lnTo>
                    <a:pt x="886094" y="735334"/>
                  </a:lnTo>
                  <a:lnTo>
                    <a:pt x="887806" y="860373"/>
                  </a:lnTo>
                  <a:lnTo>
                    <a:pt x="889517" y="805429"/>
                  </a:lnTo>
                  <a:lnTo>
                    <a:pt x="891228" y="847973"/>
                  </a:lnTo>
                  <a:lnTo>
                    <a:pt x="892940" y="946830"/>
                  </a:lnTo>
                  <a:lnTo>
                    <a:pt x="894651" y="1073436"/>
                  </a:lnTo>
                  <a:lnTo>
                    <a:pt x="896363" y="1125060"/>
                  </a:lnTo>
                  <a:lnTo>
                    <a:pt x="898074" y="1082586"/>
                  </a:lnTo>
                  <a:lnTo>
                    <a:pt x="899785" y="1135957"/>
                  </a:lnTo>
                  <a:lnTo>
                    <a:pt x="901497" y="1136892"/>
                  </a:lnTo>
                  <a:lnTo>
                    <a:pt x="903208" y="990530"/>
                  </a:lnTo>
                  <a:lnTo>
                    <a:pt x="904920" y="1017070"/>
                  </a:lnTo>
                  <a:lnTo>
                    <a:pt x="906631" y="1036322"/>
                  </a:lnTo>
                  <a:lnTo>
                    <a:pt x="908342" y="1100590"/>
                  </a:lnTo>
                  <a:lnTo>
                    <a:pt x="910054" y="1094888"/>
                  </a:lnTo>
                  <a:lnTo>
                    <a:pt x="911765" y="1116588"/>
                  </a:lnTo>
                  <a:lnTo>
                    <a:pt x="913477" y="1009290"/>
                  </a:lnTo>
                  <a:lnTo>
                    <a:pt x="915188" y="932443"/>
                  </a:lnTo>
                  <a:lnTo>
                    <a:pt x="916899" y="899519"/>
                  </a:lnTo>
                  <a:lnTo>
                    <a:pt x="918611" y="887284"/>
                  </a:lnTo>
                  <a:lnTo>
                    <a:pt x="920322" y="921710"/>
                  </a:lnTo>
                  <a:lnTo>
                    <a:pt x="922034" y="1081693"/>
                  </a:lnTo>
                  <a:lnTo>
                    <a:pt x="923745" y="1093435"/>
                  </a:lnTo>
                  <a:lnTo>
                    <a:pt x="925456" y="1123261"/>
                  </a:lnTo>
                  <a:lnTo>
                    <a:pt x="927168" y="1087996"/>
                  </a:lnTo>
                  <a:lnTo>
                    <a:pt x="928879" y="992442"/>
                  </a:lnTo>
                  <a:lnTo>
                    <a:pt x="930591" y="926211"/>
                  </a:lnTo>
                  <a:lnTo>
                    <a:pt x="932302" y="971921"/>
                  </a:lnTo>
                  <a:lnTo>
                    <a:pt x="934013" y="1083091"/>
                  </a:lnTo>
                  <a:lnTo>
                    <a:pt x="935725" y="1067505"/>
                  </a:lnTo>
                  <a:lnTo>
                    <a:pt x="937436" y="1082787"/>
                  </a:lnTo>
                  <a:lnTo>
                    <a:pt x="939148" y="1157350"/>
                  </a:lnTo>
                  <a:lnTo>
                    <a:pt x="940859" y="1113145"/>
                  </a:lnTo>
                  <a:lnTo>
                    <a:pt x="942570" y="1174710"/>
                  </a:lnTo>
                  <a:lnTo>
                    <a:pt x="944282" y="1183550"/>
                  </a:lnTo>
                  <a:lnTo>
                    <a:pt x="945993" y="1251278"/>
                  </a:lnTo>
                  <a:lnTo>
                    <a:pt x="947705" y="1277111"/>
                  </a:lnTo>
                  <a:lnTo>
                    <a:pt x="949416" y="1160168"/>
                  </a:lnTo>
                  <a:lnTo>
                    <a:pt x="951127" y="1200314"/>
                  </a:lnTo>
                  <a:lnTo>
                    <a:pt x="952839" y="1127161"/>
                  </a:lnTo>
                  <a:lnTo>
                    <a:pt x="954550" y="1241745"/>
                  </a:lnTo>
                  <a:lnTo>
                    <a:pt x="956262" y="1273861"/>
                  </a:lnTo>
                  <a:lnTo>
                    <a:pt x="957973" y="1179111"/>
                  </a:lnTo>
                  <a:lnTo>
                    <a:pt x="959684" y="1114699"/>
                  </a:lnTo>
                  <a:lnTo>
                    <a:pt x="961396" y="1138704"/>
                  </a:lnTo>
                  <a:lnTo>
                    <a:pt x="963107" y="1154978"/>
                  </a:lnTo>
                  <a:lnTo>
                    <a:pt x="964818" y="1162150"/>
                  </a:lnTo>
                  <a:lnTo>
                    <a:pt x="966530" y="1026782"/>
                  </a:lnTo>
                  <a:lnTo>
                    <a:pt x="968241" y="1044954"/>
                  </a:lnTo>
                  <a:lnTo>
                    <a:pt x="969953" y="1077962"/>
                  </a:lnTo>
                  <a:lnTo>
                    <a:pt x="971664" y="1166185"/>
                  </a:lnTo>
                  <a:lnTo>
                    <a:pt x="973375" y="1165717"/>
                  </a:lnTo>
                  <a:lnTo>
                    <a:pt x="975087" y="1178221"/>
                  </a:lnTo>
                  <a:lnTo>
                    <a:pt x="976798" y="1193139"/>
                  </a:lnTo>
                  <a:lnTo>
                    <a:pt x="978510" y="1263070"/>
                  </a:lnTo>
                  <a:lnTo>
                    <a:pt x="980221" y="1285804"/>
                  </a:lnTo>
                  <a:lnTo>
                    <a:pt x="981932" y="1270092"/>
                  </a:lnTo>
                  <a:lnTo>
                    <a:pt x="983644" y="1241678"/>
                  </a:lnTo>
                  <a:lnTo>
                    <a:pt x="985355" y="1190482"/>
                  </a:lnTo>
                  <a:lnTo>
                    <a:pt x="987067" y="1103506"/>
                  </a:lnTo>
                  <a:lnTo>
                    <a:pt x="988778" y="1020999"/>
                  </a:lnTo>
                  <a:lnTo>
                    <a:pt x="990489" y="982542"/>
                  </a:lnTo>
                  <a:lnTo>
                    <a:pt x="992201" y="997281"/>
                  </a:lnTo>
                  <a:lnTo>
                    <a:pt x="993912" y="944643"/>
                  </a:lnTo>
                  <a:lnTo>
                    <a:pt x="995624" y="1054286"/>
                  </a:lnTo>
                  <a:lnTo>
                    <a:pt x="997335" y="1099484"/>
                  </a:lnTo>
                  <a:lnTo>
                    <a:pt x="999046" y="1189796"/>
                  </a:lnTo>
                  <a:lnTo>
                    <a:pt x="1000758" y="1168400"/>
                  </a:lnTo>
                  <a:lnTo>
                    <a:pt x="1002469" y="1168327"/>
                  </a:lnTo>
                  <a:lnTo>
                    <a:pt x="1004181" y="1197057"/>
                  </a:lnTo>
                  <a:lnTo>
                    <a:pt x="1005892" y="1188805"/>
                  </a:lnTo>
                  <a:lnTo>
                    <a:pt x="1007603" y="1255531"/>
                  </a:lnTo>
                  <a:lnTo>
                    <a:pt x="1009315" y="1263918"/>
                  </a:lnTo>
                  <a:lnTo>
                    <a:pt x="1011026" y="1264326"/>
                  </a:lnTo>
                  <a:lnTo>
                    <a:pt x="1012738" y="1239446"/>
                  </a:lnTo>
                  <a:lnTo>
                    <a:pt x="1014449" y="1228149"/>
                  </a:lnTo>
                  <a:lnTo>
                    <a:pt x="1016160" y="1251740"/>
                  </a:lnTo>
                  <a:lnTo>
                    <a:pt x="1017872" y="1263649"/>
                  </a:lnTo>
                  <a:lnTo>
                    <a:pt x="1019583" y="1255458"/>
                  </a:lnTo>
                  <a:lnTo>
                    <a:pt x="1021295" y="1237486"/>
                  </a:lnTo>
                  <a:lnTo>
                    <a:pt x="1023006" y="1195082"/>
                  </a:lnTo>
                  <a:lnTo>
                    <a:pt x="1024717" y="1142967"/>
                  </a:lnTo>
                  <a:lnTo>
                    <a:pt x="1026429" y="1176834"/>
                  </a:lnTo>
                  <a:lnTo>
                    <a:pt x="1028140" y="1209653"/>
                  </a:lnTo>
                  <a:lnTo>
                    <a:pt x="1029852" y="1182716"/>
                  </a:lnTo>
                  <a:lnTo>
                    <a:pt x="1031563" y="1174186"/>
                  </a:lnTo>
                  <a:lnTo>
                    <a:pt x="1033274" y="1144088"/>
                  </a:lnTo>
                  <a:lnTo>
                    <a:pt x="1034986" y="1120156"/>
                  </a:lnTo>
                  <a:lnTo>
                    <a:pt x="1036697" y="1115638"/>
                  </a:lnTo>
                  <a:lnTo>
                    <a:pt x="1038409" y="1115200"/>
                  </a:lnTo>
                  <a:lnTo>
                    <a:pt x="1040120" y="1077574"/>
                  </a:lnTo>
                  <a:lnTo>
                    <a:pt x="1041831" y="1044708"/>
                  </a:lnTo>
                  <a:lnTo>
                    <a:pt x="1043543" y="999339"/>
                  </a:lnTo>
                  <a:lnTo>
                    <a:pt x="1045254" y="1050723"/>
                  </a:lnTo>
                  <a:lnTo>
                    <a:pt x="1046966" y="1026481"/>
                  </a:lnTo>
                  <a:lnTo>
                    <a:pt x="1048677" y="1038789"/>
                  </a:lnTo>
                  <a:lnTo>
                    <a:pt x="1050388" y="1152239"/>
                  </a:lnTo>
                  <a:lnTo>
                    <a:pt x="1052100" y="1140956"/>
                  </a:lnTo>
                  <a:lnTo>
                    <a:pt x="1053811" y="1139901"/>
                  </a:lnTo>
                  <a:lnTo>
                    <a:pt x="1055523" y="1158846"/>
                  </a:lnTo>
                  <a:lnTo>
                    <a:pt x="1057234" y="1114904"/>
                  </a:lnTo>
                  <a:lnTo>
                    <a:pt x="1058945" y="973622"/>
                  </a:lnTo>
                  <a:lnTo>
                    <a:pt x="1060657" y="882755"/>
                  </a:lnTo>
                  <a:lnTo>
                    <a:pt x="1062368" y="892141"/>
                  </a:lnTo>
                  <a:lnTo>
                    <a:pt x="1064080" y="896829"/>
                  </a:lnTo>
                  <a:lnTo>
                    <a:pt x="1065791" y="844130"/>
                  </a:lnTo>
                  <a:lnTo>
                    <a:pt x="1067502" y="860480"/>
                  </a:lnTo>
                  <a:lnTo>
                    <a:pt x="1069214" y="898519"/>
                  </a:lnTo>
                  <a:lnTo>
                    <a:pt x="1070925" y="871904"/>
                  </a:lnTo>
                  <a:lnTo>
                    <a:pt x="1072636" y="990838"/>
                  </a:lnTo>
                  <a:lnTo>
                    <a:pt x="1074348" y="1083395"/>
                  </a:lnTo>
                  <a:lnTo>
                    <a:pt x="1076059" y="1143671"/>
                  </a:lnTo>
                  <a:lnTo>
                    <a:pt x="1077771" y="1197186"/>
                  </a:lnTo>
                  <a:lnTo>
                    <a:pt x="1079482" y="1209073"/>
                  </a:lnTo>
                  <a:lnTo>
                    <a:pt x="1081193" y="1208077"/>
                  </a:lnTo>
                  <a:lnTo>
                    <a:pt x="1082905" y="1223644"/>
                  </a:lnTo>
                  <a:lnTo>
                    <a:pt x="1084616" y="1249970"/>
                  </a:lnTo>
                  <a:lnTo>
                    <a:pt x="1086328" y="1242998"/>
                  </a:lnTo>
                  <a:lnTo>
                    <a:pt x="1088039" y="1206389"/>
                  </a:lnTo>
                  <a:lnTo>
                    <a:pt x="1089750" y="1304806"/>
                  </a:lnTo>
                  <a:lnTo>
                    <a:pt x="1091462" y="1347051"/>
                  </a:lnTo>
                  <a:lnTo>
                    <a:pt x="1093173" y="1399107"/>
                  </a:lnTo>
                  <a:lnTo>
                    <a:pt x="1094885" y="1364242"/>
                  </a:lnTo>
                  <a:lnTo>
                    <a:pt x="1096596" y="1391663"/>
                  </a:lnTo>
                  <a:lnTo>
                    <a:pt x="1098307" y="1382627"/>
                  </a:lnTo>
                  <a:lnTo>
                    <a:pt x="1100019" y="1366823"/>
                  </a:lnTo>
                  <a:lnTo>
                    <a:pt x="1101730" y="1375112"/>
                  </a:lnTo>
                  <a:lnTo>
                    <a:pt x="1103442" y="1365682"/>
                  </a:lnTo>
                  <a:lnTo>
                    <a:pt x="1105153" y="1338012"/>
                  </a:lnTo>
                  <a:lnTo>
                    <a:pt x="1106864" y="1335652"/>
                  </a:lnTo>
                  <a:lnTo>
                    <a:pt x="1108576" y="1317110"/>
                  </a:lnTo>
                  <a:lnTo>
                    <a:pt x="1110287" y="1370197"/>
                  </a:lnTo>
                  <a:lnTo>
                    <a:pt x="1111999" y="1386029"/>
                  </a:lnTo>
                  <a:lnTo>
                    <a:pt x="1113710" y="1360637"/>
                  </a:lnTo>
                  <a:lnTo>
                    <a:pt x="1115421" y="1364814"/>
                  </a:lnTo>
                  <a:lnTo>
                    <a:pt x="1117133" y="1357868"/>
                  </a:lnTo>
                  <a:lnTo>
                    <a:pt x="1118844" y="1340248"/>
                  </a:lnTo>
                  <a:lnTo>
                    <a:pt x="1120556" y="1350428"/>
                  </a:lnTo>
                  <a:lnTo>
                    <a:pt x="1122267" y="1329687"/>
                  </a:lnTo>
                  <a:lnTo>
                    <a:pt x="1123978" y="1335387"/>
                  </a:lnTo>
                  <a:lnTo>
                    <a:pt x="1125690" y="1301437"/>
                  </a:lnTo>
                  <a:lnTo>
                    <a:pt x="1127401" y="1301381"/>
                  </a:lnTo>
                  <a:lnTo>
                    <a:pt x="1129113" y="1295499"/>
                  </a:lnTo>
                  <a:lnTo>
                    <a:pt x="1130824" y="1287974"/>
                  </a:lnTo>
                  <a:lnTo>
                    <a:pt x="1132535" y="1272610"/>
                  </a:lnTo>
                  <a:lnTo>
                    <a:pt x="1134247" y="1229284"/>
                  </a:lnTo>
                  <a:lnTo>
                    <a:pt x="1135958" y="1280208"/>
                  </a:lnTo>
                  <a:lnTo>
                    <a:pt x="1137670" y="1271193"/>
                  </a:lnTo>
                  <a:lnTo>
                    <a:pt x="1139381" y="1270583"/>
                  </a:lnTo>
                  <a:lnTo>
                    <a:pt x="1141092" y="1265778"/>
                  </a:lnTo>
                  <a:lnTo>
                    <a:pt x="1142804" y="1258831"/>
                  </a:lnTo>
                  <a:lnTo>
                    <a:pt x="1144515" y="1244782"/>
                  </a:lnTo>
                  <a:lnTo>
                    <a:pt x="1146227" y="1229812"/>
                  </a:lnTo>
                  <a:lnTo>
                    <a:pt x="1147938" y="1190348"/>
                  </a:lnTo>
                  <a:lnTo>
                    <a:pt x="1149649" y="1168349"/>
                  </a:lnTo>
                  <a:lnTo>
                    <a:pt x="1151361" y="1205775"/>
                  </a:lnTo>
                  <a:lnTo>
                    <a:pt x="1153072" y="1143543"/>
                  </a:lnTo>
                  <a:lnTo>
                    <a:pt x="1154784" y="1124024"/>
                  </a:lnTo>
                  <a:lnTo>
                    <a:pt x="1156495" y="1083643"/>
                  </a:lnTo>
                  <a:lnTo>
                    <a:pt x="1158206" y="1063485"/>
                  </a:lnTo>
                  <a:lnTo>
                    <a:pt x="1159918" y="1033208"/>
                  </a:lnTo>
                  <a:lnTo>
                    <a:pt x="1161629" y="990330"/>
                  </a:lnTo>
                  <a:lnTo>
                    <a:pt x="1163341" y="1028204"/>
                  </a:lnTo>
                  <a:lnTo>
                    <a:pt x="1165052" y="987701"/>
                  </a:lnTo>
                  <a:lnTo>
                    <a:pt x="1166763" y="1064098"/>
                  </a:lnTo>
                  <a:lnTo>
                    <a:pt x="1168475" y="1133995"/>
                  </a:lnTo>
                  <a:lnTo>
                    <a:pt x="1170186" y="1205716"/>
                  </a:lnTo>
                  <a:lnTo>
                    <a:pt x="1171898" y="1225912"/>
                  </a:lnTo>
                  <a:lnTo>
                    <a:pt x="1173609" y="1235983"/>
                  </a:lnTo>
                  <a:lnTo>
                    <a:pt x="1175320" y="1275849"/>
                  </a:lnTo>
                  <a:lnTo>
                    <a:pt x="1177032" y="1255814"/>
                  </a:lnTo>
                  <a:lnTo>
                    <a:pt x="1178743" y="1146268"/>
                  </a:lnTo>
                  <a:lnTo>
                    <a:pt x="1180454" y="1120922"/>
                  </a:lnTo>
                  <a:lnTo>
                    <a:pt x="1182166" y="1219569"/>
                  </a:lnTo>
                  <a:lnTo>
                    <a:pt x="1183877" y="1261804"/>
                  </a:lnTo>
                  <a:lnTo>
                    <a:pt x="1185589" y="1237505"/>
                  </a:lnTo>
                  <a:lnTo>
                    <a:pt x="1187300" y="1232162"/>
                  </a:lnTo>
                  <a:lnTo>
                    <a:pt x="1189011" y="1237256"/>
                  </a:lnTo>
                  <a:lnTo>
                    <a:pt x="1190723" y="1233713"/>
                  </a:lnTo>
                  <a:lnTo>
                    <a:pt x="1192434" y="1257942"/>
                  </a:lnTo>
                  <a:lnTo>
                    <a:pt x="1194146" y="1212597"/>
                  </a:lnTo>
                  <a:lnTo>
                    <a:pt x="1195857" y="1172619"/>
                  </a:lnTo>
                  <a:lnTo>
                    <a:pt x="1197568" y="1254672"/>
                  </a:lnTo>
                  <a:lnTo>
                    <a:pt x="1199280" y="1270726"/>
                  </a:lnTo>
                  <a:lnTo>
                    <a:pt x="1200991" y="1323044"/>
                  </a:lnTo>
                  <a:lnTo>
                    <a:pt x="1202703" y="1311572"/>
                  </a:lnTo>
                  <a:lnTo>
                    <a:pt x="1204414" y="1340651"/>
                  </a:lnTo>
                  <a:lnTo>
                    <a:pt x="1206125" y="1384878"/>
                  </a:lnTo>
                  <a:lnTo>
                    <a:pt x="1207837" y="1346954"/>
                  </a:lnTo>
                  <a:lnTo>
                    <a:pt x="1209548" y="1384126"/>
                  </a:lnTo>
                  <a:lnTo>
                    <a:pt x="1211260" y="1357350"/>
                  </a:lnTo>
                  <a:lnTo>
                    <a:pt x="1212971" y="1324173"/>
                  </a:lnTo>
                  <a:lnTo>
                    <a:pt x="1214682" y="1329793"/>
                  </a:lnTo>
                  <a:lnTo>
                    <a:pt x="1216394" y="1340508"/>
                  </a:lnTo>
                  <a:lnTo>
                    <a:pt x="1218105" y="1349277"/>
                  </a:lnTo>
                  <a:lnTo>
                    <a:pt x="1219817" y="1329967"/>
                  </a:lnTo>
                  <a:lnTo>
                    <a:pt x="1221528" y="1285929"/>
                  </a:lnTo>
                  <a:lnTo>
                    <a:pt x="1223239" y="1321273"/>
                  </a:lnTo>
                  <a:lnTo>
                    <a:pt x="1224951" y="1368465"/>
                  </a:lnTo>
                  <a:lnTo>
                    <a:pt x="1226662" y="1381048"/>
                  </a:lnTo>
                  <a:lnTo>
                    <a:pt x="1228374" y="1397145"/>
                  </a:lnTo>
                  <a:lnTo>
                    <a:pt x="1230085" y="1380646"/>
                  </a:lnTo>
                  <a:lnTo>
                    <a:pt x="1231796" y="1409287"/>
                  </a:lnTo>
                  <a:lnTo>
                    <a:pt x="1233508" y="1414319"/>
                  </a:lnTo>
                  <a:lnTo>
                    <a:pt x="1235219" y="1399265"/>
                  </a:lnTo>
                  <a:lnTo>
                    <a:pt x="1236931" y="1405856"/>
                  </a:lnTo>
                  <a:lnTo>
                    <a:pt x="1238642" y="1389319"/>
                  </a:lnTo>
                  <a:lnTo>
                    <a:pt x="1240353" y="1404586"/>
                  </a:lnTo>
                  <a:lnTo>
                    <a:pt x="1242065" y="1396507"/>
                  </a:lnTo>
                  <a:lnTo>
                    <a:pt x="1243776" y="1385700"/>
                  </a:lnTo>
                  <a:lnTo>
                    <a:pt x="1245488" y="1381919"/>
                  </a:lnTo>
                  <a:lnTo>
                    <a:pt x="1247199" y="1337211"/>
                  </a:lnTo>
                  <a:lnTo>
                    <a:pt x="1248910" y="1291973"/>
                  </a:lnTo>
                  <a:lnTo>
                    <a:pt x="1250622" y="1326144"/>
                  </a:lnTo>
                  <a:lnTo>
                    <a:pt x="1252333" y="1370750"/>
                  </a:lnTo>
                  <a:lnTo>
                    <a:pt x="1254045" y="1386525"/>
                  </a:lnTo>
                  <a:lnTo>
                    <a:pt x="1255756" y="1395276"/>
                  </a:lnTo>
                  <a:lnTo>
                    <a:pt x="1257467" y="1409670"/>
                  </a:lnTo>
                  <a:lnTo>
                    <a:pt x="1259179" y="1411953"/>
                  </a:lnTo>
                  <a:lnTo>
                    <a:pt x="1260890" y="1409395"/>
                  </a:lnTo>
                  <a:lnTo>
                    <a:pt x="1262602" y="1412944"/>
                  </a:lnTo>
                  <a:lnTo>
                    <a:pt x="1264313" y="1400093"/>
                  </a:lnTo>
                  <a:lnTo>
                    <a:pt x="1266024" y="1417809"/>
                  </a:lnTo>
                  <a:lnTo>
                    <a:pt x="1267736" y="1400116"/>
                  </a:lnTo>
                  <a:lnTo>
                    <a:pt x="1269447" y="1384867"/>
                  </a:lnTo>
                  <a:lnTo>
                    <a:pt x="1271159" y="1384957"/>
                  </a:lnTo>
                  <a:lnTo>
                    <a:pt x="1272870" y="1357691"/>
                  </a:lnTo>
                  <a:lnTo>
                    <a:pt x="1274581" y="1312778"/>
                  </a:lnTo>
                  <a:lnTo>
                    <a:pt x="1276293" y="1314729"/>
                  </a:lnTo>
                  <a:lnTo>
                    <a:pt x="1278004" y="1285654"/>
                  </a:lnTo>
                  <a:lnTo>
                    <a:pt x="1279715" y="1303283"/>
                  </a:lnTo>
                  <a:lnTo>
                    <a:pt x="1281427" y="1266838"/>
                  </a:lnTo>
                  <a:lnTo>
                    <a:pt x="1283138" y="1276195"/>
                  </a:lnTo>
                  <a:lnTo>
                    <a:pt x="1284850" y="1276807"/>
                  </a:lnTo>
                  <a:lnTo>
                    <a:pt x="1286561" y="1289783"/>
                  </a:lnTo>
                  <a:lnTo>
                    <a:pt x="1288272" y="1280131"/>
                  </a:lnTo>
                  <a:lnTo>
                    <a:pt x="1289984" y="1254219"/>
                  </a:lnTo>
                  <a:lnTo>
                    <a:pt x="1291695" y="1271925"/>
                  </a:lnTo>
                  <a:lnTo>
                    <a:pt x="1293407" y="1220239"/>
                  </a:lnTo>
                  <a:lnTo>
                    <a:pt x="1295118" y="1245361"/>
                  </a:lnTo>
                  <a:lnTo>
                    <a:pt x="1296829" y="1171031"/>
                  </a:lnTo>
                  <a:lnTo>
                    <a:pt x="1298541" y="1178057"/>
                  </a:lnTo>
                  <a:lnTo>
                    <a:pt x="1300252" y="1237988"/>
                  </a:lnTo>
                  <a:lnTo>
                    <a:pt x="1301964" y="1216359"/>
                  </a:lnTo>
                  <a:lnTo>
                    <a:pt x="1303675" y="1205293"/>
                  </a:lnTo>
                  <a:lnTo>
                    <a:pt x="1305386" y="1157399"/>
                  </a:lnTo>
                  <a:lnTo>
                    <a:pt x="1307098" y="1141951"/>
                  </a:lnTo>
                  <a:lnTo>
                    <a:pt x="1308809" y="1205639"/>
                  </a:lnTo>
                  <a:lnTo>
                    <a:pt x="1310521" y="1233701"/>
                  </a:lnTo>
                  <a:lnTo>
                    <a:pt x="1312232" y="1233551"/>
                  </a:lnTo>
                  <a:lnTo>
                    <a:pt x="1313943" y="1234321"/>
                  </a:lnTo>
                  <a:lnTo>
                    <a:pt x="1315655" y="1217065"/>
                  </a:lnTo>
                  <a:lnTo>
                    <a:pt x="1317366" y="1209983"/>
                  </a:lnTo>
                  <a:lnTo>
                    <a:pt x="1319078" y="1249681"/>
                  </a:lnTo>
                  <a:lnTo>
                    <a:pt x="1320789" y="1216088"/>
                  </a:lnTo>
                  <a:lnTo>
                    <a:pt x="1322500" y="1209049"/>
                  </a:lnTo>
                  <a:lnTo>
                    <a:pt x="1324212" y="1197609"/>
                  </a:lnTo>
                  <a:lnTo>
                    <a:pt x="1325923" y="1187219"/>
                  </a:lnTo>
                  <a:lnTo>
                    <a:pt x="1327635" y="1184279"/>
                  </a:lnTo>
                  <a:lnTo>
                    <a:pt x="1329346" y="1137474"/>
                  </a:lnTo>
                  <a:lnTo>
                    <a:pt x="1331057" y="1050020"/>
                  </a:lnTo>
                  <a:lnTo>
                    <a:pt x="1332769" y="1025771"/>
                  </a:lnTo>
                  <a:lnTo>
                    <a:pt x="1334480" y="1112676"/>
                  </a:lnTo>
                  <a:lnTo>
                    <a:pt x="1336192" y="1120658"/>
                  </a:lnTo>
                  <a:lnTo>
                    <a:pt x="1337903" y="1102928"/>
                  </a:lnTo>
                  <a:lnTo>
                    <a:pt x="1339614" y="1047829"/>
                  </a:lnTo>
                  <a:lnTo>
                    <a:pt x="1341326" y="1007193"/>
                  </a:lnTo>
                  <a:lnTo>
                    <a:pt x="1343037" y="989088"/>
                  </a:lnTo>
                  <a:lnTo>
                    <a:pt x="1344749" y="940375"/>
                  </a:lnTo>
                  <a:lnTo>
                    <a:pt x="1346460" y="953993"/>
                  </a:lnTo>
                  <a:lnTo>
                    <a:pt x="1348171" y="1075667"/>
                  </a:lnTo>
                  <a:lnTo>
                    <a:pt x="1349883" y="1129983"/>
                  </a:lnTo>
                  <a:lnTo>
                    <a:pt x="1351594" y="1123723"/>
                  </a:lnTo>
                  <a:lnTo>
                    <a:pt x="1353306" y="1077501"/>
                  </a:lnTo>
                  <a:lnTo>
                    <a:pt x="1355017" y="1130543"/>
                  </a:lnTo>
                  <a:lnTo>
                    <a:pt x="1356728" y="1144124"/>
                  </a:lnTo>
                  <a:lnTo>
                    <a:pt x="1358440" y="1086676"/>
                  </a:lnTo>
                  <a:lnTo>
                    <a:pt x="1360151" y="1028318"/>
                  </a:lnTo>
                  <a:lnTo>
                    <a:pt x="1361863" y="1005063"/>
                  </a:lnTo>
                  <a:lnTo>
                    <a:pt x="1363574" y="1025892"/>
                  </a:lnTo>
                  <a:lnTo>
                    <a:pt x="1365285" y="1057563"/>
                  </a:lnTo>
                  <a:lnTo>
                    <a:pt x="1366997" y="1117357"/>
                  </a:lnTo>
                  <a:lnTo>
                    <a:pt x="1368708" y="1069165"/>
                  </a:lnTo>
                  <a:lnTo>
                    <a:pt x="1370420" y="1189624"/>
                  </a:lnTo>
                  <a:lnTo>
                    <a:pt x="1372131" y="1173403"/>
                  </a:lnTo>
                  <a:lnTo>
                    <a:pt x="1373842" y="1137760"/>
                  </a:lnTo>
                  <a:lnTo>
                    <a:pt x="1375554" y="1184814"/>
                  </a:lnTo>
                  <a:lnTo>
                    <a:pt x="1377265" y="1234567"/>
                  </a:lnTo>
                  <a:lnTo>
                    <a:pt x="1378977" y="1314812"/>
                  </a:lnTo>
                  <a:lnTo>
                    <a:pt x="1380688" y="1291998"/>
                  </a:lnTo>
                  <a:lnTo>
                    <a:pt x="1382399" y="1323671"/>
                  </a:lnTo>
                  <a:lnTo>
                    <a:pt x="1384111" y="1311706"/>
                  </a:lnTo>
                  <a:lnTo>
                    <a:pt x="1385822" y="1335562"/>
                  </a:lnTo>
                  <a:lnTo>
                    <a:pt x="1387533" y="1370817"/>
                  </a:lnTo>
                  <a:lnTo>
                    <a:pt x="1389245" y="1342628"/>
                  </a:lnTo>
                  <a:lnTo>
                    <a:pt x="1390956" y="1365009"/>
                  </a:lnTo>
                  <a:lnTo>
                    <a:pt x="1392668" y="1374158"/>
                  </a:lnTo>
                  <a:lnTo>
                    <a:pt x="1394379" y="1365235"/>
                  </a:lnTo>
                  <a:lnTo>
                    <a:pt x="1396090" y="1365834"/>
                  </a:lnTo>
                  <a:lnTo>
                    <a:pt x="1397802" y="1329636"/>
                  </a:lnTo>
                  <a:lnTo>
                    <a:pt x="1399513" y="1338775"/>
                  </a:lnTo>
                  <a:lnTo>
                    <a:pt x="1401225" y="1334754"/>
                  </a:lnTo>
                  <a:lnTo>
                    <a:pt x="1402936" y="1331522"/>
                  </a:lnTo>
                  <a:lnTo>
                    <a:pt x="1404647" y="1318217"/>
                  </a:lnTo>
                  <a:lnTo>
                    <a:pt x="1406359" y="1301730"/>
                  </a:lnTo>
                  <a:lnTo>
                    <a:pt x="1408070" y="1263790"/>
                  </a:lnTo>
                  <a:lnTo>
                    <a:pt x="1409782" y="1216173"/>
                  </a:lnTo>
                  <a:lnTo>
                    <a:pt x="1411493" y="1186554"/>
                  </a:lnTo>
                  <a:lnTo>
                    <a:pt x="1413204" y="1151208"/>
                  </a:lnTo>
                  <a:lnTo>
                    <a:pt x="1414916" y="1113429"/>
                  </a:lnTo>
                  <a:lnTo>
                    <a:pt x="1416627" y="1174948"/>
                  </a:lnTo>
                  <a:lnTo>
                    <a:pt x="1418339" y="1231232"/>
                  </a:lnTo>
                  <a:lnTo>
                    <a:pt x="1420050" y="1246832"/>
                  </a:lnTo>
                  <a:lnTo>
                    <a:pt x="1421761" y="1259998"/>
                  </a:lnTo>
                  <a:lnTo>
                    <a:pt x="1423473" y="1258181"/>
                  </a:lnTo>
                  <a:lnTo>
                    <a:pt x="1425184" y="1271315"/>
                  </a:lnTo>
                  <a:lnTo>
                    <a:pt x="1426896" y="1272740"/>
                  </a:lnTo>
                  <a:lnTo>
                    <a:pt x="1428607" y="1286332"/>
                  </a:lnTo>
                  <a:lnTo>
                    <a:pt x="1430318" y="1162571"/>
                  </a:lnTo>
                  <a:lnTo>
                    <a:pt x="1432030" y="1155449"/>
                  </a:lnTo>
                  <a:lnTo>
                    <a:pt x="1433741" y="1158197"/>
                  </a:lnTo>
                  <a:lnTo>
                    <a:pt x="1435453" y="1153409"/>
                  </a:lnTo>
                  <a:lnTo>
                    <a:pt x="1437164" y="1093979"/>
                  </a:lnTo>
                  <a:lnTo>
                    <a:pt x="1438875" y="948748"/>
                  </a:lnTo>
                  <a:lnTo>
                    <a:pt x="1440587" y="971041"/>
                  </a:lnTo>
                  <a:lnTo>
                    <a:pt x="1442298" y="1021874"/>
                  </a:lnTo>
                  <a:lnTo>
                    <a:pt x="1444010" y="995463"/>
                  </a:lnTo>
                  <a:lnTo>
                    <a:pt x="1445721" y="1075713"/>
                  </a:lnTo>
                  <a:lnTo>
                    <a:pt x="1447432" y="1137000"/>
                  </a:lnTo>
                  <a:lnTo>
                    <a:pt x="1449144" y="1178882"/>
                  </a:lnTo>
                  <a:lnTo>
                    <a:pt x="1450855" y="1264549"/>
                  </a:lnTo>
                  <a:lnTo>
                    <a:pt x="1452567" y="1228116"/>
                  </a:lnTo>
                  <a:lnTo>
                    <a:pt x="1454278" y="1237984"/>
                  </a:lnTo>
                  <a:lnTo>
                    <a:pt x="1455989" y="1221534"/>
                  </a:lnTo>
                  <a:lnTo>
                    <a:pt x="1457701" y="1249272"/>
                  </a:lnTo>
                  <a:lnTo>
                    <a:pt x="1459412" y="1325025"/>
                  </a:lnTo>
                  <a:lnTo>
                    <a:pt x="1461124" y="1269563"/>
                  </a:lnTo>
                  <a:lnTo>
                    <a:pt x="1462835" y="1280657"/>
                  </a:lnTo>
                  <a:lnTo>
                    <a:pt x="1464546" y="1278850"/>
                  </a:lnTo>
                  <a:lnTo>
                    <a:pt x="1466258" y="1215436"/>
                  </a:lnTo>
                  <a:lnTo>
                    <a:pt x="1467969" y="1201975"/>
                  </a:lnTo>
                  <a:lnTo>
                    <a:pt x="1469681" y="1201038"/>
                  </a:lnTo>
                  <a:lnTo>
                    <a:pt x="1471392" y="1208129"/>
                  </a:lnTo>
                  <a:lnTo>
                    <a:pt x="1473103" y="1250606"/>
                  </a:lnTo>
                  <a:lnTo>
                    <a:pt x="1474815" y="1240556"/>
                  </a:lnTo>
                  <a:lnTo>
                    <a:pt x="1476526" y="1224884"/>
                  </a:lnTo>
                  <a:lnTo>
                    <a:pt x="1478238" y="1239902"/>
                  </a:lnTo>
                  <a:lnTo>
                    <a:pt x="1479949" y="1224492"/>
                  </a:lnTo>
                  <a:lnTo>
                    <a:pt x="1481660" y="1225337"/>
                  </a:lnTo>
                  <a:lnTo>
                    <a:pt x="1483372" y="1177681"/>
                  </a:lnTo>
                  <a:lnTo>
                    <a:pt x="1485083" y="1160740"/>
                  </a:lnTo>
                  <a:lnTo>
                    <a:pt x="1486795" y="1245909"/>
                  </a:lnTo>
                  <a:lnTo>
                    <a:pt x="1488506" y="1269137"/>
                  </a:lnTo>
                  <a:lnTo>
                    <a:pt x="1490217" y="1251426"/>
                  </a:lnTo>
                  <a:lnTo>
                    <a:pt x="1491929" y="1269212"/>
                  </a:lnTo>
                  <a:lnTo>
                    <a:pt x="1493640" y="1284153"/>
                  </a:lnTo>
                  <a:lnTo>
                    <a:pt x="1495351" y="1316103"/>
                  </a:lnTo>
                  <a:lnTo>
                    <a:pt x="1497063" y="1280031"/>
                  </a:lnTo>
                  <a:lnTo>
                    <a:pt x="1498774" y="1232296"/>
                  </a:lnTo>
                  <a:lnTo>
                    <a:pt x="1500486" y="1274280"/>
                  </a:lnTo>
                  <a:lnTo>
                    <a:pt x="1502197" y="1320252"/>
                  </a:lnTo>
                  <a:lnTo>
                    <a:pt x="1503908" y="1302818"/>
                  </a:lnTo>
                  <a:lnTo>
                    <a:pt x="1505620" y="1292544"/>
                  </a:lnTo>
                  <a:lnTo>
                    <a:pt x="1507331" y="1279597"/>
                  </a:lnTo>
                  <a:lnTo>
                    <a:pt x="1509043" y="1251647"/>
                  </a:lnTo>
                  <a:lnTo>
                    <a:pt x="1510754" y="1249250"/>
                  </a:lnTo>
                  <a:lnTo>
                    <a:pt x="1512465" y="1204256"/>
                  </a:lnTo>
                  <a:lnTo>
                    <a:pt x="1514177" y="1173017"/>
                  </a:lnTo>
                  <a:lnTo>
                    <a:pt x="1515888" y="1066229"/>
                  </a:lnTo>
                  <a:lnTo>
                    <a:pt x="1517600" y="1028709"/>
                  </a:lnTo>
                  <a:lnTo>
                    <a:pt x="1519311" y="1043515"/>
                  </a:lnTo>
                  <a:lnTo>
                    <a:pt x="1521022" y="1122408"/>
                  </a:lnTo>
                  <a:lnTo>
                    <a:pt x="1522734" y="1103766"/>
                  </a:lnTo>
                  <a:lnTo>
                    <a:pt x="1524445" y="1037447"/>
                  </a:lnTo>
                  <a:lnTo>
                    <a:pt x="1526157" y="1077458"/>
                  </a:lnTo>
                  <a:lnTo>
                    <a:pt x="1527868" y="1131558"/>
                  </a:lnTo>
                  <a:lnTo>
                    <a:pt x="1529579" y="1173421"/>
                  </a:lnTo>
                  <a:lnTo>
                    <a:pt x="1531291" y="1159990"/>
                  </a:lnTo>
                  <a:lnTo>
                    <a:pt x="1533002" y="1173288"/>
                  </a:lnTo>
                  <a:lnTo>
                    <a:pt x="1534714" y="1201638"/>
                  </a:lnTo>
                  <a:lnTo>
                    <a:pt x="1536425" y="1224922"/>
                  </a:lnTo>
                  <a:lnTo>
                    <a:pt x="1538136" y="1216003"/>
                  </a:lnTo>
                  <a:lnTo>
                    <a:pt x="1539848" y="1214510"/>
                  </a:lnTo>
                  <a:lnTo>
                    <a:pt x="1541559" y="1221284"/>
                  </a:lnTo>
                  <a:lnTo>
                    <a:pt x="1543271" y="1247232"/>
                  </a:lnTo>
                  <a:lnTo>
                    <a:pt x="1544982" y="1239105"/>
                  </a:lnTo>
                  <a:lnTo>
                    <a:pt x="1546693" y="1209292"/>
                  </a:lnTo>
                  <a:lnTo>
                    <a:pt x="1548405" y="1202059"/>
                  </a:lnTo>
                  <a:lnTo>
                    <a:pt x="1550116" y="1194809"/>
                  </a:lnTo>
                  <a:lnTo>
                    <a:pt x="1551828" y="1206326"/>
                  </a:lnTo>
                  <a:lnTo>
                    <a:pt x="1553539" y="1105293"/>
                  </a:lnTo>
                  <a:lnTo>
                    <a:pt x="1555250" y="1011464"/>
                  </a:lnTo>
                  <a:lnTo>
                    <a:pt x="1556962" y="1058381"/>
                  </a:lnTo>
                  <a:lnTo>
                    <a:pt x="1558673" y="1078320"/>
                  </a:lnTo>
                  <a:lnTo>
                    <a:pt x="1560385" y="1036025"/>
                  </a:lnTo>
                  <a:lnTo>
                    <a:pt x="1562096" y="999046"/>
                  </a:lnTo>
                  <a:lnTo>
                    <a:pt x="1563807" y="1022840"/>
                  </a:lnTo>
                  <a:lnTo>
                    <a:pt x="1565519" y="1015086"/>
                  </a:lnTo>
                  <a:lnTo>
                    <a:pt x="1567230" y="1145544"/>
                  </a:lnTo>
                  <a:lnTo>
                    <a:pt x="1568942" y="1120329"/>
                  </a:lnTo>
                  <a:lnTo>
                    <a:pt x="1570653" y="1107933"/>
                  </a:lnTo>
                  <a:lnTo>
                    <a:pt x="1572364" y="1185839"/>
                  </a:lnTo>
                  <a:lnTo>
                    <a:pt x="1574076" y="1243503"/>
                  </a:lnTo>
                  <a:lnTo>
                    <a:pt x="1575787" y="1298354"/>
                  </a:lnTo>
                  <a:lnTo>
                    <a:pt x="1577499" y="1303809"/>
                  </a:lnTo>
                  <a:lnTo>
                    <a:pt x="1579210" y="1308770"/>
                  </a:lnTo>
                  <a:lnTo>
                    <a:pt x="1580921" y="1325550"/>
                  </a:lnTo>
                  <a:lnTo>
                    <a:pt x="1582633" y="1293361"/>
                  </a:lnTo>
                  <a:lnTo>
                    <a:pt x="1584344" y="1271419"/>
                  </a:lnTo>
                  <a:lnTo>
                    <a:pt x="1586056" y="1213869"/>
                  </a:lnTo>
                  <a:lnTo>
                    <a:pt x="1587767" y="1153946"/>
                  </a:lnTo>
                  <a:lnTo>
                    <a:pt x="1589478" y="1217520"/>
                  </a:lnTo>
                  <a:lnTo>
                    <a:pt x="1591190" y="1224893"/>
                  </a:lnTo>
                  <a:lnTo>
                    <a:pt x="1592901" y="1226249"/>
                  </a:lnTo>
                  <a:lnTo>
                    <a:pt x="1594613" y="1260314"/>
                  </a:lnTo>
                  <a:lnTo>
                    <a:pt x="1596324" y="1296760"/>
                  </a:lnTo>
                  <a:lnTo>
                    <a:pt x="1598035" y="1303623"/>
                  </a:lnTo>
                  <a:lnTo>
                    <a:pt x="1599747" y="1269947"/>
                  </a:lnTo>
                  <a:lnTo>
                    <a:pt x="1601458" y="1208036"/>
                  </a:lnTo>
                  <a:lnTo>
                    <a:pt x="1603169" y="1165461"/>
                  </a:lnTo>
                  <a:lnTo>
                    <a:pt x="1604881" y="1195856"/>
                  </a:lnTo>
                  <a:lnTo>
                    <a:pt x="1606592" y="1159177"/>
                  </a:lnTo>
                  <a:lnTo>
                    <a:pt x="1608304" y="1185784"/>
                  </a:lnTo>
                  <a:lnTo>
                    <a:pt x="1610015" y="1084847"/>
                  </a:lnTo>
                  <a:lnTo>
                    <a:pt x="1611726" y="1088102"/>
                  </a:lnTo>
                  <a:lnTo>
                    <a:pt x="1613438" y="1051706"/>
                  </a:lnTo>
                  <a:lnTo>
                    <a:pt x="1615149" y="1031862"/>
                  </a:lnTo>
                  <a:lnTo>
                    <a:pt x="1616861" y="1058672"/>
                  </a:lnTo>
                  <a:lnTo>
                    <a:pt x="1618572" y="1146551"/>
                  </a:lnTo>
                  <a:lnTo>
                    <a:pt x="1620283" y="1196455"/>
                  </a:lnTo>
                  <a:lnTo>
                    <a:pt x="1621995" y="1246595"/>
                  </a:lnTo>
                  <a:lnTo>
                    <a:pt x="1623706" y="1288606"/>
                  </a:lnTo>
                  <a:lnTo>
                    <a:pt x="1625418" y="1300419"/>
                  </a:lnTo>
                  <a:lnTo>
                    <a:pt x="1627129" y="1303438"/>
                  </a:lnTo>
                  <a:lnTo>
                    <a:pt x="1628840" y="1309491"/>
                  </a:lnTo>
                  <a:lnTo>
                    <a:pt x="1630552" y="1329622"/>
                  </a:lnTo>
                  <a:lnTo>
                    <a:pt x="1632263" y="1357412"/>
                  </a:lnTo>
                  <a:lnTo>
                    <a:pt x="1633975" y="1349171"/>
                  </a:lnTo>
                  <a:lnTo>
                    <a:pt x="1635686" y="1330581"/>
                  </a:lnTo>
                  <a:lnTo>
                    <a:pt x="1637397" y="1333739"/>
                  </a:lnTo>
                  <a:lnTo>
                    <a:pt x="1639109" y="1355278"/>
                  </a:lnTo>
                  <a:lnTo>
                    <a:pt x="1640820" y="1345994"/>
                  </a:lnTo>
                  <a:lnTo>
                    <a:pt x="1642532" y="1341696"/>
                  </a:lnTo>
                  <a:lnTo>
                    <a:pt x="1644243" y="1341751"/>
                  </a:lnTo>
                  <a:lnTo>
                    <a:pt x="1645954" y="1321065"/>
                  </a:lnTo>
                  <a:lnTo>
                    <a:pt x="1647666" y="1338216"/>
                  </a:lnTo>
                  <a:lnTo>
                    <a:pt x="1649377" y="1320744"/>
                  </a:lnTo>
                  <a:lnTo>
                    <a:pt x="1651089" y="1328991"/>
                  </a:lnTo>
                  <a:lnTo>
                    <a:pt x="1652800" y="1294040"/>
                  </a:lnTo>
                  <a:lnTo>
                    <a:pt x="1654511" y="1289332"/>
                  </a:lnTo>
                  <a:lnTo>
                    <a:pt x="1656223" y="1308392"/>
                  </a:lnTo>
                  <a:lnTo>
                    <a:pt x="1657934" y="1281943"/>
                  </a:lnTo>
                  <a:lnTo>
                    <a:pt x="1659646" y="1183319"/>
                  </a:lnTo>
                  <a:lnTo>
                    <a:pt x="1661357" y="1149933"/>
                  </a:lnTo>
                  <a:lnTo>
                    <a:pt x="1663068" y="1139413"/>
                  </a:lnTo>
                  <a:lnTo>
                    <a:pt x="1664780" y="1180677"/>
                  </a:lnTo>
                  <a:lnTo>
                    <a:pt x="1666491" y="1156336"/>
                  </a:lnTo>
                  <a:lnTo>
                    <a:pt x="1668203" y="1258298"/>
                  </a:lnTo>
                  <a:lnTo>
                    <a:pt x="1669914" y="1265702"/>
                  </a:lnTo>
                  <a:lnTo>
                    <a:pt x="1671625" y="1292543"/>
                  </a:lnTo>
                  <a:lnTo>
                    <a:pt x="1673337" y="1284475"/>
                  </a:lnTo>
                  <a:lnTo>
                    <a:pt x="1675048" y="1293108"/>
                  </a:lnTo>
                  <a:lnTo>
                    <a:pt x="1676760" y="1308481"/>
                  </a:lnTo>
                  <a:lnTo>
                    <a:pt x="1678471" y="1315927"/>
                  </a:lnTo>
                  <a:lnTo>
                    <a:pt x="1680182" y="1251030"/>
                  </a:lnTo>
                  <a:lnTo>
                    <a:pt x="1681894" y="1187230"/>
                  </a:lnTo>
                  <a:lnTo>
                    <a:pt x="1683605" y="1248712"/>
                  </a:lnTo>
                  <a:lnTo>
                    <a:pt x="1685317" y="1215632"/>
                  </a:lnTo>
                  <a:lnTo>
                    <a:pt x="1687028" y="1183766"/>
                  </a:lnTo>
                  <a:lnTo>
                    <a:pt x="1688739" y="1174843"/>
                  </a:lnTo>
                  <a:lnTo>
                    <a:pt x="1690451" y="1231905"/>
                  </a:lnTo>
                  <a:lnTo>
                    <a:pt x="1692162" y="1222536"/>
                  </a:lnTo>
                  <a:lnTo>
                    <a:pt x="1693874" y="1208441"/>
                  </a:lnTo>
                  <a:lnTo>
                    <a:pt x="1695585" y="1222100"/>
                  </a:lnTo>
                  <a:lnTo>
                    <a:pt x="1697296" y="1177621"/>
                  </a:lnTo>
                  <a:lnTo>
                    <a:pt x="1699008" y="1159156"/>
                  </a:lnTo>
                  <a:lnTo>
                    <a:pt x="1700719" y="1243993"/>
                  </a:lnTo>
                  <a:lnTo>
                    <a:pt x="1702430" y="1253779"/>
                  </a:lnTo>
                  <a:lnTo>
                    <a:pt x="1704142" y="1279849"/>
                  </a:lnTo>
                  <a:lnTo>
                    <a:pt x="1705853" y="1271316"/>
                  </a:lnTo>
                  <a:lnTo>
                    <a:pt x="1707565" y="1247363"/>
                  </a:lnTo>
                  <a:lnTo>
                    <a:pt x="1709276" y="1235473"/>
                  </a:lnTo>
                  <a:lnTo>
                    <a:pt x="1710987" y="1201021"/>
                  </a:lnTo>
                  <a:lnTo>
                    <a:pt x="1712699" y="1175911"/>
                  </a:lnTo>
                  <a:lnTo>
                    <a:pt x="1714410" y="1130337"/>
                  </a:lnTo>
                  <a:lnTo>
                    <a:pt x="1716122" y="1057228"/>
                  </a:lnTo>
                  <a:lnTo>
                    <a:pt x="1717833" y="939628"/>
                  </a:lnTo>
                  <a:lnTo>
                    <a:pt x="1719544" y="938658"/>
                  </a:lnTo>
                  <a:lnTo>
                    <a:pt x="1721256" y="867914"/>
                  </a:lnTo>
                  <a:lnTo>
                    <a:pt x="1722967" y="872360"/>
                  </a:lnTo>
                  <a:lnTo>
                    <a:pt x="1724679" y="831267"/>
                  </a:lnTo>
                  <a:lnTo>
                    <a:pt x="1726390" y="935754"/>
                  </a:lnTo>
                  <a:lnTo>
                    <a:pt x="1728101" y="978884"/>
                  </a:lnTo>
                  <a:lnTo>
                    <a:pt x="1729813" y="1090036"/>
                  </a:lnTo>
                  <a:lnTo>
                    <a:pt x="1731524" y="1186451"/>
                  </a:lnTo>
                  <a:lnTo>
                    <a:pt x="1733236" y="1123077"/>
                  </a:lnTo>
                  <a:lnTo>
                    <a:pt x="1734947" y="1106304"/>
                  </a:lnTo>
                  <a:lnTo>
                    <a:pt x="1736658" y="1064963"/>
                  </a:lnTo>
                  <a:lnTo>
                    <a:pt x="1738370" y="1030688"/>
                  </a:lnTo>
                  <a:lnTo>
                    <a:pt x="1740081" y="1042694"/>
                  </a:lnTo>
                  <a:lnTo>
                    <a:pt x="1741793" y="1066725"/>
                  </a:lnTo>
                  <a:lnTo>
                    <a:pt x="1743504" y="1154605"/>
                  </a:lnTo>
                  <a:lnTo>
                    <a:pt x="1745215" y="1207524"/>
                  </a:lnTo>
                  <a:lnTo>
                    <a:pt x="1746927" y="1241747"/>
                  </a:lnTo>
                  <a:lnTo>
                    <a:pt x="1748638" y="1251079"/>
                  </a:lnTo>
                  <a:lnTo>
                    <a:pt x="1750350" y="1267237"/>
                  </a:lnTo>
                  <a:lnTo>
                    <a:pt x="1752061" y="1315821"/>
                  </a:lnTo>
                  <a:lnTo>
                    <a:pt x="1753772" y="1309269"/>
                  </a:lnTo>
                  <a:lnTo>
                    <a:pt x="1755484" y="1320600"/>
                  </a:lnTo>
                  <a:lnTo>
                    <a:pt x="1757195" y="1323816"/>
                  </a:lnTo>
                  <a:lnTo>
                    <a:pt x="1758907" y="1301686"/>
                  </a:lnTo>
                  <a:lnTo>
                    <a:pt x="1760618" y="1298563"/>
                  </a:lnTo>
                  <a:lnTo>
                    <a:pt x="1762329" y="1300748"/>
                  </a:lnTo>
                  <a:lnTo>
                    <a:pt x="1764041" y="1292064"/>
                  </a:lnTo>
                  <a:lnTo>
                    <a:pt x="1765752" y="1264197"/>
                  </a:lnTo>
                  <a:lnTo>
                    <a:pt x="1767464" y="1208185"/>
                  </a:lnTo>
                  <a:lnTo>
                    <a:pt x="1769175" y="1243775"/>
                  </a:lnTo>
                  <a:lnTo>
                    <a:pt x="1770886" y="1247066"/>
                  </a:lnTo>
                  <a:lnTo>
                    <a:pt x="1772598" y="1241247"/>
                  </a:lnTo>
                  <a:lnTo>
                    <a:pt x="1774309" y="1242283"/>
                  </a:lnTo>
                  <a:lnTo>
                    <a:pt x="1776021" y="1240654"/>
                  </a:lnTo>
                  <a:lnTo>
                    <a:pt x="1777732" y="1254111"/>
                  </a:lnTo>
                  <a:lnTo>
                    <a:pt x="1779443" y="1224431"/>
                  </a:lnTo>
                  <a:lnTo>
                    <a:pt x="1781155" y="1261584"/>
                  </a:lnTo>
                  <a:lnTo>
                    <a:pt x="1782866" y="1263613"/>
                  </a:lnTo>
                  <a:lnTo>
                    <a:pt x="1784578" y="1286604"/>
                  </a:lnTo>
                  <a:lnTo>
                    <a:pt x="1786289" y="1298024"/>
                  </a:lnTo>
                  <a:lnTo>
                    <a:pt x="1788000" y="1298192"/>
                  </a:lnTo>
                  <a:lnTo>
                    <a:pt x="1789712" y="1312508"/>
                  </a:lnTo>
                  <a:lnTo>
                    <a:pt x="1791423" y="1335173"/>
                  </a:lnTo>
                  <a:lnTo>
                    <a:pt x="1793135" y="1365778"/>
                  </a:lnTo>
                  <a:lnTo>
                    <a:pt x="1794846" y="1370947"/>
                  </a:lnTo>
                  <a:lnTo>
                    <a:pt x="1796557" y="1361910"/>
                  </a:lnTo>
                  <a:lnTo>
                    <a:pt x="1798269" y="1374081"/>
                  </a:lnTo>
                  <a:lnTo>
                    <a:pt x="1799980" y="1351367"/>
                  </a:lnTo>
                  <a:lnTo>
                    <a:pt x="1801692" y="1345597"/>
                  </a:lnTo>
                  <a:lnTo>
                    <a:pt x="1803403" y="1306902"/>
                  </a:lnTo>
                  <a:lnTo>
                    <a:pt x="1805114" y="1275410"/>
                  </a:lnTo>
                  <a:lnTo>
                    <a:pt x="1806826" y="1273051"/>
                  </a:lnTo>
                  <a:lnTo>
                    <a:pt x="1808537" y="1275559"/>
                  </a:lnTo>
                  <a:lnTo>
                    <a:pt x="1810248" y="1259849"/>
                  </a:lnTo>
                  <a:lnTo>
                    <a:pt x="1811960" y="1274995"/>
                  </a:lnTo>
                  <a:lnTo>
                    <a:pt x="1813671" y="1308365"/>
                  </a:lnTo>
                  <a:lnTo>
                    <a:pt x="1815383" y="1259775"/>
                  </a:lnTo>
                  <a:lnTo>
                    <a:pt x="1817094" y="1250018"/>
                  </a:lnTo>
                  <a:lnTo>
                    <a:pt x="1818805" y="1215480"/>
                  </a:lnTo>
                  <a:lnTo>
                    <a:pt x="1820517" y="1176325"/>
                  </a:lnTo>
                  <a:lnTo>
                    <a:pt x="1822228" y="1151461"/>
                  </a:lnTo>
                  <a:lnTo>
                    <a:pt x="1823940" y="1189101"/>
                  </a:lnTo>
                  <a:lnTo>
                    <a:pt x="1825651" y="1193601"/>
                  </a:lnTo>
                  <a:lnTo>
                    <a:pt x="1827362" y="1196894"/>
                  </a:lnTo>
                  <a:lnTo>
                    <a:pt x="1829074" y="1189313"/>
                  </a:lnTo>
                  <a:lnTo>
                    <a:pt x="1830785" y="1209983"/>
                  </a:lnTo>
                  <a:lnTo>
                    <a:pt x="1832497" y="1203816"/>
                  </a:lnTo>
                  <a:lnTo>
                    <a:pt x="1834208" y="1170304"/>
                  </a:lnTo>
                  <a:lnTo>
                    <a:pt x="1835919" y="1205678"/>
                  </a:lnTo>
                  <a:lnTo>
                    <a:pt x="1837631" y="1235384"/>
                  </a:lnTo>
                  <a:lnTo>
                    <a:pt x="1839342" y="1245344"/>
                  </a:lnTo>
                  <a:lnTo>
                    <a:pt x="1841054" y="1287802"/>
                  </a:lnTo>
                  <a:lnTo>
                    <a:pt x="1842765" y="1291783"/>
                  </a:lnTo>
                  <a:lnTo>
                    <a:pt x="1844476" y="1324098"/>
                  </a:lnTo>
                  <a:lnTo>
                    <a:pt x="1846188" y="1336711"/>
                  </a:lnTo>
                  <a:lnTo>
                    <a:pt x="1847899" y="1312380"/>
                  </a:lnTo>
                  <a:lnTo>
                    <a:pt x="1849611" y="1281274"/>
                  </a:lnTo>
                  <a:lnTo>
                    <a:pt x="1851322" y="1228652"/>
                  </a:lnTo>
                  <a:lnTo>
                    <a:pt x="1853033" y="1208112"/>
                  </a:lnTo>
                  <a:lnTo>
                    <a:pt x="1854745" y="1272365"/>
                  </a:lnTo>
                  <a:lnTo>
                    <a:pt x="1856456" y="1276976"/>
                  </a:lnTo>
                  <a:lnTo>
                    <a:pt x="1858168" y="1247906"/>
                  </a:lnTo>
                  <a:lnTo>
                    <a:pt x="1859879" y="1184915"/>
                  </a:lnTo>
                  <a:lnTo>
                    <a:pt x="1861590" y="1170369"/>
                  </a:lnTo>
                  <a:lnTo>
                    <a:pt x="1863302" y="1157278"/>
                  </a:lnTo>
                  <a:lnTo>
                    <a:pt x="1865013" y="1127373"/>
                  </a:lnTo>
                  <a:lnTo>
                    <a:pt x="1866725" y="1040534"/>
                  </a:lnTo>
                  <a:lnTo>
                    <a:pt x="1868436" y="1043900"/>
                  </a:lnTo>
                  <a:lnTo>
                    <a:pt x="1870147" y="1043194"/>
                  </a:lnTo>
                  <a:lnTo>
                    <a:pt x="1871859" y="1090775"/>
                  </a:lnTo>
                  <a:lnTo>
                    <a:pt x="1873570" y="1219316"/>
                  </a:lnTo>
                  <a:lnTo>
                    <a:pt x="1875282" y="1204327"/>
                  </a:lnTo>
                  <a:lnTo>
                    <a:pt x="1876993" y="1182618"/>
                  </a:lnTo>
                  <a:lnTo>
                    <a:pt x="1878704" y="1130303"/>
                  </a:lnTo>
                  <a:lnTo>
                    <a:pt x="1880416" y="1162313"/>
                  </a:lnTo>
                  <a:lnTo>
                    <a:pt x="1882127" y="1182347"/>
                  </a:lnTo>
                  <a:lnTo>
                    <a:pt x="1883839" y="1180319"/>
                  </a:lnTo>
                  <a:lnTo>
                    <a:pt x="1885550" y="1132915"/>
                  </a:lnTo>
                  <a:lnTo>
                    <a:pt x="1887261" y="1097017"/>
                  </a:lnTo>
                  <a:lnTo>
                    <a:pt x="1888973" y="1017737"/>
                  </a:lnTo>
                  <a:lnTo>
                    <a:pt x="1890684" y="964173"/>
                  </a:lnTo>
                  <a:lnTo>
                    <a:pt x="1892396" y="947187"/>
                  </a:lnTo>
                  <a:lnTo>
                    <a:pt x="1894107" y="845335"/>
                  </a:lnTo>
                  <a:lnTo>
                    <a:pt x="1895818" y="803406"/>
                  </a:lnTo>
                  <a:lnTo>
                    <a:pt x="1897530" y="784514"/>
                  </a:lnTo>
                  <a:lnTo>
                    <a:pt x="1899241" y="808103"/>
                  </a:lnTo>
                  <a:lnTo>
                    <a:pt x="1900953" y="801664"/>
                  </a:lnTo>
                  <a:lnTo>
                    <a:pt x="1902664" y="820727"/>
                  </a:lnTo>
                  <a:lnTo>
                    <a:pt x="1904375" y="893512"/>
                  </a:lnTo>
                  <a:lnTo>
                    <a:pt x="1906087" y="917252"/>
                  </a:lnTo>
                  <a:lnTo>
                    <a:pt x="1907798" y="875660"/>
                  </a:lnTo>
                  <a:lnTo>
                    <a:pt x="1909510" y="832688"/>
                  </a:lnTo>
                  <a:lnTo>
                    <a:pt x="1911221" y="864313"/>
                  </a:lnTo>
                  <a:lnTo>
                    <a:pt x="1912932" y="900296"/>
                  </a:lnTo>
                  <a:lnTo>
                    <a:pt x="1914644" y="914152"/>
                  </a:lnTo>
                  <a:lnTo>
                    <a:pt x="1916355" y="958567"/>
                  </a:lnTo>
                  <a:lnTo>
                    <a:pt x="1918066" y="1013589"/>
                  </a:lnTo>
                  <a:lnTo>
                    <a:pt x="1919778" y="1072589"/>
                  </a:lnTo>
                  <a:lnTo>
                    <a:pt x="1921489" y="1119962"/>
                  </a:lnTo>
                  <a:lnTo>
                    <a:pt x="1923201" y="1160332"/>
                  </a:lnTo>
                  <a:lnTo>
                    <a:pt x="1924912" y="1174807"/>
                  </a:lnTo>
                  <a:lnTo>
                    <a:pt x="1926623" y="1166374"/>
                  </a:lnTo>
                  <a:lnTo>
                    <a:pt x="1928335" y="1036905"/>
                  </a:lnTo>
                  <a:lnTo>
                    <a:pt x="1930046" y="1002079"/>
                  </a:lnTo>
                  <a:lnTo>
                    <a:pt x="1931758" y="1058521"/>
                  </a:lnTo>
                  <a:lnTo>
                    <a:pt x="1933469" y="1000981"/>
                  </a:lnTo>
                  <a:lnTo>
                    <a:pt x="1935180" y="1026119"/>
                  </a:lnTo>
                  <a:lnTo>
                    <a:pt x="1936892" y="1020758"/>
                  </a:lnTo>
                  <a:lnTo>
                    <a:pt x="1938603" y="1096917"/>
                  </a:lnTo>
                  <a:lnTo>
                    <a:pt x="1940315" y="1112775"/>
                  </a:lnTo>
                  <a:lnTo>
                    <a:pt x="1942026" y="1076799"/>
                  </a:lnTo>
                  <a:lnTo>
                    <a:pt x="1943737" y="1020590"/>
                  </a:lnTo>
                  <a:lnTo>
                    <a:pt x="1945449" y="1047973"/>
                  </a:lnTo>
                  <a:lnTo>
                    <a:pt x="1947160" y="1139585"/>
                  </a:lnTo>
                  <a:lnTo>
                    <a:pt x="1948872" y="1151129"/>
                  </a:lnTo>
                  <a:lnTo>
                    <a:pt x="1950583" y="1156287"/>
                  </a:lnTo>
                  <a:lnTo>
                    <a:pt x="1952294" y="1142047"/>
                  </a:lnTo>
                  <a:lnTo>
                    <a:pt x="1954006" y="1147718"/>
                  </a:lnTo>
                  <a:lnTo>
                    <a:pt x="1955717" y="1150400"/>
                  </a:lnTo>
                  <a:lnTo>
                    <a:pt x="1957429" y="1030234"/>
                  </a:lnTo>
                  <a:lnTo>
                    <a:pt x="1959140" y="955883"/>
                  </a:lnTo>
                  <a:lnTo>
                    <a:pt x="1960851" y="964617"/>
                  </a:lnTo>
                  <a:lnTo>
                    <a:pt x="1962563" y="1127845"/>
                  </a:lnTo>
                  <a:lnTo>
                    <a:pt x="1964274" y="1131645"/>
                  </a:lnTo>
                  <a:lnTo>
                    <a:pt x="1965986" y="987309"/>
                  </a:lnTo>
                  <a:lnTo>
                    <a:pt x="1967697" y="969672"/>
                  </a:lnTo>
                  <a:lnTo>
                    <a:pt x="1969408" y="1038750"/>
                  </a:lnTo>
                  <a:lnTo>
                    <a:pt x="1971120" y="1067709"/>
                  </a:lnTo>
                  <a:lnTo>
                    <a:pt x="1972831" y="1083844"/>
                  </a:lnTo>
                  <a:lnTo>
                    <a:pt x="1974543" y="1011805"/>
                  </a:lnTo>
                  <a:lnTo>
                    <a:pt x="1976254" y="950857"/>
                  </a:lnTo>
                  <a:lnTo>
                    <a:pt x="1977965" y="898201"/>
                  </a:lnTo>
                  <a:lnTo>
                    <a:pt x="1979677" y="875312"/>
                  </a:lnTo>
                  <a:lnTo>
                    <a:pt x="1981388" y="861780"/>
                  </a:lnTo>
                  <a:lnTo>
                    <a:pt x="1983100" y="813531"/>
                  </a:lnTo>
                  <a:lnTo>
                    <a:pt x="1984811" y="847138"/>
                  </a:lnTo>
                  <a:lnTo>
                    <a:pt x="1986522" y="823947"/>
                  </a:lnTo>
                  <a:lnTo>
                    <a:pt x="1988234" y="950025"/>
                  </a:lnTo>
                  <a:lnTo>
                    <a:pt x="1989945" y="954618"/>
                  </a:lnTo>
                  <a:lnTo>
                    <a:pt x="1991657" y="1042728"/>
                  </a:lnTo>
                  <a:lnTo>
                    <a:pt x="1993368" y="967855"/>
                  </a:lnTo>
                  <a:lnTo>
                    <a:pt x="1995079" y="916855"/>
                  </a:lnTo>
                  <a:lnTo>
                    <a:pt x="1996791" y="908269"/>
                  </a:lnTo>
                  <a:lnTo>
                    <a:pt x="1998502" y="966355"/>
                  </a:lnTo>
                  <a:lnTo>
                    <a:pt x="2000214" y="992540"/>
                  </a:lnTo>
                  <a:lnTo>
                    <a:pt x="2001925" y="1048379"/>
                  </a:lnTo>
                  <a:lnTo>
                    <a:pt x="2003636" y="955641"/>
                  </a:lnTo>
                  <a:lnTo>
                    <a:pt x="2005348" y="866283"/>
                  </a:lnTo>
                  <a:lnTo>
                    <a:pt x="2007059" y="824003"/>
                  </a:lnTo>
                  <a:lnTo>
                    <a:pt x="2008771" y="836239"/>
                  </a:lnTo>
                  <a:lnTo>
                    <a:pt x="2010482" y="845249"/>
                  </a:lnTo>
                  <a:lnTo>
                    <a:pt x="2012193" y="875777"/>
                  </a:lnTo>
                  <a:lnTo>
                    <a:pt x="2013905" y="934060"/>
                  </a:lnTo>
                  <a:lnTo>
                    <a:pt x="2015616" y="940334"/>
                  </a:lnTo>
                  <a:lnTo>
                    <a:pt x="2017327" y="1070702"/>
                  </a:lnTo>
                  <a:lnTo>
                    <a:pt x="2019039" y="1070034"/>
                  </a:lnTo>
                  <a:lnTo>
                    <a:pt x="2020750" y="1028969"/>
                  </a:lnTo>
                  <a:lnTo>
                    <a:pt x="2022462" y="942990"/>
                  </a:lnTo>
                  <a:lnTo>
                    <a:pt x="2024173" y="934492"/>
                  </a:lnTo>
                  <a:lnTo>
                    <a:pt x="2025884" y="1009677"/>
                  </a:lnTo>
                  <a:lnTo>
                    <a:pt x="2027596" y="1069123"/>
                  </a:lnTo>
                  <a:lnTo>
                    <a:pt x="2029307" y="942017"/>
                  </a:lnTo>
                  <a:lnTo>
                    <a:pt x="2031019" y="1035218"/>
                  </a:lnTo>
                  <a:lnTo>
                    <a:pt x="2032730" y="1046316"/>
                  </a:lnTo>
                  <a:lnTo>
                    <a:pt x="2034441" y="1213195"/>
                  </a:lnTo>
                  <a:lnTo>
                    <a:pt x="2036153" y="1269154"/>
                  </a:lnTo>
                  <a:lnTo>
                    <a:pt x="2037864" y="1126553"/>
                  </a:lnTo>
                  <a:lnTo>
                    <a:pt x="2039576" y="1125838"/>
                  </a:lnTo>
                  <a:lnTo>
                    <a:pt x="2041287" y="1195975"/>
                  </a:lnTo>
                  <a:lnTo>
                    <a:pt x="2042998" y="1239602"/>
                  </a:lnTo>
                  <a:lnTo>
                    <a:pt x="2044710" y="1230997"/>
                  </a:lnTo>
                  <a:lnTo>
                    <a:pt x="2046421" y="1239508"/>
                  </a:lnTo>
                  <a:lnTo>
                    <a:pt x="2048133" y="1213097"/>
                  </a:lnTo>
                  <a:lnTo>
                    <a:pt x="2049844" y="1196610"/>
                  </a:lnTo>
                  <a:lnTo>
                    <a:pt x="2051555" y="1203179"/>
                  </a:lnTo>
                  <a:lnTo>
                    <a:pt x="2053267" y="1128585"/>
                  </a:lnTo>
                  <a:lnTo>
                    <a:pt x="2054978" y="1054617"/>
                  </a:lnTo>
                  <a:lnTo>
                    <a:pt x="2056690" y="1002324"/>
                  </a:lnTo>
                  <a:lnTo>
                    <a:pt x="2058401" y="1102122"/>
                  </a:lnTo>
                  <a:lnTo>
                    <a:pt x="2060112" y="1115134"/>
                  </a:lnTo>
                  <a:lnTo>
                    <a:pt x="2061824" y="1051343"/>
                  </a:lnTo>
                  <a:lnTo>
                    <a:pt x="2063535" y="937941"/>
                  </a:lnTo>
                  <a:lnTo>
                    <a:pt x="2065247" y="850612"/>
                  </a:lnTo>
                  <a:lnTo>
                    <a:pt x="2066958" y="847480"/>
                  </a:lnTo>
                  <a:lnTo>
                    <a:pt x="2068669" y="855015"/>
                  </a:lnTo>
                  <a:lnTo>
                    <a:pt x="2070381" y="834743"/>
                  </a:lnTo>
                  <a:lnTo>
                    <a:pt x="2072092" y="962466"/>
                  </a:lnTo>
                  <a:lnTo>
                    <a:pt x="2073804" y="986268"/>
                  </a:lnTo>
                  <a:lnTo>
                    <a:pt x="2075515" y="978638"/>
                  </a:lnTo>
                  <a:lnTo>
                    <a:pt x="2077226" y="957506"/>
                  </a:lnTo>
                  <a:lnTo>
                    <a:pt x="2078938" y="944267"/>
                  </a:lnTo>
                  <a:lnTo>
                    <a:pt x="2080649" y="912415"/>
                  </a:lnTo>
                  <a:lnTo>
                    <a:pt x="2082361" y="861262"/>
                  </a:lnTo>
                  <a:lnTo>
                    <a:pt x="2084072" y="846942"/>
                  </a:lnTo>
                  <a:lnTo>
                    <a:pt x="2085783" y="869906"/>
                  </a:lnTo>
                  <a:lnTo>
                    <a:pt x="2087495" y="889993"/>
                  </a:lnTo>
                  <a:lnTo>
                    <a:pt x="2089206" y="868428"/>
                  </a:lnTo>
                  <a:lnTo>
                    <a:pt x="2090918" y="956356"/>
                  </a:lnTo>
                  <a:lnTo>
                    <a:pt x="2092629" y="945263"/>
                  </a:lnTo>
                  <a:lnTo>
                    <a:pt x="2094340" y="1008268"/>
                  </a:lnTo>
                  <a:lnTo>
                    <a:pt x="2096052" y="1092094"/>
                  </a:lnTo>
                  <a:lnTo>
                    <a:pt x="2097763" y="1007076"/>
                  </a:lnTo>
                  <a:lnTo>
                    <a:pt x="2099475" y="987151"/>
                  </a:lnTo>
                  <a:lnTo>
                    <a:pt x="2101186" y="1004646"/>
                  </a:lnTo>
                  <a:lnTo>
                    <a:pt x="2102897" y="1119767"/>
                  </a:lnTo>
                  <a:lnTo>
                    <a:pt x="2104609" y="1178862"/>
                  </a:lnTo>
                  <a:lnTo>
                    <a:pt x="2106320" y="1064895"/>
                  </a:lnTo>
                  <a:lnTo>
                    <a:pt x="2108032" y="1021982"/>
                  </a:lnTo>
                  <a:lnTo>
                    <a:pt x="2109743" y="1109626"/>
                  </a:lnTo>
                  <a:lnTo>
                    <a:pt x="2111454" y="1155325"/>
                  </a:lnTo>
                  <a:lnTo>
                    <a:pt x="2113166" y="1156973"/>
                  </a:lnTo>
                  <a:lnTo>
                    <a:pt x="2114877" y="1088067"/>
                  </a:lnTo>
                  <a:lnTo>
                    <a:pt x="2116589" y="1057489"/>
                  </a:lnTo>
                  <a:lnTo>
                    <a:pt x="2118300" y="1088711"/>
                  </a:lnTo>
                  <a:lnTo>
                    <a:pt x="2120011" y="1221100"/>
                  </a:lnTo>
                  <a:lnTo>
                    <a:pt x="2121723" y="1224650"/>
                  </a:lnTo>
                  <a:lnTo>
                    <a:pt x="2123434" y="1223638"/>
                  </a:lnTo>
                  <a:lnTo>
                    <a:pt x="2125145" y="1222152"/>
                  </a:lnTo>
                  <a:lnTo>
                    <a:pt x="2126857" y="1229805"/>
                  </a:lnTo>
                  <a:lnTo>
                    <a:pt x="2128568" y="1192502"/>
                  </a:lnTo>
                  <a:lnTo>
                    <a:pt x="2130280" y="1164570"/>
                  </a:lnTo>
                  <a:lnTo>
                    <a:pt x="2131991" y="1028814"/>
                  </a:lnTo>
                  <a:lnTo>
                    <a:pt x="2133702" y="1006158"/>
                  </a:lnTo>
                  <a:lnTo>
                    <a:pt x="2135414" y="1032024"/>
                  </a:lnTo>
                  <a:lnTo>
                    <a:pt x="2137125" y="1000050"/>
                  </a:lnTo>
                  <a:lnTo>
                    <a:pt x="2138837" y="933540"/>
                  </a:lnTo>
                  <a:lnTo>
                    <a:pt x="2140548" y="850950"/>
                  </a:lnTo>
                  <a:lnTo>
                    <a:pt x="2142259" y="903914"/>
                  </a:lnTo>
                  <a:lnTo>
                    <a:pt x="2143971" y="893762"/>
                  </a:lnTo>
                  <a:lnTo>
                    <a:pt x="2145682" y="959160"/>
                  </a:lnTo>
                  <a:lnTo>
                    <a:pt x="2147394" y="1025131"/>
                  </a:lnTo>
                  <a:lnTo>
                    <a:pt x="2149105" y="946468"/>
                  </a:lnTo>
                  <a:lnTo>
                    <a:pt x="2150816" y="911081"/>
                  </a:lnTo>
                  <a:lnTo>
                    <a:pt x="2152528" y="912081"/>
                  </a:lnTo>
                  <a:lnTo>
                    <a:pt x="2154239" y="910780"/>
                  </a:lnTo>
                  <a:lnTo>
                    <a:pt x="2155951" y="899612"/>
                  </a:lnTo>
                  <a:lnTo>
                    <a:pt x="2157662" y="906083"/>
                  </a:lnTo>
                  <a:lnTo>
                    <a:pt x="2159373" y="950256"/>
                  </a:lnTo>
                  <a:lnTo>
                    <a:pt x="2161085" y="1019158"/>
                  </a:lnTo>
                  <a:lnTo>
                    <a:pt x="2162796" y="1153312"/>
                  </a:lnTo>
                  <a:lnTo>
                    <a:pt x="2164508" y="1164860"/>
                  </a:lnTo>
                  <a:lnTo>
                    <a:pt x="2166219" y="1152696"/>
                  </a:lnTo>
                  <a:lnTo>
                    <a:pt x="2167930" y="1136907"/>
                  </a:lnTo>
                  <a:lnTo>
                    <a:pt x="2169642" y="1087433"/>
                  </a:lnTo>
                  <a:lnTo>
                    <a:pt x="2171353" y="1068716"/>
                  </a:lnTo>
                  <a:lnTo>
                    <a:pt x="2173065" y="999077"/>
                  </a:lnTo>
                  <a:lnTo>
                    <a:pt x="2174776" y="964588"/>
                  </a:lnTo>
                  <a:lnTo>
                    <a:pt x="2176487" y="987829"/>
                  </a:lnTo>
                  <a:lnTo>
                    <a:pt x="2178199" y="1057578"/>
                  </a:lnTo>
                  <a:lnTo>
                    <a:pt x="2179910" y="1065170"/>
                  </a:lnTo>
                  <a:lnTo>
                    <a:pt x="2181622" y="1047632"/>
                  </a:lnTo>
                  <a:lnTo>
                    <a:pt x="2183333" y="961110"/>
                  </a:lnTo>
                  <a:lnTo>
                    <a:pt x="2185044" y="939483"/>
                  </a:lnTo>
                  <a:lnTo>
                    <a:pt x="2186756" y="885760"/>
                  </a:lnTo>
                  <a:lnTo>
                    <a:pt x="2188467" y="913892"/>
                  </a:lnTo>
                  <a:lnTo>
                    <a:pt x="2190179" y="987214"/>
                  </a:lnTo>
                  <a:lnTo>
                    <a:pt x="2191890" y="1022961"/>
                  </a:lnTo>
                  <a:lnTo>
                    <a:pt x="2193601" y="1087431"/>
                  </a:lnTo>
                  <a:lnTo>
                    <a:pt x="2195313" y="1132304"/>
                  </a:lnTo>
                  <a:lnTo>
                    <a:pt x="2197024" y="1080740"/>
                  </a:lnTo>
                  <a:lnTo>
                    <a:pt x="2198736" y="1101086"/>
                  </a:lnTo>
                  <a:lnTo>
                    <a:pt x="2200447" y="1045457"/>
                  </a:lnTo>
                  <a:lnTo>
                    <a:pt x="2202158" y="1011190"/>
                  </a:lnTo>
                  <a:lnTo>
                    <a:pt x="2203870" y="963587"/>
                  </a:lnTo>
                  <a:lnTo>
                    <a:pt x="2205581" y="1000894"/>
                  </a:lnTo>
                  <a:lnTo>
                    <a:pt x="2207293" y="981106"/>
                  </a:lnTo>
                  <a:lnTo>
                    <a:pt x="2209004" y="970209"/>
                  </a:lnTo>
                  <a:lnTo>
                    <a:pt x="2210715" y="773288"/>
                  </a:lnTo>
                  <a:lnTo>
                    <a:pt x="2212427" y="772185"/>
                  </a:lnTo>
                  <a:lnTo>
                    <a:pt x="2214138" y="820012"/>
                  </a:lnTo>
                  <a:lnTo>
                    <a:pt x="2215850" y="798299"/>
                  </a:lnTo>
                  <a:lnTo>
                    <a:pt x="2217561" y="848326"/>
                  </a:lnTo>
                  <a:lnTo>
                    <a:pt x="2219272" y="851399"/>
                  </a:lnTo>
                  <a:lnTo>
                    <a:pt x="2220984" y="806775"/>
                  </a:lnTo>
                  <a:lnTo>
                    <a:pt x="2222695" y="900341"/>
                  </a:lnTo>
                  <a:lnTo>
                    <a:pt x="2224407" y="852037"/>
                  </a:lnTo>
                  <a:lnTo>
                    <a:pt x="2226118" y="876914"/>
                  </a:lnTo>
                  <a:lnTo>
                    <a:pt x="2227829" y="896998"/>
                  </a:lnTo>
                  <a:lnTo>
                    <a:pt x="2229541" y="1004607"/>
                  </a:lnTo>
                  <a:lnTo>
                    <a:pt x="2231252" y="1023598"/>
                  </a:lnTo>
                  <a:lnTo>
                    <a:pt x="2232963" y="966981"/>
                  </a:lnTo>
                  <a:lnTo>
                    <a:pt x="2234675" y="997527"/>
                  </a:lnTo>
                  <a:lnTo>
                    <a:pt x="2236386" y="1072657"/>
                  </a:lnTo>
                  <a:lnTo>
                    <a:pt x="2238098" y="1140614"/>
                  </a:lnTo>
                  <a:lnTo>
                    <a:pt x="2239809" y="1178975"/>
                  </a:lnTo>
                  <a:lnTo>
                    <a:pt x="2241520" y="1166589"/>
                  </a:lnTo>
                  <a:lnTo>
                    <a:pt x="2243232" y="1155864"/>
                  </a:lnTo>
                  <a:lnTo>
                    <a:pt x="2244943" y="1171354"/>
                  </a:lnTo>
                  <a:lnTo>
                    <a:pt x="2246655" y="1130310"/>
                  </a:lnTo>
                  <a:lnTo>
                    <a:pt x="2248366" y="1093795"/>
                  </a:lnTo>
                  <a:lnTo>
                    <a:pt x="2250077" y="1196660"/>
                  </a:lnTo>
                  <a:lnTo>
                    <a:pt x="2251789" y="1213278"/>
                  </a:lnTo>
                  <a:lnTo>
                    <a:pt x="2253500" y="1228335"/>
                  </a:lnTo>
                  <a:lnTo>
                    <a:pt x="2255212" y="1235855"/>
                  </a:lnTo>
                  <a:lnTo>
                    <a:pt x="2256923" y="1210975"/>
                  </a:lnTo>
                  <a:lnTo>
                    <a:pt x="2258634" y="1201805"/>
                  </a:lnTo>
                  <a:lnTo>
                    <a:pt x="2260346" y="1170952"/>
                  </a:lnTo>
                  <a:lnTo>
                    <a:pt x="2262057" y="1158535"/>
                  </a:lnTo>
                  <a:lnTo>
                    <a:pt x="2263769" y="1190693"/>
                  </a:lnTo>
                  <a:lnTo>
                    <a:pt x="2265480" y="1160822"/>
                  </a:lnTo>
                  <a:lnTo>
                    <a:pt x="2267191" y="1158174"/>
                  </a:lnTo>
                  <a:lnTo>
                    <a:pt x="2268903" y="1146078"/>
                  </a:lnTo>
                  <a:lnTo>
                    <a:pt x="2270614" y="1193596"/>
                  </a:lnTo>
                  <a:lnTo>
                    <a:pt x="2272326" y="1252136"/>
                  </a:lnTo>
                  <a:lnTo>
                    <a:pt x="2274037" y="1222429"/>
                  </a:lnTo>
                  <a:lnTo>
                    <a:pt x="2275748" y="1217210"/>
                  </a:lnTo>
                  <a:lnTo>
                    <a:pt x="2277460" y="1240609"/>
                  </a:lnTo>
                  <a:lnTo>
                    <a:pt x="2279171" y="1278747"/>
                  </a:lnTo>
                  <a:lnTo>
                    <a:pt x="2280883" y="1275709"/>
                  </a:lnTo>
                  <a:lnTo>
                    <a:pt x="2282594" y="1264190"/>
                  </a:lnTo>
                  <a:lnTo>
                    <a:pt x="2284305" y="1261232"/>
                  </a:lnTo>
                  <a:lnTo>
                    <a:pt x="2286017" y="1254502"/>
                  </a:lnTo>
                  <a:lnTo>
                    <a:pt x="2287728" y="1200905"/>
                  </a:lnTo>
                  <a:lnTo>
                    <a:pt x="2289440" y="1133085"/>
                  </a:lnTo>
                  <a:lnTo>
                    <a:pt x="2291151" y="1186253"/>
                  </a:lnTo>
                  <a:lnTo>
                    <a:pt x="2292862" y="1213585"/>
                  </a:lnTo>
                  <a:lnTo>
                    <a:pt x="2294574" y="1241624"/>
                  </a:lnTo>
                  <a:lnTo>
                    <a:pt x="2296285" y="1234283"/>
                  </a:lnTo>
                  <a:lnTo>
                    <a:pt x="2297997" y="1242228"/>
                  </a:lnTo>
                  <a:lnTo>
                    <a:pt x="2299708" y="1252715"/>
                  </a:lnTo>
                  <a:lnTo>
                    <a:pt x="2301419" y="1292999"/>
                  </a:lnTo>
                  <a:lnTo>
                    <a:pt x="2303131" y="1312155"/>
                  </a:lnTo>
                  <a:lnTo>
                    <a:pt x="2304842" y="1265581"/>
                  </a:lnTo>
                  <a:lnTo>
                    <a:pt x="2306554" y="1258390"/>
                  </a:lnTo>
                  <a:lnTo>
                    <a:pt x="2308265" y="1304195"/>
                  </a:lnTo>
                  <a:lnTo>
                    <a:pt x="2309976" y="1318885"/>
                  </a:lnTo>
                  <a:lnTo>
                    <a:pt x="2311688" y="1280588"/>
                  </a:lnTo>
                  <a:lnTo>
                    <a:pt x="2313399" y="1195949"/>
                  </a:lnTo>
                  <a:lnTo>
                    <a:pt x="2315111" y="1290802"/>
                  </a:lnTo>
                  <a:lnTo>
                    <a:pt x="2316822" y="1320105"/>
                  </a:lnTo>
                  <a:lnTo>
                    <a:pt x="2318533" y="1324060"/>
                  </a:lnTo>
                  <a:lnTo>
                    <a:pt x="2320245" y="1290669"/>
                  </a:lnTo>
                  <a:lnTo>
                    <a:pt x="2321956" y="1343212"/>
                  </a:lnTo>
                  <a:lnTo>
                    <a:pt x="2323668" y="1327952"/>
                  </a:lnTo>
                  <a:lnTo>
                    <a:pt x="2325379" y="1342198"/>
                  </a:lnTo>
                  <a:lnTo>
                    <a:pt x="2327090" y="1340189"/>
                  </a:lnTo>
                  <a:lnTo>
                    <a:pt x="2328802" y="1335540"/>
                  </a:lnTo>
                  <a:lnTo>
                    <a:pt x="2330513" y="1311861"/>
                  </a:lnTo>
                  <a:lnTo>
                    <a:pt x="2332225" y="1286305"/>
                  </a:lnTo>
                  <a:lnTo>
                    <a:pt x="2333936" y="1265715"/>
                  </a:lnTo>
                  <a:lnTo>
                    <a:pt x="2335647" y="1224069"/>
                  </a:lnTo>
                  <a:lnTo>
                    <a:pt x="2337359" y="1233171"/>
                  </a:lnTo>
                  <a:lnTo>
                    <a:pt x="2339070" y="1250688"/>
                  </a:lnTo>
                  <a:lnTo>
                    <a:pt x="2340781" y="1240013"/>
                  </a:lnTo>
                  <a:lnTo>
                    <a:pt x="2342493" y="1243750"/>
                  </a:lnTo>
                  <a:lnTo>
                    <a:pt x="2344204" y="1208642"/>
                  </a:lnTo>
                  <a:lnTo>
                    <a:pt x="2345916" y="1088904"/>
                  </a:lnTo>
                  <a:lnTo>
                    <a:pt x="2347627" y="1042960"/>
                  </a:lnTo>
                  <a:lnTo>
                    <a:pt x="2349338" y="1131395"/>
                  </a:lnTo>
                  <a:lnTo>
                    <a:pt x="2351050" y="1132006"/>
                  </a:lnTo>
                  <a:lnTo>
                    <a:pt x="2352761" y="1109136"/>
                  </a:lnTo>
                  <a:lnTo>
                    <a:pt x="2354473" y="1140459"/>
                  </a:lnTo>
                  <a:lnTo>
                    <a:pt x="2356184" y="1146110"/>
                  </a:lnTo>
                  <a:lnTo>
                    <a:pt x="2357895" y="1160021"/>
                  </a:lnTo>
                  <a:lnTo>
                    <a:pt x="2359607" y="1145146"/>
                  </a:lnTo>
                  <a:lnTo>
                    <a:pt x="2361318" y="1167675"/>
                  </a:lnTo>
                  <a:lnTo>
                    <a:pt x="2363030" y="1190658"/>
                  </a:lnTo>
                  <a:lnTo>
                    <a:pt x="2364741" y="1194882"/>
                  </a:lnTo>
                  <a:lnTo>
                    <a:pt x="2366452" y="1229933"/>
                  </a:lnTo>
                  <a:lnTo>
                    <a:pt x="2368164" y="1226837"/>
                  </a:lnTo>
                  <a:lnTo>
                    <a:pt x="2369875" y="1219035"/>
                  </a:lnTo>
                  <a:lnTo>
                    <a:pt x="2371587" y="1226178"/>
                  </a:lnTo>
                  <a:lnTo>
                    <a:pt x="2373298" y="1169148"/>
                  </a:lnTo>
                  <a:lnTo>
                    <a:pt x="2375009" y="1143854"/>
                  </a:lnTo>
                  <a:lnTo>
                    <a:pt x="2376721" y="1124025"/>
                  </a:lnTo>
                  <a:lnTo>
                    <a:pt x="2378432" y="1103410"/>
                  </a:lnTo>
                  <a:lnTo>
                    <a:pt x="2380144" y="1053797"/>
                  </a:lnTo>
                  <a:lnTo>
                    <a:pt x="2381855" y="1101444"/>
                  </a:lnTo>
                  <a:lnTo>
                    <a:pt x="2383566" y="1178454"/>
                  </a:lnTo>
                  <a:lnTo>
                    <a:pt x="2385278" y="1175252"/>
                  </a:lnTo>
                  <a:lnTo>
                    <a:pt x="2386989" y="1195373"/>
                  </a:lnTo>
                  <a:lnTo>
                    <a:pt x="2388701" y="1170610"/>
                  </a:lnTo>
                  <a:lnTo>
                    <a:pt x="2390412" y="1165606"/>
                  </a:lnTo>
                  <a:lnTo>
                    <a:pt x="2392123" y="1117510"/>
                  </a:lnTo>
                  <a:lnTo>
                    <a:pt x="2393835" y="1090117"/>
                  </a:lnTo>
                  <a:lnTo>
                    <a:pt x="2395546" y="1142470"/>
                  </a:lnTo>
                  <a:lnTo>
                    <a:pt x="2397258" y="1215387"/>
                  </a:lnTo>
                  <a:lnTo>
                    <a:pt x="2398969" y="1304895"/>
                  </a:lnTo>
                  <a:lnTo>
                    <a:pt x="2400680" y="1278897"/>
                  </a:lnTo>
                  <a:lnTo>
                    <a:pt x="2402392" y="1270356"/>
                  </a:lnTo>
                  <a:lnTo>
                    <a:pt x="2404103" y="1306800"/>
                  </a:lnTo>
                  <a:lnTo>
                    <a:pt x="2405815" y="1247881"/>
                  </a:lnTo>
                  <a:lnTo>
                    <a:pt x="2407526" y="1277922"/>
                  </a:lnTo>
                  <a:lnTo>
                    <a:pt x="2409237" y="1227843"/>
                  </a:lnTo>
                  <a:lnTo>
                    <a:pt x="2410949" y="1133355"/>
                  </a:lnTo>
                  <a:lnTo>
                    <a:pt x="2412660" y="1116687"/>
                  </a:lnTo>
                  <a:lnTo>
                    <a:pt x="2414372" y="1041229"/>
                  </a:lnTo>
                  <a:lnTo>
                    <a:pt x="2416083" y="1170239"/>
                  </a:lnTo>
                  <a:lnTo>
                    <a:pt x="2417794" y="1156680"/>
                  </a:lnTo>
                  <a:lnTo>
                    <a:pt x="2419506" y="1198986"/>
                  </a:lnTo>
                  <a:lnTo>
                    <a:pt x="2421217" y="1254133"/>
                  </a:lnTo>
                  <a:lnTo>
                    <a:pt x="2422929" y="1265620"/>
                  </a:lnTo>
                  <a:lnTo>
                    <a:pt x="2424640" y="1342522"/>
                  </a:lnTo>
                  <a:lnTo>
                    <a:pt x="2426351" y="1338193"/>
                  </a:lnTo>
                  <a:lnTo>
                    <a:pt x="2428063" y="1314959"/>
                  </a:lnTo>
                  <a:lnTo>
                    <a:pt x="2429774" y="1268849"/>
                  </a:lnTo>
                  <a:lnTo>
                    <a:pt x="2431486" y="1258090"/>
                  </a:lnTo>
                  <a:lnTo>
                    <a:pt x="2433197" y="1270312"/>
                  </a:lnTo>
                  <a:lnTo>
                    <a:pt x="2434908" y="1155929"/>
                  </a:lnTo>
                  <a:lnTo>
                    <a:pt x="2436620" y="1091292"/>
                  </a:lnTo>
                  <a:lnTo>
                    <a:pt x="2438331" y="1093750"/>
                  </a:lnTo>
                  <a:lnTo>
                    <a:pt x="2440042" y="1202820"/>
                  </a:lnTo>
                  <a:lnTo>
                    <a:pt x="2441754" y="1201091"/>
                  </a:lnTo>
                  <a:lnTo>
                    <a:pt x="2443465" y="1199720"/>
                  </a:lnTo>
                  <a:lnTo>
                    <a:pt x="2445177" y="1166709"/>
                  </a:lnTo>
                  <a:lnTo>
                    <a:pt x="2446888" y="1108605"/>
                  </a:lnTo>
                  <a:lnTo>
                    <a:pt x="2448599" y="1065351"/>
                  </a:lnTo>
                  <a:lnTo>
                    <a:pt x="2450311" y="1076171"/>
                  </a:lnTo>
                  <a:lnTo>
                    <a:pt x="2452022" y="1113500"/>
                  </a:lnTo>
                  <a:lnTo>
                    <a:pt x="2453734" y="1127993"/>
                  </a:lnTo>
                  <a:lnTo>
                    <a:pt x="2455445" y="1219783"/>
                  </a:lnTo>
                  <a:lnTo>
                    <a:pt x="2457156" y="1152118"/>
                  </a:lnTo>
                  <a:lnTo>
                    <a:pt x="2458868" y="1199923"/>
                  </a:lnTo>
                  <a:lnTo>
                    <a:pt x="2460579" y="1177546"/>
                  </a:lnTo>
                  <a:lnTo>
                    <a:pt x="2462291" y="1245393"/>
                  </a:lnTo>
                  <a:lnTo>
                    <a:pt x="2464002" y="1270438"/>
                  </a:lnTo>
                  <a:lnTo>
                    <a:pt x="2465713" y="1296616"/>
                  </a:lnTo>
                  <a:lnTo>
                    <a:pt x="2467425" y="1330883"/>
                  </a:lnTo>
                  <a:lnTo>
                    <a:pt x="2469136" y="1338101"/>
                  </a:lnTo>
                  <a:lnTo>
                    <a:pt x="2470848" y="1343975"/>
                  </a:lnTo>
                  <a:lnTo>
                    <a:pt x="2472559" y="1347595"/>
                  </a:lnTo>
                  <a:lnTo>
                    <a:pt x="2474270" y="1332616"/>
                  </a:lnTo>
                  <a:lnTo>
                    <a:pt x="2475982" y="1363943"/>
                  </a:lnTo>
                  <a:lnTo>
                    <a:pt x="2477693" y="1363333"/>
                  </a:lnTo>
                  <a:lnTo>
                    <a:pt x="2479405" y="1390244"/>
                  </a:lnTo>
                  <a:lnTo>
                    <a:pt x="2481116" y="1358592"/>
                  </a:lnTo>
                  <a:lnTo>
                    <a:pt x="2482827" y="1371962"/>
                  </a:lnTo>
                  <a:lnTo>
                    <a:pt x="2484539" y="1347181"/>
                  </a:lnTo>
                  <a:lnTo>
                    <a:pt x="2486250" y="1334739"/>
                  </a:lnTo>
                  <a:lnTo>
                    <a:pt x="2487962" y="1350090"/>
                  </a:lnTo>
                  <a:lnTo>
                    <a:pt x="2489673" y="1366631"/>
                  </a:lnTo>
                  <a:lnTo>
                    <a:pt x="2491384" y="1391631"/>
                  </a:lnTo>
                  <a:lnTo>
                    <a:pt x="2493096" y="1416249"/>
                  </a:lnTo>
                  <a:lnTo>
                    <a:pt x="2494807" y="1409079"/>
                  </a:lnTo>
                  <a:lnTo>
                    <a:pt x="2496519" y="1414729"/>
                  </a:lnTo>
                  <a:lnTo>
                    <a:pt x="2496927" y="141782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5215969" y="5897164"/>
              <a:ext cx="431313" cy="482285"/>
            </a:xfrm>
            <a:custGeom>
              <a:avLst/>
              <a:pathLst>
                <a:path w="431313" h="482285">
                  <a:moveTo>
                    <a:pt x="0" y="482285"/>
                  </a:moveTo>
                  <a:lnTo>
                    <a:pt x="339" y="478494"/>
                  </a:lnTo>
                  <a:lnTo>
                    <a:pt x="2051" y="457283"/>
                  </a:lnTo>
                  <a:lnTo>
                    <a:pt x="3762" y="424428"/>
                  </a:lnTo>
                  <a:lnTo>
                    <a:pt x="5473" y="423703"/>
                  </a:lnTo>
                  <a:lnTo>
                    <a:pt x="7185" y="391016"/>
                  </a:lnTo>
                  <a:lnTo>
                    <a:pt x="8896" y="369948"/>
                  </a:lnTo>
                  <a:lnTo>
                    <a:pt x="10608" y="339910"/>
                  </a:lnTo>
                  <a:lnTo>
                    <a:pt x="12319" y="300389"/>
                  </a:lnTo>
                  <a:lnTo>
                    <a:pt x="14030" y="235140"/>
                  </a:lnTo>
                  <a:lnTo>
                    <a:pt x="15742" y="186733"/>
                  </a:lnTo>
                  <a:lnTo>
                    <a:pt x="17453" y="268422"/>
                  </a:lnTo>
                  <a:lnTo>
                    <a:pt x="19165" y="293976"/>
                  </a:lnTo>
                  <a:lnTo>
                    <a:pt x="20876" y="371683"/>
                  </a:lnTo>
                  <a:lnTo>
                    <a:pt x="22587" y="349085"/>
                  </a:lnTo>
                  <a:lnTo>
                    <a:pt x="24299" y="220222"/>
                  </a:lnTo>
                  <a:lnTo>
                    <a:pt x="26010" y="333757"/>
                  </a:lnTo>
                  <a:lnTo>
                    <a:pt x="27722" y="352258"/>
                  </a:lnTo>
                  <a:lnTo>
                    <a:pt x="29433" y="429705"/>
                  </a:lnTo>
                  <a:lnTo>
                    <a:pt x="31144" y="395327"/>
                  </a:lnTo>
                  <a:lnTo>
                    <a:pt x="32856" y="380977"/>
                  </a:lnTo>
                  <a:lnTo>
                    <a:pt x="34567" y="412811"/>
                  </a:lnTo>
                  <a:lnTo>
                    <a:pt x="36279" y="355296"/>
                  </a:lnTo>
                  <a:lnTo>
                    <a:pt x="37990" y="383433"/>
                  </a:lnTo>
                  <a:lnTo>
                    <a:pt x="39701" y="387859"/>
                  </a:lnTo>
                  <a:lnTo>
                    <a:pt x="41413" y="338948"/>
                  </a:lnTo>
                  <a:lnTo>
                    <a:pt x="43124" y="285467"/>
                  </a:lnTo>
                  <a:lnTo>
                    <a:pt x="44836" y="340822"/>
                  </a:lnTo>
                  <a:lnTo>
                    <a:pt x="46547" y="377066"/>
                  </a:lnTo>
                  <a:lnTo>
                    <a:pt x="48258" y="371097"/>
                  </a:lnTo>
                  <a:lnTo>
                    <a:pt x="49970" y="337769"/>
                  </a:lnTo>
                  <a:lnTo>
                    <a:pt x="51681" y="291325"/>
                  </a:lnTo>
                  <a:lnTo>
                    <a:pt x="53393" y="290240"/>
                  </a:lnTo>
                  <a:lnTo>
                    <a:pt x="55104" y="303678"/>
                  </a:lnTo>
                  <a:lnTo>
                    <a:pt x="56815" y="237651"/>
                  </a:lnTo>
                  <a:lnTo>
                    <a:pt x="58527" y="215007"/>
                  </a:lnTo>
                  <a:lnTo>
                    <a:pt x="60238" y="236858"/>
                  </a:lnTo>
                  <a:lnTo>
                    <a:pt x="61950" y="325296"/>
                  </a:lnTo>
                  <a:lnTo>
                    <a:pt x="63661" y="342272"/>
                  </a:lnTo>
                  <a:lnTo>
                    <a:pt x="65372" y="285543"/>
                  </a:lnTo>
                  <a:lnTo>
                    <a:pt x="67084" y="195124"/>
                  </a:lnTo>
                  <a:lnTo>
                    <a:pt x="68795" y="108187"/>
                  </a:lnTo>
                  <a:lnTo>
                    <a:pt x="70507" y="94612"/>
                  </a:lnTo>
                  <a:lnTo>
                    <a:pt x="72218" y="88736"/>
                  </a:lnTo>
                  <a:lnTo>
                    <a:pt x="73929" y="59345"/>
                  </a:lnTo>
                  <a:lnTo>
                    <a:pt x="75641" y="147329"/>
                  </a:lnTo>
                  <a:lnTo>
                    <a:pt x="77352" y="114940"/>
                  </a:lnTo>
                  <a:lnTo>
                    <a:pt x="79063" y="218164"/>
                  </a:lnTo>
                  <a:lnTo>
                    <a:pt x="80775" y="264296"/>
                  </a:lnTo>
                  <a:lnTo>
                    <a:pt x="82486" y="270277"/>
                  </a:lnTo>
                  <a:lnTo>
                    <a:pt x="84198" y="264264"/>
                  </a:lnTo>
                  <a:lnTo>
                    <a:pt x="85909" y="247975"/>
                  </a:lnTo>
                  <a:lnTo>
                    <a:pt x="87620" y="218050"/>
                  </a:lnTo>
                  <a:lnTo>
                    <a:pt x="89332" y="256499"/>
                  </a:lnTo>
                  <a:lnTo>
                    <a:pt x="91043" y="247120"/>
                  </a:lnTo>
                  <a:lnTo>
                    <a:pt x="92755" y="274976"/>
                  </a:lnTo>
                  <a:lnTo>
                    <a:pt x="94466" y="294752"/>
                  </a:lnTo>
                  <a:lnTo>
                    <a:pt x="96177" y="295841"/>
                  </a:lnTo>
                  <a:lnTo>
                    <a:pt x="97889" y="271140"/>
                  </a:lnTo>
                  <a:lnTo>
                    <a:pt x="99600" y="256702"/>
                  </a:lnTo>
                  <a:lnTo>
                    <a:pt x="101312" y="150312"/>
                  </a:lnTo>
                  <a:lnTo>
                    <a:pt x="103023" y="140580"/>
                  </a:lnTo>
                  <a:lnTo>
                    <a:pt x="104734" y="96906"/>
                  </a:lnTo>
                  <a:lnTo>
                    <a:pt x="106446" y="110795"/>
                  </a:lnTo>
                  <a:lnTo>
                    <a:pt x="108157" y="216934"/>
                  </a:lnTo>
                  <a:lnTo>
                    <a:pt x="109869" y="184403"/>
                  </a:lnTo>
                  <a:lnTo>
                    <a:pt x="111580" y="91391"/>
                  </a:lnTo>
                  <a:lnTo>
                    <a:pt x="113291" y="94879"/>
                  </a:lnTo>
                  <a:lnTo>
                    <a:pt x="115003" y="151799"/>
                  </a:lnTo>
                  <a:lnTo>
                    <a:pt x="116714" y="188614"/>
                  </a:lnTo>
                  <a:lnTo>
                    <a:pt x="118426" y="232871"/>
                  </a:lnTo>
                  <a:lnTo>
                    <a:pt x="120137" y="238285"/>
                  </a:lnTo>
                  <a:lnTo>
                    <a:pt x="121848" y="228251"/>
                  </a:lnTo>
                  <a:lnTo>
                    <a:pt x="123560" y="164822"/>
                  </a:lnTo>
                  <a:lnTo>
                    <a:pt x="125271" y="140442"/>
                  </a:lnTo>
                  <a:lnTo>
                    <a:pt x="126983" y="152527"/>
                  </a:lnTo>
                  <a:lnTo>
                    <a:pt x="128694" y="116771"/>
                  </a:lnTo>
                  <a:lnTo>
                    <a:pt x="130405" y="136691"/>
                  </a:lnTo>
                  <a:lnTo>
                    <a:pt x="132117" y="250552"/>
                  </a:lnTo>
                  <a:lnTo>
                    <a:pt x="133828" y="260750"/>
                  </a:lnTo>
                  <a:lnTo>
                    <a:pt x="135540" y="214676"/>
                  </a:lnTo>
                  <a:lnTo>
                    <a:pt x="137251" y="188497"/>
                  </a:lnTo>
                  <a:lnTo>
                    <a:pt x="138962" y="189451"/>
                  </a:lnTo>
                  <a:lnTo>
                    <a:pt x="140674" y="255488"/>
                  </a:lnTo>
                  <a:lnTo>
                    <a:pt x="142385" y="251568"/>
                  </a:lnTo>
                  <a:lnTo>
                    <a:pt x="144097" y="297725"/>
                  </a:lnTo>
                  <a:lnTo>
                    <a:pt x="145808" y="353157"/>
                  </a:lnTo>
                  <a:lnTo>
                    <a:pt x="147519" y="365007"/>
                  </a:lnTo>
                  <a:lnTo>
                    <a:pt x="149231" y="350965"/>
                  </a:lnTo>
                  <a:lnTo>
                    <a:pt x="150942" y="365887"/>
                  </a:lnTo>
                  <a:lnTo>
                    <a:pt x="152654" y="355172"/>
                  </a:lnTo>
                  <a:lnTo>
                    <a:pt x="154365" y="348797"/>
                  </a:lnTo>
                  <a:lnTo>
                    <a:pt x="156076" y="378726"/>
                  </a:lnTo>
                  <a:lnTo>
                    <a:pt x="157788" y="381980"/>
                  </a:lnTo>
                  <a:lnTo>
                    <a:pt x="159499" y="388166"/>
                  </a:lnTo>
                  <a:lnTo>
                    <a:pt x="161211" y="399677"/>
                  </a:lnTo>
                  <a:lnTo>
                    <a:pt x="162922" y="423283"/>
                  </a:lnTo>
                  <a:lnTo>
                    <a:pt x="164633" y="435250"/>
                  </a:lnTo>
                  <a:lnTo>
                    <a:pt x="166345" y="450769"/>
                  </a:lnTo>
                  <a:lnTo>
                    <a:pt x="168056" y="453939"/>
                  </a:lnTo>
                  <a:lnTo>
                    <a:pt x="169768" y="453269"/>
                  </a:lnTo>
                  <a:lnTo>
                    <a:pt x="171479" y="437013"/>
                  </a:lnTo>
                  <a:lnTo>
                    <a:pt x="173190" y="437767"/>
                  </a:lnTo>
                  <a:lnTo>
                    <a:pt x="174902" y="427441"/>
                  </a:lnTo>
                  <a:lnTo>
                    <a:pt x="176613" y="427689"/>
                  </a:lnTo>
                  <a:lnTo>
                    <a:pt x="178325" y="413762"/>
                  </a:lnTo>
                  <a:lnTo>
                    <a:pt x="180036" y="399250"/>
                  </a:lnTo>
                  <a:lnTo>
                    <a:pt x="181747" y="383326"/>
                  </a:lnTo>
                  <a:lnTo>
                    <a:pt x="183459" y="365999"/>
                  </a:lnTo>
                  <a:lnTo>
                    <a:pt x="185170" y="388588"/>
                  </a:lnTo>
                  <a:lnTo>
                    <a:pt x="186881" y="409504"/>
                  </a:lnTo>
                  <a:lnTo>
                    <a:pt x="188593" y="412879"/>
                  </a:lnTo>
                  <a:lnTo>
                    <a:pt x="190304" y="390352"/>
                  </a:lnTo>
                  <a:lnTo>
                    <a:pt x="192016" y="350177"/>
                  </a:lnTo>
                  <a:lnTo>
                    <a:pt x="193727" y="308941"/>
                  </a:lnTo>
                  <a:lnTo>
                    <a:pt x="195438" y="253736"/>
                  </a:lnTo>
                  <a:lnTo>
                    <a:pt x="197150" y="175612"/>
                  </a:lnTo>
                  <a:lnTo>
                    <a:pt x="198861" y="140440"/>
                  </a:lnTo>
                  <a:lnTo>
                    <a:pt x="200573" y="68688"/>
                  </a:lnTo>
                  <a:lnTo>
                    <a:pt x="202284" y="74356"/>
                  </a:lnTo>
                  <a:lnTo>
                    <a:pt x="203995" y="142927"/>
                  </a:lnTo>
                  <a:lnTo>
                    <a:pt x="205707" y="102952"/>
                  </a:lnTo>
                  <a:lnTo>
                    <a:pt x="207418" y="76896"/>
                  </a:lnTo>
                  <a:lnTo>
                    <a:pt x="209130" y="5588"/>
                  </a:lnTo>
                  <a:lnTo>
                    <a:pt x="210841" y="21638"/>
                  </a:lnTo>
                  <a:lnTo>
                    <a:pt x="212552" y="112575"/>
                  </a:lnTo>
                  <a:lnTo>
                    <a:pt x="214264" y="154197"/>
                  </a:lnTo>
                  <a:lnTo>
                    <a:pt x="215975" y="223137"/>
                  </a:lnTo>
                  <a:lnTo>
                    <a:pt x="217687" y="200350"/>
                  </a:lnTo>
                  <a:lnTo>
                    <a:pt x="219398" y="157348"/>
                  </a:lnTo>
                  <a:lnTo>
                    <a:pt x="221109" y="178265"/>
                  </a:lnTo>
                  <a:lnTo>
                    <a:pt x="222821" y="143323"/>
                  </a:lnTo>
                  <a:lnTo>
                    <a:pt x="224532" y="76652"/>
                  </a:lnTo>
                  <a:lnTo>
                    <a:pt x="226244" y="162012"/>
                  </a:lnTo>
                  <a:lnTo>
                    <a:pt x="227955" y="243924"/>
                  </a:lnTo>
                  <a:lnTo>
                    <a:pt x="229666" y="287984"/>
                  </a:lnTo>
                  <a:lnTo>
                    <a:pt x="231378" y="287628"/>
                  </a:lnTo>
                  <a:lnTo>
                    <a:pt x="233089" y="186102"/>
                  </a:lnTo>
                  <a:lnTo>
                    <a:pt x="234801" y="189010"/>
                  </a:lnTo>
                  <a:lnTo>
                    <a:pt x="236512" y="127649"/>
                  </a:lnTo>
                  <a:lnTo>
                    <a:pt x="238223" y="206093"/>
                  </a:lnTo>
                  <a:lnTo>
                    <a:pt x="239935" y="219982"/>
                  </a:lnTo>
                  <a:lnTo>
                    <a:pt x="241646" y="201406"/>
                  </a:lnTo>
                  <a:lnTo>
                    <a:pt x="243358" y="213186"/>
                  </a:lnTo>
                  <a:lnTo>
                    <a:pt x="245069" y="198239"/>
                  </a:lnTo>
                  <a:lnTo>
                    <a:pt x="246780" y="243040"/>
                  </a:lnTo>
                  <a:lnTo>
                    <a:pt x="248492" y="181837"/>
                  </a:lnTo>
                  <a:lnTo>
                    <a:pt x="250203" y="222680"/>
                  </a:lnTo>
                  <a:lnTo>
                    <a:pt x="251915" y="97464"/>
                  </a:lnTo>
                  <a:lnTo>
                    <a:pt x="253626" y="0"/>
                  </a:lnTo>
                  <a:lnTo>
                    <a:pt x="255337" y="99058"/>
                  </a:lnTo>
                  <a:lnTo>
                    <a:pt x="257049" y="79133"/>
                  </a:lnTo>
                  <a:lnTo>
                    <a:pt x="258760" y="107586"/>
                  </a:lnTo>
                  <a:lnTo>
                    <a:pt x="260472" y="145044"/>
                  </a:lnTo>
                  <a:lnTo>
                    <a:pt x="262183" y="225515"/>
                  </a:lnTo>
                  <a:lnTo>
                    <a:pt x="263894" y="282365"/>
                  </a:lnTo>
                  <a:lnTo>
                    <a:pt x="265606" y="300026"/>
                  </a:lnTo>
                  <a:lnTo>
                    <a:pt x="267317" y="278577"/>
                  </a:lnTo>
                  <a:lnTo>
                    <a:pt x="269029" y="355514"/>
                  </a:lnTo>
                  <a:lnTo>
                    <a:pt x="270740" y="384180"/>
                  </a:lnTo>
                  <a:lnTo>
                    <a:pt x="272451" y="394569"/>
                  </a:lnTo>
                  <a:lnTo>
                    <a:pt x="274163" y="373140"/>
                  </a:lnTo>
                  <a:lnTo>
                    <a:pt x="275874" y="362385"/>
                  </a:lnTo>
                  <a:lnTo>
                    <a:pt x="277586" y="292430"/>
                  </a:lnTo>
                  <a:lnTo>
                    <a:pt x="279297" y="197485"/>
                  </a:lnTo>
                  <a:lnTo>
                    <a:pt x="281008" y="204407"/>
                  </a:lnTo>
                  <a:lnTo>
                    <a:pt x="282720" y="295966"/>
                  </a:lnTo>
                  <a:lnTo>
                    <a:pt x="284431" y="310197"/>
                  </a:lnTo>
                  <a:lnTo>
                    <a:pt x="286142" y="314530"/>
                  </a:lnTo>
                  <a:lnTo>
                    <a:pt x="287854" y="283954"/>
                  </a:lnTo>
                  <a:lnTo>
                    <a:pt x="289565" y="290754"/>
                  </a:lnTo>
                  <a:lnTo>
                    <a:pt x="291277" y="283935"/>
                  </a:lnTo>
                  <a:lnTo>
                    <a:pt x="292988" y="267353"/>
                  </a:lnTo>
                  <a:lnTo>
                    <a:pt x="294699" y="224759"/>
                  </a:lnTo>
                  <a:lnTo>
                    <a:pt x="296411" y="246458"/>
                  </a:lnTo>
                  <a:lnTo>
                    <a:pt x="298122" y="275303"/>
                  </a:lnTo>
                  <a:lnTo>
                    <a:pt x="299834" y="280339"/>
                  </a:lnTo>
                  <a:lnTo>
                    <a:pt x="301545" y="334880"/>
                  </a:lnTo>
                  <a:lnTo>
                    <a:pt x="303256" y="293761"/>
                  </a:lnTo>
                  <a:lnTo>
                    <a:pt x="304968" y="273607"/>
                  </a:lnTo>
                  <a:lnTo>
                    <a:pt x="306679" y="258630"/>
                  </a:lnTo>
                  <a:lnTo>
                    <a:pt x="308391" y="370719"/>
                  </a:lnTo>
                  <a:lnTo>
                    <a:pt x="310102" y="375577"/>
                  </a:lnTo>
                  <a:lnTo>
                    <a:pt x="311813" y="365349"/>
                  </a:lnTo>
                  <a:lnTo>
                    <a:pt x="313525" y="391809"/>
                  </a:lnTo>
                  <a:lnTo>
                    <a:pt x="315236" y="397525"/>
                  </a:lnTo>
                  <a:lnTo>
                    <a:pt x="316948" y="408338"/>
                  </a:lnTo>
                  <a:lnTo>
                    <a:pt x="318659" y="395988"/>
                  </a:lnTo>
                  <a:lnTo>
                    <a:pt x="320370" y="381271"/>
                  </a:lnTo>
                  <a:lnTo>
                    <a:pt x="322082" y="336310"/>
                  </a:lnTo>
                  <a:lnTo>
                    <a:pt x="323793" y="212513"/>
                  </a:lnTo>
                  <a:lnTo>
                    <a:pt x="325505" y="228018"/>
                  </a:lnTo>
                  <a:lnTo>
                    <a:pt x="327216" y="138040"/>
                  </a:lnTo>
                  <a:lnTo>
                    <a:pt x="328927" y="155348"/>
                  </a:lnTo>
                  <a:lnTo>
                    <a:pt x="330639" y="160611"/>
                  </a:lnTo>
                  <a:lnTo>
                    <a:pt x="332350" y="293398"/>
                  </a:lnTo>
                  <a:lnTo>
                    <a:pt x="334062" y="294690"/>
                  </a:lnTo>
                  <a:lnTo>
                    <a:pt x="335773" y="310227"/>
                  </a:lnTo>
                  <a:lnTo>
                    <a:pt x="337484" y="344914"/>
                  </a:lnTo>
                  <a:lnTo>
                    <a:pt x="339196" y="351026"/>
                  </a:lnTo>
                  <a:lnTo>
                    <a:pt x="340907" y="347060"/>
                  </a:lnTo>
                  <a:lnTo>
                    <a:pt x="342619" y="324091"/>
                  </a:lnTo>
                  <a:lnTo>
                    <a:pt x="344330" y="314622"/>
                  </a:lnTo>
                  <a:lnTo>
                    <a:pt x="346041" y="332131"/>
                  </a:lnTo>
                  <a:lnTo>
                    <a:pt x="347753" y="381241"/>
                  </a:lnTo>
                  <a:lnTo>
                    <a:pt x="349464" y="395174"/>
                  </a:lnTo>
                  <a:lnTo>
                    <a:pt x="351176" y="392023"/>
                  </a:lnTo>
                  <a:lnTo>
                    <a:pt x="352887" y="392869"/>
                  </a:lnTo>
                  <a:lnTo>
                    <a:pt x="354598" y="407882"/>
                  </a:lnTo>
                  <a:lnTo>
                    <a:pt x="356310" y="384541"/>
                  </a:lnTo>
                  <a:lnTo>
                    <a:pt x="358021" y="356926"/>
                  </a:lnTo>
                  <a:lnTo>
                    <a:pt x="359733" y="370908"/>
                  </a:lnTo>
                  <a:lnTo>
                    <a:pt x="361444" y="366502"/>
                  </a:lnTo>
                  <a:lnTo>
                    <a:pt x="363155" y="395234"/>
                  </a:lnTo>
                  <a:lnTo>
                    <a:pt x="364867" y="395414"/>
                  </a:lnTo>
                  <a:lnTo>
                    <a:pt x="366578" y="335153"/>
                  </a:lnTo>
                  <a:lnTo>
                    <a:pt x="368290" y="243786"/>
                  </a:lnTo>
                  <a:lnTo>
                    <a:pt x="370001" y="239143"/>
                  </a:lnTo>
                  <a:lnTo>
                    <a:pt x="371712" y="319888"/>
                  </a:lnTo>
                  <a:lnTo>
                    <a:pt x="373424" y="298988"/>
                  </a:lnTo>
                  <a:lnTo>
                    <a:pt x="375135" y="321832"/>
                  </a:lnTo>
                  <a:lnTo>
                    <a:pt x="376847" y="315132"/>
                  </a:lnTo>
                  <a:lnTo>
                    <a:pt x="378558" y="318157"/>
                  </a:lnTo>
                  <a:lnTo>
                    <a:pt x="380269" y="314490"/>
                  </a:lnTo>
                  <a:lnTo>
                    <a:pt x="381981" y="324145"/>
                  </a:lnTo>
                  <a:lnTo>
                    <a:pt x="383692" y="316049"/>
                  </a:lnTo>
                  <a:lnTo>
                    <a:pt x="385404" y="278988"/>
                  </a:lnTo>
                  <a:lnTo>
                    <a:pt x="387115" y="308830"/>
                  </a:lnTo>
                  <a:lnTo>
                    <a:pt x="388826" y="381639"/>
                  </a:lnTo>
                  <a:lnTo>
                    <a:pt x="390538" y="403904"/>
                  </a:lnTo>
                  <a:lnTo>
                    <a:pt x="392249" y="418921"/>
                  </a:lnTo>
                  <a:lnTo>
                    <a:pt x="393960" y="362241"/>
                  </a:lnTo>
                  <a:lnTo>
                    <a:pt x="395672" y="337180"/>
                  </a:lnTo>
                  <a:lnTo>
                    <a:pt x="397383" y="394309"/>
                  </a:lnTo>
                  <a:lnTo>
                    <a:pt x="399095" y="428573"/>
                  </a:lnTo>
                  <a:lnTo>
                    <a:pt x="400806" y="452232"/>
                  </a:lnTo>
                  <a:lnTo>
                    <a:pt x="402517" y="411838"/>
                  </a:lnTo>
                  <a:lnTo>
                    <a:pt x="404229" y="431420"/>
                  </a:lnTo>
                  <a:lnTo>
                    <a:pt x="405940" y="441543"/>
                  </a:lnTo>
                  <a:lnTo>
                    <a:pt x="407652" y="450863"/>
                  </a:lnTo>
                  <a:lnTo>
                    <a:pt x="409363" y="424254"/>
                  </a:lnTo>
                  <a:lnTo>
                    <a:pt x="411074" y="376898"/>
                  </a:lnTo>
                  <a:lnTo>
                    <a:pt x="412786" y="367203"/>
                  </a:lnTo>
                  <a:lnTo>
                    <a:pt x="414497" y="398797"/>
                  </a:lnTo>
                  <a:lnTo>
                    <a:pt x="416209" y="402702"/>
                  </a:lnTo>
                  <a:lnTo>
                    <a:pt x="417920" y="416012"/>
                  </a:lnTo>
                  <a:lnTo>
                    <a:pt x="419631" y="441529"/>
                  </a:lnTo>
                  <a:lnTo>
                    <a:pt x="421343" y="420042"/>
                  </a:lnTo>
                  <a:lnTo>
                    <a:pt x="423054" y="458262"/>
                  </a:lnTo>
                  <a:lnTo>
                    <a:pt x="424766" y="458252"/>
                  </a:lnTo>
                  <a:lnTo>
                    <a:pt x="426477" y="474014"/>
                  </a:lnTo>
                  <a:lnTo>
                    <a:pt x="428188" y="481531"/>
                  </a:lnTo>
                  <a:lnTo>
                    <a:pt x="429900" y="480733"/>
                  </a:lnTo>
                  <a:lnTo>
                    <a:pt x="431313" y="48228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5647692" y="6231675"/>
              <a:ext cx="118415" cy="147774"/>
            </a:xfrm>
            <a:custGeom>
              <a:avLst/>
              <a:pathLst>
                <a:path w="118415" h="147774">
                  <a:moveTo>
                    <a:pt x="0" y="147774"/>
                  </a:moveTo>
                  <a:lnTo>
                    <a:pt x="1599" y="143090"/>
                  </a:lnTo>
                  <a:lnTo>
                    <a:pt x="3311" y="145752"/>
                  </a:lnTo>
                  <a:lnTo>
                    <a:pt x="5022" y="133812"/>
                  </a:lnTo>
                  <a:lnTo>
                    <a:pt x="6733" y="138404"/>
                  </a:lnTo>
                  <a:lnTo>
                    <a:pt x="8445" y="137259"/>
                  </a:lnTo>
                  <a:lnTo>
                    <a:pt x="10156" y="125575"/>
                  </a:lnTo>
                  <a:lnTo>
                    <a:pt x="11868" y="121938"/>
                  </a:lnTo>
                  <a:lnTo>
                    <a:pt x="13579" y="137509"/>
                  </a:lnTo>
                  <a:lnTo>
                    <a:pt x="15290" y="114654"/>
                  </a:lnTo>
                  <a:lnTo>
                    <a:pt x="17002" y="131825"/>
                  </a:lnTo>
                  <a:lnTo>
                    <a:pt x="18713" y="106185"/>
                  </a:lnTo>
                  <a:lnTo>
                    <a:pt x="20425" y="97716"/>
                  </a:lnTo>
                  <a:lnTo>
                    <a:pt x="22136" y="115283"/>
                  </a:lnTo>
                  <a:lnTo>
                    <a:pt x="23847" y="52464"/>
                  </a:lnTo>
                  <a:lnTo>
                    <a:pt x="25559" y="0"/>
                  </a:lnTo>
                  <a:lnTo>
                    <a:pt x="27270" y="18437"/>
                  </a:lnTo>
                  <a:lnTo>
                    <a:pt x="28982" y="68462"/>
                  </a:lnTo>
                  <a:lnTo>
                    <a:pt x="30693" y="84753"/>
                  </a:lnTo>
                  <a:lnTo>
                    <a:pt x="32404" y="3685"/>
                  </a:lnTo>
                  <a:lnTo>
                    <a:pt x="34116" y="14923"/>
                  </a:lnTo>
                  <a:lnTo>
                    <a:pt x="35827" y="7239"/>
                  </a:lnTo>
                  <a:lnTo>
                    <a:pt x="37539" y="39508"/>
                  </a:lnTo>
                  <a:lnTo>
                    <a:pt x="39250" y="95189"/>
                  </a:lnTo>
                  <a:lnTo>
                    <a:pt x="40961" y="36643"/>
                  </a:lnTo>
                  <a:lnTo>
                    <a:pt x="42673" y="91010"/>
                  </a:lnTo>
                  <a:lnTo>
                    <a:pt x="44384" y="128149"/>
                  </a:lnTo>
                  <a:lnTo>
                    <a:pt x="46095" y="117936"/>
                  </a:lnTo>
                  <a:lnTo>
                    <a:pt x="47807" y="122280"/>
                  </a:lnTo>
                  <a:lnTo>
                    <a:pt x="49518" y="122351"/>
                  </a:lnTo>
                  <a:lnTo>
                    <a:pt x="51230" y="117211"/>
                  </a:lnTo>
                  <a:lnTo>
                    <a:pt x="52941" y="113730"/>
                  </a:lnTo>
                  <a:lnTo>
                    <a:pt x="54652" y="118516"/>
                  </a:lnTo>
                  <a:lnTo>
                    <a:pt x="56364" y="105390"/>
                  </a:lnTo>
                  <a:lnTo>
                    <a:pt x="58075" y="103282"/>
                  </a:lnTo>
                  <a:lnTo>
                    <a:pt x="59787" y="125554"/>
                  </a:lnTo>
                  <a:lnTo>
                    <a:pt x="61498" y="102472"/>
                  </a:lnTo>
                  <a:lnTo>
                    <a:pt x="63209" y="106285"/>
                  </a:lnTo>
                  <a:lnTo>
                    <a:pt x="64921" y="100735"/>
                  </a:lnTo>
                  <a:lnTo>
                    <a:pt x="66632" y="54927"/>
                  </a:lnTo>
                  <a:lnTo>
                    <a:pt x="68344" y="30147"/>
                  </a:lnTo>
                  <a:lnTo>
                    <a:pt x="70055" y="26185"/>
                  </a:lnTo>
                  <a:lnTo>
                    <a:pt x="71766" y="84202"/>
                  </a:lnTo>
                  <a:lnTo>
                    <a:pt x="73478" y="75046"/>
                  </a:lnTo>
                  <a:lnTo>
                    <a:pt x="75189" y="62619"/>
                  </a:lnTo>
                  <a:lnTo>
                    <a:pt x="76901" y="67566"/>
                  </a:lnTo>
                  <a:lnTo>
                    <a:pt x="78612" y="32561"/>
                  </a:lnTo>
                  <a:lnTo>
                    <a:pt x="80323" y="28599"/>
                  </a:lnTo>
                  <a:lnTo>
                    <a:pt x="82035" y="36859"/>
                  </a:lnTo>
                  <a:lnTo>
                    <a:pt x="83746" y="18578"/>
                  </a:lnTo>
                  <a:lnTo>
                    <a:pt x="85458" y="42269"/>
                  </a:lnTo>
                  <a:lnTo>
                    <a:pt x="87169" y="48026"/>
                  </a:lnTo>
                  <a:lnTo>
                    <a:pt x="88880" y="40043"/>
                  </a:lnTo>
                  <a:lnTo>
                    <a:pt x="90592" y="32688"/>
                  </a:lnTo>
                  <a:lnTo>
                    <a:pt x="92303" y="36803"/>
                  </a:lnTo>
                  <a:lnTo>
                    <a:pt x="94015" y="19818"/>
                  </a:lnTo>
                  <a:lnTo>
                    <a:pt x="95726" y="29566"/>
                  </a:lnTo>
                  <a:lnTo>
                    <a:pt x="97437" y="53750"/>
                  </a:lnTo>
                  <a:lnTo>
                    <a:pt x="99149" y="96488"/>
                  </a:lnTo>
                  <a:lnTo>
                    <a:pt x="100860" y="118716"/>
                  </a:lnTo>
                  <a:lnTo>
                    <a:pt x="102572" y="110429"/>
                  </a:lnTo>
                  <a:lnTo>
                    <a:pt x="104283" y="128252"/>
                  </a:lnTo>
                  <a:lnTo>
                    <a:pt x="105994" y="106324"/>
                  </a:lnTo>
                  <a:lnTo>
                    <a:pt x="107706" y="84469"/>
                  </a:lnTo>
                  <a:lnTo>
                    <a:pt x="109417" y="103872"/>
                  </a:lnTo>
                  <a:lnTo>
                    <a:pt x="111129" y="106679"/>
                  </a:lnTo>
                  <a:lnTo>
                    <a:pt x="112840" y="100676"/>
                  </a:lnTo>
                  <a:lnTo>
                    <a:pt x="114551" y="112059"/>
                  </a:lnTo>
                  <a:lnTo>
                    <a:pt x="116263" y="108692"/>
                  </a:lnTo>
                  <a:lnTo>
                    <a:pt x="117974" y="143176"/>
                  </a:lnTo>
                  <a:lnTo>
                    <a:pt x="118415" y="14777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5767854" y="5369561"/>
              <a:ext cx="1020787" cy="1009888"/>
            </a:xfrm>
            <a:custGeom>
              <a:avLst/>
              <a:pathLst>
                <a:path w="1020787" h="1009888">
                  <a:moveTo>
                    <a:pt x="0" y="1009888"/>
                  </a:moveTo>
                  <a:lnTo>
                    <a:pt x="1235" y="975531"/>
                  </a:lnTo>
                  <a:lnTo>
                    <a:pt x="2946" y="976768"/>
                  </a:lnTo>
                  <a:lnTo>
                    <a:pt x="4658" y="946651"/>
                  </a:lnTo>
                  <a:lnTo>
                    <a:pt x="6369" y="950647"/>
                  </a:lnTo>
                  <a:lnTo>
                    <a:pt x="8081" y="934188"/>
                  </a:lnTo>
                  <a:lnTo>
                    <a:pt x="9792" y="890884"/>
                  </a:lnTo>
                  <a:lnTo>
                    <a:pt x="11503" y="880640"/>
                  </a:lnTo>
                  <a:lnTo>
                    <a:pt x="13215" y="865715"/>
                  </a:lnTo>
                  <a:lnTo>
                    <a:pt x="14926" y="921847"/>
                  </a:lnTo>
                  <a:lnTo>
                    <a:pt x="16638" y="890772"/>
                  </a:lnTo>
                  <a:lnTo>
                    <a:pt x="18349" y="828939"/>
                  </a:lnTo>
                  <a:lnTo>
                    <a:pt x="20060" y="714838"/>
                  </a:lnTo>
                  <a:lnTo>
                    <a:pt x="21772" y="670714"/>
                  </a:lnTo>
                  <a:lnTo>
                    <a:pt x="23483" y="726260"/>
                  </a:lnTo>
                  <a:lnTo>
                    <a:pt x="25195" y="779042"/>
                  </a:lnTo>
                  <a:lnTo>
                    <a:pt x="26906" y="800699"/>
                  </a:lnTo>
                  <a:lnTo>
                    <a:pt x="28617" y="822343"/>
                  </a:lnTo>
                  <a:lnTo>
                    <a:pt x="30329" y="789480"/>
                  </a:lnTo>
                  <a:lnTo>
                    <a:pt x="32040" y="794018"/>
                  </a:lnTo>
                  <a:lnTo>
                    <a:pt x="33751" y="789798"/>
                  </a:lnTo>
                  <a:lnTo>
                    <a:pt x="35463" y="761751"/>
                  </a:lnTo>
                  <a:lnTo>
                    <a:pt x="37174" y="762487"/>
                  </a:lnTo>
                  <a:lnTo>
                    <a:pt x="38886" y="763973"/>
                  </a:lnTo>
                  <a:lnTo>
                    <a:pt x="40597" y="758981"/>
                  </a:lnTo>
                  <a:lnTo>
                    <a:pt x="42308" y="739830"/>
                  </a:lnTo>
                  <a:lnTo>
                    <a:pt x="44020" y="653484"/>
                  </a:lnTo>
                  <a:lnTo>
                    <a:pt x="45731" y="608262"/>
                  </a:lnTo>
                  <a:lnTo>
                    <a:pt x="47443" y="571119"/>
                  </a:lnTo>
                  <a:lnTo>
                    <a:pt x="49154" y="641593"/>
                  </a:lnTo>
                  <a:lnTo>
                    <a:pt x="50865" y="611853"/>
                  </a:lnTo>
                  <a:lnTo>
                    <a:pt x="52577" y="605030"/>
                  </a:lnTo>
                  <a:lnTo>
                    <a:pt x="54288" y="645283"/>
                  </a:lnTo>
                  <a:lnTo>
                    <a:pt x="56000" y="713218"/>
                  </a:lnTo>
                  <a:lnTo>
                    <a:pt x="57711" y="728096"/>
                  </a:lnTo>
                  <a:lnTo>
                    <a:pt x="59422" y="697253"/>
                  </a:lnTo>
                  <a:lnTo>
                    <a:pt x="61134" y="664805"/>
                  </a:lnTo>
                  <a:lnTo>
                    <a:pt x="62845" y="734226"/>
                  </a:lnTo>
                  <a:lnTo>
                    <a:pt x="64557" y="708854"/>
                  </a:lnTo>
                  <a:lnTo>
                    <a:pt x="66268" y="706028"/>
                  </a:lnTo>
                  <a:lnTo>
                    <a:pt x="67979" y="828671"/>
                  </a:lnTo>
                  <a:lnTo>
                    <a:pt x="69691" y="899453"/>
                  </a:lnTo>
                  <a:lnTo>
                    <a:pt x="71402" y="882927"/>
                  </a:lnTo>
                  <a:lnTo>
                    <a:pt x="73114" y="800827"/>
                  </a:lnTo>
                  <a:lnTo>
                    <a:pt x="74825" y="828867"/>
                  </a:lnTo>
                  <a:lnTo>
                    <a:pt x="76536" y="876129"/>
                  </a:lnTo>
                  <a:lnTo>
                    <a:pt x="78248" y="882303"/>
                  </a:lnTo>
                  <a:lnTo>
                    <a:pt x="79959" y="832331"/>
                  </a:lnTo>
                  <a:lnTo>
                    <a:pt x="81671" y="832287"/>
                  </a:lnTo>
                  <a:lnTo>
                    <a:pt x="83382" y="756789"/>
                  </a:lnTo>
                  <a:lnTo>
                    <a:pt x="85093" y="730228"/>
                  </a:lnTo>
                  <a:lnTo>
                    <a:pt x="86805" y="747150"/>
                  </a:lnTo>
                  <a:lnTo>
                    <a:pt x="88516" y="762553"/>
                  </a:lnTo>
                  <a:lnTo>
                    <a:pt x="90228" y="832843"/>
                  </a:lnTo>
                  <a:lnTo>
                    <a:pt x="91939" y="839322"/>
                  </a:lnTo>
                  <a:lnTo>
                    <a:pt x="93650" y="824138"/>
                  </a:lnTo>
                  <a:lnTo>
                    <a:pt x="95362" y="812163"/>
                  </a:lnTo>
                  <a:lnTo>
                    <a:pt x="97073" y="846190"/>
                  </a:lnTo>
                  <a:lnTo>
                    <a:pt x="98785" y="863295"/>
                  </a:lnTo>
                  <a:lnTo>
                    <a:pt x="100496" y="877061"/>
                  </a:lnTo>
                  <a:lnTo>
                    <a:pt x="102207" y="844591"/>
                  </a:lnTo>
                  <a:lnTo>
                    <a:pt x="103919" y="833345"/>
                  </a:lnTo>
                  <a:lnTo>
                    <a:pt x="105630" y="842046"/>
                  </a:lnTo>
                  <a:lnTo>
                    <a:pt x="107342" y="796059"/>
                  </a:lnTo>
                  <a:lnTo>
                    <a:pt x="109053" y="773862"/>
                  </a:lnTo>
                  <a:lnTo>
                    <a:pt x="110764" y="826739"/>
                  </a:lnTo>
                  <a:lnTo>
                    <a:pt x="112476" y="865457"/>
                  </a:lnTo>
                  <a:lnTo>
                    <a:pt x="114187" y="832852"/>
                  </a:lnTo>
                  <a:lnTo>
                    <a:pt x="115899" y="834730"/>
                  </a:lnTo>
                  <a:lnTo>
                    <a:pt x="117610" y="831556"/>
                  </a:lnTo>
                  <a:lnTo>
                    <a:pt x="119321" y="808343"/>
                  </a:lnTo>
                  <a:lnTo>
                    <a:pt x="121033" y="799513"/>
                  </a:lnTo>
                  <a:lnTo>
                    <a:pt x="122744" y="688298"/>
                  </a:lnTo>
                  <a:lnTo>
                    <a:pt x="124456" y="621962"/>
                  </a:lnTo>
                  <a:lnTo>
                    <a:pt x="126167" y="572026"/>
                  </a:lnTo>
                  <a:lnTo>
                    <a:pt x="127878" y="624531"/>
                  </a:lnTo>
                  <a:lnTo>
                    <a:pt x="129590" y="580132"/>
                  </a:lnTo>
                  <a:lnTo>
                    <a:pt x="131301" y="516089"/>
                  </a:lnTo>
                  <a:lnTo>
                    <a:pt x="133013" y="587960"/>
                  </a:lnTo>
                  <a:lnTo>
                    <a:pt x="134724" y="671906"/>
                  </a:lnTo>
                  <a:lnTo>
                    <a:pt x="136435" y="758066"/>
                  </a:lnTo>
                  <a:lnTo>
                    <a:pt x="138147" y="796337"/>
                  </a:lnTo>
                  <a:lnTo>
                    <a:pt x="139858" y="800792"/>
                  </a:lnTo>
                  <a:lnTo>
                    <a:pt x="141569" y="809637"/>
                  </a:lnTo>
                  <a:lnTo>
                    <a:pt x="143281" y="784627"/>
                  </a:lnTo>
                  <a:lnTo>
                    <a:pt x="144992" y="697073"/>
                  </a:lnTo>
                  <a:lnTo>
                    <a:pt x="146704" y="767081"/>
                  </a:lnTo>
                  <a:lnTo>
                    <a:pt x="148415" y="806040"/>
                  </a:lnTo>
                  <a:lnTo>
                    <a:pt x="150126" y="820202"/>
                  </a:lnTo>
                  <a:lnTo>
                    <a:pt x="151838" y="796797"/>
                  </a:lnTo>
                  <a:lnTo>
                    <a:pt x="153549" y="815721"/>
                  </a:lnTo>
                  <a:lnTo>
                    <a:pt x="155261" y="805540"/>
                  </a:lnTo>
                  <a:lnTo>
                    <a:pt x="156972" y="826977"/>
                  </a:lnTo>
                  <a:lnTo>
                    <a:pt x="158683" y="820502"/>
                  </a:lnTo>
                  <a:lnTo>
                    <a:pt x="160395" y="789595"/>
                  </a:lnTo>
                  <a:lnTo>
                    <a:pt x="162106" y="806161"/>
                  </a:lnTo>
                  <a:lnTo>
                    <a:pt x="163818" y="837783"/>
                  </a:lnTo>
                  <a:lnTo>
                    <a:pt x="165529" y="833630"/>
                  </a:lnTo>
                  <a:lnTo>
                    <a:pt x="167240" y="824386"/>
                  </a:lnTo>
                  <a:lnTo>
                    <a:pt x="168952" y="828747"/>
                  </a:lnTo>
                  <a:lnTo>
                    <a:pt x="170663" y="833896"/>
                  </a:lnTo>
                  <a:lnTo>
                    <a:pt x="172375" y="835725"/>
                  </a:lnTo>
                  <a:lnTo>
                    <a:pt x="174086" y="899819"/>
                  </a:lnTo>
                  <a:lnTo>
                    <a:pt x="175797" y="906894"/>
                  </a:lnTo>
                  <a:lnTo>
                    <a:pt x="177509" y="906286"/>
                  </a:lnTo>
                  <a:lnTo>
                    <a:pt x="179220" y="905962"/>
                  </a:lnTo>
                  <a:lnTo>
                    <a:pt x="180932" y="900558"/>
                  </a:lnTo>
                  <a:lnTo>
                    <a:pt x="182643" y="935907"/>
                  </a:lnTo>
                  <a:lnTo>
                    <a:pt x="184354" y="962602"/>
                  </a:lnTo>
                  <a:lnTo>
                    <a:pt x="186066" y="956314"/>
                  </a:lnTo>
                  <a:lnTo>
                    <a:pt x="187777" y="935450"/>
                  </a:lnTo>
                  <a:lnTo>
                    <a:pt x="189489" y="947733"/>
                  </a:lnTo>
                  <a:lnTo>
                    <a:pt x="191200" y="961344"/>
                  </a:lnTo>
                  <a:lnTo>
                    <a:pt x="192911" y="977636"/>
                  </a:lnTo>
                  <a:lnTo>
                    <a:pt x="194623" y="939922"/>
                  </a:lnTo>
                  <a:lnTo>
                    <a:pt x="196334" y="939938"/>
                  </a:lnTo>
                  <a:lnTo>
                    <a:pt x="198046" y="915738"/>
                  </a:lnTo>
                  <a:lnTo>
                    <a:pt x="199757" y="896320"/>
                  </a:lnTo>
                  <a:lnTo>
                    <a:pt x="201468" y="858594"/>
                  </a:lnTo>
                  <a:lnTo>
                    <a:pt x="203180" y="776038"/>
                  </a:lnTo>
                  <a:lnTo>
                    <a:pt x="204891" y="651094"/>
                  </a:lnTo>
                  <a:lnTo>
                    <a:pt x="206603" y="717224"/>
                  </a:lnTo>
                  <a:lnTo>
                    <a:pt x="208314" y="600269"/>
                  </a:lnTo>
                  <a:lnTo>
                    <a:pt x="210025" y="577465"/>
                  </a:lnTo>
                  <a:lnTo>
                    <a:pt x="211737" y="459499"/>
                  </a:lnTo>
                  <a:lnTo>
                    <a:pt x="213448" y="553676"/>
                  </a:lnTo>
                  <a:lnTo>
                    <a:pt x="215160" y="554479"/>
                  </a:lnTo>
                  <a:lnTo>
                    <a:pt x="216871" y="470122"/>
                  </a:lnTo>
                  <a:lnTo>
                    <a:pt x="218582" y="469684"/>
                  </a:lnTo>
                  <a:lnTo>
                    <a:pt x="220294" y="562269"/>
                  </a:lnTo>
                  <a:lnTo>
                    <a:pt x="222005" y="688550"/>
                  </a:lnTo>
                  <a:lnTo>
                    <a:pt x="223717" y="742016"/>
                  </a:lnTo>
                  <a:lnTo>
                    <a:pt x="225428" y="725160"/>
                  </a:lnTo>
                  <a:lnTo>
                    <a:pt x="227139" y="752927"/>
                  </a:lnTo>
                  <a:lnTo>
                    <a:pt x="228851" y="797914"/>
                  </a:lnTo>
                  <a:lnTo>
                    <a:pt x="230562" y="803650"/>
                  </a:lnTo>
                  <a:lnTo>
                    <a:pt x="232274" y="812051"/>
                  </a:lnTo>
                  <a:lnTo>
                    <a:pt x="233985" y="819883"/>
                  </a:lnTo>
                  <a:lnTo>
                    <a:pt x="235696" y="867807"/>
                  </a:lnTo>
                  <a:lnTo>
                    <a:pt x="237408" y="848580"/>
                  </a:lnTo>
                  <a:lnTo>
                    <a:pt x="239119" y="722990"/>
                  </a:lnTo>
                  <a:lnTo>
                    <a:pt x="240830" y="687985"/>
                  </a:lnTo>
                  <a:lnTo>
                    <a:pt x="242542" y="596334"/>
                  </a:lnTo>
                  <a:lnTo>
                    <a:pt x="244253" y="697828"/>
                  </a:lnTo>
                  <a:lnTo>
                    <a:pt x="245965" y="664466"/>
                  </a:lnTo>
                  <a:lnTo>
                    <a:pt x="247676" y="630523"/>
                  </a:lnTo>
                  <a:lnTo>
                    <a:pt x="249387" y="716871"/>
                  </a:lnTo>
                  <a:lnTo>
                    <a:pt x="251099" y="737720"/>
                  </a:lnTo>
                  <a:lnTo>
                    <a:pt x="252810" y="808967"/>
                  </a:lnTo>
                  <a:lnTo>
                    <a:pt x="254522" y="756674"/>
                  </a:lnTo>
                  <a:lnTo>
                    <a:pt x="256233" y="829251"/>
                  </a:lnTo>
                  <a:lnTo>
                    <a:pt x="257944" y="840960"/>
                  </a:lnTo>
                  <a:lnTo>
                    <a:pt x="259656" y="891397"/>
                  </a:lnTo>
                  <a:lnTo>
                    <a:pt x="261367" y="852255"/>
                  </a:lnTo>
                  <a:lnTo>
                    <a:pt x="263079" y="846679"/>
                  </a:lnTo>
                  <a:lnTo>
                    <a:pt x="264790" y="740160"/>
                  </a:lnTo>
                  <a:lnTo>
                    <a:pt x="266501" y="685235"/>
                  </a:lnTo>
                  <a:lnTo>
                    <a:pt x="268213" y="669051"/>
                  </a:lnTo>
                  <a:lnTo>
                    <a:pt x="269924" y="696377"/>
                  </a:lnTo>
                  <a:lnTo>
                    <a:pt x="271636" y="749868"/>
                  </a:lnTo>
                  <a:lnTo>
                    <a:pt x="273347" y="791231"/>
                  </a:lnTo>
                  <a:lnTo>
                    <a:pt x="275058" y="787354"/>
                  </a:lnTo>
                  <a:lnTo>
                    <a:pt x="276770" y="744749"/>
                  </a:lnTo>
                  <a:lnTo>
                    <a:pt x="278481" y="691784"/>
                  </a:lnTo>
                  <a:lnTo>
                    <a:pt x="280193" y="699941"/>
                  </a:lnTo>
                  <a:lnTo>
                    <a:pt x="281904" y="814422"/>
                  </a:lnTo>
                  <a:lnTo>
                    <a:pt x="283615" y="842395"/>
                  </a:lnTo>
                  <a:lnTo>
                    <a:pt x="285327" y="876187"/>
                  </a:lnTo>
                  <a:lnTo>
                    <a:pt x="287038" y="942042"/>
                  </a:lnTo>
                  <a:lnTo>
                    <a:pt x="288750" y="909705"/>
                  </a:lnTo>
                  <a:lnTo>
                    <a:pt x="290461" y="893388"/>
                  </a:lnTo>
                  <a:lnTo>
                    <a:pt x="292172" y="911734"/>
                  </a:lnTo>
                  <a:lnTo>
                    <a:pt x="293884" y="901006"/>
                  </a:lnTo>
                  <a:lnTo>
                    <a:pt x="295595" y="894729"/>
                  </a:lnTo>
                  <a:lnTo>
                    <a:pt x="297307" y="927135"/>
                  </a:lnTo>
                  <a:lnTo>
                    <a:pt x="299018" y="940183"/>
                  </a:lnTo>
                  <a:lnTo>
                    <a:pt x="300729" y="1002851"/>
                  </a:lnTo>
                  <a:lnTo>
                    <a:pt x="302441" y="991989"/>
                  </a:lnTo>
                  <a:lnTo>
                    <a:pt x="304152" y="1001291"/>
                  </a:lnTo>
                  <a:lnTo>
                    <a:pt x="305864" y="990295"/>
                  </a:lnTo>
                  <a:lnTo>
                    <a:pt x="307575" y="984660"/>
                  </a:lnTo>
                  <a:lnTo>
                    <a:pt x="309286" y="1003124"/>
                  </a:lnTo>
                  <a:lnTo>
                    <a:pt x="310998" y="988950"/>
                  </a:lnTo>
                  <a:lnTo>
                    <a:pt x="312709" y="1000022"/>
                  </a:lnTo>
                  <a:lnTo>
                    <a:pt x="314421" y="988912"/>
                  </a:lnTo>
                  <a:lnTo>
                    <a:pt x="316132" y="985035"/>
                  </a:lnTo>
                  <a:lnTo>
                    <a:pt x="317843" y="958953"/>
                  </a:lnTo>
                  <a:lnTo>
                    <a:pt x="319555" y="984554"/>
                  </a:lnTo>
                  <a:lnTo>
                    <a:pt x="321266" y="994702"/>
                  </a:lnTo>
                  <a:lnTo>
                    <a:pt x="322978" y="949347"/>
                  </a:lnTo>
                  <a:lnTo>
                    <a:pt x="324689" y="924654"/>
                  </a:lnTo>
                  <a:lnTo>
                    <a:pt x="326400" y="919155"/>
                  </a:lnTo>
                  <a:lnTo>
                    <a:pt x="328112" y="882646"/>
                  </a:lnTo>
                  <a:lnTo>
                    <a:pt x="329823" y="843445"/>
                  </a:lnTo>
                  <a:lnTo>
                    <a:pt x="331535" y="856062"/>
                  </a:lnTo>
                  <a:lnTo>
                    <a:pt x="333246" y="822995"/>
                  </a:lnTo>
                  <a:lnTo>
                    <a:pt x="334957" y="840161"/>
                  </a:lnTo>
                  <a:lnTo>
                    <a:pt x="336669" y="768413"/>
                  </a:lnTo>
                  <a:lnTo>
                    <a:pt x="338380" y="752258"/>
                  </a:lnTo>
                  <a:lnTo>
                    <a:pt x="340092" y="764747"/>
                  </a:lnTo>
                  <a:lnTo>
                    <a:pt x="341803" y="771432"/>
                  </a:lnTo>
                  <a:lnTo>
                    <a:pt x="343514" y="782480"/>
                  </a:lnTo>
                  <a:lnTo>
                    <a:pt x="345226" y="785526"/>
                  </a:lnTo>
                  <a:lnTo>
                    <a:pt x="346937" y="802255"/>
                  </a:lnTo>
                  <a:lnTo>
                    <a:pt x="348648" y="809246"/>
                  </a:lnTo>
                  <a:lnTo>
                    <a:pt x="350360" y="799304"/>
                  </a:lnTo>
                  <a:lnTo>
                    <a:pt x="352071" y="799563"/>
                  </a:lnTo>
                  <a:lnTo>
                    <a:pt x="353783" y="768220"/>
                  </a:lnTo>
                  <a:lnTo>
                    <a:pt x="355494" y="697453"/>
                  </a:lnTo>
                  <a:lnTo>
                    <a:pt x="357205" y="657305"/>
                  </a:lnTo>
                  <a:lnTo>
                    <a:pt x="358917" y="710975"/>
                  </a:lnTo>
                  <a:lnTo>
                    <a:pt x="360628" y="767142"/>
                  </a:lnTo>
                  <a:lnTo>
                    <a:pt x="362340" y="772763"/>
                  </a:lnTo>
                  <a:lnTo>
                    <a:pt x="364051" y="838515"/>
                  </a:lnTo>
                  <a:lnTo>
                    <a:pt x="365762" y="830372"/>
                  </a:lnTo>
                  <a:lnTo>
                    <a:pt x="367474" y="870965"/>
                  </a:lnTo>
                  <a:lnTo>
                    <a:pt x="369185" y="860540"/>
                  </a:lnTo>
                  <a:lnTo>
                    <a:pt x="370897" y="848272"/>
                  </a:lnTo>
                  <a:lnTo>
                    <a:pt x="372608" y="825672"/>
                  </a:lnTo>
                  <a:lnTo>
                    <a:pt x="374319" y="883188"/>
                  </a:lnTo>
                  <a:lnTo>
                    <a:pt x="376031" y="946897"/>
                  </a:lnTo>
                  <a:lnTo>
                    <a:pt x="377742" y="940496"/>
                  </a:lnTo>
                  <a:lnTo>
                    <a:pt x="379454" y="924475"/>
                  </a:lnTo>
                  <a:lnTo>
                    <a:pt x="381165" y="914073"/>
                  </a:lnTo>
                  <a:lnTo>
                    <a:pt x="382876" y="914731"/>
                  </a:lnTo>
                  <a:lnTo>
                    <a:pt x="384588" y="889038"/>
                  </a:lnTo>
                  <a:lnTo>
                    <a:pt x="386299" y="860874"/>
                  </a:lnTo>
                  <a:lnTo>
                    <a:pt x="388011" y="810210"/>
                  </a:lnTo>
                  <a:lnTo>
                    <a:pt x="389722" y="794120"/>
                  </a:lnTo>
                  <a:lnTo>
                    <a:pt x="391433" y="741180"/>
                  </a:lnTo>
                  <a:lnTo>
                    <a:pt x="393145" y="688903"/>
                  </a:lnTo>
                  <a:lnTo>
                    <a:pt x="394856" y="636283"/>
                  </a:lnTo>
                  <a:lnTo>
                    <a:pt x="396568" y="578713"/>
                  </a:lnTo>
                  <a:lnTo>
                    <a:pt x="398279" y="606236"/>
                  </a:lnTo>
                  <a:lnTo>
                    <a:pt x="399990" y="634755"/>
                  </a:lnTo>
                  <a:lnTo>
                    <a:pt x="401702" y="597653"/>
                  </a:lnTo>
                  <a:lnTo>
                    <a:pt x="403413" y="599565"/>
                  </a:lnTo>
                  <a:lnTo>
                    <a:pt x="405125" y="673626"/>
                  </a:lnTo>
                  <a:lnTo>
                    <a:pt x="406836" y="743814"/>
                  </a:lnTo>
                  <a:lnTo>
                    <a:pt x="408547" y="794569"/>
                  </a:lnTo>
                  <a:lnTo>
                    <a:pt x="410259" y="812515"/>
                  </a:lnTo>
                  <a:lnTo>
                    <a:pt x="411970" y="879488"/>
                  </a:lnTo>
                  <a:lnTo>
                    <a:pt x="413682" y="909000"/>
                  </a:lnTo>
                  <a:lnTo>
                    <a:pt x="415393" y="897492"/>
                  </a:lnTo>
                  <a:lnTo>
                    <a:pt x="417104" y="895398"/>
                  </a:lnTo>
                  <a:lnTo>
                    <a:pt x="418816" y="838752"/>
                  </a:lnTo>
                  <a:lnTo>
                    <a:pt x="420527" y="787291"/>
                  </a:lnTo>
                  <a:lnTo>
                    <a:pt x="422239" y="852367"/>
                  </a:lnTo>
                  <a:lnTo>
                    <a:pt x="423950" y="862262"/>
                  </a:lnTo>
                  <a:lnTo>
                    <a:pt x="425661" y="905883"/>
                  </a:lnTo>
                  <a:lnTo>
                    <a:pt x="427373" y="896969"/>
                  </a:lnTo>
                  <a:lnTo>
                    <a:pt x="429084" y="955317"/>
                  </a:lnTo>
                  <a:lnTo>
                    <a:pt x="430796" y="952152"/>
                  </a:lnTo>
                  <a:lnTo>
                    <a:pt x="432507" y="971258"/>
                  </a:lnTo>
                  <a:lnTo>
                    <a:pt x="434218" y="963721"/>
                  </a:lnTo>
                  <a:lnTo>
                    <a:pt x="435930" y="941667"/>
                  </a:lnTo>
                  <a:lnTo>
                    <a:pt x="437641" y="961449"/>
                  </a:lnTo>
                  <a:lnTo>
                    <a:pt x="439353" y="968175"/>
                  </a:lnTo>
                  <a:lnTo>
                    <a:pt x="441064" y="957280"/>
                  </a:lnTo>
                  <a:lnTo>
                    <a:pt x="442775" y="952775"/>
                  </a:lnTo>
                  <a:lnTo>
                    <a:pt x="444487" y="939167"/>
                  </a:lnTo>
                  <a:lnTo>
                    <a:pt x="446198" y="918224"/>
                  </a:lnTo>
                  <a:lnTo>
                    <a:pt x="447910" y="923707"/>
                  </a:lnTo>
                  <a:lnTo>
                    <a:pt x="449621" y="915317"/>
                  </a:lnTo>
                  <a:lnTo>
                    <a:pt x="451332" y="864209"/>
                  </a:lnTo>
                  <a:lnTo>
                    <a:pt x="453044" y="887870"/>
                  </a:lnTo>
                  <a:lnTo>
                    <a:pt x="454755" y="878481"/>
                  </a:lnTo>
                  <a:lnTo>
                    <a:pt x="456466" y="897788"/>
                  </a:lnTo>
                  <a:lnTo>
                    <a:pt x="458178" y="902865"/>
                  </a:lnTo>
                  <a:lnTo>
                    <a:pt x="459889" y="905937"/>
                  </a:lnTo>
                  <a:lnTo>
                    <a:pt x="461601" y="885486"/>
                  </a:lnTo>
                  <a:lnTo>
                    <a:pt x="463312" y="842407"/>
                  </a:lnTo>
                  <a:lnTo>
                    <a:pt x="465023" y="832013"/>
                  </a:lnTo>
                  <a:lnTo>
                    <a:pt x="466735" y="819574"/>
                  </a:lnTo>
                  <a:lnTo>
                    <a:pt x="468446" y="854240"/>
                  </a:lnTo>
                  <a:lnTo>
                    <a:pt x="470158" y="885254"/>
                  </a:lnTo>
                  <a:lnTo>
                    <a:pt x="471869" y="892219"/>
                  </a:lnTo>
                  <a:lnTo>
                    <a:pt x="473580" y="909820"/>
                  </a:lnTo>
                  <a:lnTo>
                    <a:pt x="475292" y="908822"/>
                  </a:lnTo>
                  <a:lnTo>
                    <a:pt x="477003" y="877104"/>
                  </a:lnTo>
                  <a:lnTo>
                    <a:pt x="478715" y="873862"/>
                  </a:lnTo>
                  <a:lnTo>
                    <a:pt x="480426" y="875868"/>
                  </a:lnTo>
                  <a:lnTo>
                    <a:pt x="482137" y="840489"/>
                  </a:lnTo>
                  <a:lnTo>
                    <a:pt x="483849" y="858088"/>
                  </a:lnTo>
                  <a:lnTo>
                    <a:pt x="485560" y="896654"/>
                  </a:lnTo>
                  <a:lnTo>
                    <a:pt x="487272" y="896780"/>
                  </a:lnTo>
                  <a:lnTo>
                    <a:pt x="488983" y="889306"/>
                  </a:lnTo>
                  <a:lnTo>
                    <a:pt x="490694" y="852203"/>
                  </a:lnTo>
                  <a:lnTo>
                    <a:pt x="492406" y="816013"/>
                  </a:lnTo>
                  <a:lnTo>
                    <a:pt x="494117" y="790078"/>
                  </a:lnTo>
                  <a:lnTo>
                    <a:pt x="495829" y="828311"/>
                  </a:lnTo>
                  <a:lnTo>
                    <a:pt x="497540" y="762670"/>
                  </a:lnTo>
                  <a:lnTo>
                    <a:pt x="499251" y="737931"/>
                  </a:lnTo>
                  <a:lnTo>
                    <a:pt x="500963" y="748576"/>
                  </a:lnTo>
                  <a:lnTo>
                    <a:pt x="502674" y="892073"/>
                  </a:lnTo>
                  <a:lnTo>
                    <a:pt x="504386" y="797265"/>
                  </a:lnTo>
                  <a:lnTo>
                    <a:pt x="506097" y="811758"/>
                  </a:lnTo>
                  <a:lnTo>
                    <a:pt x="507808" y="772491"/>
                  </a:lnTo>
                  <a:lnTo>
                    <a:pt x="509520" y="830426"/>
                  </a:lnTo>
                  <a:lnTo>
                    <a:pt x="511231" y="793298"/>
                  </a:lnTo>
                  <a:lnTo>
                    <a:pt x="512943" y="805718"/>
                  </a:lnTo>
                  <a:lnTo>
                    <a:pt x="514654" y="826408"/>
                  </a:lnTo>
                  <a:lnTo>
                    <a:pt x="516365" y="830013"/>
                  </a:lnTo>
                  <a:lnTo>
                    <a:pt x="518077" y="830294"/>
                  </a:lnTo>
                  <a:lnTo>
                    <a:pt x="519788" y="884849"/>
                  </a:lnTo>
                  <a:lnTo>
                    <a:pt x="521500" y="896134"/>
                  </a:lnTo>
                  <a:lnTo>
                    <a:pt x="523211" y="892263"/>
                  </a:lnTo>
                  <a:lnTo>
                    <a:pt x="524922" y="876974"/>
                  </a:lnTo>
                  <a:lnTo>
                    <a:pt x="526634" y="805404"/>
                  </a:lnTo>
                  <a:lnTo>
                    <a:pt x="528345" y="785359"/>
                  </a:lnTo>
                  <a:lnTo>
                    <a:pt x="530057" y="788036"/>
                  </a:lnTo>
                  <a:lnTo>
                    <a:pt x="531768" y="875249"/>
                  </a:lnTo>
                  <a:lnTo>
                    <a:pt x="533479" y="940605"/>
                  </a:lnTo>
                  <a:lnTo>
                    <a:pt x="535191" y="922512"/>
                  </a:lnTo>
                  <a:lnTo>
                    <a:pt x="536902" y="946190"/>
                  </a:lnTo>
                  <a:lnTo>
                    <a:pt x="538614" y="936210"/>
                  </a:lnTo>
                  <a:lnTo>
                    <a:pt x="540325" y="951760"/>
                  </a:lnTo>
                  <a:lnTo>
                    <a:pt x="542036" y="937133"/>
                  </a:lnTo>
                  <a:lnTo>
                    <a:pt x="543748" y="938928"/>
                  </a:lnTo>
                  <a:lnTo>
                    <a:pt x="545459" y="936315"/>
                  </a:lnTo>
                  <a:lnTo>
                    <a:pt x="547171" y="949471"/>
                  </a:lnTo>
                  <a:lnTo>
                    <a:pt x="548882" y="935429"/>
                  </a:lnTo>
                  <a:lnTo>
                    <a:pt x="550593" y="932869"/>
                  </a:lnTo>
                  <a:lnTo>
                    <a:pt x="552305" y="923803"/>
                  </a:lnTo>
                  <a:lnTo>
                    <a:pt x="554016" y="915931"/>
                  </a:lnTo>
                  <a:lnTo>
                    <a:pt x="555727" y="900649"/>
                  </a:lnTo>
                  <a:lnTo>
                    <a:pt x="557439" y="901878"/>
                  </a:lnTo>
                  <a:lnTo>
                    <a:pt x="559150" y="864678"/>
                  </a:lnTo>
                  <a:lnTo>
                    <a:pt x="560862" y="782372"/>
                  </a:lnTo>
                  <a:lnTo>
                    <a:pt x="562573" y="776639"/>
                  </a:lnTo>
                  <a:lnTo>
                    <a:pt x="564284" y="849183"/>
                  </a:lnTo>
                  <a:lnTo>
                    <a:pt x="565996" y="831050"/>
                  </a:lnTo>
                  <a:lnTo>
                    <a:pt x="567707" y="799319"/>
                  </a:lnTo>
                  <a:lnTo>
                    <a:pt x="569419" y="781839"/>
                  </a:lnTo>
                  <a:lnTo>
                    <a:pt x="571130" y="727131"/>
                  </a:lnTo>
                  <a:lnTo>
                    <a:pt x="572841" y="737961"/>
                  </a:lnTo>
                  <a:lnTo>
                    <a:pt x="574553" y="733276"/>
                  </a:lnTo>
                  <a:lnTo>
                    <a:pt x="576264" y="693203"/>
                  </a:lnTo>
                  <a:lnTo>
                    <a:pt x="577976" y="781597"/>
                  </a:lnTo>
                  <a:lnTo>
                    <a:pt x="579687" y="875280"/>
                  </a:lnTo>
                  <a:lnTo>
                    <a:pt x="581398" y="903869"/>
                  </a:lnTo>
                  <a:lnTo>
                    <a:pt x="583110" y="911966"/>
                  </a:lnTo>
                  <a:lnTo>
                    <a:pt x="584821" y="906039"/>
                  </a:lnTo>
                  <a:lnTo>
                    <a:pt x="586533" y="916172"/>
                  </a:lnTo>
                  <a:lnTo>
                    <a:pt x="588244" y="951607"/>
                  </a:lnTo>
                  <a:lnTo>
                    <a:pt x="589955" y="930975"/>
                  </a:lnTo>
                  <a:lnTo>
                    <a:pt x="591667" y="901522"/>
                  </a:lnTo>
                  <a:lnTo>
                    <a:pt x="593378" y="905237"/>
                  </a:lnTo>
                  <a:lnTo>
                    <a:pt x="595090" y="911283"/>
                  </a:lnTo>
                  <a:lnTo>
                    <a:pt x="596801" y="881549"/>
                  </a:lnTo>
                  <a:lnTo>
                    <a:pt x="598512" y="871251"/>
                  </a:lnTo>
                  <a:lnTo>
                    <a:pt x="600224" y="822339"/>
                  </a:lnTo>
                  <a:lnTo>
                    <a:pt x="601935" y="801607"/>
                  </a:lnTo>
                  <a:lnTo>
                    <a:pt x="603647" y="840510"/>
                  </a:lnTo>
                  <a:lnTo>
                    <a:pt x="605358" y="863130"/>
                  </a:lnTo>
                  <a:lnTo>
                    <a:pt x="607069" y="858363"/>
                  </a:lnTo>
                  <a:lnTo>
                    <a:pt x="608781" y="852543"/>
                  </a:lnTo>
                  <a:lnTo>
                    <a:pt x="610492" y="823523"/>
                  </a:lnTo>
                  <a:lnTo>
                    <a:pt x="612204" y="787234"/>
                  </a:lnTo>
                  <a:lnTo>
                    <a:pt x="613915" y="796321"/>
                  </a:lnTo>
                  <a:lnTo>
                    <a:pt x="615626" y="799823"/>
                  </a:lnTo>
                  <a:lnTo>
                    <a:pt x="617338" y="793078"/>
                  </a:lnTo>
                  <a:lnTo>
                    <a:pt x="619049" y="776107"/>
                  </a:lnTo>
                  <a:lnTo>
                    <a:pt x="620761" y="801908"/>
                  </a:lnTo>
                  <a:lnTo>
                    <a:pt x="622472" y="798722"/>
                  </a:lnTo>
                  <a:lnTo>
                    <a:pt x="624183" y="692325"/>
                  </a:lnTo>
                  <a:lnTo>
                    <a:pt x="625895" y="644137"/>
                  </a:lnTo>
                  <a:lnTo>
                    <a:pt x="627606" y="733459"/>
                  </a:lnTo>
                  <a:lnTo>
                    <a:pt x="629318" y="809700"/>
                  </a:lnTo>
                  <a:lnTo>
                    <a:pt x="631029" y="850675"/>
                  </a:lnTo>
                  <a:lnTo>
                    <a:pt x="632740" y="881574"/>
                  </a:lnTo>
                  <a:lnTo>
                    <a:pt x="634452" y="935123"/>
                  </a:lnTo>
                  <a:lnTo>
                    <a:pt x="636163" y="980983"/>
                  </a:lnTo>
                  <a:lnTo>
                    <a:pt x="637875" y="995603"/>
                  </a:lnTo>
                  <a:lnTo>
                    <a:pt x="639586" y="936871"/>
                  </a:lnTo>
                  <a:lnTo>
                    <a:pt x="641297" y="957324"/>
                  </a:lnTo>
                  <a:lnTo>
                    <a:pt x="643009" y="964118"/>
                  </a:lnTo>
                  <a:lnTo>
                    <a:pt x="644720" y="922182"/>
                  </a:lnTo>
                  <a:lnTo>
                    <a:pt x="646432" y="839973"/>
                  </a:lnTo>
                  <a:lnTo>
                    <a:pt x="648143" y="869670"/>
                  </a:lnTo>
                  <a:lnTo>
                    <a:pt x="649854" y="920323"/>
                  </a:lnTo>
                  <a:lnTo>
                    <a:pt x="651566" y="937728"/>
                  </a:lnTo>
                  <a:lnTo>
                    <a:pt x="653277" y="925375"/>
                  </a:lnTo>
                  <a:lnTo>
                    <a:pt x="654989" y="943202"/>
                  </a:lnTo>
                  <a:lnTo>
                    <a:pt x="656700" y="872898"/>
                  </a:lnTo>
                  <a:lnTo>
                    <a:pt x="658411" y="900987"/>
                  </a:lnTo>
                  <a:lnTo>
                    <a:pt x="660123" y="809014"/>
                  </a:lnTo>
                  <a:lnTo>
                    <a:pt x="661834" y="789404"/>
                  </a:lnTo>
                  <a:lnTo>
                    <a:pt x="663545" y="773344"/>
                  </a:lnTo>
                  <a:lnTo>
                    <a:pt x="665257" y="843745"/>
                  </a:lnTo>
                  <a:lnTo>
                    <a:pt x="666968" y="889981"/>
                  </a:lnTo>
                  <a:lnTo>
                    <a:pt x="668680" y="875542"/>
                  </a:lnTo>
                  <a:lnTo>
                    <a:pt x="670391" y="894511"/>
                  </a:lnTo>
                  <a:lnTo>
                    <a:pt x="672102" y="862504"/>
                  </a:lnTo>
                  <a:lnTo>
                    <a:pt x="673814" y="841311"/>
                  </a:lnTo>
                  <a:lnTo>
                    <a:pt x="675525" y="864922"/>
                  </a:lnTo>
                  <a:lnTo>
                    <a:pt x="677237" y="835155"/>
                  </a:lnTo>
                  <a:lnTo>
                    <a:pt x="678948" y="897003"/>
                  </a:lnTo>
                  <a:lnTo>
                    <a:pt x="680659" y="856869"/>
                  </a:lnTo>
                  <a:lnTo>
                    <a:pt x="682371" y="878113"/>
                  </a:lnTo>
                  <a:lnTo>
                    <a:pt x="684082" y="843482"/>
                  </a:lnTo>
                  <a:lnTo>
                    <a:pt x="685794" y="773627"/>
                  </a:lnTo>
                  <a:lnTo>
                    <a:pt x="687505" y="805119"/>
                  </a:lnTo>
                  <a:lnTo>
                    <a:pt x="689216" y="644515"/>
                  </a:lnTo>
                  <a:lnTo>
                    <a:pt x="690928" y="681049"/>
                  </a:lnTo>
                  <a:lnTo>
                    <a:pt x="692639" y="766311"/>
                  </a:lnTo>
                  <a:lnTo>
                    <a:pt x="694351" y="741177"/>
                  </a:lnTo>
                  <a:lnTo>
                    <a:pt x="696062" y="840826"/>
                  </a:lnTo>
                  <a:lnTo>
                    <a:pt x="697773" y="856136"/>
                  </a:lnTo>
                  <a:lnTo>
                    <a:pt x="699485" y="877237"/>
                  </a:lnTo>
                  <a:lnTo>
                    <a:pt x="701196" y="887832"/>
                  </a:lnTo>
                  <a:lnTo>
                    <a:pt x="702908" y="814670"/>
                  </a:lnTo>
                  <a:lnTo>
                    <a:pt x="704619" y="841934"/>
                  </a:lnTo>
                  <a:lnTo>
                    <a:pt x="706330" y="766761"/>
                  </a:lnTo>
                  <a:lnTo>
                    <a:pt x="708042" y="762503"/>
                  </a:lnTo>
                  <a:lnTo>
                    <a:pt x="709753" y="737665"/>
                  </a:lnTo>
                  <a:lnTo>
                    <a:pt x="711465" y="738974"/>
                  </a:lnTo>
                  <a:lnTo>
                    <a:pt x="713176" y="763076"/>
                  </a:lnTo>
                  <a:lnTo>
                    <a:pt x="714887" y="734848"/>
                  </a:lnTo>
                  <a:lnTo>
                    <a:pt x="716599" y="689628"/>
                  </a:lnTo>
                  <a:lnTo>
                    <a:pt x="718310" y="696684"/>
                  </a:lnTo>
                  <a:lnTo>
                    <a:pt x="720022" y="614277"/>
                  </a:lnTo>
                  <a:lnTo>
                    <a:pt x="721733" y="589117"/>
                  </a:lnTo>
                  <a:lnTo>
                    <a:pt x="723444" y="542637"/>
                  </a:lnTo>
                  <a:lnTo>
                    <a:pt x="725156" y="579015"/>
                  </a:lnTo>
                  <a:lnTo>
                    <a:pt x="726867" y="596802"/>
                  </a:lnTo>
                  <a:lnTo>
                    <a:pt x="728579" y="504002"/>
                  </a:lnTo>
                  <a:lnTo>
                    <a:pt x="730290" y="587684"/>
                  </a:lnTo>
                  <a:lnTo>
                    <a:pt x="732001" y="536810"/>
                  </a:lnTo>
                  <a:lnTo>
                    <a:pt x="733713" y="516675"/>
                  </a:lnTo>
                  <a:lnTo>
                    <a:pt x="735424" y="410082"/>
                  </a:lnTo>
                  <a:lnTo>
                    <a:pt x="737136" y="448430"/>
                  </a:lnTo>
                  <a:lnTo>
                    <a:pt x="738847" y="428830"/>
                  </a:lnTo>
                  <a:lnTo>
                    <a:pt x="740558" y="405788"/>
                  </a:lnTo>
                  <a:lnTo>
                    <a:pt x="742270" y="386987"/>
                  </a:lnTo>
                  <a:lnTo>
                    <a:pt x="743981" y="347810"/>
                  </a:lnTo>
                  <a:lnTo>
                    <a:pt x="745693" y="241509"/>
                  </a:lnTo>
                  <a:lnTo>
                    <a:pt x="747404" y="188496"/>
                  </a:lnTo>
                  <a:lnTo>
                    <a:pt x="749115" y="201390"/>
                  </a:lnTo>
                  <a:lnTo>
                    <a:pt x="750827" y="144867"/>
                  </a:lnTo>
                  <a:lnTo>
                    <a:pt x="752538" y="0"/>
                  </a:lnTo>
                  <a:lnTo>
                    <a:pt x="754250" y="14671"/>
                  </a:lnTo>
                  <a:lnTo>
                    <a:pt x="755961" y="21705"/>
                  </a:lnTo>
                  <a:lnTo>
                    <a:pt x="757672" y="25340"/>
                  </a:lnTo>
                  <a:lnTo>
                    <a:pt x="759384" y="74015"/>
                  </a:lnTo>
                  <a:lnTo>
                    <a:pt x="761095" y="108969"/>
                  </a:lnTo>
                  <a:lnTo>
                    <a:pt x="762807" y="257878"/>
                  </a:lnTo>
                  <a:lnTo>
                    <a:pt x="764518" y="278708"/>
                  </a:lnTo>
                  <a:lnTo>
                    <a:pt x="766229" y="151187"/>
                  </a:lnTo>
                  <a:lnTo>
                    <a:pt x="767941" y="319520"/>
                  </a:lnTo>
                  <a:lnTo>
                    <a:pt x="769652" y="443809"/>
                  </a:lnTo>
                  <a:lnTo>
                    <a:pt x="771363" y="374845"/>
                  </a:lnTo>
                  <a:lnTo>
                    <a:pt x="773075" y="353853"/>
                  </a:lnTo>
                  <a:lnTo>
                    <a:pt x="774786" y="426868"/>
                  </a:lnTo>
                  <a:lnTo>
                    <a:pt x="776498" y="544424"/>
                  </a:lnTo>
                  <a:lnTo>
                    <a:pt x="778209" y="570494"/>
                  </a:lnTo>
                  <a:lnTo>
                    <a:pt x="779920" y="457188"/>
                  </a:lnTo>
                  <a:lnTo>
                    <a:pt x="781632" y="596995"/>
                  </a:lnTo>
                  <a:lnTo>
                    <a:pt x="783343" y="545213"/>
                  </a:lnTo>
                  <a:lnTo>
                    <a:pt x="785055" y="567445"/>
                  </a:lnTo>
                  <a:lnTo>
                    <a:pt x="786766" y="571773"/>
                  </a:lnTo>
                  <a:lnTo>
                    <a:pt x="788477" y="449463"/>
                  </a:lnTo>
                  <a:lnTo>
                    <a:pt x="790189" y="430947"/>
                  </a:lnTo>
                  <a:lnTo>
                    <a:pt x="791900" y="386826"/>
                  </a:lnTo>
                  <a:lnTo>
                    <a:pt x="793612" y="353676"/>
                  </a:lnTo>
                  <a:lnTo>
                    <a:pt x="795323" y="279815"/>
                  </a:lnTo>
                  <a:lnTo>
                    <a:pt x="797034" y="262211"/>
                  </a:lnTo>
                  <a:lnTo>
                    <a:pt x="798746" y="341554"/>
                  </a:lnTo>
                  <a:lnTo>
                    <a:pt x="800457" y="372240"/>
                  </a:lnTo>
                  <a:lnTo>
                    <a:pt x="802169" y="339942"/>
                  </a:lnTo>
                  <a:lnTo>
                    <a:pt x="803880" y="299672"/>
                  </a:lnTo>
                  <a:lnTo>
                    <a:pt x="805591" y="258647"/>
                  </a:lnTo>
                  <a:lnTo>
                    <a:pt x="807303" y="298239"/>
                  </a:lnTo>
                  <a:lnTo>
                    <a:pt x="809014" y="337533"/>
                  </a:lnTo>
                  <a:lnTo>
                    <a:pt x="810726" y="276687"/>
                  </a:lnTo>
                  <a:lnTo>
                    <a:pt x="812437" y="346967"/>
                  </a:lnTo>
                  <a:lnTo>
                    <a:pt x="814148" y="349139"/>
                  </a:lnTo>
                  <a:lnTo>
                    <a:pt x="815860" y="277472"/>
                  </a:lnTo>
                  <a:lnTo>
                    <a:pt x="817571" y="274706"/>
                  </a:lnTo>
                  <a:lnTo>
                    <a:pt x="819283" y="315697"/>
                  </a:lnTo>
                  <a:lnTo>
                    <a:pt x="820994" y="419947"/>
                  </a:lnTo>
                  <a:lnTo>
                    <a:pt x="822705" y="485605"/>
                  </a:lnTo>
                  <a:lnTo>
                    <a:pt x="824417" y="483527"/>
                  </a:lnTo>
                  <a:lnTo>
                    <a:pt x="826128" y="597215"/>
                  </a:lnTo>
                  <a:lnTo>
                    <a:pt x="827840" y="688407"/>
                  </a:lnTo>
                  <a:lnTo>
                    <a:pt x="829551" y="640314"/>
                  </a:lnTo>
                  <a:lnTo>
                    <a:pt x="831262" y="555262"/>
                  </a:lnTo>
                  <a:lnTo>
                    <a:pt x="832974" y="525191"/>
                  </a:lnTo>
                  <a:lnTo>
                    <a:pt x="834685" y="638839"/>
                  </a:lnTo>
                  <a:lnTo>
                    <a:pt x="836397" y="688556"/>
                  </a:lnTo>
                  <a:lnTo>
                    <a:pt x="838108" y="606949"/>
                  </a:lnTo>
                  <a:lnTo>
                    <a:pt x="839819" y="534281"/>
                  </a:lnTo>
                  <a:lnTo>
                    <a:pt x="841531" y="503749"/>
                  </a:lnTo>
                  <a:lnTo>
                    <a:pt x="843242" y="497953"/>
                  </a:lnTo>
                  <a:lnTo>
                    <a:pt x="844954" y="456836"/>
                  </a:lnTo>
                  <a:lnTo>
                    <a:pt x="846665" y="467915"/>
                  </a:lnTo>
                  <a:lnTo>
                    <a:pt x="848376" y="480438"/>
                  </a:lnTo>
                  <a:lnTo>
                    <a:pt x="850088" y="567607"/>
                  </a:lnTo>
                  <a:lnTo>
                    <a:pt x="851799" y="716524"/>
                  </a:lnTo>
                  <a:lnTo>
                    <a:pt x="853511" y="706004"/>
                  </a:lnTo>
                  <a:lnTo>
                    <a:pt x="855222" y="742881"/>
                  </a:lnTo>
                  <a:lnTo>
                    <a:pt x="856933" y="736399"/>
                  </a:lnTo>
                  <a:lnTo>
                    <a:pt x="858645" y="722187"/>
                  </a:lnTo>
                  <a:lnTo>
                    <a:pt x="860356" y="766288"/>
                  </a:lnTo>
                  <a:lnTo>
                    <a:pt x="862068" y="747591"/>
                  </a:lnTo>
                  <a:lnTo>
                    <a:pt x="863779" y="625617"/>
                  </a:lnTo>
                  <a:lnTo>
                    <a:pt x="865490" y="617988"/>
                  </a:lnTo>
                  <a:lnTo>
                    <a:pt x="867202" y="752280"/>
                  </a:lnTo>
                  <a:lnTo>
                    <a:pt x="868913" y="764188"/>
                  </a:lnTo>
                  <a:lnTo>
                    <a:pt x="870625" y="755106"/>
                  </a:lnTo>
                  <a:lnTo>
                    <a:pt x="872336" y="752710"/>
                  </a:lnTo>
                  <a:lnTo>
                    <a:pt x="874047" y="754970"/>
                  </a:lnTo>
                  <a:lnTo>
                    <a:pt x="875759" y="728699"/>
                  </a:lnTo>
                  <a:lnTo>
                    <a:pt x="877470" y="633548"/>
                  </a:lnTo>
                  <a:lnTo>
                    <a:pt x="879181" y="618536"/>
                  </a:lnTo>
                  <a:lnTo>
                    <a:pt x="880893" y="591782"/>
                  </a:lnTo>
                  <a:lnTo>
                    <a:pt x="882604" y="601324"/>
                  </a:lnTo>
                  <a:lnTo>
                    <a:pt x="884316" y="588482"/>
                  </a:lnTo>
                  <a:lnTo>
                    <a:pt x="886027" y="489443"/>
                  </a:lnTo>
                  <a:lnTo>
                    <a:pt x="887738" y="473601"/>
                  </a:lnTo>
                  <a:lnTo>
                    <a:pt x="889450" y="585496"/>
                  </a:lnTo>
                  <a:lnTo>
                    <a:pt x="891161" y="651926"/>
                  </a:lnTo>
                  <a:lnTo>
                    <a:pt x="892873" y="720641"/>
                  </a:lnTo>
                  <a:lnTo>
                    <a:pt x="894584" y="767943"/>
                  </a:lnTo>
                  <a:lnTo>
                    <a:pt x="896295" y="744706"/>
                  </a:lnTo>
                  <a:lnTo>
                    <a:pt x="898007" y="742331"/>
                  </a:lnTo>
                  <a:lnTo>
                    <a:pt x="899718" y="699907"/>
                  </a:lnTo>
                  <a:lnTo>
                    <a:pt x="901430" y="642307"/>
                  </a:lnTo>
                  <a:lnTo>
                    <a:pt x="903141" y="595098"/>
                  </a:lnTo>
                  <a:lnTo>
                    <a:pt x="904852" y="567671"/>
                  </a:lnTo>
                  <a:lnTo>
                    <a:pt x="906564" y="592859"/>
                  </a:lnTo>
                  <a:lnTo>
                    <a:pt x="908275" y="464843"/>
                  </a:lnTo>
                  <a:lnTo>
                    <a:pt x="909987" y="508798"/>
                  </a:lnTo>
                  <a:lnTo>
                    <a:pt x="911698" y="526959"/>
                  </a:lnTo>
                  <a:lnTo>
                    <a:pt x="913409" y="518265"/>
                  </a:lnTo>
                  <a:lnTo>
                    <a:pt x="915121" y="581010"/>
                  </a:lnTo>
                  <a:lnTo>
                    <a:pt x="916832" y="570571"/>
                  </a:lnTo>
                  <a:lnTo>
                    <a:pt x="918544" y="587249"/>
                  </a:lnTo>
                  <a:lnTo>
                    <a:pt x="920255" y="606681"/>
                  </a:lnTo>
                  <a:lnTo>
                    <a:pt x="921966" y="594811"/>
                  </a:lnTo>
                  <a:lnTo>
                    <a:pt x="923678" y="679456"/>
                  </a:lnTo>
                  <a:lnTo>
                    <a:pt x="925389" y="740588"/>
                  </a:lnTo>
                  <a:lnTo>
                    <a:pt x="927101" y="781779"/>
                  </a:lnTo>
                  <a:lnTo>
                    <a:pt x="928812" y="873235"/>
                  </a:lnTo>
                  <a:lnTo>
                    <a:pt x="930523" y="854881"/>
                  </a:lnTo>
                  <a:lnTo>
                    <a:pt x="932235" y="867093"/>
                  </a:lnTo>
                  <a:lnTo>
                    <a:pt x="933946" y="882490"/>
                  </a:lnTo>
                  <a:lnTo>
                    <a:pt x="935658" y="888560"/>
                  </a:lnTo>
                  <a:lnTo>
                    <a:pt x="937369" y="887127"/>
                  </a:lnTo>
                  <a:lnTo>
                    <a:pt x="939080" y="835857"/>
                  </a:lnTo>
                  <a:lnTo>
                    <a:pt x="940792" y="713802"/>
                  </a:lnTo>
                  <a:lnTo>
                    <a:pt x="942503" y="726017"/>
                  </a:lnTo>
                  <a:lnTo>
                    <a:pt x="944215" y="808790"/>
                  </a:lnTo>
                  <a:lnTo>
                    <a:pt x="945926" y="809615"/>
                  </a:lnTo>
                  <a:lnTo>
                    <a:pt x="947637" y="763913"/>
                  </a:lnTo>
                  <a:lnTo>
                    <a:pt x="949349" y="800204"/>
                  </a:lnTo>
                  <a:lnTo>
                    <a:pt x="951060" y="728219"/>
                  </a:lnTo>
                  <a:lnTo>
                    <a:pt x="952772" y="651956"/>
                  </a:lnTo>
                  <a:lnTo>
                    <a:pt x="954483" y="618989"/>
                  </a:lnTo>
                  <a:lnTo>
                    <a:pt x="956194" y="532250"/>
                  </a:lnTo>
                  <a:lnTo>
                    <a:pt x="957906" y="570589"/>
                  </a:lnTo>
                  <a:lnTo>
                    <a:pt x="959617" y="553549"/>
                  </a:lnTo>
                  <a:lnTo>
                    <a:pt x="961329" y="581923"/>
                  </a:lnTo>
                  <a:lnTo>
                    <a:pt x="963040" y="616394"/>
                  </a:lnTo>
                  <a:lnTo>
                    <a:pt x="964751" y="621059"/>
                  </a:lnTo>
                  <a:lnTo>
                    <a:pt x="966463" y="710307"/>
                  </a:lnTo>
                  <a:lnTo>
                    <a:pt x="968174" y="740265"/>
                  </a:lnTo>
                  <a:lnTo>
                    <a:pt x="969886" y="722234"/>
                  </a:lnTo>
                  <a:lnTo>
                    <a:pt x="971597" y="765560"/>
                  </a:lnTo>
                  <a:lnTo>
                    <a:pt x="973308" y="783079"/>
                  </a:lnTo>
                  <a:lnTo>
                    <a:pt x="975020" y="763632"/>
                  </a:lnTo>
                  <a:lnTo>
                    <a:pt x="976731" y="781153"/>
                  </a:lnTo>
                  <a:lnTo>
                    <a:pt x="978442" y="835918"/>
                  </a:lnTo>
                  <a:lnTo>
                    <a:pt x="980154" y="864812"/>
                  </a:lnTo>
                  <a:lnTo>
                    <a:pt x="981865" y="875065"/>
                  </a:lnTo>
                  <a:lnTo>
                    <a:pt x="983577" y="930115"/>
                  </a:lnTo>
                  <a:lnTo>
                    <a:pt x="985288" y="937125"/>
                  </a:lnTo>
                  <a:lnTo>
                    <a:pt x="986999" y="932510"/>
                  </a:lnTo>
                  <a:lnTo>
                    <a:pt x="988711" y="954752"/>
                  </a:lnTo>
                  <a:lnTo>
                    <a:pt x="990422" y="959675"/>
                  </a:lnTo>
                  <a:lnTo>
                    <a:pt x="992134" y="940592"/>
                  </a:lnTo>
                  <a:lnTo>
                    <a:pt x="993845" y="952799"/>
                  </a:lnTo>
                  <a:lnTo>
                    <a:pt x="995556" y="903539"/>
                  </a:lnTo>
                  <a:lnTo>
                    <a:pt x="997268" y="886648"/>
                  </a:lnTo>
                  <a:lnTo>
                    <a:pt x="998979" y="887256"/>
                  </a:lnTo>
                  <a:lnTo>
                    <a:pt x="1000691" y="893086"/>
                  </a:lnTo>
                  <a:lnTo>
                    <a:pt x="1002402" y="901423"/>
                  </a:lnTo>
                  <a:lnTo>
                    <a:pt x="1004113" y="840861"/>
                  </a:lnTo>
                  <a:lnTo>
                    <a:pt x="1005825" y="833608"/>
                  </a:lnTo>
                  <a:lnTo>
                    <a:pt x="1007536" y="872178"/>
                  </a:lnTo>
                  <a:lnTo>
                    <a:pt x="1009248" y="945987"/>
                  </a:lnTo>
                  <a:lnTo>
                    <a:pt x="1010959" y="950652"/>
                  </a:lnTo>
                  <a:lnTo>
                    <a:pt x="1012670" y="925688"/>
                  </a:lnTo>
                  <a:lnTo>
                    <a:pt x="1014382" y="953489"/>
                  </a:lnTo>
                  <a:lnTo>
                    <a:pt x="1016093" y="995532"/>
                  </a:lnTo>
                  <a:lnTo>
                    <a:pt x="1017805" y="970167"/>
                  </a:lnTo>
                  <a:lnTo>
                    <a:pt x="1019516" y="978927"/>
                  </a:lnTo>
                  <a:lnTo>
                    <a:pt x="1020787" y="100988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6804933" y="5862529"/>
              <a:ext cx="342595" cy="516920"/>
            </a:xfrm>
            <a:custGeom>
              <a:avLst/>
              <a:pathLst>
                <a:path w="342595" h="516920">
                  <a:moveTo>
                    <a:pt x="0" y="516920"/>
                  </a:moveTo>
                  <a:lnTo>
                    <a:pt x="1262" y="486011"/>
                  </a:lnTo>
                  <a:lnTo>
                    <a:pt x="2974" y="459234"/>
                  </a:lnTo>
                  <a:lnTo>
                    <a:pt x="4685" y="465572"/>
                  </a:lnTo>
                  <a:lnTo>
                    <a:pt x="6396" y="449868"/>
                  </a:lnTo>
                  <a:lnTo>
                    <a:pt x="8108" y="447940"/>
                  </a:lnTo>
                  <a:lnTo>
                    <a:pt x="9819" y="418844"/>
                  </a:lnTo>
                  <a:lnTo>
                    <a:pt x="11531" y="332943"/>
                  </a:lnTo>
                  <a:lnTo>
                    <a:pt x="13242" y="275560"/>
                  </a:lnTo>
                  <a:lnTo>
                    <a:pt x="14953" y="244437"/>
                  </a:lnTo>
                  <a:lnTo>
                    <a:pt x="16665" y="221684"/>
                  </a:lnTo>
                  <a:lnTo>
                    <a:pt x="18376" y="216749"/>
                  </a:lnTo>
                  <a:lnTo>
                    <a:pt x="20087" y="307514"/>
                  </a:lnTo>
                  <a:lnTo>
                    <a:pt x="21799" y="313811"/>
                  </a:lnTo>
                  <a:lnTo>
                    <a:pt x="23510" y="350227"/>
                  </a:lnTo>
                  <a:lnTo>
                    <a:pt x="25222" y="343768"/>
                  </a:lnTo>
                  <a:lnTo>
                    <a:pt x="26933" y="370172"/>
                  </a:lnTo>
                  <a:lnTo>
                    <a:pt x="28644" y="367123"/>
                  </a:lnTo>
                  <a:lnTo>
                    <a:pt x="30356" y="403776"/>
                  </a:lnTo>
                  <a:lnTo>
                    <a:pt x="32067" y="437953"/>
                  </a:lnTo>
                  <a:lnTo>
                    <a:pt x="33779" y="388052"/>
                  </a:lnTo>
                  <a:lnTo>
                    <a:pt x="35490" y="397332"/>
                  </a:lnTo>
                  <a:lnTo>
                    <a:pt x="37201" y="380988"/>
                  </a:lnTo>
                  <a:lnTo>
                    <a:pt x="38913" y="373893"/>
                  </a:lnTo>
                  <a:lnTo>
                    <a:pt x="40624" y="345462"/>
                  </a:lnTo>
                  <a:lnTo>
                    <a:pt x="42336" y="291579"/>
                  </a:lnTo>
                  <a:lnTo>
                    <a:pt x="44047" y="193980"/>
                  </a:lnTo>
                  <a:lnTo>
                    <a:pt x="45758" y="203422"/>
                  </a:lnTo>
                  <a:lnTo>
                    <a:pt x="47470" y="179240"/>
                  </a:lnTo>
                  <a:lnTo>
                    <a:pt x="49181" y="233148"/>
                  </a:lnTo>
                  <a:lnTo>
                    <a:pt x="50893" y="207574"/>
                  </a:lnTo>
                  <a:lnTo>
                    <a:pt x="52604" y="292113"/>
                  </a:lnTo>
                  <a:lnTo>
                    <a:pt x="54315" y="371801"/>
                  </a:lnTo>
                  <a:lnTo>
                    <a:pt x="56027" y="345557"/>
                  </a:lnTo>
                  <a:lnTo>
                    <a:pt x="57738" y="295074"/>
                  </a:lnTo>
                  <a:lnTo>
                    <a:pt x="59450" y="271244"/>
                  </a:lnTo>
                  <a:lnTo>
                    <a:pt x="61161" y="283885"/>
                  </a:lnTo>
                  <a:lnTo>
                    <a:pt x="62872" y="312227"/>
                  </a:lnTo>
                  <a:lnTo>
                    <a:pt x="64584" y="182813"/>
                  </a:lnTo>
                  <a:lnTo>
                    <a:pt x="66295" y="221517"/>
                  </a:lnTo>
                  <a:lnTo>
                    <a:pt x="68007" y="239504"/>
                  </a:lnTo>
                  <a:lnTo>
                    <a:pt x="69718" y="333055"/>
                  </a:lnTo>
                  <a:lnTo>
                    <a:pt x="71429" y="394558"/>
                  </a:lnTo>
                  <a:lnTo>
                    <a:pt x="73141" y="428466"/>
                  </a:lnTo>
                  <a:lnTo>
                    <a:pt x="74852" y="450166"/>
                  </a:lnTo>
                  <a:lnTo>
                    <a:pt x="76564" y="473259"/>
                  </a:lnTo>
                  <a:lnTo>
                    <a:pt x="78275" y="465745"/>
                  </a:lnTo>
                  <a:lnTo>
                    <a:pt x="79986" y="440395"/>
                  </a:lnTo>
                  <a:lnTo>
                    <a:pt x="81698" y="489084"/>
                  </a:lnTo>
                  <a:lnTo>
                    <a:pt x="83409" y="375109"/>
                  </a:lnTo>
                  <a:lnTo>
                    <a:pt x="85121" y="351821"/>
                  </a:lnTo>
                  <a:lnTo>
                    <a:pt x="86832" y="313289"/>
                  </a:lnTo>
                  <a:lnTo>
                    <a:pt x="88543" y="351800"/>
                  </a:lnTo>
                  <a:lnTo>
                    <a:pt x="90255" y="278056"/>
                  </a:lnTo>
                  <a:lnTo>
                    <a:pt x="91966" y="310101"/>
                  </a:lnTo>
                  <a:lnTo>
                    <a:pt x="93678" y="380018"/>
                  </a:lnTo>
                  <a:lnTo>
                    <a:pt x="95389" y="391025"/>
                  </a:lnTo>
                  <a:lnTo>
                    <a:pt x="97100" y="405841"/>
                  </a:lnTo>
                  <a:lnTo>
                    <a:pt x="98812" y="381549"/>
                  </a:lnTo>
                  <a:lnTo>
                    <a:pt x="100523" y="382223"/>
                  </a:lnTo>
                  <a:lnTo>
                    <a:pt x="102235" y="381817"/>
                  </a:lnTo>
                  <a:lnTo>
                    <a:pt x="103946" y="403311"/>
                  </a:lnTo>
                  <a:lnTo>
                    <a:pt x="105657" y="421358"/>
                  </a:lnTo>
                  <a:lnTo>
                    <a:pt x="107369" y="454844"/>
                  </a:lnTo>
                  <a:lnTo>
                    <a:pt x="109080" y="497276"/>
                  </a:lnTo>
                  <a:lnTo>
                    <a:pt x="110792" y="503760"/>
                  </a:lnTo>
                  <a:lnTo>
                    <a:pt x="112503" y="508324"/>
                  </a:lnTo>
                  <a:lnTo>
                    <a:pt x="114214" y="501851"/>
                  </a:lnTo>
                  <a:lnTo>
                    <a:pt x="115926" y="501664"/>
                  </a:lnTo>
                  <a:lnTo>
                    <a:pt x="117637" y="500437"/>
                  </a:lnTo>
                  <a:lnTo>
                    <a:pt x="119349" y="497517"/>
                  </a:lnTo>
                  <a:lnTo>
                    <a:pt x="121060" y="507058"/>
                  </a:lnTo>
                  <a:lnTo>
                    <a:pt x="122771" y="493802"/>
                  </a:lnTo>
                  <a:lnTo>
                    <a:pt x="124483" y="460211"/>
                  </a:lnTo>
                  <a:lnTo>
                    <a:pt x="126194" y="435171"/>
                  </a:lnTo>
                  <a:lnTo>
                    <a:pt x="127905" y="401039"/>
                  </a:lnTo>
                  <a:lnTo>
                    <a:pt x="129617" y="412600"/>
                  </a:lnTo>
                  <a:lnTo>
                    <a:pt x="131328" y="369886"/>
                  </a:lnTo>
                  <a:lnTo>
                    <a:pt x="133040" y="421184"/>
                  </a:lnTo>
                  <a:lnTo>
                    <a:pt x="134751" y="429997"/>
                  </a:lnTo>
                  <a:lnTo>
                    <a:pt x="136462" y="399542"/>
                  </a:lnTo>
                  <a:lnTo>
                    <a:pt x="138174" y="431953"/>
                  </a:lnTo>
                  <a:lnTo>
                    <a:pt x="139885" y="398747"/>
                  </a:lnTo>
                  <a:lnTo>
                    <a:pt x="141597" y="387894"/>
                  </a:lnTo>
                  <a:lnTo>
                    <a:pt x="143308" y="375966"/>
                  </a:lnTo>
                  <a:lnTo>
                    <a:pt x="145019" y="342511"/>
                  </a:lnTo>
                  <a:lnTo>
                    <a:pt x="146731" y="374012"/>
                  </a:lnTo>
                  <a:lnTo>
                    <a:pt x="148442" y="346871"/>
                  </a:lnTo>
                  <a:lnTo>
                    <a:pt x="150154" y="370368"/>
                  </a:lnTo>
                  <a:lnTo>
                    <a:pt x="151865" y="351507"/>
                  </a:lnTo>
                  <a:lnTo>
                    <a:pt x="153576" y="323849"/>
                  </a:lnTo>
                  <a:lnTo>
                    <a:pt x="155288" y="308604"/>
                  </a:lnTo>
                  <a:lnTo>
                    <a:pt x="156999" y="312096"/>
                  </a:lnTo>
                  <a:lnTo>
                    <a:pt x="158711" y="306763"/>
                  </a:lnTo>
                  <a:lnTo>
                    <a:pt x="160422" y="292667"/>
                  </a:lnTo>
                  <a:lnTo>
                    <a:pt x="162133" y="330231"/>
                  </a:lnTo>
                  <a:lnTo>
                    <a:pt x="163845" y="360899"/>
                  </a:lnTo>
                  <a:lnTo>
                    <a:pt x="165556" y="358074"/>
                  </a:lnTo>
                  <a:lnTo>
                    <a:pt x="167268" y="297340"/>
                  </a:lnTo>
                  <a:lnTo>
                    <a:pt x="168979" y="339487"/>
                  </a:lnTo>
                  <a:lnTo>
                    <a:pt x="170690" y="202504"/>
                  </a:lnTo>
                  <a:lnTo>
                    <a:pt x="172402" y="207606"/>
                  </a:lnTo>
                  <a:lnTo>
                    <a:pt x="174113" y="184935"/>
                  </a:lnTo>
                  <a:lnTo>
                    <a:pt x="175825" y="163501"/>
                  </a:lnTo>
                  <a:lnTo>
                    <a:pt x="177536" y="218676"/>
                  </a:lnTo>
                  <a:lnTo>
                    <a:pt x="179247" y="282967"/>
                  </a:lnTo>
                  <a:lnTo>
                    <a:pt x="180959" y="332709"/>
                  </a:lnTo>
                  <a:lnTo>
                    <a:pt x="182670" y="326036"/>
                  </a:lnTo>
                  <a:lnTo>
                    <a:pt x="184382" y="331640"/>
                  </a:lnTo>
                  <a:lnTo>
                    <a:pt x="186093" y="374323"/>
                  </a:lnTo>
                  <a:lnTo>
                    <a:pt x="187804" y="362102"/>
                  </a:lnTo>
                  <a:lnTo>
                    <a:pt x="189516" y="340571"/>
                  </a:lnTo>
                  <a:lnTo>
                    <a:pt x="191227" y="348711"/>
                  </a:lnTo>
                  <a:lnTo>
                    <a:pt x="192939" y="335022"/>
                  </a:lnTo>
                  <a:lnTo>
                    <a:pt x="194650" y="307530"/>
                  </a:lnTo>
                  <a:lnTo>
                    <a:pt x="196361" y="186277"/>
                  </a:lnTo>
                  <a:lnTo>
                    <a:pt x="198073" y="171478"/>
                  </a:lnTo>
                  <a:lnTo>
                    <a:pt x="199784" y="227979"/>
                  </a:lnTo>
                  <a:lnTo>
                    <a:pt x="201496" y="333276"/>
                  </a:lnTo>
                  <a:lnTo>
                    <a:pt x="203207" y="379633"/>
                  </a:lnTo>
                  <a:lnTo>
                    <a:pt x="204918" y="376554"/>
                  </a:lnTo>
                  <a:lnTo>
                    <a:pt x="206630" y="354234"/>
                  </a:lnTo>
                  <a:lnTo>
                    <a:pt x="208341" y="380713"/>
                  </a:lnTo>
                  <a:lnTo>
                    <a:pt x="210053" y="336440"/>
                  </a:lnTo>
                  <a:lnTo>
                    <a:pt x="211764" y="237949"/>
                  </a:lnTo>
                  <a:lnTo>
                    <a:pt x="213475" y="151675"/>
                  </a:lnTo>
                  <a:lnTo>
                    <a:pt x="215187" y="110269"/>
                  </a:lnTo>
                  <a:lnTo>
                    <a:pt x="216898" y="141034"/>
                  </a:lnTo>
                  <a:lnTo>
                    <a:pt x="218610" y="112526"/>
                  </a:lnTo>
                  <a:lnTo>
                    <a:pt x="220321" y="87110"/>
                  </a:lnTo>
                  <a:lnTo>
                    <a:pt x="222032" y="131696"/>
                  </a:lnTo>
                  <a:lnTo>
                    <a:pt x="223744" y="119895"/>
                  </a:lnTo>
                  <a:lnTo>
                    <a:pt x="225455" y="143144"/>
                  </a:lnTo>
                  <a:lnTo>
                    <a:pt x="227166" y="198649"/>
                  </a:lnTo>
                  <a:lnTo>
                    <a:pt x="228878" y="284663"/>
                  </a:lnTo>
                  <a:lnTo>
                    <a:pt x="230589" y="300697"/>
                  </a:lnTo>
                  <a:lnTo>
                    <a:pt x="232301" y="270351"/>
                  </a:lnTo>
                  <a:lnTo>
                    <a:pt x="234012" y="290426"/>
                  </a:lnTo>
                  <a:lnTo>
                    <a:pt x="235723" y="278574"/>
                  </a:lnTo>
                  <a:lnTo>
                    <a:pt x="237435" y="264194"/>
                  </a:lnTo>
                  <a:lnTo>
                    <a:pt x="239146" y="273887"/>
                  </a:lnTo>
                  <a:lnTo>
                    <a:pt x="240858" y="189659"/>
                  </a:lnTo>
                  <a:lnTo>
                    <a:pt x="242569" y="127328"/>
                  </a:lnTo>
                  <a:lnTo>
                    <a:pt x="244280" y="50347"/>
                  </a:lnTo>
                  <a:lnTo>
                    <a:pt x="245992" y="45409"/>
                  </a:lnTo>
                  <a:lnTo>
                    <a:pt x="247703" y="74725"/>
                  </a:lnTo>
                  <a:lnTo>
                    <a:pt x="249415" y="0"/>
                  </a:lnTo>
                  <a:lnTo>
                    <a:pt x="251126" y="54249"/>
                  </a:lnTo>
                  <a:lnTo>
                    <a:pt x="252837" y="83372"/>
                  </a:lnTo>
                  <a:lnTo>
                    <a:pt x="254549" y="171788"/>
                  </a:lnTo>
                  <a:lnTo>
                    <a:pt x="256260" y="226918"/>
                  </a:lnTo>
                  <a:lnTo>
                    <a:pt x="257972" y="273265"/>
                  </a:lnTo>
                  <a:lnTo>
                    <a:pt x="259683" y="322050"/>
                  </a:lnTo>
                  <a:lnTo>
                    <a:pt x="261394" y="365959"/>
                  </a:lnTo>
                  <a:lnTo>
                    <a:pt x="263106" y="359071"/>
                  </a:lnTo>
                  <a:lnTo>
                    <a:pt x="264817" y="370236"/>
                  </a:lnTo>
                  <a:lnTo>
                    <a:pt x="266529" y="399074"/>
                  </a:lnTo>
                  <a:lnTo>
                    <a:pt x="268240" y="421239"/>
                  </a:lnTo>
                  <a:lnTo>
                    <a:pt x="269951" y="412178"/>
                  </a:lnTo>
                  <a:lnTo>
                    <a:pt x="271663" y="396988"/>
                  </a:lnTo>
                  <a:lnTo>
                    <a:pt x="273374" y="454460"/>
                  </a:lnTo>
                  <a:lnTo>
                    <a:pt x="275086" y="438889"/>
                  </a:lnTo>
                  <a:lnTo>
                    <a:pt x="276797" y="389077"/>
                  </a:lnTo>
                  <a:lnTo>
                    <a:pt x="278508" y="291531"/>
                  </a:lnTo>
                  <a:lnTo>
                    <a:pt x="280220" y="356131"/>
                  </a:lnTo>
                  <a:lnTo>
                    <a:pt x="281931" y="409066"/>
                  </a:lnTo>
                  <a:lnTo>
                    <a:pt x="283643" y="382926"/>
                  </a:lnTo>
                  <a:lnTo>
                    <a:pt x="285354" y="291535"/>
                  </a:lnTo>
                  <a:lnTo>
                    <a:pt x="287065" y="296492"/>
                  </a:lnTo>
                  <a:lnTo>
                    <a:pt x="288777" y="280298"/>
                  </a:lnTo>
                  <a:lnTo>
                    <a:pt x="290488" y="272323"/>
                  </a:lnTo>
                  <a:lnTo>
                    <a:pt x="292200" y="232029"/>
                  </a:lnTo>
                  <a:lnTo>
                    <a:pt x="293911" y="274209"/>
                  </a:lnTo>
                  <a:lnTo>
                    <a:pt x="295622" y="354927"/>
                  </a:lnTo>
                  <a:lnTo>
                    <a:pt x="297334" y="322061"/>
                  </a:lnTo>
                  <a:lnTo>
                    <a:pt x="299045" y="316375"/>
                  </a:lnTo>
                  <a:lnTo>
                    <a:pt x="300757" y="310613"/>
                  </a:lnTo>
                  <a:lnTo>
                    <a:pt x="302468" y="239454"/>
                  </a:lnTo>
                  <a:lnTo>
                    <a:pt x="304179" y="352881"/>
                  </a:lnTo>
                  <a:lnTo>
                    <a:pt x="305891" y="330647"/>
                  </a:lnTo>
                  <a:lnTo>
                    <a:pt x="307602" y="366255"/>
                  </a:lnTo>
                  <a:lnTo>
                    <a:pt x="309314" y="366629"/>
                  </a:lnTo>
                  <a:lnTo>
                    <a:pt x="311025" y="373195"/>
                  </a:lnTo>
                  <a:lnTo>
                    <a:pt x="312736" y="372452"/>
                  </a:lnTo>
                  <a:lnTo>
                    <a:pt x="314448" y="347840"/>
                  </a:lnTo>
                  <a:lnTo>
                    <a:pt x="316159" y="333505"/>
                  </a:lnTo>
                  <a:lnTo>
                    <a:pt x="317871" y="288832"/>
                  </a:lnTo>
                  <a:lnTo>
                    <a:pt x="319582" y="355249"/>
                  </a:lnTo>
                  <a:lnTo>
                    <a:pt x="321293" y="374182"/>
                  </a:lnTo>
                  <a:lnTo>
                    <a:pt x="323005" y="382321"/>
                  </a:lnTo>
                  <a:lnTo>
                    <a:pt x="324716" y="331125"/>
                  </a:lnTo>
                  <a:lnTo>
                    <a:pt x="326428" y="362892"/>
                  </a:lnTo>
                  <a:lnTo>
                    <a:pt x="328139" y="378491"/>
                  </a:lnTo>
                  <a:lnTo>
                    <a:pt x="329850" y="367693"/>
                  </a:lnTo>
                  <a:lnTo>
                    <a:pt x="331562" y="375147"/>
                  </a:lnTo>
                  <a:lnTo>
                    <a:pt x="333273" y="375296"/>
                  </a:lnTo>
                  <a:lnTo>
                    <a:pt x="334984" y="426133"/>
                  </a:lnTo>
                  <a:lnTo>
                    <a:pt x="336696" y="429385"/>
                  </a:lnTo>
                  <a:lnTo>
                    <a:pt x="338407" y="425373"/>
                  </a:lnTo>
                  <a:lnTo>
                    <a:pt x="340119" y="445127"/>
                  </a:lnTo>
                  <a:lnTo>
                    <a:pt x="341830" y="499797"/>
                  </a:lnTo>
                  <a:lnTo>
                    <a:pt x="342595" y="51692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7150906" y="6187843"/>
              <a:ext cx="45271" cy="191606"/>
            </a:xfrm>
            <a:custGeom>
              <a:avLst/>
              <a:pathLst>
                <a:path w="45271" h="191606">
                  <a:moveTo>
                    <a:pt x="0" y="191606"/>
                  </a:moveTo>
                  <a:lnTo>
                    <a:pt x="992" y="170767"/>
                  </a:lnTo>
                  <a:lnTo>
                    <a:pt x="2703" y="187157"/>
                  </a:lnTo>
                  <a:lnTo>
                    <a:pt x="4414" y="157465"/>
                  </a:lnTo>
                  <a:lnTo>
                    <a:pt x="6126" y="85974"/>
                  </a:lnTo>
                  <a:lnTo>
                    <a:pt x="7837" y="75686"/>
                  </a:lnTo>
                  <a:lnTo>
                    <a:pt x="9549" y="97917"/>
                  </a:lnTo>
                  <a:lnTo>
                    <a:pt x="11260" y="98124"/>
                  </a:lnTo>
                  <a:lnTo>
                    <a:pt x="12971" y="103400"/>
                  </a:lnTo>
                  <a:lnTo>
                    <a:pt x="14683" y="85256"/>
                  </a:lnTo>
                  <a:lnTo>
                    <a:pt x="16394" y="10677"/>
                  </a:lnTo>
                  <a:lnTo>
                    <a:pt x="18106" y="0"/>
                  </a:lnTo>
                  <a:lnTo>
                    <a:pt x="19817" y="48060"/>
                  </a:lnTo>
                  <a:lnTo>
                    <a:pt x="21528" y="42577"/>
                  </a:lnTo>
                  <a:lnTo>
                    <a:pt x="23240" y="66363"/>
                  </a:lnTo>
                  <a:lnTo>
                    <a:pt x="24951" y="112467"/>
                  </a:lnTo>
                  <a:lnTo>
                    <a:pt x="26663" y="129287"/>
                  </a:lnTo>
                  <a:lnTo>
                    <a:pt x="28374" y="152192"/>
                  </a:lnTo>
                  <a:lnTo>
                    <a:pt x="30085" y="152867"/>
                  </a:lnTo>
                  <a:lnTo>
                    <a:pt x="31797" y="153667"/>
                  </a:lnTo>
                  <a:lnTo>
                    <a:pt x="33508" y="172599"/>
                  </a:lnTo>
                  <a:lnTo>
                    <a:pt x="35220" y="165232"/>
                  </a:lnTo>
                  <a:lnTo>
                    <a:pt x="36931" y="169366"/>
                  </a:lnTo>
                  <a:lnTo>
                    <a:pt x="38642" y="155478"/>
                  </a:lnTo>
                  <a:lnTo>
                    <a:pt x="40354" y="163271"/>
                  </a:lnTo>
                  <a:lnTo>
                    <a:pt x="42065" y="155869"/>
                  </a:lnTo>
                  <a:lnTo>
                    <a:pt x="43777" y="189405"/>
                  </a:lnTo>
                  <a:lnTo>
                    <a:pt x="45271" y="19160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7196445" y="6036087"/>
              <a:ext cx="223845" cy="343362"/>
            </a:xfrm>
            <a:custGeom>
              <a:avLst/>
              <a:pathLst>
                <a:path w="223845" h="343362">
                  <a:moveTo>
                    <a:pt x="0" y="343362"/>
                  </a:moveTo>
                  <a:lnTo>
                    <a:pt x="1660" y="332924"/>
                  </a:lnTo>
                  <a:lnTo>
                    <a:pt x="3371" y="332029"/>
                  </a:lnTo>
                  <a:lnTo>
                    <a:pt x="5083" y="329580"/>
                  </a:lnTo>
                  <a:lnTo>
                    <a:pt x="6794" y="266748"/>
                  </a:lnTo>
                  <a:lnTo>
                    <a:pt x="8506" y="240358"/>
                  </a:lnTo>
                  <a:lnTo>
                    <a:pt x="10217" y="240544"/>
                  </a:lnTo>
                  <a:lnTo>
                    <a:pt x="11928" y="236347"/>
                  </a:lnTo>
                  <a:lnTo>
                    <a:pt x="13640" y="234083"/>
                  </a:lnTo>
                  <a:lnTo>
                    <a:pt x="15351" y="219643"/>
                  </a:lnTo>
                  <a:lnTo>
                    <a:pt x="17063" y="213308"/>
                  </a:lnTo>
                  <a:lnTo>
                    <a:pt x="18774" y="186855"/>
                  </a:lnTo>
                  <a:lnTo>
                    <a:pt x="20485" y="197115"/>
                  </a:lnTo>
                  <a:lnTo>
                    <a:pt x="22197" y="93464"/>
                  </a:lnTo>
                  <a:lnTo>
                    <a:pt x="23908" y="136145"/>
                  </a:lnTo>
                  <a:lnTo>
                    <a:pt x="25620" y="133310"/>
                  </a:lnTo>
                  <a:lnTo>
                    <a:pt x="27331" y="113408"/>
                  </a:lnTo>
                  <a:lnTo>
                    <a:pt x="29042" y="117266"/>
                  </a:lnTo>
                  <a:lnTo>
                    <a:pt x="30754" y="165657"/>
                  </a:lnTo>
                  <a:lnTo>
                    <a:pt x="32465" y="195693"/>
                  </a:lnTo>
                  <a:lnTo>
                    <a:pt x="34177" y="164160"/>
                  </a:lnTo>
                  <a:lnTo>
                    <a:pt x="35888" y="103697"/>
                  </a:lnTo>
                  <a:lnTo>
                    <a:pt x="37599" y="49055"/>
                  </a:lnTo>
                  <a:lnTo>
                    <a:pt x="39311" y="71829"/>
                  </a:lnTo>
                  <a:lnTo>
                    <a:pt x="41022" y="135757"/>
                  </a:lnTo>
                  <a:lnTo>
                    <a:pt x="42734" y="196210"/>
                  </a:lnTo>
                  <a:lnTo>
                    <a:pt x="44445" y="245868"/>
                  </a:lnTo>
                  <a:lnTo>
                    <a:pt x="46156" y="311510"/>
                  </a:lnTo>
                  <a:lnTo>
                    <a:pt x="47868" y="327508"/>
                  </a:lnTo>
                  <a:lnTo>
                    <a:pt x="49579" y="288364"/>
                  </a:lnTo>
                  <a:lnTo>
                    <a:pt x="51291" y="287961"/>
                  </a:lnTo>
                  <a:lnTo>
                    <a:pt x="53002" y="258746"/>
                  </a:lnTo>
                  <a:lnTo>
                    <a:pt x="54713" y="208159"/>
                  </a:lnTo>
                  <a:lnTo>
                    <a:pt x="56425" y="196522"/>
                  </a:lnTo>
                  <a:lnTo>
                    <a:pt x="58136" y="199784"/>
                  </a:lnTo>
                  <a:lnTo>
                    <a:pt x="59847" y="196870"/>
                  </a:lnTo>
                  <a:lnTo>
                    <a:pt x="61559" y="201775"/>
                  </a:lnTo>
                  <a:lnTo>
                    <a:pt x="63270" y="251691"/>
                  </a:lnTo>
                  <a:lnTo>
                    <a:pt x="64982" y="244734"/>
                  </a:lnTo>
                  <a:lnTo>
                    <a:pt x="66693" y="251484"/>
                  </a:lnTo>
                  <a:lnTo>
                    <a:pt x="68404" y="257828"/>
                  </a:lnTo>
                  <a:lnTo>
                    <a:pt x="70116" y="213595"/>
                  </a:lnTo>
                  <a:lnTo>
                    <a:pt x="71827" y="198562"/>
                  </a:lnTo>
                  <a:lnTo>
                    <a:pt x="73539" y="135906"/>
                  </a:lnTo>
                  <a:lnTo>
                    <a:pt x="75250" y="28571"/>
                  </a:lnTo>
                  <a:lnTo>
                    <a:pt x="76961" y="0"/>
                  </a:lnTo>
                  <a:lnTo>
                    <a:pt x="78673" y="2819"/>
                  </a:lnTo>
                  <a:lnTo>
                    <a:pt x="80384" y="81249"/>
                  </a:lnTo>
                  <a:lnTo>
                    <a:pt x="82096" y="97364"/>
                  </a:lnTo>
                  <a:lnTo>
                    <a:pt x="83807" y="136693"/>
                  </a:lnTo>
                  <a:lnTo>
                    <a:pt x="85518" y="125942"/>
                  </a:lnTo>
                  <a:lnTo>
                    <a:pt x="87230" y="122834"/>
                  </a:lnTo>
                  <a:lnTo>
                    <a:pt x="88941" y="132128"/>
                  </a:lnTo>
                  <a:lnTo>
                    <a:pt x="90653" y="125350"/>
                  </a:lnTo>
                  <a:lnTo>
                    <a:pt x="92364" y="130037"/>
                  </a:lnTo>
                  <a:lnTo>
                    <a:pt x="94075" y="135898"/>
                  </a:lnTo>
                  <a:lnTo>
                    <a:pt x="95787" y="159542"/>
                  </a:lnTo>
                  <a:lnTo>
                    <a:pt x="97498" y="212412"/>
                  </a:lnTo>
                  <a:lnTo>
                    <a:pt x="99210" y="197844"/>
                  </a:lnTo>
                  <a:lnTo>
                    <a:pt x="100921" y="174236"/>
                  </a:lnTo>
                  <a:lnTo>
                    <a:pt x="102632" y="154896"/>
                  </a:lnTo>
                  <a:lnTo>
                    <a:pt x="104344" y="171599"/>
                  </a:lnTo>
                  <a:lnTo>
                    <a:pt x="106055" y="136527"/>
                  </a:lnTo>
                  <a:lnTo>
                    <a:pt x="107767" y="107264"/>
                  </a:lnTo>
                  <a:lnTo>
                    <a:pt x="109478" y="153497"/>
                  </a:lnTo>
                  <a:lnTo>
                    <a:pt x="111189" y="163380"/>
                  </a:lnTo>
                  <a:lnTo>
                    <a:pt x="112901" y="65129"/>
                  </a:lnTo>
                  <a:lnTo>
                    <a:pt x="114612" y="49940"/>
                  </a:lnTo>
                  <a:lnTo>
                    <a:pt x="116324" y="72728"/>
                  </a:lnTo>
                  <a:lnTo>
                    <a:pt x="118035" y="121680"/>
                  </a:lnTo>
                  <a:lnTo>
                    <a:pt x="119746" y="158029"/>
                  </a:lnTo>
                  <a:lnTo>
                    <a:pt x="121458" y="154439"/>
                  </a:lnTo>
                  <a:lnTo>
                    <a:pt x="123169" y="133332"/>
                  </a:lnTo>
                  <a:lnTo>
                    <a:pt x="124881" y="75069"/>
                  </a:lnTo>
                  <a:lnTo>
                    <a:pt x="126592" y="94844"/>
                  </a:lnTo>
                  <a:lnTo>
                    <a:pt x="128303" y="130792"/>
                  </a:lnTo>
                  <a:lnTo>
                    <a:pt x="130015" y="144041"/>
                  </a:lnTo>
                  <a:lnTo>
                    <a:pt x="131726" y="124162"/>
                  </a:lnTo>
                  <a:lnTo>
                    <a:pt x="133438" y="196132"/>
                  </a:lnTo>
                  <a:lnTo>
                    <a:pt x="135149" y="200317"/>
                  </a:lnTo>
                  <a:lnTo>
                    <a:pt x="136860" y="187215"/>
                  </a:lnTo>
                  <a:lnTo>
                    <a:pt x="138572" y="169321"/>
                  </a:lnTo>
                  <a:lnTo>
                    <a:pt x="140283" y="202688"/>
                  </a:lnTo>
                  <a:lnTo>
                    <a:pt x="141995" y="282912"/>
                  </a:lnTo>
                  <a:lnTo>
                    <a:pt x="143706" y="204631"/>
                  </a:lnTo>
                  <a:lnTo>
                    <a:pt x="145417" y="135509"/>
                  </a:lnTo>
                  <a:lnTo>
                    <a:pt x="147129" y="147471"/>
                  </a:lnTo>
                  <a:lnTo>
                    <a:pt x="148840" y="202609"/>
                  </a:lnTo>
                  <a:lnTo>
                    <a:pt x="150552" y="214954"/>
                  </a:lnTo>
                  <a:lnTo>
                    <a:pt x="152263" y="206712"/>
                  </a:lnTo>
                  <a:lnTo>
                    <a:pt x="153974" y="178700"/>
                  </a:lnTo>
                  <a:lnTo>
                    <a:pt x="155686" y="194750"/>
                  </a:lnTo>
                  <a:lnTo>
                    <a:pt x="157397" y="174282"/>
                  </a:lnTo>
                  <a:lnTo>
                    <a:pt x="159109" y="166942"/>
                  </a:lnTo>
                  <a:lnTo>
                    <a:pt x="160820" y="188456"/>
                  </a:lnTo>
                  <a:lnTo>
                    <a:pt x="162531" y="206278"/>
                  </a:lnTo>
                  <a:lnTo>
                    <a:pt x="164243" y="228369"/>
                  </a:lnTo>
                  <a:lnTo>
                    <a:pt x="165954" y="259596"/>
                  </a:lnTo>
                  <a:lnTo>
                    <a:pt x="167665" y="262605"/>
                  </a:lnTo>
                  <a:lnTo>
                    <a:pt x="169377" y="242740"/>
                  </a:lnTo>
                  <a:lnTo>
                    <a:pt x="171088" y="226127"/>
                  </a:lnTo>
                  <a:lnTo>
                    <a:pt x="172800" y="213276"/>
                  </a:lnTo>
                  <a:lnTo>
                    <a:pt x="174511" y="195765"/>
                  </a:lnTo>
                  <a:lnTo>
                    <a:pt x="176222" y="200020"/>
                  </a:lnTo>
                  <a:lnTo>
                    <a:pt x="177934" y="176001"/>
                  </a:lnTo>
                  <a:lnTo>
                    <a:pt x="179645" y="226258"/>
                  </a:lnTo>
                  <a:lnTo>
                    <a:pt x="181357" y="261037"/>
                  </a:lnTo>
                  <a:lnTo>
                    <a:pt x="183068" y="260308"/>
                  </a:lnTo>
                  <a:lnTo>
                    <a:pt x="184779" y="271410"/>
                  </a:lnTo>
                  <a:lnTo>
                    <a:pt x="186491" y="265883"/>
                  </a:lnTo>
                  <a:lnTo>
                    <a:pt x="188202" y="251303"/>
                  </a:lnTo>
                  <a:lnTo>
                    <a:pt x="189914" y="233478"/>
                  </a:lnTo>
                  <a:lnTo>
                    <a:pt x="191625" y="179959"/>
                  </a:lnTo>
                  <a:lnTo>
                    <a:pt x="193336" y="105948"/>
                  </a:lnTo>
                  <a:lnTo>
                    <a:pt x="195048" y="49997"/>
                  </a:lnTo>
                  <a:lnTo>
                    <a:pt x="196759" y="38574"/>
                  </a:lnTo>
                  <a:lnTo>
                    <a:pt x="198471" y="19601"/>
                  </a:lnTo>
                  <a:lnTo>
                    <a:pt x="200182" y="69054"/>
                  </a:lnTo>
                  <a:lnTo>
                    <a:pt x="201893" y="147612"/>
                  </a:lnTo>
                  <a:lnTo>
                    <a:pt x="203605" y="149621"/>
                  </a:lnTo>
                  <a:lnTo>
                    <a:pt x="205316" y="183567"/>
                  </a:lnTo>
                  <a:lnTo>
                    <a:pt x="207028" y="177523"/>
                  </a:lnTo>
                  <a:lnTo>
                    <a:pt x="208739" y="186824"/>
                  </a:lnTo>
                  <a:lnTo>
                    <a:pt x="210450" y="224722"/>
                  </a:lnTo>
                  <a:lnTo>
                    <a:pt x="212162" y="244230"/>
                  </a:lnTo>
                  <a:lnTo>
                    <a:pt x="213873" y="284696"/>
                  </a:lnTo>
                  <a:lnTo>
                    <a:pt x="215585" y="299192"/>
                  </a:lnTo>
                  <a:lnTo>
                    <a:pt x="217296" y="277525"/>
                  </a:lnTo>
                  <a:lnTo>
                    <a:pt x="219007" y="272558"/>
                  </a:lnTo>
                  <a:lnTo>
                    <a:pt x="220719" y="293827"/>
                  </a:lnTo>
                  <a:lnTo>
                    <a:pt x="222430" y="321722"/>
                  </a:lnTo>
                  <a:lnTo>
                    <a:pt x="223845" y="34336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7420831" y="5911704"/>
              <a:ext cx="347010" cy="467745"/>
            </a:xfrm>
            <a:custGeom>
              <a:avLst/>
              <a:pathLst>
                <a:path w="347010" h="467745">
                  <a:moveTo>
                    <a:pt x="0" y="467745"/>
                  </a:moveTo>
                  <a:lnTo>
                    <a:pt x="1467" y="440424"/>
                  </a:lnTo>
                  <a:lnTo>
                    <a:pt x="3178" y="451935"/>
                  </a:lnTo>
                  <a:lnTo>
                    <a:pt x="4890" y="457971"/>
                  </a:lnTo>
                  <a:lnTo>
                    <a:pt x="6601" y="458820"/>
                  </a:lnTo>
                  <a:lnTo>
                    <a:pt x="8312" y="449964"/>
                  </a:lnTo>
                  <a:lnTo>
                    <a:pt x="10024" y="463450"/>
                  </a:lnTo>
                  <a:lnTo>
                    <a:pt x="11735" y="465469"/>
                  </a:lnTo>
                  <a:lnTo>
                    <a:pt x="13447" y="452682"/>
                  </a:lnTo>
                  <a:lnTo>
                    <a:pt x="15158" y="442059"/>
                  </a:lnTo>
                  <a:lnTo>
                    <a:pt x="16869" y="425551"/>
                  </a:lnTo>
                  <a:lnTo>
                    <a:pt x="18581" y="413316"/>
                  </a:lnTo>
                  <a:lnTo>
                    <a:pt x="20292" y="427004"/>
                  </a:lnTo>
                  <a:lnTo>
                    <a:pt x="22004" y="425397"/>
                  </a:lnTo>
                  <a:lnTo>
                    <a:pt x="23715" y="432129"/>
                  </a:lnTo>
                  <a:lnTo>
                    <a:pt x="25426" y="424062"/>
                  </a:lnTo>
                  <a:lnTo>
                    <a:pt x="27138" y="434867"/>
                  </a:lnTo>
                  <a:lnTo>
                    <a:pt x="28849" y="412558"/>
                  </a:lnTo>
                  <a:lnTo>
                    <a:pt x="30561" y="399907"/>
                  </a:lnTo>
                  <a:lnTo>
                    <a:pt x="32272" y="371074"/>
                  </a:lnTo>
                  <a:lnTo>
                    <a:pt x="33983" y="345558"/>
                  </a:lnTo>
                  <a:lnTo>
                    <a:pt x="35695" y="348226"/>
                  </a:lnTo>
                  <a:lnTo>
                    <a:pt x="37406" y="357577"/>
                  </a:lnTo>
                  <a:lnTo>
                    <a:pt x="39118" y="378426"/>
                  </a:lnTo>
                  <a:lnTo>
                    <a:pt x="40829" y="392233"/>
                  </a:lnTo>
                  <a:lnTo>
                    <a:pt x="42540" y="361308"/>
                  </a:lnTo>
                  <a:lnTo>
                    <a:pt x="44252" y="374040"/>
                  </a:lnTo>
                  <a:lnTo>
                    <a:pt x="45963" y="360552"/>
                  </a:lnTo>
                  <a:lnTo>
                    <a:pt x="47675" y="305418"/>
                  </a:lnTo>
                  <a:lnTo>
                    <a:pt x="49386" y="282600"/>
                  </a:lnTo>
                  <a:lnTo>
                    <a:pt x="51097" y="295072"/>
                  </a:lnTo>
                  <a:lnTo>
                    <a:pt x="52809" y="344778"/>
                  </a:lnTo>
                  <a:lnTo>
                    <a:pt x="54520" y="378383"/>
                  </a:lnTo>
                  <a:lnTo>
                    <a:pt x="56231" y="370294"/>
                  </a:lnTo>
                  <a:lnTo>
                    <a:pt x="57943" y="415848"/>
                  </a:lnTo>
                  <a:lnTo>
                    <a:pt x="59654" y="404245"/>
                  </a:lnTo>
                  <a:lnTo>
                    <a:pt x="61366" y="414304"/>
                  </a:lnTo>
                  <a:lnTo>
                    <a:pt x="63077" y="410164"/>
                  </a:lnTo>
                  <a:lnTo>
                    <a:pt x="64788" y="424773"/>
                  </a:lnTo>
                  <a:lnTo>
                    <a:pt x="66500" y="429599"/>
                  </a:lnTo>
                  <a:lnTo>
                    <a:pt x="68211" y="420027"/>
                  </a:lnTo>
                  <a:lnTo>
                    <a:pt x="69923" y="396369"/>
                  </a:lnTo>
                  <a:lnTo>
                    <a:pt x="71634" y="381862"/>
                  </a:lnTo>
                  <a:lnTo>
                    <a:pt x="73345" y="416919"/>
                  </a:lnTo>
                  <a:lnTo>
                    <a:pt x="75057" y="454029"/>
                  </a:lnTo>
                  <a:lnTo>
                    <a:pt x="76768" y="420267"/>
                  </a:lnTo>
                  <a:lnTo>
                    <a:pt x="78480" y="431923"/>
                  </a:lnTo>
                  <a:lnTo>
                    <a:pt x="80191" y="428106"/>
                  </a:lnTo>
                  <a:lnTo>
                    <a:pt x="81902" y="435074"/>
                  </a:lnTo>
                  <a:lnTo>
                    <a:pt x="83614" y="443581"/>
                  </a:lnTo>
                  <a:lnTo>
                    <a:pt x="85325" y="414956"/>
                  </a:lnTo>
                  <a:lnTo>
                    <a:pt x="87037" y="435160"/>
                  </a:lnTo>
                  <a:lnTo>
                    <a:pt x="88748" y="412627"/>
                  </a:lnTo>
                  <a:lnTo>
                    <a:pt x="90459" y="420626"/>
                  </a:lnTo>
                  <a:lnTo>
                    <a:pt x="92171" y="393442"/>
                  </a:lnTo>
                  <a:lnTo>
                    <a:pt x="93882" y="370216"/>
                  </a:lnTo>
                  <a:lnTo>
                    <a:pt x="95594" y="329547"/>
                  </a:lnTo>
                  <a:lnTo>
                    <a:pt x="97305" y="277431"/>
                  </a:lnTo>
                  <a:lnTo>
                    <a:pt x="99016" y="240857"/>
                  </a:lnTo>
                  <a:lnTo>
                    <a:pt x="100728" y="142115"/>
                  </a:lnTo>
                  <a:lnTo>
                    <a:pt x="102439" y="77033"/>
                  </a:lnTo>
                  <a:lnTo>
                    <a:pt x="104151" y="86673"/>
                  </a:lnTo>
                  <a:lnTo>
                    <a:pt x="105862" y="142310"/>
                  </a:lnTo>
                  <a:lnTo>
                    <a:pt x="107573" y="118602"/>
                  </a:lnTo>
                  <a:lnTo>
                    <a:pt x="109285" y="91185"/>
                  </a:lnTo>
                  <a:lnTo>
                    <a:pt x="110996" y="105458"/>
                  </a:lnTo>
                  <a:lnTo>
                    <a:pt x="112708" y="168907"/>
                  </a:lnTo>
                  <a:lnTo>
                    <a:pt x="114419" y="121283"/>
                  </a:lnTo>
                  <a:lnTo>
                    <a:pt x="116130" y="66570"/>
                  </a:lnTo>
                  <a:lnTo>
                    <a:pt x="117842" y="75473"/>
                  </a:lnTo>
                  <a:lnTo>
                    <a:pt x="119553" y="150518"/>
                  </a:lnTo>
                  <a:lnTo>
                    <a:pt x="121265" y="211020"/>
                  </a:lnTo>
                  <a:lnTo>
                    <a:pt x="122976" y="258679"/>
                  </a:lnTo>
                  <a:lnTo>
                    <a:pt x="124687" y="294908"/>
                  </a:lnTo>
                  <a:lnTo>
                    <a:pt x="126399" y="351560"/>
                  </a:lnTo>
                  <a:lnTo>
                    <a:pt x="128110" y="380388"/>
                  </a:lnTo>
                  <a:lnTo>
                    <a:pt x="129822" y="358695"/>
                  </a:lnTo>
                  <a:lnTo>
                    <a:pt x="131533" y="371460"/>
                  </a:lnTo>
                  <a:lnTo>
                    <a:pt x="133244" y="344068"/>
                  </a:lnTo>
                  <a:lnTo>
                    <a:pt x="134956" y="360097"/>
                  </a:lnTo>
                  <a:lnTo>
                    <a:pt x="136667" y="397024"/>
                  </a:lnTo>
                  <a:lnTo>
                    <a:pt x="138379" y="417866"/>
                  </a:lnTo>
                  <a:lnTo>
                    <a:pt x="140090" y="440216"/>
                  </a:lnTo>
                  <a:lnTo>
                    <a:pt x="141801" y="437416"/>
                  </a:lnTo>
                  <a:lnTo>
                    <a:pt x="143513" y="457684"/>
                  </a:lnTo>
                  <a:lnTo>
                    <a:pt x="145224" y="452566"/>
                  </a:lnTo>
                  <a:lnTo>
                    <a:pt x="146936" y="414371"/>
                  </a:lnTo>
                  <a:lnTo>
                    <a:pt x="148647" y="408846"/>
                  </a:lnTo>
                  <a:lnTo>
                    <a:pt x="150358" y="429885"/>
                  </a:lnTo>
                  <a:lnTo>
                    <a:pt x="152070" y="431440"/>
                  </a:lnTo>
                  <a:lnTo>
                    <a:pt x="153781" y="414123"/>
                  </a:lnTo>
                  <a:lnTo>
                    <a:pt x="155493" y="382660"/>
                  </a:lnTo>
                  <a:lnTo>
                    <a:pt x="157204" y="371334"/>
                  </a:lnTo>
                  <a:lnTo>
                    <a:pt x="158915" y="341667"/>
                  </a:lnTo>
                  <a:lnTo>
                    <a:pt x="160627" y="324231"/>
                  </a:lnTo>
                  <a:lnTo>
                    <a:pt x="162338" y="326754"/>
                  </a:lnTo>
                  <a:lnTo>
                    <a:pt x="164049" y="308751"/>
                  </a:lnTo>
                  <a:lnTo>
                    <a:pt x="165761" y="264208"/>
                  </a:lnTo>
                  <a:lnTo>
                    <a:pt x="167472" y="246002"/>
                  </a:lnTo>
                  <a:lnTo>
                    <a:pt x="169184" y="153329"/>
                  </a:lnTo>
                  <a:lnTo>
                    <a:pt x="170895" y="151057"/>
                  </a:lnTo>
                  <a:lnTo>
                    <a:pt x="172606" y="55834"/>
                  </a:lnTo>
                  <a:lnTo>
                    <a:pt x="174318" y="58017"/>
                  </a:lnTo>
                  <a:lnTo>
                    <a:pt x="176029" y="40857"/>
                  </a:lnTo>
                  <a:lnTo>
                    <a:pt x="177741" y="72418"/>
                  </a:lnTo>
                  <a:lnTo>
                    <a:pt x="179452" y="84341"/>
                  </a:lnTo>
                  <a:lnTo>
                    <a:pt x="181163" y="59926"/>
                  </a:lnTo>
                  <a:lnTo>
                    <a:pt x="182875" y="140472"/>
                  </a:lnTo>
                  <a:lnTo>
                    <a:pt x="184586" y="210188"/>
                  </a:lnTo>
                  <a:lnTo>
                    <a:pt x="186298" y="256538"/>
                  </a:lnTo>
                  <a:lnTo>
                    <a:pt x="188009" y="280580"/>
                  </a:lnTo>
                  <a:lnTo>
                    <a:pt x="189720" y="257490"/>
                  </a:lnTo>
                  <a:lnTo>
                    <a:pt x="191432" y="237630"/>
                  </a:lnTo>
                  <a:lnTo>
                    <a:pt x="193143" y="305828"/>
                  </a:lnTo>
                  <a:lnTo>
                    <a:pt x="194855" y="314679"/>
                  </a:lnTo>
                  <a:lnTo>
                    <a:pt x="196566" y="318202"/>
                  </a:lnTo>
                  <a:lnTo>
                    <a:pt x="198277" y="281528"/>
                  </a:lnTo>
                  <a:lnTo>
                    <a:pt x="199989" y="271407"/>
                  </a:lnTo>
                  <a:lnTo>
                    <a:pt x="201700" y="156671"/>
                  </a:lnTo>
                  <a:lnTo>
                    <a:pt x="203412" y="178239"/>
                  </a:lnTo>
                  <a:lnTo>
                    <a:pt x="205123" y="194215"/>
                  </a:lnTo>
                  <a:lnTo>
                    <a:pt x="206834" y="201652"/>
                  </a:lnTo>
                  <a:lnTo>
                    <a:pt x="208546" y="266541"/>
                  </a:lnTo>
                  <a:lnTo>
                    <a:pt x="210257" y="171966"/>
                  </a:lnTo>
                  <a:lnTo>
                    <a:pt x="211969" y="122900"/>
                  </a:lnTo>
                  <a:lnTo>
                    <a:pt x="213680" y="134109"/>
                  </a:lnTo>
                  <a:lnTo>
                    <a:pt x="215391" y="172383"/>
                  </a:lnTo>
                  <a:lnTo>
                    <a:pt x="217103" y="210634"/>
                  </a:lnTo>
                  <a:lnTo>
                    <a:pt x="218814" y="188564"/>
                  </a:lnTo>
                  <a:lnTo>
                    <a:pt x="220526" y="175884"/>
                  </a:lnTo>
                  <a:lnTo>
                    <a:pt x="222237" y="213667"/>
                  </a:lnTo>
                  <a:lnTo>
                    <a:pt x="223948" y="271394"/>
                  </a:lnTo>
                  <a:lnTo>
                    <a:pt x="225660" y="283977"/>
                  </a:lnTo>
                  <a:lnTo>
                    <a:pt x="227371" y="250200"/>
                  </a:lnTo>
                  <a:lnTo>
                    <a:pt x="229083" y="209398"/>
                  </a:lnTo>
                  <a:lnTo>
                    <a:pt x="230794" y="251460"/>
                  </a:lnTo>
                  <a:lnTo>
                    <a:pt x="232505" y="297124"/>
                  </a:lnTo>
                  <a:lnTo>
                    <a:pt x="234217" y="253771"/>
                  </a:lnTo>
                  <a:lnTo>
                    <a:pt x="235928" y="249989"/>
                  </a:lnTo>
                  <a:lnTo>
                    <a:pt x="237640" y="301793"/>
                  </a:lnTo>
                  <a:lnTo>
                    <a:pt x="239351" y="257261"/>
                  </a:lnTo>
                  <a:lnTo>
                    <a:pt x="241062" y="143225"/>
                  </a:lnTo>
                  <a:lnTo>
                    <a:pt x="242774" y="84135"/>
                  </a:lnTo>
                  <a:lnTo>
                    <a:pt x="244485" y="115765"/>
                  </a:lnTo>
                  <a:lnTo>
                    <a:pt x="246197" y="199972"/>
                  </a:lnTo>
                  <a:lnTo>
                    <a:pt x="247908" y="221780"/>
                  </a:lnTo>
                  <a:lnTo>
                    <a:pt x="249619" y="195551"/>
                  </a:lnTo>
                  <a:lnTo>
                    <a:pt x="251331" y="181964"/>
                  </a:lnTo>
                  <a:lnTo>
                    <a:pt x="253042" y="166177"/>
                  </a:lnTo>
                  <a:lnTo>
                    <a:pt x="254754" y="242192"/>
                  </a:lnTo>
                  <a:lnTo>
                    <a:pt x="256465" y="266084"/>
                  </a:lnTo>
                  <a:lnTo>
                    <a:pt x="258176" y="289288"/>
                  </a:lnTo>
                  <a:lnTo>
                    <a:pt x="259888" y="268676"/>
                  </a:lnTo>
                  <a:lnTo>
                    <a:pt x="261599" y="304679"/>
                  </a:lnTo>
                  <a:lnTo>
                    <a:pt x="263311" y="341967"/>
                  </a:lnTo>
                  <a:lnTo>
                    <a:pt x="265022" y="333086"/>
                  </a:lnTo>
                  <a:lnTo>
                    <a:pt x="266733" y="326720"/>
                  </a:lnTo>
                  <a:lnTo>
                    <a:pt x="268445" y="321942"/>
                  </a:lnTo>
                  <a:lnTo>
                    <a:pt x="270156" y="309265"/>
                  </a:lnTo>
                  <a:lnTo>
                    <a:pt x="271867" y="301140"/>
                  </a:lnTo>
                  <a:lnTo>
                    <a:pt x="273579" y="197741"/>
                  </a:lnTo>
                  <a:lnTo>
                    <a:pt x="275290" y="196052"/>
                  </a:lnTo>
                  <a:lnTo>
                    <a:pt x="277002" y="232641"/>
                  </a:lnTo>
                  <a:lnTo>
                    <a:pt x="278713" y="292890"/>
                  </a:lnTo>
                  <a:lnTo>
                    <a:pt x="280424" y="268552"/>
                  </a:lnTo>
                  <a:lnTo>
                    <a:pt x="282136" y="271365"/>
                  </a:lnTo>
                  <a:lnTo>
                    <a:pt x="283847" y="196526"/>
                  </a:lnTo>
                  <a:lnTo>
                    <a:pt x="285559" y="180472"/>
                  </a:lnTo>
                  <a:lnTo>
                    <a:pt x="287270" y="212435"/>
                  </a:lnTo>
                  <a:lnTo>
                    <a:pt x="288981" y="279967"/>
                  </a:lnTo>
                  <a:lnTo>
                    <a:pt x="290693" y="291506"/>
                  </a:lnTo>
                  <a:lnTo>
                    <a:pt x="292404" y="241914"/>
                  </a:lnTo>
                  <a:lnTo>
                    <a:pt x="294116" y="232446"/>
                  </a:lnTo>
                  <a:lnTo>
                    <a:pt x="295827" y="253447"/>
                  </a:lnTo>
                  <a:lnTo>
                    <a:pt x="297538" y="283242"/>
                  </a:lnTo>
                  <a:lnTo>
                    <a:pt x="299250" y="289271"/>
                  </a:lnTo>
                  <a:lnTo>
                    <a:pt x="300961" y="302851"/>
                  </a:lnTo>
                  <a:lnTo>
                    <a:pt x="302673" y="287502"/>
                  </a:lnTo>
                  <a:lnTo>
                    <a:pt x="304384" y="274377"/>
                  </a:lnTo>
                  <a:lnTo>
                    <a:pt x="306095" y="239403"/>
                  </a:lnTo>
                  <a:lnTo>
                    <a:pt x="307807" y="189181"/>
                  </a:lnTo>
                  <a:lnTo>
                    <a:pt x="309518" y="152123"/>
                  </a:lnTo>
                  <a:lnTo>
                    <a:pt x="311230" y="139846"/>
                  </a:lnTo>
                  <a:lnTo>
                    <a:pt x="312941" y="106618"/>
                  </a:lnTo>
                  <a:lnTo>
                    <a:pt x="314652" y="147256"/>
                  </a:lnTo>
                  <a:lnTo>
                    <a:pt x="316364" y="227596"/>
                  </a:lnTo>
                  <a:lnTo>
                    <a:pt x="318075" y="223939"/>
                  </a:lnTo>
                  <a:lnTo>
                    <a:pt x="319787" y="207396"/>
                  </a:lnTo>
                  <a:lnTo>
                    <a:pt x="321498" y="129080"/>
                  </a:lnTo>
                  <a:lnTo>
                    <a:pt x="323209" y="57050"/>
                  </a:lnTo>
                  <a:lnTo>
                    <a:pt x="324921" y="26830"/>
                  </a:lnTo>
                  <a:lnTo>
                    <a:pt x="326632" y="0"/>
                  </a:lnTo>
                  <a:lnTo>
                    <a:pt x="328344" y="19091"/>
                  </a:lnTo>
                  <a:lnTo>
                    <a:pt x="330055" y="23800"/>
                  </a:lnTo>
                  <a:lnTo>
                    <a:pt x="331766" y="25044"/>
                  </a:lnTo>
                  <a:lnTo>
                    <a:pt x="333478" y="118463"/>
                  </a:lnTo>
                  <a:lnTo>
                    <a:pt x="335189" y="208264"/>
                  </a:lnTo>
                  <a:lnTo>
                    <a:pt x="336901" y="286741"/>
                  </a:lnTo>
                  <a:lnTo>
                    <a:pt x="338612" y="307006"/>
                  </a:lnTo>
                  <a:lnTo>
                    <a:pt x="340323" y="345836"/>
                  </a:lnTo>
                  <a:lnTo>
                    <a:pt x="342035" y="385066"/>
                  </a:lnTo>
                  <a:lnTo>
                    <a:pt x="343746" y="420260"/>
                  </a:lnTo>
                  <a:lnTo>
                    <a:pt x="345458" y="443311"/>
                  </a:lnTo>
                  <a:lnTo>
                    <a:pt x="347010" y="46774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7780738" y="5876737"/>
              <a:ext cx="229483" cy="502712"/>
            </a:xfrm>
            <a:custGeom>
              <a:avLst/>
              <a:pathLst>
                <a:path w="229483" h="502712">
                  <a:moveTo>
                    <a:pt x="0" y="502712"/>
                  </a:moveTo>
                  <a:lnTo>
                    <a:pt x="954" y="492210"/>
                  </a:lnTo>
                  <a:lnTo>
                    <a:pt x="2665" y="485547"/>
                  </a:lnTo>
                  <a:lnTo>
                    <a:pt x="4376" y="447356"/>
                  </a:lnTo>
                  <a:lnTo>
                    <a:pt x="6088" y="440719"/>
                  </a:lnTo>
                  <a:lnTo>
                    <a:pt x="7799" y="413768"/>
                  </a:lnTo>
                  <a:lnTo>
                    <a:pt x="9511" y="418292"/>
                  </a:lnTo>
                  <a:lnTo>
                    <a:pt x="11222" y="406471"/>
                  </a:lnTo>
                  <a:lnTo>
                    <a:pt x="12933" y="363708"/>
                  </a:lnTo>
                  <a:lnTo>
                    <a:pt x="14645" y="370478"/>
                  </a:lnTo>
                  <a:lnTo>
                    <a:pt x="16356" y="394782"/>
                  </a:lnTo>
                  <a:lnTo>
                    <a:pt x="18068" y="370341"/>
                  </a:lnTo>
                  <a:lnTo>
                    <a:pt x="19779" y="335733"/>
                  </a:lnTo>
                  <a:lnTo>
                    <a:pt x="21490" y="362525"/>
                  </a:lnTo>
                  <a:lnTo>
                    <a:pt x="23202" y="389828"/>
                  </a:lnTo>
                  <a:lnTo>
                    <a:pt x="24913" y="374378"/>
                  </a:lnTo>
                  <a:lnTo>
                    <a:pt x="26625" y="368768"/>
                  </a:lnTo>
                  <a:lnTo>
                    <a:pt x="28336" y="418683"/>
                  </a:lnTo>
                  <a:lnTo>
                    <a:pt x="30047" y="407704"/>
                  </a:lnTo>
                  <a:lnTo>
                    <a:pt x="31759" y="405901"/>
                  </a:lnTo>
                  <a:lnTo>
                    <a:pt x="33470" y="372039"/>
                  </a:lnTo>
                  <a:lnTo>
                    <a:pt x="35182" y="332554"/>
                  </a:lnTo>
                  <a:lnTo>
                    <a:pt x="36893" y="281980"/>
                  </a:lnTo>
                  <a:lnTo>
                    <a:pt x="38604" y="369473"/>
                  </a:lnTo>
                  <a:lnTo>
                    <a:pt x="40316" y="351327"/>
                  </a:lnTo>
                  <a:lnTo>
                    <a:pt x="42027" y="371523"/>
                  </a:lnTo>
                  <a:lnTo>
                    <a:pt x="43739" y="348557"/>
                  </a:lnTo>
                  <a:lnTo>
                    <a:pt x="45450" y="350442"/>
                  </a:lnTo>
                  <a:lnTo>
                    <a:pt x="47161" y="366796"/>
                  </a:lnTo>
                  <a:lnTo>
                    <a:pt x="48873" y="336353"/>
                  </a:lnTo>
                  <a:lnTo>
                    <a:pt x="50584" y="310845"/>
                  </a:lnTo>
                  <a:lnTo>
                    <a:pt x="52296" y="316183"/>
                  </a:lnTo>
                  <a:lnTo>
                    <a:pt x="54007" y="266616"/>
                  </a:lnTo>
                  <a:lnTo>
                    <a:pt x="55718" y="279429"/>
                  </a:lnTo>
                  <a:lnTo>
                    <a:pt x="57430" y="222815"/>
                  </a:lnTo>
                  <a:lnTo>
                    <a:pt x="59141" y="232943"/>
                  </a:lnTo>
                  <a:lnTo>
                    <a:pt x="60853" y="253076"/>
                  </a:lnTo>
                  <a:lnTo>
                    <a:pt x="62564" y="226495"/>
                  </a:lnTo>
                  <a:lnTo>
                    <a:pt x="64275" y="125432"/>
                  </a:lnTo>
                  <a:lnTo>
                    <a:pt x="65987" y="37057"/>
                  </a:lnTo>
                  <a:lnTo>
                    <a:pt x="67698" y="100923"/>
                  </a:lnTo>
                  <a:lnTo>
                    <a:pt x="69410" y="106433"/>
                  </a:lnTo>
                  <a:lnTo>
                    <a:pt x="71121" y="40785"/>
                  </a:lnTo>
                  <a:lnTo>
                    <a:pt x="72832" y="0"/>
                  </a:lnTo>
                  <a:lnTo>
                    <a:pt x="74544" y="29364"/>
                  </a:lnTo>
                  <a:lnTo>
                    <a:pt x="76255" y="161674"/>
                  </a:lnTo>
                  <a:lnTo>
                    <a:pt x="77967" y="173248"/>
                  </a:lnTo>
                  <a:lnTo>
                    <a:pt x="79678" y="208257"/>
                  </a:lnTo>
                  <a:lnTo>
                    <a:pt x="81389" y="246266"/>
                  </a:lnTo>
                  <a:lnTo>
                    <a:pt x="83101" y="279628"/>
                  </a:lnTo>
                  <a:lnTo>
                    <a:pt x="84812" y="314207"/>
                  </a:lnTo>
                  <a:lnTo>
                    <a:pt x="86523" y="345240"/>
                  </a:lnTo>
                  <a:lnTo>
                    <a:pt x="88235" y="358575"/>
                  </a:lnTo>
                  <a:lnTo>
                    <a:pt x="89946" y="390939"/>
                  </a:lnTo>
                  <a:lnTo>
                    <a:pt x="91658" y="404115"/>
                  </a:lnTo>
                  <a:lnTo>
                    <a:pt x="93369" y="400732"/>
                  </a:lnTo>
                  <a:lnTo>
                    <a:pt x="95080" y="378084"/>
                  </a:lnTo>
                  <a:lnTo>
                    <a:pt x="96792" y="393269"/>
                  </a:lnTo>
                  <a:lnTo>
                    <a:pt x="98503" y="399618"/>
                  </a:lnTo>
                  <a:lnTo>
                    <a:pt x="100215" y="397390"/>
                  </a:lnTo>
                  <a:lnTo>
                    <a:pt x="101926" y="373557"/>
                  </a:lnTo>
                  <a:lnTo>
                    <a:pt x="103637" y="346351"/>
                  </a:lnTo>
                  <a:lnTo>
                    <a:pt x="105349" y="263881"/>
                  </a:lnTo>
                  <a:lnTo>
                    <a:pt x="107060" y="290784"/>
                  </a:lnTo>
                  <a:lnTo>
                    <a:pt x="108772" y="345366"/>
                  </a:lnTo>
                  <a:lnTo>
                    <a:pt x="110483" y="372662"/>
                  </a:lnTo>
                  <a:lnTo>
                    <a:pt x="112194" y="393380"/>
                  </a:lnTo>
                  <a:lnTo>
                    <a:pt x="113906" y="424680"/>
                  </a:lnTo>
                  <a:lnTo>
                    <a:pt x="115617" y="429471"/>
                  </a:lnTo>
                  <a:lnTo>
                    <a:pt x="117329" y="431441"/>
                  </a:lnTo>
                  <a:lnTo>
                    <a:pt x="119040" y="409726"/>
                  </a:lnTo>
                  <a:lnTo>
                    <a:pt x="120751" y="426401"/>
                  </a:lnTo>
                  <a:lnTo>
                    <a:pt x="122463" y="420139"/>
                  </a:lnTo>
                  <a:lnTo>
                    <a:pt x="124174" y="401998"/>
                  </a:lnTo>
                  <a:lnTo>
                    <a:pt x="125886" y="391418"/>
                  </a:lnTo>
                  <a:lnTo>
                    <a:pt x="127597" y="371831"/>
                  </a:lnTo>
                  <a:lnTo>
                    <a:pt x="129308" y="439202"/>
                  </a:lnTo>
                  <a:lnTo>
                    <a:pt x="131020" y="435758"/>
                  </a:lnTo>
                  <a:lnTo>
                    <a:pt x="132731" y="429721"/>
                  </a:lnTo>
                  <a:lnTo>
                    <a:pt x="134443" y="420256"/>
                  </a:lnTo>
                  <a:lnTo>
                    <a:pt x="136154" y="372511"/>
                  </a:lnTo>
                  <a:lnTo>
                    <a:pt x="137865" y="359835"/>
                  </a:lnTo>
                  <a:lnTo>
                    <a:pt x="139577" y="349467"/>
                  </a:lnTo>
                  <a:lnTo>
                    <a:pt x="141288" y="345641"/>
                  </a:lnTo>
                  <a:lnTo>
                    <a:pt x="143000" y="253778"/>
                  </a:lnTo>
                  <a:lnTo>
                    <a:pt x="144711" y="302425"/>
                  </a:lnTo>
                  <a:lnTo>
                    <a:pt x="146422" y="271021"/>
                  </a:lnTo>
                  <a:lnTo>
                    <a:pt x="148134" y="273756"/>
                  </a:lnTo>
                  <a:lnTo>
                    <a:pt x="149845" y="328170"/>
                  </a:lnTo>
                  <a:lnTo>
                    <a:pt x="151557" y="351315"/>
                  </a:lnTo>
                  <a:lnTo>
                    <a:pt x="153268" y="398264"/>
                  </a:lnTo>
                  <a:lnTo>
                    <a:pt x="154979" y="374685"/>
                  </a:lnTo>
                  <a:lnTo>
                    <a:pt x="156691" y="405953"/>
                  </a:lnTo>
                  <a:lnTo>
                    <a:pt x="158402" y="412539"/>
                  </a:lnTo>
                  <a:lnTo>
                    <a:pt x="160114" y="415888"/>
                  </a:lnTo>
                  <a:lnTo>
                    <a:pt x="161825" y="420861"/>
                  </a:lnTo>
                  <a:lnTo>
                    <a:pt x="163536" y="365453"/>
                  </a:lnTo>
                  <a:lnTo>
                    <a:pt x="165248" y="340346"/>
                  </a:lnTo>
                  <a:lnTo>
                    <a:pt x="166959" y="283293"/>
                  </a:lnTo>
                  <a:lnTo>
                    <a:pt x="168671" y="243235"/>
                  </a:lnTo>
                  <a:lnTo>
                    <a:pt x="170382" y="253071"/>
                  </a:lnTo>
                  <a:lnTo>
                    <a:pt x="172093" y="190945"/>
                  </a:lnTo>
                  <a:lnTo>
                    <a:pt x="173805" y="152942"/>
                  </a:lnTo>
                  <a:lnTo>
                    <a:pt x="175516" y="265595"/>
                  </a:lnTo>
                  <a:lnTo>
                    <a:pt x="177228" y="234605"/>
                  </a:lnTo>
                  <a:lnTo>
                    <a:pt x="178939" y="204175"/>
                  </a:lnTo>
                  <a:lnTo>
                    <a:pt x="180650" y="135376"/>
                  </a:lnTo>
                  <a:lnTo>
                    <a:pt x="182362" y="132817"/>
                  </a:lnTo>
                  <a:lnTo>
                    <a:pt x="184073" y="158689"/>
                  </a:lnTo>
                  <a:lnTo>
                    <a:pt x="185785" y="187069"/>
                  </a:lnTo>
                  <a:lnTo>
                    <a:pt x="187496" y="266619"/>
                  </a:lnTo>
                  <a:lnTo>
                    <a:pt x="189207" y="280176"/>
                  </a:lnTo>
                  <a:lnTo>
                    <a:pt x="190919" y="272270"/>
                  </a:lnTo>
                  <a:lnTo>
                    <a:pt x="192630" y="174098"/>
                  </a:lnTo>
                  <a:lnTo>
                    <a:pt x="194341" y="144716"/>
                  </a:lnTo>
                  <a:lnTo>
                    <a:pt x="196053" y="139904"/>
                  </a:lnTo>
                  <a:lnTo>
                    <a:pt x="197764" y="165814"/>
                  </a:lnTo>
                  <a:lnTo>
                    <a:pt x="199476" y="195425"/>
                  </a:lnTo>
                  <a:lnTo>
                    <a:pt x="201187" y="180685"/>
                  </a:lnTo>
                  <a:lnTo>
                    <a:pt x="202898" y="145971"/>
                  </a:lnTo>
                  <a:lnTo>
                    <a:pt x="204610" y="187451"/>
                  </a:lnTo>
                  <a:lnTo>
                    <a:pt x="206321" y="294081"/>
                  </a:lnTo>
                  <a:lnTo>
                    <a:pt x="208033" y="271191"/>
                  </a:lnTo>
                  <a:lnTo>
                    <a:pt x="209744" y="331678"/>
                  </a:lnTo>
                  <a:lnTo>
                    <a:pt x="211455" y="369625"/>
                  </a:lnTo>
                  <a:lnTo>
                    <a:pt x="213167" y="410287"/>
                  </a:lnTo>
                  <a:lnTo>
                    <a:pt x="214878" y="414098"/>
                  </a:lnTo>
                  <a:lnTo>
                    <a:pt x="216590" y="415270"/>
                  </a:lnTo>
                  <a:lnTo>
                    <a:pt x="218301" y="441903"/>
                  </a:lnTo>
                  <a:lnTo>
                    <a:pt x="220012" y="426230"/>
                  </a:lnTo>
                  <a:lnTo>
                    <a:pt x="221724" y="426651"/>
                  </a:lnTo>
                  <a:lnTo>
                    <a:pt x="223435" y="413529"/>
                  </a:lnTo>
                  <a:lnTo>
                    <a:pt x="225147" y="440718"/>
                  </a:lnTo>
                  <a:lnTo>
                    <a:pt x="226858" y="494127"/>
                  </a:lnTo>
                  <a:lnTo>
                    <a:pt x="228569" y="493774"/>
                  </a:lnTo>
                  <a:lnTo>
                    <a:pt x="229483" y="50271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8011712" y="5723320"/>
              <a:ext cx="774157" cy="656129"/>
            </a:xfrm>
            <a:custGeom>
              <a:avLst/>
              <a:pathLst>
                <a:path w="774157" h="656129">
                  <a:moveTo>
                    <a:pt x="0" y="656129"/>
                  </a:moveTo>
                  <a:lnTo>
                    <a:pt x="1018" y="644636"/>
                  </a:lnTo>
                  <a:lnTo>
                    <a:pt x="2730" y="650029"/>
                  </a:lnTo>
                  <a:lnTo>
                    <a:pt x="4441" y="647325"/>
                  </a:lnTo>
                  <a:lnTo>
                    <a:pt x="6152" y="634919"/>
                  </a:lnTo>
                  <a:lnTo>
                    <a:pt x="7864" y="649313"/>
                  </a:lnTo>
                  <a:lnTo>
                    <a:pt x="9575" y="647828"/>
                  </a:lnTo>
                  <a:lnTo>
                    <a:pt x="11287" y="627283"/>
                  </a:lnTo>
                  <a:lnTo>
                    <a:pt x="12998" y="628138"/>
                  </a:lnTo>
                  <a:lnTo>
                    <a:pt x="14709" y="617179"/>
                  </a:lnTo>
                  <a:lnTo>
                    <a:pt x="16421" y="606251"/>
                  </a:lnTo>
                  <a:lnTo>
                    <a:pt x="18132" y="600746"/>
                  </a:lnTo>
                  <a:lnTo>
                    <a:pt x="19844" y="628734"/>
                  </a:lnTo>
                  <a:lnTo>
                    <a:pt x="21555" y="604595"/>
                  </a:lnTo>
                  <a:lnTo>
                    <a:pt x="23266" y="618010"/>
                  </a:lnTo>
                  <a:lnTo>
                    <a:pt x="24978" y="574863"/>
                  </a:lnTo>
                  <a:lnTo>
                    <a:pt x="26689" y="539379"/>
                  </a:lnTo>
                  <a:lnTo>
                    <a:pt x="28401" y="550864"/>
                  </a:lnTo>
                  <a:lnTo>
                    <a:pt x="30112" y="505833"/>
                  </a:lnTo>
                  <a:lnTo>
                    <a:pt x="31823" y="501646"/>
                  </a:lnTo>
                  <a:lnTo>
                    <a:pt x="33535" y="449465"/>
                  </a:lnTo>
                  <a:lnTo>
                    <a:pt x="35246" y="400965"/>
                  </a:lnTo>
                  <a:lnTo>
                    <a:pt x="36958" y="414392"/>
                  </a:lnTo>
                  <a:lnTo>
                    <a:pt x="38669" y="374870"/>
                  </a:lnTo>
                  <a:lnTo>
                    <a:pt x="40380" y="312091"/>
                  </a:lnTo>
                  <a:lnTo>
                    <a:pt x="42092" y="318884"/>
                  </a:lnTo>
                  <a:lnTo>
                    <a:pt x="43803" y="439096"/>
                  </a:lnTo>
                  <a:lnTo>
                    <a:pt x="45515" y="429166"/>
                  </a:lnTo>
                  <a:lnTo>
                    <a:pt x="47226" y="466523"/>
                  </a:lnTo>
                  <a:lnTo>
                    <a:pt x="48937" y="446040"/>
                  </a:lnTo>
                  <a:lnTo>
                    <a:pt x="50649" y="413930"/>
                  </a:lnTo>
                  <a:lnTo>
                    <a:pt x="52360" y="427578"/>
                  </a:lnTo>
                  <a:lnTo>
                    <a:pt x="54072" y="367465"/>
                  </a:lnTo>
                  <a:lnTo>
                    <a:pt x="55783" y="338898"/>
                  </a:lnTo>
                  <a:lnTo>
                    <a:pt x="57494" y="368975"/>
                  </a:lnTo>
                  <a:lnTo>
                    <a:pt x="59206" y="400928"/>
                  </a:lnTo>
                  <a:lnTo>
                    <a:pt x="60917" y="369331"/>
                  </a:lnTo>
                  <a:lnTo>
                    <a:pt x="62629" y="356383"/>
                  </a:lnTo>
                  <a:lnTo>
                    <a:pt x="64340" y="387204"/>
                  </a:lnTo>
                  <a:lnTo>
                    <a:pt x="66051" y="421342"/>
                  </a:lnTo>
                  <a:lnTo>
                    <a:pt x="67763" y="410860"/>
                  </a:lnTo>
                  <a:lnTo>
                    <a:pt x="69474" y="426648"/>
                  </a:lnTo>
                  <a:lnTo>
                    <a:pt x="71186" y="459519"/>
                  </a:lnTo>
                  <a:lnTo>
                    <a:pt x="72897" y="393391"/>
                  </a:lnTo>
                  <a:lnTo>
                    <a:pt x="74608" y="354397"/>
                  </a:lnTo>
                  <a:lnTo>
                    <a:pt x="76320" y="363524"/>
                  </a:lnTo>
                  <a:lnTo>
                    <a:pt x="78031" y="425474"/>
                  </a:lnTo>
                  <a:lnTo>
                    <a:pt x="79743" y="470232"/>
                  </a:lnTo>
                  <a:lnTo>
                    <a:pt x="81454" y="433288"/>
                  </a:lnTo>
                  <a:lnTo>
                    <a:pt x="83165" y="457196"/>
                  </a:lnTo>
                  <a:lnTo>
                    <a:pt x="84877" y="463727"/>
                  </a:lnTo>
                  <a:lnTo>
                    <a:pt x="86588" y="435233"/>
                  </a:lnTo>
                  <a:lnTo>
                    <a:pt x="88299" y="458139"/>
                  </a:lnTo>
                  <a:lnTo>
                    <a:pt x="90011" y="388597"/>
                  </a:lnTo>
                  <a:lnTo>
                    <a:pt x="91722" y="452737"/>
                  </a:lnTo>
                  <a:lnTo>
                    <a:pt x="93434" y="452217"/>
                  </a:lnTo>
                  <a:lnTo>
                    <a:pt x="95145" y="512177"/>
                  </a:lnTo>
                  <a:lnTo>
                    <a:pt x="96856" y="486970"/>
                  </a:lnTo>
                  <a:lnTo>
                    <a:pt x="98568" y="393413"/>
                  </a:lnTo>
                  <a:lnTo>
                    <a:pt x="100279" y="365974"/>
                  </a:lnTo>
                  <a:lnTo>
                    <a:pt x="101991" y="470552"/>
                  </a:lnTo>
                  <a:lnTo>
                    <a:pt x="103702" y="501725"/>
                  </a:lnTo>
                  <a:lnTo>
                    <a:pt x="105413" y="463024"/>
                  </a:lnTo>
                  <a:lnTo>
                    <a:pt x="107125" y="424533"/>
                  </a:lnTo>
                  <a:lnTo>
                    <a:pt x="108836" y="301218"/>
                  </a:lnTo>
                  <a:lnTo>
                    <a:pt x="110548" y="256331"/>
                  </a:lnTo>
                  <a:lnTo>
                    <a:pt x="112259" y="301876"/>
                  </a:lnTo>
                  <a:lnTo>
                    <a:pt x="113970" y="298356"/>
                  </a:lnTo>
                  <a:lnTo>
                    <a:pt x="115682" y="321892"/>
                  </a:lnTo>
                  <a:lnTo>
                    <a:pt x="117393" y="351635"/>
                  </a:lnTo>
                  <a:lnTo>
                    <a:pt x="119105" y="324067"/>
                  </a:lnTo>
                  <a:lnTo>
                    <a:pt x="120816" y="281196"/>
                  </a:lnTo>
                  <a:lnTo>
                    <a:pt x="122527" y="231253"/>
                  </a:lnTo>
                  <a:lnTo>
                    <a:pt x="124239" y="149961"/>
                  </a:lnTo>
                  <a:lnTo>
                    <a:pt x="125950" y="160014"/>
                  </a:lnTo>
                  <a:lnTo>
                    <a:pt x="127662" y="170795"/>
                  </a:lnTo>
                  <a:lnTo>
                    <a:pt x="129373" y="301820"/>
                  </a:lnTo>
                  <a:lnTo>
                    <a:pt x="131084" y="434335"/>
                  </a:lnTo>
                  <a:lnTo>
                    <a:pt x="132796" y="478259"/>
                  </a:lnTo>
                  <a:lnTo>
                    <a:pt x="134507" y="490802"/>
                  </a:lnTo>
                  <a:lnTo>
                    <a:pt x="136219" y="447390"/>
                  </a:lnTo>
                  <a:lnTo>
                    <a:pt x="137930" y="450448"/>
                  </a:lnTo>
                  <a:lnTo>
                    <a:pt x="139641" y="470882"/>
                  </a:lnTo>
                  <a:lnTo>
                    <a:pt x="141353" y="520257"/>
                  </a:lnTo>
                  <a:lnTo>
                    <a:pt x="143064" y="532233"/>
                  </a:lnTo>
                  <a:lnTo>
                    <a:pt x="144776" y="552292"/>
                  </a:lnTo>
                  <a:lnTo>
                    <a:pt x="146487" y="549701"/>
                  </a:lnTo>
                  <a:lnTo>
                    <a:pt x="148198" y="520756"/>
                  </a:lnTo>
                  <a:lnTo>
                    <a:pt x="149910" y="502592"/>
                  </a:lnTo>
                  <a:lnTo>
                    <a:pt x="151621" y="433055"/>
                  </a:lnTo>
                  <a:lnTo>
                    <a:pt x="153333" y="300282"/>
                  </a:lnTo>
                  <a:lnTo>
                    <a:pt x="155044" y="184310"/>
                  </a:lnTo>
                  <a:lnTo>
                    <a:pt x="156755" y="234961"/>
                  </a:lnTo>
                  <a:lnTo>
                    <a:pt x="158467" y="268678"/>
                  </a:lnTo>
                  <a:lnTo>
                    <a:pt x="160178" y="271728"/>
                  </a:lnTo>
                  <a:lnTo>
                    <a:pt x="161890" y="379015"/>
                  </a:lnTo>
                  <a:lnTo>
                    <a:pt x="163601" y="303846"/>
                  </a:lnTo>
                  <a:lnTo>
                    <a:pt x="165312" y="348391"/>
                  </a:lnTo>
                  <a:lnTo>
                    <a:pt x="167024" y="374321"/>
                  </a:lnTo>
                  <a:lnTo>
                    <a:pt x="168735" y="377507"/>
                  </a:lnTo>
                  <a:lnTo>
                    <a:pt x="170447" y="290521"/>
                  </a:lnTo>
                  <a:lnTo>
                    <a:pt x="172158" y="283763"/>
                  </a:lnTo>
                  <a:lnTo>
                    <a:pt x="173869" y="283891"/>
                  </a:lnTo>
                  <a:lnTo>
                    <a:pt x="175581" y="359466"/>
                  </a:lnTo>
                  <a:lnTo>
                    <a:pt x="177292" y="405982"/>
                  </a:lnTo>
                  <a:lnTo>
                    <a:pt x="179004" y="488723"/>
                  </a:lnTo>
                  <a:lnTo>
                    <a:pt x="180715" y="542178"/>
                  </a:lnTo>
                  <a:lnTo>
                    <a:pt x="182426" y="524521"/>
                  </a:lnTo>
                  <a:lnTo>
                    <a:pt x="184138" y="547000"/>
                  </a:lnTo>
                  <a:lnTo>
                    <a:pt x="185849" y="481528"/>
                  </a:lnTo>
                  <a:lnTo>
                    <a:pt x="187561" y="457430"/>
                  </a:lnTo>
                  <a:lnTo>
                    <a:pt x="189272" y="502867"/>
                  </a:lnTo>
                  <a:lnTo>
                    <a:pt x="190983" y="473182"/>
                  </a:lnTo>
                  <a:lnTo>
                    <a:pt x="192695" y="485041"/>
                  </a:lnTo>
                  <a:lnTo>
                    <a:pt x="194406" y="435464"/>
                  </a:lnTo>
                  <a:lnTo>
                    <a:pt x="196117" y="384336"/>
                  </a:lnTo>
                  <a:lnTo>
                    <a:pt x="197829" y="355381"/>
                  </a:lnTo>
                  <a:lnTo>
                    <a:pt x="199540" y="413690"/>
                  </a:lnTo>
                  <a:lnTo>
                    <a:pt x="201252" y="439738"/>
                  </a:lnTo>
                  <a:lnTo>
                    <a:pt x="202963" y="420751"/>
                  </a:lnTo>
                  <a:lnTo>
                    <a:pt x="204674" y="403636"/>
                  </a:lnTo>
                  <a:lnTo>
                    <a:pt x="206386" y="326913"/>
                  </a:lnTo>
                  <a:lnTo>
                    <a:pt x="208097" y="289089"/>
                  </a:lnTo>
                  <a:lnTo>
                    <a:pt x="209809" y="311662"/>
                  </a:lnTo>
                  <a:lnTo>
                    <a:pt x="211520" y="379513"/>
                  </a:lnTo>
                  <a:lnTo>
                    <a:pt x="213231" y="382305"/>
                  </a:lnTo>
                  <a:lnTo>
                    <a:pt x="214943" y="408103"/>
                  </a:lnTo>
                  <a:lnTo>
                    <a:pt x="216654" y="352228"/>
                  </a:lnTo>
                  <a:lnTo>
                    <a:pt x="218366" y="324432"/>
                  </a:lnTo>
                  <a:lnTo>
                    <a:pt x="220077" y="351751"/>
                  </a:lnTo>
                  <a:lnTo>
                    <a:pt x="221788" y="398066"/>
                  </a:lnTo>
                  <a:lnTo>
                    <a:pt x="223500" y="468302"/>
                  </a:lnTo>
                  <a:lnTo>
                    <a:pt x="225211" y="480108"/>
                  </a:lnTo>
                  <a:lnTo>
                    <a:pt x="226923" y="541013"/>
                  </a:lnTo>
                  <a:lnTo>
                    <a:pt x="228634" y="542473"/>
                  </a:lnTo>
                  <a:lnTo>
                    <a:pt x="230345" y="537334"/>
                  </a:lnTo>
                  <a:lnTo>
                    <a:pt x="232057" y="507025"/>
                  </a:lnTo>
                  <a:lnTo>
                    <a:pt x="233768" y="509984"/>
                  </a:lnTo>
                  <a:lnTo>
                    <a:pt x="235480" y="520524"/>
                  </a:lnTo>
                  <a:lnTo>
                    <a:pt x="237191" y="528620"/>
                  </a:lnTo>
                  <a:lnTo>
                    <a:pt x="238902" y="487186"/>
                  </a:lnTo>
                  <a:lnTo>
                    <a:pt x="240614" y="495735"/>
                  </a:lnTo>
                  <a:lnTo>
                    <a:pt x="242325" y="500026"/>
                  </a:lnTo>
                  <a:lnTo>
                    <a:pt x="244037" y="505038"/>
                  </a:lnTo>
                  <a:lnTo>
                    <a:pt x="245748" y="478178"/>
                  </a:lnTo>
                  <a:lnTo>
                    <a:pt x="247459" y="458332"/>
                  </a:lnTo>
                  <a:lnTo>
                    <a:pt x="249171" y="520008"/>
                  </a:lnTo>
                  <a:lnTo>
                    <a:pt x="250882" y="497191"/>
                  </a:lnTo>
                  <a:lnTo>
                    <a:pt x="252594" y="429732"/>
                  </a:lnTo>
                  <a:lnTo>
                    <a:pt x="254305" y="377854"/>
                  </a:lnTo>
                  <a:lnTo>
                    <a:pt x="256016" y="402265"/>
                  </a:lnTo>
                  <a:lnTo>
                    <a:pt x="257728" y="502845"/>
                  </a:lnTo>
                  <a:lnTo>
                    <a:pt x="259439" y="477713"/>
                  </a:lnTo>
                  <a:lnTo>
                    <a:pt x="261151" y="511891"/>
                  </a:lnTo>
                  <a:lnTo>
                    <a:pt x="262862" y="440829"/>
                  </a:lnTo>
                  <a:lnTo>
                    <a:pt x="264573" y="402509"/>
                  </a:lnTo>
                  <a:lnTo>
                    <a:pt x="266285" y="426354"/>
                  </a:lnTo>
                  <a:lnTo>
                    <a:pt x="267996" y="467186"/>
                  </a:lnTo>
                  <a:lnTo>
                    <a:pt x="269708" y="483253"/>
                  </a:lnTo>
                  <a:lnTo>
                    <a:pt x="271419" y="472426"/>
                  </a:lnTo>
                  <a:lnTo>
                    <a:pt x="273130" y="487996"/>
                  </a:lnTo>
                  <a:lnTo>
                    <a:pt x="274842" y="452917"/>
                  </a:lnTo>
                  <a:lnTo>
                    <a:pt x="276553" y="441609"/>
                  </a:lnTo>
                  <a:lnTo>
                    <a:pt x="278265" y="384828"/>
                  </a:lnTo>
                  <a:lnTo>
                    <a:pt x="279976" y="385288"/>
                  </a:lnTo>
                  <a:lnTo>
                    <a:pt x="281687" y="397003"/>
                  </a:lnTo>
                  <a:lnTo>
                    <a:pt x="283399" y="385447"/>
                  </a:lnTo>
                  <a:lnTo>
                    <a:pt x="285110" y="397363"/>
                  </a:lnTo>
                  <a:lnTo>
                    <a:pt x="286822" y="393390"/>
                  </a:lnTo>
                  <a:lnTo>
                    <a:pt x="288533" y="379127"/>
                  </a:lnTo>
                  <a:lnTo>
                    <a:pt x="290244" y="265021"/>
                  </a:lnTo>
                  <a:lnTo>
                    <a:pt x="291956" y="203900"/>
                  </a:lnTo>
                  <a:lnTo>
                    <a:pt x="293667" y="241050"/>
                  </a:lnTo>
                  <a:lnTo>
                    <a:pt x="295379" y="203642"/>
                  </a:lnTo>
                  <a:lnTo>
                    <a:pt x="297090" y="305308"/>
                  </a:lnTo>
                  <a:lnTo>
                    <a:pt x="298801" y="348991"/>
                  </a:lnTo>
                  <a:lnTo>
                    <a:pt x="300513" y="372299"/>
                  </a:lnTo>
                  <a:lnTo>
                    <a:pt x="302224" y="385435"/>
                  </a:lnTo>
                  <a:lnTo>
                    <a:pt x="303935" y="367095"/>
                  </a:lnTo>
                  <a:lnTo>
                    <a:pt x="305647" y="345514"/>
                  </a:lnTo>
                  <a:lnTo>
                    <a:pt x="307358" y="247459"/>
                  </a:lnTo>
                  <a:lnTo>
                    <a:pt x="309070" y="126209"/>
                  </a:lnTo>
                  <a:lnTo>
                    <a:pt x="310781" y="58337"/>
                  </a:lnTo>
                  <a:lnTo>
                    <a:pt x="312492" y="71337"/>
                  </a:lnTo>
                  <a:lnTo>
                    <a:pt x="314204" y="31585"/>
                  </a:lnTo>
                  <a:lnTo>
                    <a:pt x="315915" y="0"/>
                  </a:lnTo>
                  <a:lnTo>
                    <a:pt x="317627" y="48411"/>
                  </a:lnTo>
                  <a:lnTo>
                    <a:pt x="319338" y="41310"/>
                  </a:lnTo>
                  <a:lnTo>
                    <a:pt x="321049" y="79349"/>
                  </a:lnTo>
                  <a:lnTo>
                    <a:pt x="322761" y="156819"/>
                  </a:lnTo>
                  <a:lnTo>
                    <a:pt x="324472" y="254890"/>
                  </a:lnTo>
                  <a:lnTo>
                    <a:pt x="326184" y="323834"/>
                  </a:lnTo>
                  <a:lnTo>
                    <a:pt x="327895" y="355880"/>
                  </a:lnTo>
                  <a:lnTo>
                    <a:pt x="329606" y="360466"/>
                  </a:lnTo>
                  <a:lnTo>
                    <a:pt x="331318" y="327346"/>
                  </a:lnTo>
                  <a:lnTo>
                    <a:pt x="333029" y="262855"/>
                  </a:lnTo>
                  <a:lnTo>
                    <a:pt x="334741" y="285656"/>
                  </a:lnTo>
                  <a:lnTo>
                    <a:pt x="336452" y="255736"/>
                  </a:lnTo>
                  <a:lnTo>
                    <a:pt x="338163" y="230686"/>
                  </a:lnTo>
                  <a:lnTo>
                    <a:pt x="339875" y="109075"/>
                  </a:lnTo>
                  <a:lnTo>
                    <a:pt x="341586" y="159495"/>
                  </a:lnTo>
                  <a:lnTo>
                    <a:pt x="343298" y="152018"/>
                  </a:lnTo>
                  <a:lnTo>
                    <a:pt x="345009" y="240885"/>
                  </a:lnTo>
                  <a:lnTo>
                    <a:pt x="346720" y="334322"/>
                  </a:lnTo>
                  <a:lnTo>
                    <a:pt x="348432" y="363355"/>
                  </a:lnTo>
                  <a:lnTo>
                    <a:pt x="350143" y="424884"/>
                  </a:lnTo>
                  <a:lnTo>
                    <a:pt x="351855" y="465354"/>
                  </a:lnTo>
                  <a:lnTo>
                    <a:pt x="353566" y="483024"/>
                  </a:lnTo>
                  <a:lnTo>
                    <a:pt x="355277" y="486112"/>
                  </a:lnTo>
                  <a:lnTo>
                    <a:pt x="356989" y="504036"/>
                  </a:lnTo>
                  <a:lnTo>
                    <a:pt x="358700" y="511550"/>
                  </a:lnTo>
                  <a:lnTo>
                    <a:pt x="360412" y="516485"/>
                  </a:lnTo>
                  <a:lnTo>
                    <a:pt x="362123" y="503911"/>
                  </a:lnTo>
                  <a:lnTo>
                    <a:pt x="363834" y="511602"/>
                  </a:lnTo>
                  <a:lnTo>
                    <a:pt x="365546" y="432821"/>
                  </a:lnTo>
                  <a:lnTo>
                    <a:pt x="367257" y="358718"/>
                  </a:lnTo>
                  <a:lnTo>
                    <a:pt x="368969" y="325408"/>
                  </a:lnTo>
                  <a:lnTo>
                    <a:pt x="370680" y="284452"/>
                  </a:lnTo>
                  <a:lnTo>
                    <a:pt x="372391" y="210839"/>
                  </a:lnTo>
                  <a:lnTo>
                    <a:pt x="374103" y="153454"/>
                  </a:lnTo>
                  <a:lnTo>
                    <a:pt x="375814" y="144088"/>
                  </a:lnTo>
                  <a:lnTo>
                    <a:pt x="377526" y="59007"/>
                  </a:lnTo>
                  <a:lnTo>
                    <a:pt x="379237" y="72766"/>
                  </a:lnTo>
                  <a:lnTo>
                    <a:pt x="380948" y="114943"/>
                  </a:lnTo>
                  <a:lnTo>
                    <a:pt x="382660" y="42097"/>
                  </a:lnTo>
                  <a:lnTo>
                    <a:pt x="384371" y="77611"/>
                  </a:lnTo>
                  <a:lnTo>
                    <a:pt x="386083" y="69816"/>
                  </a:lnTo>
                  <a:lnTo>
                    <a:pt x="387794" y="110642"/>
                  </a:lnTo>
                  <a:lnTo>
                    <a:pt x="389505" y="186553"/>
                  </a:lnTo>
                  <a:lnTo>
                    <a:pt x="391217" y="160003"/>
                  </a:lnTo>
                  <a:lnTo>
                    <a:pt x="392928" y="198086"/>
                  </a:lnTo>
                  <a:lnTo>
                    <a:pt x="394640" y="268769"/>
                  </a:lnTo>
                  <a:lnTo>
                    <a:pt x="396351" y="356689"/>
                  </a:lnTo>
                  <a:lnTo>
                    <a:pt x="398062" y="422254"/>
                  </a:lnTo>
                  <a:lnTo>
                    <a:pt x="399774" y="496515"/>
                  </a:lnTo>
                  <a:lnTo>
                    <a:pt x="401485" y="502763"/>
                  </a:lnTo>
                  <a:lnTo>
                    <a:pt x="403196" y="502295"/>
                  </a:lnTo>
                  <a:lnTo>
                    <a:pt x="404908" y="471045"/>
                  </a:lnTo>
                  <a:lnTo>
                    <a:pt x="406619" y="490017"/>
                  </a:lnTo>
                  <a:lnTo>
                    <a:pt x="408331" y="495720"/>
                  </a:lnTo>
                  <a:lnTo>
                    <a:pt x="410042" y="444423"/>
                  </a:lnTo>
                  <a:lnTo>
                    <a:pt x="411753" y="467113"/>
                  </a:lnTo>
                  <a:lnTo>
                    <a:pt x="413465" y="466541"/>
                  </a:lnTo>
                  <a:lnTo>
                    <a:pt x="415176" y="465236"/>
                  </a:lnTo>
                  <a:lnTo>
                    <a:pt x="416888" y="321826"/>
                  </a:lnTo>
                  <a:lnTo>
                    <a:pt x="418599" y="241217"/>
                  </a:lnTo>
                  <a:lnTo>
                    <a:pt x="420310" y="285010"/>
                  </a:lnTo>
                  <a:lnTo>
                    <a:pt x="422022" y="430497"/>
                  </a:lnTo>
                  <a:lnTo>
                    <a:pt x="423733" y="403342"/>
                  </a:lnTo>
                  <a:lnTo>
                    <a:pt x="425445" y="463237"/>
                  </a:lnTo>
                  <a:lnTo>
                    <a:pt x="427156" y="471779"/>
                  </a:lnTo>
                  <a:lnTo>
                    <a:pt x="428867" y="448465"/>
                  </a:lnTo>
                  <a:lnTo>
                    <a:pt x="430579" y="366132"/>
                  </a:lnTo>
                  <a:lnTo>
                    <a:pt x="432290" y="274288"/>
                  </a:lnTo>
                  <a:lnTo>
                    <a:pt x="434002" y="242049"/>
                  </a:lnTo>
                  <a:lnTo>
                    <a:pt x="435713" y="289434"/>
                  </a:lnTo>
                  <a:lnTo>
                    <a:pt x="437424" y="394064"/>
                  </a:lnTo>
                  <a:lnTo>
                    <a:pt x="439136" y="365459"/>
                  </a:lnTo>
                  <a:lnTo>
                    <a:pt x="440847" y="261610"/>
                  </a:lnTo>
                  <a:lnTo>
                    <a:pt x="442559" y="306680"/>
                  </a:lnTo>
                  <a:lnTo>
                    <a:pt x="444270" y="411894"/>
                  </a:lnTo>
                  <a:lnTo>
                    <a:pt x="445981" y="457837"/>
                  </a:lnTo>
                  <a:lnTo>
                    <a:pt x="447693" y="433729"/>
                  </a:lnTo>
                  <a:lnTo>
                    <a:pt x="449404" y="375068"/>
                  </a:lnTo>
                  <a:lnTo>
                    <a:pt x="451116" y="369121"/>
                  </a:lnTo>
                  <a:lnTo>
                    <a:pt x="452827" y="415111"/>
                  </a:lnTo>
                  <a:lnTo>
                    <a:pt x="454538" y="349020"/>
                  </a:lnTo>
                  <a:lnTo>
                    <a:pt x="456250" y="282613"/>
                  </a:lnTo>
                  <a:lnTo>
                    <a:pt x="457961" y="272715"/>
                  </a:lnTo>
                  <a:lnTo>
                    <a:pt x="459673" y="321702"/>
                  </a:lnTo>
                  <a:lnTo>
                    <a:pt x="461384" y="348815"/>
                  </a:lnTo>
                  <a:lnTo>
                    <a:pt x="463095" y="341249"/>
                  </a:lnTo>
                  <a:lnTo>
                    <a:pt x="464807" y="447909"/>
                  </a:lnTo>
                  <a:lnTo>
                    <a:pt x="466518" y="464936"/>
                  </a:lnTo>
                  <a:lnTo>
                    <a:pt x="468230" y="487008"/>
                  </a:lnTo>
                  <a:lnTo>
                    <a:pt x="469941" y="472815"/>
                  </a:lnTo>
                  <a:lnTo>
                    <a:pt x="471652" y="421571"/>
                  </a:lnTo>
                  <a:lnTo>
                    <a:pt x="473364" y="491608"/>
                  </a:lnTo>
                  <a:lnTo>
                    <a:pt x="475075" y="482738"/>
                  </a:lnTo>
                  <a:lnTo>
                    <a:pt x="476787" y="542792"/>
                  </a:lnTo>
                  <a:lnTo>
                    <a:pt x="478498" y="487556"/>
                  </a:lnTo>
                  <a:lnTo>
                    <a:pt x="480209" y="536363"/>
                  </a:lnTo>
                  <a:lnTo>
                    <a:pt x="481921" y="548948"/>
                  </a:lnTo>
                  <a:lnTo>
                    <a:pt x="483632" y="535214"/>
                  </a:lnTo>
                  <a:lnTo>
                    <a:pt x="485344" y="569785"/>
                  </a:lnTo>
                  <a:lnTo>
                    <a:pt x="487055" y="542262"/>
                  </a:lnTo>
                  <a:lnTo>
                    <a:pt x="488766" y="517163"/>
                  </a:lnTo>
                  <a:lnTo>
                    <a:pt x="490478" y="493443"/>
                  </a:lnTo>
                  <a:lnTo>
                    <a:pt x="492189" y="478775"/>
                  </a:lnTo>
                  <a:lnTo>
                    <a:pt x="493901" y="491867"/>
                  </a:lnTo>
                  <a:lnTo>
                    <a:pt x="495612" y="495092"/>
                  </a:lnTo>
                  <a:lnTo>
                    <a:pt x="497323" y="508631"/>
                  </a:lnTo>
                  <a:lnTo>
                    <a:pt x="499035" y="480128"/>
                  </a:lnTo>
                  <a:lnTo>
                    <a:pt x="500746" y="371507"/>
                  </a:lnTo>
                  <a:lnTo>
                    <a:pt x="502458" y="308999"/>
                  </a:lnTo>
                  <a:lnTo>
                    <a:pt x="504169" y="402386"/>
                  </a:lnTo>
                  <a:lnTo>
                    <a:pt x="505880" y="372683"/>
                  </a:lnTo>
                  <a:lnTo>
                    <a:pt x="507592" y="387326"/>
                  </a:lnTo>
                  <a:lnTo>
                    <a:pt x="509303" y="395841"/>
                  </a:lnTo>
                  <a:lnTo>
                    <a:pt x="511014" y="331137"/>
                  </a:lnTo>
                  <a:lnTo>
                    <a:pt x="512726" y="365497"/>
                  </a:lnTo>
                  <a:lnTo>
                    <a:pt x="514437" y="366569"/>
                  </a:lnTo>
                  <a:lnTo>
                    <a:pt x="516149" y="427612"/>
                  </a:lnTo>
                  <a:lnTo>
                    <a:pt x="517860" y="434776"/>
                  </a:lnTo>
                  <a:lnTo>
                    <a:pt x="519571" y="405119"/>
                  </a:lnTo>
                  <a:lnTo>
                    <a:pt x="521283" y="393167"/>
                  </a:lnTo>
                  <a:lnTo>
                    <a:pt x="522994" y="448182"/>
                  </a:lnTo>
                  <a:lnTo>
                    <a:pt x="524706" y="476725"/>
                  </a:lnTo>
                  <a:lnTo>
                    <a:pt x="526417" y="460469"/>
                  </a:lnTo>
                  <a:lnTo>
                    <a:pt x="528128" y="474513"/>
                  </a:lnTo>
                  <a:lnTo>
                    <a:pt x="529840" y="482749"/>
                  </a:lnTo>
                  <a:lnTo>
                    <a:pt x="531551" y="487474"/>
                  </a:lnTo>
                  <a:lnTo>
                    <a:pt x="533263" y="461942"/>
                  </a:lnTo>
                  <a:lnTo>
                    <a:pt x="534974" y="452387"/>
                  </a:lnTo>
                  <a:lnTo>
                    <a:pt x="536685" y="331731"/>
                  </a:lnTo>
                  <a:lnTo>
                    <a:pt x="538397" y="246118"/>
                  </a:lnTo>
                  <a:lnTo>
                    <a:pt x="540108" y="245095"/>
                  </a:lnTo>
                  <a:lnTo>
                    <a:pt x="541820" y="200038"/>
                  </a:lnTo>
                  <a:lnTo>
                    <a:pt x="543531" y="266066"/>
                  </a:lnTo>
                  <a:lnTo>
                    <a:pt x="545242" y="244623"/>
                  </a:lnTo>
                  <a:lnTo>
                    <a:pt x="546954" y="243539"/>
                  </a:lnTo>
                  <a:lnTo>
                    <a:pt x="548665" y="177402"/>
                  </a:lnTo>
                  <a:lnTo>
                    <a:pt x="550377" y="221482"/>
                  </a:lnTo>
                  <a:lnTo>
                    <a:pt x="552088" y="145236"/>
                  </a:lnTo>
                  <a:lnTo>
                    <a:pt x="553799" y="131740"/>
                  </a:lnTo>
                  <a:lnTo>
                    <a:pt x="555511" y="100835"/>
                  </a:lnTo>
                  <a:lnTo>
                    <a:pt x="557222" y="115504"/>
                  </a:lnTo>
                  <a:lnTo>
                    <a:pt x="558934" y="201574"/>
                  </a:lnTo>
                  <a:lnTo>
                    <a:pt x="560645" y="172882"/>
                  </a:lnTo>
                  <a:lnTo>
                    <a:pt x="562356" y="221415"/>
                  </a:lnTo>
                  <a:lnTo>
                    <a:pt x="564068" y="282951"/>
                  </a:lnTo>
                  <a:lnTo>
                    <a:pt x="565779" y="344733"/>
                  </a:lnTo>
                  <a:lnTo>
                    <a:pt x="567491" y="380714"/>
                  </a:lnTo>
                  <a:lnTo>
                    <a:pt x="569202" y="356364"/>
                  </a:lnTo>
                  <a:lnTo>
                    <a:pt x="570913" y="337968"/>
                  </a:lnTo>
                  <a:lnTo>
                    <a:pt x="572625" y="381742"/>
                  </a:lnTo>
                  <a:lnTo>
                    <a:pt x="574336" y="250359"/>
                  </a:lnTo>
                  <a:lnTo>
                    <a:pt x="576048" y="235664"/>
                  </a:lnTo>
                  <a:lnTo>
                    <a:pt x="577759" y="239006"/>
                  </a:lnTo>
                  <a:lnTo>
                    <a:pt x="579470" y="233146"/>
                  </a:lnTo>
                  <a:lnTo>
                    <a:pt x="581182" y="177955"/>
                  </a:lnTo>
                  <a:lnTo>
                    <a:pt x="582893" y="275861"/>
                  </a:lnTo>
                  <a:lnTo>
                    <a:pt x="584605" y="414343"/>
                  </a:lnTo>
                  <a:lnTo>
                    <a:pt x="586316" y="426773"/>
                  </a:lnTo>
                  <a:lnTo>
                    <a:pt x="588027" y="416065"/>
                  </a:lnTo>
                  <a:lnTo>
                    <a:pt x="589739" y="263450"/>
                  </a:lnTo>
                  <a:lnTo>
                    <a:pt x="591450" y="261472"/>
                  </a:lnTo>
                  <a:lnTo>
                    <a:pt x="593162" y="250573"/>
                  </a:lnTo>
                  <a:lnTo>
                    <a:pt x="594873" y="218585"/>
                  </a:lnTo>
                  <a:lnTo>
                    <a:pt x="596584" y="159738"/>
                  </a:lnTo>
                  <a:lnTo>
                    <a:pt x="598296" y="156463"/>
                  </a:lnTo>
                  <a:lnTo>
                    <a:pt x="600007" y="214526"/>
                  </a:lnTo>
                  <a:lnTo>
                    <a:pt x="601719" y="165662"/>
                  </a:lnTo>
                  <a:lnTo>
                    <a:pt x="603430" y="198816"/>
                  </a:lnTo>
                  <a:lnTo>
                    <a:pt x="605141" y="155179"/>
                  </a:lnTo>
                  <a:lnTo>
                    <a:pt x="606853" y="111804"/>
                  </a:lnTo>
                  <a:lnTo>
                    <a:pt x="608564" y="138959"/>
                  </a:lnTo>
                  <a:lnTo>
                    <a:pt x="610276" y="193073"/>
                  </a:lnTo>
                  <a:lnTo>
                    <a:pt x="611987" y="221187"/>
                  </a:lnTo>
                  <a:lnTo>
                    <a:pt x="613698" y="198160"/>
                  </a:lnTo>
                  <a:lnTo>
                    <a:pt x="615410" y="127392"/>
                  </a:lnTo>
                  <a:lnTo>
                    <a:pt x="617121" y="209903"/>
                  </a:lnTo>
                  <a:lnTo>
                    <a:pt x="618832" y="251830"/>
                  </a:lnTo>
                  <a:lnTo>
                    <a:pt x="620544" y="311870"/>
                  </a:lnTo>
                  <a:lnTo>
                    <a:pt x="622255" y="399067"/>
                  </a:lnTo>
                  <a:lnTo>
                    <a:pt x="623967" y="385036"/>
                  </a:lnTo>
                  <a:lnTo>
                    <a:pt x="625678" y="405580"/>
                  </a:lnTo>
                  <a:lnTo>
                    <a:pt x="627389" y="406493"/>
                  </a:lnTo>
                  <a:lnTo>
                    <a:pt x="629101" y="399720"/>
                  </a:lnTo>
                  <a:lnTo>
                    <a:pt x="630812" y="393381"/>
                  </a:lnTo>
                  <a:lnTo>
                    <a:pt x="632524" y="488370"/>
                  </a:lnTo>
                  <a:lnTo>
                    <a:pt x="634235" y="445794"/>
                  </a:lnTo>
                  <a:lnTo>
                    <a:pt x="635946" y="376050"/>
                  </a:lnTo>
                  <a:lnTo>
                    <a:pt x="637658" y="434182"/>
                  </a:lnTo>
                  <a:lnTo>
                    <a:pt x="639369" y="534642"/>
                  </a:lnTo>
                  <a:lnTo>
                    <a:pt x="641081" y="555185"/>
                  </a:lnTo>
                  <a:lnTo>
                    <a:pt x="642792" y="525035"/>
                  </a:lnTo>
                  <a:lnTo>
                    <a:pt x="644503" y="533599"/>
                  </a:lnTo>
                  <a:lnTo>
                    <a:pt x="646215" y="550893"/>
                  </a:lnTo>
                  <a:lnTo>
                    <a:pt x="647926" y="552752"/>
                  </a:lnTo>
                  <a:lnTo>
                    <a:pt x="649638" y="527592"/>
                  </a:lnTo>
                  <a:lnTo>
                    <a:pt x="651349" y="460899"/>
                  </a:lnTo>
                  <a:lnTo>
                    <a:pt x="653060" y="504565"/>
                  </a:lnTo>
                  <a:lnTo>
                    <a:pt x="654772" y="572351"/>
                  </a:lnTo>
                  <a:lnTo>
                    <a:pt x="656483" y="566246"/>
                  </a:lnTo>
                  <a:lnTo>
                    <a:pt x="658195" y="505571"/>
                  </a:lnTo>
                  <a:lnTo>
                    <a:pt x="659906" y="461118"/>
                  </a:lnTo>
                  <a:lnTo>
                    <a:pt x="661617" y="350091"/>
                  </a:lnTo>
                  <a:lnTo>
                    <a:pt x="663329" y="280030"/>
                  </a:lnTo>
                  <a:lnTo>
                    <a:pt x="665040" y="258895"/>
                  </a:lnTo>
                  <a:lnTo>
                    <a:pt x="666752" y="274558"/>
                  </a:lnTo>
                  <a:lnTo>
                    <a:pt x="668463" y="357035"/>
                  </a:lnTo>
                  <a:lnTo>
                    <a:pt x="670174" y="351564"/>
                  </a:lnTo>
                  <a:lnTo>
                    <a:pt x="671886" y="260297"/>
                  </a:lnTo>
                  <a:lnTo>
                    <a:pt x="673597" y="275760"/>
                  </a:lnTo>
                  <a:lnTo>
                    <a:pt x="675309" y="290471"/>
                  </a:lnTo>
                  <a:lnTo>
                    <a:pt x="677020" y="203556"/>
                  </a:lnTo>
                  <a:lnTo>
                    <a:pt x="678731" y="196662"/>
                  </a:lnTo>
                  <a:lnTo>
                    <a:pt x="680443" y="198239"/>
                  </a:lnTo>
                  <a:lnTo>
                    <a:pt x="682154" y="167414"/>
                  </a:lnTo>
                  <a:lnTo>
                    <a:pt x="683866" y="226318"/>
                  </a:lnTo>
                  <a:lnTo>
                    <a:pt x="685577" y="143282"/>
                  </a:lnTo>
                  <a:lnTo>
                    <a:pt x="687288" y="165845"/>
                  </a:lnTo>
                  <a:lnTo>
                    <a:pt x="689000" y="242933"/>
                  </a:lnTo>
                  <a:lnTo>
                    <a:pt x="690711" y="324885"/>
                  </a:lnTo>
                  <a:lnTo>
                    <a:pt x="692423" y="427079"/>
                  </a:lnTo>
                  <a:lnTo>
                    <a:pt x="694134" y="409931"/>
                  </a:lnTo>
                  <a:lnTo>
                    <a:pt x="695845" y="390092"/>
                  </a:lnTo>
                  <a:lnTo>
                    <a:pt x="697557" y="339738"/>
                  </a:lnTo>
                  <a:lnTo>
                    <a:pt x="699268" y="289350"/>
                  </a:lnTo>
                  <a:lnTo>
                    <a:pt x="700980" y="338580"/>
                  </a:lnTo>
                  <a:lnTo>
                    <a:pt x="702691" y="318273"/>
                  </a:lnTo>
                  <a:lnTo>
                    <a:pt x="704402" y="261392"/>
                  </a:lnTo>
                  <a:lnTo>
                    <a:pt x="706114" y="315963"/>
                  </a:lnTo>
                  <a:lnTo>
                    <a:pt x="707825" y="391766"/>
                  </a:lnTo>
                  <a:lnTo>
                    <a:pt x="709537" y="447656"/>
                  </a:lnTo>
                  <a:lnTo>
                    <a:pt x="711248" y="460501"/>
                  </a:lnTo>
                  <a:lnTo>
                    <a:pt x="712959" y="470388"/>
                  </a:lnTo>
                  <a:lnTo>
                    <a:pt x="714671" y="455897"/>
                  </a:lnTo>
                  <a:lnTo>
                    <a:pt x="716382" y="450754"/>
                  </a:lnTo>
                  <a:lnTo>
                    <a:pt x="718094" y="453238"/>
                  </a:lnTo>
                  <a:lnTo>
                    <a:pt x="719805" y="472558"/>
                  </a:lnTo>
                  <a:lnTo>
                    <a:pt x="721516" y="446463"/>
                  </a:lnTo>
                  <a:lnTo>
                    <a:pt x="723228" y="437983"/>
                  </a:lnTo>
                  <a:lnTo>
                    <a:pt x="724939" y="439983"/>
                  </a:lnTo>
                  <a:lnTo>
                    <a:pt x="726650" y="443311"/>
                  </a:lnTo>
                  <a:lnTo>
                    <a:pt x="728362" y="449491"/>
                  </a:lnTo>
                  <a:lnTo>
                    <a:pt x="730073" y="347961"/>
                  </a:lnTo>
                  <a:lnTo>
                    <a:pt x="731785" y="370647"/>
                  </a:lnTo>
                  <a:lnTo>
                    <a:pt x="733496" y="452105"/>
                  </a:lnTo>
                  <a:lnTo>
                    <a:pt x="735207" y="494904"/>
                  </a:lnTo>
                  <a:lnTo>
                    <a:pt x="736919" y="490633"/>
                  </a:lnTo>
                  <a:lnTo>
                    <a:pt x="738630" y="501879"/>
                  </a:lnTo>
                  <a:lnTo>
                    <a:pt x="740342" y="515690"/>
                  </a:lnTo>
                  <a:lnTo>
                    <a:pt x="742053" y="520830"/>
                  </a:lnTo>
                  <a:lnTo>
                    <a:pt x="743764" y="516184"/>
                  </a:lnTo>
                  <a:lnTo>
                    <a:pt x="745476" y="504840"/>
                  </a:lnTo>
                  <a:lnTo>
                    <a:pt x="747187" y="482034"/>
                  </a:lnTo>
                  <a:lnTo>
                    <a:pt x="748899" y="560098"/>
                  </a:lnTo>
                  <a:lnTo>
                    <a:pt x="750610" y="577457"/>
                  </a:lnTo>
                  <a:lnTo>
                    <a:pt x="752321" y="530078"/>
                  </a:lnTo>
                  <a:lnTo>
                    <a:pt x="754033" y="557926"/>
                  </a:lnTo>
                  <a:lnTo>
                    <a:pt x="755744" y="559994"/>
                  </a:lnTo>
                  <a:lnTo>
                    <a:pt x="757456" y="580598"/>
                  </a:lnTo>
                  <a:lnTo>
                    <a:pt x="759167" y="524157"/>
                  </a:lnTo>
                  <a:lnTo>
                    <a:pt x="760878" y="511148"/>
                  </a:lnTo>
                  <a:lnTo>
                    <a:pt x="762590" y="423632"/>
                  </a:lnTo>
                  <a:lnTo>
                    <a:pt x="764301" y="437263"/>
                  </a:lnTo>
                  <a:lnTo>
                    <a:pt x="766013" y="532496"/>
                  </a:lnTo>
                  <a:lnTo>
                    <a:pt x="767724" y="554055"/>
                  </a:lnTo>
                  <a:lnTo>
                    <a:pt x="769435" y="562716"/>
                  </a:lnTo>
                  <a:lnTo>
                    <a:pt x="771147" y="620920"/>
                  </a:lnTo>
                  <a:lnTo>
                    <a:pt x="772858" y="637944"/>
                  </a:lnTo>
                  <a:lnTo>
                    <a:pt x="774157" y="65612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8787390" y="6376303"/>
              <a:ext cx="1146" cy="3146"/>
            </a:xfrm>
            <a:custGeom>
              <a:avLst/>
              <a:pathLst>
                <a:path w="1146" h="3146">
                  <a:moveTo>
                    <a:pt x="0" y="3146"/>
                  </a:moveTo>
                  <a:lnTo>
                    <a:pt x="603" y="0"/>
                  </a:lnTo>
                  <a:lnTo>
                    <a:pt x="1146" y="314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8797327" y="6023127"/>
              <a:ext cx="94444" cy="356322"/>
            </a:xfrm>
            <a:custGeom>
              <a:avLst/>
              <a:pathLst>
                <a:path w="94444" h="356322">
                  <a:moveTo>
                    <a:pt x="0" y="356322"/>
                  </a:moveTo>
                  <a:lnTo>
                    <a:pt x="935" y="335593"/>
                  </a:lnTo>
                  <a:lnTo>
                    <a:pt x="2646" y="308870"/>
                  </a:lnTo>
                  <a:lnTo>
                    <a:pt x="4357" y="284380"/>
                  </a:lnTo>
                  <a:lnTo>
                    <a:pt x="6069" y="248182"/>
                  </a:lnTo>
                  <a:lnTo>
                    <a:pt x="7780" y="229920"/>
                  </a:lnTo>
                  <a:lnTo>
                    <a:pt x="9492" y="205962"/>
                  </a:lnTo>
                  <a:lnTo>
                    <a:pt x="11203" y="230675"/>
                  </a:lnTo>
                  <a:lnTo>
                    <a:pt x="12914" y="207969"/>
                  </a:lnTo>
                  <a:lnTo>
                    <a:pt x="14626" y="198902"/>
                  </a:lnTo>
                  <a:lnTo>
                    <a:pt x="16337" y="214972"/>
                  </a:lnTo>
                  <a:lnTo>
                    <a:pt x="18048" y="246395"/>
                  </a:lnTo>
                  <a:lnTo>
                    <a:pt x="19760" y="275715"/>
                  </a:lnTo>
                  <a:lnTo>
                    <a:pt x="21471" y="246654"/>
                  </a:lnTo>
                  <a:lnTo>
                    <a:pt x="23183" y="217336"/>
                  </a:lnTo>
                  <a:lnTo>
                    <a:pt x="24894" y="229101"/>
                  </a:lnTo>
                  <a:lnTo>
                    <a:pt x="26605" y="126510"/>
                  </a:lnTo>
                  <a:lnTo>
                    <a:pt x="28317" y="38551"/>
                  </a:lnTo>
                  <a:lnTo>
                    <a:pt x="30028" y="7023"/>
                  </a:lnTo>
                  <a:lnTo>
                    <a:pt x="31740" y="13224"/>
                  </a:lnTo>
                  <a:lnTo>
                    <a:pt x="33451" y="171524"/>
                  </a:lnTo>
                  <a:lnTo>
                    <a:pt x="35162" y="130167"/>
                  </a:lnTo>
                  <a:lnTo>
                    <a:pt x="36874" y="92184"/>
                  </a:lnTo>
                  <a:lnTo>
                    <a:pt x="38585" y="51110"/>
                  </a:lnTo>
                  <a:lnTo>
                    <a:pt x="40297" y="150863"/>
                  </a:lnTo>
                  <a:lnTo>
                    <a:pt x="42008" y="140237"/>
                  </a:lnTo>
                  <a:lnTo>
                    <a:pt x="43719" y="21457"/>
                  </a:lnTo>
                  <a:lnTo>
                    <a:pt x="45431" y="0"/>
                  </a:lnTo>
                  <a:lnTo>
                    <a:pt x="47142" y="109023"/>
                  </a:lnTo>
                  <a:lnTo>
                    <a:pt x="48854" y="151893"/>
                  </a:lnTo>
                  <a:lnTo>
                    <a:pt x="50565" y="52656"/>
                  </a:lnTo>
                  <a:lnTo>
                    <a:pt x="52276" y="45289"/>
                  </a:lnTo>
                  <a:lnTo>
                    <a:pt x="53988" y="51763"/>
                  </a:lnTo>
                  <a:lnTo>
                    <a:pt x="55699" y="164873"/>
                  </a:lnTo>
                  <a:lnTo>
                    <a:pt x="57411" y="149049"/>
                  </a:lnTo>
                  <a:lnTo>
                    <a:pt x="59122" y="126928"/>
                  </a:lnTo>
                  <a:lnTo>
                    <a:pt x="60833" y="190285"/>
                  </a:lnTo>
                  <a:lnTo>
                    <a:pt x="62545" y="205097"/>
                  </a:lnTo>
                  <a:lnTo>
                    <a:pt x="64256" y="237292"/>
                  </a:lnTo>
                  <a:lnTo>
                    <a:pt x="65968" y="244698"/>
                  </a:lnTo>
                  <a:lnTo>
                    <a:pt x="67679" y="263240"/>
                  </a:lnTo>
                  <a:lnTo>
                    <a:pt x="69390" y="305503"/>
                  </a:lnTo>
                  <a:lnTo>
                    <a:pt x="71102" y="318684"/>
                  </a:lnTo>
                  <a:lnTo>
                    <a:pt x="72813" y="329606"/>
                  </a:lnTo>
                  <a:lnTo>
                    <a:pt x="74525" y="299389"/>
                  </a:lnTo>
                  <a:lnTo>
                    <a:pt x="76236" y="279605"/>
                  </a:lnTo>
                  <a:lnTo>
                    <a:pt x="77947" y="219133"/>
                  </a:lnTo>
                  <a:lnTo>
                    <a:pt x="79659" y="200615"/>
                  </a:lnTo>
                  <a:lnTo>
                    <a:pt x="81370" y="266733"/>
                  </a:lnTo>
                  <a:lnTo>
                    <a:pt x="83082" y="313901"/>
                  </a:lnTo>
                  <a:lnTo>
                    <a:pt x="84793" y="297127"/>
                  </a:lnTo>
                  <a:lnTo>
                    <a:pt x="86504" y="335907"/>
                  </a:lnTo>
                  <a:lnTo>
                    <a:pt x="88216" y="354569"/>
                  </a:lnTo>
                  <a:lnTo>
                    <a:pt x="89927" y="347863"/>
                  </a:lnTo>
                  <a:lnTo>
                    <a:pt x="91639" y="344432"/>
                  </a:lnTo>
                  <a:lnTo>
                    <a:pt x="93350" y="342462"/>
                  </a:lnTo>
                  <a:lnTo>
                    <a:pt x="94444" y="35632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8892911" y="5968766"/>
              <a:ext cx="105584" cy="410683"/>
            </a:xfrm>
            <a:custGeom>
              <a:avLst/>
              <a:pathLst>
                <a:path w="105584" h="410683">
                  <a:moveTo>
                    <a:pt x="0" y="410683"/>
                  </a:moveTo>
                  <a:lnTo>
                    <a:pt x="1188" y="392862"/>
                  </a:lnTo>
                  <a:lnTo>
                    <a:pt x="2900" y="369389"/>
                  </a:lnTo>
                  <a:lnTo>
                    <a:pt x="4611" y="332042"/>
                  </a:lnTo>
                  <a:lnTo>
                    <a:pt x="6323" y="320052"/>
                  </a:lnTo>
                  <a:lnTo>
                    <a:pt x="8034" y="342862"/>
                  </a:lnTo>
                  <a:lnTo>
                    <a:pt x="9745" y="313221"/>
                  </a:lnTo>
                  <a:lnTo>
                    <a:pt x="11457" y="293497"/>
                  </a:lnTo>
                  <a:lnTo>
                    <a:pt x="13168" y="355473"/>
                  </a:lnTo>
                  <a:lnTo>
                    <a:pt x="14880" y="336628"/>
                  </a:lnTo>
                  <a:lnTo>
                    <a:pt x="16591" y="371785"/>
                  </a:lnTo>
                  <a:lnTo>
                    <a:pt x="18302" y="319584"/>
                  </a:lnTo>
                  <a:lnTo>
                    <a:pt x="20014" y="298989"/>
                  </a:lnTo>
                  <a:lnTo>
                    <a:pt x="21725" y="198839"/>
                  </a:lnTo>
                  <a:lnTo>
                    <a:pt x="23437" y="198853"/>
                  </a:lnTo>
                  <a:lnTo>
                    <a:pt x="25148" y="224931"/>
                  </a:lnTo>
                  <a:lnTo>
                    <a:pt x="26859" y="216457"/>
                  </a:lnTo>
                  <a:lnTo>
                    <a:pt x="28571" y="245623"/>
                  </a:lnTo>
                  <a:lnTo>
                    <a:pt x="30282" y="266705"/>
                  </a:lnTo>
                  <a:lnTo>
                    <a:pt x="31994" y="229105"/>
                  </a:lnTo>
                  <a:lnTo>
                    <a:pt x="33705" y="233072"/>
                  </a:lnTo>
                  <a:lnTo>
                    <a:pt x="35416" y="250689"/>
                  </a:lnTo>
                  <a:lnTo>
                    <a:pt x="37128" y="342042"/>
                  </a:lnTo>
                  <a:lnTo>
                    <a:pt x="38839" y="316692"/>
                  </a:lnTo>
                  <a:lnTo>
                    <a:pt x="40551" y="326632"/>
                  </a:lnTo>
                  <a:lnTo>
                    <a:pt x="42262" y="319198"/>
                  </a:lnTo>
                  <a:lnTo>
                    <a:pt x="43973" y="292981"/>
                  </a:lnTo>
                  <a:lnTo>
                    <a:pt x="45685" y="280819"/>
                  </a:lnTo>
                  <a:lnTo>
                    <a:pt x="47396" y="239499"/>
                  </a:lnTo>
                  <a:lnTo>
                    <a:pt x="49108" y="239574"/>
                  </a:lnTo>
                  <a:lnTo>
                    <a:pt x="50819" y="206258"/>
                  </a:lnTo>
                  <a:lnTo>
                    <a:pt x="52530" y="211851"/>
                  </a:lnTo>
                  <a:lnTo>
                    <a:pt x="54242" y="248151"/>
                  </a:lnTo>
                  <a:lnTo>
                    <a:pt x="55953" y="215227"/>
                  </a:lnTo>
                  <a:lnTo>
                    <a:pt x="57665" y="224244"/>
                  </a:lnTo>
                  <a:lnTo>
                    <a:pt x="59376" y="187507"/>
                  </a:lnTo>
                  <a:lnTo>
                    <a:pt x="61087" y="170161"/>
                  </a:lnTo>
                  <a:lnTo>
                    <a:pt x="62799" y="224897"/>
                  </a:lnTo>
                  <a:lnTo>
                    <a:pt x="64510" y="182037"/>
                  </a:lnTo>
                  <a:lnTo>
                    <a:pt x="66222" y="238956"/>
                  </a:lnTo>
                  <a:lnTo>
                    <a:pt x="67933" y="243634"/>
                  </a:lnTo>
                  <a:lnTo>
                    <a:pt x="69644" y="260362"/>
                  </a:lnTo>
                  <a:lnTo>
                    <a:pt x="71356" y="258910"/>
                  </a:lnTo>
                  <a:lnTo>
                    <a:pt x="73067" y="213694"/>
                  </a:lnTo>
                  <a:lnTo>
                    <a:pt x="74779" y="120141"/>
                  </a:lnTo>
                  <a:lnTo>
                    <a:pt x="76490" y="63636"/>
                  </a:lnTo>
                  <a:lnTo>
                    <a:pt x="78201" y="88084"/>
                  </a:lnTo>
                  <a:lnTo>
                    <a:pt x="79913" y="114341"/>
                  </a:lnTo>
                  <a:lnTo>
                    <a:pt x="81624" y="0"/>
                  </a:lnTo>
                  <a:lnTo>
                    <a:pt x="83336" y="64516"/>
                  </a:lnTo>
                  <a:lnTo>
                    <a:pt x="85047" y="103448"/>
                  </a:lnTo>
                  <a:lnTo>
                    <a:pt x="86758" y="115073"/>
                  </a:lnTo>
                  <a:lnTo>
                    <a:pt x="88470" y="187321"/>
                  </a:lnTo>
                  <a:lnTo>
                    <a:pt x="90181" y="165968"/>
                  </a:lnTo>
                  <a:lnTo>
                    <a:pt x="91892" y="178540"/>
                  </a:lnTo>
                  <a:lnTo>
                    <a:pt x="93604" y="186078"/>
                  </a:lnTo>
                  <a:lnTo>
                    <a:pt x="95315" y="206408"/>
                  </a:lnTo>
                  <a:lnTo>
                    <a:pt x="97027" y="131655"/>
                  </a:lnTo>
                  <a:lnTo>
                    <a:pt x="98738" y="114416"/>
                  </a:lnTo>
                  <a:lnTo>
                    <a:pt x="100449" y="141320"/>
                  </a:lnTo>
                  <a:lnTo>
                    <a:pt x="102161" y="253354"/>
                  </a:lnTo>
                  <a:lnTo>
                    <a:pt x="103872" y="250793"/>
                  </a:lnTo>
                  <a:lnTo>
                    <a:pt x="105584" y="262803"/>
                  </a:lnTo>
                  <a:lnTo>
                    <a:pt x="105584" y="26280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444934" y="4917463"/>
              <a:ext cx="8553560" cy="1461986"/>
            </a:xfrm>
            <a:custGeom>
              <a:avLst/>
              <a:pathLst>
                <a:path w="8553560" h="1461986">
                  <a:moveTo>
                    <a:pt x="0" y="1385920"/>
                  </a:moveTo>
                  <a:lnTo>
                    <a:pt x="1711" y="1355177"/>
                  </a:lnTo>
                  <a:lnTo>
                    <a:pt x="3422" y="1366250"/>
                  </a:lnTo>
                  <a:lnTo>
                    <a:pt x="5134" y="1346040"/>
                  </a:lnTo>
                  <a:lnTo>
                    <a:pt x="6845" y="1389986"/>
                  </a:lnTo>
                  <a:lnTo>
                    <a:pt x="8556" y="1404422"/>
                  </a:lnTo>
                  <a:lnTo>
                    <a:pt x="10268" y="1406633"/>
                  </a:lnTo>
                  <a:lnTo>
                    <a:pt x="11979" y="1410457"/>
                  </a:lnTo>
                  <a:lnTo>
                    <a:pt x="13691" y="1376734"/>
                  </a:lnTo>
                  <a:lnTo>
                    <a:pt x="15402" y="1431601"/>
                  </a:lnTo>
                  <a:lnTo>
                    <a:pt x="17113" y="1441366"/>
                  </a:lnTo>
                  <a:lnTo>
                    <a:pt x="18825" y="1461986"/>
                  </a:lnTo>
                  <a:lnTo>
                    <a:pt x="20536" y="1461986"/>
                  </a:lnTo>
                  <a:lnTo>
                    <a:pt x="22248" y="1461986"/>
                  </a:lnTo>
                  <a:lnTo>
                    <a:pt x="23959" y="1461986"/>
                  </a:lnTo>
                  <a:lnTo>
                    <a:pt x="25670" y="1461986"/>
                  </a:lnTo>
                  <a:lnTo>
                    <a:pt x="27382" y="1461986"/>
                  </a:lnTo>
                  <a:lnTo>
                    <a:pt x="29093" y="1461986"/>
                  </a:lnTo>
                  <a:lnTo>
                    <a:pt x="30805" y="1461986"/>
                  </a:lnTo>
                  <a:lnTo>
                    <a:pt x="32516" y="1461986"/>
                  </a:lnTo>
                  <a:lnTo>
                    <a:pt x="34227" y="1461986"/>
                  </a:lnTo>
                  <a:lnTo>
                    <a:pt x="35939" y="1461986"/>
                  </a:lnTo>
                  <a:lnTo>
                    <a:pt x="37650" y="1461986"/>
                  </a:lnTo>
                  <a:lnTo>
                    <a:pt x="39362" y="1460346"/>
                  </a:lnTo>
                  <a:lnTo>
                    <a:pt x="41073" y="1461454"/>
                  </a:lnTo>
                  <a:lnTo>
                    <a:pt x="42784" y="1458431"/>
                  </a:lnTo>
                  <a:lnTo>
                    <a:pt x="44496" y="1458309"/>
                  </a:lnTo>
                  <a:lnTo>
                    <a:pt x="46207" y="1443923"/>
                  </a:lnTo>
                  <a:lnTo>
                    <a:pt x="47919" y="1432629"/>
                  </a:lnTo>
                  <a:lnTo>
                    <a:pt x="49630" y="1430656"/>
                  </a:lnTo>
                  <a:lnTo>
                    <a:pt x="51341" y="1397591"/>
                  </a:lnTo>
                  <a:lnTo>
                    <a:pt x="53053" y="1368475"/>
                  </a:lnTo>
                  <a:lnTo>
                    <a:pt x="54764" y="1256889"/>
                  </a:lnTo>
                  <a:lnTo>
                    <a:pt x="56476" y="1312086"/>
                  </a:lnTo>
                  <a:lnTo>
                    <a:pt x="58187" y="1371538"/>
                  </a:lnTo>
                  <a:lnTo>
                    <a:pt x="59898" y="1357954"/>
                  </a:lnTo>
                  <a:lnTo>
                    <a:pt x="61610" y="1253397"/>
                  </a:lnTo>
                  <a:lnTo>
                    <a:pt x="63321" y="1294236"/>
                  </a:lnTo>
                  <a:lnTo>
                    <a:pt x="65033" y="1354555"/>
                  </a:lnTo>
                  <a:lnTo>
                    <a:pt x="66744" y="1380719"/>
                  </a:lnTo>
                  <a:lnTo>
                    <a:pt x="68455" y="1357370"/>
                  </a:lnTo>
                  <a:lnTo>
                    <a:pt x="70167" y="1379148"/>
                  </a:lnTo>
                  <a:lnTo>
                    <a:pt x="71878" y="1344795"/>
                  </a:lnTo>
                  <a:lnTo>
                    <a:pt x="73590" y="1291135"/>
                  </a:lnTo>
                  <a:lnTo>
                    <a:pt x="75301" y="1255423"/>
                  </a:lnTo>
                  <a:lnTo>
                    <a:pt x="77012" y="1211402"/>
                  </a:lnTo>
                  <a:lnTo>
                    <a:pt x="78724" y="1164172"/>
                  </a:lnTo>
                  <a:lnTo>
                    <a:pt x="80435" y="1119639"/>
                  </a:lnTo>
                  <a:lnTo>
                    <a:pt x="82147" y="1143587"/>
                  </a:lnTo>
                  <a:lnTo>
                    <a:pt x="83858" y="1169372"/>
                  </a:lnTo>
                  <a:lnTo>
                    <a:pt x="85569" y="1113018"/>
                  </a:lnTo>
                  <a:lnTo>
                    <a:pt x="87281" y="1133426"/>
                  </a:lnTo>
                  <a:lnTo>
                    <a:pt x="88992" y="1101828"/>
                  </a:lnTo>
                  <a:lnTo>
                    <a:pt x="90704" y="1127260"/>
                  </a:lnTo>
                  <a:lnTo>
                    <a:pt x="92415" y="1163466"/>
                  </a:lnTo>
                  <a:lnTo>
                    <a:pt x="94126" y="1269496"/>
                  </a:lnTo>
                  <a:lnTo>
                    <a:pt x="95838" y="1307090"/>
                  </a:lnTo>
                  <a:lnTo>
                    <a:pt x="97549" y="1326931"/>
                  </a:lnTo>
                  <a:lnTo>
                    <a:pt x="99261" y="1325038"/>
                  </a:lnTo>
                  <a:lnTo>
                    <a:pt x="100972" y="1348387"/>
                  </a:lnTo>
                  <a:lnTo>
                    <a:pt x="102683" y="1379720"/>
                  </a:lnTo>
                  <a:lnTo>
                    <a:pt x="104395" y="1366783"/>
                  </a:lnTo>
                  <a:lnTo>
                    <a:pt x="106106" y="1349145"/>
                  </a:lnTo>
                  <a:lnTo>
                    <a:pt x="107817" y="1344615"/>
                  </a:lnTo>
                  <a:lnTo>
                    <a:pt x="109529" y="1364185"/>
                  </a:lnTo>
                  <a:lnTo>
                    <a:pt x="111240" y="1325949"/>
                  </a:lnTo>
                  <a:lnTo>
                    <a:pt x="112952" y="1308474"/>
                  </a:lnTo>
                  <a:lnTo>
                    <a:pt x="114663" y="1295727"/>
                  </a:lnTo>
                  <a:lnTo>
                    <a:pt x="116374" y="1246331"/>
                  </a:lnTo>
                  <a:lnTo>
                    <a:pt x="118086" y="1314921"/>
                  </a:lnTo>
                  <a:lnTo>
                    <a:pt x="119797" y="1303578"/>
                  </a:lnTo>
                  <a:lnTo>
                    <a:pt x="121509" y="1317055"/>
                  </a:lnTo>
                  <a:lnTo>
                    <a:pt x="123220" y="1301022"/>
                  </a:lnTo>
                  <a:lnTo>
                    <a:pt x="124931" y="1310409"/>
                  </a:lnTo>
                  <a:lnTo>
                    <a:pt x="126643" y="1242476"/>
                  </a:lnTo>
                  <a:lnTo>
                    <a:pt x="128354" y="1155606"/>
                  </a:lnTo>
                  <a:lnTo>
                    <a:pt x="130066" y="1165433"/>
                  </a:lnTo>
                  <a:lnTo>
                    <a:pt x="131777" y="1177635"/>
                  </a:lnTo>
                  <a:lnTo>
                    <a:pt x="133488" y="1203527"/>
                  </a:lnTo>
                  <a:lnTo>
                    <a:pt x="135200" y="1183979"/>
                  </a:lnTo>
                  <a:lnTo>
                    <a:pt x="136911" y="1163488"/>
                  </a:lnTo>
                  <a:lnTo>
                    <a:pt x="138623" y="1082366"/>
                  </a:lnTo>
                  <a:lnTo>
                    <a:pt x="140334" y="980408"/>
                  </a:lnTo>
                  <a:lnTo>
                    <a:pt x="142045" y="966621"/>
                  </a:lnTo>
                  <a:lnTo>
                    <a:pt x="143757" y="969285"/>
                  </a:lnTo>
                  <a:lnTo>
                    <a:pt x="145468" y="969119"/>
                  </a:lnTo>
                  <a:lnTo>
                    <a:pt x="147180" y="972053"/>
                  </a:lnTo>
                  <a:lnTo>
                    <a:pt x="148891" y="1013946"/>
                  </a:lnTo>
                  <a:lnTo>
                    <a:pt x="150602" y="1056716"/>
                  </a:lnTo>
                  <a:lnTo>
                    <a:pt x="152314" y="1096591"/>
                  </a:lnTo>
                  <a:lnTo>
                    <a:pt x="154025" y="1120882"/>
                  </a:lnTo>
                  <a:lnTo>
                    <a:pt x="155737" y="1114742"/>
                  </a:lnTo>
                  <a:lnTo>
                    <a:pt x="157448" y="1098953"/>
                  </a:lnTo>
                  <a:lnTo>
                    <a:pt x="159159" y="1142286"/>
                  </a:lnTo>
                  <a:lnTo>
                    <a:pt x="160871" y="1111408"/>
                  </a:lnTo>
                  <a:lnTo>
                    <a:pt x="162582" y="1120802"/>
                  </a:lnTo>
                  <a:lnTo>
                    <a:pt x="164294" y="1146075"/>
                  </a:lnTo>
                  <a:lnTo>
                    <a:pt x="166005" y="1196794"/>
                  </a:lnTo>
                  <a:lnTo>
                    <a:pt x="167716" y="1162565"/>
                  </a:lnTo>
                  <a:lnTo>
                    <a:pt x="169428" y="1144849"/>
                  </a:lnTo>
                  <a:lnTo>
                    <a:pt x="171139" y="1198841"/>
                  </a:lnTo>
                  <a:lnTo>
                    <a:pt x="172851" y="1172691"/>
                  </a:lnTo>
                  <a:lnTo>
                    <a:pt x="174562" y="1168777"/>
                  </a:lnTo>
                  <a:lnTo>
                    <a:pt x="176273" y="1277882"/>
                  </a:lnTo>
                  <a:lnTo>
                    <a:pt x="177985" y="1281239"/>
                  </a:lnTo>
                  <a:lnTo>
                    <a:pt x="179696" y="1315337"/>
                  </a:lnTo>
                  <a:lnTo>
                    <a:pt x="181408" y="1287977"/>
                  </a:lnTo>
                  <a:lnTo>
                    <a:pt x="183119" y="1233913"/>
                  </a:lnTo>
                  <a:lnTo>
                    <a:pt x="184830" y="1230984"/>
                  </a:lnTo>
                  <a:lnTo>
                    <a:pt x="186542" y="1234878"/>
                  </a:lnTo>
                  <a:lnTo>
                    <a:pt x="188253" y="1243283"/>
                  </a:lnTo>
                  <a:lnTo>
                    <a:pt x="189965" y="1212901"/>
                  </a:lnTo>
                  <a:lnTo>
                    <a:pt x="191676" y="1239170"/>
                  </a:lnTo>
                  <a:lnTo>
                    <a:pt x="193387" y="1269795"/>
                  </a:lnTo>
                  <a:lnTo>
                    <a:pt x="195099" y="1322586"/>
                  </a:lnTo>
                  <a:lnTo>
                    <a:pt x="196810" y="1294516"/>
                  </a:lnTo>
                  <a:lnTo>
                    <a:pt x="198522" y="1241636"/>
                  </a:lnTo>
                  <a:lnTo>
                    <a:pt x="200233" y="1194642"/>
                  </a:lnTo>
                  <a:lnTo>
                    <a:pt x="201944" y="1200036"/>
                  </a:lnTo>
                  <a:lnTo>
                    <a:pt x="203656" y="1208494"/>
                  </a:lnTo>
                  <a:lnTo>
                    <a:pt x="205367" y="1203965"/>
                  </a:lnTo>
                  <a:lnTo>
                    <a:pt x="207079" y="1250438"/>
                  </a:lnTo>
                  <a:lnTo>
                    <a:pt x="208790" y="1278690"/>
                  </a:lnTo>
                  <a:lnTo>
                    <a:pt x="210501" y="1323417"/>
                  </a:lnTo>
                  <a:lnTo>
                    <a:pt x="212213" y="1338105"/>
                  </a:lnTo>
                  <a:lnTo>
                    <a:pt x="213924" y="1338924"/>
                  </a:lnTo>
                  <a:lnTo>
                    <a:pt x="215635" y="1327094"/>
                  </a:lnTo>
                  <a:lnTo>
                    <a:pt x="217347" y="1293259"/>
                  </a:lnTo>
                  <a:lnTo>
                    <a:pt x="219058" y="1211832"/>
                  </a:lnTo>
                  <a:lnTo>
                    <a:pt x="220770" y="1238423"/>
                  </a:lnTo>
                  <a:lnTo>
                    <a:pt x="222481" y="1293902"/>
                  </a:lnTo>
                  <a:lnTo>
                    <a:pt x="224192" y="1264449"/>
                  </a:lnTo>
                  <a:lnTo>
                    <a:pt x="225904" y="1215062"/>
                  </a:lnTo>
                  <a:lnTo>
                    <a:pt x="227615" y="1217797"/>
                  </a:lnTo>
                  <a:lnTo>
                    <a:pt x="229327" y="1261911"/>
                  </a:lnTo>
                  <a:lnTo>
                    <a:pt x="231038" y="1341710"/>
                  </a:lnTo>
                  <a:lnTo>
                    <a:pt x="232749" y="1334621"/>
                  </a:lnTo>
                  <a:lnTo>
                    <a:pt x="234461" y="1351401"/>
                  </a:lnTo>
                  <a:lnTo>
                    <a:pt x="236172" y="1320900"/>
                  </a:lnTo>
                  <a:lnTo>
                    <a:pt x="237884" y="1342248"/>
                  </a:lnTo>
                  <a:lnTo>
                    <a:pt x="239595" y="1323141"/>
                  </a:lnTo>
                  <a:lnTo>
                    <a:pt x="241306" y="1276860"/>
                  </a:lnTo>
                  <a:lnTo>
                    <a:pt x="243018" y="1271801"/>
                  </a:lnTo>
                  <a:lnTo>
                    <a:pt x="244729" y="1289152"/>
                  </a:lnTo>
                  <a:lnTo>
                    <a:pt x="246441" y="1284535"/>
                  </a:lnTo>
                  <a:lnTo>
                    <a:pt x="248152" y="1259507"/>
                  </a:lnTo>
                  <a:lnTo>
                    <a:pt x="249863" y="1257901"/>
                  </a:lnTo>
                  <a:lnTo>
                    <a:pt x="251575" y="1265661"/>
                  </a:lnTo>
                  <a:lnTo>
                    <a:pt x="253286" y="1274234"/>
                  </a:lnTo>
                  <a:lnTo>
                    <a:pt x="254998" y="1269227"/>
                  </a:lnTo>
                  <a:lnTo>
                    <a:pt x="256709" y="1228225"/>
                  </a:lnTo>
                  <a:lnTo>
                    <a:pt x="258420" y="1142785"/>
                  </a:lnTo>
                  <a:lnTo>
                    <a:pt x="260132" y="1077151"/>
                  </a:lnTo>
                  <a:lnTo>
                    <a:pt x="261843" y="1207476"/>
                  </a:lnTo>
                  <a:lnTo>
                    <a:pt x="263555" y="1230672"/>
                  </a:lnTo>
                  <a:lnTo>
                    <a:pt x="265266" y="1230763"/>
                  </a:lnTo>
                  <a:lnTo>
                    <a:pt x="266977" y="1269066"/>
                  </a:lnTo>
                  <a:lnTo>
                    <a:pt x="268689" y="1245158"/>
                  </a:lnTo>
                  <a:lnTo>
                    <a:pt x="270400" y="1235125"/>
                  </a:lnTo>
                  <a:lnTo>
                    <a:pt x="272112" y="1202859"/>
                  </a:lnTo>
                  <a:lnTo>
                    <a:pt x="273823" y="1166017"/>
                  </a:lnTo>
                  <a:lnTo>
                    <a:pt x="275534" y="1163170"/>
                  </a:lnTo>
                  <a:lnTo>
                    <a:pt x="277246" y="1112539"/>
                  </a:lnTo>
                  <a:lnTo>
                    <a:pt x="278957" y="1134303"/>
                  </a:lnTo>
                  <a:lnTo>
                    <a:pt x="280669" y="1106031"/>
                  </a:lnTo>
                  <a:lnTo>
                    <a:pt x="282380" y="1087406"/>
                  </a:lnTo>
                  <a:lnTo>
                    <a:pt x="284091" y="1080180"/>
                  </a:lnTo>
                  <a:lnTo>
                    <a:pt x="285803" y="1056528"/>
                  </a:lnTo>
                  <a:lnTo>
                    <a:pt x="287514" y="1026674"/>
                  </a:lnTo>
                  <a:lnTo>
                    <a:pt x="289226" y="950247"/>
                  </a:lnTo>
                  <a:lnTo>
                    <a:pt x="290937" y="880415"/>
                  </a:lnTo>
                  <a:lnTo>
                    <a:pt x="292648" y="822320"/>
                  </a:lnTo>
                  <a:lnTo>
                    <a:pt x="294360" y="664209"/>
                  </a:lnTo>
                  <a:lnTo>
                    <a:pt x="296071" y="520747"/>
                  </a:lnTo>
                  <a:lnTo>
                    <a:pt x="297783" y="571399"/>
                  </a:lnTo>
                  <a:lnTo>
                    <a:pt x="299494" y="477703"/>
                  </a:lnTo>
                  <a:lnTo>
                    <a:pt x="301205" y="495139"/>
                  </a:lnTo>
                  <a:lnTo>
                    <a:pt x="302917" y="390361"/>
                  </a:lnTo>
                  <a:lnTo>
                    <a:pt x="304628" y="349563"/>
                  </a:lnTo>
                  <a:lnTo>
                    <a:pt x="306340" y="219025"/>
                  </a:lnTo>
                  <a:lnTo>
                    <a:pt x="308051" y="91959"/>
                  </a:lnTo>
                  <a:lnTo>
                    <a:pt x="309762" y="41399"/>
                  </a:lnTo>
                  <a:lnTo>
                    <a:pt x="311474" y="78775"/>
                  </a:lnTo>
                  <a:lnTo>
                    <a:pt x="313185" y="284933"/>
                  </a:lnTo>
                  <a:lnTo>
                    <a:pt x="314897" y="361701"/>
                  </a:lnTo>
                  <a:lnTo>
                    <a:pt x="316608" y="322493"/>
                  </a:lnTo>
                  <a:lnTo>
                    <a:pt x="318319" y="355798"/>
                  </a:lnTo>
                  <a:lnTo>
                    <a:pt x="320031" y="394097"/>
                  </a:lnTo>
                  <a:lnTo>
                    <a:pt x="321742" y="425174"/>
                  </a:lnTo>
                  <a:lnTo>
                    <a:pt x="323453" y="406616"/>
                  </a:lnTo>
                  <a:lnTo>
                    <a:pt x="325165" y="377281"/>
                  </a:lnTo>
                  <a:lnTo>
                    <a:pt x="326876" y="407813"/>
                  </a:lnTo>
                  <a:lnTo>
                    <a:pt x="328588" y="369817"/>
                  </a:lnTo>
                  <a:lnTo>
                    <a:pt x="330299" y="338589"/>
                  </a:lnTo>
                  <a:lnTo>
                    <a:pt x="332010" y="275031"/>
                  </a:lnTo>
                  <a:lnTo>
                    <a:pt x="333722" y="123246"/>
                  </a:lnTo>
                  <a:lnTo>
                    <a:pt x="335433" y="0"/>
                  </a:lnTo>
                  <a:lnTo>
                    <a:pt x="337145" y="158996"/>
                  </a:lnTo>
                  <a:lnTo>
                    <a:pt x="338856" y="216705"/>
                  </a:lnTo>
                  <a:lnTo>
                    <a:pt x="340567" y="271107"/>
                  </a:lnTo>
                  <a:lnTo>
                    <a:pt x="342279" y="391951"/>
                  </a:lnTo>
                  <a:lnTo>
                    <a:pt x="343990" y="286243"/>
                  </a:lnTo>
                  <a:lnTo>
                    <a:pt x="345702" y="440234"/>
                  </a:lnTo>
                  <a:lnTo>
                    <a:pt x="347413" y="607862"/>
                  </a:lnTo>
                  <a:lnTo>
                    <a:pt x="349124" y="720865"/>
                  </a:lnTo>
                  <a:lnTo>
                    <a:pt x="350836" y="687964"/>
                  </a:lnTo>
                  <a:lnTo>
                    <a:pt x="352547" y="736241"/>
                  </a:lnTo>
                  <a:lnTo>
                    <a:pt x="354259" y="950512"/>
                  </a:lnTo>
                  <a:lnTo>
                    <a:pt x="355970" y="980045"/>
                  </a:lnTo>
                  <a:lnTo>
                    <a:pt x="357681" y="942236"/>
                  </a:lnTo>
                  <a:lnTo>
                    <a:pt x="359393" y="1039315"/>
                  </a:lnTo>
                  <a:lnTo>
                    <a:pt x="361104" y="1057466"/>
                  </a:lnTo>
                  <a:lnTo>
                    <a:pt x="362816" y="1000373"/>
                  </a:lnTo>
                  <a:lnTo>
                    <a:pt x="364527" y="1002065"/>
                  </a:lnTo>
                  <a:lnTo>
                    <a:pt x="366238" y="939687"/>
                  </a:lnTo>
                  <a:lnTo>
                    <a:pt x="367950" y="974336"/>
                  </a:lnTo>
                  <a:lnTo>
                    <a:pt x="369661" y="1089842"/>
                  </a:lnTo>
                  <a:lnTo>
                    <a:pt x="371373" y="1021440"/>
                  </a:lnTo>
                  <a:lnTo>
                    <a:pt x="373084" y="908559"/>
                  </a:lnTo>
                  <a:lnTo>
                    <a:pt x="374795" y="1043965"/>
                  </a:lnTo>
                  <a:lnTo>
                    <a:pt x="376507" y="1025523"/>
                  </a:lnTo>
                  <a:lnTo>
                    <a:pt x="378218" y="983131"/>
                  </a:lnTo>
                  <a:lnTo>
                    <a:pt x="379930" y="928957"/>
                  </a:lnTo>
                  <a:lnTo>
                    <a:pt x="381641" y="1087859"/>
                  </a:lnTo>
                  <a:lnTo>
                    <a:pt x="383352" y="1086530"/>
                  </a:lnTo>
                  <a:lnTo>
                    <a:pt x="385064" y="1025315"/>
                  </a:lnTo>
                  <a:lnTo>
                    <a:pt x="386775" y="1049936"/>
                  </a:lnTo>
                  <a:lnTo>
                    <a:pt x="388487" y="1136912"/>
                  </a:lnTo>
                  <a:lnTo>
                    <a:pt x="390198" y="1238319"/>
                  </a:lnTo>
                  <a:lnTo>
                    <a:pt x="391909" y="1202577"/>
                  </a:lnTo>
                  <a:lnTo>
                    <a:pt x="393621" y="1205201"/>
                  </a:lnTo>
                  <a:lnTo>
                    <a:pt x="395332" y="1231948"/>
                  </a:lnTo>
                  <a:lnTo>
                    <a:pt x="397044" y="1113828"/>
                  </a:lnTo>
                  <a:lnTo>
                    <a:pt x="398755" y="1105012"/>
                  </a:lnTo>
                  <a:lnTo>
                    <a:pt x="400466" y="1039969"/>
                  </a:lnTo>
                  <a:lnTo>
                    <a:pt x="402178" y="1085175"/>
                  </a:lnTo>
                  <a:lnTo>
                    <a:pt x="403889" y="1039858"/>
                  </a:lnTo>
                  <a:lnTo>
                    <a:pt x="405601" y="1006680"/>
                  </a:lnTo>
                  <a:lnTo>
                    <a:pt x="407312" y="1031571"/>
                  </a:lnTo>
                  <a:lnTo>
                    <a:pt x="409023" y="1045749"/>
                  </a:lnTo>
                  <a:lnTo>
                    <a:pt x="410735" y="1044429"/>
                  </a:lnTo>
                  <a:lnTo>
                    <a:pt x="412446" y="1072921"/>
                  </a:lnTo>
                  <a:lnTo>
                    <a:pt x="414158" y="1018583"/>
                  </a:lnTo>
                  <a:lnTo>
                    <a:pt x="415869" y="1031067"/>
                  </a:lnTo>
                  <a:lnTo>
                    <a:pt x="417580" y="964618"/>
                  </a:lnTo>
                  <a:lnTo>
                    <a:pt x="419292" y="910269"/>
                  </a:lnTo>
                  <a:lnTo>
                    <a:pt x="421003" y="896786"/>
                  </a:lnTo>
                  <a:lnTo>
                    <a:pt x="422714" y="885308"/>
                  </a:lnTo>
                  <a:lnTo>
                    <a:pt x="424426" y="844555"/>
                  </a:lnTo>
                  <a:lnTo>
                    <a:pt x="426137" y="830519"/>
                  </a:lnTo>
                  <a:lnTo>
                    <a:pt x="427849" y="891074"/>
                  </a:lnTo>
                  <a:lnTo>
                    <a:pt x="429560" y="857452"/>
                  </a:lnTo>
                  <a:lnTo>
                    <a:pt x="431271" y="858807"/>
                  </a:lnTo>
                  <a:lnTo>
                    <a:pt x="432983" y="914351"/>
                  </a:lnTo>
                  <a:lnTo>
                    <a:pt x="434694" y="881660"/>
                  </a:lnTo>
                  <a:lnTo>
                    <a:pt x="436406" y="948788"/>
                  </a:lnTo>
                  <a:lnTo>
                    <a:pt x="438117" y="911657"/>
                  </a:lnTo>
                  <a:lnTo>
                    <a:pt x="439828" y="943392"/>
                  </a:lnTo>
                  <a:lnTo>
                    <a:pt x="441540" y="1052217"/>
                  </a:lnTo>
                  <a:lnTo>
                    <a:pt x="443251" y="1022414"/>
                  </a:lnTo>
                  <a:lnTo>
                    <a:pt x="444963" y="1099282"/>
                  </a:lnTo>
                  <a:lnTo>
                    <a:pt x="446674" y="1123861"/>
                  </a:lnTo>
                  <a:lnTo>
                    <a:pt x="448385" y="1146349"/>
                  </a:lnTo>
                  <a:lnTo>
                    <a:pt x="450097" y="1271498"/>
                  </a:lnTo>
                  <a:lnTo>
                    <a:pt x="451808" y="1190524"/>
                  </a:lnTo>
                  <a:lnTo>
                    <a:pt x="453520" y="1237514"/>
                  </a:lnTo>
                  <a:lnTo>
                    <a:pt x="455231" y="1255601"/>
                  </a:lnTo>
                  <a:lnTo>
                    <a:pt x="456942" y="1287992"/>
                  </a:lnTo>
                  <a:lnTo>
                    <a:pt x="458654" y="1346846"/>
                  </a:lnTo>
                  <a:lnTo>
                    <a:pt x="460365" y="1320052"/>
                  </a:lnTo>
                  <a:lnTo>
                    <a:pt x="462077" y="1310742"/>
                  </a:lnTo>
                  <a:lnTo>
                    <a:pt x="463788" y="1297974"/>
                  </a:lnTo>
                  <a:lnTo>
                    <a:pt x="465499" y="1199978"/>
                  </a:lnTo>
                  <a:lnTo>
                    <a:pt x="467211" y="1075018"/>
                  </a:lnTo>
                  <a:lnTo>
                    <a:pt x="468922" y="1135695"/>
                  </a:lnTo>
                  <a:lnTo>
                    <a:pt x="470634" y="1168305"/>
                  </a:lnTo>
                  <a:lnTo>
                    <a:pt x="472345" y="1145964"/>
                  </a:lnTo>
                  <a:lnTo>
                    <a:pt x="474056" y="1128124"/>
                  </a:lnTo>
                  <a:lnTo>
                    <a:pt x="475768" y="1201229"/>
                  </a:lnTo>
                  <a:lnTo>
                    <a:pt x="477479" y="1225254"/>
                  </a:lnTo>
                  <a:lnTo>
                    <a:pt x="479191" y="1257755"/>
                  </a:lnTo>
                  <a:lnTo>
                    <a:pt x="480902" y="1160672"/>
                  </a:lnTo>
                  <a:lnTo>
                    <a:pt x="482613" y="1142193"/>
                  </a:lnTo>
                  <a:lnTo>
                    <a:pt x="484325" y="1225802"/>
                  </a:lnTo>
                  <a:lnTo>
                    <a:pt x="486036" y="1246203"/>
                  </a:lnTo>
                  <a:lnTo>
                    <a:pt x="487748" y="1302158"/>
                  </a:lnTo>
                  <a:lnTo>
                    <a:pt x="489459" y="1286866"/>
                  </a:lnTo>
                  <a:lnTo>
                    <a:pt x="491170" y="1320462"/>
                  </a:lnTo>
                  <a:lnTo>
                    <a:pt x="492882" y="1326235"/>
                  </a:lnTo>
                  <a:lnTo>
                    <a:pt x="494593" y="1310004"/>
                  </a:lnTo>
                  <a:lnTo>
                    <a:pt x="496305" y="1303434"/>
                  </a:lnTo>
                  <a:lnTo>
                    <a:pt x="498016" y="1289413"/>
                  </a:lnTo>
                  <a:lnTo>
                    <a:pt x="499727" y="1298882"/>
                  </a:lnTo>
                  <a:lnTo>
                    <a:pt x="501439" y="1204593"/>
                  </a:lnTo>
                  <a:lnTo>
                    <a:pt x="503150" y="1172077"/>
                  </a:lnTo>
                  <a:lnTo>
                    <a:pt x="504862" y="1315853"/>
                  </a:lnTo>
                  <a:lnTo>
                    <a:pt x="506573" y="1352196"/>
                  </a:lnTo>
                  <a:lnTo>
                    <a:pt x="508284" y="1353299"/>
                  </a:lnTo>
                  <a:lnTo>
                    <a:pt x="509996" y="1324758"/>
                  </a:lnTo>
                  <a:lnTo>
                    <a:pt x="511707" y="1348975"/>
                  </a:lnTo>
                  <a:lnTo>
                    <a:pt x="513419" y="1330413"/>
                  </a:lnTo>
                  <a:lnTo>
                    <a:pt x="515130" y="1322116"/>
                  </a:lnTo>
                  <a:lnTo>
                    <a:pt x="516841" y="1295616"/>
                  </a:lnTo>
                  <a:lnTo>
                    <a:pt x="518553" y="1271579"/>
                  </a:lnTo>
                  <a:lnTo>
                    <a:pt x="520264" y="1304122"/>
                  </a:lnTo>
                  <a:lnTo>
                    <a:pt x="521976" y="1333159"/>
                  </a:lnTo>
                  <a:lnTo>
                    <a:pt x="523687" y="1333342"/>
                  </a:lnTo>
                  <a:lnTo>
                    <a:pt x="525398" y="1314825"/>
                  </a:lnTo>
                  <a:lnTo>
                    <a:pt x="527110" y="1338765"/>
                  </a:lnTo>
                  <a:lnTo>
                    <a:pt x="528821" y="1356324"/>
                  </a:lnTo>
                  <a:lnTo>
                    <a:pt x="530532" y="1380045"/>
                  </a:lnTo>
                  <a:lnTo>
                    <a:pt x="532244" y="1385015"/>
                  </a:lnTo>
                  <a:lnTo>
                    <a:pt x="533955" y="1364586"/>
                  </a:lnTo>
                  <a:lnTo>
                    <a:pt x="535667" y="1363839"/>
                  </a:lnTo>
                  <a:lnTo>
                    <a:pt x="537378" y="1329024"/>
                  </a:lnTo>
                  <a:lnTo>
                    <a:pt x="539089" y="1205364"/>
                  </a:lnTo>
                  <a:lnTo>
                    <a:pt x="540801" y="1194227"/>
                  </a:lnTo>
                  <a:lnTo>
                    <a:pt x="542512" y="1183002"/>
                  </a:lnTo>
                  <a:lnTo>
                    <a:pt x="544224" y="1232014"/>
                  </a:lnTo>
                  <a:lnTo>
                    <a:pt x="545935" y="1256477"/>
                  </a:lnTo>
                  <a:lnTo>
                    <a:pt x="547646" y="1274834"/>
                  </a:lnTo>
                  <a:lnTo>
                    <a:pt x="549358" y="1257400"/>
                  </a:lnTo>
                  <a:lnTo>
                    <a:pt x="551069" y="1261446"/>
                  </a:lnTo>
                  <a:lnTo>
                    <a:pt x="552781" y="1224033"/>
                  </a:lnTo>
                  <a:lnTo>
                    <a:pt x="554492" y="1165776"/>
                  </a:lnTo>
                  <a:lnTo>
                    <a:pt x="556203" y="1128915"/>
                  </a:lnTo>
                  <a:lnTo>
                    <a:pt x="557915" y="1160896"/>
                  </a:lnTo>
                  <a:lnTo>
                    <a:pt x="559626" y="1137317"/>
                  </a:lnTo>
                  <a:lnTo>
                    <a:pt x="561338" y="1074672"/>
                  </a:lnTo>
                  <a:lnTo>
                    <a:pt x="563049" y="1019592"/>
                  </a:lnTo>
                  <a:lnTo>
                    <a:pt x="564760" y="1002027"/>
                  </a:lnTo>
                  <a:lnTo>
                    <a:pt x="566472" y="1034265"/>
                  </a:lnTo>
                  <a:lnTo>
                    <a:pt x="568183" y="1062362"/>
                  </a:lnTo>
                  <a:lnTo>
                    <a:pt x="569895" y="1104135"/>
                  </a:lnTo>
                  <a:lnTo>
                    <a:pt x="571606" y="1211022"/>
                  </a:lnTo>
                  <a:lnTo>
                    <a:pt x="573317" y="1241996"/>
                  </a:lnTo>
                  <a:lnTo>
                    <a:pt x="575029" y="1216419"/>
                  </a:lnTo>
                  <a:lnTo>
                    <a:pt x="576740" y="1137705"/>
                  </a:lnTo>
                  <a:lnTo>
                    <a:pt x="578452" y="1177054"/>
                  </a:lnTo>
                  <a:lnTo>
                    <a:pt x="580163" y="1268511"/>
                  </a:lnTo>
                  <a:lnTo>
                    <a:pt x="581874" y="1322790"/>
                  </a:lnTo>
                  <a:lnTo>
                    <a:pt x="583586" y="1289000"/>
                  </a:lnTo>
                  <a:lnTo>
                    <a:pt x="585297" y="1287655"/>
                  </a:lnTo>
                  <a:lnTo>
                    <a:pt x="587009" y="1329120"/>
                  </a:lnTo>
                  <a:lnTo>
                    <a:pt x="588720" y="1327230"/>
                  </a:lnTo>
                  <a:lnTo>
                    <a:pt x="590431" y="1322297"/>
                  </a:lnTo>
                  <a:lnTo>
                    <a:pt x="592143" y="1298038"/>
                  </a:lnTo>
                  <a:lnTo>
                    <a:pt x="593854" y="1339775"/>
                  </a:lnTo>
                  <a:lnTo>
                    <a:pt x="595566" y="1326772"/>
                  </a:lnTo>
                  <a:lnTo>
                    <a:pt x="597277" y="1316591"/>
                  </a:lnTo>
                  <a:lnTo>
                    <a:pt x="598988" y="1270786"/>
                  </a:lnTo>
                  <a:lnTo>
                    <a:pt x="600700" y="1226363"/>
                  </a:lnTo>
                  <a:lnTo>
                    <a:pt x="602411" y="1254723"/>
                  </a:lnTo>
                  <a:lnTo>
                    <a:pt x="604123" y="1214453"/>
                  </a:lnTo>
                  <a:lnTo>
                    <a:pt x="605834" y="1082111"/>
                  </a:lnTo>
                  <a:lnTo>
                    <a:pt x="607545" y="1096881"/>
                  </a:lnTo>
                  <a:lnTo>
                    <a:pt x="609257" y="1097921"/>
                  </a:lnTo>
                  <a:lnTo>
                    <a:pt x="610968" y="1069722"/>
                  </a:lnTo>
                  <a:lnTo>
                    <a:pt x="612680" y="1098666"/>
                  </a:lnTo>
                  <a:lnTo>
                    <a:pt x="614391" y="1077319"/>
                  </a:lnTo>
                  <a:lnTo>
                    <a:pt x="616102" y="1147230"/>
                  </a:lnTo>
                  <a:lnTo>
                    <a:pt x="617814" y="1234172"/>
                  </a:lnTo>
                  <a:lnTo>
                    <a:pt x="619525" y="1255520"/>
                  </a:lnTo>
                  <a:lnTo>
                    <a:pt x="621237" y="1259745"/>
                  </a:lnTo>
                  <a:lnTo>
                    <a:pt x="622948" y="1279037"/>
                  </a:lnTo>
                  <a:lnTo>
                    <a:pt x="624659" y="1338380"/>
                  </a:lnTo>
                  <a:lnTo>
                    <a:pt x="626371" y="1305243"/>
                  </a:lnTo>
                  <a:lnTo>
                    <a:pt x="628082" y="1291730"/>
                  </a:lnTo>
                  <a:lnTo>
                    <a:pt x="629794" y="1268143"/>
                  </a:lnTo>
                  <a:lnTo>
                    <a:pt x="631505" y="1335510"/>
                  </a:lnTo>
                  <a:lnTo>
                    <a:pt x="633216" y="1211769"/>
                  </a:lnTo>
                  <a:lnTo>
                    <a:pt x="634928" y="1170508"/>
                  </a:lnTo>
                  <a:lnTo>
                    <a:pt x="636639" y="1239828"/>
                  </a:lnTo>
                  <a:lnTo>
                    <a:pt x="638350" y="1307481"/>
                  </a:lnTo>
                  <a:lnTo>
                    <a:pt x="640062" y="1371903"/>
                  </a:lnTo>
                  <a:lnTo>
                    <a:pt x="641773" y="1352387"/>
                  </a:lnTo>
                  <a:lnTo>
                    <a:pt x="643485" y="1315049"/>
                  </a:lnTo>
                  <a:lnTo>
                    <a:pt x="645196" y="1320047"/>
                  </a:lnTo>
                  <a:lnTo>
                    <a:pt x="646907" y="1357649"/>
                  </a:lnTo>
                  <a:lnTo>
                    <a:pt x="648619" y="1402052"/>
                  </a:lnTo>
                  <a:lnTo>
                    <a:pt x="650330" y="1388889"/>
                  </a:lnTo>
                  <a:lnTo>
                    <a:pt x="652042" y="1369632"/>
                  </a:lnTo>
                  <a:lnTo>
                    <a:pt x="653753" y="1377950"/>
                  </a:lnTo>
                  <a:lnTo>
                    <a:pt x="655464" y="1359872"/>
                  </a:lnTo>
                  <a:lnTo>
                    <a:pt x="657176" y="1332767"/>
                  </a:lnTo>
                  <a:lnTo>
                    <a:pt x="658887" y="1314782"/>
                  </a:lnTo>
                  <a:lnTo>
                    <a:pt x="660599" y="1287078"/>
                  </a:lnTo>
                  <a:lnTo>
                    <a:pt x="662310" y="1255167"/>
                  </a:lnTo>
                  <a:lnTo>
                    <a:pt x="664021" y="1213883"/>
                  </a:lnTo>
                  <a:lnTo>
                    <a:pt x="665733" y="1096632"/>
                  </a:lnTo>
                  <a:lnTo>
                    <a:pt x="667444" y="1097191"/>
                  </a:lnTo>
                  <a:lnTo>
                    <a:pt x="669156" y="1045240"/>
                  </a:lnTo>
                  <a:lnTo>
                    <a:pt x="670867" y="1003032"/>
                  </a:lnTo>
                  <a:lnTo>
                    <a:pt x="672578" y="1040279"/>
                  </a:lnTo>
                  <a:lnTo>
                    <a:pt x="674290" y="1028307"/>
                  </a:lnTo>
                  <a:lnTo>
                    <a:pt x="676001" y="1091784"/>
                  </a:lnTo>
                  <a:lnTo>
                    <a:pt x="677713" y="1062142"/>
                  </a:lnTo>
                  <a:lnTo>
                    <a:pt x="679424" y="1063916"/>
                  </a:lnTo>
                  <a:lnTo>
                    <a:pt x="681135" y="1101314"/>
                  </a:lnTo>
                  <a:lnTo>
                    <a:pt x="682847" y="1140082"/>
                  </a:lnTo>
                  <a:lnTo>
                    <a:pt x="684558" y="1170093"/>
                  </a:lnTo>
                  <a:lnTo>
                    <a:pt x="686270" y="1136277"/>
                  </a:lnTo>
                  <a:lnTo>
                    <a:pt x="687981" y="1115702"/>
                  </a:lnTo>
                  <a:lnTo>
                    <a:pt x="689692" y="1096988"/>
                  </a:lnTo>
                  <a:lnTo>
                    <a:pt x="691404" y="1074133"/>
                  </a:lnTo>
                  <a:lnTo>
                    <a:pt x="693115" y="1047098"/>
                  </a:lnTo>
                  <a:lnTo>
                    <a:pt x="694827" y="1089682"/>
                  </a:lnTo>
                  <a:lnTo>
                    <a:pt x="696538" y="1146706"/>
                  </a:lnTo>
                  <a:lnTo>
                    <a:pt x="698249" y="1125114"/>
                  </a:lnTo>
                  <a:lnTo>
                    <a:pt x="699961" y="1128770"/>
                  </a:lnTo>
                  <a:lnTo>
                    <a:pt x="701672" y="1101743"/>
                  </a:lnTo>
                  <a:lnTo>
                    <a:pt x="703384" y="1185842"/>
                  </a:lnTo>
                  <a:lnTo>
                    <a:pt x="705095" y="1285037"/>
                  </a:lnTo>
                  <a:lnTo>
                    <a:pt x="706806" y="1250050"/>
                  </a:lnTo>
                  <a:lnTo>
                    <a:pt x="708518" y="1283368"/>
                  </a:lnTo>
                  <a:lnTo>
                    <a:pt x="710229" y="1274539"/>
                  </a:lnTo>
                  <a:lnTo>
                    <a:pt x="711941" y="1279530"/>
                  </a:lnTo>
                  <a:lnTo>
                    <a:pt x="713652" y="1228224"/>
                  </a:lnTo>
                  <a:lnTo>
                    <a:pt x="715363" y="1203371"/>
                  </a:lnTo>
                  <a:lnTo>
                    <a:pt x="717075" y="1288583"/>
                  </a:lnTo>
                  <a:lnTo>
                    <a:pt x="718786" y="1297184"/>
                  </a:lnTo>
                  <a:lnTo>
                    <a:pt x="720498" y="1292233"/>
                  </a:lnTo>
                  <a:lnTo>
                    <a:pt x="722209" y="1171867"/>
                  </a:lnTo>
                  <a:lnTo>
                    <a:pt x="723920" y="1132715"/>
                  </a:lnTo>
                  <a:lnTo>
                    <a:pt x="725632" y="1168967"/>
                  </a:lnTo>
                  <a:lnTo>
                    <a:pt x="727343" y="1267333"/>
                  </a:lnTo>
                  <a:lnTo>
                    <a:pt x="729055" y="1281086"/>
                  </a:lnTo>
                  <a:lnTo>
                    <a:pt x="730766" y="1309659"/>
                  </a:lnTo>
                  <a:lnTo>
                    <a:pt x="732477" y="1321620"/>
                  </a:lnTo>
                  <a:lnTo>
                    <a:pt x="734189" y="1306794"/>
                  </a:lnTo>
                  <a:lnTo>
                    <a:pt x="735900" y="1288524"/>
                  </a:lnTo>
                  <a:lnTo>
                    <a:pt x="737612" y="1166030"/>
                  </a:lnTo>
                  <a:lnTo>
                    <a:pt x="739323" y="1146662"/>
                  </a:lnTo>
                  <a:lnTo>
                    <a:pt x="741034" y="1227588"/>
                  </a:lnTo>
                  <a:lnTo>
                    <a:pt x="742746" y="1207451"/>
                  </a:lnTo>
                  <a:lnTo>
                    <a:pt x="744457" y="1090665"/>
                  </a:lnTo>
                  <a:lnTo>
                    <a:pt x="746168" y="1071011"/>
                  </a:lnTo>
                  <a:lnTo>
                    <a:pt x="747880" y="1133900"/>
                  </a:lnTo>
                  <a:lnTo>
                    <a:pt x="749591" y="1157759"/>
                  </a:lnTo>
                  <a:lnTo>
                    <a:pt x="751303" y="1184900"/>
                  </a:lnTo>
                  <a:lnTo>
                    <a:pt x="753014" y="1199073"/>
                  </a:lnTo>
                  <a:lnTo>
                    <a:pt x="754725" y="1274953"/>
                  </a:lnTo>
                  <a:lnTo>
                    <a:pt x="756437" y="1167608"/>
                  </a:lnTo>
                  <a:lnTo>
                    <a:pt x="758148" y="1135070"/>
                  </a:lnTo>
                  <a:lnTo>
                    <a:pt x="759860" y="1137082"/>
                  </a:lnTo>
                  <a:lnTo>
                    <a:pt x="761571" y="1236859"/>
                  </a:lnTo>
                  <a:lnTo>
                    <a:pt x="763282" y="1277295"/>
                  </a:lnTo>
                  <a:lnTo>
                    <a:pt x="764994" y="1267355"/>
                  </a:lnTo>
                  <a:lnTo>
                    <a:pt x="766705" y="1214167"/>
                  </a:lnTo>
                  <a:lnTo>
                    <a:pt x="768417" y="1190211"/>
                  </a:lnTo>
                  <a:lnTo>
                    <a:pt x="770128" y="1151293"/>
                  </a:lnTo>
                  <a:lnTo>
                    <a:pt x="771839" y="1171953"/>
                  </a:lnTo>
                  <a:lnTo>
                    <a:pt x="773551" y="1199084"/>
                  </a:lnTo>
                  <a:lnTo>
                    <a:pt x="775262" y="1248007"/>
                  </a:lnTo>
                  <a:lnTo>
                    <a:pt x="776974" y="1286161"/>
                  </a:lnTo>
                  <a:lnTo>
                    <a:pt x="778685" y="1260345"/>
                  </a:lnTo>
                  <a:lnTo>
                    <a:pt x="780396" y="1152249"/>
                  </a:lnTo>
                  <a:lnTo>
                    <a:pt x="782108" y="1126885"/>
                  </a:lnTo>
                  <a:lnTo>
                    <a:pt x="783819" y="1121012"/>
                  </a:lnTo>
                  <a:lnTo>
                    <a:pt x="785531" y="1150804"/>
                  </a:lnTo>
                  <a:lnTo>
                    <a:pt x="787242" y="1153577"/>
                  </a:lnTo>
                  <a:lnTo>
                    <a:pt x="788953" y="1154871"/>
                  </a:lnTo>
                  <a:lnTo>
                    <a:pt x="790665" y="1171637"/>
                  </a:lnTo>
                  <a:lnTo>
                    <a:pt x="792376" y="1207486"/>
                  </a:lnTo>
                  <a:lnTo>
                    <a:pt x="794088" y="1275084"/>
                  </a:lnTo>
                  <a:lnTo>
                    <a:pt x="795799" y="1279584"/>
                  </a:lnTo>
                  <a:lnTo>
                    <a:pt x="797510" y="1293507"/>
                  </a:lnTo>
                  <a:lnTo>
                    <a:pt x="799222" y="1290995"/>
                  </a:lnTo>
                  <a:lnTo>
                    <a:pt x="800933" y="1199043"/>
                  </a:lnTo>
                  <a:lnTo>
                    <a:pt x="802645" y="1150892"/>
                  </a:lnTo>
                  <a:lnTo>
                    <a:pt x="804356" y="1142329"/>
                  </a:lnTo>
                  <a:lnTo>
                    <a:pt x="806067" y="1168055"/>
                  </a:lnTo>
                  <a:lnTo>
                    <a:pt x="807779" y="1149577"/>
                  </a:lnTo>
                  <a:lnTo>
                    <a:pt x="809490" y="1121245"/>
                  </a:lnTo>
                  <a:lnTo>
                    <a:pt x="811202" y="1166785"/>
                  </a:lnTo>
                  <a:lnTo>
                    <a:pt x="812913" y="1167506"/>
                  </a:lnTo>
                  <a:lnTo>
                    <a:pt x="814624" y="1176751"/>
                  </a:lnTo>
                  <a:lnTo>
                    <a:pt x="816336" y="1121323"/>
                  </a:lnTo>
                  <a:lnTo>
                    <a:pt x="818047" y="1069425"/>
                  </a:lnTo>
                  <a:lnTo>
                    <a:pt x="819759" y="1047289"/>
                  </a:lnTo>
                  <a:lnTo>
                    <a:pt x="821470" y="1015376"/>
                  </a:lnTo>
                  <a:lnTo>
                    <a:pt x="823181" y="1045984"/>
                  </a:lnTo>
                  <a:lnTo>
                    <a:pt x="824893" y="1081007"/>
                  </a:lnTo>
                  <a:lnTo>
                    <a:pt x="826604" y="1084351"/>
                  </a:lnTo>
                  <a:lnTo>
                    <a:pt x="828316" y="1105906"/>
                  </a:lnTo>
                  <a:lnTo>
                    <a:pt x="830027" y="1112559"/>
                  </a:lnTo>
                  <a:lnTo>
                    <a:pt x="831738" y="1215162"/>
                  </a:lnTo>
                  <a:lnTo>
                    <a:pt x="833450" y="1214298"/>
                  </a:lnTo>
                  <a:lnTo>
                    <a:pt x="835161" y="1103103"/>
                  </a:lnTo>
                  <a:lnTo>
                    <a:pt x="836873" y="1126588"/>
                  </a:lnTo>
                  <a:lnTo>
                    <a:pt x="838584" y="1100378"/>
                  </a:lnTo>
                  <a:lnTo>
                    <a:pt x="840295" y="1131410"/>
                  </a:lnTo>
                  <a:lnTo>
                    <a:pt x="842007" y="1161151"/>
                  </a:lnTo>
                  <a:lnTo>
                    <a:pt x="843718" y="1282701"/>
                  </a:lnTo>
                  <a:lnTo>
                    <a:pt x="845429" y="1323053"/>
                  </a:lnTo>
                  <a:lnTo>
                    <a:pt x="847141" y="1352393"/>
                  </a:lnTo>
                  <a:lnTo>
                    <a:pt x="848852" y="1353181"/>
                  </a:lnTo>
                  <a:lnTo>
                    <a:pt x="850564" y="1395647"/>
                  </a:lnTo>
                  <a:lnTo>
                    <a:pt x="852275" y="1416603"/>
                  </a:lnTo>
                  <a:lnTo>
                    <a:pt x="853986" y="1413719"/>
                  </a:lnTo>
                  <a:lnTo>
                    <a:pt x="855698" y="1399112"/>
                  </a:lnTo>
                  <a:lnTo>
                    <a:pt x="857409" y="1405163"/>
                  </a:lnTo>
                  <a:lnTo>
                    <a:pt x="859121" y="1432570"/>
                  </a:lnTo>
                  <a:lnTo>
                    <a:pt x="860832" y="1417696"/>
                  </a:lnTo>
                  <a:lnTo>
                    <a:pt x="862543" y="1387357"/>
                  </a:lnTo>
                  <a:lnTo>
                    <a:pt x="864255" y="1379505"/>
                  </a:lnTo>
                  <a:lnTo>
                    <a:pt x="865966" y="1345594"/>
                  </a:lnTo>
                  <a:lnTo>
                    <a:pt x="867678" y="1359634"/>
                  </a:lnTo>
                  <a:lnTo>
                    <a:pt x="869389" y="1344610"/>
                  </a:lnTo>
                  <a:lnTo>
                    <a:pt x="871100" y="1310820"/>
                  </a:lnTo>
                  <a:lnTo>
                    <a:pt x="872812" y="1317137"/>
                  </a:lnTo>
                  <a:lnTo>
                    <a:pt x="874523" y="1302572"/>
                  </a:lnTo>
                  <a:lnTo>
                    <a:pt x="876235" y="1271045"/>
                  </a:lnTo>
                  <a:lnTo>
                    <a:pt x="877946" y="1257356"/>
                  </a:lnTo>
                  <a:lnTo>
                    <a:pt x="879657" y="1270046"/>
                  </a:lnTo>
                  <a:lnTo>
                    <a:pt x="881369" y="1189331"/>
                  </a:lnTo>
                  <a:lnTo>
                    <a:pt x="883080" y="1142643"/>
                  </a:lnTo>
                  <a:lnTo>
                    <a:pt x="884792" y="1140691"/>
                  </a:lnTo>
                  <a:lnTo>
                    <a:pt x="886503" y="1180434"/>
                  </a:lnTo>
                  <a:lnTo>
                    <a:pt x="888214" y="1236590"/>
                  </a:lnTo>
                  <a:lnTo>
                    <a:pt x="889926" y="1277292"/>
                  </a:lnTo>
                  <a:lnTo>
                    <a:pt x="891637" y="1295910"/>
                  </a:lnTo>
                  <a:lnTo>
                    <a:pt x="893349" y="1259348"/>
                  </a:lnTo>
                  <a:lnTo>
                    <a:pt x="895060" y="1281872"/>
                  </a:lnTo>
                  <a:lnTo>
                    <a:pt x="896771" y="1292413"/>
                  </a:lnTo>
                  <a:lnTo>
                    <a:pt x="898483" y="1245240"/>
                  </a:lnTo>
                  <a:lnTo>
                    <a:pt x="900194" y="1197376"/>
                  </a:lnTo>
                  <a:lnTo>
                    <a:pt x="901906" y="1254000"/>
                  </a:lnTo>
                  <a:lnTo>
                    <a:pt x="903617" y="1285979"/>
                  </a:lnTo>
                  <a:lnTo>
                    <a:pt x="905328" y="1278123"/>
                  </a:lnTo>
                  <a:lnTo>
                    <a:pt x="907040" y="1205114"/>
                  </a:lnTo>
                  <a:lnTo>
                    <a:pt x="908751" y="1202782"/>
                  </a:lnTo>
                  <a:lnTo>
                    <a:pt x="910463" y="1265603"/>
                  </a:lnTo>
                  <a:lnTo>
                    <a:pt x="912174" y="1313319"/>
                  </a:lnTo>
                  <a:lnTo>
                    <a:pt x="913885" y="1302110"/>
                  </a:lnTo>
                  <a:lnTo>
                    <a:pt x="915597" y="1321368"/>
                  </a:lnTo>
                  <a:lnTo>
                    <a:pt x="917308" y="1316276"/>
                  </a:lnTo>
                  <a:lnTo>
                    <a:pt x="919020" y="1316836"/>
                  </a:lnTo>
                  <a:lnTo>
                    <a:pt x="920731" y="1334263"/>
                  </a:lnTo>
                  <a:lnTo>
                    <a:pt x="922442" y="1335029"/>
                  </a:lnTo>
                  <a:lnTo>
                    <a:pt x="924154" y="1366367"/>
                  </a:lnTo>
                  <a:lnTo>
                    <a:pt x="925865" y="1284089"/>
                  </a:lnTo>
                  <a:lnTo>
                    <a:pt x="927577" y="1315682"/>
                  </a:lnTo>
                  <a:lnTo>
                    <a:pt x="929288" y="1268884"/>
                  </a:lnTo>
                  <a:lnTo>
                    <a:pt x="930999" y="1377179"/>
                  </a:lnTo>
                  <a:lnTo>
                    <a:pt x="932711" y="1393400"/>
                  </a:lnTo>
                  <a:lnTo>
                    <a:pt x="934422" y="1286477"/>
                  </a:lnTo>
                  <a:lnTo>
                    <a:pt x="936134" y="1281139"/>
                  </a:lnTo>
                  <a:lnTo>
                    <a:pt x="937845" y="1338386"/>
                  </a:lnTo>
                  <a:lnTo>
                    <a:pt x="939556" y="1314351"/>
                  </a:lnTo>
                  <a:lnTo>
                    <a:pt x="941268" y="1229882"/>
                  </a:lnTo>
                  <a:lnTo>
                    <a:pt x="942979" y="1148063"/>
                  </a:lnTo>
                  <a:lnTo>
                    <a:pt x="944691" y="1194662"/>
                  </a:lnTo>
                  <a:lnTo>
                    <a:pt x="946402" y="1276780"/>
                  </a:lnTo>
                  <a:lnTo>
                    <a:pt x="948113" y="1274084"/>
                  </a:lnTo>
                  <a:lnTo>
                    <a:pt x="949825" y="1203500"/>
                  </a:lnTo>
                  <a:lnTo>
                    <a:pt x="951536" y="1151946"/>
                  </a:lnTo>
                  <a:lnTo>
                    <a:pt x="953247" y="1195494"/>
                  </a:lnTo>
                  <a:lnTo>
                    <a:pt x="954959" y="1180341"/>
                  </a:lnTo>
                  <a:lnTo>
                    <a:pt x="956670" y="1208142"/>
                  </a:lnTo>
                  <a:lnTo>
                    <a:pt x="958382" y="1194036"/>
                  </a:lnTo>
                  <a:lnTo>
                    <a:pt x="960093" y="1136004"/>
                  </a:lnTo>
                  <a:lnTo>
                    <a:pt x="961804" y="1125359"/>
                  </a:lnTo>
                  <a:lnTo>
                    <a:pt x="963516" y="1101739"/>
                  </a:lnTo>
                  <a:lnTo>
                    <a:pt x="965227" y="1097918"/>
                  </a:lnTo>
                  <a:lnTo>
                    <a:pt x="966939" y="1110620"/>
                  </a:lnTo>
                  <a:lnTo>
                    <a:pt x="968650" y="1079059"/>
                  </a:lnTo>
                  <a:lnTo>
                    <a:pt x="970361" y="1113433"/>
                  </a:lnTo>
                  <a:lnTo>
                    <a:pt x="972073" y="1097006"/>
                  </a:lnTo>
                  <a:lnTo>
                    <a:pt x="973784" y="1138446"/>
                  </a:lnTo>
                  <a:lnTo>
                    <a:pt x="975496" y="1228081"/>
                  </a:lnTo>
                  <a:lnTo>
                    <a:pt x="977207" y="1291492"/>
                  </a:lnTo>
                  <a:lnTo>
                    <a:pt x="978918" y="1329815"/>
                  </a:lnTo>
                  <a:lnTo>
                    <a:pt x="980630" y="1317420"/>
                  </a:lnTo>
                  <a:lnTo>
                    <a:pt x="982341" y="1274035"/>
                  </a:lnTo>
                  <a:lnTo>
                    <a:pt x="984053" y="1256678"/>
                  </a:lnTo>
                  <a:lnTo>
                    <a:pt x="985764" y="1234452"/>
                  </a:lnTo>
                  <a:lnTo>
                    <a:pt x="987475" y="1272475"/>
                  </a:lnTo>
                  <a:lnTo>
                    <a:pt x="989187" y="1219905"/>
                  </a:lnTo>
                  <a:lnTo>
                    <a:pt x="990898" y="1192863"/>
                  </a:lnTo>
                  <a:lnTo>
                    <a:pt x="992610" y="1305320"/>
                  </a:lnTo>
                  <a:lnTo>
                    <a:pt x="994321" y="1342696"/>
                  </a:lnTo>
                  <a:lnTo>
                    <a:pt x="996032" y="1235357"/>
                  </a:lnTo>
                  <a:lnTo>
                    <a:pt x="997744" y="1248286"/>
                  </a:lnTo>
                  <a:lnTo>
                    <a:pt x="999455" y="1278502"/>
                  </a:lnTo>
                  <a:lnTo>
                    <a:pt x="1001167" y="1345686"/>
                  </a:lnTo>
                  <a:lnTo>
                    <a:pt x="1002878" y="1371287"/>
                  </a:lnTo>
                  <a:lnTo>
                    <a:pt x="1004589" y="1375653"/>
                  </a:lnTo>
                  <a:lnTo>
                    <a:pt x="1006301" y="1400807"/>
                  </a:lnTo>
                  <a:lnTo>
                    <a:pt x="1008012" y="1391973"/>
                  </a:lnTo>
                  <a:lnTo>
                    <a:pt x="1009724" y="1396518"/>
                  </a:lnTo>
                  <a:lnTo>
                    <a:pt x="1011435" y="1342230"/>
                  </a:lnTo>
                  <a:lnTo>
                    <a:pt x="1013146" y="1357548"/>
                  </a:lnTo>
                  <a:lnTo>
                    <a:pt x="1014858" y="1366806"/>
                  </a:lnTo>
                  <a:lnTo>
                    <a:pt x="1016569" y="1416316"/>
                  </a:lnTo>
                  <a:lnTo>
                    <a:pt x="1018281" y="1418914"/>
                  </a:lnTo>
                  <a:lnTo>
                    <a:pt x="1019992" y="1396667"/>
                  </a:lnTo>
                  <a:lnTo>
                    <a:pt x="1021703" y="1330247"/>
                  </a:lnTo>
                  <a:lnTo>
                    <a:pt x="1023415" y="1351207"/>
                  </a:lnTo>
                  <a:lnTo>
                    <a:pt x="1025126" y="1351591"/>
                  </a:lnTo>
                  <a:lnTo>
                    <a:pt x="1026838" y="1355965"/>
                  </a:lnTo>
                  <a:lnTo>
                    <a:pt x="1028549" y="1310091"/>
                  </a:lnTo>
                  <a:lnTo>
                    <a:pt x="1030260" y="1326395"/>
                  </a:lnTo>
                  <a:lnTo>
                    <a:pt x="1031972" y="1357629"/>
                  </a:lnTo>
                  <a:lnTo>
                    <a:pt x="1033683" y="1360155"/>
                  </a:lnTo>
                  <a:lnTo>
                    <a:pt x="1035395" y="1294306"/>
                  </a:lnTo>
                  <a:lnTo>
                    <a:pt x="1037106" y="1169002"/>
                  </a:lnTo>
                  <a:lnTo>
                    <a:pt x="1038817" y="1123763"/>
                  </a:lnTo>
                  <a:lnTo>
                    <a:pt x="1040529" y="1088659"/>
                  </a:lnTo>
                  <a:lnTo>
                    <a:pt x="1042240" y="1026481"/>
                  </a:lnTo>
                  <a:lnTo>
                    <a:pt x="1043952" y="996578"/>
                  </a:lnTo>
                  <a:lnTo>
                    <a:pt x="1045663" y="1038115"/>
                  </a:lnTo>
                  <a:lnTo>
                    <a:pt x="1047374" y="1060843"/>
                  </a:lnTo>
                  <a:lnTo>
                    <a:pt x="1049086" y="1104977"/>
                  </a:lnTo>
                  <a:lnTo>
                    <a:pt x="1050797" y="1117752"/>
                  </a:lnTo>
                  <a:lnTo>
                    <a:pt x="1052509" y="1163953"/>
                  </a:lnTo>
                  <a:lnTo>
                    <a:pt x="1054220" y="1230773"/>
                  </a:lnTo>
                  <a:lnTo>
                    <a:pt x="1055931" y="1227427"/>
                  </a:lnTo>
                  <a:lnTo>
                    <a:pt x="1057643" y="1194024"/>
                  </a:lnTo>
                  <a:lnTo>
                    <a:pt x="1059354" y="1186550"/>
                  </a:lnTo>
                  <a:lnTo>
                    <a:pt x="1061065" y="1218673"/>
                  </a:lnTo>
                  <a:lnTo>
                    <a:pt x="1062777" y="1223940"/>
                  </a:lnTo>
                  <a:lnTo>
                    <a:pt x="1064488" y="1292110"/>
                  </a:lnTo>
                  <a:lnTo>
                    <a:pt x="1066200" y="1350939"/>
                  </a:lnTo>
                  <a:lnTo>
                    <a:pt x="1067911" y="1425178"/>
                  </a:lnTo>
                  <a:lnTo>
                    <a:pt x="1069622" y="1421430"/>
                  </a:lnTo>
                  <a:lnTo>
                    <a:pt x="1071334" y="1410801"/>
                  </a:lnTo>
                  <a:lnTo>
                    <a:pt x="1073045" y="1370693"/>
                  </a:lnTo>
                  <a:lnTo>
                    <a:pt x="1074757" y="1392405"/>
                  </a:lnTo>
                  <a:lnTo>
                    <a:pt x="1076468" y="1413103"/>
                  </a:lnTo>
                  <a:lnTo>
                    <a:pt x="1078179" y="1352453"/>
                  </a:lnTo>
                  <a:lnTo>
                    <a:pt x="1079891" y="1342917"/>
                  </a:lnTo>
                  <a:lnTo>
                    <a:pt x="1081602" y="1346976"/>
                  </a:lnTo>
                  <a:lnTo>
                    <a:pt x="1083314" y="1405548"/>
                  </a:lnTo>
                  <a:lnTo>
                    <a:pt x="1085025" y="1375976"/>
                  </a:lnTo>
                  <a:lnTo>
                    <a:pt x="1086736" y="1342597"/>
                  </a:lnTo>
                  <a:lnTo>
                    <a:pt x="1088448" y="1320977"/>
                  </a:lnTo>
                  <a:lnTo>
                    <a:pt x="1090159" y="1340773"/>
                  </a:lnTo>
                  <a:lnTo>
                    <a:pt x="1091871" y="1364260"/>
                  </a:lnTo>
                  <a:lnTo>
                    <a:pt x="1093582" y="1361290"/>
                  </a:lnTo>
                  <a:lnTo>
                    <a:pt x="1095293" y="1295987"/>
                  </a:lnTo>
                  <a:lnTo>
                    <a:pt x="1097005" y="1301257"/>
                  </a:lnTo>
                  <a:lnTo>
                    <a:pt x="1098716" y="1333690"/>
                  </a:lnTo>
                  <a:lnTo>
                    <a:pt x="1100428" y="1345964"/>
                  </a:lnTo>
                  <a:lnTo>
                    <a:pt x="1102139" y="1319949"/>
                  </a:lnTo>
                  <a:lnTo>
                    <a:pt x="1103850" y="1255438"/>
                  </a:lnTo>
                  <a:lnTo>
                    <a:pt x="1105562" y="1238634"/>
                  </a:lnTo>
                  <a:lnTo>
                    <a:pt x="1107273" y="1263819"/>
                  </a:lnTo>
                  <a:lnTo>
                    <a:pt x="1108985" y="1305065"/>
                  </a:lnTo>
                  <a:lnTo>
                    <a:pt x="1110696" y="1257285"/>
                  </a:lnTo>
                  <a:lnTo>
                    <a:pt x="1112407" y="1241834"/>
                  </a:lnTo>
                  <a:lnTo>
                    <a:pt x="1114119" y="1191769"/>
                  </a:lnTo>
                  <a:lnTo>
                    <a:pt x="1115830" y="1196940"/>
                  </a:lnTo>
                  <a:lnTo>
                    <a:pt x="1117542" y="1197348"/>
                  </a:lnTo>
                  <a:lnTo>
                    <a:pt x="1119253" y="1184688"/>
                  </a:lnTo>
                  <a:lnTo>
                    <a:pt x="1120964" y="1223197"/>
                  </a:lnTo>
                  <a:lnTo>
                    <a:pt x="1122676" y="1259484"/>
                  </a:lnTo>
                  <a:lnTo>
                    <a:pt x="1124387" y="1245852"/>
                  </a:lnTo>
                  <a:lnTo>
                    <a:pt x="1126099" y="1229382"/>
                  </a:lnTo>
                  <a:lnTo>
                    <a:pt x="1127810" y="1187047"/>
                  </a:lnTo>
                  <a:lnTo>
                    <a:pt x="1129521" y="1205074"/>
                  </a:lnTo>
                  <a:lnTo>
                    <a:pt x="1131233" y="1150678"/>
                  </a:lnTo>
                  <a:lnTo>
                    <a:pt x="1132944" y="1213276"/>
                  </a:lnTo>
                  <a:lnTo>
                    <a:pt x="1134656" y="1223432"/>
                  </a:lnTo>
                  <a:lnTo>
                    <a:pt x="1136367" y="1322461"/>
                  </a:lnTo>
                  <a:lnTo>
                    <a:pt x="1138078" y="1344124"/>
                  </a:lnTo>
                  <a:lnTo>
                    <a:pt x="1139790" y="1369078"/>
                  </a:lnTo>
                  <a:lnTo>
                    <a:pt x="1141501" y="1334005"/>
                  </a:lnTo>
                  <a:lnTo>
                    <a:pt x="1143213" y="1360314"/>
                  </a:lnTo>
                  <a:lnTo>
                    <a:pt x="1144924" y="1333517"/>
                  </a:lnTo>
                  <a:lnTo>
                    <a:pt x="1146635" y="1287212"/>
                  </a:lnTo>
                  <a:lnTo>
                    <a:pt x="1148347" y="1312994"/>
                  </a:lnTo>
                  <a:lnTo>
                    <a:pt x="1150058" y="1385579"/>
                  </a:lnTo>
                  <a:lnTo>
                    <a:pt x="1151770" y="1375526"/>
                  </a:lnTo>
                  <a:lnTo>
                    <a:pt x="1153481" y="1336680"/>
                  </a:lnTo>
                  <a:lnTo>
                    <a:pt x="1155192" y="1374426"/>
                  </a:lnTo>
                  <a:lnTo>
                    <a:pt x="1156904" y="1357581"/>
                  </a:lnTo>
                  <a:lnTo>
                    <a:pt x="1158615" y="1319464"/>
                  </a:lnTo>
                  <a:lnTo>
                    <a:pt x="1160326" y="1272296"/>
                  </a:lnTo>
                  <a:lnTo>
                    <a:pt x="1162038" y="1233234"/>
                  </a:lnTo>
                  <a:lnTo>
                    <a:pt x="1163749" y="1253929"/>
                  </a:lnTo>
                  <a:lnTo>
                    <a:pt x="1165461" y="1246399"/>
                  </a:lnTo>
                  <a:lnTo>
                    <a:pt x="1167172" y="1278215"/>
                  </a:lnTo>
                  <a:lnTo>
                    <a:pt x="1168883" y="1232305"/>
                  </a:lnTo>
                  <a:lnTo>
                    <a:pt x="1170595" y="1258091"/>
                  </a:lnTo>
                  <a:lnTo>
                    <a:pt x="1172306" y="1279817"/>
                  </a:lnTo>
                  <a:lnTo>
                    <a:pt x="1174018" y="1277909"/>
                  </a:lnTo>
                  <a:lnTo>
                    <a:pt x="1175729" y="1241382"/>
                  </a:lnTo>
                  <a:lnTo>
                    <a:pt x="1177440" y="1193100"/>
                  </a:lnTo>
                  <a:lnTo>
                    <a:pt x="1179152" y="1245546"/>
                  </a:lnTo>
                  <a:lnTo>
                    <a:pt x="1180863" y="1232277"/>
                  </a:lnTo>
                  <a:lnTo>
                    <a:pt x="1182575" y="1281759"/>
                  </a:lnTo>
                  <a:lnTo>
                    <a:pt x="1184286" y="1303581"/>
                  </a:lnTo>
                  <a:lnTo>
                    <a:pt x="1185997" y="1242183"/>
                  </a:lnTo>
                  <a:lnTo>
                    <a:pt x="1187709" y="1272089"/>
                  </a:lnTo>
                  <a:lnTo>
                    <a:pt x="1189420" y="1222436"/>
                  </a:lnTo>
                  <a:lnTo>
                    <a:pt x="1191132" y="1193483"/>
                  </a:lnTo>
                  <a:lnTo>
                    <a:pt x="1192843" y="1185543"/>
                  </a:lnTo>
                  <a:lnTo>
                    <a:pt x="1194554" y="1176486"/>
                  </a:lnTo>
                  <a:lnTo>
                    <a:pt x="1196266" y="1246117"/>
                  </a:lnTo>
                  <a:lnTo>
                    <a:pt x="1197977" y="1231691"/>
                  </a:lnTo>
                  <a:lnTo>
                    <a:pt x="1199689" y="1206551"/>
                  </a:lnTo>
                  <a:lnTo>
                    <a:pt x="1201400" y="1135868"/>
                  </a:lnTo>
                  <a:lnTo>
                    <a:pt x="1203111" y="1137202"/>
                  </a:lnTo>
                  <a:lnTo>
                    <a:pt x="1204823" y="1169794"/>
                  </a:lnTo>
                  <a:lnTo>
                    <a:pt x="1206534" y="1153725"/>
                  </a:lnTo>
                  <a:lnTo>
                    <a:pt x="1208246" y="1130003"/>
                  </a:lnTo>
                  <a:lnTo>
                    <a:pt x="1209957" y="1149035"/>
                  </a:lnTo>
                  <a:lnTo>
                    <a:pt x="1211668" y="1177339"/>
                  </a:lnTo>
                  <a:lnTo>
                    <a:pt x="1213380" y="1170687"/>
                  </a:lnTo>
                  <a:lnTo>
                    <a:pt x="1215091" y="1149717"/>
                  </a:lnTo>
                  <a:lnTo>
                    <a:pt x="1216803" y="1144124"/>
                  </a:lnTo>
                  <a:lnTo>
                    <a:pt x="1218514" y="1114311"/>
                  </a:lnTo>
                  <a:lnTo>
                    <a:pt x="1220225" y="1132149"/>
                  </a:lnTo>
                  <a:lnTo>
                    <a:pt x="1221937" y="1091013"/>
                  </a:lnTo>
                  <a:lnTo>
                    <a:pt x="1223648" y="1069596"/>
                  </a:lnTo>
                  <a:lnTo>
                    <a:pt x="1225360" y="1043648"/>
                  </a:lnTo>
                  <a:lnTo>
                    <a:pt x="1227071" y="1074092"/>
                  </a:lnTo>
                  <a:lnTo>
                    <a:pt x="1228782" y="1105764"/>
                  </a:lnTo>
                  <a:lnTo>
                    <a:pt x="1230494" y="1118176"/>
                  </a:lnTo>
                  <a:lnTo>
                    <a:pt x="1232205" y="1175040"/>
                  </a:lnTo>
                  <a:lnTo>
                    <a:pt x="1233917" y="1212008"/>
                  </a:lnTo>
                  <a:lnTo>
                    <a:pt x="1235628" y="1256041"/>
                  </a:lnTo>
                  <a:lnTo>
                    <a:pt x="1237339" y="1244434"/>
                  </a:lnTo>
                  <a:lnTo>
                    <a:pt x="1239051" y="1294868"/>
                  </a:lnTo>
                  <a:lnTo>
                    <a:pt x="1240762" y="1294332"/>
                  </a:lnTo>
                  <a:lnTo>
                    <a:pt x="1242474" y="1325304"/>
                  </a:lnTo>
                  <a:lnTo>
                    <a:pt x="1244185" y="1304322"/>
                  </a:lnTo>
                  <a:lnTo>
                    <a:pt x="1245896" y="1271024"/>
                  </a:lnTo>
                  <a:lnTo>
                    <a:pt x="1247608" y="1254481"/>
                  </a:lnTo>
                  <a:lnTo>
                    <a:pt x="1249319" y="1272708"/>
                  </a:lnTo>
                  <a:lnTo>
                    <a:pt x="1251031" y="1326477"/>
                  </a:lnTo>
                  <a:lnTo>
                    <a:pt x="1252742" y="1293772"/>
                  </a:lnTo>
                  <a:lnTo>
                    <a:pt x="1254453" y="1310908"/>
                  </a:lnTo>
                  <a:lnTo>
                    <a:pt x="1256165" y="1307909"/>
                  </a:lnTo>
                  <a:lnTo>
                    <a:pt x="1257876" y="1337790"/>
                  </a:lnTo>
                  <a:lnTo>
                    <a:pt x="1259588" y="1391140"/>
                  </a:lnTo>
                  <a:lnTo>
                    <a:pt x="1261299" y="1392143"/>
                  </a:lnTo>
                  <a:lnTo>
                    <a:pt x="1263010" y="1344517"/>
                  </a:lnTo>
                  <a:lnTo>
                    <a:pt x="1264722" y="1312847"/>
                  </a:lnTo>
                  <a:lnTo>
                    <a:pt x="1266433" y="1335694"/>
                  </a:lnTo>
                  <a:lnTo>
                    <a:pt x="1268144" y="1290257"/>
                  </a:lnTo>
                  <a:lnTo>
                    <a:pt x="1269856" y="1272389"/>
                  </a:lnTo>
                  <a:lnTo>
                    <a:pt x="1271567" y="1251752"/>
                  </a:lnTo>
                  <a:lnTo>
                    <a:pt x="1273279" y="1152907"/>
                  </a:lnTo>
                  <a:lnTo>
                    <a:pt x="1274990" y="1155483"/>
                  </a:lnTo>
                  <a:lnTo>
                    <a:pt x="1276701" y="1131716"/>
                  </a:lnTo>
                  <a:lnTo>
                    <a:pt x="1278413" y="1087021"/>
                  </a:lnTo>
                  <a:lnTo>
                    <a:pt x="1280124" y="1021824"/>
                  </a:lnTo>
                  <a:lnTo>
                    <a:pt x="1281836" y="1006935"/>
                  </a:lnTo>
                  <a:lnTo>
                    <a:pt x="1283547" y="995419"/>
                  </a:lnTo>
                  <a:lnTo>
                    <a:pt x="1285258" y="928969"/>
                  </a:lnTo>
                  <a:lnTo>
                    <a:pt x="1286970" y="958944"/>
                  </a:lnTo>
                  <a:lnTo>
                    <a:pt x="1288681" y="987380"/>
                  </a:lnTo>
                  <a:lnTo>
                    <a:pt x="1290393" y="970625"/>
                  </a:lnTo>
                  <a:lnTo>
                    <a:pt x="1292104" y="990353"/>
                  </a:lnTo>
                  <a:lnTo>
                    <a:pt x="1293815" y="1013653"/>
                  </a:lnTo>
                  <a:lnTo>
                    <a:pt x="1295527" y="1072533"/>
                  </a:lnTo>
                  <a:lnTo>
                    <a:pt x="1297238" y="1073199"/>
                  </a:lnTo>
                  <a:lnTo>
                    <a:pt x="1298950" y="1104277"/>
                  </a:lnTo>
                  <a:lnTo>
                    <a:pt x="1300661" y="1159180"/>
                  </a:lnTo>
                  <a:lnTo>
                    <a:pt x="1302372" y="1181200"/>
                  </a:lnTo>
                  <a:lnTo>
                    <a:pt x="1304084" y="1193688"/>
                  </a:lnTo>
                  <a:lnTo>
                    <a:pt x="1305795" y="1201888"/>
                  </a:lnTo>
                  <a:lnTo>
                    <a:pt x="1307507" y="1190668"/>
                  </a:lnTo>
                  <a:lnTo>
                    <a:pt x="1309218" y="1192393"/>
                  </a:lnTo>
                  <a:lnTo>
                    <a:pt x="1310929" y="1193842"/>
                  </a:lnTo>
                  <a:lnTo>
                    <a:pt x="1312641" y="1153725"/>
                  </a:lnTo>
                  <a:lnTo>
                    <a:pt x="1314352" y="1196363"/>
                  </a:lnTo>
                  <a:lnTo>
                    <a:pt x="1316064" y="1187577"/>
                  </a:lnTo>
                  <a:lnTo>
                    <a:pt x="1317775" y="1165878"/>
                  </a:lnTo>
                  <a:lnTo>
                    <a:pt x="1319486" y="1220779"/>
                  </a:lnTo>
                  <a:lnTo>
                    <a:pt x="1321198" y="1212677"/>
                  </a:lnTo>
                  <a:lnTo>
                    <a:pt x="1322909" y="1181134"/>
                  </a:lnTo>
                  <a:lnTo>
                    <a:pt x="1324621" y="1194322"/>
                  </a:lnTo>
                  <a:lnTo>
                    <a:pt x="1326332" y="1127826"/>
                  </a:lnTo>
                  <a:lnTo>
                    <a:pt x="1328043" y="1185609"/>
                  </a:lnTo>
                  <a:lnTo>
                    <a:pt x="1329755" y="1154909"/>
                  </a:lnTo>
                  <a:lnTo>
                    <a:pt x="1331466" y="1195068"/>
                  </a:lnTo>
                  <a:lnTo>
                    <a:pt x="1333178" y="1191907"/>
                  </a:lnTo>
                  <a:lnTo>
                    <a:pt x="1334889" y="1182801"/>
                  </a:lnTo>
                  <a:lnTo>
                    <a:pt x="1336600" y="1160415"/>
                  </a:lnTo>
                  <a:lnTo>
                    <a:pt x="1338312" y="1128202"/>
                  </a:lnTo>
                  <a:lnTo>
                    <a:pt x="1340023" y="1116436"/>
                  </a:lnTo>
                  <a:lnTo>
                    <a:pt x="1341735" y="1123322"/>
                  </a:lnTo>
                  <a:lnTo>
                    <a:pt x="1343446" y="1142412"/>
                  </a:lnTo>
                  <a:lnTo>
                    <a:pt x="1345157" y="1117975"/>
                  </a:lnTo>
                  <a:lnTo>
                    <a:pt x="1346869" y="1124890"/>
                  </a:lnTo>
                  <a:lnTo>
                    <a:pt x="1348580" y="1135509"/>
                  </a:lnTo>
                  <a:lnTo>
                    <a:pt x="1350292" y="1138339"/>
                  </a:lnTo>
                  <a:lnTo>
                    <a:pt x="1352003" y="1184718"/>
                  </a:lnTo>
                  <a:lnTo>
                    <a:pt x="1353714" y="1128600"/>
                  </a:lnTo>
                  <a:lnTo>
                    <a:pt x="1355426" y="1145613"/>
                  </a:lnTo>
                  <a:lnTo>
                    <a:pt x="1357137" y="1165305"/>
                  </a:lnTo>
                  <a:lnTo>
                    <a:pt x="1358849" y="1123365"/>
                  </a:lnTo>
                  <a:lnTo>
                    <a:pt x="1360560" y="1142897"/>
                  </a:lnTo>
                  <a:lnTo>
                    <a:pt x="1362271" y="1090355"/>
                  </a:lnTo>
                  <a:lnTo>
                    <a:pt x="1363983" y="1099616"/>
                  </a:lnTo>
                  <a:lnTo>
                    <a:pt x="1365694" y="1152703"/>
                  </a:lnTo>
                  <a:lnTo>
                    <a:pt x="1367406" y="1129432"/>
                  </a:lnTo>
                  <a:lnTo>
                    <a:pt x="1369117" y="1180516"/>
                  </a:lnTo>
                  <a:lnTo>
                    <a:pt x="1370828" y="1169710"/>
                  </a:lnTo>
                  <a:lnTo>
                    <a:pt x="1372540" y="1151099"/>
                  </a:lnTo>
                  <a:lnTo>
                    <a:pt x="1374251" y="1124789"/>
                  </a:lnTo>
                  <a:lnTo>
                    <a:pt x="1375962" y="1068057"/>
                  </a:lnTo>
                  <a:lnTo>
                    <a:pt x="1377674" y="1089383"/>
                  </a:lnTo>
                  <a:lnTo>
                    <a:pt x="1379385" y="1115603"/>
                  </a:lnTo>
                  <a:lnTo>
                    <a:pt x="1381097" y="1112031"/>
                  </a:lnTo>
                  <a:lnTo>
                    <a:pt x="1382808" y="1128213"/>
                  </a:lnTo>
                  <a:lnTo>
                    <a:pt x="1384519" y="1204075"/>
                  </a:lnTo>
                  <a:lnTo>
                    <a:pt x="1386231" y="1257196"/>
                  </a:lnTo>
                  <a:lnTo>
                    <a:pt x="1387942" y="1280752"/>
                  </a:lnTo>
                  <a:lnTo>
                    <a:pt x="1389654" y="1281995"/>
                  </a:lnTo>
                  <a:lnTo>
                    <a:pt x="1391365" y="1238649"/>
                  </a:lnTo>
                  <a:lnTo>
                    <a:pt x="1393076" y="1271333"/>
                  </a:lnTo>
                  <a:lnTo>
                    <a:pt x="1394788" y="1324673"/>
                  </a:lnTo>
                  <a:lnTo>
                    <a:pt x="1396499" y="1328047"/>
                  </a:lnTo>
                  <a:lnTo>
                    <a:pt x="1398211" y="1342574"/>
                  </a:lnTo>
                  <a:lnTo>
                    <a:pt x="1399922" y="1354208"/>
                  </a:lnTo>
                  <a:lnTo>
                    <a:pt x="1401633" y="1320056"/>
                  </a:lnTo>
                  <a:lnTo>
                    <a:pt x="1403345" y="1289157"/>
                  </a:lnTo>
                  <a:lnTo>
                    <a:pt x="1405056" y="1208201"/>
                  </a:lnTo>
                  <a:lnTo>
                    <a:pt x="1406768" y="1174367"/>
                  </a:lnTo>
                  <a:lnTo>
                    <a:pt x="1408479" y="1120348"/>
                  </a:lnTo>
                  <a:lnTo>
                    <a:pt x="1410190" y="1083678"/>
                  </a:lnTo>
                  <a:lnTo>
                    <a:pt x="1411902" y="1086106"/>
                  </a:lnTo>
                  <a:lnTo>
                    <a:pt x="1413613" y="1064580"/>
                  </a:lnTo>
                  <a:lnTo>
                    <a:pt x="1415325" y="1042754"/>
                  </a:lnTo>
                  <a:lnTo>
                    <a:pt x="1417036" y="1062146"/>
                  </a:lnTo>
                  <a:lnTo>
                    <a:pt x="1418747" y="1041577"/>
                  </a:lnTo>
                  <a:lnTo>
                    <a:pt x="1420459" y="1078082"/>
                  </a:lnTo>
                  <a:lnTo>
                    <a:pt x="1422170" y="1118923"/>
                  </a:lnTo>
                  <a:lnTo>
                    <a:pt x="1423882" y="1087575"/>
                  </a:lnTo>
                  <a:lnTo>
                    <a:pt x="1425593" y="1122739"/>
                  </a:lnTo>
                  <a:lnTo>
                    <a:pt x="1427304" y="1146716"/>
                  </a:lnTo>
                  <a:lnTo>
                    <a:pt x="1429016" y="1111855"/>
                  </a:lnTo>
                  <a:lnTo>
                    <a:pt x="1430727" y="1235269"/>
                  </a:lnTo>
                  <a:lnTo>
                    <a:pt x="1432439" y="1194348"/>
                  </a:lnTo>
                  <a:lnTo>
                    <a:pt x="1434150" y="1162501"/>
                  </a:lnTo>
                  <a:lnTo>
                    <a:pt x="1435861" y="1181232"/>
                  </a:lnTo>
                  <a:lnTo>
                    <a:pt x="1437573" y="1224159"/>
                  </a:lnTo>
                  <a:lnTo>
                    <a:pt x="1439284" y="1202612"/>
                  </a:lnTo>
                  <a:lnTo>
                    <a:pt x="1440996" y="1150454"/>
                  </a:lnTo>
                  <a:lnTo>
                    <a:pt x="1442707" y="1109394"/>
                  </a:lnTo>
                  <a:lnTo>
                    <a:pt x="1444418" y="1145894"/>
                  </a:lnTo>
                  <a:lnTo>
                    <a:pt x="1446130" y="1144533"/>
                  </a:lnTo>
                  <a:lnTo>
                    <a:pt x="1447841" y="1063776"/>
                  </a:lnTo>
                  <a:lnTo>
                    <a:pt x="1449553" y="1117363"/>
                  </a:lnTo>
                  <a:lnTo>
                    <a:pt x="1451264" y="1152718"/>
                  </a:lnTo>
                  <a:lnTo>
                    <a:pt x="1452975" y="1163024"/>
                  </a:lnTo>
                  <a:lnTo>
                    <a:pt x="1454687" y="1156572"/>
                  </a:lnTo>
                  <a:lnTo>
                    <a:pt x="1456398" y="1095609"/>
                  </a:lnTo>
                  <a:lnTo>
                    <a:pt x="1458110" y="1123347"/>
                  </a:lnTo>
                  <a:lnTo>
                    <a:pt x="1459821" y="1084519"/>
                  </a:lnTo>
                  <a:lnTo>
                    <a:pt x="1461532" y="1139270"/>
                  </a:lnTo>
                  <a:lnTo>
                    <a:pt x="1463244" y="1133207"/>
                  </a:lnTo>
                  <a:lnTo>
                    <a:pt x="1464955" y="1149487"/>
                  </a:lnTo>
                  <a:lnTo>
                    <a:pt x="1466667" y="1184834"/>
                  </a:lnTo>
                  <a:lnTo>
                    <a:pt x="1468378" y="1224419"/>
                  </a:lnTo>
                  <a:lnTo>
                    <a:pt x="1470089" y="1260606"/>
                  </a:lnTo>
                  <a:lnTo>
                    <a:pt x="1471801" y="1252194"/>
                  </a:lnTo>
                  <a:lnTo>
                    <a:pt x="1473512" y="1241326"/>
                  </a:lnTo>
                  <a:lnTo>
                    <a:pt x="1475224" y="1251644"/>
                  </a:lnTo>
                  <a:lnTo>
                    <a:pt x="1476935" y="1261699"/>
                  </a:lnTo>
                  <a:lnTo>
                    <a:pt x="1478646" y="1309841"/>
                  </a:lnTo>
                  <a:lnTo>
                    <a:pt x="1480358" y="1279988"/>
                  </a:lnTo>
                  <a:lnTo>
                    <a:pt x="1482069" y="1273486"/>
                  </a:lnTo>
                  <a:lnTo>
                    <a:pt x="1483780" y="1172701"/>
                  </a:lnTo>
                  <a:lnTo>
                    <a:pt x="1485492" y="1173116"/>
                  </a:lnTo>
                  <a:lnTo>
                    <a:pt x="1487203" y="1125603"/>
                  </a:lnTo>
                  <a:lnTo>
                    <a:pt x="1488915" y="1143670"/>
                  </a:lnTo>
                  <a:lnTo>
                    <a:pt x="1490626" y="1161974"/>
                  </a:lnTo>
                  <a:lnTo>
                    <a:pt x="1492337" y="1219537"/>
                  </a:lnTo>
                  <a:lnTo>
                    <a:pt x="1494049" y="1247419"/>
                  </a:lnTo>
                  <a:lnTo>
                    <a:pt x="1495760" y="1267220"/>
                  </a:lnTo>
                  <a:lnTo>
                    <a:pt x="1497472" y="1278438"/>
                  </a:lnTo>
                  <a:lnTo>
                    <a:pt x="1499183" y="1276167"/>
                  </a:lnTo>
                  <a:lnTo>
                    <a:pt x="1500894" y="1299725"/>
                  </a:lnTo>
                  <a:lnTo>
                    <a:pt x="1502606" y="1353037"/>
                  </a:lnTo>
                  <a:lnTo>
                    <a:pt x="1504317" y="1338513"/>
                  </a:lnTo>
                  <a:lnTo>
                    <a:pt x="1506029" y="1296675"/>
                  </a:lnTo>
                  <a:lnTo>
                    <a:pt x="1507740" y="1356949"/>
                  </a:lnTo>
                  <a:lnTo>
                    <a:pt x="1509451" y="1351158"/>
                  </a:lnTo>
                  <a:lnTo>
                    <a:pt x="1511163" y="1362186"/>
                  </a:lnTo>
                  <a:lnTo>
                    <a:pt x="1512874" y="1334974"/>
                  </a:lnTo>
                  <a:lnTo>
                    <a:pt x="1514586" y="1363296"/>
                  </a:lnTo>
                  <a:lnTo>
                    <a:pt x="1516297" y="1345692"/>
                  </a:lnTo>
                  <a:lnTo>
                    <a:pt x="1518008" y="1364745"/>
                  </a:lnTo>
                  <a:lnTo>
                    <a:pt x="1519720" y="1360837"/>
                  </a:lnTo>
                  <a:lnTo>
                    <a:pt x="1521431" y="1357014"/>
                  </a:lnTo>
                  <a:lnTo>
                    <a:pt x="1523143" y="1334280"/>
                  </a:lnTo>
                  <a:lnTo>
                    <a:pt x="1524854" y="1269434"/>
                  </a:lnTo>
                  <a:lnTo>
                    <a:pt x="1526565" y="1208819"/>
                  </a:lnTo>
                  <a:lnTo>
                    <a:pt x="1528277" y="1186278"/>
                  </a:lnTo>
                  <a:lnTo>
                    <a:pt x="1529988" y="1208006"/>
                  </a:lnTo>
                  <a:lnTo>
                    <a:pt x="1531700" y="1223922"/>
                  </a:lnTo>
                  <a:lnTo>
                    <a:pt x="1533411" y="1157355"/>
                  </a:lnTo>
                  <a:lnTo>
                    <a:pt x="1535122" y="1183874"/>
                  </a:lnTo>
                  <a:lnTo>
                    <a:pt x="1536834" y="1197572"/>
                  </a:lnTo>
                  <a:lnTo>
                    <a:pt x="1538545" y="1185216"/>
                  </a:lnTo>
                  <a:lnTo>
                    <a:pt x="1540257" y="1158090"/>
                  </a:lnTo>
                  <a:lnTo>
                    <a:pt x="1541968" y="1178753"/>
                  </a:lnTo>
                  <a:lnTo>
                    <a:pt x="1543679" y="1212989"/>
                  </a:lnTo>
                  <a:lnTo>
                    <a:pt x="1545391" y="1241300"/>
                  </a:lnTo>
                  <a:lnTo>
                    <a:pt x="1547102" y="1240282"/>
                  </a:lnTo>
                  <a:lnTo>
                    <a:pt x="1548814" y="1215506"/>
                  </a:lnTo>
                  <a:lnTo>
                    <a:pt x="1550525" y="1249576"/>
                  </a:lnTo>
                  <a:lnTo>
                    <a:pt x="1552236" y="1276380"/>
                  </a:lnTo>
                  <a:lnTo>
                    <a:pt x="1553948" y="1265043"/>
                  </a:lnTo>
                  <a:lnTo>
                    <a:pt x="1555659" y="1238549"/>
                  </a:lnTo>
                  <a:lnTo>
                    <a:pt x="1557371" y="1279418"/>
                  </a:lnTo>
                  <a:lnTo>
                    <a:pt x="1559082" y="1282004"/>
                  </a:lnTo>
                  <a:lnTo>
                    <a:pt x="1560793" y="1269759"/>
                  </a:lnTo>
                  <a:lnTo>
                    <a:pt x="1562505" y="1304958"/>
                  </a:lnTo>
                  <a:lnTo>
                    <a:pt x="1564216" y="1330214"/>
                  </a:lnTo>
                  <a:lnTo>
                    <a:pt x="1565928" y="1355688"/>
                  </a:lnTo>
                  <a:lnTo>
                    <a:pt x="1567639" y="1322279"/>
                  </a:lnTo>
                  <a:lnTo>
                    <a:pt x="1569350" y="1291093"/>
                  </a:lnTo>
                  <a:lnTo>
                    <a:pt x="1571062" y="1285091"/>
                  </a:lnTo>
                  <a:lnTo>
                    <a:pt x="1572773" y="1232928"/>
                  </a:lnTo>
                  <a:lnTo>
                    <a:pt x="1574485" y="1265339"/>
                  </a:lnTo>
                  <a:lnTo>
                    <a:pt x="1576196" y="1240627"/>
                  </a:lnTo>
                  <a:lnTo>
                    <a:pt x="1577907" y="1278281"/>
                  </a:lnTo>
                  <a:lnTo>
                    <a:pt x="1579619" y="1266307"/>
                  </a:lnTo>
                  <a:lnTo>
                    <a:pt x="1581330" y="1233160"/>
                  </a:lnTo>
                  <a:lnTo>
                    <a:pt x="1583041" y="1232369"/>
                  </a:lnTo>
                  <a:lnTo>
                    <a:pt x="1584753" y="1264072"/>
                  </a:lnTo>
                  <a:lnTo>
                    <a:pt x="1586464" y="1282208"/>
                  </a:lnTo>
                  <a:lnTo>
                    <a:pt x="1588176" y="1339597"/>
                  </a:lnTo>
                  <a:lnTo>
                    <a:pt x="1589887" y="1351384"/>
                  </a:lnTo>
                  <a:lnTo>
                    <a:pt x="1591598" y="1348685"/>
                  </a:lnTo>
                  <a:lnTo>
                    <a:pt x="1593310" y="1337118"/>
                  </a:lnTo>
                  <a:lnTo>
                    <a:pt x="1595021" y="1362264"/>
                  </a:lnTo>
                  <a:lnTo>
                    <a:pt x="1596733" y="1360089"/>
                  </a:lnTo>
                  <a:lnTo>
                    <a:pt x="1598444" y="1319920"/>
                  </a:lnTo>
                  <a:lnTo>
                    <a:pt x="1600155" y="1254974"/>
                  </a:lnTo>
                  <a:lnTo>
                    <a:pt x="1601867" y="1278080"/>
                  </a:lnTo>
                  <a:lnTo>
                    <a:pt x="1603578" y="1283015"/>
                  </a:lnTo>
                  <a:lnTo>
                    <a:pt x="1605290" y="1277651"/>
                  </a:lnTo>
                  <a:lnTo>
                    <a:pt x="1607001" y="1316667"/>
                  </a:lnTo>
                  <a:lnTo>
                    <a:pt x="1608712" y="1319575"/>
                  </a:lnTo>
                  <a:lnTo>
                    <a:pt x="1610424" y="1323054"/>
                  </a:lnTo>
                  <a:lnTo>
                    <a:pt x="1612135" y="1309280"/>
                  </a:lnTo>
                  <a:lnTo>
                    <a:pt x="1613847" y="1325152"/>
                  </a:lnTo>
                  <a:lnTo>
                    <a:pt x="1615558" y="1432074"/>
                  </a:lnTo>
                  <a:lnTo>
                    <a:pt x="1617269" y="1446302"/>
                  </a:lnTo>
                  <a:lnTo>
                    <a:pt x="1618981" y="1448711"/>
                  </a:lnTo>
                  <a:lnTo>
                    <a:pt x="1620692" y="1419051"/>
                  </a:lnTo>
                  <a:lnTo>
                    <a:pt x="1622404" y="1441373"/>
                  </a:lnTo>
                  <a:lnTo>
                    <a:pt x="1624115" y="1404770"/>
                  </a:lnTo>
                  <a:lnTo>
                    <a:pt x="1625826" y="1422813"/>
                  </a:lnTo>
                  <a:lnTo>
                    <a:pt x="1627538" y="1406361"/>
                  </a:lnTo>
                  <a:lnTo>
                    <a:pt x="1629249" y="1449152"/>
                  </a:lnTo>
                  <a:lnTo>
                    <a:pt x="1630961" y="1431298"/>
                  </a:lnTo>
                  <a:lnTo>
                    <a:pt x="1632672" y="1411099"/>
                  </a:lnTo>
                  <a:lnTo>
                    <a:pt x="1634383" y="1401006"/>
                  </a:lnTo>
                  <a:lnTo>
                    <a:pt x="1636095" y="1412772"/>
                  </a:lnTo>
                  <a:lnTo>
                    <a:pt x="1637806" y="1437757"/>
                  </a:lnTo>
                  <a:lnTo>
                    <a:pt x="1639518" y="1415380"/>
                  </a:lnTo>
                  <a:lnTo>
                    <a:pt x="1641229" y="1445018"/>
                  </a:lnTo>
                  <a:lnTo>
                    <a:pt x="1642940" y="1429737"/>
                  </a:lnTo>
                  <a:lnTo>
                    <a:pt x="1644652" y="1461986"/>
                  </a:lnTo>
                  <a:lnTo>
                    <a:pt x="1646363" y="1461986"/>
                  </a:lnTo>
                  <a:lnTo>
                    <a:pt x="1648075" y="1461986"/>
                  </a:lnTo>
                  <a:lnTo>
                    <a:pt x="1649786" y="1461385"/>
                  </a:lnTo>
                  <a:lnTo>
                    <a:pt x="1651497" y="1451918"/>
                  </a:lnTo>
                  <a:lnTo>
                    <a:pt x="1653209" y="1461986"/>
                  </a:lnTo>
                  <a:lnTo>
                    <a:pt x="1654920" y="1461986"/>
                  </a:lnTo>
                  <a:lnTo>
                    <a:pt x="1656632" y="1461258"/>
                  </a:lnTo>
                  <a:lnTo>
                    <a:pt x="1658343" y="1461986"/>
                  </a:lnTo>
                  <a:lnTo>
                    <a:pt x="1660054" y="1442958"/>
                  </a:lnTo>
                  <a:lnTo>
                    <a:pt x="1661766" y="1413960"/>
                  </a:lnTo>
                  <a:lnTo>
                    <a:pt x="1663477" y="1412769"/>
                  </a:lnTo>
                  <a:lnTo>
                    <a:pt x="1665189" y="1382665"/>
                  </a:lnTo>
                  <a:lnTo>
                    <a:pt x="1666900" y="1381619"/>
                  </a:lnTo>
                  <a:lnTo>
                    <a:pt x="1668611" y="1374204"/>
                  </a:lnTo>
                  <a:lnTo>
                    <a:pt x="1670323" y="1359915"/>
                  </a:lnTo>
                  <a:lnTo>
                    <a:pt x="1672034" y="1348591"/>
                  </a:lnTo>
                  <a:lnTo>
                    <a:pt x="1673746" y="1350041"/>
                  </a:lnTo>
                  <a:lnTo>
                    <a:pt x="1675457" y="1329165"/>
                  </a:lnTo>
                  <a:lnTo>
                    <a:pt x="1677168" y="1344213"/>
                  </a:lnTo>
                  <a:lnTo>
                    <a:pt x="1678880" y="1352415"/>
                  </a:lnTo>
                  <a:lnTo>
                    <a:pt x="1680591" y="1340998"/>
                  </a:lnTo>
                  <a:lnTo>
                    <a:pt x="1682303" y="1331261"/>
                  </a:lnTo>
                  <a:lnTo>
                    <a:pt x="1684014" y="1338951"/>
                  </a:lnTo>
                  <a:lnTo>
                    <a:pt x="1685725" y="1333804"/>
                  </a:lnTo>
                  <a:lnTo>
                    <a:pt x="1687437" y="1333994"/>
                  </a:lnTo>
                  <a:lnTo>
                    <a:pt x="1689148" y="1336844"/>
                  </a:lnTo>
                  <a:lnTo>
                    <a:pt x="1690859" y="1337341"/>
                  </a:lnTo>
                  <a:lnTo>
                    <a:pt x="1692571" y="1345038"/>
                  </a:lnTo>
                  <a:lnTo>
                    <a:pt x="1694282" y="1342792"/>
                  </a:lnTo>
                  <a:lnTo>
                    <a:pt x="1695994" y="1364048"/>
                  </a:lnTo>
                  <a:lnTo>
                    <a:pt x="1697705" y="1397629"/>
                  </a:lnTo>
                  <a:lnTo>
                    <a:pt x="1699416" y="1383869"/>
                  </a:lnTo>
                  <a:lnTo>
                    <a:pt x="1701128" y="1379477"/>
                  </a:lnTo>
                  <a:lnTo>
                    <a:pt x="1702839" y="1432019"/>
                  </a:lnTo>
                  <a:lnTo>
                    <a:pt x="1704551" y="1452718"/>
                  </a:lnTo>
                  <a:lnTo>
                    <a:pt x="1706262" y="1449030"/>
                  </a:lnTo>
                  <a:lnTo>
                    <a:pt x="1707973" y="1429474"/>
                  </a:lnTo>
                  <a:lnTo>
                    <a:pt x="1709685" y="1444574"/>
                  </a:lnTo>
                  <a:lnTo>
                    <a:pt x="1711396" y="1461986"/>
                  </a:lnTo>
                  <a:lnTo>
                    <a:pt x="1713108" y="1461986"/>
                  </a:lnTo>
                  <a:lnTo>
                    <a:pt x="1714819" y="1461986"/>
                  </a:lnTo>
                  <a:lnTo>
                    <a:pt x="1716530" y="1461986"/>
                  </a:lnTo>
                  <a:lnTo>
                    <a:pt x="1718242" y="1461986"/>
                  </a:lnTo>
                  <a:lnTo>
                    <a:pt x="1719953" y="1461986"/>
                  </a:lnTo>
                  <a:lnTo>
                    <a:pt x="1721665" y="1461986"/>
                  </a:lnTo>
                  <a:lnTo>
                    <a:pt x="1723376" y="1461986"/>
                  </a:lnTo>
                  <a:lnTo>
                    <a:pt x="1725087" y="1461986"/>
                  </a:lnTo>
                  <a:lnTo>
                    <a:pt x="1726799" y="1461986"/>
                  </a:lnTo>
                  <a:lnTo>
                    <a:pt x="1728510" y="1461986"/>
                  </a:lnTo>
                  <a:lnTo>
                    <a:pt x="1730222" y="1461986"/>
                  </a:lnTo>
                  <a:lnTo>
                    <a:pt x="1731933" y="1461986"/>
                  </a:lnTo>
                  <a:lnTo>
                    <a:pt x="1733644" y="1461986"/>
                  </a:lnTo>
                  <a:lnTo>
                    <a:pt x="1735356" y="1461986"/>
                  </a:lnTo>
                  <a:lnTo>
                    <a:pt x="1737067" y="1461986"/>
                  </a:lnTo>
                  <a:lnTo>
                    <a:pt x="1738779" y="1461986"/>
                  </a:lnTo>
                  <a:lnTo>
                    <a:pt x="1740490" y="1461986"/>
                  </a:lnTo>
                  <a:lnTo>
                    <a:pt x="1742201" y="1461986"/>
                  </a:lnTo>
                  <a:lnTo>
                    <a:pt x="1743913" y="1461986"/>
                  </a:lnTo>
                  <a:lnTo>
                    <a:pt x="1745624" y="1461986"/>
                  </a:lnTo>
                  <a:lnTo>
                    <a:pt x="1747336" y="1461986"/>
                  </a:lnTo>
                  <a:lnTo>
                    <a:pt x="1749047" y="1440050"/>
                  </a:lnTo>
                  <a:lnTo>
                    <a:pt x="1750758" y="1449048"/>
                  </a:lnTo>
                  <a:lnTo>
                    <a:pt x="1752470" y="1447827"/>
                  </a:lnTo>
                  <a:lnTo>
                    <a:pt x="1754181" y="1431593"/>
                  </a:lnTo>
                  <a:lnTo>
                    <a:pt x="1755893" y="1408486"/>
                  </a:lnTo>
                  <a:lnTo>
                    <a:pt x="1757604" y="1408148"/>
                  </a:lnTo>
                  <a:lnTo>
                    <a:pt x="1759315" y="1391886"/>
                  </a:lnTo>
                  <a:lnTo>
                    <a:pt x="1761027" y="1382674"/>
                  </a:lnTo>
                  <a:lnTo>
                    <a:pt x="1762738" y="1371497"/>
                  </a:lnTo>
                  <a:lnTo>
                    <a:pt x="1764450" y="1371596"/>
                  </a:lnTo>
                  <a:lnTo>
                    <a:pt x="1766161" y="1390124"/>
                  </a:lnTo>
                  <a:lnTo>
                    <a:pt x="1767872" y="1360453"/>
                  </a:lnTo>
                  <a:lnTo>
                    <a:pt x="1769584" y="1434829"/>
                  </a:lnTo>
                  <a:lnTo>
                    <a:pt x="1771295" y="1425035"/>
                  </a:lnTo>
                  <a:lnTo>
                    <a:pt x="1773007" y="1461986"/>
                  </a:lnTo>
                  <a:lnTo>
                    <a:pt x="1774718" y="1461986"/>
                  </a:lnTo>
                  <a:lnTo>
                    <a:pt x="1776429" y="1461986"/>
                  </a:lnTo>
                  <a:lnTo>
                    <a:pt x="1778141" y="1438380"/>
                  </a:lnTo>
                  <a:lnTo>
                    <a:pt x="1779852" y="1436197"/>
                  </a:lnTo>
                  <a:lnTo>
                    <a:pt x="1781564" y="1438130"/>
                  </a:lnTo>
                  <a:lnTo>
                    <a:pt x="1783275" y="1447904"/>
                  </a:lnTo>
                  <a:lnTo>
                    <a:pt x="1784986" y="1452720"/>
                  </a:lnTo>
                  <a:lnTo>
                    <a:pt x="1786698" y="1461986"/>
                  </a:lnTo>
                  <a:lnTo>
                    <a:pt x="1788409" y="1433100"/>
                  </a:lnTo>
                  <a:lnTo>
                    <a:pt x="1790121" y="1432692"/>
                  </a:lnTo>
                  <a:lnTo>
                    <a:pt x="1791832" y="1442472"/>
                  </a:lnTo>
                  <a:lnTo>
                    <a:pt x="1793543" y="1461986"/>
                  </a:lnTo>
                  <a:lnTo>
                    <a:pt x="1795255" y="1461986"/>
                  </a:lnTo>
                  <a:lnTo>
                    <a:pt x="1796966" y="1461986"/>
                  </a:lnTo>
                  <a:lnTo>
                    <a:pt x="1798677" y="1461986"/>
                  </a:lnTo>
                  <a:lnTo>
                    <a:pt x="1800389" y="1453461"/>
                  </a:lnTo>
                  <a:lnTo>
                    <a:pt x="1802100" y="1461986"/>
                  </a:lnTo>
                  <a:lnTo>
                    <a:pt x="1803812" y="1461986"/>
                  </a:lnTo>
                  <a:lnTo>
                    <a:pt x="1805523" y="1461986"/>
                  </a:lnTo>
                  <a:lnTo>
                    <a:pt x="1807234" y="1461986"/>
                  </a:lnTo>
                  <a:lnTo>
                    <a:pt x="1808946" y="1446927"/>
                  </a:lnTo>
                  <a:lnTo>
                    <a:pt x="1810657" y="1451764"/>
                  </a:lnTo>
                  <a:lnTo>
                    <a:pt x="1812369" y="1460434"/>
                  </a:lnTo>
                  <a:lnTo>
                    <a:pt x="1814080" y="1461986"/>
                  </a:lnTo>
                  <a:lnTo>
                    <a:pt x="1815791" y="1461986"/>
                  </a:lnTo>
                  <a:lnTo>
                    <a:pt x="1817503" y="1461986"/>
                  </a:lnTo>
                  <a:lnTo>
                    <a:pt x="1819214" y="1461986"/>
                  </a:lnTo>
                  <a:lnTo>
                    <a:pt x="1820926" y="1461986"/>
                  </a:lnTo>
                  <a:lnTo>
                    <a:pt x="1822637" y="1461986"/>
                  </a:lnTo>
                  <a:lnTo>
                    <a:pt x="1824348" y="1461986"/>
                  </a:lnTo>
                  <a:lnTo>
                    <a:pt x="1826060" y="1461986"/>
                  </a:lnTo>
                  <a:lnTo>
                    <a:pt x="1827771" y="1461986"/>
                  </a:lnTo>
                  <a:lnTo>
                    <a:pt x="1829483" y="1426014"/>
                  </a:lnTo>
                  <a:lnTo>
                    <a:pt x="1831194" y="1385796"/>
                  </a:lnTo>
                  <a:lnTo>
                    <a:pt x="1832905" y="1415326"/>
                  </a:lnTo>
                  <a:lnTo>
                    <a:pt x="1834617" y="1403547"/>
                  </a:lnTo>
                  <a:lnTo>
                    <a:pt x="1836328" y="1385854"/>
                  </a:lnTo>
                  <a:lnTo>
                    <a:pt x="1838040" y="1420730"/>
                  </a:lnTo>
                  <a:lnTo>
                    <a:pt x="1839751" y="1449010"/>
                  </a:lnTo>
                  <a:lnTo>
                    <a:pt x="1841462" y="1461986"/>
                  </a:lnTo>
                  <a:lnTo>
                    <a:pt x="1843174" y="1461986"/>
                  </a:lnTo>
                  <a:lnTo>
                    <a:pt x="1844885" y="1461986"/>
                  </a:lnTo>
                  <a:lnTo>
                    <a:pt x="1846597" y="1461986"/>
                  </a:lnTo>
                  <a:lnTo>
                    <a:pt x="1848308" y="1461986"/>
                  </a:lnTo>
                  <a:lnTo>
                    <a:pt x="1850019" y="1461986"/>
                  </a:lnTo>
                  <a:lnTo>
                    <a:pt x="1851731" y="1454952"/>
                  </a:lnTo>
                  <a:lnTo>
                    <a:pt x="1853442" y="1461986"/>
                  </a:lnTo>
                  <a:lnTo>
                    <a:pt x="1855154" y="1404277"/>
                  </a:lnTo>
                  <a:lnTo>
                    <a:pt x="1856865" y="1356289"/>
                  </a:lnTo>
                  <a:lnTo>
                    <a:pt x="1858576" y="1319061"/>
                  </a:lnTo>
                  <a:lnTo>
                    <a:pt x="1860288" y="1236260"/>
                  </a:lnTo>
                  <a:lnTo>
                    <a:pt x="1861999" y="1335143"/>
                  </a:lnTo>
                  <a:lnTo>
                    <a:pt x="1863711" y="1337857"/>
                  </a:lnTo>
                  <a:lnTo>
                    <a:pt x="1865422" y="1276712"/>
                  </a:lnTo>
                  <a:lnTo>
                    <a:pt x="1867133" y="1373464"/>
                  </a:lnTo>
                  <a:lnTo>
                    <a:pt x="1868845" y="1327106"/>
                  </a:lnTo>
                  <a:lnTo>
                    <a:pt x="1870556" y="1354558"/>
                  </a:lnTo>
                  <a:lnTo>
                    <a:pt x="1872268" y="1421905"/>
                  </a:lnTo>
                  <a:lnTo>
                    <a:pt x="1873979" y="1359983"/>
                  </a:lnTo>
                  <a:lnTo>
                    <a:pt x="1875690" y="1403283"/>
                  </a:lnTo>
                  <a:lnTo>
                    <a:pt x="1877402" y="1405413"/>
                  </a:lnTo>
                  <a:lnTo>
                    <a:pt x="1879113" y="1373435"/>
                  </a:lnTo>
                  <a:lnTo>
                    <a:pt x="1880825" y="1402601"/>
                  </a:lnTo>
                  <a:lnTo>
                    <a:pt x="1882536" y="1389317"/>
                  </a:lnTo>
                  <a:lnTo>
                    <a:pt x="1884247" y="1389893"/>
                  </a:lnTo>
                  <a:lnTo>
                    <a:pt x="1885959" y="1398892"/>
                  </a:lnTo>
                  <a:lnTo>
                    <a:pt x="1887670" y="1379218"/>
                  </a:lnTo>
                  <a:lnTo>
                    <a:pt x="1889382" y="1397099"/>
                  </a:lnTo>
                  <a:lnTo>
                    <a:pt x="1891093" y="1373465"/>
                  </a:lnTo>
                  <a:lnTo>
                    <a:pt x="1892804" y="1353559"/>
                  </a:lnTo>
                  <a:lnTo>
                    <a:pt x="1894516" y="1333254"/>
                  </a:lnTo>
                  <a:lnTo>
                    <a:pt x="1896227" y="1335384"/>
                  </a:lnTo>
                  <a:lnTo>
                    <a:pt x="1897938" y="1285214"/>
                  </a:lnTo>
                  <a:lnTo>
                    <a:pt x="1899650" y="1288247"/>
                  </a:lnTo>
                  <a:lnTo>
                    <a:pt x="1901361" y="1273721"/>
                  </a:lnTo>
                  <a:lnTo>
                    <a:pt x="1903073" y="1237199"/>
                  </a:lnTo>
                  <a:lnTo>
                    <a:pt x="1904784" y="1305852"/>
                  </a:lnTo>
                  <a:lnTo>
                    <a:pt x="1906495" y="1279151"/>
                  </a:lnTo>
                  <a:lnTo>
                    <a:pt x="1908207" y="1271057"/>
                  </a:lnTo>
                  <a:lnTo>
                    <a:pt x="1909918" y="1325945"/>
                  </a:lnTo>
                  <a:lnTo>
                    <a:pt x="1911630" y="1280790"/>
                  </a:lnTo>
                  <a:lnTo>
                    <a:pt x="1913341" y="1319990"/>
                  </a:lnTo>
                  <a:lnTo>
                    <a:pt x="1915052" y="1274964"/>
                  </a:lnTo>
                  <a:lnTo>
                    <a:pt x="1916764" y="1288892"/>
                  </a:lnTo>
                  <a:lnTo>
                    <a:pt x="1918475" y="1360191"/>
                  </a:lnTo>
                  <a:lnTo>
                    <a:pt x="1920187" y="1331322"/>
                  </a:lnTo>
                  <a:lnTo>
                    <a:pt x="1921898" y="1349887"/>
                  </a:lnTo>
                  <a:lnTo>
                    <a:pt x="1923609" y="1314177"/>
                  </a:lnTo>
                  <a:lnTo>
                    <a:pt x="1925321" y="1323837"/>
                  </a:lnTo>
                  <a:lnTo>
                    <a:pt x="1927032" y="1342763"/>
                  </a:lnTo>
                  <a:lnTo>
                    <a:pt x="1928744" y="1304221"/>
                  </a:lnTo>
                  <a:lnTo>
                    <a:pt x="1930455" y="1294416"/>
                  </a:lnTo>
                  <a:lnTo>
                    <a:pt x="1932166" y="1346787"/>
                  </a:lnTo>
                  <a:lnTo>
                    <a:pt x="1933878" y="1349700"/>
                  </a:lnTo>
                  <a:lnTo>
                    <a:pt x="1935589" y="1351604"/>
                  </a:lnTo>
                  <a:lnTo>
                    <a:pt x="1937301" y="1329512"/>
                  </a:lnTo>
                  <a:lnTo>
                    <a:pt x="1939012" y="1299614"/>
                  </a:lnTo>
                  <a:lnTo>
                    <a:pt x="1940723" y="1322977"/>
                  </a:lnTo>
                  <a:lnTo>
                    <a:pt x="1942435" y="1361830"/>
                  </a:lnTo>
                  <a:lnTo>
                    <a:pt x="1944146" y="1376871"/>
                  </a:lnTo>
                  <a:lnTo>
                    <a:pt x="1945858" y="1375940"/>
                  </a:lnTo>
                  <a:lnTo>
                    <a:pt x="1947569" y="1394993"/>
                  </a:lnTo>
                  <a:lnTo>
                    <a:pt x="1949280" y="1390642"/>
                  </a:lnTo>
                  <a:lnTo>
                    <a:pt x="1950992" y="1393692"/>
                  </a:lnTo>
                  <a:lnTo>
                    <a:pt x="1952703" y="1418184"/>
                  </a:lnTo>
                  <a:lnTo>
                    <a:pt x="1954415" y="1461986"/>
                  </a:lnTo>
                  <a:lnTo>
                    <a:pt x="1956126" y="1461986"/>
                  </a:lnTo>
                  <a:lnTo>
                    <a:pt x="1957837" y="1461986"/>
                  </a:lnTo>
                  <a:lnTo>
                    <a:pt x="1959549" y="1426432"/>
                  </a:lnTo>
                  <a:lnTo>
                    <a:pt x="1961260" y="1420647"/>
                  </a:lnTo>
                  <a:lnTo>
                    <a:pt x="1962972" y="1401132"/>
                  </a:lnTo>
                  <a:lnTo>
                    <a:pt x="1964683" y="1415245"/>
                  </a:lnTo>
                  <a:lnTo>
                    <a:pt x="1966394" y="1404601"/>
                  </a:lnTo>
                  <a:lnTo>
                    <a:pt x="1968106" y="1383790"/>
                  </a:lnTo>
                  <a:lnTo>
                    <a:pt x="1969817" y="1407477"/>
                  </a:lnTo>
                  <a:lnTo>
                    <a:pt x="1971529" y="1369117"/>
                  </a:lnTo>
                  <a:lnTo>
                    <a:pt x="1973240" y="1356060"/>
                  </a:lnTo>
                  <a:lnTo>
                    <a:pt x="1974951" y="1345321"/>
                  </a:lnTo>
                  <a:lnTo>
                    <a:pt x="1976663" y="1351357"/>
                  </a:lnTo>
                  <a:lnTo>
                    <a:pt x="1978374" y="1430391"/>
                  </a:lnTo>
                  <a:lnTo>
                    <a:pt x="1980086" y="1457751"/>
                  </a:lnTo>
                  <a:lnTo>
                    <a:pt x="1981797" y="1438611"/>
                  </a:lnTo>
                  <a:lnTo>
                    <a:pt x="1983508" y="1432692"/>
                  </a:lnTo>
                  <a:lnTo>
                    <a:pt x="1985220" y="1461986"/>
                  </a:lnTo>
                  <a:lnTo>
                    <a:pt x="1986931" y="1461986"/>
                  </a:lnTo>
                  <a:lnTo>
                    <a:pt x="1988643" y="1461986"/>
                  </a:lnTo>
                  <a:lnTo>
                    <a:pt x="1990354" y="1461986"/>
                  </a:lnTo>
                  <a:lnTo>
                    <a:pt x="1992065" y="1414729"/>
                  </a:lnTo>
                  <a:lnTo>
                    <a:pt x="1993777" y="1421889"/>
                  </a:lnTo>
                  <a:lnTo>
                    <a:pt x="1995488" y="1443046"/>
                  </a:lnTo>
                  <a:lnTo>
                    <a:pt x="1997200" y="1457889"/>
                  </a:lnTo>
                  <a:lnTo>
                    <a:pt x="1998911" y="1428023"/>
                  </a:lnTo>
                  <a:lnTo>
                    <a:pt x="2000622" y="1368089"/>
                  </a:lnTo>
                  <a:lnTo>
                    <a:pt x="2002334" y="1388606"/>
                  </a:lnTo>
                  <a:lnTo>
                    <a:pt x="2004045" y="1373109"/>
                  </a:lnTo>
                  <a:lnTo>
                    <a:pt x="2005756" y="1360195"/>
                  </a:lnTo>
                  <a:lnTo>
                    <a:pt x="2007468" y="1358096"/>
                  </a:lnTo>
                  <a:lnTo>
                    <a:pt x="2009179" y="1367781"/>
                  </a:lnTo>
                  <a:lnTo>
                    <a:pt x="2010891" y="1344833"/>
                  </a:lnTo>
                  <a:lnTo>
                    <a:pt x="2012602" y="1332111"/>
                  </a:lnTo>
                  <a:lnTo>
                    <a:pt x="2014313" y="1375408"/>
                  </a:lnTo>
                  <a:lnTo>
                    <a:pt x="2016025" y="1381315"/>
                  </a:lnTo>
                  <a:lnTo>
                    <a:pt x="2017736" y="1378058"/>
                  </a:lnTo>
                  <a:lnTo>
                    <a:pt x="2019448" y="1398511"/>
                  </a:lnTo>
                  <a:lnTo>
                    <a:pt x="2021159" y="1362338"/>
                  </a:lnTo>
                  <a:lnTo>
                    <a:pt x="2022870" y="1299003"/>
                  </a:lnTo>
                  <a:lnTo>
                    <a:pt x="2024582" y="1302966"/>
                  </a:lnTo>
                  <a:lnTo>
                    <a:pt x="2026293" y="1277105"/>
                  </a:lnTo>
                  <a:lnTo>
                    <a:pt x="2028005" y="1244647"/>
                  </a:lnTo>
                  <a:lnTo>
                    <a:pt x="2029716" y="1273185"/>
                  </a:lnTo>
                  <a:lnTo>
                    <a:pt x="2031427" y="1281250"/>
                  </a:lnTo>
                  <a:lnTo>
                    <a:pt x="2033139" y="1332900"/>
                  </a:lnTo>
                  <a:lnTo>
                    <a:pt x="2034850" y="1304067"/>
                  </a:lnTo>
                  <a:lnTo>
                    <a:pt x="2036562" y="1264091"/>
                  </a:lnTo>
                  <a:lnTo>
                    <a:pt x="2038273" y="1322212"/>
                  </a:lnTo>
                  <a:lnTo>
                    <a:pt x="2039984" y="1317522"/>
                  </a:lnTo>
                  <a:lnTo>
                    <a:pt x="2041696" y="1323576"/>
                  </a:lnTo>
                  <a:lnTo>
                    <a:pt x="2043407" y="1333127"/>
                  </a:lnTo>
                  <a:lnTo>
                    <a:pt x="2045119" y="1342827"/>
                  </a:lnTo>
                  <a:lnTo>
                    <a:pt x="2046830" y="1355323"/>
                  </a:lnTo>
                  <a:lnTo>
                    <a:pt x="2048541" y="1337404"/>
                  </a:lnTo>
                  <a:lnTo>
                    <a:pt x="2050253" y="1321642"/>
                  </a:lnTo>
                  <a:lnTo>
                    <a:pt x="2051964" y="1282551"/>
                  </a:lnTo>
                  <a:lnTo>
                    <a:pt x="2053676" y="1269571"/>
                  </a:lnTo>
                  <a:lnTo>
                    <a:pt x="2055387" y="1287027"/>
                  </a:lnTo>
                  <a:lnTo>
                    <a:pt x="2057098" y="1314643"/>
                  </a:lnTo>
                  <a:lnTo>
                    <a:pt x="2058810" y="1302351"/>
                  </a:lnTo>
                  <a:lnTo>
                    <a:pt x="2060521" y="1334451"/>
                  </a:lnTo>
                  <a:lnTo>
                    <a:pt x="2062233" y="1346786"/>
                  </a:lnTo>
                  <a:lnTo>
                    <a:pt x="2063944" y="1340047"/>
                  </a:lnTo>
                  <a:lnTo>
                    <a:pt x="2065655" y="1368048"/>
                  </a:lnTo>
                  <a:lnTo>
                    <a:pt x="2067367" y="1351702"/>
                  </a:lnTo>
                  <a:lnTo>
                    <a:pt x="2069078" y="1372725"/>
                  </a:lnTo>
                  <a:lnTo>
                    <a:pt x="2070790" y="1373356"/>
                  </a:lnTo>
                  <a:lnTo>
                    <a:pt x="2072501" y="1378216"/>
                  </a:lnTo>
                  <a:lnTo>
                    <a:pt x="2074212" y="1383831"/>
                  </a:lnTo>
                  <a:lnTo>
                    <a:pt x="2075924" y="1393158"/>
                  </a:lnTo>
                  <a:lnTo>
                    <a:pt x="2077635" y="1365226"/>
                  </a:lnTo>
                  <a:lnTo>
                    <a:pt x="2079347" y="1320466"/>
                  </a:lnTo>
                  <a:lnTo>
                    <a:pt x="2081058" y="1303266"/>
                  </a:lnTo>
                  <a:lnTo>
                    <a:pt x="2082769" y="1282753"/>
                  </a:lnTo>
                  <a:lnTo>
                    <a:pt x="2084481" y="1304603"/>
                  </a:lnTo>
                  <a:lnTo>
                    <a:pt x="2086192" y="1212696"/>
                  </a:lnTo>
                  <a:lnTo>
                    <a:pt x="2087904" y="1150889"/>
                  </a:lnTo>
                  <a:lnTo>
                    <a:pt x="2089615" y="1194992"/>
                  </a:lnTo>
                  <a:lnTo>
                    <a:pt x="2091326" y="1269067"/>
                  </a:lnTo>
                  <a:lnTo>
                    <a:pt x="2093038" y="1225547"/>
                  </a:lnTo>
                  <a:lnTo>
                    <a:pt x="2094749" y="1195768"/>
                  </a:lnTo>
                  <a:lnTo>
                    <a:pt x="2096461" y="1207013"/>
                  </a:lnTo>
                  <a:lnTo>
                    <a:pt x="2098172" y="1302624"/>
                  </a:lnTo>
                  <a:lnTo>
                    <a:pt x="2099883" y="1306796"/>
                  </a:lnTo>
                  <a:lnTo>
                    <a:pt x="2101595" y="1272085"/>
                  </a:lnTo>
                  <a:lnTo>
                    <a:pt x="2103306" y="1230610"/>
                  </a:lnTo>
                  <a:lnTo>
                    <a:pt x="2105018" y="1290095"/>
                  </a:lnTo>
                  <a:lnTo>
                    <a:pt x="2106729" y="1322388"/>
                  </a:lnTo>
                  <a:lnTo>
                    <a:pt x="2108440" y="1276253"/>
                  </a:lnTo>
                  <a:lnTo>
                    <a:pt x="2110152" y="1218499"/>
                  </a:lnTo>
                  <a:lnTo>
                    <a:pt x="2111863" y="1241250"/>
                  </a:lnTo>
                  <a:lnTo>
                    <a:pt x="2113574" y="1273276"/>
                  </a:lnTo>
                  <a:lnTo>
                    <a:pt x="2115286" y="1290500"/>
                  </a:lnTo>
                  <a:lnTo>
                    <a:pt x="2116997" y="1265751"/>
                  </a:lnTo>
                  <a:lnTo>
                    <a:pt x="2118709" y="1271580"/>
                  </a:lnTo>
                  <a:lnTo>
                    <a:pt x="2120420" y="1311008"/>
                  </a:lnTo>
                  <a:lnTo>
                    <a:pt x="2122131" y="1328101"/>
                  </a:lnTo>
                  <a:lnTo>
                    <a:pt x="2123843" y="1329218"/>
                  </a:lnTo>
                  <a:lnTo>
                    <a:pt x="2125554" y="1339600"/>
                  </a:lnTo>
                  <a:lnTo>
                    <a:pt x="2127266" y="1323428"/>
                  </a:lnTo>
                  <a:lnTo>
                    <a:pt x="2128977" y="1345095"/>
                  </a:lnTo>
                  <a:lnTo>
                    <a:pt x="2130688" y="1338421"/>
                  </a:lnTo>
                  <a:lnTo>
                    <a:pt x="2132400" y="1344928"/>
                  </a:lnTo>
                  <a:lnTo>
                    <a:pt x="2134111" y="1337172"/>
                  </a:lnTo>
                  <a:lnTo>
                    <a:pt x="2135823" y="1356472"/>
                  </a:lnTo>
                  <a:lnTo>
                    <a:pt x="2137534" y="1325218"/>
                  </a:lnTo>
                  <a:lnTo>
                    <a:pt x="2139245" y="1329928"/>
                  </a:lnTo>
                  <a:lnTo>
                    <a:pt x="2140957" y="1323144"/>
                  </a:lnTo>
                  <a:lnTo>
                    <a:pt x="2142668" y="1276823"/>
                  </a:lnTo>
                  <a:lnTo>
                    <a:pt x="2144380" y="1338022"/>
                  </a:lnTo>
                  <a:lnTo>
                    <a:pt x="2146091" y="1342524"/>
                  </a:lnTo>
                  <a:lnTo>
                    <a:pt x="2147802" y="1290196"/>
                  </a:lnTo>
                  <a:lnTo>
                    <a:pt x="2149514" y="1313155"/>
                  </a:lnTo>
                  <a:lnTo>
                    <a:pt x="2151225" y="1349647"/>
                  </a:lnTo>
                  <a:lnTo>
                    <a:pt x="2152937" y="1376638"/>
                  </a:lnTo>
                  <a:lnTo>
                    <a:pt x="2154648" y="1434828"/>
                  </a:lnTo>
                  <a:lnTo>
                    <a:pt x="2156359" y="1426904"/>
                  </a:lnTo>
                  <a:lnTo>
                    <a:pt x="2158071" y="1461986"/>
                  </a:lnTo>
                  <a:lnTo>
                    <a:pt x="2159782" y="1427366"/>
                  </a:lnTo>
                  <a:lnTo>
                    <a:pt x="2161494" y="1433199"/>
                  </a:lnTo>
                  <a:lnTo>
                    <a:pt x="2163205" y="1450919"/>
                  </a:lnTo>
                  <a:lnTo>
                    <a:pt x="2164916" y="1461986"/>
                  </a:lnTo>
                  <a:lnTo>
                    <a:pt x="2166628" y="1418119"/>
                  </a:lnTo>
                  <a:lnTo>
                    <a:pt x="2168339" y="1362481"/>
                  </a:lnTo>
                  <a:lnTo>
                    <a:pt x="2170051" y="1378143"/>
                  </a:lnTo>
                  <a:lnTo>
                    <a:pt x="2171762" y="1366932"/>
                  </a:lnTo>
                  <a:lnTo>
                    <a:pt x="2173473" y="1383942"/>
                  </a:lnTo>
                  <a:lnTo>
                    <a:pt x="2175185" y="1366428"/>
                  </a:lnTo>
                  <a:lnTo>
                    <a:pt x="2176896" y="1374529"/>
                  </a:lnTo>
                  <a:lnTo>
                    <a:pt x="2178608" y="1397888"/>
                  </a:lnTo>
                  <a:lnTo>
                    <a:pt x="2180319" y="1420296"/>
                  </a:lnTo>
                  <a:lnTo>
                    <a:pt x="2182030" y="1403563"/>
                  </a:lnTo>
                  <a:lnTo>
                    <a:pt x="2183742" y="1389537"/>
                  </a:lnTo>
                  <a:lnTo>
                    <a:pt x="2185453" y="1407658"/>
                  </a:lnTo>
                  <a:lnTo>
                    <a:pt x="2187165" y="1428807"/>
                  </a:lnTo>
                  <a:lnTo>
                    <a:pt x="2188876" y="1417271"/>
                  </a:lnTo>
                  <a:lnTo>
                    <a:pt x="2190587" y="1399592"/>
                  </a:lnTo>
                  <a:lnTo>
                    <a:pt x="2192299" y="1403869"/>
                  </a:lnTo>
                  <a:lnTo>
                    <a:pt x="2194010" y="1439336"/>
                  </a:lnTo>
                  <a:lnTo>
                    <a:pt x="2195722" y="1461986"/>
                  </a:lnTo>
                  <a:lnTo>
                    <a:pt x="2197433" y="1461986"/>
                  </a:lnTo>
                  <a:lnTo>
                    <a:pt x="2199144" y="1461986"/>
                  </a:lnTo>
                  <a:lnTo>
                    <a:pt x="2200856" y="1461501"/>
                  </a:lnTo>
                  <a:lnTo>
                    <a:pt x="2202567" y="1461986"/>
                  </a:lnTo>
                  <a:lnTo>
                    <a:pt x="2204279" y="1461986"/>
                  </a:lnTo>
                  <a:lnTo>
                    <a:pt x="2205990" y="1358087"/>
                  </a:lnTo>
                  <a:lnTo>
                    <a:pt x="2207701" y="1301930"/>
                  </a:lnTo>
                  <a:lnTo>
                    <a:pt x="2209413" y="1265130"/>
                  </a:lnTo>
                  <a:lnTo>
                    <a:pt x="2211124" y="1289317"/>
                  </a:lnTo>
                  <a:lnTo>
                    <a:pt x="2212836" y="1254555"/>
                  </a:lnTo>
                  <a:lnTo>
                    <a:pt x="2214547" y="1300204"/>
                  </a:lnTo>
                  <a:lnTo>
                    <a:pt x="2216258" y="1240123"/>
                  </a:lnTo>
                  <a:lnTo>
                    <a:pt x="2217970" y="1231430"/>
                  </a:lnTo>
                  <a:lnTo>
                    <a:pt x="2219681" y="1313885"/>
                  </a:lnTo>
                  <a:lnTo>
                    <a:pt x="2221392" y="1288868"/>
                  </a:lnTo>
                  <a:lnTo>
                    <a:pt x="2223104" y="1257172"/>
                  </a:lnTo>
                  <a:lnTo>
                    <a:pt x="2224815" y="1308803"/>
                  </a:lnTo>
                  <a:lnTo>
                    <a:pt x="2226527" y="1256373"/>
                  </a:lnTo>
                  <a:lnTo>
                    <a:pt x="2228238" y="1286496"/>
                  </a:lnTo>
                  <a:lnTo>
                    <a:pt x="2229949" y="1285188"/>
                  </a:lnTo>
                  <a:lnTo>
                    <a:pt x="2231661" y="1319809"/>
                  </a:lnTo>
                  <a:lnTo>
                    <a:pt x="2233372" y="1370721"/>
                  </a:lnTo>
                  <a:lnTo>
                    <a:pt x="2235084" y="1353490"/>
                  </a:lnTo>
                  <a:lnTo>
                    <a:pt x="2236795" y="1349771"/>
                  </a:lnTo>
                  <a:lnTo>
                    <a:pt x="2238506" y="1341979"/>
                  </a:lnTo>
                  <a:lnTo>
                    <a:pt x="2240218" y="1291077"/>
                  </a:lnTo>
                  <a:lnTo>
                    <a:pt x="2241929" y="1316898"/>
                  </a:lnTo>
                  <a:lnTo>
                    <a:pt x="2243641" y="1268536"/>
                  </a:lnTo>
                  <a:lnTo>
                    <a:pt x="2245352" y="1286811"/>
                  </a:lnTo>
                  <a:lnTo>
                    <a:pt x="2247063" y="1332006"/>
                  </a:lnTo>
                  <a:lnTo>
                    <a:pt x="2248775" y="1266076"/>
                  </a:lnTo>
                  <a:lnTo>
                    <a:pt x="2250486" y="1264794"/>
                  </a:lnTo>
                  <a:lnTo>
                    <a:pt x="2252198" y="1249651"/>
                  </a:lnTo>
                  <a:lnTo>
                    <a:pt x="2253909" y="1288149"/>
                  </a:lnTo>
                  <a:lnTo>
                    <a:pt x="2255620" y="1266398"/>
                  </a:lnTo>
                  <a:lnTo>
                    <a:pt x="2257332" y="1336462"/>
                  </a:lnTo>
                  <a:lnTo>
                    <a:pt x="2259043" y="1409124"/>
                  </a:lnTo>
                  <a:lnTo>
                    <a:pt x="2260755" y="1411587"/>
                  </a:lnTo>
                  <a:lnTo>
                    <a:pt x="2262466" y="1461986"/>
                  </a:lnTo>
                  <a:lnTo>
                    <a:pt x="2264177" y="1414790"/>
                  </a:lnTo>
                  <a:lnTo>
                    <a:pt x="2265889" y="1453109"/>
                  </a:lnTo>
                  <a:lnTo>
                    <a:pt x="2267600" y="1436622"/>
                  </a:lnTo>
                  <a:lnTo>
                    <a:pt x="2269312" y="1447921"/>
                  </a:lnTo>
                  <a:lnTo>
                    <a:pt x="2271023" y="1441281"/>
                  </a:lnTo>
                  <a:lnTo>
                    <a:pt x="2272734" y="1419694"/>
                  </a:lnTo>
                  <a:lnTo>
                    <a:pt x="2274446" y="1417467"/>
                  </a:lnTo>
                  <a:lnTo>
                    <a:pt x="2276157" y="1394713"/>
                  </a:lnTo>
                  <a:lnTo>
                    <a:pt x="2277869" y="1375251"/>
                  </a:lnTo>
                  <a:lnTo>
                    <a:pt x="2279580" y="1325524"/>
                  </a:lnTo>
                  <a:lnTo>
                    <a:pt x="2281291" y="1265655"/>
                  </a:lnTo>
                  <a:lnTo>
                    <a:pt x="2283003" y="1308134"/>
                  </a:lnTo>
                  <a:lnTo>
                    <a:pt x="2284714" y="1372818"/>
                  </a:lnTo>
                  <a:lnTo>
                    <a:pt x="2286426" y="1370086"/>
                  </a:lnTo>
                  <a:lnTo>
                    <a:pt x="2288137" y="1385000"/>
                  </a:lnTo>
                  <a:lnTo>
                    <a:pt x="2289848" y="1388661"/>
                  </a:lnTo>
                  <a:lnTo>
                    <a:pt x="2291560" y="1451315"/>
                  </a:lnTo>
                  <a:lnTo>
                    <a:pt x="2293271" y="1457187"/>
                  </a:lnTo>
                  <a:lnTo>
                    <a:pt x="2294983" y="1405759"/>
                  </a:lnTo>
                  <a:lnTo>
                    <a:pt x="2296694" y="1410659"/>
                  </a:lnTo>
                  <a:lnTo>
                    <a:pt x="2298405" y="1435812"/>
                  </a:lnTo>
                  <a:lnTo>
                    <a:pt x="2300117" y="1442587"/>
                  </a:lnTo>
                  <a:lnTo>
                    <a:pt x="2301828" y="1461246"/>
                  </a:lnTo>
                  <a:lnTo>
                    <a:pt x="2303540" y="1390369"/>
                  </a:lnTo>
                  <a:lnTo>
                    <a:pt x="2305251" y="1383244"/>
                  </a:lnTo>
                  <a:lnTo>
                    <a:pt x="2306962" y="1379232"/>
                  </a:lnTo>
                  <a:lnTo>
                    <a:pt x="2308674" y="1414131"/>
                  </a:lnTo>
                  <a:lnTo>
                    <a:pt x="2310385" y="1342539"/>
                  </a:lnTo>
                  <a:lnTo>
                    <a:pt x="2312097" y="1293904"/>
                  </a:lnTo>
                  <a:lnTo>
                    <a:pt x="2313808" y="1327964"/>
                  </a:lnTo>
                  <a:lnTo>
                    <a:pt x="2315519" y="1268694"/>
                  </a:lnTo>
                  <a:lnTo>
                    <a:pt x="2317231" y="1282012"/>
                  </a:lnTo>
                  <a:lnTo>
                    <a:pt x="2318942" y="1244479"/>
                  </a:lnTo>
                  <a:lnTo>
                    <a:pt x="2320653" y="1271649"/>
                  </a:lnTo>
                  <a:lnTo>
                    <a:pt x="2322365" y="1283186"/>
                  </a:lnTo>
                  <a:lnTo>
                    <a:pt x="2324076" y="1168095"/>
                  </a:lnTo>
                  <a:lnTo>
                    <a:pt x="2325788" y="1139180"/>
                  </a:lnTo>
                  <a:lnTo>
                    <a:pt x="2327499" y="1166430"/>
                  </a:lnTo>
                  <a:lnTo>
                    <a:pt x="2329210" y="1143370"/>
                  </a:lnTo>
                  <a:lnTo>
                    <a:pt x="2330922" y="1136234"/>
                  </a:lnTo>
                  <a:lnTo>
                    <a:pt x="2332633" y="1181158"/>
                  </a:lnTo>
                  <a:lnTo>
                    <a:pt x="2334345" y="1257632"/>
                  </a:lnTo>
                  <a:lnTo>
                    <a:pt x="2336056" y="1282826"/>
                  </a:lnTo>
                  <a:lnTo>
                    <a:pt x="2337767" y="1263261"/>
                  </a:lnTo>
                  <a:lnTo>
                    <a:pt x="2339479" y="1300837"/>
                  </a:lnTo>
                  <a:lnTo>
                    <a:pt x="2341190" y="1323626"/>
                  </a:lnTo>
                  <a:lnTo>
                    <a:pt x="2342902" y="1294097"/>
                  </a:lnTo>
                  <a:lnTo>
                    <a:pt x="2344613" y="1260272"/>
                  </a:lnTo>
                  <a:lnTo>
                    <a:pt x="2346324" y="1246914"/>
                  </a:lnTo>
                  <a:lnTo>
                    <a:pt x="2348036" y="1238372"/>
                  </a:lnTo>
                  <a:lnTo>
                    <a:pt x="2349747" y="1300363"/>
                  </a:lnTo>
                  <a:lnTo>
                    <a:pt x="2351459" y="1323479"/>
                  </a:lnTo>
                  <a:lnTo>
                    <a:pt x="2353170" y="1319020"/>
                  </a:lnTo>
                  <a:lnTo>
                    <a:pt x="2354881" y="1343095"/>
                  </a:lnTo>
                  <a:lnTo>
                    <a:pt x="2356593" y="1349451"/>
                  </a:lnTo>
                  <a:lnTo>
                    <a:pt x="2358304" y="1330389"/>
                  </a:lnTo>
                  <a:lnTo>
                    <a:pt x="2360016" y="1316996"/>
                  </a:lnTo>
                  <a:lnTo>
                    <a:pt x="2361727" y="1279177"/>
                  </a:lnTo>
                  <a:lnTo>
                    <a:pt x="2363438" y="1295202"/>
                  </a:lnTo>
                  <a:lnTo>
                    <a:pt x="2365150" y="1334394"/>
                  </a:lnTo>
                  <a:lnTo>
                    <a:pt x="2366861" y="1377572"/>
                  </a:lnTo>
                  <a:lnTo>
                    <a:pt x="2368573" y="1388320"/>
                  </a:lnTo>
                  <a:lnTo>
                    <a:pt x="2370284" y="1402729"/>
                  </a:lnTo>
                  <a:lnTo>
                    <a:pt x="2371995" y="1415666"/>
                  </a:lnTo>
                  <a:lnTo>
                    <a:pt x="2373707" y="1391847"/>
                  </a:lnTo>
                  <a:lnTo>
                    <a:pt x="2375418" y="1384638"/>
                  </a:lnTo>
                  <a:lnTo>
                    <a:pt x="2377130" y="1410416"/>
                  </a:lnTo>
                  <a:lnTo>
                    <a:pt x="2378841" y="1369033"/>
                  </a:lnTo>
                  <a:lnTo>
                    <a:pt x="2380552" y="1405315"/>
                  </a:lnTo>
                  <a:lnTo>
                    <a:pt x="2382264" y="1389065"/>
                  </a:lnTo>
                  <a:lnTo>
                    <a:pt x="2383975" y="1406252"/>
                  </a:lnTo>
                  <a:lnTo>
                    <a:pt x="2385687" y="1378050"/>
                  </a:lnTo>
                  <a:lnTo>
                    <a:pt x="2387398" y="1340259"/>
                  </a:lnTo>
                  <a:lnTo>
                    <a:pt x="2389109" y="1323748"/>
                  </a:lnTo>
                  <a:lnTo>
                    <a:pt x="2390821" y="1361661"/>
                  </a:lnTo>
                  <a:lnTo>
                    <a:pt x="2392532" y="1371508"/>
                  </a:lnTo>
                  <a:lnTo>
                    <a:pt x="2394244" y="1391859"/>
                  </a:lnTo>
                  <a:lnTo>
                    <a:pt x="2395955" y="1331040"/>
                  </a:lnTo>
                  <a:lnTo>
                    <a:pt x="2397666" y="1348521"/>
                  </a:lnTo>
                  <a:lnTo>
                    <a:pt x="2399378" y="1341254"/>
                  </a:lnTo>
                  <a:lnTo>
                    <a:pt x="2401089" y="1322283"/>
                  </a:lnTo>
                  <a:lnTo>
                    <a:pt x="2402801" y="1226018"/>
                  </a:lnTo>
                  <a:lnTo>
                    <a:pt x="2404512" y="1251920"/>
                  </a:lnTo>
                  <a:lnTo>
                    <a:pt x="2406223" y="1299874"/>
                  </a:lnTo>
                  <a:lnTo>
                    <a:pt x="2407935" y="1283067"/>
                  </a:lnTo>
                  <a:lnTo>
                    <a:pt x="2409646" y="1319790"/>
                  </a:lnTo>
                  <a:lnTo>
                    <a:pt x="2411358" y="1294559"/>
                  </a:lnTo>
                  <a:lnTo>
                    <a:pt x="2413069" y="1319332"/>
                  </a:lnTo>
                  <a:lnTo>
                    <a:pt x="2414780" y="1327190"/>
                  </a:lnTo>
                  <a:lnTo>
                    <a:pt x="2416492" y="1347447"/>
                  </a:lnTo>
                  <a:lnTo>
                    <a:pt x="2418203" y="1369716"/>
                  </a:lnTo>
                  <a:lnTo>
                    <a:pt x="2419915" y="1342920"/>
                  </a:lnTo>
                  <a:lnTo>
                    <a:pt x="2421626" y="1347090"/>
                  </a:lnTo>
                  <a:lnTo>
                    <a:pt x="2423337" y="1339140"/>
                  </a:lnTo>
                  <a:lnTo>
                    <a:pt x="2425049" y="1368239"/>
                  </a:lnTo>
                  <a:lnTo>
                    <a:pt x="2426760" y="1352715"/>
                  </a:lnTo>
                  <a:lnTo>
                    <a:pt x="2428471" y="1339179"/>
                  </a:lnTo>
                  <a:lnTo>
                    <a:pt x="2430183" y="1369439"/>
                  </a:lnTo>
                  <a:lnTo>
                    <a:pt x="2431894" y="1380106"/>
                  </a:lnTo>
                  <a:lnTo>
                    <a:pt x="2433606" y="1387637"/>
                  </a:lnTo>
                  <a:lnTo>
                    <a:pt x="2435317" y="1360040"/>
                  </a:lnTo>
                  <a:lnTo>
                    <a:pt x="2437028" y="1366894"/>
                  </a:lnTo>
                  <a:lnTo>
                    <a:pt x="2438740" y="1263024"/>
                  </a:lnTo>
                  <a:lnTo>
                    <a:pt x="2440451" y="1261387"/>
                  </a:lnTo>
                  <a:lnTo>
                    <a:pt x="2442163" y="1125651"/>
                  </a:lnTo>
                  <a:lnTo>
                    <a:pt x="2443874" y="1082814"/>
                  </a:lnTo>
                  <a:lnTo>
                    <a:pt x="2445585" y="1010812"/>
                  </a:lnTo>
                  <a:lnTo>
                    <a:pt x="2447297" y="903224"/>
                  </a:lnTo>
                  <a:lnTo>
                    <a:pt x="2449008" y="1017709"/>
                  </a:lnTo>
                  <a:lnTo>
                    <a:pt x="2450720" y="977022"/>
                  </a:lnTo>
                  <a:lnTo>
                    <a:pt x="2452431" y="1110828"/>
                  </a:lnTo>
                  <a:lnTo>
                    <a:pt x="2454142" y="1152271"/>
                  </a:lnTo>
                  <a:lnTo>
                    <a:pt x="2455854" y="1058176"/>
                  </a:lnTo>
                  <a:lnTo>
                    <a:pt x="2457565" y="1078170"/>
                  </a:lnTo>
                  <a:lnTo>
                    <a:pt x="2459277" y="1162299"/>
                  </a:lnTo>
                  <a:lnTo>
                    <a:pt x="2460988" y="1163702"/>
                  </a:lnTo>
                  <a:lnTo>
                    <a:pt x="2462699" y="1239104"/>
                  </a:lnTo>
                  <a:lnTo>
                    <a:pt x="2464411" y="1202348"/>
                  </a:lnTo>
                  <a:lnTo>
                    <a:pt x="2466122" y="1148917"/>
                  </a:lnTo>
                  <a:lnTo>
                    <a:pt x="2467834" y="1009464"/>
                  </a:lnTo>
                  <a:lnTo>
                    <a:pt x="2469545" y="1052754"/>
                  </a:lnTo>
                  <a:lnTo>
                    <a:pt x="2471256" y="1158662"/>
                  </a:lnTo>
                  <a:lnTo>
                    <a:pt x="2472968" y="1160987"/>
                  </a:lnTo>
                  <a:lnTo>
                    <a:pt x="2474679" y="1071848"/>
                  </a:lnTo>
                  <a:lnTo>
                    <a:pt x="2476391" y="1085902"/>
                  </a:lnTo>
                  <a:lnTo>
                    <a:pt x="2478102" y="935879"/>
                  </a:lnTo>
                  <a:lnTo>
                    <a:pt x="2479813" y="884537"/>
                  </a:lnTo>
                  <a:lnTo>
                    <a:pt x="2481525" y="893875"/>
                  </a:lnTo>
                  <a:lnTo>
                    <a:pt x="2483236" y="871590"/>
                  </a:lnTo>
                  <a:lnTo>
                    <a:pt x="2484948" y="928649"/>
                  </a:lnTo>
                  <a:lnTo>
                    <a:pt x="2486659" y="1031134"/>
                  </a:lnTo>
                  <a:lnTo>
                    <a:pt x="2488370" y="1076659"/>
                  </a:lnTo>
                  <a:lnTo>
                    <a:pt x="2490082" y="886195"/>
                  </a:lnTo>
                  <a:lnTo>
                    <a:pt x="2491793" y="851332"/>
                  </a:lnTo>
                  <a:lnTo>
                    <a:pt x="2493505" y="774980"/>
                  </a:lnTo>
                  <a:lnTo>
                    <a:pt x="2495216" y="796285"/>
                  </a:lnTo>
                  <a:lnTo>
                    <a:pt x="2496927" y="861591"/>
                  </a:lnTo>
                  <a:lnTo>
                    <a:pt x="2498639" y="757160"/>
                  </a:lnTo>
                  <a:lnTo>
                    <a:pt x="2500350" y="866610"/>
                  </a:lnTo>
                  <a:lnTo>
                    <a:pt x="2502062" y="901176"/>
                  </a:lnTo>
                  <a:lnTo>
                    <a:pt x="2503773" y="991972"/>
                  </a:lnTo>
                  <a:lnTo>
                    <a:pt x="2505484" y="1012907"/>
                  </a:lnTo>
                  <a:lnTo>
                    <a:pt x="2507196" y="946966"/>
                  </a:lnTo>
                  <a:lnTo>
                    <a:pt x="2508907" y="1114348"/>
                  </a:lnTo>
                  <a:lnTo>
                    <a:pt x="2510619" y="1089878"/>
                  </a:lnTo>
                  <a:lnTo>
                    <a:pt x="2512330" y="957308"/>
                  </a:lnTo>
                  <a:lnTo>
                    <a:pt x="2514041" y="1104164"/>
                  </a:lnTo>
                  <a:lnTo>
                    <a:pt x="2515753" y="1145644"/>
                  </a:lnTo>
                  <a:lnTo>
                    <a:pt x="2517464" y="1305526"/>
                  </a:lnTo>
                  <a:lnTo>
                    <a:pt x="2519176" y="1311231"/>
                  </a:lnTo>
                  <a:lnTo>
                    <a:pt x="2520887" y="1338898"/>
                  </a:lnTo>
                  <a:lnTo>
                    <a:pt x="2522598" y="1277974"/>
                  </a:lnTo>
                  <a:lnTo>
                    <a:pt x="2524310" y="1205736"/>
                  </a:lnTo>
                  <a:lnTo>
                    <a:pt x="2526021" y="1093155"/>
                  </a:lnTo>
                  <a:lnTo>
                    <a:pt x="2527733" y="1063894"/>
                  </a:lnTo>
                  <a:lnTo>
                    <a:pt x="2529444" y="1149348"/>
                  </a:lnTo>
                  <a:lnTo>
                    <a:pt x="2531155" y="1179796"/>
                  </a:lnTo>
                  <a:lnTo>
                    <a:pt x="2532867" y="1051291"/>
                  </a:lnTo>
                  <a:lnTo>
                    <a:pt x="2534578" y="1000808"/>
                  </a:lnTo>
                  <a:lnTo>
                    <a:pt x="2536289" y="1008432"/>
                  </a:lnTo>
                  <a:lnTo>
                    <a:pt x="2538001" y="1095834"/>
                  </a:lnTo>
                  <a:lnTo>
                    <a:pt x="2539712" y="1167447"/>
                  </a:lnTo>
                  <a:lnTo>
                    <a:pt x="2541424" y="1192196"/>
                  </a:lnTo>
                  <a:lnTo>
                    <a:pt x="2543135" y="1157463"/>
                  </a:lnTo>
                  <a:lnTo>
                    <a:pt x="2544846" y="1166911"/>
                  </a:lnTo>
                  <a:lnTo>
                    <a:pt x="2546558" y="1127837"/>
                  </a:lnTo>
                  <a:lnTo>
                    <a:pt x="2548269" y="1195019"/>
                  </a:lnTo>
                  <a:lnTo>
                    <a:pt x="2549981" y="1151353"/>
                  </a:lnTo>
                  <a:lnTo>
                    <a:pt x="2551692" y="1034858"/>
                  </a:lnTo>
                  <a:lnTo>
                    <a:pt x="2553403" y="1125673"/>
                  </a:lnTo>
                  <a:lnTo>
                    <a:pt x="2555115" y="1262556"/>
                  </a:lnTo>
                  <a:lnTo>
                    <a:pt x="2556826" y="1296248"/>
                  </a:lnTo>
                  <a:lnTo>
                    <a:pt x="2558538" y="1290998"/>
                  </a:lnTo>
                  <a:lnTo>
                    <a:pt x="2560249" y="1321441"/>
                  </a:lnTo>
                  <a:lnTo>
                    <a:pt x="2561960" y="1349899"/>
                  </a:lnTo>
                  <a:lnTo>
                    <a:pt x="2563672" y="1341492"/>
                  </a:lnTo>
                  <a:lnTo>
                    <a:pt x="2565383" y="1283853"/>
                  </a:lnTo>
                  <a:lnTo>
                    <a:pt x="2567095" y="1232302"/>
                  </a:lnTo>
                  <a:lnTo>
                    <a:pt x="2568806" y="1202346"/>
                  </a:lnTo>
                  <a:lnTo>
                    <a:pt x="2570517" y="1307207"/>
                  </a:lnTo>
                  <a:lnTo>
                    <a:pt x="2572229" y="1227792"/>
                  </a:lnTo>
                  <a:lnTo>
                    <a:pt x="2573940" y="1242771"/>
                  </a:lnTo>
                  <a:lnTo>
                    <a:pt x="2575652" y="1196078"/>
                  </a:lnTo>
                  <a:lnTo>
                    <a:pt x="2577363" y="1053985"/>
                  </a:lnTo>
                  <a:lnTo>
                    <a:pt x="2579074" y="1020195"/>
                  </a:lnTo>
                  <a:lnTo>
                    <a:pt x="2580786" y="1046686"/>
                  </a:lnTo>
                  <a:lnTo>
                    <a:pt x="2582497" y="1031880"/>
                  </a:lnTo>
                  <a:lnTo>
                    <a:pt x="2584209" y="1095657"/>
                  </a:lnTo>
                  <a:lnTo>
                    <a:pt x="2585920" y="1029865"/>
                  </a:lnTo>
                  <a:lnTo>
                    <a:pt x="2587631" y="1066893"/>
                  </a:lnTo>
                  <a:lnTo>
                    <a:pt x="2589343" y="965994"/>
                  </a:lnTo>
                  <a:lnTo>
                    <a:pt x="2591054" y="1064594"/>
                  </a:lnTo>
                  <a:lnTo>
                    <a:pt x="2592766" y="1074533"/>
                  </a:lnTo>
                  <a:lnTo>
                    <a:pt x="2594477" y="1175871"/>
                  </a:lnTo>
                  <a:lnTo>
                    <a:pt x="2596188" y="1222289"/>
                  </a:lnTo>
                  <a:lnTo>
                    <a:pt x="2597900" y="1112237"/>
                  </a:lnTo>
                  <a:lnTo>
                    <a:pt x="2599611" y="1175319"/>
                  </a:lnTo>
                  <a:lnTo>
                    <a:pt x="2601323" y="1151211"/>
                  </a:lnTo>
                  <a:lnTo>
                    <a:pt x="2603034" y="1185845"/>
                  </a:lnTo>
                  <a:lnTo>
                    <a:pt x="2604745" y="1281937"/>
                  </a:lnTo>
                  <a:lnTo>
                    <a:pt x="2606457" y="1281185"/>
                  </a:lnTo>
                  <a:lnTo>
                    <a:pt x="2608168" y="1287403"/>
                  </a:lnTo>
                  <a:lnTo>
                    <a:pt x="2609880" y="1336458"/>
                  </a:lnTo>
                  <a:lnTo>
                    <a:pt x="2611591" y="1298203"/>
                  </a:lnTo>
                  <a:lnTo>
                    <a:pt x="2613302" y="1369069"/>
                  </a:lnTo>
                  <a:lnTo>
                    <a:pt x="2615014" y="1304783"/>
                  </a:lnTo>
                  <a:lnTo>
                    <a:pt x="2616725" y="1302417"/>
                  </a:lnTo>
                  <a:lnTo>
                    <a:pt x="2618437" y="1270638"/>
                  </a:lnTo>
                  <a:lnTo>
                    <a:pt x="2620148" y="1342919"/>
                  </a:lnTo>
                  <a:lnTo>
                    <a:pt x="2621859" y="1400076"/>
                  </a:lnTo>
                  <a:lnTo>
                    <a:pt x="2623571" y="1361097"/>
                  </a:lnTo>
                  <a:lnTo>
                    <a:pt x="2625282" y="1325123"/>
                  </a:lnTo>
                  <a:lnTo>
                    <a:pt x="2626994" y="1369988"/>
                  </a:lnTo>
                  <a:lnTo>
                    <a:pt x="2628705" y="1352978"/>
                  </a:lnTo>
                  <a:lnTo>
                    <a:pt x="2630416" y="1319936"/>
                  </a:lnTo>
                  <a:lnTo>
                    <a:pt x="2632128" y="1231031"/>
                  </a:lnTo>
                  <a:lnTo>
                    <a:pt x="2633839" y="1169609"/>
                  </a:lnTo>
                  <a:lnTo>
                    <a:pt x="2635550" y="1196749"/>
                  </a:lnTo>
                  <a:lnTo>
                    <a:pt x="2637262" y="1231949"/>
                  </a:lnTo>
                  <a:lnTo>
                    <a:pt x="2638973" y="1242525"/>
                  </a:lnTo>
                  <a:lnTo>
                    <a:pt x="2640685" y="1281715"/>
                  </a:lnTo>
                  <a:lnTo>
                    <a:pt x="2642396" y="1250360"/>
                  </a:lnTo>
                  <a:lnTo>
                    <a:pt x="2644107" y="1351034"/>
                  </a:lnTo>
                  <a:lnTo>
                    <a:pt x="2645819" y="1300837"/>
                  </a:lnTo>
                  <a:lnTo>
                    <a:pt x="2647530" y="1219267"/>
                  </a:lnTo>
                  <a:lnTo>
                    <a:pt x="2649242" y="1189061"/>
                  </a:lnTo>
                  <a:lnTo>
                    <a:pt x="2650953" y="1186448"/>
                  </a:lnTo>
                  <a:lnTo>
                    <a:pt x="2652664" y="1238059"/>
                  </a:lnTo>
                  <a:lnTo>
                    <a:pt x="2654376" y="1294860"/>
                  </a:lnTo>
                  <a:lnTo>
                    <a:pt x="2656087" y="1302567"/>
                  </a:lnTo>
                  <a:lnTo>
                    <a:pt x="2657799" y="1300252"/>
                  </a:lnTo>
                  <a:lnTo>
                    <a:pt x="2659510" y="1266137"/>
                  </a:lnTo>
                  <a:lnTo>
                    <a:pt x="2661221" y="1204257"/>
                  </a:lnTo>
                  <a:lnTo>
                    <a:pt x="2662933" y="1266706"/>
                  </a:lnTo>
                  <a:lnTo>
                    <a:pt x="2664644" y="1341021"/>
                  </a:lnTo>
                  <a:lnTo>
                    <a:pt x="2666356" y="1347408"/>
                  </a:lnTo>
                  <a:lnTo>
                    <a:pt x="2668067" y="1397602"/>
                  </a:lnTo>
                  <a:lnTo>
                    <a:pt x="2669778" y="1358074"/>
                  </a:lnTo>
                  <a:lnTo>
                    <a:pt x="2671490" y="1341199"/>
                  </a:lnTo>
                  <a:lnTo>
                    <a:pt x="2673201" y="1269873"/>
                  </a:lnTo>
                  <a:lnTo>
                    <a:pt x="2674913" y="1299030"/>
                  </a:lnTo>
                  <a:lnTo>
                    <a:pt x="2676624" y="1250252"/>
                  </a:lnTo>
                  <a:lnTo>
                    <a:pt x="2678335" y="1187242"/>
                  </a:lnTo>
                  <a:lnTo>
                    <a:pt x="2680047" y="1204015"/>
                  </a:lnTo>
                  <a:lnTo>
                    <a:pt x="2681758" y="1235238"/>
                  </a:lnTo>
                  <a:lnTo>
                    <a:pt x="2683470" y="1184344"/>
                  </a:lnTo>
                  <a:lnTo>
                    <a:pt x="2685181" y="1166304"/>
                  </a:lnTo>
                  <a:lnTo>
                    <a:pt x="2686892" y="1040030"/>
                  </a:lnTo>
                  <a:lnTo>
                    <a:pt x="2688604" y="985591"/>
                  </a:lnTo>
                  <a:lnTo>
                    <a:pt x="2690315" y="984420"/>
                  </a:lnTo>
                  <a:lnTo>
                    <a:pt x="2692027" y="883729"/>
                  </a:lnTo>
                  <a:lnTo>
                    <a:pt x="2693738" y="881765"/>
                  </a:lnTo>
                  <a:lnTo>
                    <a:pt x="2695449" y="814537"/>
                  </a:lnTo>
                  <a:lnTo>
                    <a:pt x="2697161" y="813309"/>
                  </a:lnTo>
                  <a:lnTo>
                    <a:pt x="2698872" y="846615"/>
                  </a:lnTo>
                  <a:lnTo>
                    <a:pt x="2700584" y="893320"/>
                  </a:lnTo>
                  <a:lnTo>
                    <a:pt x="2702295" y="884138"/>
                  </a:lnTo>
                  <a:lnTo>
                    <a:pt x="2704006" y="883400"/>
                  </a:lnTo>
                  <a:lnTo>
                    <a:pt x="2705718" y="857086"/>
                  </a:lnTo>
                  <a:lnTo>
                    <a:pt x="2707429" y="863736"/>
                  </a:lnTo>
                  <a:lnTo>
                    <a:pt x="2709141" y="925997"/>
                  </a:lnTo>
                  <a:lnTo>
                    <a:pt x="2710852" y="945868"/>
                  </a:lnTo>
                  <a:lnTo>
                    <a:pt x="2712563" y="999887"/>
                  </a:lnTo>
                  <a:lnTo>
                    <a:pt x="2714275" y="951623"/>
                  </a:lnTo>
                  <a:lnTo>
                    <a:pt x="2715986" y="956793"/>
                  </a:lnTo>
                  <a:lnTo>
                    <a:pt x="2717698" y="998835"/>
                  </a:lnTo>
                  <a:lnTo>
                    <a:pt x="2719409" y="952175"/>
                  </a:lnTo>
                  <a:lnTo>
                    <a:pt x="2721120" y="1079217"/>
                  </a:lnTo>
                  <a:lnTo>
                    <a:pt x="2722832" y="1155374"/>
                  </a:lnTo>
                  <a:lnTo>
                    <a:pt x="2724543" y="1224350"/>
                  </a:lnTo>
                  <a:lnTo>
                    <a:pt x="2726255" y="1295326"/>
                  </a:lnTo>
                  <a:lnTo>
                    <a:pt x="2727966" y="1298387"/>
                  </a:lnTo>
                  <a:lnTo>
                    <a:pt x="2729677" y="1313944"/>
                  </a:lnTo>
                  <a:lnTo>
                    <a:pt x="2731389" y="1276713"/>
                  </a:lnTo>
                  <a:lnTo>
                    <a:pt x="2733100" y="1283531"/>
                  </a:lnTo>
                  <a:lnTo>
                    <a:pt x="2734812" y="1307339"/>
                  </a:lnTo>
                  <a:lnTo>
                    <a:pt x="2736523" y="1314837"/>
                  </a:lnTo>
                  <a:lnTo>
                    <a:pt x="2738234" y="1339036"/>
                  </a:lnTo>
                  <a:lnTo>
                    <a:pt x="2739946" y="1350920"/>
                  </a:lnTo>
                  <a:lnTo>
                    <a:pt x="2741657" y="1383730"/>
                  </a:lnTo>
                  <a:lnTo>
                    <a:pt x="2743368" y="1398040"/>
                  </a:lnTo>
                  <a:lnTo>
                    <a:pt x="2745080" y="1379267"/>
                  </a:lnTo>
                  <a:lnTo>
                    <a:pt x="2746791" y="1357841"/>
                  </a:lnTo>
                  <a:lnTo>
                    <a:pt x="2748503" y="1345743"/>
                  </a:lnTo>
                  <a:lnTo>
                    <a:pt x="2750214" y="1290646"/>
                  </a:lnTo>
                  <a:lnTo>
                    <a:pt x="2751925" y="1300725"/>
                  </a:lnTo>
                  <a:lnTo>
                    <a:pt x="2753637" y="1330581"/>
                  </a:lnTo>
                  <a:lnTo>
                    <a:pt x="2755348" y="1340036"/>
                  </a:lnTo>
                  <a:lnTo>
                    <a:pt x="2757060" y="1348481"/>
                  </a:lnTo>
                  <a:lnTo>
                    <a:pt x="2758771" y="1342129"/>
                  </a:lnTo>
                  <a:lnTo>
                    <a:pt x="2760482" y="1302777"/>
                  </a:lnTo>
                  <a:lnTo>
                    <a:pt x="2762194" y="1311378"/>
                  </a:lnTo>
                  <a:lnTo>
                    <a:pt x="2763905" y="1280088"/>
                  </a:lnTo>
                  <a:lnTo>
                    <a:pt x="2765617" y="1284982"/>
                  </a:lnTo>
                  <a:lnTo>
                    <a:pt x="2767328" y="1228627"/>
                  </a:lnTo>
                  <a:lnTo>
                    <a:pt x="2769039" y="1201806"/>
                  </a:lnTo>
                  <a:lnTo>
                    <a:pt x="2770751" y="1131231"/>
                  </a:lnTo>
                  <a:lnTo>
                    <a:pt x="2772462" y="1186828"/>
                  </a:lnTo>
                  <a:lnTo>
                    <a:pt x="2774174" y="1226820"/>
                  </a:lnTo>
                  <a:lnTo>
                    <a:pt x="2775885" y="1255522"/>
                  </a:lnTo>
                  <a:lnTo>
                    <a:pt x="2777596" y="1249232"/>
                  </a:lnTo>
                  <a:lnTo>
                    <a:pt x="2779308" y="1298609"/>
                  </a:lnTo>
                  <a:lnTo>
                    <a:pt x="2781019" y="1319353"/>
                  </a:lnTo>
                  <a:lnTo>
                    <a:pt x="2782731" y="1303778"/>
                  </a:lnTo>
                  <a:lnTo>
                    <a:pt x="2784442" y="1292660"/>
                  </a:lnTo>
                  <a:lnTo>
                    <a:pt x="2786153" y="1214453"/>
                  </a:lnTo>
                  <a:lnTo>
                    <a:pt x="2787865" y="1255783"/>
                  </a:lnTo>
                  <a:lnTo>
                    <a:pt x="2789576" y="1255610"/>
                  </a:lnTo>
                  <a:lnTo>
                    <a:pt x="2791288" y="1224753"/>
                  </a:lnTo>
                  <a:lnTo>
                    <a:pt x="2792999" y="1153322"/>
                  </a:lnTo>
                  <a:lnTo>
                    <a:pt x="2794710" y="1201398"/>
                  </a:lnTo>
                  <a:lnTo>
                    <a:pt x="2796422" y="1133709"/>
                  </a:lnTo>
                  <a:lnTo>
                    <a:pt x="2798133" y="1125213"/>
                  </a:lnTo>
                  <a:lnTo>
                    <a:pt x="2799845" y="1074993"/>
                  </a:lnTo>
                  <a:lnTo>
                    <a:pt x="2801556" y="1154905"/>
                  </a:lnTo>
                  <a:lnTo>
                    <a:pt x="2803267" y="1230210"/>
                  </a:lnTo>
                  <a:lnTo>
                    <a:pt x="2804979" y="1226711"/>
                  </a:lnTo>
                  <a:lnTo>
                    <a:pt x="2806690" y="1240837"/>
                  </a:lnTo>
                  <a:lnTo>
                    <a:pt x="2808402" y="1269929"/>
                  </a:lnTo>
                  <a:lnTo>
                    <a:pt x="2810113" y="1292499"/>
                  </a:lnTo>
                  <a:lnTo>
                    <a:pt x="2811824" y="1314832"/>
                  </a:lnTo>
                  <a:lnTo>
                    <a:pt x="2813536" y="1263771"/>
                  </a:lnTo>
                  <a:lnTo>
                    <a:pt x="2815247" y="1297900"/>
                  </a:lnTo>
                  <a:lnTo>
                    <a:pt x="2816959" y="1320671"/>
                  </a:lnTo>
                  <a:lnTo>
                    <a:pt x="2818670" y="1317613"/>
                  </a:lnTo>
                  <a:lnTo>
                    <a:pt x="2820381" y="1333985"/>
                  </a:lnTo>
                  <a:lnTo>
                    <a:pt x="2822093" y="1310793"/>
                  </a:lnTo>
                  <a:lnTo>
                    <a:pt x="2823804" y="1304118"/>
                  </a:lnTo>
                  <a:lnTo>
                    <a:pt x="2825516" y="1305032"/>
                  </a:lnTo>
                  <a:lnTo>
                    <a:pt x="2827227" y="1229329"/>
                  </a:lnTo>
                  <a:lnTo>
                    <a:pt x="2828938" y="1173027"/>
                  </a:lnTo>
                  <a:lnTo>
                    <a:pt x="2830650" y="1085416"/>
                  </a:lnTo>
                  <a:lnTo>
                    <a:pt x="2832361" y="1031846"/>
                  </a:lnTo>
                  <a:lnTo>
                    <a:pt x="2834073" y="980018"/>
                  </a:lnTo>
                  <a:lnTo>
                    <a:pt x="2835784" y="908522"/>
                  </a:lnTo>
                  <a:lnTo>
                    <a:pt x="2837495" y="946636"/>
                  </a:lnTo>
                  <a:lnTo>
                    <a:pt x="2839207" y="920899"/>
                  </a:lnTo>
                  <a:lnTo>
                    <a:pt x="2840918" y="933070"/>
                  </a:lnTo>
                  <a:lnTo>
                    <a:pt x="2842630" y="908020"/>
                  </a:lnTo>
                  <a:lnTo>
                    <a:pt x="2844341" y="837198"/>
                  </a:lnTo>
                  <a:lnTo>
                    <a:pt x="2846052" y="906703"/>
                  </a:lnTo>
                  <a:lnTo>
                    <a:pt x="2847764" y="955147"/>
                  </a:lnTo>
                  <a:lnTo>
                    <a:pt x="2849475" y="990968"/>
                  </a:lnTo>
                  <a:lnTo>
                    <a:pt x="2851186" y="1058147"/>
                  </a:lnTo>
                  <a:lnTo>
                    <a:pt x="2852898" y="1105540"/>
                  </a:lnTo>
                  <a:lnTo>
                    <a:pt x="2854609" y="1236211"/>
                  </a:lnTo>
                  <a:lnTo>
                    <a:pt x="2856321" y="1257327"/>
                  </a:lnTo>
                  <a:lnTo>
                    <a:pt x="2858032" y="1196126"/>
                  </a:lnTo>
                  <a:lnTo>
                    <a:pt x="2859743" y="1218880"/>
                  </a:lnTo>
                  <a:lnTo>
                    <a:pt x="2861455" y="1274296"/>
                  </a:lnTo>
                  <a:lnTo>
                    <a:pt x="2863166" y="1269654"/>
                  </a:lnTo>
                  <a:lnTo>
                    <a:pt x="2864878" y="1228795"/>
                  </a:lnTo>
                  <a:lnTo>
                    <a:pt x="2866589" y="1054629"/>
                  </a:lnTo>
                  <a:lnTo>
                    <a:pt x="2868300" y="1047706"/>
                  </a:lnTo>
                  <a:lnTo>
                    <a:pt x="2870012" y="979318"/>
                  </a:lnTo>
                  <a:lnTo>
                    <a:pt x="2871723" y="993547"/>
                  </a:lnTo>
                  <a:lnTo>
                    <a:pt x="2873435" y="937317"/>
                  </a:lnTo>
                  <a:lnTo>
                    <a:pt x="2875146" y="948830"/>
                  </a:lnTo>
                  <a:lnTo>
                    <a:pt x="2876857" y="1042187"/>
                  </a:lnTo>
                  <a:lnTo>
                    <a:pt x="2878569" y="894842"/>
                  </a:lnTo>
                  <a:lnTo>
                    <a:pt x="2880280" y="882538"/>
                  </a:lnTo>
                  <a:lnTo>
                    <a:pt x="2881992" y="784801"/>
                  </a:lnTo>
                  <a:lnTo>
                    <a:pt x="2883703" y="750695"/>
                  </a:lnTo>
                  <a:lnTo>
                    <a:pt x="2885414" y="761287"/>
                  </a:lnTo>
                  <a:lnTo>
                    <a:pt x="2887126" y="712374"/>
                  </a:lnTo>
                  <a:lnTo>
                    <a:pt x="2888837" y="785850"/>
                  </a:lnTo>
                  <a:lnTo>
                    <a:pt x="2890549" y="845480"/>
                  </a:lnTo>
                  <a:lnTo>
                    <a:pt x="2892260" y="825410"/>
                  </a:lnTo>
                  <a:lnTo>
                    <a:pt x="2893971" y="870882"/>
                  </a:lnTo>
                  <a:lnTo>
                    <a:pt x="2895683" y="894948"/>
                  </a:lnTo>
                  <a:lnTo>
                    <a:pt x="2897394" y="970494"/>
                  </a:lnTo>
                  <a:lnTo>
                    <a:pt x="2899106" y="1074817"/>
                  </a:lnTo>
                  <a:lnTo>
                    <a:pt x="2900817" y="1059477"/>
                  </a:lnTo>
                  <a:lnTo>
                    <a:pt x="2902528" y="1130267"/>
                  </a:lnTo>
                  <a:lnTo>
                    <a:pt x="2904240" y="1113549"/>
                  </a:lnTo>
                  <a:lnTo>
                    <a:pt x="2905951" y="1071044"/>
                  </a:lnTo>
                  <a:lnTo>
                    <a:pt x="2907663" y="1014257"/>
                  </a:lnTo>
                  <a:lnTo>
                    <a:pt x="2909374" y="1003453"/>
                  </a:lnTo>
                  <a:lnTo>
                    <a:pt x="2911085" y="1064746"/>
                  </a:lnTo>
                  <a:lnTo>
                    <a:pt x="2912797" y="980547"/>
                  </a:lnTo>
                  <a:lnTo>
                    <a:pt x="2914508" y="877094"/>
                  </a:lnTo>
                  <a:lnTo>
                    <a:pt x="2916220" y="894925"/>
                  </a:lnTo>
                  <a:lnTo>
                    <a:pt x="2917931" y="1045975"/>
                  </a:lnTo>
                  <a:lnTo>
                    <a:pt x="2919642" y="1027349"/>
                  </a:lnTo>
                  <a:lnTo>
                    <a:pt x="2921354" y="1082032"/>
                  </a:lnTo>
                  <a:lnTo>
                    <a:pt x="2923065" y="1069122"/>
                  </a:lnTo>
                  <a:lnTo>
                    <a:pt x="2924777" y="1005336"/>
                  </a:lnTo>
                  <a:lnTo>
                    <a:pt x="2926488" y="1021790"/>
                  </a:lnTo>
                  <a:lnTo>
                    <a:pt x="2928199" y="1065780"/>
                  </a:lnTo>
                  <a:lnTo>
                    <a:pt x="2929911" y="934540"/>
                  </a:lnTo>
                  <a:lnTo>
                    <a:pt x="2931622" y="1006774"/>
                  </a:lnTo>
                  <a:lnTo>
                    <a:pt x="2933334" y="1011657"/>
                  </a:lnTo>
                  <a:lnTo>
                    <a:pt x="2935045" y="885815"/>
                  </a:lnTo>
                  <a:lnTo>
                    <a:pt x="2936756" y="952878"/>
                  </a:lnTo>
                  <a:lnTo>
                    <a:pt x="2938468" y="905974"/>
                  </a:lnTo>
                  <a:lnTo>
                    <a:pt x="2940179" y="892206"/>
                  </a:lnTo>
                  <a:lnTo>
                    <a:pt x="2941891" y="851712"/>
                  </a:lnTo>
                  <a:lnTo>
                    <a:pt x="2943602" y="851873"/>
                  </a:lnTo>
                  <a:lnTo>
                    <a:pt x="2945313" y="835964"/>
                  </a:lnTo>
                  <a:lnTo>
                    <a:pt x="2947025" y="908652"/>
                  </a:lnTo>
                  <a:lnTo>
                    <a:pt x="2948736" y="1076886"/>
                  </a:lnTo>
                  <a:lnTo>
                    <a:pt x="2950448" y="1112183"/>
                  </a:lnTo>
                  <a:lnTo>
                    <a:pt x="2952159" y="1204512"/>
                  </a:lnTo>
                  <a:lnTo>
                    <a:pt x="2953870" y="1142856"/>
                  </a:lnTo>
                  <a:lnTo>
                    <a:pt x="2955582" y="1116677"/>
                  </a:lnTo>
                  <a:lnTo>
                    <a:pt x="2957293" y="1158044"/>
                  </a:lnTo>
                  <a:lnTo>
                    <a:pt x="2959004" y="1242874"/>
                  </a:lnTo>
                  <a:lnTo>
                    <a:pt x="2960716" y="1183972"/>
                  </a:lnTo>
                  <a:lnTo>
                    <a:pt x="2962427" y="1081293"/>
                  </a:lnTo>
                  <a:lnTo>
                    <a:pt x="2964139" y="1092011"/>
                  </a:lnTo>
                  <a:lnTo>
                    <a:pt x="2965850" y="1127113"/>
                  </a:lnTo>
                  <a:lnTo>
                    <a:pt x="2967561" y="1159630"/>
                  </a:lnTo>
                  <a:lnTo>
                    <a:pt x="2969273" y="1142507"/>
                  </a:lnTo>
                  <a:lnTo>
                    <a:pt x="2970984" y="806979"/>
                  </a:lnTo>
                  <a:lnTo>
                    <a:pt x="2972696" y="817600"/>
                  </a:lnTo>
                  <a:lnTo>
                    <a:pt x="2974407" y="855620"/>
                  </a:lnTo>
                  <a:lnTo>
                    <a:pt x="2976118" y="903495"/>
                  </a:lnTo>
                  <a:lnTo>
                    <a:pt x="2977830" y="868378"/>
                  </a:lnTo>
                  <a:lnTo>
                    <a:pt x="2979541" y="785145"/>
                  </a:lnTo>
                  <a:lnTo>
                    <a:pt x="2981253" y="734504"/>
                  </a:lnTo>
                  <a:lnTo>
                    <a:pt x="2982964" y="631297"/>
                  </a:lnTo>
                  <a:lnTo>
                    <a:pt x="2984675" y="617532"/>
                  </a:lnTo>
                  <a:lnTo>
                    <a:pt x="2986387" y="613869"/>
                  </a:lnTo>
                  <a:lnTo>
                    <a:pt x="2988098" y="626061"/>
                  </a:lnTo>
                  <a:lnTo>
                    <a:pt x="2989810" y="665070"/>
                  </a:lnTo>
                  <a:lnTo>
                    <a:pt x="2991521" y="745541"/>
                  </a:lnTo>
                  <a:lnTo>
                    <a:pt x="2993232" y="661204"/>
                  </a:lnTo>
                  <a:lnTo>
                    <a:pt x="2994944" y="546847"/>
                  </a:lnTo>
                  <a:lnTo>
                    <a:pt x="2996655" y="489468"/>
                  </a:lnTo>
                  <a:lnTo>
                    <a:pt x="2998367" y="392990"/>
                  </a:lnTo>
                  <a:lnTo>
                    <a:pt x="3000078" y="453395"/>
                  </a:lnTo>
                  <a:lnTo>
                    <a:pt x="3001789" y="382064"/>
                  </a:lnTo>
                  <a:lnTo>
                    <a:pt x="3003501" y="402986"/>
                  </a:lnTo>
                  <a:lnTo>
                    <a:pt x="3005212" y="327347"/>
                  </a:lnTo>
                  <a:lnTo>
                    <a:pt x="3006924" y="380788"/>
                  </a:lnTo>
                  <a:lnTo>
                    <a:pt x="3008635" y="203057"/>
                  </a:lnTo>
                  <a:lnTo>
                    <a:pt x="3010346" y="256814"/>
                  </a:lnTo>
                  <a:lnTo>
                    <a:pt x="3012058" y="125604"/>
                  </a:lnTo>
                  <a:lnTo>
                    <a:pt x="3013769" y="44161"/>
                  </a:lnTo>
                  <a:lnTo>
                    <a:pt x="3015481" y="96471"/>
                  </a:lnTo>
                  <a:lnTo>
                    <a:pt x="3017192" y="169670"/>
                  </a:lnTo>
                  <a:lnTo>
                    <a:pt x="3018903" y="250741"/>
                  </a:lnTo>
                  <a:lnTo>
                    <a:pt x="3020615" y="74556"/>
                  </a:lnTo>
                  <a:lnTo>
                    <a:pt x="3022326" y="175103"/>
                  </a:lnTo>
                  <a:lnTo>
                    <a:pt x="3024038" y="129346"/>
                  </a:lnTo>
                  <a:lnTo>
                    <a:pt x="3025749" y="175026"/>
                  </a:lnTo>
                  <a:lnTo>
                    <a:pt x="3027460" y="235582"/>
                  </a:lnTo>
                  <a:lnTo>
                    <a:pt x="3029172" y="282989"/>
                  </a:lnTo>
                  <a:lnTo>
                    <a:pt x="3030883" y="169109"/>
                  </a:lnTo>
                  <a:lnTo>
                    <a:pt x="3032595" y="174507"/>
                  </a:lnTo>
                  <a:lnTo>
                    <a:pt x="3034306" y="302455"/>
                  </a:lnTo>
                  <a:lnTo>
                    <a:pt x="3036017" y="251101"/>
                  </a:lnTo>
                  <a:lnTo>
                    <a:pt x="3037729" y="354161"/>
                  </a:lnTo>
                  <a:lnTo>
                    <a:pt x="3039440" y="448811"/>
                  </a:lnTo>
                  <a:lnTo>
                    <a:pt x="3041152" y="537210"/>
                  </a:lnTo>
                  <a:lnTo>
                    <a:pt x="3042863" y="546540"/>
                  </a:lnTo>
                  <a:lnTo>
                    <a:pt x="3044574" y="644361"/>
                  </a:lnTo>
                  <a:lnTo>
                    <a:pt x="3046286" y="655057"/>
                  </a:lnTo>
                  <a:lnTo>
                    <a:pt x="3047997" y="597128"/>
                  </a:lnTo>
                  <a:lnTo>
                    <a:pt x="3049709" y="626123"/>
                  </a:lnTo>
                  <a:lnTo>
                    <a:pt x="3051420" y="742059"/>
                  </a:lnTo>
                  <a:lnTo>
                    <a:pt x="3053131" y="773791"/>
                  </a:lnTo>
                  <a:lnTo>
                    <a:pt x="3054843" y="751204"/>
                  </a:lnTo>
                  <a:lnTo>
                    <a:pt x="3056554" y="602275"/>
                  </a:lnTo>
                  <a:lnTo>
                    <a:pt x="3058265" y="686382"/>
                  </a:lnTo>
                  <a:lnTo>
                    <a:pt x="3059977" y="688794"/>
                  </a:lnTo>
                  <a:lnTo>
                    <a:pt x="3061688" y="725470"/>
                  </a:lnTo>
                  <a:lnTo>
                    <a:pt x="3063400" y="685152"/>
                  </a:lnTo>
                  <a:lnTo>
                    <a:pt x="3065111" y="713611"/>
                  </a:lnTo>
                  <a:lnTo>
                    <a:pt x="3066822" y="681335"/>
                  </a:lnTo>
                  <a:lnTo>
                    <a:pt x="3068534" y="614437"/>
                  </a:lnTo>
                  <a:lnTo>
                    <a:pt x="3070245" y="653196"/>
                  </a:lnTo>
                  <a:lnTo>
                    <a:pt x="3071957" y="733310"/>
                  </a:lnTo>
                  <a:lnTo>
                    <a:pt x="3073668" y="821139"/>
                  </a:lnTo>
                  <a:lnTo>
                    <a:pt x="3075379" y="839265"/>
                  </a:lnTo>
                  <a:lnTo>
                    <a:pt x="3077091" y="845922"/>
                  </a:lnTo>
                  <a:lnTo>
                    <a:pt x="3078802" y="996122"/>
                  </a:lnTo>
                  <a:lnTo>
                    <a:pt x="3080514" y="877486"/>
                  </a:lnTo>
                  <a:lnTo>
                    <a:pt x="3082225" y="796910"/>
                  </a:lnTo>
                  <a:lnTo>
                    <a:pt x="3083936" y="900282"/>
                  </a:lnTo>
                  <a:lnTo>
                    <a:pt x="3085648" y="924842"/>
                  </a:lnTo>
                  <a:lnTo>
                    <a:pt x="3087359" y="894810"/>
                  </a:lnTo>
                  <a:lnTo>
                    <a:pt x="3089071" y="1032723"/>
                  </a:lnTo>
                  <a:lnTo>
                    <a:pt x="3090782" y="1120674"/>
                  </a:lnTo>
                  <a:lnTo>
                    <a:pt x="3092493" y="1137364"/>
                  </a:lnTo>
                  <a:lnTo>
                    <a:pt x="3094205" y="1067507"/>
                  </a:lnTo>
                  <a:lnTo>
                    <a:pt x="3095916" y="956316"/>
                  </a:lnTo>
                  <a:lnTo>
                    <a:pt x="3097628" y="974192"/>
                  </a:lnTo>
                  <a:lnTo>
                    <a:pt x="3099339" y="946129"/>
                  </a:lnTo>
                  <a:lnTo>
                    <a:pt x="3101050" y="992138"/>
                  </a:lnTo>
                  <a:lnTo>
                    <a:pt x="3102762" y="936665"/>
                  </a:lnTo>
                  <a:lnTo>
                    <a:pt x="3104473" y="1009026"/>
                  </a:lnTo>
                  <a:lnTo>
                    <a:pt x="3106185" y="1103304"/>
                  </a:lnTo>
                  <a:lnTo>
                    <a:pt x="3107896" y="1081468"/>
                  </a:lnTo>
                  <a:lnTo>
                    <a:pt x="3109607" y="963803"/>
                  </a:lnTo>
                  <a:lnTo>
                    <a:pt x="3111319" y="960683"/>
                  </a:lnTo>
                  <a:lnTo>
                    <a:pt x="3113030" y="936952"/>
                  </a:lnTo>
                  <a:lnTo>
                    <a:pt x="3114742" y="997705"/>
                  </a:lnTo>
                  <a:lnTo>
                    <a:pt x="3116453" y="924920"/>
                  </a:lnTo>
                  <a:lnTo>
                    <a:pt x="3118164" y="909811"/>
                  </a:lnTo>
                  <a:lnTo>
                    <a:pt x="3119876" y="953596"/>
                  </a:lnTo>
                  <a:lnTo>
                    <a:pt x="3121587" y="1013622"/>
                  </a:lnTo>
                  <a:lnTo>
                    <a:pt x="3123299" y="1016863"/>
                  </a:lnTo>
                  <a:lnTo>
                    <a:pt x="3125010" y="920114"/>
                  </a:lnTo>
                  <a:lnTo>
                    <a:pt x="3126721" y="859469"/>
                  </a:lnTo>
                  <a:lnTo>
                    <a:pt x="3128433" y="931716"/>
                  </a:lnTo>
                  <a:lnTo>
                    <a:pt x="3130144" y="833753"/>
                  </a:lnTo>
                  <a:lnTo>
                    <a:pt x="3131856" y="800342"/>
                  </a:lnTo>
                  <a:lnTo>
                    <a:pt x="3133567" y="798944"/>
                  </a:lnTo>
                  <a:lnTo>
                    <a:pt x="3135278" y="746003"/>
                  </a:lnTo>
                  <a:lnTo>
                    <a:pt x="3136990" y="787070"/>
                  </a:lnTo>
                  <a:lnTo>
                    <a:pt x="3138701" y="766951"/>
                  </a:lnTo>
                  <a:lnTo>
                    <a:pt x="3140413" y="690268"/>
                  </a:lnTo>
                  <a:lnTo>
                    <a:pt x="3142124" y="827461"/>
                  </a:lnTo>
                  <a:lnTo>
                    <a:pt x="3143835" y="875000"/>
                  </a:lnTo>
                  <a:lnTo>
                    <a:pt x="3145547" y="772960"/>
                  </a:lnTo>
                  <a:lnTo>
                    <a:pt x="3147258" y="807348"/>
                  </a:lnTo>
                  <a:lnTo>
                    <a:pt x="3148970" y="779495"/>
                  </a:lnTo>
                  <a:lnTo>
                    <a:pt x="3150681" y="904534"/>
                  </a:lnTo>
                  <a:lnTo>
                    <a:pt x="3152392" y="849591"/>
                  </a:lnTo>
                  <a:lnTo>
                    <a:pt x="3154104" y="892135"/>
                  </a:lnTo>
                  <a:lnTo>
                    <a:pt x="3155815" y="990991"/>
                  </a:lnTo>
                  <a:lnTo>
                    <a:pt x="3157527" y="1117598"/>
                  </a:lnTo>
                  <a:lnTo>
                    <a:pt x="3159238" y="1169222"/>
                  </a:lnTo>
                  <a:lnTo>
                    <a:pt x="3160949" y="1126748"/>
                  </a:lnTo>
                  <a:lnTo>
                    <a:pt x="3162661" y="1180119"/>
                  </a:lnTo>
                  <a:lnTo>
                    <a:pt x="3164372" y="1181053"/>
                  </a:lnTo>
                  <a:lnTo>
                    <a:pt x="3166083" y="1034692"/>
                  </a:lnTo>
                  <a:lnTo>
                    <a:pt x="3167795" y="1061232"/>
                  </a:lnTo>
                  <a:lnTo>
                    <a:pt x="3169506" y="1080483"/>
                  </a:lnTo>
                  <a:lnTo>
                    <a:pt x="3171218" y="1144751"/>
                  </a:lnTo>
                  <a:lnTo>
                    <a:pt x="3172929" y="1139049"/>
                  </a:lnTo>
                  <a:lnTo>
                    <a:pt x="3174640" y="1160750"/>
                  </a:lnTo>
                  <a:lnTo>
                    <a:pt x="3176352" y="1053452"/>
                  </a:lnTo>
                  <a:lnTo>
                    <a:pt x="3178063" y="976605"/>
                  </a:lnTo>
                  <a:lnTo>
                    <a:pt x="3179775" y="943681"/>
                  </a:lnTo>
                  <a:lnTo>
                    <a:pt x="3181486" y="931446"/>
                  </a:lnTo>
                  <a:lnTo>
                    <a:pt x="3183197" y="965872"/>
                  </a:lnTo>
                  <a:lnTo>
                    <a:pt x="3184909" y="1125855"/>
                  </a:lnTo>
                  <a:lnTo>
                    <a:pt x="3186620" y="1137596"/>
                  </a:lnTo>
                  <a:lnTo>
                    <a:pt x="3188332" y="1167423"/>
                  </a:lnTo>
                  <a:lnTo>
                    <a:pt x="3190043" y="1132158"/>
                  </a:lnTo>
                  <a:lnTo>
                    <a:pt x="3191754" y="1036604"/>
                  </a:lnTo>
                  <a:lnTo>
                    <a:pt x="3193466" y="970372"/>
                  </a:lnTo>
                  <a:lnTo>
                    <a:pt x="3195177" y="1016083"/>
                  </a:lnTo>
                  <a:lnTo>
                    <a:pt x="3196889" y="1127252"/>
                  </a:lnTo>
                  <a:lnTo>
                    <a:pt x="3198600" y="1111666"/>
                  </a:lnTo>
                  <a:lnTo>
                    <a:pt x="3200311" y="1126949"/>
                  </a:lnTo>
                  <a:lnTo>
                    <a:pt x="3202023" y="1201512"/>
                  </a:lnTo>
                  <a:lnTo>
                    <a:pt x="3203734" y="1157307"/>
                  </a:lnTo>
                  <a:lnTo>
                    <a:pt x="3205446" y="1218872"/>
                  </a:lnTo>
                  <a:lnTo>
                    <a:pt x="3207157" y="1227711"/>
                  </a:lnTo>
                  <a:lnTo>
                    <a:pt x="3208868" y="1295440"/>
                  </a:lnTo>
                  <a:lnTo>
                    <a:pt x="3210580" y="1321273"/>
                  </a:lnTo>
                  <a:lnTo>
                    <a:pt x="3212291" y="1204330"/>
                  </a:lnTo>
                  <a:lnTo>
                    <a:pt x="3214003" y="1244476"/>
                  </a:lnTo>
                  <a:lnTo>
                    <a:pt x="3215714" y="1171323"/>
                  </a:lnTo>
                  <a:lnTo>
                    <a:pt x="3217425" y="1285906"/>
                  </a:lnTo>
                  <a:lnTo>
                    <a:pt x="3219137" y="1318023"/>
                  </a:lnTo>
                  <a:lnTo>
                    <a:pt x="3220848" y="1223272"/>
                  </a:lnTo>
                  <a:lnTo>
                    <a:pt x="3222560" y="1158860"/>
                  </a:lnTo>
                  <a:lnTo>
                    <a:pt x="3224271" y="1182866"/>
                  </a:lnTo>
                  <a:lnTo>
                    <a:pt x="3225982" y="1199140"/>
                  </a:lnTo>
                  <a:lnTo>
                    <a:pt x="3227694" y="1206311"/>
                  </a:lnTo>
                  <a:lnTo>
                    <a:pt x="3229405" y="1070943"/>
                  </a:lnTo>
                  <a:lnTo>
                    <a:pt x="3231117" y="1089116"/>
                  </a:lnTo>
                  <a:lnTo>
                    <a:pt x="3232828" y="1122123"/>
                  </a:lnTo>
                  <a:lnTo>
                    <a:pt x="3234539" y="1210347"/>
                  </a:lnTo>
                  <a:lnTo>
                    <a:pt x="3236251" y="1209879"/>
                  </a:lnTo>
                  <a:lnTo>
                    <a:pt x="3237962" y="1222383"/>
                  </a:lnTo>
                  <a:lnTo>
                    <a:pt x="3239674" y="1237300"/>
                  </a:lnTo>
                  <a:lnTo>
                    <a:pt x="3241385" y="1307231"/>
                  </a:lnTo>
                  <a:lnTo>
                    <a:pt x="3243096" y="1329965"/>
                  </a:lnTo>
                  <a:lnTo>
                    <a:pt x="3244808" y="1314254"/>
                  </a:lnTo>
                  <a:lnTo>
                    <a:pt x="3246519" y="1285840"/>
                  </a:lnTo>
                  <a:lnTo>
                    <a:pt x="3248231" y="1234643"/>
                  </a:lnTo>
                  <a:lnTo>
                    <a:pt x="3249942" y="1147667"/>
                  </a:lnTo>
                  <a:lnTo>
                    <a:pt x="3251653" y="1065160"/>
                  </a:lnTo>
                  <a:lnTo>
                    <a:pt x="3253365" y="1026704"/>
                  </a:lnTo>
                  <a:lnTo>
                    <a:pt x="3255076" y="1041443"/>
                  </a:lnTo>
                  <a:lnTo>
                    <a:pt x="3256788" y="988804"/>
                  </a:lnTo>
                  <a:lnTo>
                    <a:pt x="3258499" y="1098447"/>
                  </a:lnTo>
                  <a:lnTo>
                    <a:pt x="3260210" y="1143645"/>
                  </a:lnTo>
                  <a:lnTo>
                    <a:pt x="3261922" y="1233957"/>
                  </a:lnTo>
                  <a:lnTo>
                    <a:pt x="3263633" y="1212562"/>
                  </a:lnTo>
                  <a:lnTo>
                    <a:pt x="3265345" y="1212489"/>
                  </a:lnTo>
                  <a:lnTo>
                    <a:pt x="3267056" y="1241219"/>
                  </a:lnTo>
                  <a:lnTo>
                    <a:pt x="3268767" y="1232967"/>
                  </a:lnTo>
                  <a:lnTo>
                    <a:pt x="3270479" y="1299693"/>
                  </a:lnTo>
                  <a:lnTo>
                    <a:pt x="3272190" y="1308080"/>
                  </a:lnTo>
                  <a:lnTo>
                    <a:pt x="3273901" y="1308488"/>
                  </a:lnTo>
                  <a:lnTo>
                    <a:pt x="3275613" y="1283608"/>
                  </a:lnTo>
                  <a:lnTo>
                    <a:pt x="3277324" y="1272310"/>
                  </a:lnTo>
                  <a:lnTo>
                    <a:pt x="3279036" y="1295902"/>
                  </a:lnTo>
                  <a:lnTo>
                    <a:pt x="3280747" y="1307811"/>
                  </a:lnTo>
                  <a:lnTo>
                    <a:pt x="3282458" y="1299620"/>
                  </a:lnTo>
                  <a:lnTo>
                    <a:pt x="3284170" y="1281648"/>
                  </a:lnTo>
                  <a:lnTo>
                    <a:pt x="3285881" y="1239244"/>
                  </a:lnTo>
                  <a:lnTo>
                    <a:pt x="3287593" y="1187129"/>
                  </a:lnTo>
                  <a:lnTo>
                    <a:pt x="3289304" y="1220996"/>
                  </a:lnTo>
                  <a:lnTo>
                    <a:pt x="3291015" y="1253814"/>
                  </a:lnTo>
                  <a:lnTo>
                    <a:pt x="3292727" y="1226877"/>
                  </a:lnTo>
                  <a:lnTo>
                    <a:pt x="3294438" y="1218347"/>
                  </a:lnTo>
                  <a:lnTo>
                    <a:pt x="3296150" y="1188250"/>
                  </a:lnTo>
                  <a:lnTo>
                    <a:pt x="3297861" y="1164318"/>
                  </a:lnTo>
                  <a:lnTo>
                    <a:pt x="3299572" y="1159799"/>
                  </a:lnTo>
                  <a:lnTo>
                    <a:pt x="3301284" y="1159362"/>
                  </a:lnTo>
                  <a:lnTo>
                    <a:pt x="3302995" y="1121735"/>
                  </a:lnTo>
                  <a:lnTo>
                    <a:pt x="3304707" y="1088870"/>
                  </a:lnTo>
                  <a:lnTo>
                    <a:pt x="3306418" y="1043500"/>
                  </a:lnTo>
                  <a:lnTo>
                    <a:pt x="3308129" y="1094885"/>
                  </a:lnTo>
                  <a:lnTo>
                    <a:pt x="3309841" y="1070643"/>
                  </a:lnTo>
                  <a:lnTo>
                    <a:pt x="3311552" y="1082951"/>
                  </a:lnTo>
                  <a:lnTo>
                    <a:pt x="3313264" y="1196401"/>
                  </a:lnTo>
                  <a:lnTo>
                    <a:pt x="3314975" y="1185118"/>
                  </a:lnTo>
                  <a:lnTo>
                    <a:pt x="3316686" y="1184062"/>
                  </a:lnTo>
                  <a:lnTo>
                    <a:pt x="3318398" y="1203007"/>
                  </a:lnTo>
                  <a:lnTo>
                    <a:pt x="3320109" y="1159065"/>
                  </a:lnTo>
                  <a:lnTo>
                    <a:pt x="3321821" y="1017784"/>
                  </a:lnTo>
                  <a:lnTo>
                    <a:pt x="3323532" y="926916"/>
                  </a:lnTo>
                  <a:lnTo>
                    <a:pt x="3325243" y="936303"/>
                  </a:lnTo>
                  <a:lnTo>
                    <a:pt x="3326955" y="940990"/>
                  </a:lnTo>
                  <a:lnTo>
                    <a:pt x="3328666" y="888292"/>
                  </a:lnTo>
                  <a:lnTo>
                    <a:pt x="3330378" y="904642"/>
                  </a:lnTo>
                  <a:lnTo>
                    <a:pt x="3332089" y="942680"/>
                  </a:lnTo>
                  <a:lnTo>
                    <a:pt x="3333800" y="916066"/>
                  </a:lnTo>
                  <a:lnTo>
                    <a:pt x="3335512" y="1034999"/>
                  </a:lnTo>
                  <a:lnTo>
                    <a:pt x="3337223" y="1127556"/>
                  </a:lnTo>
                  <a:lnTo>
                    <a:pt x="3338935" y="1187833"/>
                  </a:lnTo>
                  <a:lnTo>
                    <a:pt x="3340646" y="1241348"/>
                  </a:lnTo>
                  <a:lnTo>
                    <a:pt x="3342357" y="1253235"/>
                  </a:lnTo>
                  <a:lnTo>
                    <a:pt x="3344069" y="1252239"/>
                  </a:lnTo>
                  <a:lnTo>
                    <a:pt x="3345780" y="1267805"/>
                  </a:lnTo>
                  <a:lnTo>
                    <a:pt x="3347492" y="1294131"/>
                  </a:lnTo>
                  <a:lnTo>
                    <a:pt x="3349203" y="1287159"/>
                  </a:lnTo>
                  <a:lnTo>
                    <a:pt x="3350914" y="1250550"/>
                  </a:lnTo>
                  <a:lnTo>
                    <a:pt x="3352626" y="1348968"/>
                  </a:lnTo>
                  <a:lnTo>
                    <a:pt x="3354337" y="1391213"/>
                  </a:lnTo>
                  <a:lnTo>
                    <a:pt x="3356049" y="1443268"/>
                  </a:lnTo>
                  <a:lnTo>
                    <a:pt x="3357760" y="1408404"/>
                  </a:lnTo>
                  <a:lnTo>
                    <a:pt x="3359471" y="1435825"/>
                  </a:lnTo>
                  <a:lnTo>
                    <a:pt x="3361183" y="1426789"/>
                  </a:lnTo>
                  <a:lnTo>
                    <a:pt x="3362894" y="1410985"/>
                  </a:lnTo>
                  <a:lnTo>
                    <a:pt x="3364606" y="1419273"/>
                  </a:lnTo>
                  <a:lnTo>
                    <a:pt x="3366317" y="1409844"/>
                  </a:lnTo>
                  <a:lnTo>
                    <a:pt x="3368028" y="1382174"/>
                  </a:lnTo>
                  <a:lnTo>
                    <a:pt x="3369740" y="1379813"/>
                  </a:lnTo>
                  <a:lnTo>
                    <a:pt x="3371451" y="1361271"/>
                  </a:lnTo>
                  <a:lnTo>
                    <a:pt x="3373162" y="1414359"/>
                  </a:lnTo>
                  <a:lnTo>
                    <a:pt x="3374874" y="1430191"/>
                  </a:lnTo>
                  <a:lnTo>
                    <a:pt x="3376585" y="1404798"/>
                  </a:lnTo>
                  <a:lnTo>
                    <a:pt x="3378297" y="1408976"/>
                  </a:lnTo>
                  <a:lnTo>
                    <a:pt x="3380008" y="1402030"/>
                  </a:lnTo>
                  <a:lnTo>
                    <a:pt x="3381719" y="1384409"/>
                  </a:lnTo>
                  <a:lnTo>
                    <a:pt x="3383431" y="1394590"/>
                  </a:lnTo>
                  <a:lnTo>
                    <a:pt x="3385142" y="1373848"/>
                  </a:lnTo>
                  <a:lnTo>
                    <a:pt x="3386854" y="1379548"/>
                  </a:lnTo>
                  <a:lnTo>
                    <a:pt x="3388565" y="1345598"/>
                  </a:lnTo>
                  <a:lnTo>
                    <a:pt x="3390276" y="1345543"/>
                  </a:lnTo>
                  <a:lnTo>
                    <a:pt x="3391988" y="1339660"/>
                  </a:lnTo>
                  <a:lnTo>
                    <a:pt x="3393699" y="1332136"/>
                  </a:lnTo>
                  <a:lnTo>
                    <a:pt x="3395411" y="1316771"/>
                  </a:lnTo>
                  <a:lnTo>
                    <a:pt x="3397122" y="1273446"/>
                  </a:lnTo>
                  <a:lnTo>
                    <a:pt x="3398833" y="1324370"/>
                  </a:lnTo>
                  <a:lnTo>
                    <a:pt x="3400545" y="1315355"/>
                  </a:lnTo>
                  <a:lnTo>
                    <a:pt x="3402256" y="1314745"/>
                  </a:lnTo>
                  <a:lnTo>
                    <a:pt x="3403968" y="1309939"/>
                  </a:lnTo>
                  <a:lnTo>
                    <a:pt x="3405679" y="1302993"/>
                  </a:lnTo>
                  <a:lnTo>
                    <a:pt x="3407390" y="1288944"/>
                  </a:lnTo>
                  <a:lnTo>
                    <a:pt x="3409102" y="1273974"/>
                  </a:lnTo>
                  <a:lnTo>
                    <a:pt x="3410813" y="1234510"/>
                  </a:lnTo>
                  <a:lnTo>
                    <a:pt x="3412525" y="1212511"/>
                  </a:lnTo>
                  <a:lnTo>
                    <a:pt x="3414236" y="1249937"/>
                  </a:lnTo>
                  <a:lnTo>
                    <a:pt x="3415947" y="1187705"/>
                  </a:lnTo>
                  <a:lnTo>
                    <a:pt x="3417659" y="1168186"/>
                  </a:lnTo>
                  <a:lnTo>
                    <a:pt x="3419370" y="1127805"/>
                  </a:lnTo>
                  <a:lnTo>
                    <a:pt x="3421082" y="1107646"/>
                  </a:lnTo>
                  <a:lnTo>
                    <a:pt x="3422793" y="1077369"/>
                  </a:lnTo>
                  <a:lnTo>
                    <a:pt x="3424504" y="1034492"/>
                  </a:lnTo>
                  <a:lnTo>
                    <a:pt x="3426216" y="1072365"/>
                  </a:lnTo>
                  <a:lnTo>
                    <a:pt x="3427927" y="1031863"/>
                  </a:lnTo>
                  <a:lnTo>
                    <a:pt x="3429639" y="1108260"/>
                  </a:lnTo>
                  <a:lnTo>
                    <a:pt x="3431350" y="1178156"/>
                  </a:lnTo>
                  <a:lnTo>
                    <a:pt x="3433061" y="1249878"/>
                  </a:lnTo>
                  <a:lnTo>
                    <a:pt x="3434773" y="1270074"/>
                  </a:lnTo>
                  <a:lnTo>
                    <a:pt x="3436484" y="1280144"/>
                  </a:lnTo>
                  <a:lnTo>
                    <a:pt x="3438196" y="1320010"/>
                  </a:lnTo>
                  <a:lnTo>
                    <a:pt x="3439907" y="1299975"/>
                  </a:lnTo>
                  <a:lnTo>
                    <a:pt x="3441618" y="1190430"/>
                  </a:lnTo>
                  <a:lnTo>
                    <a:pt x="3443330" y="1165084"/>
                  </a:lnTo>
                  <a:lnTo>
                    <a:pt x="3445041" y="1263730"/>
                  </a:lnTo>
                  <a:lnTo>
                    <a:pt x="3446753" y="1305965"/>
                  </a:lnTo>
                  <a:lnTo>
                    <a:pt x="3448464" y="1281667"/>
                  </a:lnTo>
                  <a:lnTo>
                    <a:pt x="3450175" y="1276323"/>
                  </a:lnTo>
                  <a:lnTo>
                    <a:pt x="3451887" y="1281417"/>
                  </a:lnTo>
                  <a:lnTo>
                    <a:pt x="3453598" y="1277875"/>
                  </a:lnTo>
                  <a:lnTo>
                    <a:pt x="3455310" y="1302104"/>
                  </a:lnTo>
                  <a:lnTo>
                    <a:pt x="3457021" y="1256759"/>
                  </a:lnTo>
                  <a:lnTo>
                    <a:pt x="3458732" y="1216781"/>
                  </a:lnTo>
                  <a:lnTo>
                    <a:pt x="3460444" y="1298834"/>
                  </a:lnTo>
                  <a:lnTo>
                    <a:pt x="3462155" y="1314887"/>
                  </a:lnTo>
                  <a:lnTo>
                    <a:pt x="3463867" y="1367206"/>
                  </a:lnTo>
                  <a:lnTo>
                    <a:pt x="3465578" y="1355734"/>
                  </a:lnTo>
                  <a:lnTo>
                    <a:pt x="3467289" y="1384812"/>
                  </a:lnTo>
                  <a:lnTo>
                    <a:pt x="3469001" y="1429040"/>
                  </a:lnTo>
                  <a:lnTo>
                    <a:pt x="3470712" y="1391116"/>
                  </a:lnTo>
                  <a:lnTo>
                    <a:pt x="3472424" y="1428287"/>
                  </a:lnTo>
                  <a:lnTo>
                    <a:pt x="3474135" y="1401511"/>
                  </a:lnTo>
                  <a:lnTo>
                    <a:pt x="3475846" y="1368334"/>
                  </a:lnTo>
                  <a:lnTo>
                    <a:pt x="3477558" y="1373954"/>
                  </a:lnTo>
                  <a:lnTo>
                    <a:pt x="3479269" y="1384669"/>
                  </a:lnTo>
                  <a:lnTo>
                    <a:pt x="3480980" y="1393438"/>
                  </a:lnTo>
                  <a:lnTo>
                    <a:pt x="3482692" y="1374128"/>
                  </a:lnTo>
                  <a:lnTo>
                    <a:pt x="3484403" y="1330091"/>
                  </a:lnTo>
                  <a:lnTo>
                    <a:pt x="3486115" y="1365435"/>
                  </a:lnTo>
                  <a:lnTo>
                    <a:pt x="3487826" y="1412626"/>
                  </a:lnTo>
                  <a:lnTo>
                    <a:pt x="3489537" y="1425210"/>
                  </a:lnTo>
                  <a:lnTo>
                    <a:pt x="3491249" y="1441307"/>
                  </a:lnTo>
                  <a:lnTo>
                    <a:pt x="3492960" y="1424808"/>
                  </a:lnTo>
                  <a:lnTo>
                    <a:pt x="3494672" y="1453448"/>
                  </a:lnTo>
                  <a:lnTo>
                    <a:pt x="3496383" y="1458480"/>
                  </a:lnTo>
                  <a:lnTo>
                    <a:pt x="3498094" y="1443427"/>
                  </a:lnTo>
                  <a:lnTo>
                    <a:pt x="3499806" y="1450017"/>
                  </a:lnTo>
                  <a:lnTo>
                    <a:pt x="3501517" y="1433480"/>
                  </a:lnTo>
                  <a:lnTo>
                    <a:pt x="3503229" y="1448748"/>
                  </a:lnTo>
                  <a:lnTo>
                    <a:pt x="3504940" y="1440668"/>
                  </a:lnTo>
                  <a:lnTo>
                    <a:pt x="3506651" y="1429861"/>
                  </a:lnTo>
                  <a:lnTo>
                    <a:pt x="3508363" y="1426081"/>
                  </a:lnTo>
                  <a:lnTo>
                    <a:pt x="3510074" y="1381373"/>
                  </a:lnTo>
                  <a:lnTo>
                    <a:pt x="3511786" y="1336135"/>
                  </a:lnTo>
                  <a:lnTo>
                    <a:pt x="3513497" y="1370305"/>
                  </a:lnTo>
                  <a:lnTo>
                    <a:pt x="3515208" y="1414912"/>
                  </a:lnTo>
                  <a:lnTo>
                    <a:pt x="3516920" y="1430686"/>
                  </a:lnTo>
                  <a:lnTo>
                    <a:pt x="3518631" y="1439437"/>
                  </a:lnTo>
                  <a:lnTo>
                    <a:pt x="3520343" y="1453832"/>
                  </a:lnTo>
                  <a:lnTo>
                    <a:pt x="3522054" y="1456114"/>
                  </a:lnTo>
                  <a:lnTo>
                    <a:pt x="3523765" y="1453556"/>
                  </a:lnTo>
                  <a:lnTo>
                    <a:pt x="3525477" y="1457106"/>
                  </a:lnTo>
                  <a:lnTo>
                    <a:pt x="3527188" y="1444255"/>
                  </a:lnTo>
                  <a:lnTo>
                    <a:pt x="3528900" y="1461971"/>
                  </a:lnTo>
                  <a:lnTo>
                    <a:pt x="3530611" y="1444278"/>
                  </a:lnTo>
                  <a:lnTo>
                    <a:pt x="3532322" y="1429029"/>
                  </a:lnTo>
                  <a:lnTo>
                    <a:pt x="3534034" y="1429119"/>
                  </a:lnTo>
                  <a:lnTo>
                    <a:pt x="3535745" y="1401852"/>
                  </a:lnTo>
                  <a:lnTo>
                    <a:pt x="3537457" y="1356940"/>
                  </a:lnTo>
                  <a:lnTo>
                    <a:pt x="3539168" y="1358890"/>
                  </a:lnTo>
                  <a:lnTo>
                    <a:pt x="3540879" y="1329815"/>
                  </a:lnTo>
                  <a:lnTo>
                    <a:pt x="3542591" y="1347444"/>
                  </a:lnTo>
                  <a:lnTo>
                    <a:pt x="3544302" y="1311000"/>
                  </a:lnTo>
                  <a:lnTo>
                    <a:pt x="3546014" y="1320356"/>
                  </a:lnTo>
                  <a:lnTo>
                    <a:pt x="3547725" y="1320969"/>
                  </a:lnTo>
                  <a:lnTo>
                    <a:pt x="3549436" y="1333945"/>
                  </a:lnTo>
                  <a:lnTo>
                    <a:pt x="3551148" y="1324292"/>
                  </a:lnTo>
                  <a:lnTo>
                    <a:pt x="3552859" y="1298381"/>
                  </a:lnTo>
                  <a:lnTo>
                    <a:pt x="3554571" y="1316087"/>
                  </a:lnTo>
                  <a:lnTo>
                    <a:pt x="3556282" y="1264401"/>
                  </a:lnTo>
                  <a:lnTo>
                    <a:pt x="3557993" y="1289523"/>
                  </a:lnTo>
                  <a:lnTo>
                    <a:pt x="3559705" y="1215193"/>
                  </a:lnTo>
                  <a:lnTo>
                    <a:pt x="3561416" y="1222218"/>
                  </a:lnTo>
                  <a:lnTo>
                    <a:pt x="3563128" y="1282149"/>
                  </a:lnTo>
                  <a:lnTo>
                    <a:pt x="3564839" y="1260521"/>
                  </a:lnTo>
                  <a:lnTo>
                    <a:pt x="3566550" y="1249454"/>
                  </a:lnTo>
                  <a:lnTo>
                    <a:pt x="3568262" y="1201561"/>
                  </a:lnTo>
                  <a:lnTo>
                    <a:pt x="3569973" y="1186112"/>
                  </a:lnTo>
                  <a:lnTo>
                    <a:pt x="3571685" y="1249801"/>
                  </a:lnTo>
                  <a:lnTo>
                    <a:pt x="3573396" y="1277862"/>
                  </a:lnTo>
                  <a:lnTo>
                    <a:pt x="3575107" y="1277713"/>
                  </a:lnTo>
                  <a:lnTo>
                    <a:pt x="3576819" y="1278482"/>
                  </a:lnTo>
                  <a:lnTo>
                    <a:pt x="3578530" y="1261226"/>
                  </a:lnTo>
                  <a:lnTo>
                    <a:pt x="3580242" y="1254145"/>
                  </a:lnTo>
                  <a:lnTo>
                    <a:pt x="3581953" y="1293843"/>
                  </a:lnTo>
                  <a:lnTo>
                    <a:pt x="3583664" y="1260250"/>
                  </a:lnTo>
                  <a:lnTo>
                    <a:pt x="3585376" y="1253211"/>
                  </a:lnTo>
                  <a:lnTo>
                    <a:pt x="3587087" y="1241770"/>
                  </a:lnTo>
                  <a:lnTo>
                    <a:pt x="3588798" y="1231380"/>
                  </a:lnTo>
                  <a:lnTo>
                    <a:pt x="3590510" y="1228440"/>
                  </a:lnTo>
                  <a:lnTo>
                    <a:pt x="3592221" y="1181635"/>
                  </a:lnTo>
                  <a:lnTo>
                    <a:pt x="3593933" y="1094182"/>
                  </a:lnTo>
                  <a:lnTo>
                    <a:pt x="3595644" y="1069933"/>
                  </a:lnTo>
                  <a:lnTo>
                    <a:pt x="3597355" y="1156837"/>
                  </a:lnTo>
                  <a:lnTo>
                    <a:pt x="3599067" y="1164820"/>
                  </a:lnTo>
                  <a:lnTo>
                    <a:pt x="3600778" y="1147090"/>
                  </a:lnTo>
                  <a:lnTo>
                    <a:pt x="3602490" y="1091991"/>
                  </a:lnTo>
                  <a:lnTo>
                    <a:pt x="3604201" y="1051355"/>
                  </a:lnTo>
                  <a:lnTo>
                    <a:pt x="3605912" y="1033250"/>
                  </a:lnTo>
                  <a:lnTo>
                    <a:pt x="3607624" y="984537"/>
                  </a:lnTo>
                  <a:lnTo>
                    <a:pt x="3609335" y="998155"/>
                  </a:lnTo>
                  <a:lnTo>
                    <a:pt x="3611047" y="1119829"/>
                  </a:lnTo>
                  <a:lnTo>
                    <a:pt x="3612758" y="1174145"/>
                  </a:lnTo>
                  <a:lnTo>
                    <a:pt x="3614469" y="1167885"/>
                  </a:lnTo>
                  <a:lnTo>
                    <a:pt x="3616181" y="1121662"/>
                  </a:lnTo>
                  <a:lnTo>
                    <a:pt x="3617892" y="1174705"/>
                  </a:lnTo>
                  <a:lnTo>
                    <a:pt x="3619604" y="1188285"/>
                  </a:lnTo>
                  <a:lnTo>
                    <a:pt x="3621315" y="1130838"/>
                  </a:lnTo>
                  <a:lnTo>
                    <a:pt x="3623026" y="1072480"/>
                  </a:lnTo>
                  <a:lnTo>
                    <a:pt x="3624738" y="1049225"/>
                  </a:lnTo>
                  <a:lnTo>
                    <a:pt x="3626449" y="1070053"/>
                  </a:lnTo>
                  <a:lnTo>
                    <a:pt x="3628161" y="1101725"/>
                  </a:lnTo>
                  <a:lnTo>
                    <a:pt x="3629872" y="1161519"/>
                  </a:lnTo>
                  <a:lnTo>
                    <a:pt x="3631583" y="1113327"/>
                  </a:lnTo>
                  <a:lnTo>
                    <a:pt x="3633295" y="1233786"/>
                  </a:lnTo>
                  <a:lnTo>
                    <a:pt x="3635006" y="1217565"/>
                  </a:lnTo>
                  <a:lnTo>
                    <a:pt x="3636718" y="1181921"/>
                  </a:lnTo>
                  <a:lnTo>
                    <a:pt x="3638429" y="1228976"/>
                  </a:lnTo>
                  <a:lnTo>
                    <a:pt x="3640140" y="1278728"/>
                  </a:lnTo>
                  <a:lnTo>
                    <a:pt x="3641852" y="1358974"/>
                  </a:lnTo>
                  <a:lnTo>
                    <a:pt x="3643563" y="1336160"/>
                  </a:lnTo>
                  <a:lnTo>
                    <a:pt x="3645275" y="1367833"/>
                  </a:lnTo>
                  <a:lnTo>
                    <a:pt x="3646986" y="1355868"/>
                  </a:lnTo>
                  <a:lnTo>
                    <a:pt x="3648697" y="1379723"/>
                  </a:lnTo>
                  <a:lnTo>
                    <a:pt x="3650409" y="1414979"/>
                  </a:lnTo>
                  <a:lnTo>
                    <a:pt x="3652120" y="1386789"/>
                  </a:lnTo>
                  <a:lnTo>
                    <a:pt x="3653832" y="1409171"/>
                  </a:lnTo>
                  <a:lnTo>
                    <a:pt x="3655543" y="1418320"/>
                  </a:lnTo>
                  <a:lnTo>
                    <a:pt x="3657254" y="1409397"/>
                  </a:lnTo>
                  <a:lnTo>
                    <a:pt x="3658966" y="1409995"/>
                  </a:lnTo>
                  <a:lnTo>
                    <a:pt x="3660677" y="1373797"/>
                  </a:lnTo>
                  <a:lnTo>
                    <a:pt x="3662389" y="1382937"/>
                  </a:lnTo>
                  <a:lnTo>
                    <a:pt x="3664100" y="1378915"/>
                  </a:lnTo>
                  <a:lnTo>
                    <a:pt x="3665811" y="1375684"/>
                  </a:lnTo>
                  <a:lnTo>
                    <a:pt x="3667523" y="1362379"/>
                  </a:lnTo>
                  <a:lnTo>
                    <a:pt x="3669234" y="1345892"/>
                  </a:lnTo>
                  <a:lnTo>
                    <a:pt x="3670946" y="1307952"/>
                  </a:lnTo>
                  <a:lnTo>
                    <a:pt x="3672657" y="1260335"/>
                  </a:lnTo>
                  <a:lnTo>
                    <a:pt x="3674368" y="1230716"/>
                  </a:lnTo>
                  <a:lnTo>
                    <a:pt x="3676080" y="1195370"/>
                  </a:lnTo>
                  <a:lnTo>
                    <a:pt x="3677791" y="1157591"/>
                  </a:lnTo>
                  <a:lnTo>
                    <a:pt x="3679503" y="1219110"/>
                  </a:lnTo>
                  <a:lnTo>
                    <a:pt x="3681214" y="1275393"/>
                  </a:lnTo>
                  <a:lnTo>
                    <a:pt x="3682925" y="1290994"/>
                  </a:lnTo>
                  <a:lnTo>
                    <a:pt x="3684637" y="1304160"/>
                  </a:lnTo>
                  <a:lnTo>
                    <a:pt x="3686348" y="1302343"/>
                  </a:lnTo>
                  <a:lnTo>
                    <a:pt x="3688060" y="1315477"/>
                  </a:lnTo>
                  <a:lnTo>
                    <a:pt x="3689771" y="1316901"/>
                  </a:lnTo>
                  <a:lnTo>
                    <a:pt x="3691482" y="1330493"/>
                  </a:lnTo>
                  <a:lnTo>
                    <a:pt x="3693194" y="1206733"/>
                  </a:lnTo>
                  <a:lnTo>
                    <a:pt x="3694905" y="1199611"/>
                  </a:lnTo>
                  <a:lnTo>
                    <a:pt x="3696616" y="1202359"/>
                  </a:lnTo>
                  <a:lnTo>
                    <a:pt x="3698328" y="1197571"/>
                  </a:lnTo>
                  <a:lnTo>
                    <a:pt x="3700039" y="1138141"/>
                  </a:lnTo>
                  <a:lnTo>
                    <a:pt x="3701751" y="992910"/>
                  </a:lnTo>
                  <a:lnTo>
                    <a:pt x="3703462" y="1015202"/>
                  </a:lnTo>
                  <a:lnTo>
                    <a:pt x="3705173" y="1066035"/>
                  </a:lnTo>
                  <a:lnTo>
                    <a:pt x="3706885" y="1039624"/>
                  </a:lnTo>
                  <a:lnTo>
                    <a:pt x="3708596" y="1119874"/>
                  </a:lnTo>
                  <a:lnTo>
                    <a:pt x="3710308" y="1181162"/>
                  </a:lnTo>
                  <a:lnTo>
                    <a:pt x="3712019" y="1223044"/>
                  </a:lnTo>
                  <a:lnTo>
                    <a:pt x="3713730" y="1308710"/>
                  </a:lnTo>
                  <a:lnTo>
                    <a:pt x="3715442" y="1272277"/>
                  </a:lnTo>
                  <a:lnTo>
                    <a:pt x="3717153" y="1282145"/>
                  </a:lnTo>
                  <a:lnTo>
                    <a:pt x="3718865" y="1265696"/>
                  </a:lnTo>
                  <a:lnTo>
                    <a:pt x="3720576" y="1293433"/>
                  </a:lnTo>
                  <a:lnTo>
                    <a:pt x="3722287" y="1369186"/>
                  </a:lnTo>
                  <a:lnTo>
                    <a:pt x="3723999" y="1313725"/>
                  </a:lnTo>
                  <a:lnTo>
                    <a:pt x="3725710" y="1324819"/>
                  </a:lnTo>
                  <a:lnTo>
                    <a:pt x="3727422" y="1323012"/>
                  </a:lnTo>
                  <a:lnTo>
                    <a:pt x="3729133" y="1259598"/>
                  </a:lnTo>
                  <a:lnTo>
                    <a:pt x="3730844" y="1246137"/>
                  </a:lnTo>
                  <a:lnTo>
                    <a:pt x="3732556" y="1245200"/>
                  </a:lnTo>
                  <a:lnTo>
                    <a:pt x="3734267" y="1252291"/>
                  </a:lnTo>
                  <a:lnTo>
                    <a:pt x="3735979" y="1294768"/>
                  </a:lnTo>
                  <a:lnTo>
                    <a:pt x="3737690" y="1284718"/>
                  </a:lnTo>
                  <a:lnTo>
                    <a:pt x="3739401" y="1269045"/>
                  </a:lnTo>
                  <a:lnTo>
                    <a:pt x="3741113" y="1284063"/>
                  </a:lnTo>
                  <a:lnTo>
                    <a:pt x="3742824" y="1268653"/>
                  </a:lnTo>
                  <a:lnTo>
                    <a:pt x="3744536" y="1269498"/>
                  </a:lnTo>
                  <a:lnTo>
                    <a:pt x="3746247" y="1221843"/>
                  </a:lnTo>
                  <a:lnTo>
                    <a:pt x="3747958" y="1204901"/>
                  </a:lnTo>
                  <a:lnTo>
                    <a:pt x="3749670" y="1290070"/>
                  </a:lnTo>
                  <a:lnTo>
                    <a:pt x="3751381" y="1313298"/>
                  </a:lnTo>
                  <a:lnTo>
                    <a:pt x="3753093" y="1295588"/>
                  </a:lnTo>
                  <a:lnTo>
                    <a:pt x="3754804" y="1313374"/>
                  </a:lnTo>
                  <a:lnTo>
                    <a:pt x="3756515" y="1328314"/>
                  </a:lnTo>
                  <a:lnTo>
                    <a:pt x="3758227" y="1360265"/>
                  </a:lnTo>
                  <a:lnTo>
                    <a:pt x="3759938" y="1324192"/>
                  </a:lnTo>
                  <a:lnTo>
                    <a:pt x="3761650" y="1276457"/>
                  </a:lnTo>
                  <a:lnTo>
                    <a:pt x="3763361" y="1318442"/>
                  </a:lnTo>
                  <a:lnTo>
                    <a:pt x="3765072" y="1364414"/>
                  </a:lnTo>
                  <a:lnTo>
                    <a:pt x="3766784" y="1346980"/>
                  </a:lnTo>
                  <a:lnTo>
                    <a:pt x="3768495" y="1336705"/>
                  </a:lnTo>
                  <a:lnTo>
                    <a:pt x="3770207" y="1323758"/>
                  </a:lnTo>
                  <a:lnTo>
                    <a:pt x="3771918" y="1295808"/>
                  </a:lnTo>
                  <a:lnTo>
                    <a:pt x="3773629" y="1293412"/>
                  </a:lnTo>
                  <a:lnTo>
                    <a:pt x="3775341" y="1248418"/>
                  </a:lnTo>
                  <a:lnTo>
                    <a:pt x="3777052" y="1217179"/>
                  </a:lnTo>
                  <a:lnTo>
                    <a:pt x="3778764" y="1110391"/>
                  </a:lnTo>
                  <a:lnTo>
                    <a:pt x="3780475" y="1072871"/>
                  </a:lnTo>
                  <a:lnTo>
                    <a:pt x="3782186" y="1087676"/>
                  </a:lnTo>
                  <a:lnTo>
                    <a:pt x="3783898" y="1166569"/>
                  </a:lnTo>
                  <a:lnTo>
                    <a:pt x="3785609" y="1147928"/>
                  </a:lnTo>
                  <a:lnTo>
                    <a:pt x="3787321" y="1081609"/>
                  </a:lnTo>
                  <a:lnTo>
                    <a:pt x="3789032" y="1121619"/>
                  </a:lnTo>
                  <a:lnTo>
                    <a:pt x="3790743" y="1175720"/>
                  </a:lnTo>
                  <a:lnTo>
                    <a:pt x="3792455" y="1217582"/>
                  </a:lnTo>
                  <a:lnTo>
                    <a:pt x="3794166" y="1204151"/>
                  </a:lnTo>
                  <a:lnTo>
                    <a:pt x="3795877" y="1217449"/>
                  </a:lnTo>
                  <a:lnTo>
                    <a:pt x="3797589" y="1245800"/>
                  </a:lnTo>
                  <a:lnTo>
                    <a:pt x="3799300" y="1269084"/>
                  </a:lnTo>
                  <a:lnTo>
                    <a:pt x="3801012" y="1260165"/>
                  </a:lnTo>
                  <a:lnTo>
                    <a:pt x="3802723" y="1258671"/>
                  </a:lnTo>
                  <a:lnTo>
                    <a:pt x="3804434" y="1265445"/>
                  </a:lnTo>
                  <a:lnTo>
                    <a:pt x="3806146" y="1291393"/>
                  </a:lnTo>
                  <a:lnTo>
                    <a:pt x="3807857" y="1283267"/>
                  </a:lnTo>
                  <a:lnTo>
                    <a:pt x="3809569" y="1253454"/>
                  </a:lnTo>
                  <a:lnTo>
                    <a:pt x="3811280" y="1246221"/>
                  </a:lnTo>
                  <a:lnTo>
                    <a:pt x="3812991" y="1238970"/>
                  </a:lnTo>
                  <a:lnTo>
                    <a:pt x="3814703" y="1250487"/>
                  </a:lnTo>
                  <a:lnTo>
                    <a:pt x="3816414" y="1149454"/>
                  </a:lnTo>
                  <a:lnTo>
                    <a:pt x="3818126" y="1055625"/>
                  </a:lnTo>
                  <a:lnTo>
                    <a:pt x="3819837" y="1102542"/>
                  </a:lnTo>
                  <a:lnTo>
                    <a:pt x="3821548" y="1122481"/>
                  </a:lnTo>
                  <a:lnTo>
                    <a:pt x="3823260" y="1080187"/>
                  </a:lnTo>
                  <a:lnTo>
                    <a:pt x="3824971" y="1043208"/>
                  </a:lnTo>
                  <a:lnTo>
                    <a:pt x="3826683" y="1067001"/>
                  </a:lnTo>
                  <a:lnTo>
                    <a:pt x="3828394" y="1059248"/>
                  </a:lnTo>
                  <a:lnTo>
                    <a:pt x="3830105" y="1189706"/>
                  </a:lnTo>
                  <a:lnTo>
                    <a:pt x="3831817" y="1164491"/>
                  </a:lnTo>
                  <a:lnTo>
                    <a:pt x="3833528" y="1152095"/>
                  </a:lnTo>
                  <a:lnTo>
                    <a:pt x="3835240" y="1230001"/>
                  </a:lnTo>
                  <a:lnTo>
                    <a:pt x="3836951" y="1287664"/>
                  </a:lnTo>
                  <a:lnTo>
                    <a:pt x="3838662" y="1342515"/>
                  </a:lnTo>
                  <a:lnTo>
                    <a:pt x="3840374" y="1347971"/>
                  </a:lnTo>
                  <a:lnTo>
                    <a:pt x="3842085" y="1352932"/>
                  </a:lnTo>
                  <a:lnTo>
                    <a:pt x="3843797" y="1369712"/>
                  </a:lnTo>
                  <a:lnTo>
                    <a:pt x="3845508" y="1337523"/>
                  </a:lnTo>
                  <a:lnTo>
                    <a:pt x="3847219" y="1315581"/>
                  </a:lnTo>
                  <a:lnTo>
                    <a:pt x="3848931" y="1258031"/>
                  </a:lnTo>
                  <a:lnTo>
                    <a:pt x="3850642" y="1198108"/>
                  </a:lnTo>
                  <a:lnTo>
                    <a:pt x="3852354" y="1261682"/>
                  </a:lnTo>
                  <a:lnTo>
                    <a:pt x="3854065" y="1269054"/>
                  </a:lnTo>
                  <a:lnTo>
                    <a:pt x="3855776" y="1270410"/>
                  </a:lnTo>
                  <a:lnTo>
                    <a:pt x="3857488" y="1304476"/>
                  </a:lnTo>
                  <a:lnTo>
                    <a:pt x="3859199" y="1340921"/>
                  </a:lnTo>
                  <a:lnTo>
                    <a:pt x="3860911" y="1347784"/>
                  </a:lnTo>
                  <a:lnTo>
                    <a:pt x="3862622" y="1314109"/>
                  </a:lnTo>
                  <a:lnTo>
                    <a:pt x="3864333" y="1252198"/>
                  </a:lnTo>
                  <a:lnTo>
                    <a:pt x="3866045" y="1209622"/>
                  </a:lnTo>
                  <a:lnTo>
                    <a:pt x="3867756" y="1240017"/>
                  </a:lnTo>
                  <a:lnTo>
                    <a:pt x="3869468" y="1203339"/>
                  </a:lnTo>
                  <a:lnTo>
                    <a:pt x="3871179" y="1229945"/>
                  </a:lnTo>
                  <a:lnTo>
                    <a:pt x="3872890" y="1129009"/>
                  </a:lnTo>
                  <a:lnTo>
                    <a:pt x="3874602" y="1132264"/>
                  </a:lnTo>
                  <a:lnTo>
                    <a:pt x="3876313" y="1095868"/>
                  </a:lnTo>
                  <a:lnTo>
                    <a:pt x="3878025" y="1076023"/>
                  </a:lnTo>
                  <a:lnTo>
                    <a:pt x="3879736" y="1102833"/>
                  </a:lnTo>
                  <a:lnTo>
                    <a:pt x="3881447" y="1190712"/>
                  </a:lnTo>
                  <a:lnTo>
                    <a:pt x="3883159" y="1240617"/>
                  </a:lnTo>
                  <a:lnTo>
                    <a:pt x="3884870" y="1290757"/>
                  </a:lnTo>
                  <a:lnTo>
                    <a:pt x="3886582" y="1332768"/>
                  </a:lnTo>
                  <a:lnTo>
                    <a:pt x="3888293" y="1344580"/>
                  </a:lnTo>
                  <a:lnTo>
                    <a:pt x="3890004" y="1347599"/>
                  </a:lnTo>
                  <a:lnTo>
                    <a:pt x="3891716" y="1353652"/>
                  </a:lnTo>
                  <a:lnTo>
                    <a:pt x="3893427" y="1373784"/>
                  </a:lnTo>
                  <a:lnTo>
                    <a:pt x="3895139" y="1401574"/>
                  </a:lnTo>
                  <a:lnTo>
                    <a:pt x="3896850" y="1393333"/>
                  </a:lnTo>
                  <a:lnTo>
                    <a:pt x="3898561" y="1374743"/>
                  </a:lnTo>
                  <a:lnTo>
                    <a:pt x="3900273" y="1377900"/>
                  </a:lnTo>
                  <a:lnTo>
                    <a:pt x="3901984" y="1399439"/>
                  </a:lnTo>
                  <a:lnTo>
                    <a:pt x="3903695" y="1390156"/>
                  </a:lnTo>
                  <a:lnTo>
                    <a:pt x="3905407" y="1385858"/>
                  </a:lnTo>
                  <a:lnTo>
                    <a:pt x="3907118" y="1385912"/>
                  </a:lnTo>
                  <a:lnTo>
                    <a:pt x="3908830" y="1365227"/>
                  </a:lnTo>
                  <a:lnTo>
                    <a:pt x="3910541" y="1382378"/>
                  </a:lnTo>
                  <a:lnTo>
                    <a:pt x="3912252" y="1364906"/>
                  </a:lnTo>
                  <a:lnTo>
                    <a:pt x="3913964" y="1373153"/>
                  </a:lnTo>
                  <a:lnTo>
                    <a:pt x="3915675" y="1338201"/>
                  </a:lnTo>
                  <a:lnTo>
                    <a:pt x="3917387" y="1333494"/>
                  </a:lnTo>
                  <a:lnTo>
                    <a:pt x="3919098" y="1352554"/>
                  </a:lnTo>
                  <a:lnTo>
                    <a:pt x="3920809" y="1326104"/>
                  </a:lnTo>
                  <a:lnTo>
                    <a:pt x="3922521" y="1227481"/>
                  </a:lnTo>
                  <a:lnTo>
                    <a:pt x="3924232" y="1194095"/>
                  </a:lnTo>
                  <a:lnTo>
                    <a:pt x="3925944" y="1183575"/>
                  </a:lnTo>
                  <a:lnTo>
                    <a:pt x="3927655" y="1224838"/>
                  </a:lnTo>
                  <a:lnTo>
                    <a:pt x="3929366" y="1200498"/>
                  </a:lnTo>
                  <a:lnTo>
                    <a:pt x="3931078" y="1302460"/>
                  </a:lnTo>
                  <a:lnTo>
                    <a:pt x="3932789" y="1309864"/>
                  </a:lnTo>
                  <a:lnTo>
                    <a:pt x="3934501" y="1336705"/>
                  </a:lnTo>
                  <a:lnTo>
                    <a:pt x="3936212" y="1328637"/>
                  </a:lnTo>
                  <a:lnTo>
                    <a:pt x="3937923" y="1337270"/>
                  </a:lnTo>
                  <a:lnTo>
                    <a:pt x="3939635" y="1352642"/>
                  </a:lnTo>
                  <a:lnTo>
                    <a:pt x="3941346" y="1360088"/>
                  </a:lnTo>
                  <a:lnTo>
                    <a:pt x="3943058" y="1295192"/>
                  </a:lnTo>
                  <a:lnTo>
                    <a:pt x="3944769" y="1231392"/>
                  </a:lnTo>
                  <a:lnTo>
                    <a:pt x="3946480" y="1292874"/>
                  </a:lnTo>
                  <a:lnTo>
                    <a:pt x="3948192" y="1259793"/>
                  </a:lnTo>
                  <a:lnTo>
                    <a:pt x="3949903" y="1227928"/>
                  </a:lnTo>
                  <a:lnTo>
                    <a:pt x="3951615" y="1219005"/>
                  </a:lnTo>
                  <a:lnTo>
                    <a:pt x="3953326" y="1276066"/>
                  </a:lnTo>
                  <a:lnTo>
                    <a:pt x="3955037" y="1266698"/>
                  </a:lnTo>
                  <a:lnTo>
                    <a:pt x="3956749" y="1252602"/>
                  </a:lnTo>
                  <a:lnTo>
                    <a:pt x="3958460" y="1266261"/>
                  </a:lnTo>
                  <a:lnTo>
                    <a:pt x="3960172" y="1221783"/>
                  </a:lnTo>
                  <a:lnTo>
                    <a:pt x="3961883" y="1203317"/>
                  </a:lnTo>
                  <a:lnTo>
                    <a:pt x="3963594" y="1288155"/>
                  </a:lnTo>
                  <a:lnTo>
                    <a:pt x="3965306" y="1297940"/>
                  </a:lnTo>
                  <a:lnTo>
                    <a:pt x="3967017" y="1324011"/>
                  </a:lnTo>
                  <a:lnTo>
                    <a:pt x="3968729" y="1315477"/>
                  </a:lnTo>
                  <a:lnTo>
                    <a:pt x="3970440" y="1291525"/>
                  </a:lnTo>
                  <a:lnTo>
                    <a:pt x="3972151" y="1279634"/>
                  </a:lnTo>
                  <a:lnTo>
                    <a:pt x="3973863" y="1245182"/>
                  </a:lnTo>
                  <a:lnTo>
                    <a:pt x="3975574" y="1220072"/>
                  </a:lnTo>
                  <a:lnTo>
                    <a:pt x="3977286" y="1174498"/>
                  </a:lnTo>
                  <a:lnTo>
                    <a:pt x="3978997" y="1101389"/>
                  </a:lnTo>
                  <a:lnTo>
                    <a:pt x="3980708" y="983789"/>
                  </a:lnTo>
                  <a:lnTo>
                    <a:pt x="3982420" y="982820"/>
                  </a:lnTo>
                  <a:lnTo>
                    <a:pt x="3984131" y="912075"/>
                  </a:lnTo>
                  <a:lnTo>
                    <a:pt x="3985843" y="916522"/>
                  </a:lnTo>
                  <a:lnTo>
                    <a:pt x="3987554" y="875429"/>
                  </a:lnTo>
                  <a:lnTo>
                    <a:pt x="3989265" y="979915"/>
                  </a:lnTo>
                  <a:lnTo>
                    <a:pt x="3990977" y="1023046"/>
                  </a:lnTo>
                  <a:lnTo>
                    <a:pt x="3992688" y="1134198"/>
                  </a:lnTo>
                  <a:lnTo>
                    <a:pt x="3994400" y="1230612"/>
                  </a:lnTo>
                  <a:lnTo>
                    <a:pt x="3996111" y="1167238"/>
                  </a:lnTo>
                  <a:lnTo>
                    <a:pt x="3997822" y="1150465"/>
                  </a:lnTo>
                  <a:lnTo>
                    <a:pt x="3999534" y="1109125"/>
                  </a:lnTo>
                  <a:lnTo>
                    <a:pt x="4001245" y="1074849"/>
                  </a:lnTo>
                  <a:lnTo>
                    <a:pt x="4002957" y="1086856"/>
                  </a:lnTo>
                  <a:lnTo>
                    <a:pt x="4004668" y="1110886"/>
                  </a:lnTo>
                  <a:lnTo>
                    <a:pt x="4006379" y="1198767"/>
                  </a:lnTo>
                  <a:lnTo>
                    <a:pt x="4008091" y="1251686"/>
                  </a:lnTo>
                  <a:lnTo>
                    <a:pt x="4009802" y="1285908"/>
                  </a:lnTo>
                  <a:lnTo>
                    <a:pt x="4011513" y="1295241"/>
                  </a:lnTo>
                  <a:lnTo>
                    <a:pt x="4013225" y="1311398"/>
                  </a:lnTo>
                  <a:lnTo>
                    <a:pt x="4014936" y="1359983"/>
                  </a:lnTo>
                  <a:lnTo>
                    <a:pt x="4016648" y="1353431"/>
                  </a:lnTo>
                  <a:lnTo>
                    <a:pt x="4018359" y="1364762"/>
                  </a:lnTo>
                  <a:lnTo>
                    <a:pt x="4020070" y="1367978"/>
                  </a:lnTo>
                  <a:lnTo>
                    <a:pt x="4021782" y="1345847"/>
                  </a:lnTo>
                  <a:lnTo>
                    <a:pt x="4023493" y="1342725"/>
                  </a:lnTo>
                  <a:lnTo>
                    <a:pt x="4025205" y="1344910"/>
                  </a:lnTo>
                  <a:lnTo>
                    <a:pt x="4026916" y="1336225"/>
                  </a:lnTo>
                  <a:lnTo>
                    <a:pt x="4028627" y="1308359"/>
                  </a:lnTo>
                  <a:lnTo>
                    <a:pt x="4030339" y="1252347"/>
                  </a:lnTo>
                  <a:lnTo>
                    <a:pt x="4032050" y="1287936"/>
                  </a:lnTo>
                  <a:lnTo>
                    <a:pt x="4033762" y="1291228"/>
                  </a:lnTo>
                  <a:lnTo>
                    <a:pt x="4035473" y="1285408"/>
                  </a:lnTo>
                  <a:lnTo>
                    <a:pt x="4037184" y="1286445"/>
                  </a:lnTo>
                  <a:lnTo>
                    <a:pt x="4038896" y="1284815"/>
                  </a:lnTo>
                  <a:lnTo>
                    <a:pt x="4040607" y="1298273"/>
                  </a:lnTo>
                  <a:lnTo>
                    <a:pt x="4042319" y="1268593"/>
                  </a:lnTo>
                  <a:lnTo>
                    <a:pt x="4044030" y="1305745"/>
                  </a:lnTo>
                  <a:lnTo>
                    <a:pt x="4045741" y="1307774"/>
                  </a:lnTo>
                  <a:lnTo>
                    <a:pt x="4047453" y="1330766"/>
                  </a:lnTo>
                  <a:lnTo>
                    <a:pt x="4049164" y="1342185"/>
                  </a:lnTo>
                  <a:lnTo>
                    <a:pt x="4050876" y="1342354"/>
                  </a:lnTo>
                  <a:lnTo>
                    <a:pt x="4052587" y="1356670"/>
                  </a:lnTo>
                  <a:lnTo>
                    <a:pt x="4054298" y="1379335"/>
                  </a:lnTo>
                  <a:lnTo>
                    <a:pt x="4056010" y="1409939"/>
                  </a:lnTo>
                  <a:lnTo>
                    <a:pt x="4057721" y="1415108"/>
                  </a:lnTo>
                  <a:lnTo>
                    <a:pt x="4059433" y="1406072"/>
                  </a:lnTo>
                  <a:lnTo>
                    <a:pt x="4061144" y="1418243"/>
                  </a:lnTo>
                  <a:lnTo>
                    <a:pt x="4062855" y="1395529"/>
                  </a:lnTo>
                  <a:lnTo>
                    <a:pt x="4064567" y="1389759"/>
                  </a:lnTo>
                  <a:lnTo>
                    <a:pt x="4066278" y="1351063"/>
                  </a:lnTo>
                  <a:lnTo>
                    <a:pt x="4067990" y="1319571"/>
                  </a:lnTo>
                  <a:lnTo>
                    <a:pt x="4069701" y="1317213"/>
                  </a:lnTo>
                  <a:lnTo>
                    <a:pt x="4071412" y="1319720"/>
                  </a:lnTo>
                  <a:lnTo>
                    <a:pt x="4073124" y="1304011"/>
                  </a:lnTo>
                  <a:lnTo>
                    <a:pt x="4074835" y="1319157"/>
                  </a:lnTo>
                  <a:lnTo>
                    <a:pt x="4076547" y="1352526"/>
                  </a:lnTo>
                  <a:lnTo>
                    <a:pt x="4078258" y="1303936"/>
                  </a:lnTo>
                  <a:lnTo>
                    <a:pt x="4079969" y="1294180"/>
                  </a:lnTo>
                  <a:lnTo>
                    <a:pt x="4081681" y="1259642"/>
                  </a:lnTo>
                  <a:lnTo>
                    <a:pt x="4083392" y="1220487"/>
                  </a:lnTo>
                  <a:lnTo>
                    <a:pt x="4085104" y="1195622"/>
                  </a:lnTo>
                  <a:lnTo>
                    <a:pt x="4086815" y="1233263"/>
                  </a:lnTo>
                  <a:lnTo>
                    <a:pt x="4088526" y="1237763"/>
                  </a:lnTo>
                  <a:lnTo>
                    <a:pt x="4090238" y="1241056"/>
                  </a:lnTo>
                  <a:lnTo>
                    <a:pt x="4091949" y="1233474"/>
                  </a:lnTo>
                  <a:lnTo>
                    <a:pt x="4093661" y="1254144"/>
                  </a:lnTo>
                  <a:lnTo>
                    <a:pt x="4095372" y="1247977"/>
                  </a:lnTo>
                  <a:lnTo>
                    <a:pt x="4097083" y="1214465"/>
                  </a:lnTo>
                  <a:lnTo>
                    <a:pt x="4098795" y="1249839"/>
                  </a:lnTo>
                  <a:lnTo>
                    <a:pt x="4100506" y="1279546"/>
                  </a:lnTo>
                  <a:lnTo>
                    <a:pt x="4102218" y="1289506"/>
                  </a:lnTo>
                  <a:lnTo>
                    <a:pt x="4103929" y="1331964"/>
                  </a:lnTo>
                  <a:lnTo>
                    <a:pt x="4105640" y="1335944"/>
                  </a:lnTo>
                  <a:lnTo>
                    <a:pt x="4107352" y="1368259"/>
                  </a:lnTo>
                  <a:lnTo>
                    <a:pt x="4109063" y="1380873"/>
                  </a:lnTo>
                  <a:lnTo>
                    <a:pt x="4110775" y="1356542"/>
                  </a:lnTo>
                  <a:lnTo>
                    <a:pt x="4112486" y="1325436"/>
                  </a:lnTo>
                  <a:lnTo>
                    <a:pt x="4114197" y="1272814"/>
                  </a:lnTo>
                  <a:lnTo>
                    <a:pt x="4115909" y="1252274"/>
                  </a:lnTo>
                  <a:lnTo>
                    <a:pt x="4117620" y="1316527"/>
                  </a:lnTo>
                  <a:lnTo>
                    <a:pt x="4119331" y="1321138"/>
                  </a:lnTo>
                  <a:lnTo>
                    <a:pt x="4121043" y="1292068"/>
                  </a:lnTo>
                  <a:lnTo>
                    <a:pt x="4122754" y="1229077"/>
                  </a:lnTo>
                  <a:lnTo>
                    <a:pt x="4124466" y="1214531"/>
                  </a:lnTo>
                  <a:lnTo>
                    <a:pt x="4126177" y="1201439"/>
                  </a:lnTo>
                  <a:lnTo>
                    <a:pt x="4127888" y="1171534"/>
                  </a:lnTo>
                  <a:lnTo>
                    <a:pt x="4129600" y="1084696"/>
                  </a:lnTo>
                  <a:lnTo>
                    <a:pt x="4131311" y="1088062"/>
                  </a:lnTo>
                  <a:lnTo>
                    <a:pt x="4133023" y="1087356"/>
                  </a:lnTo>
                  <a:lnTo>
                    <a:pt x="4134734" y="1134937"/>
                  </a:lnTo>
                  <a:lnTo>
                    <a:pt x="4136445" y="1263477"/>
                  </a:lnTo>
                  <a:lnTo>
                    <a:pt x="4138157" y="1248489"/>
                  </a:lnTo>
                  <a:lnTo>
                    <a:pt x="4139868" y="1226780"/>
                  </a:lnTo>
                  <a:lnTo>
                    <a:pt x="4141580" y="1174464"/>
                  </a:lnTo>
                  <a:lnTo>
                    <a:pt x="4143291" y="1206474"/>
                  </a:lnTo>
                  <a:lnTo>
                    <a:pt x="4145002" y="1226509"/>
                  </a:lnTo>
                  <a:lnTo>
                    <a:pt x="4146714" y="1224480"/>
                  </a:lnTo>
                  <a:lnTo>
                    <a:pt x="4148425" y="1177077"/>
                  </a:lnTo>
                  <a:lnTo>
                    <a:pt x="4150137" y="1141178"/>
                  </a:lnTo>
                  <a:lnTo>
                    <a:pt x="4151848" y="1061899"/>
                  </a:lnTo>
                  <a:lnTo>
                    <a:pt x="4153559" y="1008334"/>
                  </a:lnTo>
                  <a:lnTo>
                    <a:pt x="4155271" y="991349"/>
                  </a:lnTo>
                  <a:lnTo>
                    <a:pt x="4156982" y="889497"/>
                  </a:lnTo>
                  <a:lnTo>
                    <a:pt x="4158694" y="847568"/>
                  </a:lnTo>
                  <a:lnTo>
                    <a:pt x="4160405" y="828676"/>
                  </a:lnTo>
                  <a:lnTo>
                    <a:pt x="4162116" y="852264"/>
                  </a:lnTo>
                  <a:lnTo>
                    <a:pt x="4163828" y="845825"/>
                  </a:lnTo>
                  <a:lnTo>
                    <a:pt x="4165539" y="864888"/>
                  </a:lnTo>
                  <a:lnTo>
                    <a:pt x="4167251" y="937674"/>
                  </a:lnTo>
                  <a:lnTo>
                    <a:pt x="4168962" y="961414"/>
                  </a:lnTo>
                  <a:lnTo>
                    <a:pt x="4170673" y="919822"/>
                  </a:lnTo>
                  <a:lnTo>
                    <a:pt x="4172385" y="876849"/>
                  </a:lnTo>
                  <a:lnTo>
                    <a:pt x="4174096" y="908474"/>
                  </a:lnTo>
                  <a:lnTo>
                    <a:pt x="4175808" y="944458"/>
                  </a:lnTo>
                  <a:lnTo>
                    <a:pt x="4177519" y="958313"/>
                  </a:lnTo>
                  <a:lnTo>
                    <a:pt x="4179230" y="1002729"/>
                  </a:lnTo>
                  <a:lnTo>
                    <a:pt x="4180942" y="1057751"/>
                  </a:lnTo>
                  <a:lnTo>
                    <a:pt x="4182653" y="1116751"/>
                  </a:lnTo>
                  <a:lnTo>
                    <a:pt x="4184365" y="1164123"/>
                  </a:lnTo>
                  <a:lnTo>
                    <a:pt x="4186076" y="1204494"/>
                  </a:lnTo>
                  <a:lnTo>
                    <a:pt x="4187787" y="1218968"/>
                  </a:lnTo>
                  <a:lnTo>
                    <a:pt x="4189499" y="1210535"/>
                  </a:lnTo>
                  <a:lnTo>
                    <a:pt x="4191210" y="1081067"/>
                  </a:lnTo>
                  <a:lnTo>
                    <a:pt x="4192922" y="1046241"/>
                  </a:lnTo>
                  <a:lnTo>
                    <a:pt x="4194633" y="1102683"/>
                  </a:lnTo>
                  <a:lnTo>
                    <a:pt x="4196344" y="1045143"/>
                  </a:lnTo>
                  <a:lnTo>
                    <a:pt x="4198056" y="1070281"/>
                  </a:lnTo>
                  <a:lnTo>
                    <a:pt x="4199767" y="1064919"/>
                  </a:lnTo>
                  <a:lnTo>
                    <a:pt x="4201479" y="1141078"/>
                  </a:lnTo>
                  <a:lnTo>
                    <a:pt x="4203190" y="1156936"/>
                  </a:lnTo>
                  <a:lnTo>
                    <a:pt x="4204901" y="1120960"/>
                  </a:lnTo>
                  <a:lnTo>
                    <a:pt x="4206613" y="1064751"/>
                  </a:lnTo>
                  <a:lnTo>
                    <a:pt x="4208324" y="1092135"/>
                  </a:lnTo>
                  <a:lnTo>
                    <a:pt x="4210036" y="1183747"/>
                  </a:lnTo>
                  <a:lnTo>
                    <a:pt x="4211747" y="1195291"/>
                  </a:lnTo>
                  <a:lnTo>
                    <a:pt x="4213458" y="1200448"/>
                  </a:lnTo>
                  <a:lnTo>
                    <a:pt x="4215170" y="1186209"/>
                  </a:lnTo>
                  <a:lnTo>
                    <a:pt x="4216881" y="1191880"/>
                  </a:lnTo>
                  <a:lnTo>
                    <a:pt x="4218592" y="1194561"/>
                  </a:lnTo>
                  <a:lnTo>
                    <a:pt x="4220304" y="1074396"/>
                  </a:lnTo>
                  <a:lnTo>
                    <a:pt x="4222015" y="1000044"/>
                  </a:lnTo>
                  <a:lnTo>
                    <a:pt x="4223727" y="1008779"/>
                  </a:lnTo>
                  <a:lnTo>
                    <a:pt x="4225438" y="1172006"/>
                  </a:lnTo>
                  <a:lnTo>
                    <a:pt x="4227149" y="1175807"/>
                  </a:lnTo>
                  <a:lnTo>
                    <a:pt x="4228861" y="1031471"/>
                  </a:lnTo>
                  <a:lnTo>
                    <a:pt x="4230572" y="1013834"/>
                  </a:lnTo>
                  <a:lnTo>
                    <a:pt x="4232284" y="1082912"/>
                  </a:lnTo>
                  <a:lnTo>
                    <a:pt x="4233995" y="1111871"/>
                  </a:lnTo>
                  <a:lnTo>
                    <a:pt x="4235706" y="1128006"/>
                  </a:lnTo>
                  <a:lnTo>
                    <a:pt x="4237418" y="1055966"/>
                  </a:lnTo>
                  <a:lnTo>
                    <a:pt x="4239129" y="995019"/>
                  </a:lnTo>
                  <a:lnTo>
                    <a:pt x="4240841" y="942363"/>
                  </a:lnTo>
                  <a:lnTo>
                    <a:pt x="4242552" y="919474"/>
                  </a:lnTo>
                  <a:lnTo>
                    <a:pt x="4244263" y="905942"/>
                  </a:lnTo>
                  <a:lnTo>
                    <a:pt x="4245975" y="857693"/>
                  </a:lnTo>
                  <a:lnTo>
                    <a:pt x="4247686" y="891299"/>
                  </a:lnTo>
                  <a:lnTo>
                    <a:pt x="4249398" y="868109"/>
                  </a:lnTo>
                  <a:lnTo>
                    <a:pt x="4251109" y="994187"/>
                  </a:lnTo>
                  <a:lnTo>
                    <a:pt x="4252820" y="998780"/>
                  </a:lnTo>
                  <a:lnTo>
                    <a:pt x="4254532" y="1086889"/>
                  </a:lnTo>
                  <a:lnTo>
                    <a:pt x="4256243" y="1012017"/>
                  </a:lnTo>
                  <a:lnTo>
                    <a:pt x="4257955" y="961016"/>
                  </a:lnTo>
                  <a:lnTo>
                    <a:pt x="4259666" y="952430"/>
                  </a:lnTo>
                  <a:lnTo>
                    <a:pt x="4261377" y="1010517"/>
                  </a:lnTo>
                  <a:lnTo>
                    <a:pt x="4263089" y="1036702"/>
                  </a:lnTo>
                  <a:lnTo>
                    <a:pt x="4264800" y="1092541"/>
                  </a:lnTo>
                  <a:lnTo>
                    <a:pt x="4266512" y="999803"/>
                  </a:lnTo>
                  <a:lnTo>
                    <a:pt x="4268223" y="910445"/>
                  </a:lnTo>
                  <a:lnTo>
                    <a:pt x="4269934" y="868164"/>
                  </a:lnTo>
                  <a:lnTo>
                    <a:pt x="4271646" y="880401"/>
                  </a:lnTo>
                  <a:lnTo>
                    <a:pt x="4273357" y="889411"/>
                  </a:lnTo>
                  <a:lnTo>
                    <a:pt x="4275069" y="919938"/>
                  </a:lnTo>
                  <a:lnTo>
                    <a:pt x="4276780" y="978221"/>
                  </a:lnTo>
                  <a:lnTo>
                    <a:pt x="4278491" y="984496"/>
                  </a:lnTo>
                  <a:lnTo>
                    <a:pt x="4280203" y="1114864"/>
                  </a:lnTo>
                  <a:lnTo>
                    <a:pt x="4281914" y="1114196"/>
                  </a:lnTo>
                  <a:lnTo>
                    <a:pt x="4283626" y="1073131"/>
                  </a:lnTo>
                  <a:lnTo>
                    <a:pt x="4285337" y="987152"/>
                  </a:lnTo>
                  <a:lnTo>
                    <a:pt x="4287048" y="978654"/>
                  </a:lnTo>
                  <a:lnTo>
                    <a:pt x="4288760" y="1053839"/>
                  </a:lnTo>
                  <a:lnTo>
                    <a:pt x="4290471" y="1113285"/>
                  </a:lnTo>
                  <a:lnTo>
                    <a:pt x="4292183" y="986178"/>
                  </a:lnTo>
                  <a:lnTo>
                    <a:pt x="4293894" y="1079380"/>
                  </a:lnTo>
                  <a:lnTo>
                    <a:pt x="4295605" y="1090477"/>
                  </a:lnTo>
                  <a:lnTo>
                    <a:pt x="4297317" y="1257357"/>
                  </a:lnTo>
                  <a:lnTo>
                    <a:pt x="4299028" y="1313315"/>
                  </a:lnTo>
                  <a:lnTo>
                    <a:pt x="4300740" y="1170714"/>
                  </a:lnTo>
                  <a:lnTo>
                    <a:pt x="4302451" y="1169999"/>
                  </a:lnTo>
                  <a:lnTo>
                    <a:pt x="4304162" y="1240137"/>
                  </a:lnTo>
                  <a:lnTo>
                    <a:pt x="4305874" y="1283763"/>
                  </a:lnTo>
                  <a:lnTo>
                    <a:pt x="4307585" y="1275158"/>
                  </a:lnTo>
                  <a:lnTo>
                    <a:pt x="4309297" y="1283670"/>
                  </a:lnTo>
                  <a:lnTo>
                    <a:pt x="4311008" y="1257259"/>
                  </a:lnTo>
                  <a:lnTo>
                    <a:pt x="4312719" y="1240772"/>
                  </a:lnTo>
                  <a:lnTo>
                    <a:pt x="4314431" y="1247341"/>
                  </a:lnTo>
                  <a:lnTo>
                    <a:pt x="4316142" y="1172747"/>
                  </a:lnTo>
                  <a:lnTo>
                    <a:pt x="4317854" y="1098779"/>
                  </a:lnTo>
                  <a:lnTo>
                    <a:pt x="4319565" y="1046486"/>
                  </a:lnTo>
                  <a:lnTo>
                    <a:pt x="4321276" y="1146284"/>
                  </a:lnTo>
                  <a:lnTo>
                    <a:pt x="4322988" y="1159295"/>
                  </a:lnTo>
                  <a:lnTo>
                    <a:pt x="4324699" y="1095505"/>
                  </a:lnTo>
                  <a:lnTo>
                    <a:pt x="4326410" y="982102"/>
                  </a:lnTo>
                  <a:lnTo>
                    <a:pt x="4328122" y="894774"/>
                  </a:lnTo>
                  <a:lnTo>
                    <a:pt x="4329833" y="891641"/>
                  </a:lnTo>
                  <a:lnTo>
                    <a:pt x="4331545" y="899177"/>
                  </a:lnTo>
                  <a:lnTo>
                    <a:pt x="4333256" y="878905"/>
                  </a:lnTo>
                  <a:lnTo>
                    <a:pt x="4334967" y="1006628"/>
                  </a:lnTo>
                  <a:lnTo>
                    <a:pt x="4336679" y="1030430"/>
                  </a:lnTo>
                  <a:lnTo>
                    <a:pt x="4338390" y="1022800"/>
                  </a:lnTo>
                  <a:lnTo>
                    <a:pt x="4340102" y="1001668"/>
                  </a:lnTo>
                  <a:lnTo>
                    <a:pt x="4341813" y="988429"/>
                  </a:lnTo>
                  <a:lnTo>
                    <a:pt x="4343524" y="956577"/>
                  </a:lnTo>
                  <a:lnTo>
                    <a:pt x="4345236" y="905423"/>
                  </a:lnTo>
                  <a:lnTo>
                    <a:pt x="4346947" y="891104"/>
                  </a:lnTo>
                  <a:lnTo>
                    <a:pt x="4348659" y="914068"/>
                  </a:lnTo>
                  <a:lnTo>
                    <a:pt x="4350370" y="934154"/>
                  </a:lnTo>
                  <a:lnTo>
                    <a:pt x="4352081" y="912590"/>
                  </a:lnTo>
                  <a:lnTo>
                    <a:pt x="4353793" y="1000518"/>
                  </a:lnTo>
                  <a:lnTo>
                    <a:pt x="4355504" y="989425"/>
                  </a:lnTo>
                  <a:lnTo>
                    <a:pt x="4357216" y="1052430"/>
                  </a:lnTo>
                  <a:lnTo>
                    <a:pt x="4358927" y="1136255"/>
                  </a:lnTo>
                  <a:lnTo>
                    <a:pt x="4360638" y="1051238"/>
                  </a:lnTo>
                  <a:lnTo>
                    <a:pt x="4362350" y="1031312"/>
                  </a:lnTo>
                  <a:lnTo>
                    <a:pt x="4364061" y="1048807"/>
                  </a:lnTo>
                  <a:lnTo>
                    <a:pt x="4365773" y="1163928"/>
                  </a:lnTo>
                  <a:lnTo>
                    <a:pt x="4367484" y="1223023"/>
                  </a:lnTo>
                  <a:lnTo>
                    <a:pt x="4369195" y="1109056"/>
                  </a:lnTo>
                  <a:lnTo>
                    <a:pt x="4370907" y="1066143"/>
                  </a:lnTo>
                  <a:lnTo>
                    <a:pt x="4372618" y="1153788"/>
                  </a:lnTo>
                  <a:lnTo>
                    <a:pt x="4374330" y="1199486"/>
                  </a:lnTo>
                  <a:lnTo>
                    <a:pt x="4376041" y="1201135"/>
                  </a:lnTo>
                  <a:lnTo>
                    <a:pt x="4377752" y="1132228"/>
                  </a:lnTo>
                  <a:lnTo>
                    <a:pt x="4379464" y="1101651"/>
                  </a:lnTo>
                  <a:lnTo>
                    <a:pt x="4381175" y="1132872"/>
                  </a:lnTo>
                  <a:lnTo>
                    <a:pt x="4382887" y="1265262"/>
                  </a:lnTo>
                  <a:lnTo>
                    <a:pt x="4384598" y="1268812"/>
                  </a:lnTo>
                  <a:lnTo>
                    <a:pt x="4386309" y="1267799"/>
                  </a:lnTo>
                  <a:lnTo>
                    <a:pt x="4388021" y="1266314"/>
                  </a:lnTo>
                  <a:lnTo>
                    <a:pt x="4389732" y="1273967"/>
                  </a:lnTo>
                  <a:lnTo>
                    <a:pt x="4391444" y="1236664"/>
                  </a:lnTo>
                  <a:lnTo>
                    <a:pt x="4393155" y="1208732"/>
                  </a:lnTo>
                  <a:lnTo>
                    <a:pt x="4394866" y="1072976"/>
                  </a:lnTo>
                  <a:lnTo>
                    <a:pt x="4396578" y="1050320"/>
                  </a:lnTo>
                  <a:lnTo>
                    <a:pt x="4398289" y="1076185"/>
                  </a:lnTo>
                  <a:lnTo>
                    <a:pt x="4400001" y="1044212"/>
                  </a:lnTo>
                  <a:lnTo>
                    <a:pt x="4401712" y="977701"/>
                  </a:lnTo>
                  <a:lnTo>
                    <a:pt x="4403423" y="895112"/>
                  </a:lnTo>
                  <a:lnTo>
                    <a:pt x="4405135" y="948075"/>
                  </a:lnTo>
                  <a:lnTo>
                    <a:pt x="4406846" y="937923"/>
                  </a:lnTo>
                  <a:lnTo>
                    <a:pt x="4408558" y="1003322"/>
                  </a:lnTo>
                  <a:lnTo>
                    <a:pt x="4410269" y="1069292"/>
                  </a:lnTo>
                  <a:lnTo>
                    <a:pt x="4411980" y="990630"/>
                  </a:lnTo>
                  <a:lnTo>
                    <a:pt x="4413692" y="955242"/>
                  </a:lnTo>
                  <a:lnTo>
                    <a:pt x="4415403" y="956243"/>
                  </a:lnTo>
                  <a:lnTo>
                    <a:pt x="4417115" y="954942"/>
                  </a:lnTo>
                  <a:lnTo>
                    <a:pt x="4418826" y="943774"/>
                  </a:lnTo>
                  <a:lnTo>
                    <a:pt x="4420537" y="950245"/>
                  </a:lnTo>
                  <a:lnTo>
                    <a:pt x="4422249" y="994417"/>
                  </a:lnTo>
                  <a:lnTo>
                    <a:pt x="4423960" y="1063320"/>
                  </a:lnTo>
                  <a:lnTo>
                    <a:pt x="4425672" y="1197473"/>
                  </a:lnTo>
                  <a:lnTo>
                    <a:pt x="4427383" y="1209022"/>
                  </a:lnTo>
                  <a:lnTo>
                    <a:pt x="4429094" y="1196857"/>
                  </a:lnTo>
                  <a:lnTo>
                    <a:pt x="4430806" y="1181068"/>
                  </a:lnTo>
                  <a:lnTo>
                    <a:pt x="4432517" y="1131594"/>
                  </a:lnTo>
                  <a:lnTo>
                    <a:pt x="4434228" y="1112877"/>
                  </a:lnTo>
                  <a:lnTo>
                    <a:pt x="4435940" y="1043239"/>
                  </a:lnTo>
                  <a:lnTo>
                    <a:pt x="4437651" y="1008749"/>
                  </a:lnTo>
                  <a:lnTo>
                    <a:pt x="4439363" y="1031991"/>
                  </a:lnTo>
                  <a:lnTo>
                    <a:pt x="4441074" y="1101740"/>
                  </a:lnTo>
                  <a:lnTo>
                    <a:pt x="4442785" y="1109331"/>
                  </a:lnTo>
                  <a:lnTo>
                    <a:pt x="4444497" y="1091793"/>
                  </a:lnTo>
                  <a:lnTo>
                    <a:pt x="4446208" y="1005271"/>
                  </a:lnTo>
                  <a:lnTo>
                    <a:pt x="4447920" y="983645"/>
                  </a:lnTo>
                  <a:lnTo>
                    <a:pt x="4449631" y="929922"/>
                  </a:lnTo>
                  <a:lnTo>
                    <a:pt x="4451342" y="958053"/>
                  </a:lnTo>
                  <a:lnTo>
                    <a:pt x="4453054" y="1031376"/>
                  </a:lnTo>
                  <a:lnTo>
                    <a:pt x="4454765" y="1067123"/>
                  </a:lnTo>
                  <a:lnTo>
                    <a:pt x="4456477" y="1131592"/>
                  </a:lnTo>
                  <a:lnTo>
                    <a:pt x="4458188" y="1176466"/>
                  </a:lnTo>
                  <a:lnTo>
                    <a:pt x="4459899" y="1124902"/>
                  </a:lnTo>
                  <a:lnTo>
                    <a:pt x="4461611" y="1145247"/>
                  </a:lnTo>
                  <a:lnTo>
                    <a:pt x="4463322" y="1089619"/>
                  </a:lnTo>
                  <a:lnTo>
                    <a:pt x="4465034" y="1055352"/>
                  </a:lnTo>
                  <a:lnTo>
                    <a:pt x="4466745" y="1007749"/>
                  </a:lnTo>
                  <a:lnTo>
                    <a:pt x="4468456" y="1045056"/>
                  </a:lnTo>
                  <a:lnTo>
                    <a:pt x="4470168" y="1025268"/>
                  </a:lnTo>
                  <a:lnTo>
                    <a:pt x="4471879" y="1014370"/>
                  </a:lnTo>
                  <a:lnTo>
                    <a:pt x="4473591" y="817450"/>
                  </a:lnTo>
                  <a:lnTo>
                    <a:pt x="4475302" y="816346"/>
                  </a:lnTo>
                  <a:lnTo>
                    <a:pt x="4477013" y="864174"/>
                  </a:lnTo>
                  <a:lnTo>
                    <a:pt x="4478725" y="842460"/>
                  </a:lnTo>
                  <a:lnTo>
                    <a:pt x="4480436" y="892487"/>
                  </a:lnTo>
                  <a:lnTo>
                    <a:pt x="4482148" y="895561"/>
                  </a:lnTo>
                  <a:lnTo>
                    <a:pt x="4483859" y="850936"/>
                  </a:lnTo>
                  <a:lnTo>
                    <a:pt x="4485570" y="944502"/>
                  </a:lnTo>
                  <a:lnTo>
                    <a:pt x="4487282" y="896199"/>
                  </a:lnTo>
                  <a:lnTo>
                    <a:pt x="4488993" y="921075"/>
                  </a:lnTo>
                  <a:lnTo>
                    <a:pt x="4490705" y="941159"/>
                  </a:lnTo>
                  <a:lnTo>
                    <a:pt x="4492416" y="1048769"/>
                  </a:lnTo>
                  <a:lnTo>
                    <a:pt x="4494127" y="1067760"/>
                  </a:lnTo>
                  <a:lnTo>
                    <a:pt x="4495839" y="1011143"/>
                  </a:lnTo>
                  <a:lnTo>
                    <a:pt x="4497550" y="1041689"/>
                  </a:lnTo>
                  <a:lnTo>
                    <a:pt x="4499262" y="1116819"/>
                  </a:lnTo>
                  <a:lnTo>
                    <a:pt x="4500973" y="1184775"/>
                  </a:lnTo>
                  <a:lnTo>
                    <a:pt x="4502684" y="1223137"/>
                  </a:lnTo>
                  <a:lnTo>
                    <a:pt x="4504396" y="1210750"/>
                  </a:lnTo>
                  <a:lnTo>
                    <a:pt x="4506107" y="1200026"/>
                  </a:lnTo>
                  <a:lnTo>
                    <a:pt x="4507819" y="1215516"/>
                  </a:lnTo>
                  <a:lnTo>
                    <a:pt x="4509530" y="1174472"/>
                  </a:lnTo>
                  <a:lnTo>
                    <a:pt x="4511241" y="1137957"/>
                  </a:lnTo>
                  <a:lnTo>
                    <a:pt x="4512953" y="1240822"/>
                  </a:lnTo>
                  <a:lnTo>
                    <a:pt x="4514664" y="1257440"/>
                  </a:lnTo>
                  <a:lnTo>
                    <a:pt x="4516376" y="1272497"/>
                  </a:lnTo>
                  <a:lnTo>
                    <a:pt x="4518087" y="1280016"/>
                  </a:lnTo>
                  <a:lnTo>
                    <a:pt x="4519798" y="1255137"/>
                  </a:lnTo>
                  <a:lnTo>
                    <a:pt x="4521510" y="1245966"/>
                  </a:lnTo>
                  <a:lnTo>
                    <a:pt x="4523221" y="1215114"/>
                  </a:lnTo>
                  <a:lnTo>
                    <a:pt x="4524933" y="1202696"/>
                  </a:lnTo>
                  <a:lnTo>
                    <a:pt x="4526644" y="1234854"/>
                  </a:lnTo>
                  <a:lnTo>
                    <a:pt x="4528355" y="1204983"/>
                  </a:lnTo>
                  <a:lnTo>
                    <a:pt x="4530067" y="1202335"/>
                  </a:lnTo>
                  <a:lnTo>
                    <a:pt x="4531778" y="1190239"/>
                  </a:lnTo>
                  <a:lnTo>
                    <a:pt x="4533489" y="1237758"/>
                  </a:lnTo>
                  <a:lnTo>
                    <a:pt x="4535201" y="1296298"/>
                  </a:lnTo>
                  <a:lnTo>
                    <a:pt x="4536912" y="1266590"/>
                  </a:lnTo>
                  <a:lnTo>
                    <a:pt x="4538624" y="1261372"/>
                  </a:lnTo>
                  <a:lnTo>
                    <a:pt x="4540335" y="1284771"/>
                  </a:lnTo>
                  <a:lnTo>
                    <a:pt x="4542046" y="1322909"/>
                  </a:lnTo>
                  <a:lnTo>
                    <a:pt x="4543758" y="1319871"/>
                  </a:lnTo>
                  <a:lnTo>
                    <a:pt x="4545469" y="1308351"/>
                  </a:lnTo>
                  <a:lnTo>
                    <a:pt x="4547181" y="1305394"/>
                  </a:lnTo>
                  <a:lnTo>
                    <a:pt x="4548892" y="1298663"/>
                  </a:lnTo>
                  <a:lnTo>
                    <a:pt x="4550603" y="1245066"/>
                  </a:lnTo>
                  <a:lnTo>
                    <a:pt x="4552315" y="1177247"/>
                  </a:lnTo>
                  <a:lnTo>
                    <a:pt x="4554026" y="1230414"/>
                  </a:lnTo>
                  <a:lnTo>
                    <a:pt x="4555738" y="1257747"/>
                  </a:lnTo>
                  <a:lnTo>
                    <a:pt x="4557449" y="1285785"/>
                  </a:lnTo>
                  <a:lnTo>
                    <a:pt x="4559160" y="1278444"/>
                  </a:lnTo>
                  <a:lnTo>
                    <a:pt x="4560872" y="1286389"/>
                  </a:lnTo>
                  <a:lnTo>
                    <a:pt x="4562583" y="1296877"/>
                  </a:lnTo>
                  <a:lnTo>
                    <a:pt x="4564295" y="1337161"/>
                  </a:lnTo>
                  <a:lnTo>
                    <a:pt x="4566006" y="1356317"/>
                  </a:lnTo>
                  <a:lnTo>
                    <a:pt x="4567717" y="1309743"/>
                  </a:lnTo>
                  <a:lnTo>
                    <a:pt x="4569429" y="1302552"/>
                  </a:lnTo>
                  <a:lnTo>
                    <a:pt x="4571140" y="1348356"/>
                  </a:lnTo>
                  <a:lnTo>
                    <a:pt x="4572852" y="1363046"/>
                  </a:lnTo>
                  <a:lnTo>
                    <a:pt x="4574563" y="1324749"/>
                  </a:lnTo>
                  <a:lnTo>
                    <a:pt x="4576274" y="1240111"/>
                  </a:lnTo>
                  <a:lnTo>
                    <a:pt x="4577986" y="1334963"/>
                  </a:lnTo>
                  <a:lnTo>
                    <a:pt x="4579697" y="1364266"/>
                  </a:lnTo>
                  <a:lnTo>
                    <a:pt x="4581409" y="1368222"/>
                  </a:lnTo>
                  <a:lnTo>
                    <a:pt x="4583120" y="1334831"/>
                  </a:lnTo>
                  <a:lnTo>
                    <a:pt x="4584831" y="1387373"/>
                  </a:lnTo>
                  <a:lnTo>
                    <a:pt x="4586543" y="1372114"/>
                  </a:lnTo>
                  <a:lnTo>
                    <a:pt x="4588254" y="1386360"/>
                  </a:lnTo>
                  <a:lnTo>
                    <a:pt x="4589966" y="1384351"/>
                  </a:lnTo>
                  <a:lnTo>
                    <a:pt x="4591677" y="1379702"/>
                  </a:lnTo>
                  <a:lnTo>
                    <a:pt x="4593388" y="1356023"/>
                  </a:lnTo>
                  <a:lnTo>
                    <a:pt x="4595100" y="1330467"/>
                  </a:lnTo>
                  <a:lnTo>
                    <a:pt x="4596811" y="1309877"/>
                  </a:lnTo>
                  <a:lnTo>
                    <a:pt x="4598523" y="1268231"/>
                  </a:lnTo>
                  <a:lnTo>
                    <a:pt x="4600234" y="1277332"/>
                  </a:lnTo>
                  <a:lnTo>
                    <a:pt x="4601945" y="1294850"/>
                  </a:lnTo>
                  <a:lnTo>
                    <a:pt x="4603657" y="1284175"/>
                  </a:lnTo>
                  <a:lnTo>
                    <a:pt x="4605368" y="1287911"/>
                  </a:lnTo>
                  <a:lnTo>
                    <a:pt x="4607080" y="1252804"/>
                  </a:lnTo>
                  <a:lnTo>
                    <a:pt x="4608791" y="1133066"/>
                  </a:lnTo>
                  <a:lnTo>
                    <a:pt x="4610502" y="1087122"/>
                  </a:lnTo>
                  <a:lnTo>
                    <a:pt x="4612214" y="1175556"/>
                  </a:lnTo>
                  <a:lnTo>
                    <a:pt x="4613925" y="1176167"/>
                  </a:lnTo>
                  <a:lnTo>
                    <a:pt x="4615637" y="1153297"/>
                  </a:lnTo>
                  <a:lnTo>
                    <a:pt x="4617348" y="1184621"/>
                  </a:lnTo>
                  <a:lnTo>
                    <a:pt x="4619059" y="1190271"/>
                  </a:lnTo>
                  <a:lnTo>
                    <a:pt x="4620771" y="1204183"/>
                  </a:lnTo>
                  <a:lnTo>
                    <a:pt x="4622482" y="1189308"/>
                  </a:lnTo>
                  <a:lnTo>
                    <a:pt x="4624194" y="1211837"/>
                  </a:lnTo>
                  <a:lnTo>
                    <a:pt x="4625905" y="1234819"/>
                  </a:lnTo>
                  <a:lnTo>
                    <a:pt x="4627616" y="1239044"/>
                  </a:lnTo>
                  <a:lnTo>
                    <a:pt x="4629328" y="1274095"/>
                  </a:lnTo>
                  <a:lnTo>
                    <a:pt x="4631039" y="1270998"/>
                  </a:lnTo>
                  <a:lnTo>
                    <a:pt x="4632751" y="1263196"/>
                  </a:lnTo>
                  <a:lnTo>
                    <a:pt x="4634462" y="1270340"/>
                  </a:lnTo>
                  <a:lnTo>
                    <a:pt x="4636173" y="1213309"/>
                  </a:lnTo>
                  <a:lnTo>
                    <a:pt x="4637885" y="1188015"/>
                  </a:lnTo>
                  <a:lnTo>
                    <a:pt x="4639596" y="1168187"/>
                  </a:lnTo>
                  <a:lnTo>
                    <a:pt x="4641307" y="1147572"/>
                  </a:lnTo>
                  <a:lnTo>
                    <a:pt x="4643019" y="1097959"/>
                  </a:lnTo>
                  <a:lnTo>
                    <a:pt x="4644730" y="1145605"/>
                  </a:lnTo>
                  <a:lnTo>
                    <a:pt x="4646442" y="1222615"/>
                  </a:lnTo>
                  <a:lnTo>
                    <a:pt x="4648153" y="1219413"/>
                  </a:lnTo>
                  <a:lnTo>
                    <a:pt x="4649864" y="1239535"/>
                  </a:lnTo>
                  <a:lnTo>
                    <a:pt x="4651576" y="1214772"/>
                  </a:lnTo>
                  <a:lnTo>
                    <a:pt x="4653287" y="1209767"/>
                  </a:lnTo>
                  <a:lnTo>
                    <a:pt x="4654999" y="1161672"/>
                  </a:lnTo>
                  <a:lnTo>
                    <a:pt x="4656710" y="1134278"/>
                  </a:lnTo>
                  <a:lnTo>
                    <a:pt x="4658421" y="1186632"/>
                  </a:lnTo>
                  <a:lnTo>
                    <a:pt x="4660133" y="1259549"/>
                  </a:lnTo>
                  <a:lnTo>
                    <a:pt x="4661844" y="1349057"/>
                  </a:lnTo>
                  <a:lnTo>
                    <a:pt x="4663556" y="1323059"/>
                  </a:lnTo>
                  <a:lnTo>
                    <a:pt x="4665267" y="1314517"/>
                  </a:lnTo>
                  <a:lnTo>
                    <a:pt x="4666978" y="1350962"/>
                  </a:lnTo>
                  <a:lnTo>
                    <a:pt x="4668690" y="1292042"/>
                  </a:lnTo>
                  <a:lnTo>
                    <a:pt x="4670401" y="1322083"/>
                  </a:lnTo>
                  <a:lnTo>
                    <a:pt x="4672113" y="1272004"/>
                  </a:lnTo>
                  <a:lnTo>
                    <a:pt x="4673824" y="1177516"/>
                  </a:lnTo>
                  <a:lnTo>
                    <a:pt x="4675535" y="1160849"/>
                  </a:lnTo>
                  <a:lnTo>
                    <a:pt x="4677247" y="1085390"/>
                  </a:lnTo>
                  <a:lnTo>
                    <a:pt x="4678958" y="1214401"/>
                  </a:lnTo>
                  <a:lnTo>
                    <a:pt x="4680670" y="1200841"/>
                  </a:lnTo>
                  <a:lnTo>
                    <a:pt x="4682381" y="1243148"/>
                  </a:lnTo>
                  <a:lnTo>
                    <a:pt x="4684092" y="1298294"/>
                  </a:lnTo>
                  <a:lnTo>
                    <a:pt x="4685804" y="1309782"/>
                  </a:lnTo>
                  <a:lnTo>
                    <a:pt x="4687515" y="1386683"/>
                  </a:lnTo>
                  <a:lnTo>
                    <a:pt x="4689227" y="1382354"/>
                  </a:lnTo>
                  <a:lnTo>
                    <a:pt x="4690938" y="1359121"/>
                  </a:lnTo>
                  <a:lnTo>
                    <a:pt x="4692649" y="1313011"/>
                  </a:lnTo>
                  <a:lnTo>
                    <a:pt x="4694361" y="1302252"/>
                  </a:lnTo>
                  <a:lnTo>
                    <a:pt x="4696072" y="1314474"/>
                  </a:lnTo>
                  <a:lnTo>
                    <a:pt x="4697784" y="1200091"/>
                  </a:lnTo>
                  <a:lnTo>
                    <a:pt x="4699495" y="1135453"/>
                  </a:lnTo>
                  <a:lnTo>
                    <a:pt x="4701206" y="1137912"/>
                  </a:lnTo>
                  <a:lnTo>
                    <a:pt x="4702918" y="1246981"/>
                  </a:lnTo>
                  <a:lnTo>
                    <a:pt x="4704629" y="1245252"/>
                  </a:lnTo>
                  <a:lnTo>
                    <a:pt x="4706341" y="1243882"/>
                  </a:lnTo>
                  <a:lnTo>
                    <a:pt x="4708052" y="1210870"/>
                  </a:lnTo>
                  <a:lnTo>
                    <a:pt x="4709763" y="1152767"/>
                  </a:lnTo>
                  <a:lnTo>
                    <a:pt x="4711475" y="1109513"/>
                  </a:lnTo>
                  <a:lnTo>
                    <a:pt x="4713186" y="1120333"/>
                  </a:lnTo>
                  <a:lnTo>
                    <a:pt x="4714898" y="1157661"/>
                  </a:lnTo>
                  <a:lnTo>
                    <a:pt x="4716609" y="1172154"/>
                  </a:lnTo>
                  <a:lnTo>
                    <a:pt x="4718320" y="1263944"/>
                  </a:lnTo>
                  <a:lnTo>
                    <a:pt x="4720032" y="1196280"/>
                  </a:lnTo>
                  <a:lnTo>
                    <a:pt x="4721743" y="1244084"/>
                  </a:lnTo>
                  <a:lnTo>
                    <a:pt x="4723455" y="1221708"/>
                  </a:lnTo>
                  <a:lnTo>
                    <a:pt x="4725166" y="1289554"/>
                  </a:lnTo>
                  <a:lnTo>
                    <a:pt x="4726877" y="1314600"/>
                  </a:lnTo>
                  <a:lnTo>
                    <a:pt x="4728589" y="1340777"/>
                  </a:lnTo>
                  <a:lnTo>
                    <a:pt x="4730300" y="1375045"/>
                  </a:lnTo>
                  <a:lnTo>
                    <a:pt x="4732012" y="1382262"/>
                  </a:lnTo>
                  <a:lnTo>
                    <a:pt x="4733723" y="1388137"/>
                  </a:lnTo>
                  <a:lnTo>
                    <a:pt x="4735434" y="1391756"/>
                  </a:lnTo>
                  <a:lnTo>
                    <a:pt x="4737146" y="1376777"/>
                  </a:lnTo>
                  <a:lnTo>
                    <a:pt x="4738857" y="1408104"/>
                  </a:lnTo>
                  <a:lnTo>
                    <a:pt x="4740569" y="1407495"/>
                  </a:lnTo>
                  <a:lnTo>
                    <a:pt x="4742280" y="1434405"/>
                  </a:lnTo>
                  <a:lnTo>
                    <a:pt x="4743991" y="1402754"/>
                  </a:lnTo>
                  <a:lnTo>
                    <a:pt x="4745703" y="1416123"/>
                  </a:lnTo>
                  <a:lnTo>
                    <a:pt x="4747414" y="1391343"/>
                  </a:lnTo>
                  <a:lnTo>
                    <a:pt x="4749125" y="1378900"/>
                  </a:lnTo>
                  <a:lnTo>
                    <a:pt x="4750837" y="1394252"/>
                  </a:lnTo>
                  <a:lnTo>
                    <a:pt x="4752548" y="1410793"/>
                  </a:lnTo>
                  <a:lnTo>
                    <a:pt x="4754260" y="1435793"/>
                  </a:lnTo>
                  <a:lnTo>
                    <a:pt x="4755971" y="1460411"/>
                  </a:lnTo>
                  <a:lnTo>
                    <a:pt x="4757682" y="1453241"/>
                  </a:lnTo>
                  <a:lnTo>
                    <a:pt x="4759394" y="1458891"/>
                  </a:lnTo>
                  <a:lnTo>
                    <a:pt x="4761105" y="1461986"/>
                  </a:lnTo>
                  <a:lnTo>
                    <a:pt x="4762817" y="1461986"/>
                  </a:lnTo>
                  <a:lnTo>
                    <a:pt x="4764528" y="1461986"/>
                  </a:lnTo>
                  <a:lnTo>
                    <a:pt x="4766239" y="1461986"/>
                  </a:lnTo>
                  <a:lnTo>
                    <a:pt x="4767951" y="1461986"/>
                  </a:lnTo>
                  <a:lnTo>
                    <a:pt x="4769662" y="1461986"/>
                  </a:lnTo>
                  <a:lnTo>
                    <a:pt x="4771374" y="1458195"/>
                  </a:lnTo>
                  <a:lnTo>
                    <a:pt x="4773085" y="1436984"/>
                  </a:lnTo>
                  <a:lnTo>
                    <a:pt x="4774796" y="1404129"/>
                  </a:lnTo>
                  <a:lnTo>
                    <a:pt x="4776508" y="1403403"/>
                  </a:lnTo>
                  <a:lnTo>
                    <a:pt x="4778219" y="1370717"/>
                  </a:lnTo>
                  <a:lnTo>
                    <a:pt x="4779931" y="1349649"/>
                  </a:lnTo>
                  <a:lnTo>
                    <a:pt x="4781642" y="1319611"/>
                  </a:lnTo>
                  <a:lnTo>
                    <a:pt x="4783353" y="1280090"/>
                  </a:lnTo>
                  <a:lnTo>
                    <a:pt x="4785065" y="1214841"/>
                  </a:lnTo>
                  <a:lnTo>
                    <a:pt x="4786776" y="1166434"/>
                  </a:lnTo>
                  <a:lnTo>
                    <a:pt x="4788488" y="1248123"/>
                  </a:lnTo>
                  <a:lnTo>
                    <a:pt x="4790199" y="1273676"/>
                  </a:lnTo>
                  <a:lnTo>
                    <a:pt x="4791910" y="1351383"/>
                  </a:lnTo>
                  <a:lnTo>
                    <a:pt x="4793622" y="1328786"/>
                  </a:lnTo>
                  <a:lnTo>
                    <a:pt x="4795333" y="1199923"/>
                  </a:lnTo>
                  <a:lnTo>
                    <a:pt x="4797045" y="1313458"/>
                  </a:lnTo>
                  <a:lnTo>
                    <a:pt x="4798756" y="1331958"/>
                  </a:lnTo>
                  <a:lnTo>
                    <a:pt x="4800467" y="1409406"/>
                  </a:lnTo>
                  <a:lnTo>
                    <a:pt x="4802179" y="1375027"/>
                  </a:lnTo>
                  <a:lnTo>
                    <a:pt x="4803890" y="1360678"/>
                  </a:lnTo>
                  <a:lnTo>
                    <a:pt x="4805602" y="1392512"/>
                  </a:lnTo>
                  <a:lnTo>
                    <a:pt x="4807313" y="1334997"/>
                  </a:lnTo>
                  <a:lnTo>
                    <a:pt x="4809024" y="1363134"/>
                  </a:lnTo>
                  <a:lnTo>
                    <a:pt x="4810736" y="1367560"/>
                  </a:lnTo>
                  <a:lnTo>
                    <a:pt x="4812447" y="1318648"/>
                  </a:lnTo>
                  <a:lnTo>
                    <a:pt x="4814159" y="1265168"/>
                  </a:lnTo>
                  <a:lnTo>
                    <a:pt x="4815870" y="1320522"/>
                  </a:lnTo>
                  <a:lnTo>
                    <a:pt x="4817581" y="1356767"/>
                  </a:lnTo>
                  <a:lnTo>
                    <a:pt x="4819293" y="1350798"/>
                  </a:lnTo>
                  <a:lnTo>
                    <a:pt x="4821004" y="1317470"/>
                  </a:lnTo>
                  <a:lnTo>
                    <a:pt x="4822716" y="1271026"/>
                  </a:lnTo>
                  <a:lnTo>
                    <a:pt x="4824427" y="1269940"/>
                  </a:lnTo>
                  <a:lnTo>
                    <a:pt x="4826138" y="1283379"/>
                  </a:lnTo>
                  <a:lnTo>
                    <a:pt x="4827850" y="1217352"/>
                  </a:lnTo>
                  <a:lnTo>
                    <a:pt x="4829561" y="1194708"/>
                  </a:lnTo>
                  <a:lnTo>
                    <a:pt x="4831273" y="1216559"/>
                  </a:lnTo>
                  <a:lnTo>
                    <a:pt x="4832984" y="1304996"/>
                  </a:lnTo>
                  <a:lnTo>
                    <a:pt x="4834695" y="1321973"/>
                  </a:lnTo>
                  <a:lnTo>
                    <a:pt x="4836407" y="1265243"/>
                  </a:lnTo>
                  <a:lnTo>
                    <a:pt x="4838118" y="1174825"/>
                  </a:lnTo>
                  <a:lnTo>
                    <a:pt x="4839830" y="1087887"/>
                  </a:lnTo>
                  <a:lnTo>
                    <a:pt x="4841541" y="1074313"/>
                  </a:lnTo>
                  <a:lnTo>
                    <a:pt x="4843252" y="1068437"/>
                  </a:lnTo>
                  <a:lnTo>
                    <a:pt x="4844964" y="1039046"/>
                  </a:lnTo>
                  <a:lnTo>
                    <a:pt x="4846675" y="1127030"/>
                  </a:lnTo>
                  <a:lnTo>
                    <a:pt x="4848387" y="1094641"/>
                  </a:lnTo>
                  <a:lnTo>
                    <a:pt x="4850098" y="1197865"/>
                  </a:lnTo>
                  <a:lnTo>
                    <a:pt x="4851809" y="1243996"/>
                  </a:lnTo>
                  <a:lnTo>
                    <a:pt x="4853521" y="1249977"/>
                  </a:lnTo>
                  <a:lnTo>
                    <a:pt x="4855232" y="1243964"/>
                  </a:lnTo>
                  <a:lnTo>
                    <a:pt x="4856943" y="1227675"/>
                  </a:lnTo>
                  <a:lnTo>
                    <a:pt x="4858655" y="1197750"/>
                  </a:lnTo>
                  <a:lnTo>
                    <a:pt x="4860366" y="1236200"/>
                  </a:lnTo>
                  <a:lnTo>
                    <a:pt x="4862078" y="1226821"/>
                  </a:lnTo>
                  <a:lnTo>
                    <a:pt x="4863789" y="1254677"/>
                  </a:lnTo>
                  <a:lnTo>
                    <a:pt x="4865500" y="1274453"/>
                  </a:lnTo>
                  <a:lnTo>
                    <a:pt x="4867212" y="1275542"/>
                  </a:lnTo>
                  <a:lnTo>
                    <a:pt x="4868923" y="1250841"/>
                  </a:lnTo>
                  <a:lnTo>
                    <a:pt x="4870635" y="1236403"/>
                  </a:lnTo>
                  <a:lnTo>
                    <a:pt x="4872346" y="1130012"/>
                  </a:lnTo>
                  <a:lnTo>
                    <a:pt x="4874057" y="1120280"/>
                  </a:lnTo>
                  <a:lnTo>
                    <a:pt x="4875769" y="1076606"/>
                  </a:lnTo>
                  <a:lnTo>
                    <a:pt x="4877480" y="1090496"/>
                  </a:lnTo>
                  <a:lnTo>
                    <a:pt x="4879192" y="1196635"/>
                  </a:lnTo>
                  <a:lnTo>
                    <a:pt x="4880903" y="1164104"/>
                  </a:lnTo>
                  <a:lnTo>
                    <a:pt x="4882614" y="1071092"/>
                  </a:lnTo>
                  <a:lnTo>
                    <a:pt x="4884326" y="1074580"/>
                  </a:lnTo>
                  <a:lnTo>
                    <a:pt x="4886037" y="1131499"/>
                  </a:lnTo>
                  <a:lnTo>
                    <a:pt x="4887749" y="1168315"/>
                  </a:lnTo>
                  <a:lnTo>
                    <a:pt x="4889460" y="1212572"/>
                  </a:lnTo>
                  <a:lnTo>
                    <a:pt x="4891171" y="1217985"/>
                  </a:lnTo>
                  <a:lnTo>
                    <a:pt x="4892883" y="1207952"/>
                  </a:lnTo>
                  <a:lnTo>
                    <a:pt x="4894594" y="1144523"/>
                  </a:lnTo>
                  <a:lnTo>
                    <a:pt x="4896306" y="1120143"/>
                  </a:lnTo>
                  <a:lnTo>
                    <a:pt x="4898017" y="1132227"/>
                  </a:lnTo>
                  <a:lnTo>
                    <a:pt x="4899728" y="1096472"/>
                  </a:lnTo>
                  <a:lnTo>
                    <a:pt x="4901440" y="1116392"/>
                  </a:lnTo>
                  <a:lnTo>
                    <a:pt x="4903151" y="1230253"/>
                  </a:lnTo>
                  <a:lnTo>
                    <a:pt x="4904863" y="1240450"/>
                  </a:lnTo>
                  <a:lnTo>
                    <a:pt x="4906574" y="1194377"/>
                  </a:lnTo>
                  <a:lnTo>
                    <a:pt x="4908285" y="1168198"/>
                  </a:lnTo>
                  <a:lnTo>
                    <a:pt x="4909997" y="1169151"/>
                  </a:lnTo>
                  <a:lnTo>
                    <a:pt x="4911708" y="1235188"/>
                  </a:lnTo>
                  <a:lnTo>
                    <a:pt x="4913420" y="1231268"/>
                  </a:lnTo>
                  <a:lnTo>
                    <a:pt x="4915131" y="1277426"/>
                  </a:lnTo>
                  <a:lnTo>
                    <a:pt x="4916842" y="1332858"/>
                  </a:lnTo>
                  <a:lnTo>
                    <a:pt x="4918554" y="1344708"/>
                  </a:lnTo>
                  <a:lnTo>
                    <a:pt x="4920265" y="1330666"/>
                  </a:lnTo>
                  <a:lnTo>
                    <a:pt x="4921977" y="1345588"/>
                  </a:lnTo>
                  <a:lnTo>
                    <a:pt x="4923688" y="1334872"/>
                  </a:lnTo>
                  <a:lnTo>
                    <a:pt x="4925399" y="1328498"/>
                  </a:lnTo>
                  <a:lnTo>
                    <a:pt x="4927111" y="1358427"/>
                  </a:lnTo>
                  <a:lnTo>
                    <a:pt x="4928822" y="1361681"/>
                  </a:lnTo>
                  <a:lnTo>
                    <a:pt x="4930534" y="1367867"/>
                  </a:lnTo>
                  <a:lnTo>
                    <a:pt x="4932245" y="1379378"/>
                  </a:lnTo>
                  <a:lnTo>
                    <a:pt x="4933956" y="1402984"/>
                  </a:lnTo>
                  <a:lnTo>
                    <a:pt x="4935668" y="1414951"/>
                  </a:lnTo>
                  <a:lnTo>
                    <a:pt x="4937379" y="1430470"/>
                  </a:lnTo>
                  <a:lnTo>
                    <a:pt x="4939091" y="1433640"/>
                  </a:lnTo>
                  <a:lnTo>
                    <a:pt x="4940802" y="1432969"/>
                  </a:lnTo>
                  <a:lnTo>
                    <a:pt x="4942513" y="1416713"/>
                  </a:lnTo>
                  <a:lnTo>
                    <a:pt x="4944225" y="1417467"/>
                  </a:lnTo>
                  <a:lnTo>
                    <a:pt x="4945936" y="1407142"/>
                  </a:lnTo>
                  <a:lnTo>
                    <a:pt x="4947648" y="1407390"/>
                  </a:lnTo>
                  <a:lnTo>
                    <a:pt x="4949359" y="1393463"/>
                  </a:lnTo>
                  <a:lnTo>
                    <a:pt x="4951070" y="1378951"/>
                  </a:lnTo>
                  <a:lnTo>
                    <a:pt x="4952782" y="1363027"/>
                  </a:lnTo>
                  <a:lnTo>
                    <a:pt x="4954493" y="1345700"/>
                  </a:lnTo>
                  <a:lnTo>
                    <a:pt x="4956204" y="1368289"/>
                  </a:lnTo>
                  <a:lnTo>
                    <a:pt x="4957916" y="1389205"/>
                  </a:lnTo>
                  <a:lnTo>
                    <a:pt x="4959627" y="1392580"/>
                  </a:lnTo>
                  <a:lnTo>
                    <a:pt x="4961339" y="1370053"/>
                  </a:lnTo>
                  <a:lnTo>
                    <a:pt x="4963050" y="1329878"/>
                  </a:lnTo>
                  <a:lnTo>
                    <a:pt x="4964761" y="1288642"/>
                  </a:lnTo>
                  <a:lnTo>
                    <a:pt x="4966473" y="1233437"/>
                  </a:lnTo>
                  <a:lnTo>
                    <a:pt x="4968184" y="1155313"/>
                  </a:lnTo>
                  <a:lnTo>
                    <a:pt x="4969896" y="1120141"/>
                  </a:lnTo>
                  <a:lnTo>
                    <a:pt x="4971607" y="1048388"/>
                  </a:lnTo>
                  <a:lnTo>
                    <a:pt x="4973318" y="1054056"/>
                  </a:lnTo>
                  <a:lnTo>
                    <a:pt x="4975030" y="1122628"/>
                  </a:lnTo>
                  <a:lnTo>
                    <a:pt x="4976741" y="1082653"/>
                  </a:lnTo>
                  <a:lnTo>
                    <a:pt x="4978453" y="1056597"/>
                  </a:lnTo>
                  <a:lnTo>
                    <a:pt x="4980164" y="985289"/>
                  </a:lnTo>
                  <a:lnTo>
                    <a:pt x="4981875" y="1001339"/>
                  </a:lnTo>
                  <a:lnTo>
                    <a:pt x="4983587" y="1092276"/>
                  </a:lnTo>
                  <a:lnTo>
                    <a:pt x="4985298" y="1133898"/>
                  </a:lnTo>
                  <a:lnTo>
                    <a:pt x="4987010" y="1202838"/>
                  </a:lnTo>
                  <a:lnTo>
                    <a:pt x="4988721" y="1180051"/>
                  </a:lnTo>
                  <a:lnTo>
                    <a:pt x="4990432" y="1137048"/>
                  </a:lnTo>
                  <a:lnTo>
                    <a:pt x="4992144" y="1157966"/>
                  </a:lnTo>
                  <a:lnTo>
                    <a:pt x="4993855" y="1123024"/>
                  </a:lnTo>
                  <a:lnTo>
                    <a:pt x="4995567" y="1056353"/>
                  </a:lnTo>
                  <a:lnTo>
                    <a:pt x="4997278" y="1141713"/>
                  </a:lnTo>
                  <a:lnTo>
                    <a:pt x="4998989" y="1223625"/>
                  </a:lnTo>
                  <a:lnTo>
                    <a:pt x="5000701" y="1267684"/>
                  </a:lnTo>
                  <a:lnTo>
                    <a:pt x="5002412" y="1267329"/>
                  </a:lnTo>
                  <a:lnTo>
                    <a:pt x="5004124" y="1165803"/>
                  </a:lnTo>
                  <a:lnTo>
                    <a:pt x="5005835" y="1168711"/>
                  </a:lnTo>
                  <a:lnTo>
                    <a:pt x="5007546" y="1107350"/>
                  </a:lnTo>
                  <a:lnTo>
                    <a:pt x="5009258" y="1185794"/>
                  </a:lnTo>
                  <a:lnTo>
                    <a:pt x="5010969" y="1199683"/>
                  </a:lnTo>
                  <a:lnTo>
                    <a:pt x="5012681" y="1181107"/>
                  </a:lnTo>
                  <a:lnTo>
                    <a:pt x="5014392" y="1192887"/>
                  </a:lnTo>
                  <a:lnTo>
                    <a:pt x="5016103" y="1177939"/>
                  </a:lnTo>
                  <a:lnTo>
                    <a:pt x="5017815" y="1222741"/>
                  </a:lnTo>
                  <a:lnTo>
                    <a:pt x="5019526" y="1161538"/>
                  </a:lnTo>
                  <a:lnTo>
                    <a:pt x="5021238" y="1202381"/>
                  </a:lnTo>
                  <a:lnTo>
                    <a:pt x="5022949" y="1077165"/>
                  </a:lnTo>
                  <a:lnTo>
                    <a:pt x="5024660" y="979700"/>
                  </a:lnTo>
                  <a:lnTo>
                    <a:pt x="5026372" y="1078759"/>
                  </a:lnTo>
                  <a:lnTo>
                    <a:pt x="5028083" y="1058833"/>
                  </a:lnTo>
                  <a:lnTo>
                    <a:pt x="5029795" y="1087287"/>
                  </a:lnTo>
                  <a:lnTo>
                    <a:pt x="5031506" y="1124745"/>
                  </a:lnTo>
                  <a:lnTo>
                    <a:pt x="5033217" y="1205216"/>
                  </a:lnTo>
                  <a:lnTo>
                    <a:pt x="5034929" y="1262066"/>
                  </a:lnTo>
                  <a:lnTo>
                    <a:pt x="5036640" y="1279727"/>
                  </a:lnTo>
                  <a:lnTo>
                    <a:pt x="5038352" y="1258278"/>
                  </a:lnTo>
                  <a:lnTo>
                    <a:pt x="5040063" y="1335214"/>
                  </a:lnTo>
                  <a:lnTo>
                    <a:pt x="5041774" y="1363881"/>
                  </a:lnTo>
                  <a:lnTo>
                    <a:pt x="5043486" y="1374269"/>
                  </a:lnTo>
                  <a:lnTo>
                    <a:pt x="5045197" y="1352841"/>
                  </a:lnTo>
                  <a:lnTo>
                    <a:pt x="5046909" y="1342086"/>
                  </a:lnTo>
                  <a:lnTo>
                    <a:pt x="5048620" y="1272131"/>
                  </a:lnTo>
                  <a:lnTo>
                    <a:pt x="5050331" y="1177185"/>
                  </a:lnTo>
                  <a:lnTo>
                    <a:pt x="5052043" y="1184108"/>
                  </a:lnTo>
                  <a:lnTo>
                    <a:pt x="5053754" y="1275667"/>
                  </a:lnTo>
                  <a:lnTo>
                    <a:pt x="5055466" y="1289898"/>
                  </a:lnTo>
                  <a:lnTo>
                    <a:pt x="5057177" y="1294231"/>
                  </a:lnTo>
                  <a:lnTo>
                    <a:pt x="5058888" y="1263655"/>
                  </a:lnTo>
                  <a:lnTo>
                    <a:pt x="5060600" y="1270455"/>
                  </a:lnTo>
                  <a:lnTo>
                    <a:pt x="5062311" y="1263635"/>
                  </a:lnTo>
                  <a:lnTo>
                    <a:pt x="5064022" y="1247054"/>
                  </a:lnTo>
                  <a:lnTo>
                    <a:pt x="5065734" y="1204460"/>
                  </a:lnTo>
                  <a:lnTo>
                    <a:pt x="5067445" y="1226158"/>
                  </a:lnTo>
                  <a:lnTo>
                    <a:pt x="5069157" y="1255004"/>
                  </a:lnTo>
                  <a:lnTo>
                    <a:pt x="5070868" y="1260039"/>
                  </a:lnTo>
                  <a:lnTo>
                    <a:pt x="5072579" y="1314581"/>
                  </a:lnTo>
                  <a:lnTo>
                    <a:pt x="5074291" y="1273462"/>
                  </a:lnTo>
                  <a:lnTo>
                    <a:pt x="5076002" y="1253308"/>
                  </a:lnTo>
                  <a:lnTo>
                    <a:pt x="5077714" y="1238331"/>
                  </a:lnTo>
                  <a:lnTo>
                    <a:pt x="5079425" y="1350420"/>
                  </a:lnTo>
                  <a:lnTo>
                    <a:pt x="5081136" y="1355278"/>
                  </a:lnTo>
                  <a:lnTo>
                    <a:pt x="5082848" y="1345050"/>
                  </a:lnTo>
                  <a:lnTo>
                    <a:pt x="5084559" y="1371510"/>
                  </a:lnTo>
                  <a:lnTo>
                    <a:pt x="5086271" y="1377226"/>
                  </a:lnTo>
                  <a:lnTo>
                    <a:pt x="5087982" y="1388039"/>
                  </a:lnTo>
                  <a:lnTo>
                    <a:pt x="5089693" y="1375689"/>
                  </a:lnTo>
                  <a:lnTo>
                    <a:pt x="5091405" y="1360972"/>
                  </a:lnTo>
                  <a:lnTo>
                    <a:pt x="5093116" y="1316011"/>
                  </a:lnTo>
                  <a:lnTo>
                    <a:pt x="5094828" y="1192214"/>
                  </a:lnTo>
                  <a:lnTo>
                    <a:pt x="5096539" y="1207719"/>
                  </a:lnTo>
                  <a:lnTo>
                    <a:pt x="5098250" y="1117741"/>
                  </a:lnTo>
                  <a:lnTo>
                    <a:pt x="5099962" y="1135048"/>
                  </a:lnTo>
                  <a:lnTo>
                    <a:pt x="5101673" y="1140312"/>
                  </a:lnTo>
                  <a:lnTo>
                    <a:pt x="5103385" y="1273099"/>
                  </a:lnTo>
                  <a:lnTo>
                    <a:pt x="5105096" y="1274391"/>
                  </a:lnTo>
                  <a:lnTo>
                    <a:pt x="5106807" y="1289928"/>
                  </a:lnTo>
                  <a:lnTo>
                    <a:pt x="5108519" y="1324615"/>
                  </a:lnTo>
                  <a:lnTo>
                    <a:pt x="5110230" y="1330727"/>
                  </a:lnTo>
                  <a:lnTo>
                    <a:pt x="5111942" y="1326761"/>
                  </a:lnTo>
                  <a:lnTo>
                    <a:pt x="5113653" y="1303792"/>
                  </a:lnTo>
                  <a:lnTo>
                    <a:pt x="5115364" y="1294323"/>
                  </a:lnTo>
                  <a:lnTo>
                    <a:pt x="5117076" y="1311831"/>
                  </a:lnTo>
                  <a:lnTo>
                    <a:pt x="5118787" y="1360942"/>
                  </a:lnTo>
                  <a:lnTo>
                    <a:pt x="5120499" y="1374874"/>
                  </a:lnTo>
                  <a:lnTo>
                    <a:pt x="5122210" y="1371723"/>
                  </a:lnTo>
                  <a:lnTo>
                    <a:pt x="5123921" y="1372570"/>
                  </a:lnTo>
                  <a:lnTo>
                    <a:pt x="5125633" y="1387583"/>
                  </a:lnTo>
                  <a:lnTo>
                    <a:pt x="5127344" y="1364242"/>
                  </a:lnTo>
                  <a:lnTo>
                    <a:pt x="5129056" y="1336627"/>
                  </a:lnTo>
                  <a:lnTo>
                    <a:pt x="5130767" y="1350609"/>
                  </a:lnTo>
                  <a:lnTo>
                    <a:pt x="5132478" y="1346203"/>
                  </a:lnTo>
                  <a:lnTo>
                    <a:pt x="5134190" y="1374935"/>
                  </a:lnTo>
                  <a:lnTo>
                    <a:pt x="5135901" y="1375115"/>
                  </a:lnTo>
                  <a:lnTo>
                    <a:pt x="5137613" y="1314854"/>
                  </a:lnTo>
                  <a:lnTo>
                    <a:pt x="5139324" y="1223486"/>
                  </a:lnTo>
                  <a:lnTo>
                    <a:pt x="5141035" y="1218844"/>
                  </a:lnTo>
                  <a:lnTo>
                    <a:pt x="5142747" y="1299589"/>
                  </a:lnTo>
                  <a:lnTo>
                    <a:pt x="5144458" y="1278689"/>
                  </a:lnTo>
                  <a:lnTo>
                    <a:pt x="5146170" y="1301533"/>
                  </a:lnTo>
                  <a:lnTo>
                    <a:pt x="5147881" y="1294833"/>
                  </a:lnTo>
                  <a:lnTo>
                    <a:pt x="5149592" y="1297858"/>
                  </a:lnTo>
                  <a:lnTo>
                    <a:pt x="5151304" y="1294191"/>
                  </a:lnTo>
                  <a:lnTo>
                    <a:pt x="5153015" y="1303846"/>
                  </a:lnTo>
                  <a:lnTo>
                    <a:pt x="5154727" y="1295750"/>
                  </a:lnTo>
                  <a:lnTo>
                    <a:pt x="5156438" y="1258689"/>
                  </a:lnTo>
                  <a:lnTo>
                    <a:pt x="5158149" y="1288530"/>
                  </a:lnTo>
                  <a:lnTo>
                    <a:pt x="5159861" y="1361340"/>
                  </a:lnTo>
                  <a:lnTo>
                    <a:pt x="5161572" y="1383605"/>
                  </a:lnTo>
                  <a:lnTo>
                    <a:pt x="5163284" y="1398622"/>
                  </a:lnTo>
                  <a:lnTo>
                    <a:pt x="5164995" y="1341941"/>
                  </a:lnTo>
                  <a:lnTo>
                    <a:pt x="5166706" y="1316880"/>
                  </a:lnTo>
                  <a:lnTo>
                    <a:pt x="5168418" y="1374010"/>
                  </a:lnTo>
                  <a:lnTo>
                    <a:pt x="5170129" y="1408274"/>
                  </a:lnTo>
                  <a:lnTo>
                    <a:pt x="5171840" y="1431933"/>
                  </a:lnTo>
                  <a:lnTo>
                    <a:pt x="5173552" y="1391539"/>
                  </a:lnTo>
                  <a:lnTo>
                    <a:pt x="5175263" y="1411121"/>
                  </a:lnTo>
                  <a:lnTo>
                    <a:pt x="5176975" y="1421243"/>
                  </a:lnTo>
                  <a:lnTo>
                    <a:pt x="5178686" y="1430564"/>
                  </a:lnTo>
                  <a:lnTo>
                    <a:pt x="5180397" y="1403955"/>
                  </a:lnTo>
                  <a:lnTo>
                    <a:pt x="5182109" y="1356599"/>
                  </a:lnTo>
                  <a:lnTo>
                    <a:pt x="5183820" y="1346904"/>
                  </a:lnTo>
                  <a:lnTo>
                    <a:pt x="5185532" y="1378498"/>
                  </a:lnTo>
                  <a:lnTo>
                    <a:pt x="5187243" y="1382403"/>
                  </a:lnTo>
                  <a:lnTo>
                    <a:pt x="5188954" y="1395713"/>
                  </a:lnTo>
                  <a:lnTo>
                    <a:pt x="5190666" y="1421230"/>
                  </a:lnTo>
                  <a:lnTo>
                    <a:pt x="5192377" y="1399743"/>
                  </a:lnTo>
                  <a:lnTo>
                    <a:pt x="5194089" y="1437962"/>
                  </a:lnTo>
                  <a:lnTo>
                    <a:pt x="5195800" y="1437953"/>
                  </a:lnTo>
                  <a:lnTo>
                    <a:pt x="5197511" y="1453715"/>
                  </a:lnTo>
                  <a:lnTo>
                    <a:pt x="5199223" y="1461232"/>
                  </a:lnTo>
                  <a:lnTo>
                    <a:pt x="5200934" y="1460434"/>
                  </a:lnTo>
                  <a:lnTo>
                    <a:pt x="5202646" y="1461986"/>
                  </a:lnTo>
                  <a:lnTo>
                    <a:pt x="5204357" y="1457302"/>
                  </a:lnTo>
                  <a:lnTo>
                    <a:pt x="5206068" y="1459964"/>
                  </a:lnTo>
                  <a:lnTo>
                    <a:pt x="5207780" y="1448024"/>
                  </a:lnTo>
                  <a:lnTo>
                    <a:pt x="5209491" y="1452616"/>
                  </a:lnTo>
                  <a:lnTo>
                    <a:pt x="5211203" y="1451472"/>
                  </a:lnTo>
                  <a:lnTo>
                    <a:pt x="5212914" y="1439788"/>
                  </a:lnTo>
                  <a:lnTo>
                    <a:pt x="5214625" y="1436150"/>
                  </a:lnTo>
                  <a:lnTo>
                    <a:pt x="5216337" y="1451721"/>
                  </a:lnTo>
                  <a:lnTo>
                    <a:pt x="5218048" y="1428866"/>
                  </a:lnTo>
                  <a:lnTo>
                    <a:pt x="5219760" y="1446037"/>
                  </a:lnTo>
                  <a:lnTo>
                    <a:pt x="5221471" y="1420398"/>
                  </a:lnTo>
                  <a:lnTo>
                    <a:pt x="5223182" y="1411929"/>
                  </a:lnTo>
                  <a:lnTo>
                    <a:pt x="5224894" y="1429495"/>
                  </a:lnTo>
                  <a:lnTo>
                    <a:pt x="5226605" y="1366676"/>
                  </a:lnTo>
                  <a:lnTo>
                    <a:pt x="5228317" y="1314212"/>
                  </a:lnTo>
                  <a:lnTo>
                    <a:pt x="5230028" y="1332649"/>
                  </a:lnTo>
                  <a:lnTo>
                    <a:pt x="5231739" y="1382674"/>
                  </a:lnTo>
                  <a:lnTo>
                    <a:pt x="5233451" y="1398965"/>
                  </a:lnTo>
                  <a:lnTo>
                    <a:pt x="5235162" y="1317897"/>
                  </a:lnTo>
                  <a:lnTo>
                    <a:pt x="5236874" y="1329136"/>
                  </a:lnTo>
                  <a:lnTo>
                    <a:pt x="5238585" y="1321451"/>
                  </a:lnTo>
                  <a:lnTo>
                    <a:pt x="5240296" y="1353720"/>
                  </a:lnTo>
                  <a:lnTo>
                    <a:pt x="5242008" y="1409401"/>
                  </a:lnTo>
                  <a:lnTo>
                    <a:pt x="5243719" y="1350856"/>
                  </a:lnTo>
                  <a:lnTo>
                    <a:pt x="5245431" y="1405223"/>
                  </a:lnTo>
                  <a:lnTo>
                    <a:pt x="5247142" y="1442361"/>
                  </a:lnTo>
                  <a:lnTo>
                    <a:pt x="5248853" y="1432148"/>
                  </a:lnTo>
                  <a:lnTo>
                    <a:pt x="5250565" y="1436492"/>
                  </a:lnTo>
                  <a:lnTo>
                    <a:pt x="5252276" y="1436564"/>
                  </a:lnTo>
                  <a:lnTo>
                    <a:pt x="5253988" y="1431423"/>
                  </a:lnTo>
                  <a:lnTo>
                    <a:pt x="5255699" y="1427942"/>
                  </a:lnTo>
                  <a:lnTo>
                    <a:pt x="5257410" y="1432728"/>
                  </a:lnTo>
                  <a:lnTo>
                    <a:pt x="5259122" y="1419602"/>
                  </a:lnTo>
                  <a:lnTo>
                    <a:pt x="5260833" y="1417494"/>
                  </a:lnTo>
                  <a:lnTo>
                    <a:pt x="5262545" y="1439767"/>
                  </a:lnTo>
                  <a:lnTo>
                    <a:pt x="5264256" y="1416684"/>
                  </a:lnTo>
                  <a:lnTo>
                    <a:pt x="5265967" y="1420498"/>
                  </a:lnTo>
                  <a:lnTo>
                    <a:pt x="5267679" y="1414947"/>
                  </a:lnTo>
                  <a:lnTo>
                    <a:pt x="5269390" y="1369139"/>
                  </a:lnTo>
                  <a:lnTo>
                    <a:pt x="5271101" y="1344360"/>
                  </a:lnTo>
                  <a:lnTo>
                    <a:pt x="5272813" y="1340397"/>
                  </a:lnTo>
                  <a:lnTo>
                    <a:pt x="5274524" y="1398414"/>
                  </a:lnTo>
                  <a:lnTo>
                    <a:pt x="5276236" y="1389258"/>
                  </a:lnTo>
                  <a:lnTo>
                    <a:pt x="5277947" y="1376831"/>
                  </a:lnTo>
                  <a:lnTo>
                    <a:pt x="5279658" y="1381779"/>
                  </a:lnTo>
                  <a:lnTo>
                    <a:pt x="5281370" y="1346773"/>
                  </a:lnTo>
                  <a:lnTo>
                    <a:pt x="5283081" y="1342812"/>
                  </a:lnTo>
                  <a:lnTo>
                    <a:pt x="5284793" y="1351071"/>
                  </a:lnTo>
                  <a:lnTo>
                    <a:pt x="5286504" y="1332791"/>
                  </a:lnTo>
                  <a:lnTo>
                    <a:pt x="5288215" y="1356481"/>
                  </a:lnTo>
                  <a:lnTo>
                    <a:pt x="5289927" y="1362238"/>
                  </a:lnTo>
                  <a:lnTo>
                    <a:pt x="5291638" y="1354255"/>
                  </a:lnTo>
                  <a:lnTo>
                    <a:pt x="5293350" y="1346900"/>
                  </a:lnTo>
                  <a:lnTo>
                    <a:pt x="5295061" y="1351015"/>
                  </a:lnTo>
                  <a:lnTo>
                    <a:pt x="5296772" y="1334030"/>
                  </a:lnTo>
                  <a:lnTo>
                    <a:pt x="5298484" y="1343779"/>
                  </a:lnTo>
                  <a:lnTo>
                    <a:pt x="5300195" y="1367962"/>
                  </a:lnTo>
                  <a:lnTo>
                    <a:pt x="5301907" y="1410700"/>
                  </a:lnTo>
                  <a:lnTo>
                    <a:pt x="5303618" y="1432928"/>
                  </a:lnTo>
                  <a:lnTo>
                    <a:pt x="5305329" y="1424641"/>
                  </a:lnTo>
                  <a:lnTo>
                    <a:pt x="5307041" y="1442464"/>
                  </a:lnTo>
                  <a:lnTo>
                    <a:pt x="5308752" y="1420536"/>
                  </a:lnTo>
                  <a:lnTo>
                    <a:pt x="5310464" y="1398682"/>
                  </a:lnTo>
                  <a:lnTo>
                    <a:pt x="5312175" y="1418085"/>
                  </a:lnTo>
                  <a:lnTo>
                    <a:pt x="5313886" y="1420892"/>
                  </a:lnTo>
                  <a:lnTo>
                    <a:pt x="5315598" y="1414888"/>
                  </a:lnTo>
                  <a:lnTo>
                    <a:pt x="5317309" y="1426271"/>
                  </a:lnTo>
                  <a:lnTo>
                    <a:pt x="5319021" y="1422904"/>
                  </a:lnTo>
                  <a:lnTo>
                    <a:pt x="5320732" y="1457389"/>
                  </a:lnTo>
                  <a:lnTo>
                    <a:pt x="5322443" y="1461986"/>
                  </a:lnTo>
                  <a:lnTo>
                    <a:pt x="5324155" y="1427629"/>
                  </a:lnTo>
                  <a:lnTo>
                    <a:pt x="5325866" y="1428866"/>
                  </a:lnTo>
                  <a:lnTo>
                    <a:pt x="5327578" y="1398749"/>
                  </a:lnTo>
                  <a:lnTo>
                    <a:pt x="5329289" y="1402745"/>
                  </a:lnTo>
                  <a:lnTo>
                    <a:pt x="5331000" y="1386286"/>
                  </a:lnTo>
                  <a:lnTo>
                    <a:pt x="5332712" y="1342982"/>
                  </a:lnTo>
                  <a:lnTo>
                    <a:pt x="5334423" y="1332738"/>
                  </a:lnTo>
                  <a:lnTo>
                    <a:pt x="5336135" y="1317813"/>
                  </a:lnTo>
                  <a:lnTo>
                    <a:pt x="5337846" y="1373945"/>
                  </a:lnTo>
                  <a:lnTo>
                    <a:pt x="5339557" y="1342870"/>
                  </a:lnTo>
                  <a:lnTo>
                    <a:pt x="5341269" y="1281037"/>
                  </a:lnTo>
                  <a:lnTo>
                    <a:pt x="5342980" y="1166936"/>
                  </a:lnTo>
                  <a:lnTo>
                    <a:pt x="5344692" y="1122811"/>
                  </a:lnTo>
                  <a:lnTo>
                    <a:pt x="5346403" y="1178358"/>
                  </a:lnTo>
                  <a:lnTo>
                    <a:pt x="5348114" y="1231140"/>
                  </a:lnTo>
                  <a:lnTo>
                    <a:pt x="5349826" y="1252797"/>
                  </a:lnTo>
                  <a:lnTo>
                    <a:pt x="5351537" y="1274441"/>
                  </a:lnTo>
                  <a:lnTo>
                    <a:pt x="5353249" y="1241578"/>
                  </a:lnTo>
                  <a:lnTo>
                    <a:pt x="5354960" y="1246116"/>
                  </a:lnTo>
                  <a:lnTo>
                    <a:pt x="5356671" y="1241896"/>
                  </a:lnTo>
                  <a:lnTo>
                    <a:pt x="5358383" y="1213849"/>
                  </a:lnTo>
                  <a:lnTo>
                    <a:pt x="5360094" y="1214585"/>
                  </a:lnTo>
                  <a:lnTo>
                    <a:pt x="5361806" y="1216071"/>
                  </a:lnTo>
                  <a:lnTo>
                    <a:pt x="5363517" y="1211079"/>
                  </a:lnTo>
                  <a:lnTo>
                    <a:pt x="5365228" y="1191928"/>
                  </a:lnTo>
                  <a:lnTo>
                    <a:pt x="5366940" y="1105582"/>
                  </a:lnTo>
                  <a:lnTo>
                    <a:pt x="5368651" y="1060360"/>
                  </a:lnTo>
                  <a:lnTo>
                    <a:pt x="5370363" y="1023217"/>
                  </a:lnTo>
                  <a:lnTo>
                    <a:pt x="5372074" y="1093691"/>
                  </a:lnTo>
                  <a:lnTo>
                    <a:pt x="5373785" y="1063951"/>
                  </a:lnTo>
                  <a:lnTo>
                    <a:pt x="5375497" y="1057128"/>
                  </a:lnTo>
                  <a:lnTo>
                    <a:pt x="5377208" y="1097381"/>
                  </a:lnTo>
                  <a:lnTo>
                    <a:pt x="5378919" y="1165316"/>
                  </a:lnTo>
                  <a:lnTo>
                    <a:pt x="5380631" y="1180194"/>
                  </a:lnTo>
                  <a:lnTo>
                    <a:pt x="5382342" y="1149351"/>
                  </a:lnTo>
                  <a:lnTo>
                    <a:pt x="5384054" y="1116903"/>
                  </a:lnTo>
                  <a:lnTo>
                    <a:pt x="5385765" y="1186323"/>
                  </a:lnTo>
                  <a:lnTo>
                    <a:pt x="5387476" y="1160952"/>
                  </a:lnTo>
                  <a:lnTo>
                    <a:pt x="5389188" y="1158126"/>
                  </a:lnTo>
                  <a:lnTo>
                    <a:pt x="5390899" y="1280768"/>
                  </a:lnTo>
                  <a:lnTo>
                    <a:pt x="5392611" y="1351551"/>
                  </a:lnTo>
                  <a:lnTo>
                    <a:pt x="5394322" y="1335025"/>
                  </a:lnTo>
                  <a:lnTo>
                    <a:pt x="5396033" y="1252924"/>
                  </a:lnTo>
                  <a:lnTo>
                    <a:pt x="5397745" y="1280965"/>
                  </a:lnTo>
                  <a:lnTo>
                    <a:pt x="5399456" y="1328227"/>
                  </a:lnTo>
                  <a:lnTo>
                    <a:pt x="5401168" y="1334401"/>
                  </a:lnTo>
                  <a:lnTo>
                    <a:pt x="5402879" y="1284429"/>
                  </a:lnTo>
                  <a:lnTo>
                    <a:pt x="5404590" y="1284384"/>
                  </a:lnTo>
                  <a:lnTo>
                    <a:pt x="5406302" y="1208887"/>
                  </a:lnTo>
                  <a:lnTo>
                    <a:pt x="5408013" y="1182326"/>
                  </a:lnTo>
                  <a:lnTo>
                    <a:pt x="5409725" y="1199248"/>
                  </a:lnTo>
                  <a:lnTo>
                    <a:pt x="5411436" y="1214651"/>
                  </a:lnTo>
                  <a:lnTo>
                    <a:pt x="5413147" y="1284941"/>
                  </a:lnTo>
                  <a:lnTo>
                    <a:pt x="5414859" y="1291420"/>
                  </a:lnTo>
                  <a:lnTo>
                    <a:pt x="5416570" y="1276236"/>
                  </a:lnTo>
                  <a:lnTo>
                    <a:pt x="5418282" y="1264261"/>
                  </a:lnTo>
                  <a:lnTo>
                    <a:pt x="5419993" y="1298287"/>
                  </a:lnTo>
                  <a:lnTo>
                    <a:pt x="5421704" y="1315393"/>
                  </a:lnTo>
                  <a:lnTo>
                    <a:pt x="5423416" y="1329159"/>
                  </a:lnTo>
                  <a:lnTo>
                    <a:pt x="5425127" y="1296688"/>
                  </a:lnTo>
                  <a:lnTo>
                    <a:pt x="5426839" y="1285442"/>
                  </a:lnTo>
                  <a:lnTo>
                    <a:pt x="5428550" y="1294144"/>
                  </a:lnTo>
                  <a:lnTo>
                    <a:pt x="5430261" y="1248157"/>
                  </a:lnTo>
                  <a:lnTo>
                    <a:pt x="5431973" y="1225960"/>
                  </a:lnTo>
                  <a:lnTo>
                    <a:pt x="5433684" y="1278836"/>
                  </a:lnTo>
                  <a:lnTo>
                    <a:pt x="5435396" y="1317555"/>
                  </a:lnTo>
                  <a:lnTo>
                    <a:pt x="5437107" y="1284950"/>
                  </a:lnTo>
                  <a:lnTo>
                    <a:pt x="5438818" y="1286828"/>
                  </a:lnTo>
                  <a:lnTo>
                    <a:pt x="5440530" y="1283654"/>
                  </a:lnTo>
                  <a:lnTo>
                    <a:pt x="5442241" y="1260441"/>
                  </a:lnTo>
                  <a:lnTo>
                    <a:pt x="5443953" y="1251611"/>
                  </a:lnTo>
                  <a:lnTo>
                    <a:pt x="5445664" y="1140396"/>
                  </a:lnTo>
                  <a:lnTo>
                    <a:pt x="5447375" y="1074060"/>
                  </a:lnTo>
                  <a:lnTo>
                    <a:pt x="5449087" y="1024124"/>
                  </a:lnTo>
                  <a:lnTo>
                    <a:pt x="5450798" y="1076629"/>
                  </a:lnTo>
                  <a:lnTo>
                    <a:pt x="5452510" y="1032230"/>
                  </a:lnTo>
                  <a:lnTo>
                    <a:pt x="5454221" y="968187"/>
                  </a:lnTo>
                  <a:lnTo>
                    <a:pt x="5455932" y="1040058"/>
                  </a:lnTo>
                  <a:lnTo>
                    <a:pt x="5457644" y="1124004"/>
                  </a:lnTo>
                  <a:lnTo>
                    <a:pt x="5459355" y="1210164"/>
                  </a:lnTo>
                  <a:lnTo>
                    <a:pt x="5461067" y="1248435"/>
                  </a:lnTo>
                  <a:lnTo>
                    <a:pt x="5462778" y="1252890"/>
                  </a:lnTo>
                  <a:lnTo>
                    <a:pt x="5464489" y="1261735"/>
                  </a:lnTo>
                  <a:lnTo>
                    <a:pt x="5466201" y="1236725"/>
                  </a:lnTo>
                  <a:lnTo>
                    <a:pt x="5467912" y="1149171"/>
                  </a:lnTo>
                  <a:lnTo>
                    <a:pt x="5469624" y="1219179"/>
                  </a:lnTo>
                  <a:lnTo>
                    <a:pt x="5471335" y="1258138"/>
                  </a:lnTo>
                  <a:lnTo>
                    <a:pt x="5473046" y="1272300"/>
                  </a:lnTo>
                  <a:lnTo>
                    <a:pt x="5474758" y="1248895"/>
                  </a:lnTo>
                  <a:lnTo>
                    <a:pt x="5476469" y="1267818"/>
                  </a:lnTo>
                  <a:lnTo>
                    <a:pt x="5478181" y="1257638"/>
                  </a:lnTo>
                  <a:lnTo>
                    <a:pt x="5479892" y="1279075"/>
                  </a:lnTo>
                  <a:lnTo>
                    <a:pt x="5481603" y="1272600"/>
                  </a:lnTo>
                  <a:lnTo>
                    <a:pt x="5483315" y="1241693"/>
                  </a:lnTo>
                  <a:lnTo>
                    <a:pt x="5485026" y="1258259"/>
                  </a:lnTo>
                  <a:lnTo>
                    <a:pt x="5486737" y="1289880"/>
                  </a:lnTo>
                  <a:lnTo>
                    <a:pt x="5488449" y="1285728"/>
                  </a:lnTo>
                  <a:lnTo>
                    <a:pt x="5490160" y="1276484"/>
                  </a:lnTo>
                  <a:lnTo>
                    <a:pt x="5491872" y="1280845"/>
                  </a:lnTo>
                  <a:lnTo>
                    <a:pt x="5493583" y="1285994"/>
                  </a:lnTo>
                  <a:lnTo>
                    <a:pt x="5495294" y="1287823"/>
                  </a:lnTo>
                  <a:lnTo>
                    <a:pt x="5497006" y="1351917"/>
                  </a:lnTo>
                  <a:lnTo>
                    <a:pt x="5498717" y="1358992"/>
                  </a:lnTo>
                  <a:lnTo>
                    <a:pt x="5500429" y="1358384"/>
                  </a:lnTo>
                  <a:lnTo>
                    <a:pt x="5502140" y="1358060"/>
                  </a:lnTo>
                  <a:lnTo>
                    <a:pt x="5503851" y="1352656"/>
                  </a:lnTo>
                  <a:lnTo>
                    <a:pt x="5505563" y="1388005"/>
                  </a:lnTo>
                  <a:lnTo>
                    <a:pt x="5507274" y="1414700"/>
                  </a:lnTo>
                  <a:lnTo>
                    <a:pt x="5508986" y="1408412"/>
                  </a:lnTo>
                  <a:lnTo>
                    <a:pt x="5510697" y="1387548"/>
                  </a:lnTo>
                  <a:lnTo>
                    <a:pt x="5512408" y="1399830"/>
                  </a:lnTo>
                  <a:lnTo>
                    <a:pt x="5514120" y="1413442"/>
                  </a:lnTo>
                  <a:lnTo>
                    <a:pt x="5515831" y="1429734"/>
                  </a:lnTo>
                  <a:lnTo>
                    <a:pt x="5517543" y="1392020"/>
                  </a:lnTo>
                  <a:lnTo>
                    <a:pt x="5519254" y="1392036"/>
                  </a:lnTo>
                  <a:lnTo>
                    <a:pt x="5520965" y="1367836"/>
                  </a:lnTo>
                  <a:lnTo>
                    <a:pt x="5522677" y="1348418"/>
                  </a:lnTo>
                  <a:lnTo>
                    <a:pt x="5524388" y="1310692"/>
                  </a:lnTo>
                  <a:lnTo>
                    <a:pt x="5526100" y="1228136"/>
                  </a:lnTo>
                  <a:lnTo>
                    <a:pt x="5527811" y="1103192"/>
                  </a:lnTo>
                  <a:lnTo>
                    <a:pt x="5529522" y="1169321"/>
                  </a:lnTo>
                  <a:lnTo>
                    <a:pt x="5531234" y="1052367"/>
                  </a:lnTo>
                  <a:lnTo>
                    <a:pt x="5532945" y="1029563"/>
                  </a:lnTo>
                  <a:lnTo>
                    <a:pt x="5534657" y="911597"/>
                  </a:lnTo>
                  <a:lnTo>
                    <a:pt x="5536368" y="1005774"/>
                  </a:lnTo>
                  <a:lnTo>
                    <a:pt x="5538079" y="1006577"/>
                  </a:lnTo>
                  <a:lnTo>
                    <a:pt x="5539791" y="922220"/>
                  </a:lnTo>
                  <a:lnTo>
                    <a:pt x="5541502" y="921782"/>
                  </a:lnTo>
                  <a:lnTo>
                    <a:pt x="5543214" y="1014366"/>
                  </a:lnTo>
                  <a:lnTo>
                    <a:pt x="5544925" y="1140648"/>
                  </a:lnTo>
                  <a:lnTo>
                    <a:pt x="5546636" y="1194114"/>
                  </a:lnTo>
                  <a:lnTo>
                    <a:pt x="5548348" y="1177258"/>
                  </a:lnTo>
                  <a:lnTo>
                    <a:pt x="5550059" y="1205025"/>
                  </a:lnTo>
                  <a:lnTo>
                    <a:pt x="5551771" y="1250012"/>
                  </a:lnTo>
                  <a:lnTo>
                    <a:pt x="5553482" y="1255748"/>
                  </a:lnTo>
                  <a:lnTo>
                    <a:pt x="5555193" y="1264149"/>
                  </a:lnTo>
                  <a:lnTo>
                    <a:pt x="5556905" y="1271981"/>
                  </a:lnTo>
                  <a:lnTo>
                    <a:pt x="5558616" y="1319905"/>
                  </a:lnTo>
                  <a:lnTo>
                    <a:pt x="5560328" y="1300678"/>
                  </a:lnTo>
                  <a:lnTo>
                    <a:pt x="5562039" y="1175088"/>
                  </a:lnTo>
                  <a:lnTo>
                    <a:pt x="5563750" y="1140083"/>
                  </a:lnTo>
                  <a:lnTo>
                    <a:pt x="5565462" y="1048432"/>
                  </a:lnTo>
                  <a:lnTo>
                    <a:pt x="5567173" y="1149925"/>
                  </a:lnTo>
                  <a:lnTo>
                    <a:pt x="5568885" y="1116564"/>
                  </a:lnTo>
                  <a:lnTo>
                    <a:pt x="5570596" y="1082621"/>
                  </a:lnTo>
                  <a:lnTo>
                    <a:pt x="5572307" y="1168969"/>
                  </a:lnTo>
                  <a:lnTo>
                    <a:pt x="5574019" y="1189818"/>
                  </a:lnTo>
                  <a:lnTo>
                    <a:pt x="5575730" y="1261065"/>
                  </a:lnTo>
                  <a:lnTo>
                    <a:pt x="5577442" y="1208772"/>
                  </a:lnTo>
                  <a:lnTo>
                    <a:pt x="5579153" y="1281349"/>
                  </a:lnTo>
                  <a:lnTo>
                    <a:pt x="5580864" y="1293058"/>
                  </a:lnTo>
                  <a:lnTo>
                    <a:pt x="5582576" y="1343495"/>
                  </a:lnTo>
                  <a:lnTo>
                    <a:pt x="5584287" y="1304353"/>
                  </a:lnTo>
                  <a:lnTo>
                    <a:pt x="5585999" y="1298777"/>
                  </a:lnTo>
                  <a:lnTo>
                    <a:pt x="5587710" y="1192257"/>
                  </a:lnTo>
                  <a:lnTo>
                    <a:pt x="5589421" y="1137333"/>
                  </a:lnTo>
                  <a:lnTo>
                    <a:pt x="5591133" y="1121149"/>
                  </a:lnTo>
                  <a:lnTo>
                    <a:pt x="5592844" y="1148475"/>
                  </a:lnTo>
                  <a:lnTo>
                    <a:pt x="5594555" y="1201966"/>
                  </a:lnTo>
                  <a:lnTo>
                    <a:pt x="5596267" y="1243329"/>
                  </a:lnTo>
                  <a:lnTo>
                    <a:pt x="5597978" y="1239452"/>
                  </a:lnTo>
                  <a:lnTo>
                    <a:pt x="5599690" y="1196847"/>
                  </a:lnTo>
                  <a:lnTo>
                    <a:pt x="5601401" y="1143882"/>
                  </a:lnTo>
                  <a:lnTo>
                    <a:pt x="5603112" y="1152039"/>
                  </a:lnTo>
                  <a:lnTo>
                    <a:pt x="5604824" y="1266520"/>
                  </a:lnTo>
                  <a:lnTo>
                    <a:pt x="5606535" y="1294493"/>
                  </a:lnTo>
                  <a:lnTo>
                    <a:pt x="5608247" y="1328285"/>
                  </a:lnTo>
                  <a:lnTo>
                    <a:pt x="5609958" y="1394140"/>
                  </a:lnTo>
                  <a:lnTo>
                    <a:pt x="5611669" y="1361803"/>
                  </a:lnTo>
                  <a:lnTo>
                    <a:pt x="5613381" y="1345486"/>
                  </a:lnTo>
                  <a:lnTo>
                    <a:pt x="5615092" y="1363832"/>
                  </a:lnTo>
                  <a:lnTo>
                    <a:pt x="5616804" y="1353104"/>
                  </a:lnTo>
                  <a:lnTo>
                    <a:pt x="5618515" y="1346827"/>
                  </a:lnTo>
                  <a:lnTo>
                    <a:pt x="5620226" y="1379233"/>
                  </a:lnTo>
                  <a:lnTo>
                    <a:pt x="5621938" y="1392281"/>
                  </a:lnTo>
                  <a:lnTo>
                    <a:pt x="5623649" y="1454949"/>
                  </a:lnTo>
                  <a:lnTo>
                    <a:pt x="5625361" y="1444086"/>
                  </a:lnTo>
                  <a:lnTo>
                    <a:pt x="5627072" y="1453388"/>
                  </a:lnTo>
                  <a:lnTo>
                    <a:pt x="5628783" y="1442393"/>
                  </a:lnTo>
                  <a:lnTo>
                    <a:pt x="5630495" y="1436758"/>
                  </a:lnTo>
                  <a:lnTo>
                    <a:pt x="5632206" y="1455221"/>
                  </a:lnTo>
                  <a:lnTo>
                    <a:pt x="5633918" y="1441048"/>
                  </a:lnTo>
                  <a:lnTo>
                    <a:pt x="5635629" y="1452119"/>
                  </a:lnTo>
                  <a:lnTo>
                    <a:pt x="5637340" y="1441010"/>
                  </a:lnTo>
                  <a:lnTo>
                    <a:pt x="5639052" y="1437133"/>
                  </a:lnTo>
                  <a:lnTo>
                    <a:pt x="5640763" y="1411050"/>
                  </a:lnTo>
                  <a:lnTo>
                    <a:pt x="5642475" y="1436652"/>
                  </a:lnTo>
                  <a:lnTo>
                    <a:pt x="5644186" y="1446800"/>
                  </a:lnTo>
                  <a:lnTo>
                    <a:pt x="5645897" y="1401445"/>
                  </a:lnTo>
                  <a:lnTo>
                    <a:pt x="5647609" y="1376752"/>
                  </a:lnTo>
                  <a:lnTo>
                    <a:pt x="5649320" y="1371253"/>
                  </a:lnTo>
                  <a:lnTo>
                    <a:pt x="5651032" y="1334744"/>
                  </a:lnTo>
                  <a:lnTo>
                    <a:pt x="5652743" y="1295543"/>
                  </a:lnTo>
                  <a:lnTo>
                    <a:pt x="5654454" y="1308160"/>
                  </a:lnTo>
                  <a:lnTo>
                    <a:pt x="5656166" y="1275093"/>
                  </a:lnTo>
                  <a:lnTo>
                    <a:pt x="5657877" y="1292259"/>
                  </a:lnTo>
                  <a:lnTo>
                    <a:pt x="5659589" y="1220511"/>
                  </a:lnTo>
                  <a:lnTo>
                    <a:pt x="5661300" y="1204356"/>
                  </a:lnTo>
                  <a:lnTo>
                    <a:pt x="5663011" y="1216845"/>
                  </a:lnTo>
                  <a:lnTo>
                    <a:pt x="5664723" y="1223530"/>
                  </a:lnTo>
                  <a:lnTo>
                    <a:pt x="5666434" y="1234578"/>
                  </a:lnTo>
                  <a:lnTo>
                    <a:pt x="5668146" y="1237623"/>
                  </a:lnTo>
                  <a:lnTo>
                    <a:pt x="5669857" y="1254353"/>
                  </a:lnTo>
                  <a:lnTo>
                    <a:pt x="5671568" y="1261344"/>
                  </a:lnTo>
                  <a:lnTo>
                    <a:pt x="5673280" y="1251402"/>
                  </a:lnTo>
                  <a:lnTo>
                    <a:pt x="5674991" y="1251661"/>
                  </a:lnTo>
                  <a:lnTo>
                    <a:pt x="5676703" y="1220318"/>
                  </a:lnTo>
                  <a:lnTo>
                    <a:pt x="5678414" y="1149551"/>
                  </a:lnTo>
                  <a:lnTo>
                    <a:pt x="5680125" y="1109403"/>
                  </a:lnTo>
                  <a:lnTo>
                    <a:pt x="5681837" y="1163073"/>
                  </a:lnTo>
                  <a:lnTo>
                    <a:pt x="5683548" y="1219239"/>
                  </a:lnTo>
                  <a:lnTo>
                    <a:pt x="5685260" y="1224861"/>
                  </a:lnTo>
                  <a:lnTo>
                    <a:pt x="5686971" y="1290613"/>
                  </a:lnTo>
                  <a:lnTo>
                    <a:pt x="5688682" y="1282470"/>
                  </a:lnTo>
                  <a:lnTo>
                    <a:pt x="5690394" y="1323062"/>
                  </a:lnTo>
                  <a:lnTo>
                    <a:pt x="5692105" y="1312638"/>
                  </a:lnTo>
                  <a:lnTo>
                    <a:pt x="5693816" y="1300370"/>
                  </a:lnTo>
                  <a:lnTo>
                    <a:pt x="5695528" y="1277770"/>
                  </a:lnTo>
                  <a:lnTo>
                    <a:pt x="5697239" y="1335286"/>
                  </a:lnTo>
                  <a:lnTo>
                    <a:pt x="5698951" y="1398995"/>
                  </a:lnTo>
                  <a:lnTo>
                    <a:pt x="5700662" y="1392594"/>
                  </a:lnTo>
                  <a:lnTo>
                    <a:pt x="5702373" y="1376573"/>
                  </a:lnTo>
                  <a:lnTo>
                    <a:pt x="5704085" y="1366171"/>
                  </a:lnTo>
                  <a:lnTo>
                    <a:pt x="5705796" y="1366829"/>
                  </a:lnTo>
                  <a:lnTo>
                    <a:pt x="5707508" y="1341136"/>
                  </a:lnTo>
                  <a:lnTo>
                    <a:pt x="5709219" y="1312971"/>
                  </a:lnTo>
                  <a:lnTo>
                    <a:pt x="5710930" y="1262308"/>
                  </a:lnTo>
                  <a:lnTo>
                    <a:pt x="5712642" y="1246218"/>
                  </a:lnTo>
                  <a:lnTo>
                    <a:pt x="5714353" y="1193277"/>
                  </a:lnTo>
                  <a:lnTo>
                    <a:pt x="5716065" y="1141001"/>
                  </a:lnTo>
                  <a:lnTo>
                    <a:pt x="5717776" y="1088381"/>
                  </a:lnTo>
                  <a:lnTo>
                    <a:pt x="5719487" y="1030811"/>
                  </a:lnTo>
                  <a:lnTo>
                    <a:pt x="5721199" y="1058334"/>
                  </a:lnTo>
                  <a:lnTo>
                    <a:pt x="5722910" y="1086852"/>
                  </a:lnTo>
                  <a:lnTo>
                    <a:pt x="5724622" y="1049751"/>
                  </a:lnTo>
                  <a:lnTo>
                    <a:pt x="5726333" y="1051663"/>
                  </a:lnTo>
                  <a:lnTo>
                    <a:pt x="5728044" y="1125723"/>
                  </a:lnTo>
                  <a:lnTo>
                    <a:pt x="5729756" y="1195912"/>
                  </a:lnTo>
                  <a:lnTo>
                    <a:pt x="5731467" y="1246667"/>
                  </a:lnTo>
                  <a:lnTo>
                    <a:pt x="5733179" y="1264613"/>
                  </a:lnTo>
                  <a:lnTo>
                    <a:pt x="5734890" y="1331586"/>
                  </a:lnTo>
                  <a:lnTo>
                    <a:pt x="5736601" y="1361097"/>
                  </a:lnTo>
                  <a:lnTo>
                    <a:pt x="5738313" y="1349590"/>
                  </a:lnTo>
                  <a:lnTo>
                    <a:pt x="5740024" y="1347496"/>
                  </a:lnTo>
                  <a:lnTo>
                    <a:pt x="5741736" y="1290850"/>
                  </a:lnTo>
                  <a:lnTo>
                    <a:pt x="5743447" y="1239389"/>
                  </a:lnTo>
                  <a:lnTo>
                    <a:pt x="5745158" y="1304464"/>
                  </a:lnTo>
                  <a:lnTo>
                    <a:pt x="5746870" y="1314360"/>
                  </a:lnTo>
                  <a:lnTo>
                    <a:pt x="5748581" y="1357981"/>
                  </a:lnTo>
                  <a:lnTo>
                    <a:pt x="5750293" y="1349067"/>
                  </a:lnTo>
                  <a:lnTo>
                    <a:pt x="5752004" y="1407415"/>
                  </a:lnTo>
                  <a:lnTo>
                    <a:pt x="5753715" y="1404250"/>
                  </a:lnTo>
                  <a:lnTo>
                    <a:pt x="5755427" y="1423356"/>
                  </a:lnTo>
                  <a:lnTo>
                    <a:pt x="5757138" y="1415819"/>
                  </a:lnTo>
                  <a:lnTo>
                    <a:pt x="5758850" y="1393765"/>
                  </a:lnTo>
                  <a:lnTo>
                    <a:pt x="5760561" y="1413546"/>
                  </a:lnTo>
                  <a:lnTo>
                    <a:pt x="5762272" y="1420273"/>
                  </a:lnTo>
                  <a:lnTo>
                    <a:pt x="5763984" y="1409378"/>
                  </a:lnTo>
                  <a:lnTo>
                    <a:pt x="5765695" y="1404873"/>
                  </a:lnTo>
                  <a:lnTo>
                    <a:pt x="5767407" y="1391265"/>
                  </a:lnTo>
                  <a:lnTo>
                    <a:pt x="5769118" y="1370322"/>
                  </a:lnTo>
                  <a:lnTo>
                    <a:pt x="5770829" y="1375805"/>
                  </a:lnTo>
                  <a:lnTo>
                    <a:pt x="5772541" y="1367414"/>
                  </a:lnTo>
                  <a:lnTo>
                    <a:pt x="5774252" y="1316306"/>
                  </a:lnTo>
                  <a:lnTo>
                    <a:pt x="5775964" y="1339967"/>
                  </a:lnTo>
                  <a:lnTo>
                    <a:pt x="5777675" y="1330579"/>
                  </a:lnTo>
                  <a:lnTo>
                    <a:pt x="5779386" y="1349886"/>
                  </a:lnTo>
                  <a:lnTo>
                    <a:pt x="5781098" y="1354963"/>
                  </a:lnTo>
                  <a:lnTo>
                    <a:pt x="5782809" y="1358035"/>
                  </a:lnTo>
                  <a:lnTo>
                    <a:pt x="5784521" y="1337584"/>
                  </a:lnTo>
                  <a:lnTo>
                    <a:pt x="5786232" y="1294505"/>
                  </a:lnTo>
                  <a:lnTo>
                    <a:pt x="5787943" y="1284111"/>
                  </a:lnTo>
                  <a:lnTo>
                    <a:pt x="5789655" y="1271671"/>
                  </a:lnTo>
                  <a:lnTo>
                    <a:pt x="5791366" y="1306338"/>
                  </a:lnTo>
                  <a:lnTo>
                    <a:pt x="5793078" y="1337351"/>
                  </a:lnTo>
                  <a:lnTo>
                    <a:pt x="5794789" y="1344317"/>
                  </a:lnTo>
                  <a:lnTo>
                    <a:pt x="5796500" y="1361918"/>
                  </a:lnTo>
                  <a:lnTo>
                    <a:pt x="5798212" y="1360920"/>
                  </a:lnTo>
                  <a:lnTo>
                    <a:pt x="5799923" y="1329201"/>
                  </a:lnTo>
                  <a:lnTo>
                    <a:pt x="5801634" y="1325960"/>
                  </a:lnTo>
                  <a:lnTo>
                    <a:pt x="5803346" y="1327966"/>
                  </a:lnTo>
                  <a:lnTo>
                    <a:pt x="5805057" y="1292587"/>
                  </a:lnTo>
                  <a:lnTo>
                    <a:pt x="5806769" y="1310185"/>
                  </a:lnTo>
                  <a:lnTo>
                    <a:pt x="5808480" y="1348752"/>
                  </a:lnTo>
                  <a:lnTo>
                    <a:pt x="5810191" y="1348878"/>
                  </a:lnTo>
                  <a:lnTo>
                    <a:pt x="5811903" y="1341404"/>
                  </a:lnTo>
                  <a:lnTo>
                    <a:pt x="5813614" y="1304301"/>
                  </a:lnTo>
                  <a:lnTo>
                    <a:pt x="5815326" y="1268111"/>
                  </a:lnTo>
                  <a:lnTo>
                    <a:pt x="5817037" y="1242176"/>
                  </a:lnTo>
                  <a:lnTo>
                    <a:pt x="5818748" y="1280409"/>
                  </a:lnTo>
                  <a:lnTo>
                    <a:pt x="5820460" y="1214768"/>
                  </a:lnTo>
                  <a:lnTo>
                    <a:pt x="5822171" y="1190029"/>
                  </a:lnTo>
                  <a:lnTo>
                    <a:pt x="5823883" y="1200673"/>
                  </a:lnTo>
                  <a:lnTo>
                    <a:pt x="5825594" y="1344171"/>
                  </a:lnTo>
                  <a:lnTo>
                    <a:pt x="5827305" y="1249363"/>
                  </a:lnTo>
                  <a:lnTo>
                    <a:pt x="5829017" y="1263856"/>
                  </a:lnTo>
                  <a:lnTo>
                    <a:pt x="5830728" y="1224589"/>
                  </a:lnTo>
                  <a:lnTo>
                    <a:pt x="5832440" y="1282524"/>
                  </a:lnTo>
                  <a:lnTo>
                    <a:pt x="5834151" y="1245396"/>
                  </a:lnTo>
                  <a:lnTo>
                    <a:pt x="5835862" y="1257816"/>
                  </a:lnTo>
                  <a:lnTo>
                    <a:pt x="5837574" y="1278506"/>
                  </a:lnTo>
                  <a:lnTo>
                    <a:pt x="5839285" y="1282111"/>
                  </a:lnTo>
                  <a:lnTo>
                    <a:pt x="5840997" y="1282392"/>
                  </a:lnTo>
                  <a:lnTo>
                    <a:pt x="5842708" y="1336947"/>
                  </a:lnTo>
                  <a:lnTo>
                    <a:pt x="5844419" y="1348232"/>
                  </a:lnTo>
                  <a:lnTo>
                    <a:pt x="5846131" y="1344361"/>
                  </a:lnTo>
                  <a:lnTo>
                    <a:pt x="5847842" y="1329072"/>
                  </a:lnTo>
                  <a:lnTo>
                    <a:pt x="5849554" y="1257502"/>
                  </a:lnTo>
                  <a:lnTo>
                    <a:pt x="5851265" y="1237457"/>
                  </a:lnTo>
                  <a:lnTo>
                    <a:pt x="5852976" y="1240134"/>
                  </a:lnTo>
                  <a:lnTo>
                    <a:pt x="5854688" y="1327347"/>
                  </a:lnTo>
                  <a:lnTo>
                    <a:pt x="5856399" y="1392703"/>
                  </a:lnTo>
                  <a:lnTo>
                    <a:pt x="5858111" y="1374610"/>
                  </a:lnTo>
                  <a:lnTo>
                    <a:pt x="5859822" y="1398288"/>
                  </a:lnTo>
                  <a:lnTo>
                    <a:pt x="5861533" y="1388307"/>
                  </a:lnTo>
                  <a:lnTo>
                    <a:pt x="5863245" y="1403858"/>
                  </a:lnTo>
                  <a:lnTo>
                    <a:pt x="5864956" y="1389231"/>
                  </a:lnTo>
                  <a:lnTo>
                    <a:pt x="5866668" y="1391026"/>
                  </a:lnTo>
                  <a:lnTo>
                    <a:pt x="5868379" y="1388413"/>
                  </a:lnTo>
                  <a:lnTo>
                    <a:pt x="5870090" y="1401569"/>
                  </a:lnTo>
                  <a:lnTo>
                    <a:pt x="5871802" y="1387527"/>
                  </a:lnTo>
                  <a:lnTo>
                    <a:pt x="5873513" y="1384967"/>
                  </a:lnTo>
                  <a:lnTo>
                    <a:pt x="5875225" y="1375900"/>
                  </a:lnTo>
                  <a:lnTo>
                    <a:pt x="5876936" y="1368029"/>
                  </a:lnTo>
                  <a:lnTo>
                    <a:pt x="5878647" y="1352747"/>
                  </a:lnTo>
                  <a:lnTo>
                    <a:pt x="5880359" y="1353976"/>
                  </a:lnTo>
                  <a:lnTo>
                    <a:pt x="5882070" y="1316776"/>
                  </a:lnTo>
                  <a:lnTo>
                    <a:pt x="5883782" y="1234470"/>
                  </a:lnTo>
                  <a:lnTo>
                    <a:pt x="5885493" y="1228737"/>
                  </a:lnTo>
                  <a:lnTo>
                    <a:pt x="5887204" y="1301281"/>
                  </a:lnTo>
                  <a:lnTo>
                    <a:pt x="5888916" y="1283148"/>
                  </a:lnTo>
                  <a:lnTo>
                    <a:pt x="5890627" y="1251417"/>
                  </a:lnTo>
                  <a:lnTo>
                    <a:pt x="5892339" y="1233937"/>
                  </a:lnTo>
                  <a:lnTo>
                    <a:pt x="5894050" y="1179228"/>
                  </a:lnTo>
                  <a:lnTo>
                    <a:pt x="5895761" y="1190059"/>
                  </a:lnTo>
                  <a:lnTo>
                    <a:pt x="5897473" y="1185374"/>
                  </a:lnTo>
                  <a:lnTo>
                    <a:pt x="5899184" y="1145300"/>
                  </a:lnTo>
                  <a:lnTo>
                    <a:pt x="5900896" y="1233695"/>
                  </a:lnTo>
                  <a:lnTo>
                    <a:pt x="5902607" y="1327378"/>
                  </a:lnTo>
                  <a:lnTo>
                    <a:pt x="5904318" y="1355967"/>
                  </a:lnTo>
                  <a:lnTo>
                    <a:pt x="5906030" y="1364064"/>
                  </a:lnTo>
                  <a:lnTo>
                    <a:pt x="5907741" y="1358137"/>
                  </a:lnTo>
                  <a:lnTo>
                    <a:pt x="5909452" y="1368270"/>
                  </a:lnTo>
                  <a:lnTo>
                    <a:pt x="5911164" y="1403705"/>
                  </a:lnTo>
                  <a:lnTo>
                    <a:pt x="5912875" y="1383073"/>
                  </a:lnTo>
                  <a:lnTo>
                    <a:pt x="5914587" y="1353620"/>
                  </a:lnTo>
                  <a:lnTo>
                    <a:pt x="5916298" y="1357335"/>
                  </a:lnTo>
                  <a:lnTo>
                    <a:pt x="5918009" y="1363380"/>
                  </a:lnTo>
                  <a:lnTo>
                    <a:pt x="5919721" y="1333647"/>
                  </a:lnTo>
                  <a:lnTo>
                    <a:pt x="5921432" y="1323349"/>
                  </a:lnTo>
                  <a:lnTo>
                    <a:pt x="5923144" y="1274436"/>
                  </a:lnTo>
                  <a:lnTo>
                    <a:pt x="5924855" y="1253704"/>
                  </a:lnTo>
                  <a:lnTo>
                    <a:pt x="5926566" y="1292608"/>
                  </a:lnTo>
                  <a:lnTo>
                    <a:pt x="5928278" y="1315228"/>
                  </a:lnTo>
                  <a:lnTo>
                    <a:pt x="5929989" y="1310461"/>
                  </a:lnTo>
                  <a:lnTo>
                    <a:pt x="5931701" y="1304641"/>
                  </a:lnTo>
                  <a:lnTo>
                    <a:pt x="5933412" y="1275621"/>
                  </a:lnTo>
                  <a:lnTo>
                    <a:pt x="5935123" y="1239332"/>
                  </a:lnTo>
                  <a:lnTo>
                    <a:pt x="5936835" y="1248419"/>
                  </a:lnTo>
                  <a:lnTo>
                    <a:pt x="5938546" y="1251921"/>
                  </a:lnTo>
                  <a:lnTo>
                    <a:pt x="5940258" y="1245176"/>
                  </a:lnTo>
                  <a:lnTo>
                    <a:pt x="5941969" y="1228205"/>
                  </a:lnTo>
                  <a:lnTo>
                    <a:pt x="5943680" y="1254006"/>
                  </a:lnTo>
                  <a:lnTo>
                    <a:pt x="5945392" y="1250820"/>
                  </a:lnTo>
                  <a:lnTo>
                    <a:pt x="5947103" y="1144423"/>
                  </a:lnTo>
                  <a:lnTo>
                    <a:pt x="5948815" y="1096235"/>
                  </a:lnTo>
                  <a:lnTo>
                    <a:pt x="5950526" y="1185557"/>
                  </a:lnTo>
                  <a:lnTo>
                    <a:pt x="5952237" y="1261798"/>
                  </a:lnTo>
                  <a:lnTo>
                    <a:pt x="5953949" y="1302773"/>
                  </a:lnTo>
                  <a:lnTo>
                    <a:pt x="5955660" y="1333672"/>
                  </a:lnTo>
                  <a:lnTo>
                    <a:pt x="5957372" y="1387221"/>
                  </a:lnTo>
                  <a:lnTo>
                    <a:pt x="5959083" y="1433080"/>
                  </a:lnTo>
                  <a:lnTo>
                    <a:pt x="5960794" y="1447701"/>
                  </a:lnTo>
                  <a:lnTo>
                    <a:pt x="5962506" y="1388969"/>
                  </a:lnTo>
                  <a:lnTo>
                    <a:pt x="5964217" y="1409422"/>
                  </a:lnTo>
                  <a:lnTo>
                    <a:pt x="5965929" y="1416215"/>
                  </a:lnTo>
                  <a:lnTo>
                    <a:pt x="5967640" y="1374280"/>
                  </a:lnTo>
                  <a:lnTo>
                    <a:pt x="5969351" y="1292071"/>
                  </a:lnTo>
                  <a:lnTo>
                    <a:pt x="5971063" y="1321768"/>
                  </a:lnTo>
                  <a:lnTo>
                    <a:pt x="5972774" y="1372421"/>
                  </a:lnTo>
                  <a:lnTo>
                    <a:pt x="5974486" y="1389826"/>
                  </a:lnTo>
                  <a:lnTo>
                    <a:pt x="5976197" y="1377473"/>
                  </a:lnTo>
                  <a:lnTo>
                    <a:pt x="5977908" y="1395299"/>
                  </a:lnTo>
                  <a:lnTo>
                    <a:pt x="5979620" y="1324996"/>
                  </a:lnTo>
                  <a:lnTo>
                    <a:pt x="5981331" y="1353085"/>
                  </a:lnTo>
                  <a:lnTo>
                    <a:pt x="5983043" y="1261112"/>
                  </a:lnTo>
                  <a:lnTo>
                    <a:pt x="5984754" y="1241502"/>
                  </a:lnTo>
                  <a:lnTo>
                    <a:pt x="5986465" y="1225442"/>
                  </a:lnTo>
                  <a:lnTo>
                    <a:pt x="5988177" y="1295843"/>
                  </a:lnTo>
                  <a:lnTo>
                    <a:pt x="5989888" y="1342079"/>
                  </a:lnTo>
                  <a:lnTo>
                    <a:pt x="5991600" y="1327640"/>
                  </a:lnTo>
                  <a:lnTo>
                    <a:pt x="5993311" y="1346609"/>
                  </a:lnTo>
                  <a:lnTo>
                    <a:pt x="5995022" y="1314602"/>
                  </a:lnTo>
                  <a:lnTo>
                    <a:pt x="5996734" y="1293409"/>
                  </a:lnTo>
                  <a:lnTo>
                    <a:pt x="5998445" y="1317020"/>
                  </a:lnTo>
                  <a:lnTo>
                    <a:pt x="6000157" y="1287253"/>
                  </a:lnTo>
                  <a:lnTo>
                    <a:pt x="6001868" y="1349100"/>
                  </a:lnTo>
                  <a:lnTo>
                    <a:pt x="6003579" y="1308966"/>
                  </a:lnTo>
                  <a:lnTo>
                    <a:pt x="6005291" y="1330211"/>
                  </a:lnTo>
                  <a:lnTo>
                    <a:pt x="6007002" y="1295580"/>
                  </a:lnTo>
                  <a:lnTo>
                    <a:pt x="6008713" y="1225725"/>
                  </a:lnTo>
                  <a:lnTo>
                    <a:pt x="6010425" y="1257217"/>
                  </a:lnTo>
                  <a:lnTo>
                    <a:pt x="6012136" y="1096613"/>
                  </a:lnTo>
                  <a:lnTo>
                    <a:pt x="6013848" y="1133147"/>
                  </a:lnTo>
                  <a:lnTo>
                    <a:pt x="6015559" y="1218409"/>
                  </a:lnTo>
                  <a:lnTo>
                    <a:pt x="6017270" y="1193275"/>
                  </a:lnTo>
                  <a:lnTo>
                    <a:pt x="6018982" y="1292923"/>
                  </a:lnTo>
                  <a:lnTo>
                    <a:pt x="6020693" y="1308234"/>
                  </a:lnTo>
                  <a:lnTo>
                    <a:pt x="6022405" y="1329335"/>
                  </a:lnTo>
                  <a:lnTo>
                    <a:pt x="6024116" y="1339930"/>
                  </a:lnTo>
                  <a:lnTo>
                    <a:pt x="6025827" y="1266768"/>
                  </a:lnTo>
                  <a:lnTo>
                    <a:pt x="6027539" y="1294032"/>
                  </a:lnTo>
                  <a:lnTo>
                    <a:pt x="6029250" y="1218859"/>
                  </a:lnTo>
                  <a:lnTo>
                    <a:pt x="6030962" y="1214601"/>
                  </a:lnTo>
                  <a:lnTo>
                    <a:pt x="6032673" y="1189763"/>
                  </a:lnTo>
                  <a:lnTo>
                    <a:pt x="6034384" y="1191072"/>
                  </a:lnTo>
                  <a:lnTo>
                    <a:pt x="6036096" y="1215174"/>
                  </a:lnTo>
                  <a:lnTo>
                    <a:pt x="6037807" y="1186945"/>
                  </a:lnTo>
                  <a:lnTo>
                    <a:pt x="6039519" y="1141725"/>
                  </a:lnTo>
                  <a:lnTo>
                    <a:pt x="6041230" y="1148782"/>
                  </a:lnTo>
                  <a:lnTo>
                    <a:pt x="6042941" y="1066375"/>
                  </a:lnTo>
                  <a:lnTo>
                    <a:pt x="6044653" y="1041215"/>
                  </a:lnTo>
                  <a:lnTo>
                    <a:pt x="6046364" y="994734"/>
                  </a:lnTo>
                  <a:lnTo>
                    <a:pt x="6048076" y="1031113"/>
                  </a:lnTo>
                  <a:lnTo>
                    <a:pt x="6049787" y="1048900"/>
                  </a:lnTo>
                  <a:lnTo>
                    <a:pt x="6051498" y="956100"/>
                  </a:lnTo>
                  <a:lnTo>
                    <a:pt x="6053210" y="1039782"/>
                  </a:lnTo>
                  <a:lnTo>
                    <a:pt x="6054921" y="988908"/>
                  </a:lnTo>
                  <a:lnTo>
                    <a:pt x="6056633" y="968773"/>
                  </a:lnTo>
                  <a:lnTo>
                    <a:pt x="6058344" y="862180"/>
                  </a:lnTo>
                  <a:lnTo>
                    <a:pt x="6060055" y="900528"/>
                  </a:lnTo>
                  <a:lnTo>
                    <a:pt x="6061767" y="880927"/>
                  </a:lnTo>
                  <a:lnTo>
                    <a:pt x="6063478" y="857886"/>
                  </a:lnTo>
                  <a:lnTo>
                    <a:pt x="6065190" y="839085"/>
                  </a:lnTo>
                  <a:lnTo>
                    <a:pt x="6066901" y="799908"/>
                  </a:lnTo>
                  <a:lnTo>
                    <a:pt x="6068612" y="693607"/>
                  </a:lnTo>
                  <a:lnTo>
                    <a:pt x="6070324" y="640594"/>
                  </a:lnTo>
                  <a:lnTo>
                    <a:pt x="6072035" y="653487"/>
                  </a:lnTo>
                  <a:lnTo>
                    <a:pt x="6073747" y="596965"/>
                  </a:lnTo>
                  <a:lnTo>
                    <a:pt x="6075458" y="452097"/>
                  </a:lnTo>
                  <a:lnTo>
                    <a:pt x="6077169" y="466769"/>
                  </a:lnTo>
                  <a:lnTo>
                    <a:pt x="6078881" y="473802"/>
                  </a:lnTo>
                  <a:lnTo>
                    <a:pt x="6080592" y="477438"/>
                  </a:lnTo>
                  <a:lnTo>
                    <a:pt x="6082304" y="526113"/>
                  </a:lnTo>
                  <a:lnTo>
                    <a:pt x="6084015" y="561067"/>
                  </a:lnTo>
                  <a:lnTo>
                    <a:pt x="6085726" y="709976"/>
                  </a:lnTo>
                  <a:lnTo>
                    <a:pt x="6087438" y="730806"/>
                  </a:lnTo>
                  <a:lnTo>
                    <a:pt x="6089149" y="603285"/>
                  </a:lnTo>
                  <a:lnTo>
                    <a:pt x="6090861" y="771618"/>
                  </a:lnTo>
                  <a:lnTo>
                    <a:pt x="6092572" y="895906"/>
                  </a:lnTo>
                  <a:lnTo>
                    <a:pt x="6094283" y="826943"/>
                  </a:lnTo>
                  <a:lnTo>
                    <a:pt x="6095995" y="805951"/>
                  </a:lnTo>
                  <a:lnTo>
                    <a:pt x="6097706" y="878966"/>
                  </a:lnTo>
                  <a:lnTo>
                    <a:pt x="6099418" y="996522"/>
                  </a:lnTo>
                  <a:lnTo>
                    <a:pt x="6101129" y="1022592"/>
                  </a:lnTo>
                  <a:lnTo>
                    <a:pt x="6102840" y="909286"/>
                  </a:lnTo>
                  <a:lnTo>
                    <a:pt x="6104552" y="1049093"/>
                  </a:lnTo>
                  <a:lnTo>
                    <a:pt x="6106263" y="997311"/>
                  </a:lnTo>
                  <a:lnTo>
                    <a:pt x="6107975" y="1019543"/>
                  </a:lnTo>
                  <a:lnTo>
                    <a:pt x="6109686" y="1023871"/>
                  </a:lnTo>
                  <a:lnTo>
                    <a:pt x="6111397" y="901561"/>
                  </a:lnTo>
                  <a:lnTo>
                    <a:pt x="6113109" y="883045"/>
                  </a:lnTo>
                  <a:lnTo>
                    <a:pt x="6114820" y="838924"/>
                  </a:lnTo>
                  <a:lnTo>
                    <a:pt x="6116531" y="805774"/>
                  </a:lnTo>
                  <a:lnTo>
                    <a:pt x="6118243" y="731913"/>
                  </a:lnTo>
                  <a:lnTo>
                    <a:pt x="6119954" y="714309"/>
                  </a:lnTo>
                  <a:lnTo>
                    <a:pt x="6121666" y="793652"/>
                  </a:lnTo>
                  <a:lnTo>
                    <a:pt x="6123377" y="824338"/>
                  </a:lnTo>
                  <a:lnTo>
                    <a:pt x="6125088" y="792040"/>
                  </a:lnTo>
                  <a:lnTo>
                    <a:pt x="6126800" y="751770"/>
                  </a:lnTo>
                  <a:lnTo>
                    <a:pt x="6128511" y="710745"/>
                  </a:lnTo>
                  <a:lnTo>
                    <a:pt x="6130223" y="750337"/>
                  </a:lnTo>
                  <a:lnTo>
                    <a:pt x="6131934" y="789630"/>
                  </a:lnTo>
                  <a:lnTo>
                    <a:pt x="6133645" y="728785"/>
                  </a:lnTo>
                  <a:lnTo>
                    <a:pt x="6135357" y="799065"/>
                  </a:lnTo>
                  <a:lnTo>
                    <a:pt x="6137068" y="801237"/>
                  </a:lnTo>
                  <a:lnTo>
                    <a:pt x="6138780" y="729570"/>
                  </a:lnTo>
                  <a:lnTo>
                    <a:pt x="6140491" y="726804"/>
                  </a:lnTo>
                  <a:lnTo>
                    <a:pt x="6142202" y="767795"/>
                  </a:lnTo>
                  <a:lnTo>
                    <a:pt x="6143914" y="872045"/>
                  </a:lnTo>
                  <a:lnTo>
                    <a:pt x="6145625" y="937703"/>
                  </a:lnTo>
                  <a:lnTo>
                    <a:pt x="6147337" y="935625"/>
                  </a:lnTo>
                  <a:lnTo>
                    <a:pt x="6149048" y="1049313"/>
                  </a:lnTo>
                  <a:lnTo>
                    <a:pt x="6150759" y="1140505"/>
                  </a:lnTo>
                  <a:lnTo>
                    <a:pt x="6152471" y="1092412"/>
                  </a:lnTo>
                  <a:lnTo>
                    <a:pt x="6154182" y="1007360"/>
                  </a:lnTo>
                  <a:lnTo>
                    <a:pt x="6155894" y="977289"/>
                  </a:lnTo>
                  <a:lnTo>
                    <a:pt x="6157605" y="1090936"/>
                  </a:lnTo>
                  <a:lnTo>
                    <a:pt x="6159316" y="1140654"/>
                  </a:lnTo>
                  <a:lnTo>
                    <a:pt x="6161028" y="1059047"/>
                  </a:lnTo>
                  <a:lnTo>
                    <a:pt x="6162739" y="986379"/>
                  </a:lnTo>
                  <a:lnTo>
                    <a:pt x="6164451" y="955847"/>
                  </a:lnTo>
                  <a:lnTo>
                    <a:pt x="6166162" y="950051"/>
                  </a:lnTo>
                  <a:lnTo>
                    <a:pt x="6167873" y="908934"/>
                  </a:lnTo>
                  <a:lnTo>
                    <a:pt x="6169585" y="920013"/>
                  </a:lnTo>
                  <a:lnTo>
                    <a:pt x="6171296" y="932536"/>
                  </a:lnTo>
                  <a:lnTo>
                    <a:pt x="6173008" y="1019705"/>
                  </a:lnTo>
                  <a:lnTo>
                    <a:pt x="6174719" y="1168622"/>
                  </a:lnTo>
                  <a:lnTo>
                    <a:pt x="6176430" y="1158102"/>
                  </a:lnTo>
                  <a:lnTo>
                    <a:pt x="6178142" y="1194979"/>
                  </a:lnTo>
                  <a:lnTo>
                    <a:pt x="6179853" y="1188497"/>
                  </a:lnTo>
                  <a:lnTo>
                    <a:pt x="6181565" y="1174285"/>
                  </a:lnTo>
                  <a:lnTo>
                    <a:pt x="6183276" y="1218385"/>
                  </a:lnTo>
                  <a:lnTo>
                    <a:pt x="6184987" y="1199689"/>
                  </a:lnTo>
                  <a:lnTo>
                    <a:pt x="6186699" y="1077714"/>
                  </a:lnTo>
                  <a:lnTo>
                    <a:pt x="6188410" y="1070086"/>
                  </a:lnTo>
                  <a:lnTo>
                    <a:pt x="6190122" y="1204377"/>
                  </a:lnTo>
                  <a:lnTo>
                    <a:pt x="6191833" y="1216286"/>
                  </a:lnTo>
                  <a:lnTo>
                    <a:pt x="6193544" y="1207204"/>
                  </a:lnTo>
                  <a:lnTo>
                    <a:pt x="6195256" y="1204808"/>
                  </a:lnTo>
                  <a:lnTo>
                    <a:pt x="6196967" y="1207068"/>
                  </a:lnTo>
                  <a:lnTo>
                    <a:pt x="6198679" y="1180797"/>
                  </a:lnTo>
                  <a:lnTo>
                    <a:pt x="6200390" y="1085646"/>
                  </a:lnTo>
                  <a:lnTo>
                    <a:pt x="6202101" y="1070634"/>
                  </a:lnTo>
                  <a:lnTo>
                    <a:pt x="6203813" y="1043880"/>
                  </a:lnTo>
                  <a:lnTo>
                    <a:pt x="6205524" y="1053422"/>
                  </a:lnTo>
                  <a:lnTo>
                    <a:pt x="6207236" y="1040580"/>
                  </a:lnTo>
                  <a:lnTo>
                    <a:pt x="6208947" y="941541"/>
                  </a:lnTo>
                  <a:lnTo>
                    <a:pt x="6210658" y="925699"/>
                  </a:lnTo>
                  <a:lnTo>
                    <a:pt x="6212370" y="1037594"/>
                  </a:lnTo>
                  <a:lnTo>
                    <a:pt x="6214081" y="1104024"/>
                  </a:lnTo>
                  <a:lnTo>
                    <a:pt x="6215793" y="1172739"/>
                  </a:lnTo>
                  <a:lnTo>
                    <a:pt x="6217504" y="1220041"/>
                  </a:lnTo>
                  <a:lnTo>
                    <a:pt x="6219215" y="1196804"/>
                  </a:lnTo>
                  <a:lnTo>
                    <a:pt x="6220927" y="1194429"/>
                  </a:lnTo>
                  <a:lnTo>
                    <a:pt x="6222638" y="1152005"/>
                  </a:lnTo>
                  <a:lnTo>
                    <a:pt x="6224349" y="1094405"/>
                  </a:lnTo>
                  <a:lnTo>
                    <a:pt x="6226061" y="1047195"/>
                  </a:lnTo>
                  <a:lnTo>
                    <a:pt x="6227772" y="1019769"/>
                  </a:lnTo>
                  <a:lnTo>
                    <a:pt x="6229484" y="1044957"/>
                  </a:lnTo>
                  <a:lnTo>
                    <a:pt x="6231195" y="916941"/>
                  </a:lnTo>
                  <a:lnTo>
                    <a:pt x="6232906" y="960896"/>
                  </a:lnTo>
                  <a:lnTo>
                    <a:pt x="6234618" y="979057"/>
                  </a:lnTo>
                  <a:lnTo>
                    <a:pt x="6236329" y="970363"/>
                  </a:lnTo>
                  <a:lnTo>
                    <a:pt x="6238041" y="1033108"/>
                  </a:lnTo>
                  <a:lnTo>
                    <a:pt x="6239752" y="1022669"/>
                  </a:lnTo>
                  <a:lnTo>
                    <a:pt x="6241463" y="1039347"/>
                  </a:lnTo>
                  <a:lnTo>
                    <a:pt x="6243175" y="1058779"/>
                  </a:lnTo>
                  <a:lnTo>
                    <a:pt x="6244886" y="1046909"/>
                  </a:lnTo>
                  <a:lnTo>
                    <a:pt x="6246598" y="1131554"/>
                  </a:lnTo>
                  <a:lnTo>
                    <a:pt x="6248309" y="1192686"/>
                  </a:lnTo>
                  <a:lnTo>
                    <a:pt x="6250020" y="1233876"/>
                  </a:lnTo>
                  <a:lnTo>
                    <a:pt x="6251732" y="1325333"/>
                  </a:lnTo>
                  <a:lnTo>
                    <a:pt x="6253443" y="1306979"/>
                  </a:lnTo>
                  <a:lnTo>
                    <a:pt x="6255155" y="1319191"/>
                  </a:lnTo>
                  <a:lnTo>
                    <a:pt x="6256866" y="1334588"/>
                  </a:lnTo>
                  <a:lnTo>
                    <a:pt x="6258577" y="1340658"/>
                  </a:lnTo>
                  <a:lnTo>
                    <a:pt x="6260289" y="1339225"/>
                  </a:lnTo>
                  <a:lnTo>
                    <a:pt x="6262000" y="1287955"/>
                  </a:lnTo>
                  <a:lnTo>
                    <a:pt x="6263712" y="1165900"/>
                  </a:lnTo>
                  <a:lnTo>
                    <a:pt x="6265423" y="1178115"/>
                  </a:lnTo>
                  <a:lnTo>
                    <a:pt x="6267134" y="1260888"/>
                  </a:lnTo>
                  <a:lnTo>
                    <a:pt x="6268846" y="1261713"/>
                  </a:lnTo>
                  <a:lnTo>
                    <a:pt x="6270557" y="1216011"/>
                  </a:lnTo>
                  <a:lnTo>
                    <a:pt x="6272269" y="1252302"/>
                  </a:lnTo>
                  <a:lnTo>
                    <a:pt x="6273980" y="1180317"/>
                  </a:lnTo>
                  <a:lnTo>
                    <a:pt x="6275691" y="1104054"/>
                  </a:lnTo>
                  <a:lnTo>
                    <a:pt x="6277403" y="1071087"/>
                  </a:lnTo>
                  <a:lnTo>
                    <a:pt x="6279114" y="984348"/>
                  </a:lnTo>
                  <a:lnTo>
                    <a:pt x="6280826" y="1022686"/>
                  </a:lnTo>
                  <a:lnTo>
                    <a:pt x="6282537" y="1005646"/>
                  </a:lnTo>
                  <a:lnTo>
                    <a:pt x="6284248" y="1034021"/>
                  </a:lnTo>
                  <a:lnTo>
                    <a:pt x="6285960" y="1068492"/>
                  </a:lnTo>
                  <a:lnTo>
                    <a:pt x="6287671" y="1073157"/>
                  </a:lnTo>
                  <a:lnTo>
                    <a:pt x="6289383" y="1162405"/>
                  </a:lnTo>
                  <a:lnTo>
                    <a:pt x="6291094" y="1192363"/>
                  </a:lnTo>
                  <a:lnTo>
                    <a:pt x="6292805" y="1174331"/>
                  </a:lnTo>
                  <a:lnTo>
                    <a:pt x="6294517" y="1217658"/>
                  </a:lnTo>
                  <a:lnTo>
                    <a:pt x="6296228" y="1235177"/>
                  </a:lnTo>
                  <a:lnTo>
                    <a:pt x="6297940" y="1215730"/>
                  </a:lnTo>
                  <a:lnTo>
                    <a:pt x="6299651" y="1233250"/>
                  </a:lnTo>
                  <a:lnTo>
                    <a:pt x="6301362" y="1288016"/>
                  </a:lnTo>
                  <a:lnTo>
                    <a:pt x="6303074" y="1316910"/>
                  </a:lnTo>
                  <a:lnTo>
                    <a:pt x="6304785" y="1327163"/>
                  </a:lnTo>
                  <a:lnTo>
                    <a:pt x="6306497" y="1382213"/>
                  </a:lnTo>
                  <a:lnTo>
                    <a:pt x="6308208" y="1389223"/>
                  </a:lnTo>
                  <a:lnTo>
                    <a:pt x="6309919" y="1384608"/>
                  </a:lnTo>
                  <a:lnTo>
                    <a:pt x="6311631" y="1406849"/>
                  </a:lnTo>
                  <a:lnTo>
                    <a:pt x="6313342" y="1411773"/>
                  </a:lnTo>
                  <a:lnTo>
                    <a:pt x="6315054" y="1392689"/>
                  </a:lnTo>
                  <a:lnTo>
                    <a:pt x="6316765" y="1404897"/>
                  </a:lnTo>
                  <a:lnTo>
                    <a:pt x="6318476" y="1355637"/>
                  </a:lnTo>
                  <a:lnTo>
                    <a:pt x="6320188" y="1338746"/>
                  </a:lnTo>
                  <a:lnTo>
                    <a:pt x="6321899" y="1339354"/>
                  </a:lnTo>
                  <a:lnTo>
                    <a:pt x="6323611" y="1345184"/>
                  </a:lnTo>
                  <a:lnTo>
                    <a:pt x="6325322" y="1353521"/>
                  </a:lnTo>
                  <a:lnTo>
                    <a:pt x="6327033" y="1292959"/>
                  </a:lnTo>
                  <a:lnTo>
                    <a:pt x="6328745" y="1285706"/>
                  </a:lnTo>
                  <a:lnTo>
                    <a:pt x="6330456" y="1324276"/>
                  </a:lnTo>
                  <a:lnTo>
                    <a:pt x="6332167" y="1398085"/>
                  </a:lnTo>
                  <a:lnTo>
                    <a:pt x="6333879" y="1402750"/>
                  </a:lnTo>
                  <a:lnTo>
                    <a:pt x="6335590" y="1377786"/>
                  </a:lnTo>
                  <a:lnTo>
                    <a:pt x="6337302" y="1405587"/>
                  </a:lnTo>
                  <a:lnTo>
                    <a:pt x="6339013" y="1447630"/>
                  </a:lnTo>
                  <a:lnTo>
                    <a:pt x="6340724" y="1422265"/>
                  </a:lnTo>
                  <a:lnTo>
                    <a:pt x="6342436" y="1431025"/>
                  </a:lnTo>
                  <a:lnTo>
                    <a:pt x="6344147" y="1461986"/>
                  </a:lnTo>
                  <a:lnTo>
                    <a:pt x="6345859" y="1461986"/>
                  </a:lnTo>
                  <a:lnTo>
                    <a:pt x="6347570" y="1461986"/>
                  </a:lnTo>
                  <a:lnTo>
                    <a:pt x="6349281" y="1461986"/>
                  </a:lnTo>
                  <a:lnTo>
                    <a:pt x="6350993" y="1461986"/>
                  </a:lnTo>
                  <a:lnTo>
                    <a:pt x="6352704" y="1461986"/>
                  </a:lnTo>
                  <a:lnTo>
                    <a:pt x="6354416" y="1461986"/>
                  </a:lnTo>
                  <a:lnTo>
                    <a:pt x="6356127" y="1461986"/>
                  </a:lnTo>
                  <a:lnTo>
                    <a:pt x="6357838" y="1461986"/>
                  </a:lnTo>
                  <a:lnTo>
                    <a:pt x="6359550" y="1461986"/>
                  </a:lnTo>
                  <a:lnTo>
                    <a:pt x="6361261" y="1431077"/>
                  </a:lnTo>
                  <a:lnTo>
                    <a:pt x="6362973" y="1404300"/>
                  </a:lnTo>
                  <a:lnTo>
                    <a:pt x="6364684" y="1410638"/>
                  </a:lnTo>
                  <a:lnTo>
                    <a:pt x="6366395" y="1394934"/>
                  </a:lnTo>
                  <a:lnTo>
                    <a:pt x="6368107" y="1393006"/>
                  </a:lnTo>
                  <a:lnTo>
                    <a:pt x="6369818" y="1363909"/>
                  </a:lnTo>
                  <a:lnTo>
                    <a:pt x="6371530" y="1278008"/>
                  </a:lnTo>
                  <a:lnTo>
                    <a:pt x="6373241" y="1220626"/>
                  </a:lnTo>
                  <a:lnTo>
                    <a:pt x="6374952" y="1189503"/>
                  </a:lnTo>
                  <a:lnTo>
                    <a:pt x="6376664" y="1166750"/>
                  </a:lnTo>
                  <a:lnTo>
                    <a:pt x="6378375" y="1161814"/>
                  </a:lnTo>
                  <a:lnTo>
                    <a:pt x="6380087" y="1252580"/>
                  </a:lnTo>
                  <a:lnTo>
                    <a:pt x="6381798" y="1258877"/>
                  </a:lnTo>
                  <a:lnTo>
                    <a:pt x="6383509" y="1295293"/>
                  </a:lnTo>
                  <a:lnTo>
                    <a:pt x="6385221" y="1288833"/>
                  </a:lnTo>
                  <a:lnTo>
                    <a:pt x="6386932" y="1315238"/>
                  </a:lnTo>
                  <a:lnTo>
                    <a:pt x="6388644" y="1312189"/>
                  </a:lnTo>
                  <a:lnTo>
                    <a:pt x="6390355" y="1348842"/>
                  </a:lnTo>
                  <a:lnTo>
                    <a:pt x="6392066" y="1383019"/>
                  </a:lnTo>
                  <a:lnTo>
                    <a:pt x="6393778" y="1333118"/>
                  </a:lnTo>
                  <a:lnTo>
                    <a:pt x="6395489" y="1342397"/>
                  </a:lnTo>
                  <a:lnTo>
                    <a:pt x="6397201" y="1326054"/>
                  </a:lnTo>
                  <a:lnTo>
                    <a:pt x="6398912" y="1318959"/>
                  </a:lnTo>
                  <a:lnTo>
                    <a:pt x="6400623" y="1290528"/>
                  </a:lnTo>
                  <a:lnTo>
                    <a:pt x="6402335" y="1236645"/>
                  </a:lnTo>
                  <a:lnTo>
                    <a:pt x="6404046" y="1139045"/>
                  </a:lnTo>
                  <a:lnTo>
                    <a:pt x="6405758" y="1148488"/>
                  </a:lnTo>
                  <a:lnTo>
                    <a:pt x="6407469" y="1124306"/>
                  </a:lnTo>
                  <a:lnTo>
                    <a:pt x="6409180" y="1178213"/>
                  </a:lnTo>
                  <a:lnTo>
                    <a:pt x="6410892" y="1152640"/>
                  </a:lnTo>
                  <a:lnTo>
                    <a:pt x="6412603" y="1237179"/>
                  </a:lnTo>
                  <a:lnTo>
                    <a:pt x="6414315" y="1316867"/>
                  </a:lnTo>
                  <a:lnTo>
                    <a:pt x="6416026" y="1290622"/>
                  </a:lnTo>
                  <a:lnTo>
                    <a:pt x="6417737" y="1240140"/>
                  </a:lnTo>
                  <a:lnTo>
                    <a:pt x="6419449" y="1216310"/>
                  </a:lnTo>
                  <a:lnTo>
                    <a:pt x="6421160" y="1228951"/>
                  </a:lnTo>
                  <a:lnTo>
                    <a:pt x="6422872" y="1257293"/>
                  </a:lnTo>
                  <a:lnTo>
                    <a:pt x="6424583" y="1127879"/>
                  </a:lnTo>
                  <a:lnTo>
                    <a:pt x="6426294" y="1166583"/>
                  </a:lnTo>
                  <a:lnTo>
                    <a:pt x="6428006" y="1184570"/>
                  </a:lnTo>
                  <a:lnTo>
                    <a:pt x="6429717" y="1278121"/>
                  </a:lnTo>
                  <a:lnTo>
                    <a:pt x="6431428" y="1339623"/>
                  </a:lnTo>
                  <a:lnTo>
                    <a:pt x="6433140" y="1373532"/>
                  </a:lnTo>
                  <a:lnTo>
                    <a:pt x="6434851" y="1395232"/>
                  </a:lnTo>
                  <a:lnTo>
                    <a:pt x="6436563" y="1418325"/>
                  </a:lnTo>
                  <a:lnTo>
                    <a:pt x="6438274" y="1410811"/>
                  </a:lnTo>
                  <a:lnTo>
                    <a:pt x="6439985" y="1385460"/>
                  </a:lnTo>
                  <a:lnTo>
                    <a:pt x="6441697" y="1434150"/>
                  </a:lnTo>
                  <a:lnTo>
                    <a:pt x="6443408" y="1320174"/>
                  </a:lnTo>
                  <a:lnTo>
                    <a:pt x="6445120" y="1296887"/>
                  </a:lnTo>
                  <a:lnTo>
                    <a:pt x="6446831" y="1258355"/>
                  </a:lnTo>
                  <a:lnTo>
                    <a:pt x="6448542" y="1296866"/>
                  </a:lnTo>
                  <a:lnTo>
                    <a:pt x="6450254" y="1223121"/>
                  </a:lnTo>
                  <a:lnTo>
                    <a:pt x="6451965" y="1255166"/>
                  </a:lnTo>
                  <a:lnTo>
                    <a:pt x="6453677" y="1325084"/>
                  </a:lnTo>
                  <a:lnTo>
                    <a:pt x="6455388" y="1336091"/>
                  </a:lnTo>
                  <a:lnTo>
                    <a:pt x="6457099" y="1350907"/>
                  </a:lnTo>
                  <a:lnTo>
                    <a:pt x="6458811" y="1326614"/>
                  </a:lnTo>
                  <a:lnTo>
                    <a:pt x="6460522" y="1327289"/>
                  </a:lnTo>
                  <a:lnTo>
                    <a:pt x="6462234" y="1326883"/>
                  </a:lnTo>
                  <a:lnTo>
                    <a:pt x="6463945" y="1348377"/>
                  </a:lnTo>
                  <a:lnTo>
                    <a:pt x="6465656" y="1366423"/>
                  </a:lnTo>
                  <a:lnTo>
                    <a:pt x="6467368" y="1399910"/>
                  </a:lnTo>
                  <a:lnTo>
                    <a:pt x="6469079" y="1442342"/>
                  </a:lnTo>
                  <a:lnTo>
                    <a:pt x="6470791" y="1448826"/>
                  </a:lnTo>
                  <a:lnTo>
                    <a:pt x="6472502" y="1453390"/>
                  </a:lnTo>
                  <a:lnTo>
                    <a:pt x="6474213" y="1446917"/>
                  </a:lnTo>
                  <a:lnTo>
                    <a:pt x="6475925" y="1446729"/>
                  </a:lnTo>
                  <a:lnTo>
                    <a:pt x="6477636" y="1445503"/>
                  </a:lnTo>
                  <a:lnTo>
                    <a:pt x="6479348" y="1442583"/>
                  </a:lnTo>
                  <a:lnTo>
                    <a:pt x="6481059" y="1452124"/>
                  </a:lnTo>
                  <a:lnTo>
                    <a:pt x="6482770" y="1438868"/>
                  </a:lnTo>
                  <a:lnTo>
                    <a:pt x="6484482" y="1405277"/>
                  </a:lnTo>
                  <a:lnTo>
                    <a:pt x="6486193" y="1380236"/>
                  </a:lnTo>
                  <a:lnTo>
                    <a:pt x="6487905" y="1346105"/>
                  </a:lnTo>
                  <a:lnTo>
                    <a:pt x="6489616" y="1357665"/>
                  </a:lnTo>
                  <a:lnTo>
                    <a:pt x="6491327" y="1314952"/>
                  </a:lnTo>
                  <a:lnTo>
                    <a:pt x="6493039" y="1366250"/>
                  </a:lnTo>
                  <a:lnTo>
                    <a:pt x="6494750" y="1375063"/>
                  </a:lnTo>
                  <a:lnTo>
                    <a:pt x="6496462" y="1344608"/>
                  </a:lnTo>
                  <a:lnTo>
                    <a:pt x="6498173" y="1377019"/>
                  </a:lnTo>
                  <a:lnTo>
                    <a:pt x="6499884" y="1343812"/>
                  </a:lnTo>
                  <a:lnTo>
                    <a:pt x="6501596" y="1332960"/>
                  </a:lnTo>
                  <a:lnTo>
                    <a:pt x="6503307" y="1321031"/>
                  </a:lnTo>
                  <a:lnTo>
                    <a:pt x="6505019" y="1287577"/>
                  </a:lnTo>
                  <a:lnTo>
                    <a:pt x="6506730" y="1319078"/>
                  </a:lnTo>
                  <a:lnTo>
                    <a:pt x="6508441" y="1291937"/>
                  </a:lnTo>
                  <a:lnTo>
                    <a:pt x="6510153" y="1315434"/>
                  </a:lnTo>
                  <a:lnTo>
                    <a:pt x="6511864" y="1296573"/>
                  </a:lnTo>
                  <a:lnTo>
                    <a:pt x="6513576" y="1268915"/>
                  </a:lnTo>
                  <a:lnTo>
                    <a:pt x="6515287" y="1253670"/>
                  </a:lnTo>
                  <a:lnTo>
                    <a:pt x="6516998" y="1257162"/>
                  </a:lnTo>
                  <a:lnTo>
                    <a:pt x="6518710" y="1251829"/>
                  </a:lnTo>
                  <a:lnTo>
                    <a:pt x="6520421" y="1237733"/>
                  </a:lnTo>
                  <a:lnTo>
                    <a:pt x="6522133" y="1275297"/>
                  </a:lnTo>
                  <a:lnTo>
                    <a:pt x="6523844" y="1305964"/>
                  </a:lnTo>
                  <a:lnTo>
                    <a:pt x="6525555" y="1303140"/>
                  </a:lnTo>
                  <a:lnTo>
                    <a:pt x="6527267" y="1242406"/>
                  </a:lnTo>
                  <a:lnTo>
                    <a:pt x="6528978" y="1284553"/>
                  </a:lnTo>
                  <a:lnTo>
                    <a:pt x="6530690" y="1147570"/>
                  </a:lnTo>
                  <a:lnTo>
                    <a:pt x="6532401" y="1152672"/>
                  </a:lnTo>
                  <a:lnTo>
                    <a:pt x="6534112" y="1130000"/>
                  </a:lnTo>
                  <a:lnTo>
                    <a:pt x="6535824" y="1108567"/>
                  </a:lnTo>
                  <a:lnTo>
                    <a:pt x="6537535" y="1163742"/>
                  </a:lnTo>
                  <a:lnTo>
                    <a:pt x="6539246" y="1228033"/>
                  </a:lnTo>
                  <a:lnTo>
                    <a:pt x="6540958" y="1277775"/>
                  </a:lnTo>
                  <a:lnTo>
                    <a:pt x="6542669" y="1271102"/>
                  </a:lnTo>
                  <a:lnTo>
                    <a:pt x="6544381" y="1276705"/>
                  </a:lnTo>
                  <a:lnTo>
                    <a:pt x="6546092" y="1319388"/>
                  </a:lnTo>
                  <a:lnTo>
                    <a:pt x="6547803" y="1307168"/>
                  </a:lnTo>
                  <a:lnTo>
                    <a:pt x="6549515" y="1285637"/>
                  </a:lnTo>
                  <a:lnTo>
                    <a:pt x="6551226" y="1293777"/>
                  </a:lnTo>
                  <a:lnTo>
                    <a:pt x="6552938" y="1280088"/>
                  </a:lnTo>
                  <a:lnTo>
                    <a:pt x="6554649" y="1252596"/>
                  </a:lnTo>
                  <a:lnTo>
                    <a:pt x="6556360" y="1131343"/>
                  </a:lnTo>
                  <a:lnTo>
                    <a:pt x="6558072" y="1116544"/>
                  </a:lnTo>
                  <a:lnTo>
                    <a:pt x="6559783" y="1173045"/>
                  </a:lnTo>
                  <a:lnTo>
                    <a:pt x="6561495" y="1278342"/>
                  </a:lnTo>
                  <a:lnTo>
                    <a:pt x="6563206" y="1324699"/>
                  </a:lnTo>
                  <a:lnTo>
                    <a:pt x="6564917" y="1321620"/>
                  </a:lnTo>
                  <a:lnTo>
                    <a:pt x="6566629" y="1299300"/>
                  </a:lnTo>
                  <a:lnTo>
                    <a:pt x="6568340" y="1325779"/>
                  </a:lnTo>
                  <a:lnTo>
                    <a:pt x="6570052" y="1281506"/>
                  </a:lnTo>
                  <a:lnTo>
                    <a:pt x="6571763" y="1183015"/>
                  </a:lnTo>
                  <a:lnTo>
                    <a:pt x="6573474" y="1096741"/>
                  </a:lnTo>
                  <a:lnTo>
                    <a:pt x="6575186" y="1055335"/>
                  </a:lnTo>
                  <a:lnTo>
                    <a:pt x="6576897" y="1086100"/>
                  </a:lnTo>
                  <a:lnTo>
                    <a:pt x="6578609" y="1057592"/>
                  </a:lnTo>
                  <a:lnTo>
                    <a:pt x="6580320" y="1032176"/>
                  </a:lnTo>
                  <a:lnTo>
                    <a:pt x="6582031" y="1076761"/>
                  </a:lnTo>
                  <a:lnTo>
                    <a:pt x="6583743" y="1064960"/>
                  </a:lnTo>
                  <a:lnTo>
                    <a:pt x="6585454" y="1088210"/>
                  </a:lnTo>
                  <a:lnTo>
                    <a:pt x="6587166" y="1143715"/>
                  </a:lnTo>
                  <a:lnTo>
                    <a:pt x="6588877" y="1229728"/>
                  </a:lnTo>
                  <a:lnTo>
                    <a:pt x="6590588" y="1245763"/>
                  </a:lnTo>
                  <a:lnTo>
                    <a:pt x="6592300" y="1215417"/>
                  </a:lnTo>
                  <a:lnTo>
                    <a:pt x="6594011" y="1235492"/>
                  </a:lnTo>
                  <a:lnTo>
                    <a:pt x="6595723" y="1223640"/>
                  </a:lnTo>
                  <a:lnTo>
                    <a:pt x="6597434" y="1209259"/>
                  </a:lnTo>
                  <a:lnTo>
                    <a:pt x="6599145" y="1218953"/>
                  </a:lnTo>
                  <a:lnTo>
                    <a:pt x="6600857" y="1134724"/>
                  </a:lnTo>
                  <a:lnTo>
                    <a:pt x="6602568" y="1072394"/>
                  </a:lnTo>
                  <a:lnTo>
                    <a:pt x="6604280" y="995413"/>
                  </a:lnTo>
                  <a:lnTo>
                    <a:pt x="6605991" y="990475"/>
                  </a:lnTo>
                  <a:lnTo>
                    <a:pt x="6607702" y="1019791"/>
                  </a:lnTo>
                  <a:lnTo>
                    <a:pt x="6609414" y="945065"/>
                  </a:lnTo>
                  <a:lnTo>
                    <a:pt x="6611125" y="999315"/>
                  </a:lnTo>
                  <a:lnTo>
                    <a:pt x="6612837" y="1028438"/>
                  </a:lnTo>
                  <a:lnTo>
                    <a:pt x="6614548" y="1116854"/>
                  </a:lnTo>
                  <a:lnTo>
                    <a:pt x="6616259" y="1171984"/>
                  </a:lnTo>
                  <a:lnTo>
                    <a:pt x="6617971" y="1218331"/>
                  </a:lnTo>
                  <a:lnTo>
                    <a:pt x="6619682" y="1267116"/>
                  </a:lnTo>
                  <a:lnTo>
                    <a:pt x="6621394" y="1311025"/>
                  </a:lnTo>
                  <a:lnTo>
                    <a:pt x="6623105" y="1304137"/>
                  </a:lnTo>
                  <a:lnTo>
                    <a:pt x="6624816" y="1315302"/>
                  </a:lnTo>
                  <a:lnTo>
                    <a:pt x="6626528" y="1344139"/>
                  </a:lnTo>
                  <a:lnTo>
                    <a:pt x="6628239" y="1366305"/>
                  </a:lnTo>
                  <a:lnTo>
                    <a:pt x="6629951" y="1357244"/>
                  </a:lnTo>
                  <a:lnTo>
                    <a:pt x="6631662" y="1342054"/>
                  </a:lnTo>
                  <a:lnTo>
                    <a:pt x="6633373" y="1399526"/>
                  </a:lnTo>
                  <a:lnTo>
                    <a:pt x="6635085" y="1383955"/>
                  </a:lnTo>
                  <a:lnTo>
                    <a:pt x="6636796" y="1334143"/>
                  </a:lnTo>
                  <a:lnTo>
                    <a:pt x="6638508" y="1236597"/>
                  </a:lnTo>
                  <a:lnTo>
                    <a:pt x="6640219" y="1301196"/>
                  </a:lnTo>
                  <a:lnTo>
                    <a:pt x="6641930" y="1354132"/>
                  </a:lnTo>
                  <a:lnTo>
                    <a:pt x="6643642" y="1327991"/>
                  </a:lnTo>
                  <a:lnTo>
                    <a:pt x="6645353" y="1236601"/>
                  </a:lnTo>
                  <a:lnTo>
                    <a:pt x="6647064" y="1241558"/>
                  </a:lnTo>
                  <a:lnTo>
                    <a:pt x="6648776" y="1225364"/>
                  </a:lnTo>
                  <a:lnTo>
                    <a:pt x="6650487" y="1217388"/>
                  </a:lnTo>
                  <a:lnTo>
                    <a:pt x="6652199" y="1177095"/>
                  </a:lnTo>
                  <a:lnTo>
                    <a:pt x="6653910" y="1219274"/>
                  </a:lnTo>
                  <a:lnTo>
                    <a:pt x="6655621" y="1299993"/>
                  </a:lnTo>
                  <a:lnTo>
                    <a:pt x="6657333" y="1267127"/>
                  </a:lnTo>
                  <a:lnTo>
                    <a:pt x="6659044" y="1261441"/>
                  </a:lnTo>
                  <a:lnTo>
                    <a:pt x="6660756" y="1255679"/>
                  </a:lnTo>
                  <a:lnTo>
                    <a:pt x="6662467" y="1184520"/>
                  </a:lnTo>
                  <a:lnTo>
                    <a:pt x="6664178" y="1297947"/>
                  </a:lnTo>
                  <a:lnTo>
                    <a:pt x="6665890" y="1275713"/>
                  </a:lnTo>
                  <a:lnTo>
                    <a:pt x="6667601" y="1311321"/>
                  </a:lnTo>
                  <a:lnTo>
                    <a:pt x="6669313" y="1311695"/>
                  </a:lnTo>
                  <a:lnTo>
                    <a:pt x="6671024" y="1318261"/>
                  </a:lnTo>
                  <a:lnTo>
                    <a:pt x="6672735" y="1317517"/>
                  </a:lnTo>
                  <a:lnTo>
                    <a:pt x="6674447" y="1292906"/>
                  </a:lnTo>
                  <a:lnTo>
                    <a:pt x="6676158" y="1278571"/>
                  </a:lnTo>
                  <a:lnTo>
                    <a:pt x="6677870" y="1233898"/>
                  </a:lnTo>
                  <a:lnTo>
                    <a:pt x="6679581" y="1300315"/>
                  </a:lnTo>
                  <a:lnTo>
                    <a:pt x="6681292" y="1319248"/>
                  </a:lnTo>
                  <a:lnTo>
                    <a:pt x="6683004" y="1327387"/>
                  </a:lnTo>
                  <a:lnTo>
                    <a:pt x="6684715" y="1276191"/>
                  </a:lnTo>
                  <a:lnTo>
                    <a:pt x="6686427" y="1307958"/>
                  </a:lnTo>
                  <a:lnTo>
                    <a:pt x="6688138" y="1323556"/>
                  </a:lnTo>
                  <a:lnTo>
                    <a:pt x="6689849" y="1312759"/>
                  </a:lnTo>
                  <a:lnTo>
                    <a:pt x="6691561" y="1320213"/>
                  </a:lnTo>
                  <a:lnTo>
                    <a:pt x="6693272" y="1320361"/>
                  </a:lnTo>
                  <a:lnTo>
                    <a:pt x="6694984" y="1371199"/>
                  </a:lnTo>
                  <a:lnTo>
                    <a:pt x="6696695" y="1374450"/>
                  </a:lnTo>
                  <a:lnTo>
                    <a:pt x="6698406" y="1370439"/>
                  </a:lnTo>
                  <a:lnTo>
                    <a:pt x="6700118" y="1390192"/>
                  </a:lnTo>
                  <a:lnTo>
                    <a:pt x="6701829" y="1444863"/>
                  </a:lnTo>
                  <a:lnTo>
                    <a:pt x="6703541" y="1461986"/>
                  </a:lnTo>
                  <a:lnTo>
                    <a:pt x="6705252" y="1461986"/>
                  </a:lnTo>
                  <a:lnTo>
                    <a:pt x="6706963" y="1441147"/>
                  </a:lnTo>
                  <a:lnTo>
                    <a:pt x="6708675" y="1457537"/>
                  </a:lnTo>
                  <a:lnTo>
                    <a:pt x="6710386" y="1427844"/>
                  </a:lnTo>
                  <a:lnTo>
                    <a:pt x="6712098" y="1356354"/>
                  </a:lnTo>
                  <a:lnTo>
                    <a:pt x="6713809" y="1346065"/>
                  </a:lnTo>
                  <a:lnTo>
                    <a:pt x="6715520" y="1368297"/>
                  </a:lnTo>
                  <a:lnTo>
                    <a:pt x="6717232" y="1368504"/>
                  </a:lnTo>
                  <a:lnTo>
                    <a:pt x="6718943" y="1373780"/>
                  </a:lnTo>
                  <a:lnTo>
                    <a:pt x="6720655" y="1355636"/>
                  </a:lnTo>
                  <a:lnTo>
                    <a:pt x="6722366" y="1281057"/>
                  </a:lnTo>
                  <a:lnTo>
                    <a:pt x="6724077" y="1270379"/>
                  </a:lnTo>
                  <a:lnTo>
                    <a:pt x="6725789" y="1318440"/>
                  </a:lnTo>
                  <a:lnTo>
                    <a:pt x="6727500" y="1312957"/>
                  </a:lnTo>
                  <a:lnTo>
                    <a:pt x="6729212" y="1336743"/>
                  </a:lnTo>
                  <a:lnTo>
                    <a:pt x="6730923" y="1382847"/>
                  </a:lnTo>
                  <a:lnTo>
                    <a:pt x="6732634" y="1399667"/>
                  </a:lnTo>
                  <a:lnTo>
                    <a:pt x="6734346" y="1422572"/>
                  </a:lnTo>
                  <a:lnTo>
                    <a:pt x="6736057" y="1423247"/>
                  </a:lnTo>
                  <a:lnTo>
                    <a:pt x="6737769" y="1424047"/>
                  </a:lnTo>
                  <a:lnTo>
                    <a:pt x="6739480" y="1442979"/>
                  </a:lnTo>
                  <a:lnTo>
                    <a:pt x="6741191" y="1435612"/>
                  </a:lnTo>
                  <a:lnTo>
                    <a:pt x="6742903" y="1439746"/>
                  </a:lnTo>
                  <a:lnTo>
                    <a:pt x="6744614" y="1425858"/>
                  </a:lnTo>
                  <a:lnTo>
                    <a:pt x="6746325" y="1433651"/>
                  </a:lnTo>
                  <a:lnTo>
                    <a:pt x="6748037" y="1426249"/>
                  </a:lnTo>
                  <a:lnTo>
                    <a:pt x="6749748" y="1459785"/>
                  </a:lnTo>
                  <a:lnTo>
                    <a:pt x="6751460" y="1461986"/>
                  </a:lnTo>
                  <a:lnTo>
                    <a:pt x="6753171" y="1451549"/>
                  </a:lnTo>
                  <a:lnTo>
                    <a:pt x="6754882" y="1450653"/>
                  </a:lnTo>
                  <a:lnTo>
                    <a:pt x="6756594" y="1448205"/>
                  </a:lnTo>
                  <a:lnTo>
                    <a:pt x="6758305" y="1385373"/>
                  </a:lnTo>
                  <a:lnTo>
                    <a:pt x="6760017" y="1358983"/>
                  </a:lnTo>
                  <a:lnTo>
                    <a:pt x="6761728" y="1359169"/>
                  </a:lnTo>
                  <a:lnTo>
                    <a:pt x="6763439" y="1354972"/>
                  </a:lnTo>
                  <a:lnTo>
                    <a:pt x="6765151" y="1352708"/>
                  </a:lnTo>
                  <a:lnTo>
                    <a:pt x="6766862" y="1338267"/>
                  </a:lnTo>
                  <a:lnTo>
                    <a:pt x="6768574" y="1331932"/>
                  </a:lnTo>
                  <a:lnTo>
                    <a:pt x="6770285" y="1305479"/>
                  </a:lnTo>
                  <a:lnTo>
                    <a:pt x="6771996" y="1315739"/>
                  </a:lnTo>
                  <a:lnTo>
                    <a:pt x="6773708" y="1212089"/>
                  </a:lnTo>
                  <a:lnTo>
                    <a:pt x="6775419" y="1254770"/>
                  </a:lnTo>
                  <a:lnTo>
                    <a:pt x="6777131" y="1251934"/>
                  </a:lnTo>
                  <a:lnTo>
                    <a:pt x="6778842" y="1232032"/>
                  </a:lnTo>
                  <a:lnTo>
                    <a:pt x="6780553" y="1235891"/>
                  </a:lnTo>
                  <a:lnTo>
                    <a:pt x="6782265" y="1284282"/>
                  </a:lnTo>
                  <a:lnTo>
                    <a:pt x="6783976" y="1314318"/>
                  </a:lnTo>
                  <a:lnTo>
                    <a:pt x="6785688" y="1282785"/>
                  </a:lnTo>
                  <a:lnTo>
                    <a:pt x="6787399" y="1222321"/>
                  </a:lnTo>
                  <a:lnTo>
                    <a:pt x="6789110" y="1167680"/>
                  </a:lnTo>
                  <a:lnTo>
                    <a:pt x="6790822" y="1190454"/>
                  </a:lnTo>
                  <a:lnTo>
                    <a:pt x="6792533" y="1254382"/>
                  </a:lnTo>
                  <a:lnTo>
                    <a:pt x="6794245" y="1314835"/>
                  </a:lnTo>
                  <a:lnTo>
                    <a:pt x="6795956" y="1364492"/>
                  </a:lnTo>
                  <a:lnTo>
                    <a:pt x="6797667" y="1430135"/>
                  </a:lnTo>
                  <a:lnTo>
                    <a:pt x="6799379" y="1446133"/>
                  </a:lnTo>
                  <a:lnTo>
                    <a:pt x="6801090" y="1406988"/>
                  </a:lnTo>
                  <a:lnTo>
                    <a:pt x="6802802" y="1406586"/>
                  </a:lnTo>
                  <a:lnTo>
                    <a:pt x="6804513" y="1377371"/>
                  </a:lnTo>
                  <a:lnTo>
                    <a:pt x="6806224" y="1326784"/>
                  </a:lnTo>
                  <a:lnTo>
                    <a:pt x="6807936" y="1315146"/>
                  </a:lnTo>
                  <a:lnTo>
                    <a:pt x="6809647" y="1318409"/>
                  </a:lnTo>
                  <a:lnTo>
                    <a:pt x="6811359" y="1315495"/>
                  </a:lnTo>
                  <a:lnTo>
                    <a:pt x="6813070" y="1320400"/>
                  </a:lnTo>
                  <a:lnTo>
                    <a:pt x="6814781" y="1370316"/>
                  </a:lnTo>
                  <a:lnTo>
                    <a:pt x="6816493" y="1363359"/>
                  </a:lnTo>
                  <a:lnTo>
                    <a:pt x="6818204" y="1370108"/>
                  </a:lnTo>
                  <a:lnTo>
                    <a:pt x="6819916" y="1376453"/>
                  </a:lnTo>
                  <a:lnTo>
                    <a:pt x="6821627" y="1332219"/>
                  </a:lnTo>
                  <a:lnTo>
                    <a:pt x="6823338" y="1317186"/>
                  </a:lnTo>
                  <a:lnTo>
                    <a:pt x="6825050" y="1254531"/>
                  </a:lnTo>
                  <a:lnTo>
                    <a:pt x="6826761" y="1147196"/>
                  </a:lnTo>
                  <a:lnTo>
                    <a:pt x="6828473" y="1118624"/>
                  </a:lnTo>
                  <a:lnTo>
                    <a:pt x="6830184" y="1121444"/>
                  </a:lnTo>
                  <a:lnTo>
                    <a:pt x="6831895" y="1199874"/>
                  </a:lnTo>
                  <a:lnTo>
                    <a:pt x="6833607" y="1215989"/>
                  </a:lnTo>
                  <a:lnTo>
                    <a:pt x="6835318" y="1255318"/>
                  </a:lnTo>
                  <a:lnTo>
                    <a:pt x="6837030" y="1244567"/>
                  </a:lnTo>
                  <a:lnTo>
                    <a:pt x="6838741" y="1241459"/>
                  </a:lnTo>
                  <a:lnTo>
                    <a:pt x="6840452" y="1250752"/>
                  </a:lnTo>
                  <a:lnTo>
                    <a:pt x="6842164" y="1243975"/>
                  </a:lnTo>
                  <a:lnTo>
                    <a:pt x="6843875" y="1248662"/>
                  </a:lnTo>
                  <a:lnTo>
                    <a:pt x="6845587" y="1254523"/>
                  </a:lnTo>
                  <a:lnTo>
                    <a:pt x="6847298" y="1278166"/>
                  </a:lnTo>
                  <a:lnTo>
                    <a:pt x="6849009" y="1331037"/>
                  </a:lnTo>
                  <a:lnTo>
                    <a:pt x="6850721" y="1316469"/>
                  </a:lnTo>
                  <a:lnTo>
                    <a:pt x="6852432" y="1292860"/>
                  </a:lnTo>
                  <a:lnTo>
                    <a:pt x="6854143" y="1273521"/>
                  </a:lnTo>
                  <a:lnTo>
                    <a:pt x="6855855" y="1290223"/>
                  </a:lnTo>
                  <a:lnTo>
                    <a:pt x="6857566" y="1255151"/>
                  </a:lnTo>
                  <a:lnTo>
                    <a:pt x="6859278" y="1225889"/>
                  </a:lnTo>
                  <a:lnTo>
                    <a:pt x="6860989" y="1272121"/>
                  </a:lnTo>
                  <a:lnTo>
                    <a:pt x="6862700" y="1282005"/>
                  </a:lnTo>
                  <a:lnTo>
                    <a:pt x="6864412" y="1183753"/>
                  </a:lnTo>
                  <a:lnTo>
                    <a:pt x="6866123" y="1168564"/>
                  </a:lnTo>
                  <a:lnTo>
                    <a:pt x="6867835" y="1191353"/>
                  </a:lnTo>
                  <a:lnTo>
                    <a:pt x="6869546" y="1240304"/>
                  </a:lnTo>
                  <a:lnTo>
                    <a:pt x="6871257" y="1276654"/>
                  </a:lnTo>
                  <a:lnTo>
                    <a:pt x="6872969" y="1273064"/>
                  </a:lnTo>
                  <a:lnTo>
                    <a:pt x="6874680" y="1251956"/>
                  </a:lnTo>
                  <a:lnTo>
                    <a:pt x="6876392" y="1193694"/>
                  </a:lnTo>
                  <a:lnTo>
                    <a:pt x="6878103" y="1213469"/>
                  </a:lnTo>
                  <a:lnTo>
                    <a:pt x="6879814" y="1249416"/>
                  </a:lnTo>
                  <a:lnTo>
                    <a:pt x="6881526" y="1262666"/>
                  </a:lnTo>
                  <a:lnTo>
                    <a:pt x="6883237" y="1242786"/>
                  </a:lnTo>
                  <a:lnTo>
                    <a:pt x="6884949" y="1314757"/>
                  </a:lnTo>
                  <a:lnTo>
                    <a:pt x="6886660" y="1318941"/>
                  </a:lnTo>
                  <a:lnTo>
                    <a:pt x="6888371" y="1305840"/>
                  </a:lnTo>
                  <a:lnTo>
                    <a:pt x="6890083" y="1287946"/>
                  </a:lnTo>
                  <a:lnTo>
                    <a:pt x="6891794" y="1321313"/>
                  </a:lnTo>
                  <a:lnTo>
                    <a:pt x="6893506" y="1401537"/>
                  </a:lnTo>
                  <a:lnTo>
                    <a:pt x="6895217" y="1323256"/>
                  </a:lnTo>
                  <a:lnTo>
                    <a:pt x="6896928" y="1254134"/>
                  </a:lnTo>
                  <a:lnTo>
                    <a:pt x="6898640" y="1266096"/>
                  </a:lnTo>
                  <a:lnTo>
                    <a:pt x="6900351" y="1321234"/>
                  </a:lnTo>
                  <a:lnTo>
                    <a:pt x="6902063" y="1333579"/>
                  </a:lnTo>
                  <a:lnTo>
                    <a:pt x="6903774" y="1325336"/>
                  </a:lnTo>
                  <a:lnTo>
                    <a:pt x="6905485" y="1297324"/>
                  </a:lnTo>
                  <a:lnTo>
                    <a:pt x="6907197" y="1313374"/>
                  </a:lnTo>
                  <a:lnTo>
                    <a:pt x="6908908" y="1292907"/>
                  </a:lnTo>
                  <a:lnTo>
                    <a:pt x="6910620" y="1285567"/>
                  </a:lnTo>
                  <a:lnTo>
                    <a:pt x="6912331" y="1307081"/>
                  </a:lnTo>
                  <a:lnTo>
                    <a:pt x="6914042" y="1324902"/>
                  </a:lnTo>
                  <a:lnTo>
                    <a:pt x="6915754" y="1346994"/>
                  </a:lnTo>
                  <a:lnTo>
                    <a:pt x="6917465" y="1378220"/>
                  </a:lnTo>
                  <a:lnTo>
                    <a:pt x="6919177" y="1381230"/>
                  </a:lnTo>
                  <a:lnTo>
                    <a:pt x="6920888" y="1361365"/>
                  </a:lnTo>
                  <a:lnTo>
                    <a:pt x="6922599" y="1344752"/>
                  </a:lnTo>
                  <a:lnTo>
                    <a:pt x="6924311" y="1331901"/>
                  </a:lnTo>
                  <a:lnTo>
                    <a:pt x="6926022" y="1314390"/>
                  </a:lnTo>
                  <a:lnTo>
                    <a:pt x="6927734" y="1318645"/>
                  </a:lnTo>
                  <a:lnTo>
                    <a:pt x="6929445" y="1294626"/>
                  </a:lnTo>
                  <a:lnTo>
                    <a:pt x="6931156" y="1344882"/>
                  </a:lnTo>
                  <a:lnTo>
                    <a:pt x="6932868" y="1379662"/>
                  </a:lnTo>
                  <a:lnTo>
                    <a:pt x="6934579" y="1378933"/>
                  </a:lnTo>
                  <a:lnTo>
                    <a:pt x="6936291" y="1390034"/>
                  </a:lnTo>
                  <a:lnTo>
                    <a:pt x="6938002" y="1384508"/>
                  </a:lnTo>
                  <a:lnTo>
                    <a:pt x="6939713" y="1369928"/>
                  </a:lnTo>
                  <a:lnTo>
                    <a:pt x="6941425" y="1352103"/>
                  </a:lnTo>
                  <a:lnTo>
                    <a:pt x="6943136" y="1298583"/>
                  </a:lnTo>
                  <a:lnTo>
                    <a:pt x="6944848" y="1224573"/>
                  </a:lnTo>
                  <a:lnTo>
                    <a:pt x="6946559" y="1168622"/>
                  </a:lnTo>
                  <a:lnTo>
                    <a:pt x="6948270" y="1157198"/>
                  </a:lnTo>
                  <a:lnTo>
                    <a:pt x="6949982" y="1138226"/>
                  </a:lnTo>
                  <a:lnTo>
                    <a:pt x="6951693" y="1187679"/>
                  </a:lnTo>
                  <a:lnTo>
                    <a:pt x="6953405" y="1266236"/>
                  </a:lnTo>
                  <a:lnTo>
                    <a:pt x="6955116" y="1268246"/>
                  </a:lnTo>
                  <a:lnTo>
                    <a:pt x="6956827" y="1302191"/>
                  </a:lnTo>
                  <a:lnTo>
                    <a:pt x="6958539" y="1296148"/>
                  </a:lnTo>
                  <a:lnTo>
                    <a:pt x="6960250" y="1305449"/>
                  </a:lnTo>
                  <a:lnTo>
                    <a:pt x="6961961" y="1343347"/>
                  </a:lnTo>
                  <a:lnTo>
                    <a:pt x="6963673" y="1362854"/>
                  </a:lnTo>
                  <a:lnTo>
                    <a:pt x="6965384" y="1403321"/>
                  </a:lnTo>
                  <a:lnTo>
                    <a:pt x="6967096" y="1417817"/>
                  </a:lnTo>
                  <a:lnTo>
                    <a:pt x="6968807" y="1396150"/>
                  </a:lnTo>
                  <a:lnTo>
                    <a:pt x="6970518" y="1391183"/>
                  </a:lnTo>
                  <a:lnTo>
                    <a:pt x="6972230" y="1412451"/>
                  </a:lnTo>
                  <a:lnTo>
                    <a:pt x="6973941" y="1440347"/>
                  </a:lnTo>
                  <a:lnTo>
                    <a:pt x="6975653" y="1461986"/>
                  </a:lnTo>
                  <a:lnTo>
                    <a:pt x="6977364" y="1434665"/>
                  </a:lnTo>
                  <a:lnTo>
                    <a:pt x="6979075" y="1446176"/>
                  </a:lnTo>
                  <a:lnTo>
                    <a:pt x="6980787" y="1452212"/>
                  </a:lnTo>
                  <a:lnTo>
                    <a:pt x="6982498" y="1453061"/>
                  </a:lnTo>
                  <a:lnTo>
                    <a:pt x="6984210" y="1444205"/>
                  </a:lnTo>
                  <a:lnTo>
                    <a:pt x="6985921" y="1457691"/>
                  </a:lnTo>
                  <a:lnTo>
                    <a:pt x="6987632" y="1459710"/>
                  </a:lnTo>
                  <a:lnTo>
                    <a:pt x="6989344" y="1446923"/>
                  </a:lnTo>
                  <a:lnTo>
                    <a:pt x="6991055" y="1436300"/>
                  </a:lnTo>
                  <a:lnTo>
                    <a:pt x="6992767" y="1419792"/>
                  </a:lnTo>
                  <a:lnTo>
                    <a:pt x="6994478" y="1407557"/>
                  </a:lnTo>
                  <a:lnTo>
                    <a:pt x="6996189" y="1421245"/>
                  </a:lnTo>
                  <a:lnTo>
                    <a:pt x="6997901" y="1419638"/>
                  </a:lnTo>
                  <a:lnTo>
                    <a:pt x="6999612" y="1426370"/>
                  </a:lnTo>
                  <a:lnTo>
                    <a:pt x="7001324" y="1418303"/>
                  </a:lnTo>
                  <a:lnTo>
                    <a:pt x="7003035" y="1429108"/>
                  </a:lnTo>
                  <a:lnTo>
                    <a:pt x="7004746" y="1406799"/>
                  </a:lnTo>
                  <a:lnTo>
                    <a:pt x="7006458" y="1394148"/>
                  </a:lnTo>
                  <a:lnTo>
                    <a:pt x="7008169" y="1365315"/>
                  </a:lnTo>
                  <a:lnTo>
                    <a:pt x="7009881" y="1339799"/>
                  </a:lnTo>
                  <a:lnTo>
                    <a:pt x="7011592" y="1342467"/>
                  </a:lnTo>
                  <a:lnTo>
                    <a:pt x="7013303" y="1351818"/>
                  </a:lnTo>
                  <a:lnTo>
                    <a:pt x="7015015" y="1372667"/>
                  </a:lnTo>
                  <a:lnTo>
                    <a:pt x="7016726" y="1386474"/>
                  </a:lnTo>
                  <a:lnTo>
                    <a:pt x="7018438" y="1355549"/>
                  </a:lnTo>
                  <a:lnTo>
                    <a:pt x="7020149" y="1368281"/>
                  </a:lnTo>
                  <a:lnTo>
                    <a:pt x="7021860" y="1354793"/>
                  </a:lnTo>
                  <a:lnTo>
                    <a:pt x="7023572" y="1299659"/>
                  </a:lnTo>
                  <a:lnTo>
                    <a:pt x="7025283" y="1276841"/>
                  </a:lnTo>
                  <a:lnTo>
                    <a:pt x="7026995" y="1289313"/>
                  </a:lnTo>
                  <a:lnTo>
                    <a:pt x="7028706" y="1339019"/>
                  </a:lnTo>
                  <a:lnTo>
                    <a:pt x="7030417" y="1372624"/>
                  </a:lnTo>
                  <a:lnTo>
                    <a:pt x="7032129" y="1364535"/>
                  </a:lnTo>
                  <a:lnTo>
                    <a:pt x="7033840" y="1410089"/>
                  </a:lnTo>
                  <a:lnTo>
                    <a:pt x="7035552" y="1398486"/>
                  </a:lnTo>
                  <a:lnTo>
                    <a:pt x="7037263" y="1408545"/>
                  </a:lnTo>
                  <a:lnTo>
                    <a:pt x="7038974" y="1404405"/>
                  </a:lnTo>
                  <a:lnTo>
                    <a:pt x="7040686" y="1419014"/>
                  </a:lnTo>
                  <a:lnTo>
                    <a:pt x="7042397" y="1423840"/>
                  </a:lnTo>
                  <a:lnTo>
                    <a:pt x="7044109" y="1414268"/>
                  </a:lnTo>
                  <a:lnTo>
                    <a:pt x="7045820" y="1390610"/>
                  </a:lnTo>
                  <a:lnTo>
                    <a:pt x="7047531" y="1376103"/>
                  </a:lnTo>
                  <a:lnTo>
                    <a:pt x="7049243" y="1411160"/>
                  </a:lnTo>
                  <a:lnTo>
                    <a:pt x="7050954" y="1448269"/>
                  </a:lnTo>
                  <a:lnTo>
                    <a:pt x="7052666" y="1414508"/>
                  </a:lnTo>
                  <a:lnTo>
                    <a:pt x="7054377" y="1426164"/>
                  </a:lnTo>
                  <a:lnTo>
                    <a:pt x="7056088" y="1422347"/>
                  </a:lnTo>
                  <a:lnTo>
                    <a:pt x="7057800" y="1429315"/>
                  </a:lnTo>
                  <a:lnTo>
                    <a:pt x="7059511" y="1437822"/>
                  </a:lnTo>
                  <a:lnTo>
                    <a:pt x="7061223" y="1409197"/>
                  </a:lnTo>
                  <a:lnTo>
                    <a:pt x="7062934" y="1429401"/>
                  </a:lnTo>
                  <a:lnTo>
                    <a:pt x="7064645" y="1406867"/>
                  </a:lnTo>
                  <a:lnTo>
                    <a:pt x="7066357" y="1414867"/>
                  </a:lnTo>
                  <a:lnTo>
                    <a:pt x="7068068" y="1387683"/>
                  </a:lnTo>
                  <a:lnTo>
                    <a:pt x="7069779" y="1364457"/>
                  </a:lnTo>
                  <a:lnTo>
                    <a:pt x="7071491" y="1323788"/>
                  </a:lnTo>
                  <a:lnTo>
                    <a:pt x="7073202" y="1271672"/>
                  </a:lnTo>
                  <a:lnTo>
                    <a:pt x="7074914" y="1235098"/>
                  </a:lnTo>
                  <a:lnTo>
                    <a:pt x="7076625" y="1136356"/>
                  </a:lnTo>
                  <a:lnTo>
                    <a:pt x="7078336" y="1071274"/>
                  </a:lnTo>
                  <a:lnTo>
                    <a:pt x="7080048" y="1080914"/>
                  </a:lnTo>
                  <a:lnTo>
                    <a:pt x="7081759" y="1136551"/>
                  </a:lnTo>
                  <a:lnTo>
                    <a:pt x="7083471" y="1112843"/>
                  </a:lnTo>
                  <a:lnTo>
                    <a:pt x="7085182" y="1085426"/>
                  </a:lnTo>
                  <a:lnTo>
                    <a:pt x="7086893" y="1099699"/>
                  </a:lnTo>
                  <a:lnTo>
                    <a:pt x="7088605" y="1163148"/>
                  </a:lnTo>
                  <a:lnTo>
                    <a:pt x="7090316" y="1115524"/>
                  </a:lnTo>
                  <a:lnTo>
                    <a:pt x="7092028" y="1060811"/>
                  </a:lnTo>
                  <a:lnTo>
                    <a:pt x="7093739" y="1069714"/>
                  </a:lnTo>
                  <a:lnTo>
                    <a:pt x="7095450" y="1144759"/>
                  </a:lnTo>
                  <a:lnTo>
                    <a:pt x="7097162" y="1205261"/>
                  </a:lnTo>
                  <a:lnTo>
                    <a:pt x="7098873" y="1252920"/>
                  </a:lnTo>
                  <a:lnTo>
                    <a:pt x="7100585" y="1289149"/>
                  </a:lnTo>
                  <a:lnTo>
                    <a:pt x="7102296" y="1345801"/>
                  </a:lnTo>
                  <a:lnTo>
                    <a:pt x="7104007" y="1374629"/>
                  </a:lnTo>
                  <a:lnTo>
                    <a:pt x="7105719" y="1352936"/>
                  </a:lnTo>
                  <a:lnTo>
                    <a:pt x="7107430" y="1365701"/>
                  </a:lnTo>
                  <a:lnTo>
                    <a:pt x="7109142" y="1338309"/>
                  </a:lnTo>
                  <a:lnTo>
                    <a:pt x="7110853" y="1354338"/>
                  </a:lnTo>
                  <a:lnTo>
                    <a:pt x="7112564" y="1391265"/>
                  </a:lnTo>
                  <a:lnTo>
                    <a:pt x="7114276" y="1412107"/>
                  </a:lnTo>
                  <a:lnTo>
                    <a:pt x="7115987" y="1434457"/>
                  </a:lnTo>
                  <a:lnTo>
                    <a:pt x="7117699" y="1431657"/>
                  </a:lnTo>
                  <a:lnTo>
                    <a:pt x="7119410" y="1451925"/>
                  </a:lnTo>
                  <a:lnTo>
                    <a:pt x="7121121" y="1446807"/>
                  </a:lnTo>
                  <a:lnTo>
                    <a:pt x="7122833" y="1408612"/>
                  </a:lnTo>
                  <a:lnTo>
                    <a:pt x="7124544" y="1403087"/>
                  </a:lnTo>
                  <a:lnTo>
                    <a:pt x="7126256" y="1424126"/>
                  </a:lnTo>
                  <a:lnTo>
                    <a:pt x="7127967" y="1425681"/>
                  </a:lnTo>
                  <a:lnTo>
                    <a:pt x="7129678" y="1408364"/>
                  </a:lnTo>
                  <a:lnTo>
                    <a:pt x="7131390" y="1376901"/>
                  </a:lnTo>
                  <a:lnTo>
                    <a:pt x="7133101" y="1365575"/>
                  </a:lnTo>
                  <a:lnTo>
                    <a:pt x="7134813" y="1335908"/>
                  </a:lnTo>
                  <a:lnTo>
                    <a:pt x="7136524" y="1318472"/>
                  </a:lnTo>
                  <a:lnTo>
                    <a:pt x="7138235" y="1320995"/>
                  </a:lnTo>
                  <a:lnTo>
                    <a:pt x="7139947" y="1302992"/>
                  </a:lnTo>
                  <a:lnTo>
                    <a:pt x="7141658" y="1258449"/>
                  </a:lnTo>
                  <a:lnTo>
                    <a:pt x="7143370" y="1240243"/>
                  </a:lnTo>
                  <a:lnTo>
                    <a:pt x="7145081" y="1147570"/>
                  </a:lnTo>
                  <a:lnTo>
                    <a:pt x="7146792" y="1145297"/>
                  </a:lnTo>
                  <a:lnTo>
                    <a:pt x="7148504" y="1050075"/>
                  </a:lnTo>
                  <a:lnTo>
                    <a:pt x="7150215" y="1052258"/>
                  </a:lnTo>
                  <a:lnTo>
                    <a:pt x="7151927" y="1035098"/>
                  </a:lnTo>
                  <a:lnTo>
                    <a:pt x="7153638" y="1066658"/>
                  </a:lnTo>
                  <a:lnTo>
                    <a:pt x="7155349" y="1078582"/>
                  </a:lnTo>
                  <a:lnTo>
                    <a:pt x="7157061" y="1054167"/>
                  </a:lnTo>
                  <a:lnTo>
                    <a:pt x="7158772" y="1134713"/>
                  </a:lnTo>
                  <a:lnTo>
                    <a:pt x="7160484" y="1204429"/>
                  </a:lnTo>
                  <a:lnTo>
                    <a:pt x="7162195" y="1250778"/>
                  </a:lnTo>
                  <a:lnTo>
                    <a:pt x="7163906" y="1274821"/>
                  </a:lnTo>
                  <a:lnTo>
                    <a:pt x="7165618" y="1251731"/>
                  </a:lnTo>
                  <a:lnTo>
                    <a:pt x="7167329" y="1231870"/>
                  </a:lnTo>
                  <a:lnTo>
                    <a:pt x="7169040" y="1300069"/>
                  </a:lnTo>
                  <a:lnTo>
                    <a:pt x="7170752" y="1308920"/>
                  </a:lnTo>
                  <a:lnTo>
                    <a:pt x="7172463" y="1312443"/>
                  </a:lnTo>
                  <a:lnTo>
                    <a:pt x="7174175" y="1275769"/>
                  </a:lnTo>
                  <a:lnTo>
                    <a:pt x="7175886" y="1265648"/>
                  </a:lnTo>
                  <a:lnTo>
                    <a:pt x="7177597" y="1150912"/>
                  </a:lnTo>
                  <a:lnTo>
                    <a:pt x="7179309" y="1172480"/>
                  </a:lnTo>
                  <a:lnTo>
                    <a:pt x="7181020" y="1188456"/>
                  </a:lnTo>
                  <a:lnTo>
                    <a:pt x="7182732" y="1195893"/>
                  </a:lnTo>
                  <a:lnTo>
                    <a:pt x="7184443" y="1260782"/>
                  </a:lnTo>
                  <a:lnTo>
                    <a:pt x="7186154" y="1166207"/>
                  </a:lnTo>
                  <a:lnTo>
                    <a:pt x="7187866" y="1117140"/>
                  </a:lnTo>
                  <a:lnTo>
                    <a:pt x="7189577" y="1128350"/>
                  </a:lnTo>
                  <a:lnTo>
                    <a:pt x="7191289" y="1166624"/>
                  </a:lnTo>
                  <a:lnTo>
                    <a:pt x="7193000" y="1204875"/>
                  </a:lnTo>
                  <a:lnTo>
                    <a:pt x="7194711" y="1182805"/>
                  </a:lnTo>
                  <a:lnTo>
                    <a:pt x="7196423" y="1170125"/>
                  </a:lnTo>
                  <a:lnTo>
                    <a:pt x="7198134" y="1207908"/>
                  </a:lnTo>
                  <a:lnTo>
                    <a:pt x="7199846" y="1265635"/>
                  </a:lnTo>
                  <a:lnTo>
                    <a:pt x="7201557" y="1278218"/>
                  </a:lnTo>
                  <a:lnTo>
                    <a:pt x="7203268" y="1244440"/>
                  </a:lnTo>
                  <a:lnTo>
                    <a:pt x="7204980" y="1203639"/>
                  </a:lnTo>
                  <a:lnTo>
                    <a:pt x="7206691" y="1245701"/>
                  </a:lnTo>
                  <a:lnTo>
                    <a:pt x="7208403" y="1291365"/>
                  </a:lnTo>
                  <a:lnTo>
                    <a:pt x="7210114" y="1248012"/>
                  </a:lnTo>
                  <a:lnTo>
                    <a:pt x="7211825" y="1244230"/>
                  </a:lnTo>
                  <a:lnTo>
                    <a:pt x="7213537" y="1296034"/>
                  </a:lnTo>
                  <a:lnTo>
                    <a:pt x="7215248" y="1251502"/>
                  </a:lnTo>
                  <a:lnTo>
                    <a:pt x="7216960" y="1137466"/>
                  </a:lnTo>
                  <a:lnTo>
                    <a:pt x="7218671" y="1078376"/>
                  </a:lnTo>
                  <a:lnTo>
                    <a:pt x="7220382" y="1110006"/>
                  </a:lnTo>
                  <a:lnTo>
                    <a:pt x="7222094" y="1194213"/>
                  </a:lnTo>
                  <a:lnTo>
                    <a:pt x="7223805" y="1216020"/>
                  </a:lnTo>
                  <a:lnTo>
                    <a:pt x="7225517" y="1189792"/>
                  </a:lnTo>
                  <a:lnTo>
                    <a:pt x="7227228" y="1176205"/>
                  </a:lnTo>
                  <a:lnTo>
                    <a:pt x="7228939" y="1160418"/>
                  </a:lnTo>
                  <a:lnTo>
                    <a:pt x="7230651" y="1236433"/>
                  </a:lnTo>
                  <a:lnTo>
                    <a:pt x="7232362" y="1260325"/>
                  </a:lnTo>
                  <a:lnTo>
                    <a:pt x="7234074" y="1283529"/>
                  </a:lnTo>
                  <a:lnTo>
                    <a:pt x="7235785" y="1262917"/>
                  </a:lnTo>
                  <a:lnTo>
                    <a:pt x="7237496" y="1298920"/>
                  </a:lnTo>
                  <a:lnTo>
                    <a:pt x="7239208" y="1336208"/>
                  </a:lnTo>
                  <a:lnTo>
                    <a:pt x="7240919" y="1327327"/>
                  </a:lnTo>
                  <a:lnTo>
                    <a:pt x="7242631" y="1320961"/>
                  </a:lnTo>
                  <a:lnTo>
                    <a:pt x="7244342" y="1316183"/>
                  </a:lnTo>
                  <a:lnTo>
                    <a:pt x="7246053" y="1303505"/>
                  </a:lnTo>
                  <a:lnTo>
                    <a:pt x="7247765" y="1295381"/>
                  </a:lnTo>
                  <a:lnTo>
                    <a:pt x="7249476" y="1191982"/>
                  </a:lnTo>
                  <a:lnTo>
                    <a:pt x="7251188" y="1190292"/>
                  </a:lnTo>
                  <a:lnTo>
                    <a:pt x="7252899" y="1226882"/>
                  </a:lnTo>
                  <a:lnTo>
                    <a:pt x="7254610" y="1287131"/>
                  </a:lnTo>
                  <a:lnTo>
                    <a:pt x="7256322" y="1262793"/>
                  </a:lnTo>
                  <a:lnTo>
                    <a:pt x="7258033" y="1265606"/>
                  </a:lnTo>
                  <a:lnTo>
                    <a:pt x="7259745" y="1190767"/>
                  </a:lnTo>
                  <a:lnTo>
                    <a:pt x="7261456" y="1174713"/>
                  </a:lnTo>
                  <a:lnTo>
                    <a:pt x="7263167" y="1206676"/>
                  </a:lnTo>
                  <a:lnTo>
                    <a:pt x="7264879" y="1274208"/>
                  </a:lnTo>
                  <a:lnTo>
                    <a:pt x="7266590" y="1285747"/>
                  </a:lnTo>
                  <a:lnTo>
                    <a:pt x="7268302" y="1236155"/>
                  </a:lnTo>
                  <a:lnTo>
                    <a:pt x="7270013" y="1226687"/>
                  </a:lnTo>
                  <a:lnTo>
                    <a:pt x="7271724" y="1247688"/>
                  </a:lnTo>
                  <a:lnTo>
                    <a:pt x="7273436" y="1277482"/>
                  </a:lnTo>
                  <a:lnTo>
                    <a:pt x="7275147" y="1283512"/>
                  </a:lnTo>
                  <a:lnTo>
                    <a:pt x="7276858" y="1297092"/>
                  </a:lnTo>
                  <a:lnTo>
                    <a:pt x="7278570" y="1281743"/>
                  </a:lnTo>
                  <a:lnTo>
                    <a:pt x="7280281" y="1268618"/>
                  </a:lnTo>
                  <a:lnTo>
                    <a:pt x="7281993" y="1233644"/>
                  </a:lnTo>
                  <a:lnTo>
                    <a:pt x="7283704" y="1183422"/>
                  </a:lnTo>
                  <a:lnTo>
                    <a:pt x="7285415" y="1146364"/>
                  </a:lnTo>
                  <a:lnTo>
                    <a:pt x="7287127" y="1134087"/>
                  </a:lnTo>
                  <a:lnTo>
                    <a:pt x="7288838" y="1100859"/>
                  </a:lnTo>
                  <a:lnTo>
                    <a:pt x="7290550" y="1141497"/>
                  </a:lnTo>
                  <a:lnTo>
                    <a:pt x="7292261" y="1221837"/>
                  </a:lnTo>
                  <a:lnTo>
                    <a:pt x="7293972" y="1218180"/>
                  </a:lnTo>
                  <a:lnTo>
                    <a:pt x="7295684" y="1201637"/>
                  </a:lnTo>
                  <a:lnTo>
                    <a:pt x="7297395" y="1123321"/>
                  </a:lnTo>
                  <a:lnTo>
                    <a:pt x="7299107" y="1051291"/>
                  </a:lnTo>
                  <a:lnTo>
                    <a:pt x="7300818" y="1021071"/>
                  </a:lnTo>
                  <a:lnTo>
                    <a:pt x="7302529" y="994240"/>
                  </a:lnTo>
                  <a:lnTo>
                    <a:pt x="7304241" y="1013332"/>
                  </a:lnTo>
                  <a:lnTo>
                    <a:pt x="7305952" y="1018041"/>
                  </a:lnTo>
                  <a:lnTo>
                    <a:pt x="7307664" y="1019285"/>
                  </a:lnTo>
                  <a:lnTo>
                    <a:pt x="7309375" y="1112704"/>
                  </a:lnTo>
                  <a:lnTo>
                    <a:pt x="7311086" y="1202505"/>
                  </a:lnTo>
                  <a:lnTo>
                    <a:pt x="7312798" y="1280982"/>
                  </a:lnTo>
                  <a:lnTo>
                    <a:pt x="7314509" y="1301247"/>
                  </a:lnTo>
                  <a:lnTo>
                    <a:pt x="7316221" y="1340077"/>
                  </a:lnTo>
                  <a:lnTo>
                    <a:pt x="7317932" y="1379307"/>
                  </a:lnTo>
                  <a:lnTo>
                    <a:pt x="7319643" y="1414501"/>
                  </a:lnTo>
                  <a:lnTo>
                    <a:pt x="7321355" y="1437552"/>
                  </a:lnTo>
                  <a:lnTo>
                    <a:pt x="7323066" y="1461986"/>
                  </a:lnTo>
                  <a:lnTo>
                    <a:pt x="7324778" y="1461986"/>
                  </a:lnTo>
                  <a:lnTo>
                    <a:pt x="7326489" y="1461986"/>
                  </a:lnTo>
                  <a:lnTo>
                    <a:pt x="7328200" y="1461986"/>
                  </a:lnTo>
                  <a:lnTo>
                    <a:pt x="7329912" y="1461986"/>
                  </a:lnTo>
                  <a:lnTo>
                    <a:pt x="7331623" y="1461986"/>
                  </a:lnTo>
                  <a:lnTo>
                    <a:pt x="7333335" y="1461986"/>
                  </a:lnTo>
                  <a:lnTo>
                    <a:pt x="7335046" y="1461986"/>
                  </a:lnTo>
                  <a:lnTo>
                    <a:pt x="7336757" y="1451484"/>
                  </a:lnTo>
                  <a:lnTo>
                    <a:pt x="7338469" y="1444821"/>
                  </a:lnTo>
                  <a:lnTo>
                    <a:pt x="7340180" y="1406630"/>
                  </a:lnTo>
                  <a:lnTo>
                    <a:pt x="7341892" y="1399993"/>
                  </a:lnTo>
                  <a:lnTo>
                    <a:pt x="7343603" y="1373042"/>
                  </a:lnTo>
                  <a:lnTo>
                    <a:pt x="7345314" y="1377567"/>
                  </a:lnTo>
                  <a:lnTo>
                    <a:pt x="7347026" y="1365745"/>
                  </a:lnTo>
                  <a:lnTo>
                    <a:pt x="7348737" y="1322982"/>
                  </a:lnTo>
                  <a:lnTo>
                    <a:pt x="7350449" y="1329752"/>
                  </a:lnTo>
                  <a:lnTo>
                    <a:pt x="7352160" y="1354056"/>
                  </a:lnTo>
                  <a:lnTo>
                    <a:pt x="7353871" y="1329615"/>
                  </a:lnTo>
                  <a:lnTo>
                    <a:pt x="7355583" y="1295007"/>
                  </a:lnTo>
                  <a:lnTo>
                    <a:pt x="7357294" y="1321799"/>
                  </a:lnTo>
                  <a:lnTo>
                    <a:pt x="7359006" y="1349102"/>
                  </a:lnTo>
                  <a:lnTo>
                    <a:pt x="7360717" y="1333652"/>
                  </a:lnTo>
                  <a:lnTo>
                    <a:pt x="7362428" y="1328042"/>
                  </a:lnTo>
                  <a:lnTo>
                    <a:pt x="7364140" y="1377957"/>
                  </a:lnTo>
                  <a:lnTo>
                    <a:pt x="7365851" y="1366978"/>
                  </a:lnTo>
                  <a:lnTo>
                    <a:pt x="7367563" y="1365175"/>
                  </a:lnTo>
                  <a:lnTo>
                    <a:pt x="7369274" y="1331313"/>
                  </a:lnTo>
                  <a:lnTo>
                    <a:pt x="7370985" y="1291828"/>
                  </a:lnTo>
                  <a:lnTo>
                    <a:pt x="7372697" y="1241254"/>
                  </a:lnTo>
                  <a:lnTo>
                    <a:pt x="7374408" y="1328747"/>
                  </a:lnTo>
                  <a:lnTo>
                    <a:pt x="7376120" y="1310601"/>
                  </a:lnTo>
                  <a:lnTo>
                    <a:pt x="7377831" y="1330797"/>
                  </a:lnTo>
                  <a:lnTo>
                    <a:pt x="7379542" y="1307831"/>
                  </a:lnTo>
                  <a:lnTo>
                    <a:pt x="7381254" y="1309716"/>
                  </a:lnTo>
                  <a:lnTo>
                    <a:pt x="7382965" y="1326070"/>
                  </a:lnTo>
                  <a:lnTo>
                    <a:pt x="7384676" y="1295627"/>
                  </a:lnTo>
                  <a:lnTo>
                    <a:pt x="7386388" y="1270119"/>
                  </a:lnTo>
                  <a:lnTo>
                    <a:pt x="7388099" y="1275457"/>
                  </a:lnTo>
                  <a:lnTo>
                    <a:pt x="7389811" y="1225890"/>
                  </a:lnTo>
                  <a:lnTo>
                    <a:pt x="7391522" y="1238703"/>
                  </a:lnTo>
                  <a:lnTo>
                    <a:pt x="7393233" y="1182090"/>
                  </a:lnTo>
                  <a:lnTo>
                    <a:pt x="7394945" y="1192217"/>
                  </a:lnTo>
                  <a:lnTo>
                    <a:pt x="7396656" y="1212350"/>
                  </a:lnTo>
                  <a:lnTo>
                    <a:pt x="7398368" y="1185769"/>
                  </a:lnTo>
                  <a:lnTo>
                    <a:pt x="7400079" y="1084706"/>
                  </a:lnTo>
                  <a:lnTo>
                    <a:pt x="7401790" y="996331"/>
                  </a:lnTo>
                  <a:lnTo>
                    <a:pt x="7403502" y="1060197"/>
                  </a:lnTo>
                  <a:lnTo>
                    <a:pt x="7405213" y="1065707"/>
                  </a:lnTo>
                  <a:lnTo>
                    <a:pt x="7406925" y="1000059"/>
                  </a:lnTo>
                  <a:lnTo>
                    <a:pt x="7408636" y="959274"/>
                  </a:lnTo>
                  <a:lnTo>
                    <a:pt x="7410347" y="988638"/>
                  </a:lnTo>
                  <a:lnTo>
                    <a:pt x="7412059" y="1120948"/>
                  </a:lnTo>
                  <a:lnTo>
                    <a:pt x="7413770" y="1132522"/>
                  </a:lnTo>
                  <a:lnTo>
                    <a:pt x="7415482" y="1167531"/>
                  </a:lnTo>
                  <a:lnTo>
                    <a:pt x="7417193" y="1205540"/>
                  </a:lnTo>
                  <a:lnTo>
                    <a:pt x="7418904" y="1238902"/>
                  </a:lnTo>
                  <a:lnTo>
                    <a:pt x="7420616" y="1273481"/>
                  </a:lnTo>
                  <a:lnTo>
                    <a:pt x="7422327" y="1304514"/>
                  </a:lnTo>
                  <a:lnTo>
                    <a:pt x="7424039" y="1317849"/>
                  </a:lnTo>
                  <a:lnTo>
                    <a:pt x="7425750" y="1350213"/>
                  </a:lnTo>
                  <a:lnTo>
                    <a:pt x="7427461" y="1363389"/>
                  </a:lnTo>
                  <a:lnTo>
                    <a:pt x="7429173" y="1360006"/>
                  </a:lnTo>
                  <a:lnTo>
                    <a:pt x="7430884" y="1337358"/>
                  </a:lnTo>
                  <a:lnTo>
                    <a:pt x="7432596" y="1352543"/>
                  </a:lnTo>
                  <a:lnTo>
                    <a:pt x="7434307" y="1358892"/>
                  </a:lnTo>
                  <a:lnTo>
                    <a:pt x="7436018" y="1356664"/>
                  </a:lnTo>
                  <a:lnTo>
                    <a:pt x="7437730" y="1332831"/>
                  </a:lnTo>
                  <a:lnTo>
                    <a:pt x="7439441" y="1305625"/>
                  </a:lnTo>
                  <a:lnTo>
                    <a:pt x="7441153" y="1223155"/>
                  </a:lnTo>
                  <a:lnTo>
                    <a:pt x="7442864" y="1250058"/>
                  </a:lnTo>
                  <a:lnTo>
                    <a:pt x="7444575" y="1304640"/>
                  </a:lnTo>
                  <a:lnTo>
                    <a:pt x="7446287" y="1331937"/>
                  </a:lnTo>
                  <a:lnTo>
                    <a:pt x="7447998" y="1352654"/>
                  </a:lnTo>
                  <a:lnTo>
                    <a:pt x="7449710" y="1383954"/>
                  </a:lnTo>
                  <a:lnTo>
                    <a:pt x="7451421" y="1388745"/>
                  </a:lnTo>
                  <a:lnTo>
                    <a:pt x="7453132" y="1390715"/>
                  </a:lnTo>
                  <a:lnTo>
                    <a:pt x="7454844" y="1369000"/>
                  </a:lnTo>
                  <a:lnTo>
                    <a:pt x="7456555" y="1385675"/>
                  </a:lnTo>
                  <a:lnTo>
                    <a:pt x="7458267" y="1379413"/>
                  </a:lnTo>
                  <a:lnTo>
                    <a:pt x="7459978" y="1361272"/>
                  </a:lnTo>
                  <a:lnTo>
                    <a:pt x="7461689" y="1350693"/>
                  </a:lnTo>
                  <a:lnTo>
                    <a:pt x="7463401" y="1331105"/>
                  </a:lnTo>
                  <a:lnTo>
                    <a:pt x="7465112" y="1398476"/>
                  </a:lnTo>
                  <a:lnTo>
                    <a:pt x="7466824" y="1395032"/>
                  </a:lnTo>
                  <a:lnTo>
                    <a:pt x="7468535" y="1388995"/>
                  </a:lnTo>
                  <a:lnTo>
                    <a:pt x="7470246" y="1379530"/>
                  </a:lnTo>
                  <a:lnTo>
                    <a:pt x="7471958" y="1331785"/>
                  </a:lnTo>
                  <a:lnTo>
                    <a:pt x="7473669" y="1319109"/>
                  </a:lnTo>
                  <a:lnTo>
                    <a:pt x="7475381" y="1308741"/>
                  </a:lnTo>
                  <a:lnTo>
                    <a:pt x="7477092" y="1304915"/>
                  </a:lnTo>
                  <a:lnTo>
                    <a:pt x="7478803" y="1213053"/>
                  </a:lnTo>
                  <a:lnTo>
                    <a:pt x="7480515" y="1261699"/>
                  </a:lnTo>
                  <a:lnTo>
                    <a:pt x="7482226" y="1230295"/>
                  </a:lnTo>
                  <a:lnTo>
                    <a:pt x="7483938" y="1233030"/>
                  </a:lnTo>
                  <a:lnTo>
                    <a:pt x="7485649" y="1287444"/>
                  </a:lnTo>
                  <a:lnTo>
                    <a:pt x="7487360" y="1310589"/>
                  </a:lnTo>
                  <a:lnTo>
                    <a:pt x="7489072" y="1357539"/>
                  </a:lnTo>
                  <a:lnTo>
                    <a:pt x="7490783" y="1333960"/>
                  </a:lnTo>
                  <a:lnTo>
                    <a:pt x="7492494" y="1365228"/>
                  </a:lnTo>
                  <a:lnTo>
                    <a:pt x="7494206" y="1371813"/>
                  </a:lnTo>
                  <a:lnTo>
                    <a:pt x="7495917" y="1375162"/>
                  </a:lnTo>
                  <a:lnTo>
                    <a:pt x="7497629" y="1380135"/>
                  </a:lnTo>
                  <a:lnTo>
                    <a:pt x="7499340" y="1324727"/>
                  </a:lnTo>
                  <a:lnTo>
                    <a:pt x="7501051" y="1299620"/>
                  </a:lnTo>
                  <a:lnTo>
                    <a:pt x="7502763" y="1242567"/>
                  </a:lnTo>
                  <a:lnTo>
                    <a:pt x="7504474" y="1202509"/>
                  </a:lnTo>
                  <a:lnTo>
                    <a:pt x="7506186" y="1212346"/>
                  </a:lnTo>
                  <a:lnTo>
                    <a:pt x="7507897" y="1150219"/>
                  </a:lnTo>
                  <a:lnTo>
                    <a:pt x="7509608" y="1112216"/>
                  </a:lnTo>
                  <a:lnTo>
                    <a:pt x="7511320" y="1224869"/>
                  </a:lnTo>
                  <a:lnTo>
                    <a:pt x="7513031" y="1193879"/>
                  </a:lnTo>
                  <a:lnTo>
                    <a:pt x="7514743" y="1163449"/>
                  </a:lnTo>
                  <a:lnTo>
                    <a:pt x="7516454" y="1094650"/>
                  </a:lnTo>
                  <a:lnTo>
                    <a:pt x="7518165" y="1092091"/>
                  </a:lnTo>
                  <a:lnTo>
                    <a:pt x="7519877" y="1117963"/>
                  </a:lnTo>
                  <a:lnTo>
                    <a:pt x="7521588" y="1146344"/>
                  </a:lnTo>
                  <a:lnTo>
                    <a:pt x="7523300" y="1225893"/>
                  </a:lnTo>
                  <a:lnTo>
                    <a:pt x="7525011" y="1239450"/>
                  </a:lnTo>
                  <a:lnTo>
                    <a:pt x="7526722" y="1231544"/>
                  </a:lnTo>
                  <a:lnTo>
                    <a:pt x="7528434" y="1133372"/>
                  </a:lnTo>
                  <a:lnTo>
                    <a:pt x="7530145" y="1103990"/>
                  </a:lnTo>
                  <a:lnTo>
                    <a:pt x="7531857" y="1099178"/>
                  </a:lnTo>
                  <a:lnTo>
                    <a:pt x="7533568" y="1125089"/>
                  </a:lnTo>
                  <a:lnTo>
                    <a:pt x="7535279" y="1154699"/>
                  </a:lnTo>
                  <a:lnTo>
                    <a:pt x="7536991" y="1139959"/>
                  </a:lnTo>
                  <a:lnTo>
                    <a:pt x="7538702" y="1105245"/>
                  </a:lnTo>
                  <a:lnTo>
                    <a:pt x="7540414" y="1146725"/>
                  </a:lnTo>
                  <a:lnTo>
                    <a:pt x="7542125" y="1253355"/>
                  </a:lnTo>
                  <a:lnTo>
                    <a:pt x="7543836" y="1230465"/>
                  </a:lnTo>
                  <a:lnTo>
                    <a:pt x="7545548" y="1290953"/>
                  </a:lnTo>
                  <a:lnTo>
                    <a:pt x="7547259" y="1328899"/>
                  </a:lnTo>
                  <a:lnTo>
                    <a:pt x="7548971" y="1369561"/>
                  </a:lnTo>
                  <a:lnTo>
                    <a:pt x="7550682" y="1373372"/>
                  </a:lnTo>
                  <a:lnTo>
                    <a:pt x="7552393" y="1374544"/>
                  </a:lnTo>
                  <a:lnTo>
                    <a:pt x="7554105" y="1401177"/>
                  </a:lnTo>
                  <a:lnTo>
                    <a:pt x="7555816" y="1385504"/>
                  </a:lnTo>
                  <a:lnTo>
                    <a:pt x="7557528" y="1385925"/>
                  </a:lnTo>
                  <a:lnTo>
                    <a:pt x="7559239" y="1372803"/>
                  </a:lnTo>
                  <a:lnTo>
                    <a:pt x="7560950" y="1399992"/>
                  </a:lnTo>
                  <a:lnTo>
                    <a:pt x="7562662" y="1453401"/>
                  </a:lnTo>
                  <a:lnTo>
                    <a:pt x="7564373" y="1453048"/>
                  </a:lnTo>
                  <a:lnTo>
                    <a:pt x="7566085" y="1461986"/>
                  </a:lnTo>
                  <a:lnTo>
                    <a:pt x="7567796" y="1450494"/>
                  </a:lnTo>
                  <a:lnTo>
                    <a:pt x="7569507" y="1455886"/>
                  </a:lnTo>
                  <a:lnTo>
                    <a:pt x="7571219" y="1453182"/>
                  </a:lnTo>
                  <a:lnTo>
                    <a:pt x="7572930" y="1440776"/>
                  </a:lnTo>
                  <a:lnTo>
                    <a:pt x="7574642" y="1455171"/>
                  </a:lnTo>
                  <a:lnTo>
                    <a:pt x="7576353" y="1453685"/>
                  </a:lnTo>
                  <a:lnTo>
                    <a:pt x="7578064" y="1433140"/>
                  </a:lnTo>
                  <a:lnTo>
                    <a:pt x="7579776" y="1433995"/>
                  </a:lnTo>
                  <a:lnTo>
                    <a:pt x="7581487" y="1423036"/>
                  </a:lnTo>
                  <a:lnTo>
                    <a:pt x="7583199" y="1412108"/>
                  </a:lnTo>
                  <a:lnTo>
                    <a:pt x="7584910" y="1406603"/>
                  </a:lnTo>
                  <a:lnTo>
                    <a:pt x="7586621" y="1434591"/>
                  </a:lnTo>
                  <a:lnTo>
                    <a:pt x="7588333" y="1410452"/>
                  </a:lnTo>
                  <a:lnTo>
                    <a:pt x="7590044" y="1423867"/>
                  </a:lnTo>
                  <a:lnTo>
                    <a:pt x="7591755" y="1380720"/>
                  </a:lnTo>
                  <a:lnTo>
                    <a:pt x="7593467" y="1345236"/>
                  </a:lnTo>
                  <a:lnTo>
                    <a:pt x="7595178" y="1356721"/>
                  </a:lnTo>
                  <a:lnTo>
                    <a:pt x="7596890" y="1311690"/>
                  </a:lnTo>
                  <a:lnTo>
                    <a:pt x="7598601" y="1307503"/>
                  </a:lnTo>
                  <a:lnTo>
                    <a:pt x="7600312" y="1255322"/>
                  </a:lnTo>
                  <a:lnTo>
                    <a:pt x="7602024" y="1206822"/>
                  </a:lnTo>
                  <a:lnTo>
                    <a:pt x="7603735" y="1220249"/>
                  </a:lnTo>
                  <a:lnTo>
                    <a:pt x="7605447" y="1180727"/>
                  </a:lnTo>
                  <a:lnTo>
                    <a:pt x="7607158" y="1117948"/>
                  </a:lnTo>
                  <a:lnTo>
                    <a:pt x="7608869" y="1124741"/>
                  </a:lnTo>
                  <a:lnTo>
                    <a:pt x="7610581" y="1244953"/>
                  </a:lnTo>
                  <a:lnTo>
                    <a:pt x="7612292" y="1235024"/>
                  </a:lnTo>
                  <a:lnTo>
                    <a:pt x="7614004" y="1272381"/>
                  </a:lnTo>
                  <a:lnTo>
                    <a:pt x="7615715" y="1251897"/>
                  </a:lnTo>
                  <a:lnTo>
                    <a:pt x="7617426" y="1219788"/>
                  </a:lnTo>
                  <a:lnTo>
                    <a:pt x="7619138" y="1233435"/>
                  </a:lnTo>
                  <a:lnTo>
                    <a:pt x="7620849" y="1173322"/>
                  </a:lnTo>
                  <a:lnTo>
                    <a:pt x="7622561" y="1144756"/>
                  </a:lnTo>
                  <a:lnTo>
                    <a:pt x="7624272" y="1174832"/>
                  </a:lnTo>
                  <a:lnTo>
                    <a:pt x="7625983" y="1206786"/>
                  </a:lnTo>
                  <a:lnTo>
                    <a:pt x="7627695" y="1175188"/>
                  </a:lnTo>
                  <a:lnTo>
                    <a:pt x="7629406" y="1162240"/>
                  </a:lnTo>
                  <a:lnTo>
                    <a:pt x="7631118" y="1193061"/>
                  </a:lnTo>
                  <a:lnTo>
                    <a:pt x="7632829" y="1227199"/>
                  </a:lnTo>
                  <a:lnTo>
                    <a:pt x="7634540" y="1216717"/>
                  </a:lnTo>
                  <a:lnTo>
                    <a:pt x="7636252" y="1232505"/>
                  </a:lnTo>
                  <a:lnTo>
                    <a:pt x="7637963" y="1265376"/>
                  </a:lnTo>
                  <a:lnTo>
                    <a:pt x="7639675" y="1199249"/>
                  </a:lnTo>
                  <a:lnTo>
                    <a:pt x="7641386" y="1160254"/>
                  </a:lnTo>
                  <a:lnTo>
                    <a:pt x="7643097" y="1169381"/>
                  </a:lnTo>
                  <a:lnTo>
                    <a:pt x="7644809" y="1231331"/>
                  </a:lnTo>
                  <a:lnTo>
                    <a:pt x="7646520" y="1276089"/>
                  </a:lnTo>
                  <a:lnTo>
                    <a:pt x="7648232" y="1239146"/>
                  </a:lnTo>
                  <a:lnTo>
                    <a:pt x="7649943" y="1263053"/>
                  </a:lnTo>
                  <a:lnTo>
                    <a:pt x="7651654" y="1269584"/>
                  </a:lnTo>
                  <a:lnTo>
                    <a:pt x="7653366" y="1241090"/>
                  </a:lnTo>
                  <a:lnTo>
                    <a:pt x="7655077" y="1263996"/>
                  </a:lnTo>
                  <a:lnTo>
                    <a:pt x="7656789" y="1194454"/>
                  </a:lnTo>
                  <a:lnTo>
                    <a:pt x="7658500" y="1258594"/>
                  </a:lnTo>
                  <a:lnTo>
                    <a:pt x="7660211" y="1258074"/>
                  </a:lnTo>
                  <a:lnTo>
                    <a:pt x="7661923" y="1318034"/>
                  </a:lnTo>
                  <a:lnTo>
                    <a:pt x="7663634" y="1292827"/>
                  </a:lnTo>
                  <a:lnTo>
                    <a:pt x="7665346" y="1199270"/>
                  </a:lnTo>
                  <a:lnTo>
                    <a:pt x="7667057" y="1171831"/>
                  </a:lnTo>
                  <a:lnTo>
                    <a:pt x="7668768" y="1276409"/>
                  </a:lnTo>
                  <a:lnTo>
                    <a:pt x="7670480" y="1307582"/>
                  </a:lnTo>
                  <a:lnTo>
                    <a:pt x="7672191" y="1268881"/>
                  </a:lnTo>
                  <a:lnTo>
                    <a:pt x="7673903" y="1230390"/>
                  </a:lnTo>
                  <a:lnTo>
                    <a:pt x="7675614" y="1107075"/>
                  </a:lnTo>
                  <a:lnTo>
                    <a:pt x="7677325" y="1062188"/>
                  </a:lnTo>
                  <a:lnTo>
                    <a:pt x="7679037" y="1107733"/>
                  </a:lnTo>
                  <a:lnTo>
                    <a:pt x="7680748" y="1104213"/>
                  </a:lnTo>
                  <a:lnTo>
                    <a:pt x="7682460" y="1127749"/>
                  </a:lnTo>
                  <a:lnTo>
                    <a:pt x="7684171" y="1157493"/>
                  </a:lnTo>
                  <a:lnTo>
                    <a:pt x="7685882" y="1129924"/>
                  </a:lnTo>
                  <a:lnTo>
                    <a:pt x="7687594" y="1087053"/>
                  </a:lnTo>
                  <a:lnTo>
                    <a:pt x="7689305" y="1037110"/>
                  </a:lnTo>
                  <a:lnTo>
                    <a:pt x="7691017" y="955818"/>
                  </a:lnTo>
                  <a:lnTo>
                    <a:pt x="7692728" y="965872"/>
                  </a:lnTo>
                  <a:lnTo>
                    <a:pt x="7694439" y="976653"/>
                  </a:lnTo>
                  <a:lnTo>
                    <a:pt x="7696151" y="1107677"/>
                  </a:lnTo>
                  <a:lnTo>
                    <a:pt x="7697862" y="1240193"/>
                  </a:lnTo>
                  <a:lnTo>
                    <a:pt x="7699573" y="1284116"/>
                  </a:lnTo>
                  <a:lnTo>
                    <a:pt x="7701285" y="1296659"/>
                  </a:lnTo>
                  <a:lnTo>
                    <a:pt x="7702996" y="1253247"/>
                  </a:lnTo>
                  <a:lnTo>
                    <a:pt x="7704708" y="1256305"/>
                  </a:lnTo>
                  <a:lnTo>
                    <a:pt x="7706419" y="1276739"/>
                  </a:lnTo>
                  <a:lnTo>
                    <a:pt x="7708130" y="1326114"/>
                  </a:lnTo>
                  <a:lnTo>
                    <a:pt x="7709842" y="1338090"/>
                  </a:lnTo>
                  <a:lnTo>
                    <a:pt x="7711553" y="1358149"/>
                  </a:lnTo>
                  <a:lnTo>
                    <a:pt x="7713265" y="1355558"/>
                  </a:lnTo>
                  <a:lnTo>
                    <a:pt x="7714976" y="1326613"/>
                  </a:lnTo>
                  <a:lnTo>
                    <a:pt x="7716687" y="1308449"/>
                  </a:lnTo>
                  <a:lnTo>
                    <a:pt x="7718399" y="1238912"/>
                  </a:lnTo>
                  <a:lnTo>
                    <a:pt x="7720110" y="1106140"/>
                  </a:lnTo>
                  <a:lnTo>
                    <a:pt x="7721822" y="990167"/>
                  </a:lnTo>
                  <a:lnTo>
                    <a:pt x="7723533" y="1040819"/>
                  </a:lnTo>
                  <a:lnTo>
                    <a:pt x="7725244" y="1074535"/>
                  </a:lnTo>
                  <a:lnTo>
                    <a:pt x="7726956" y="1077585"/>
                  </a:lnTo>
                  <a:lnTo>
                    <a:pt x="7728667" y="1184872"/>
                  </a:lnTo>
                  <a:lnTo>
                    <a:pt x="7730379" y="1109703"/>
                  </a:lnTo>
                  <a:lnTo>
                    <a:pt x="7732090" y="1154248"/>
                  </a:lnTo>
                  <a:lnTo>
                    <a:pt x="7733801" y="1180178"/>
                  </a:lnTo>
                  <a:lnTo>
                    <a:pt x="7735513" y="1183364"/>
                  </a:lnTo>
                  <a:lnTo>
                    <a:pt x="7737224" y="1096378"/>
                  </a:lnTo>
                  <a:lnTo>
                    <a:pt x="7738936" y="1089620"/>
                  </a:lnTo>
                  <a:lnTo>
                    <a:pt x="7740647" y="1089748"/>
                  </a:lnTo>
                  <a:lnTo>
                    <a:pt x="7742358" y="1165323"/>
                  </a:lnTo>
                  <a:lnTo>
                    <a:pt x="7744070" y="1211839"/>
                  </a:lnTo>
                  <a:lnTo>
                    <a:pt x="7745781" y="1294580"/>
                  </a:lnTo>
                  <a:lnTo>
                    <a:pt x="7747493" y="1348035"/>
                  </a:lnTo>
                  <a:lnTo>
                    <a:pt x="7749204" y="1330378"/>
                  </a:lnTo>
                  <a:lnTo>
                    <a:pt x="7750915" y="1352857"/>
                  </a:lnTo>
                  <a:lnTo>
                    <a:pt x="7752627" y="1287385"/>
                  </a:lnTo>
                  <a:lnTo>
                    <a:pt x="7754338" y="1263287"/>
                  </a:lnTo>
                  <a:lnTo>
                    <a:pt x="7756050" y="1308724"/>
                  </a:lnTo>
                  <a:lnTo>
                    <a:pt x="7757761" y="1279039"/>
                  </a:lnTo>
                  <a:lnTo>
                    <a:pt x="7759472" y="1290898"/>
                  </a:lnTo>
                  <a:lnTo>
                    <a:pt x="7761184" y="1241321"/>
                  </a:lnTo>
                  <a:lnTo>
                    <a:pt x="7762895" y="1190193"/>
                  </a:lnTo>
                  <a:lnTo>
                    <a:pt x="7764607" y="1161238"/>
                  </a:lnTo>
                  <a:lnTo>
                    <a:pt x="7766318" y="1219547"/>
                  </a:lnTo>
                  <a:lnTo>
                    <a:pt x="7768029" y="1245595"/>
                  </a:lnTo>
                  <a:lnTo>
                    <a:pt x="7769741" y="1226608"/>
                  </a:lnTo>
                  <a:lnTo>
                    <a:pt x="7771452" y="1209493"/>
                  </a:lnTo>
                  <a:lnTo>
                    <a:pt x="7773164" y="1132770"/>
                  </a:lnTo>
                  <a:lnTo>
                    <a:pt x="7774875" y="1094946"/>
                  </a:lnTo>
                  <a:lnTo>
                    <a:pt x="7776586" y="1117520"/>
                  </a:lnTo>
                  <a:lnTo>
                    <a:pt x="7778298" y="1185370"/>
                  </a:lnTo>
                  <a:lnTo>
                    <a:pt x="7780009" y="1188162"/>
                  </a:lnTo>
                  <a:lnTo>
                    <a:pt x="7781721" y="1213960"/>
                  </a:lnTo>
                  <a:lnTo>
                    <a:pt x="7783432" y="1158085"/>
                  </a:lnTo>
                  <a:lnTo>
                    <a:pt x="7785143" y="1130289"/>
                  </a:lnTo>
                  <a:lnTo>
                    <a:pt x="7786855" y="1157608"/>
                  </a:lnTo>
                  <a:lnTo>
                    <a:pt x="7788566" y="1203923"/>
                  </a:lnTo>
                  <a:lnTo>
                    <a:pt x="7790278" y="1274159"/>
                  </a:lnTo>
                  <a:lnTo>
                    <a:pt x="7791989" y="1285965"/>
                  </a:lnTo>
                  <a:lnTo>
                    <a:pt x="7793700" y="1346870"/>
                  </a:lnTo>
                  <a:lnTo>
                    <a:pt x="7795412" y="1348331"/>
                  </a:lnTo>
                  <a:lnTo>
                    <a:pt x="7797123" y="1343192"/>
                  </a:lnTo>
                  <a:lnTo>
                    <a:pt x="7798835" y="1312882"/>
                  </a:lnTo>
                  <a:lnTo>
                    <a:pt x="7800546" y="1315842"/>
                  </a:lnTo>
                  <a:lnTo>
                    <a:pt x="7802257" y="1326381"/>
                  </a:lnTo>
                  <a:lnTo>
                    <a:pt x="7803969" y="1334477"/>
                  </a:lnTo>
                  <a:lnTo>
                    <a:pt x="7805680" y="1293043"/>
                  </a:lnTo>
                  <a:lnTo>
                    <a:pt x="7807391" y="1301592"/>
                  </a:lnTo>
                  <a:lnTo>
                    <a:pt x="7809103" y="1305883"/>
                  </a:lnTo>
                  <a:lnTo>
                    <a:pt x="7810814" y="1310895"/>
                  </a:lnTo>
                  <a:lnTo>
                    <a:pt x="7812526" y="1284035"/>
                  </a:lnTo>
                  <a:lnTo>
                    <a:pt x="7814237" y="1264189"/>
                  </a:lnTo>
                  <a:lnTo>
                    <a:pt x="7815948" y="1325865"/>
                  </a:lnTo>
                  <a:lnTo>
                    <a:pt x="7817660" y="1303049"/>
                  </a:lnTo>
                  <a:lnTo>
                    <a:pt x="7819371" y="1235589"/>
                  </a:lnTo>
                  <a:lnTo>
                    <a:pt x="7821083" y="1183711"/>
                  </a:lnTo>
                  <a:lnTo>
                    <a:pt x="7822794" y="1208122"/>
                  </a:lnTo>
                  <a:lnTo>
                    <a:pt x="7824505" y="1308702"/>
                  </a:lnTo>
                  <a:lnTo>
                    <a:pt x="7826217" y="1283570"/>
                  </a:lnTo>
                  <a:lnTo>
                    <a:pt x="7827928" y="1317748"/>
                  </a:lnTo>
                  <a:lnTo>
                    <a:pt x="7829640" y="1246686"/>
                  </a:lnTo>
                  <a:lnTo>
                    <a:pt x="7831351" y="1208367"/>
                  </a:lnTo>
                  <a:lnTo>
                    <a:pt x="7833062" y="1232212"/>
                  </a:lnTo>
                  <a:lnTo>
                    <a:pt x="7834774" y="1273043"/>
                  </a:lnTo>
                  <a:lnTo>
                    <a:pt x="7836485" y="1289111"/>
                  </a:lnTo>
                  <a:lnTo>
                    <a:pt x="7838197" y="1278283"/>
                  </a:lnTo>
                  <a:lnTo>
                    <a:pt x="7839908" y="1293853"/>
                  </a:lnTo>
                  <a:lnTo>
                    <a:pt x="7841619" y="1258774"/>
                  </a:lnTo>
                  <a:lnTo>
                    <a:pt x="7843331" y="1247466"/>
                  </a:lnTo>
                  <a:lnTo>
                    <a:pt x="7845042" y="1190685"/>
                  </a:lnTo>
                  <a:lnTo>
                    <a:pt x="7846754" y="1191145"/>
                  </a:lnTo>
                  <a:lnTo>
                    <a:pt x="7848465" y="1202860"/>
                  </a:lnTo>
                  <a:lnTo>
                    <a:pt x="7850176" y="1191304"/>
                  </a:lnTo>
                  <a:lnTo>
                    <a:pt x="7851888" y="1203220"/>
                  </a:lnTo>
                  <a:lnTo>
                    <a:pt x="7853599" y="1199247"/>
                  </a:lnTo>
                  <a:lnTo>
                    <a:pt x="7855311" y="1184984"/>
                  </a:lnTo>
                  <a:lnTo>
                    <a:pt x="7857022" y="1070879"/>
                  </a:lnTo>
                  <a:lnTo>
                    <a:pt x="7858733" y="1009757"/>
                  </a:lnTo>
                  <a:lnTo>
                    <a:pt x="7860445" y="1046907"/>
                  </a:lnTo>
                  <a:lnTo>
                    <a:pt x="7862156" y="1009499"/>
                  </a:lnTo>
                  <a:lnTo>
                    <a:pt x="7863868" y="1111165"/>
                  </a:lnTo>
                  <a:lnTo>
                    <a:pt x="7865579" y="1154848"/>
                  </a:lnTo>
                  <a:lnTo>
                    <a:pt x="7867290" y="1178156"/>
                  </a:lnTo>
                  <a:lnTo>
                    <a:pt x="7869002" y="1191292"/>
                  </a:lnTo>
                  <a:lnTo>
                    <a:pt x="7870713" y="1172952"/>
                  </a:lnTo>
                  <a:lnTo>
                    <a:pt x="7872425" y="1151371"/>
                  </a:lnTo>
                  <a:lnTo>
                    <a:pt x="7874136" y="1053316"/>
                  </a:lnTo>
                  <a:lnTo>
                    <a:pt x="7875847" y="932066"/>
                  </a:lnTo>
                  <a:lnTo>
                    <a:pt x="7877559" y="864194"/>
                  </a:lnTo>
                  <a:lnTo>
                    <a:pt x="7879270" y="877194"/>
                  </a:lnTo>
                  <a:lnTo>
                    <a:pt x="7880982" y="837442"/>
                  </a:lnTo>
                  <a:lnTo>
                    <a:pt x="7882693" y="805857"/>
                  </a:lnTo>
                  <a:lnTo>
                    <a:pt x="7884404" y="854268"/>
                  </a:lnTo>
                  <a:lnTo>
                    <a:pt x="7886116" y="847167"/>
                  </a:lnTo>
                  <a:lnTo>
                    <a:pt x="7887827" y="885206"/>
                  </a:lnTo>
                  <a:lnTo>
                    <a:pt x="7889539" y="962676"/>
                  </a:lnTo>
                  <a:lnTo>
                    <a:pt x="7891250" y="1060747"/>
                  </a:lnTo>
                  <a:lnTo>
                    <a:pt x="7892961" y="1129691"/>
                  </a:lnTo>
                  <a:lnTo>
                    <a:pt x="7894673" y="1161737"/>
                  </a:lnTo>
                  <a:lnTo>
                    <a:pt x="7896384" y="1166323"/>
                  </a:lnTo>
                  <a:lnTo>
                    <a:pt x="7898096" y="1133203"/>
                  </a:lnTo>
                  <a:lnTo>
                    <a:pt x="7899807" y="1068712"/>
                  </a:lnTo>
                  <a:lnTo>
                    <a:pt x="7901518" y="1091513"/>
                  </a:lnTo>
                  <a:lnTo>
                    <a:pt x="7903230" y="1061593"/>
                  </a:lnTo>
                  <a:lnTo>
                    <a:pt x="7904941" y="1036543"/>
                  </a:lnTo>
                  <a:lnTo>
                    <a:pt x="7906652" y="914932"/>
                  </a:lnTo>
                  <a:lnTo>
                    <a:pt x="7908364" y="965352"/>
                  </a:lnTo>
                  <a:lnTo>
                    <a:pt x="7910075" y="957875"/>
                  </a:lnTo>
                  <a:lnTo>
                    <a:pt x="7911787" y="1046742"/>
                  </a:lnTo>
                  <a:lnTo>
                    <a:pt x="7913498" y="1140179"/>
                  </a:lnTo>
                  <a:lnTo>
                    <a:pt x="7915209" y="1169212"/>
                  </a:lnTo>
                  <a:lnTo>
                    <a:pt x="7916921" y="1230741"/>
                  </a:lnTo>
                  <a:lnTo>
                    <a:pt x="7918632" y="1271212"/>
                  </a:lnTo>
                  <a:lnTo>
                    <a:pt x="7920344" y="1288881"/>
                  </a:lnTo>
                  <a:lnTo>
                    <a:pt x="7922055" y="1291969"/>
                  </a:lnTo>
                  <a:lnTo>
                    <a:pt x="7923766" y="1309893"/>
                  </a:lnTo>
                  <a:lnTo>
                    <a:pt x="7925478" y="1317407"/>
                  </a:lnTo>
                  <a:lnTo>
                    <a:pt x="7927189" y="1322343"/>
                  </a:lnTo>
                  <a:lnTo>
                    <a:pt x="7928901" y="1309768"/>
                  </a:lnTo>
                  <a:lnTo>
                    <a:pt x="7930612" y="1317459"/>
                  </a:lnTo>
                  <a:lnTo>
                    <a:pt x="7932323" y="1238679"/>
                  </a:lnTo>
                  <a:lnTo>
                    <a:pt x="7934035" y="1164576"/>
                  </a:lnTo>
                  <a:lnTo>
                    <a:pt x="7935746" y="1131266"/>
                  </a:lnTo>
                  <a:lnTo>
                    <a:pt x="7937458" y="1090310"/>
                  </a:lnTo>
                  <a:lnTo>
                    <a:pt x="7939169" y="1016696"/>
                  </a:lnTo>
                  <a:lnTo>
                    <a:pt x="7940880" y="959312"/>
                  </a:lnTo>
                  <a:lnTo>
                    <a:pt x="7942592" y="949945"/>
                  </a:lnTo>
                  <a:lnTo>
                    <a:pt x="7944303" y="864864"/>
                  </a:lnTo>
                  <a:lnTo>
                    <a:pt x="7946015" y="878623"/>
                  </a:lnTo>
                  <a:lnTo>
                    <a:pt x="7947726" y="920800"/>
                  </a:lnTo>
                  <a:lnTo>
                    <a:pt x="7949437" y="847954"/>
                  </a:lnTo>
                  <a:lnTo>
                    <a:pt x="7951149" y="883468"/>
                  </a:lnTo>
                  <a:lnTo>
                    <a:pt x="7952860" y="875673"/>
                  </a:lnTo>
                  <a:lnTo>
                    <a:pt x="7954572" y="916499"/>
                  </a:lnTo>
                  <a:lnTo>
                    <a:pt x="7956283" y="992410"/>
                  </a:lnTo>
                  <a:lnTo>
                    <a:pt x="7957994" y="965860"/>
                  </a:lnTo>
                  <a:lnTo>
                    <a:pt x="7959706" y="1003943"/>
                  </a:lnTo>
                  <a:lnTo>
                    <a:pt x="7961417" y="1074626"/>
                  </a:lnTo>
                  <a:lnTo>
                    <a:pt x="7963129" y="1162546"/>
                  </a:lnTo>
                  <a:lnTo>
                    <a:pt x="7964840" y="1228111"/>
                  </a:lnTo>
                  <a:lnTo>
                    <a:pt x="7966551" y="1302372"/>
                  </a:lnTo>
                  <a:lnTo>
                    <a:pt x="7968263" y="1308620"/>
                  </a:lnTo>
                  <a:lnTo>
                    <a:pt x="7969974" y="1308152"/>
                  </a:lnTo>
                  <a:lnTo>
                    <a:pt x="7971686" y="1276902"/>
                  </a:lnTo>
                  <a:lnTo>
                    <a:pt x="7973397" y="1295875"/>
                  </a:lnTo>
                  <a:lnTo>
                    <a:pt x="7975108" y="1301577"/>
                  </a:lnTo>
                  <a:lnTo>
                    <a:pt x="7976820" y="1250281"/>
                  </a:lnTo>
                  <a:lnTo>
                    <a:pt x="7978531" y="1272970"/>
                  </a:lnTo>
                  <a:lnTo>
                    <a:pt x="7980243" y="1272398"/>
                  </a:lnTo>
                  <a:lnTo>
                    <a:pt x="7981954" y="1271093"/>
                  </a:lnTo>
                  <a:lnTo>
                    <a:pt x="7983665" y="1127683"/>
                  </a:lnTo>
                  <a:lnTo>
                    <a:pt x="7985377" y="1047075"/>
                  </a:lnTo>
                  <a:lnTo>
                    <a:pt x="7987088" y="1090867"/>
                  </a:lnTo>
                  <a:lnTo>
                    <a:pt x="7988800" y="1236355"/>
                  </a:lnTo>
                  <a:lnTo>
                    <a:pt x="7990511" y="1209200"/>
                  </a:lnTo>
                  <a:lnTo>
                    <a:pt x="7992222" y="1269094"/>
                  </a:lnTo>
                  <a:lnTo>
                    <a:pt x="7993934" y="1277636"/>
                  </a:lnTo>
                  <a:lnTo>
                    <a:pt x="7995645" y="1254322"/>
                  </a:lnTo>
                  <a:lnTo>
                    <a:pt x="7997357" y="1171989"/>
                  </a:lnTo>
                  <a:lnTo>
                    <a:pt x="7999068" y="1080145"/>
                  </a:lnTo>
                  <a:lnTo>
                    <a:pt x="8000779" y="1047906"/>
                  </a:lnTo>
                  <a:lnTo>
                    <a:pt x="8002491" y="1095291"/>
                  </a:lnTo>
                  <a:lnTo>
                    <a:pt x="8004202" y="1199921"/>
                  </a:lnTo>
                  <a:lnTo>
                    <a:pt x="8005914" y="1171316"/>
                  </a:lnTo>
                  <a:lnTo>
                    <a:pt x="8007625" y="1067467"/>
                  </a:lnTo>
                  <a:lnTo>
                    <a:pt x="8009336" y="1112537"/>
                  </a:lnTo>
                  <a:lnTo>
                    <a:pt x="8011048" y="1217751"/>
                  </a:lnTo>
                  <a:lnTo>
                    <a:pt x="8012759" y="1263694"/>
                  </a:lnTo>
                  <a:lnTo>
                    <a:pt x="8014470" y="1239586"/>
                  </a:lnTo>
                  <a:lnTo>
                    <a:pt x="8016182" y="1180925"/>
                  </a:lnTo>
                  <a:lnTo>
                    <a:pt x="8017893" y="1174978"/>
                  </a:lnTo>
                  <a:lnTo>
                    <a:pt x="8019605" y="1220968"/>
                  </a:lnTo>
                  <a:lnTo>
                    <a:pt x="8021316" y="1154877"/>
                  </a:lnTo>
                  <a:lnTo>
                    <a:pt x="8023027" y="1088470"/>
                  </a:lnTo>
                  <a:lnTo>
                    <a:pt x="8024739" y="1078573"/>
                  </a:lnTo>
                  <a:lnTo>
                    <a:pt x="8026450" y="1127559"/>
                  </a:lnTo>
                  <a:lnTo>
                    <a:pt x="8028162" y="1154672"/>
                  </a:lnTo>
                  <a:lnTo>
                    <a:pt x="8029873" y="1147106"/>
                  </a:lnTo>
                  <a:lnTo>
                    <a:pt x="8031584" y="1253766"/>
                  </a:lnTo>
                  <a:lnTo>
                    <a:pt x="8033296" y="1270794"/>
                  </a:lnTo>
                  <a:lnTo>
                    <a:pt x="8035007" y="1292865"/>
                  </a:lnTo>
                  <a:lnTo>
                    <a:pt x="8036719" y="1278672"/>
                  </a:lnTo>
                  <a:lnTo>
                    <a:pt x="8038430" y="1227428"/>
                  </a:lnTo>
                  <a:lnTo>
                    <a:pt x="8040141" y="1297465"/>
                  </a:lnTo>
                  <a:lnTo>
                    <a:pt x="8041853" y="1288595"/>
                  </a:lnTo>
                  <a:lnTo>
                    <a:pt x="8043564" y="1348649"/>
                  </a:lnTo>
                  <a:lnTo>
                    <a:pt x="8045276" y="1293414"/>
                  </a:lnTo>
                  <a:lnTo>
                    <a:pt x="8046987" y="1342220"/>
                  </a:lnTo>
                  <a:lnTo>
                    <a:pt x="8048698" y="1354806"/>
                  </a:lnTo>
                  <a:lnTo>
                    <a:pt x="8050410" y="1341071"/>
                  </a:lnTo>
                  <a:lnTo>
                    <a:pt x="8052121" y="1375642"/>
                  </a:lnTo>
                  <a:lnTo>
                    <a:pt x="8053833" y="1348120"/>
                  </a:lnTo>
                  <a:lnTo>
                    <a:pt x="8055544" y="1323020"/>
                  </a:lnTo>
                  <a:lnTo>
                    <a:pt x="8057255" y="1299300"/>
                  </a:lnTo>
                  <a:lnTo>
                    <a:pt x="8058967" y="1284633"/>
                  </a:lnTo>
                  <a:lnTo>
                    <a:pt x="8060678" y="1297724"/>
                  </a:lnTo>
                  <a:lnTo>
                    <a:pt x="8062390" y="1300949"/>
                  </a:lnTo>
                  <a:lnTo>
                    <a:pt x="8064101" y="1314488"/>
                  </a:lnTo>
                  <a:lnTo>
                    <a:pt x="8065812" y="1285985"/>
                  </a:lnTo>
                  <a:lnTo>
                    <a:pt x="8067524" y="1177364"/>
                  </a:lnTo>
                  <a:lnTo>
                    <a:pt x="8069235" y="1114856"/>
                  </a:lnTo>
                  <a:lnTo>
                    <a:pt x="8070947" y="1208243"/>
                  </a:lnTo>
                  <a:lnTo>
                    <a:pt x="8072658" y="1178540"/>
                  </a:lnTo>
                  <a:lnTo>
                    <a:pt x="8074369" y="1193184"/>
                  </a:lnTo>
                  <a:lnTo>
                    <a:pt x="8076081" y="1201698"/>
                  </a:lnTo>
                  <a:lnTo>
                    <a:pt x="8077792" y="1136994"/>
                  </a:lnTo>
                  <a:lnTo>
                    <a:pt x="8079504" y="1171354"/>
                  </a:lnTo>
                  <a:lnTo>
                    <a:pt x="8081215" y="1172426"/>
                  </a:lnTo>
                  <a:lnTo>
                    <a:pt x="8082926" y="1233469"/>
                  </a:lnTo>
                  <a:lnTo>
                    <a:pt x="8084638" y="1240633"/>
                  </a:lnTo>
                  <a:lnTo>
                    <a:pt x="8086349" y="1210976"/>
                  </a:lnTo>
                  <a:lnTo>
                    <a:pt x="8088061" y="1199024"/>
                  </a:lnTo>
                  <a:lnTo>
                    <a:pt x="8089772" y="1254040"/>
                  </a:lnTo>
                  <a:lnTo>
                    <a:pt x="8091483" y="1282583"/>
                  </a:lnTo>
                  <a:lnTo>
                    <a:pt x="8093195" y="1266327"/>
                  </a:lnTo>
                  <a:lnTo>
                    <a:pt x="8094906" y="1280370"/>
                  </a:lnTo>
                  <a:lnTo>
                    <a:pt x="8096618" y="1288606"/>
                  </a:lnTo>
                  <a:lnTo>
                    <a:pt x="8098329" y="1293331"/>
                  </a:lnTo>
                  <a:lnTo>
                    <a:pt x="8100040" y="1267799"/>
                  </a:lnTo>
                  <a:lnTo>
                    <a:pt x="8101752" y="1258244"/>
                  </a:lnTo>
                  <a:lnTo>
                    <a:pt x="8103463" y="1137588"/>
                  </a:lnTo>
                  <a:lnTo>
                    <a:pt x="8105175" y="1051975"/>
                  </a:lnTo>
                  <a:lnTo>
                    <a:pt x="8106886" y="1050952"/>
                  </a:lnTo>
                  <a:lnTo>
                    <a:pt x="8108597" y="1005895"/>
                  </a:lnTo>
                  <a:lnTo>
                    <a:pt x="8110309" y="1071923"/>
                  </a:lnTo>
                  <a:lnTo>
                    <a:pt x="8112020" y="1050481"/>
                  </a:lnTo>
                  <a:lnTo>
                    <a:pt x="8113732" y="1049396"/>
                  </a:lnTo>
                  <a:lnTo>
                    <a:pt x="8115443" y="983260"/>
                  </a:lnTo>
                  <a:lnTo>
                    <a:pt x="8117154" y="1027340"/>
                  </a:lnTo>
                  <a:lnTo>
                    <a:pt x="8118866" y="951093"/>
                  </a:lnTo>
                  <a:lnTo>
                    <a:pt x="8120577" y="937597"/>
                  </a:lnTo>
                  <a:lnTo>
                    <a:pt x="8122288" y="906692"/>
                  </a:lnTo>
                  <a:lnTo>
                    <a:pt x="8124000" y="921361"/>
                  </a:lnTo>
                  <a:lnTo>
                    <a:pt x="8125711" y="1007432"/>
                  </a:lnTo>
                  <a:lnTo>
                    <a:pt x="8127423" y="978739"/>
                  </a:lnTo>
                  <a:lnTo>
                    <a:pt x="8129134" y="1027272"/>
                  </a:lnTo>
                  <a:lnTo>
                    <a:pt x="8130845" y="1088808"/>
                  </a:lnTo>
                  <a:lnTo>
                    <a:pt x="8132557" y="1150590"/>
                  </a:lnTo>
                  <a:lnTo>
                    <a:pt x="8134268" y="1186571"/>
                  </a:lnTo>
                  <a:lnTo>
                    <a:pt x="8135980" y="1162221"/>
                  </a:lnTo>
                  <a:lnTo>
                    <a:pt x="8137691" y="1143825"/>
                  </a:lnTo>
                  <a:lnTo>
                    <a:pt x="8139402" y="1187600"/>
                  </a:lnTo>
                  <a:lnTo>
                    <a:pt x="8141114" y="1056216"/>
                  </a:lnTo>
                  <a:lnTo>
                    <a:pt x="8142825" y="1041521"/>
                  </a:lnTo>
                  <a:lnTo>
                    <a:pt x="8144537" y="1044863"/>
                  </a:lnTo>
                  <a:lnTo>
                    <a:pt x="8146248" y="1039003"/>
                  </a:lnTo>
                  <a:lnTo>
                    <a:pt x="8147959" y="983812"/>
                  </a:lnTo>
                  <a:lnTo>
                    <a:pt x="8149671" y="1081718"/>
                  </a:lnTo>
                  <a:lnTo>
                    <a:pt x="8151382" y="1220201"/>
                  </a:lnTo>
                  <a:lnTo>
                    <a:pt x="8153094" y="1232630"/>
                  </a:lnTo>
                  <a:lnTo>
                    <a:pt x="8154805" y="1221922"/>
                  </a:lnTo>
                  <a:lnTo>
                    <a:pt x="8156516" y="1069307"/>
                  </a:lnTo>
                  <a:lnTo>
                    <a:pt x="8158228" y="1067330"/>
                  </a:lnTo>
                  <a:lnTo>
                    <a:pt x="8159939" y="1056430"/>
                  </a:lnTo>
                  <a:lnTo>
                    <a:pt x="8161651" y="1024443"/>
                  </a:lnTo>
                  <a:lnTo>
                    <a:pt x="8163362" y="965595"/>
                  </a:lnTo>
                  <a:lnTo>
                    <a:pt x="8165073" y="962320"/>
                  </a:lnTo>
                  <a:lnTo>
                    <a:pt x="8166785" y="1020383"/>
                  </a:lnTo>
                  <a:lnTo>
                    <a:pt x="8168496" y="971519"/>
                  </a:lnTo>
                  <a:lnTo>
                    <a:pt x="8170208" y="1004673"/>
                  </a:lnTo>
                  <a:lnTo>
                    <a:pt x="8171919" y="961037"/>
                  </a:lnTo>
                  <a:lnTo>
                    <a:pt x="8173630" y="917661"/>
                  </a:lnTo>
                  <a:lnTo>
                    <a:pt x="8175342" y="944816"/>
                  </a:lnTo>
                  <a:lnTo>
                    <a:pt x="8177053" y="998931"/>
                  </a:lnTo>
                  <a:lnTo>
                    <a:pt x="8178765" y="1027044"/>
                  </a:lnTo>
                  <a:lnTo>
                    <a:pt x="8180476" y="1004017"/>
                  </a:lnTo>
                  <a:lnTo>
                    <a:pt x="8182187" y="933249"/>
                  </a:lnTo>
                  <a:lnTo>
                    <a:pt x="8183899" y="1015761"/>
                  </a:lnTo>
                  <a:lnTo>
                    <a:pt x="8185610" y="1057687"/>
                  </a:lnTo>
                  <a:lnTo>
                    <a:pt x="8187322" y="1117728"/>
                  </a:lnTo>
                  <a:lnTo>
                    <a:pt x="8189033" y="1204924"/>
                  </a:lnTo>
                  <a:lnTo>
                    <a:pt x="8190744" y="1190893"/>
                  </a:lnTo>
                  <a:lnTo>
                    <a:pt x="8192456" y="1211437"/>
                  </a:lnTo>
                  <a:lnTo>
                    <a:pt x="8194167" y="1212350"/>
                  </a:lnTo>
                  <a:lnTo>
                    <a:pt x="8195879" y="1205577"/>
                  </a:lnTo>
                  <a:lnTo>
                    <a:pt x="8197590" y="1199238"/>
                  </a:lnTo>
                  <a:lnTo>
                    <a:pt x="8199301" y="1294227"/>
                  </a:lnTo>
                  <a:lnTo>
                    <a:pt x="8201013" y="1251651"/>
                  </a:lnTo>
                  <a:lnTo>
                    <a:pt x="8202724" y="1181908"/>
                  </a:lnTo>
                  <a:lnTo>
                    <a:pt x="8204436" y="1240039"/>
                  </a:lnTo>
                  <a:lnTo>
                    <a:pt x="8206147" y="1340499"/>
                  </a:lnTo>
                  <a:lnTo>
                    <a:pt x="8207858" y="1361042"/>
                  </a:lnTo>
                  <a:lnTo>
                    <a:pt x="8209570" y="1330892"/>
                  </a:lnTo>
                  <a:lnTo>
                    <a:pt x="8211281" y="1339456"/>
                  </a:lnTo>
                  <a:lnTo>
                    <a:pt x="8212993" y="1356750"/>
                  </a:lnTo>
                  <a:lnTo>
                    <a:pt x="8214704" y="1358609"/>
                  </a:lnTo>
                  <a:lnTo>
                    <a:pt x="8216415" y="1333449"/>
                  </a:lnTo>
                  <a:lnTo>
                    <a:pt x="8218127" y="1266756"/>
                  </a:lnTo>
                  <a:lnTo>
                    <a:pt x="8219838" y="1310422"/>
                  </a:lnTo>
                  <a:lnTo>
                    <a:pt x="8221550" y="1378208"/>
                  </a:lnTo>
                  <a:lnTo>
                    <a:pt x="8223261" y="1372103"/>
                  </a:lnTo>
                  <a:lnTo>
                    <a:pt x="8224972" y="1311428"/>
                  </a:lnTo>
                  <a:lnTo>
                    <a:pt x="8226684" y="1266976"/>
                  </a:lnTo>
                  <a:lnTo>
                    <a:pt x="8228395" y="1155948"/>
                  </a:lnTo>
                  <a:lnTo>
                    <a:pt x="8230106" y="1085887"/>
                  </a:lnTo>
                  <a:lnTo>
                    <a:pt x="8231818" y="1064752"/>
                  </a:lnTo>
                  <a:lnTo>
                    <a:pt x="8233529" y="1080415"/>
                  </a:lnTo>
                  <a:lnTo>
                    <a:pt x="8235241" y="1162892"/>
                  </a:lnTo>
                  <a:lnTo>
                    <a:pt x="8236952" y="1157421"/>
                  </a:lnTo>
                  <a:lnTo>
                    <a:pt x="8238663" y="1066155"/>
                  </a:lnTo>
                  <a:lnTo>
                    <a:pt x="8240375" y="1081617"/>
                  </a:lnTo>
                  <a:lnTo>
                    <a:pt x="8242086" y="1096328"/>
                  </a:lnTo>
                  <a:lnTo>
                    <a:pt x="8243798" y="1009413"/>
                  </a:lnTo>
                  <a:lnTo>
                    <a:pt x="8245509" y="1002519"/>
                  </a:lnTo>
                  <a:lnTo>
                    <a:pt x="8247220" y="1004096"/>
                  </a:lnTo>
                  <a:lnTo>
                    <a:pt x="8248932" y="973271"/>
                  </a:lnTo>
                  <a:lnTo>
                    <a:pt x="8250643" y="1032175"/>
                  </a:lnTo>
                  <a:lnTo>
                    <a:pt x="8252355" y="949139"/>
                  </a:lnTo>
                  <a:lnTo>
                    <a:pt x="8254066" y="971702"/>
                  </a:lnTo>
                  <a:lnTo>
                    <a:pt x="8255777" y="1048790"/>
                  </a:lnTo>
                  <a:lnTo>
                    <a:pt x="8257489" y="1130742"/>
                  </a:lnTo>
                  <a:lnTo>
                    <a:pt x="8259200" y="1232937"/>
                  </a:lnTo>
                  <a:lnTo>
                    <a:pt x="8260912" y="1215788"/>
                  </a:lnTo>
                  <a:lnTo>
                    <a:pt x="8262623" y="1195949"/>
                  </a:lnTo>
                  <a:lnTo>
                    <a:pt x="8264334" y="1145595"/>
                  </a:lnTo>
                  <a:lnTo>
                    <a:pt x="8266046" y="1095207"/>
                  </a:lnTo>
                  <a:lnTo>
                    <a:pt x="8267757" y="1144437"/>
                  </a:lnTo>
                  <a:lnTo>
                    <a:pt x="8269469" y="1124130"/>
                  </a:lnTo>
                  <a:lnTo>
                    <a:pt x="8271180" y="1067249"/>
                  </a:lnTo>
                  <a:lnTo>
                    <a:pt x="8272891" y="1121820"/>
                  </a:lnTo>
                  <a:lnTo>
                    <a:pt x="8274603" y="1197623"/>
                  </a:lnTo>
                  <a:lnTo>
                    <a:pt x="8276314" y="1253513"/>
                  </a:lnTo>
                  <a:lnTo>
                    <a:pt x="8278026" y="1266359"/>
                  </a:lnTo>
                  <a:lnTo>
                    <a:pt x="8279737" y="1276246"/>
                  </a:lnTo>
                  <a:lnTo>
                    <a:pt x="8281448" y="1261754"/>
                  </a:lnTo>
                  <a:lnTo>
                    <a:pt x="8283160" y="1256611"/>
                  </a:lnTo>
                  <a:lnTo>
                    <a:pt x="8284871" y="1259095"/>
                  </a:lnTo>
                  <a:lnTo>
                    <a:pt x="8286583" y="1278415"/>
                  </a:lnTo>
                  <a:lnTo>
                    <a:pt x="8288294" y="1252320"/>
                  </a:lnTo>
                  <a:lnTo>
                    <a:pt x="8290005" y="1243841"/>
                  </a:lnTo>
                  <a:lnTo>
                    <a:pt x="8291717" y="1245840"/>
                  </a:lnTo>
                  <a:lnTo>
                    <a:pt x="8293428" y="1249168"/>
                  </a:lnTo>
                  <a:lnTo>
                    <a:pt x="8295140" y="1255348"/>
                  </a:lnTo>
                  <a:lnTo>
                    <a:pt x="8296851" y="1153818"/>
                  </a:lnTo>
                  <a:lnTo>
                    <a:pt x="8298562" y="1176504"/>
                  </a:lnTo>
                  <a:lnTo>
                    <a:pt x="8300274" y="1257963"/>
                  </a:lnTo>
                  <a:lnTo>
                    <a:pt x="8301985" y="1300761"/>
                  </a:lnTo>
                  <a:lnTo>
                    <a:pt x="8303697" y="1296490"/>
                  </a:lnTo>
                  <a:lnTo>
                    <a:pt x="8305408" y="1307736"/>
                  </a:lnTo>
                  <a:lnTo>
                    <a:pt x="8307119" y="1321547"/>
                  </a:lnTo>
                  <a:lnTo>
                    <a:pt x="8308831" y="1326687"/>
                  </a:lnTo>
                  <a:lnTo>
                    <a:pt x="8310542" y="1322041"/>
                  </a:lnTo>
                  <a:lnTo>
                    <a:pt x="8312254" y="1310697"/>
                  </a:lnTo>
                  <a:lnTo>
                    <a:pt x="8313965" y="1287892"/>
                  </a:lnTo>
                  <a:lnTo>
                    <a:pt x="8315676" y="1365955"/>
                  </a:lnTo>
                  <a:lnTo>
                    <a:pt x="8317388" y="1383314"/>
                  </a:lnTo>
                  <a:lnTo>
                    <a:pt x="8319099" y="1335935"/>
                  </a:lnTo>
                  <a:lnTo>
                    <a:pt x="8320811" y="1363783"/>
                  </a:lnTo>
                  <a:lnTo>
                    <a:pt x="8322522" y="1365851"/>
                  </a:lnTo>
                  <a:lnTo>
                    <a:pt x="8324233" y="1386455"/>
                  </a:lnTo>
                  <a:lnTo>
                    <a:pt x="8325945" y="1330014"/>
                  </a:lnTo>
                  <a:lnTo>
                    <a:pt x="8327656" y="1317005"/>
                  </a:lnTo>
                  <a:lnTo>
                    <a:pt x="8329367" y="1229489"/>
                  </a:lnTo>
                  <a:lnTo>
                    <a:pt x="8331079" y="1243120"/>
                  </a:lnTo>
                  <a:lnTo>
                    <a:pt x="8332790" y="1338354"/>
                  </a:lnTo>
                  <a:lnTo>
                    <a:pt x="8334502" y="1359912"/>
                  </a:lnTo>
                  <a:lnTo>
                    <a:pt x="8336213" y="1368573"/>
                  </a:lnTo>
                  <a:lnTo>
                    <a:pt x="8337924" y="1426777"/>
                  </a:lnTo>
                  <a:lnTo>
                    <a:pt x="8339636" y="1443802"/>
                  </a:lnTo>
                  <a:lnTo>
                    <a:pt x="8341347" y="1461986"/>
                  </a:lnTo>
                  <a:lnTo>
                    <a:pt x="8343059" y="1458840"/>
                  </a:lnTo>
                  <a:lnTo>
                    <a:pt x="8344770" y="1461986"/>
                  </a:lnTo>
                  <a:lnTo>
                    <a:pt x="8346481" y="1461986"/>
                  </a:lnTo>
                  <a:lnTo>
                    <a:pt x="8348193" y="1461986"/>
                  </a:lnTo>
                  <a:lnTo>
                    <a:pt x="8349904" y="1461986"/>
                  </a:lnTo>
                  <a:lnTo>
                    <a:pt x="8351616" y="1461986"/>
                  </a:lnTo>
                  <a:lnTo>
                    <a:pt x="8353327" y="1441257"/>
                  </a:lnTo>
                  <a:lnTo>
                    <a:pt x="8355038" y="1414534"/>
                  </a:lnTo>
                  <a:lnTo>
                    <a:pt x="8356750" y="1390044"/>
                  </a:lnTo>
                  <a:lnTo>
                    <a:pt x="8358461" y="1353846"/>
                  </a:lnTo>
                  <a:lnTo>
                    <a:pt x="8360173" y="1335584"/>
                  </a:lnTo>
                  <a:lnTo>
                    <a:pt x="8361884" y="1311626"/>
                  </a:lnTo>
                  <a:lnTo>
                    <a:pt x="8363595" y="1336339"/>
                  </a:lnTo>
                  <a:lnTo>
                    <a:pt x="8365307" y="1313633"/>
                  </a:lnTo>
                  <a:lnTo>
                    <a:pt x="8367018" y="1304566"/>
                  </a:lnTo>
                  <a:lnTo>
                    <a:pt x="8368730" y="1320636"/>
                  </a:lnTo>
                  <a:lnTo>
                    <a:pt x="8370441" y="1352059"/>
                  </a:lnTo>
                  <a:lnTo>
                    <a:pt x="8372152" y="1381379"/>
                  </a:lnTo>
                  <a:lnTo>
                    <a:pt x="8373864" y="1352318"/>
                  </a:lnTo>
                  <a:lnTo>
                    <a:pt x="8375575" y="1323000"/>
                  </a:lnTo>
                  <a:lnTo>
                    <a:pt x="8377287" y="1334765"/>
                  </a:lnTo>
                  <a:lnTo>
                    <a:pt x="8378998" y="1232174"/>
                  </a:lnTo>
                  <a:lnTo>
                    <a:pt x="8380709" y="1144215"/>
                  </a:lnTo>
                  <a:lnTo>
                    <a:pt x="8382421" y="1112687"/>
                  </a:lnTo>
                  <a:lnTo>
                    <a:pt x="8384132" y="1118888"/>
                  </a:lnTo>
                  <a:lnTo>
                    <a:pt x="8385844" y="1277188"/>
                  </a:lnTo>
                  <a:lnTo>
                    <a:pt x="8387555" y="1235831"/>
                  </a:lnTo>
                  <a:lnTo>
                    <a:pt x="8389266" y="1197848"/>
                  </a:lnTo>
                  <a:lnTo>
                    <a:pt x="8390978" y="1156774"/>
                  </a:lnTo>
                  <a:lnTo>
                    <a:pt x="8392689" y="1256527"/>
                  </a:lnTo>
                  <a:lnTo>
                    <a:pt x="8394401" y="1245901"/>
                  </a:lnTo>
                  <a:lnTo>
                    <a:pt x="8396112" y="1127121"/>
                  </a:lnTo>
                  <a:lnTo>
                    <a:pt x="8397823" y="1105663"/>
                  </a:lnTo>
                  <a:lnTo>
                    <a:pt x="8399535" y="1214687"/>
                  </a:lnTo>
                  <a:lnTo>
                    <a:pt x="8401246" y="1257557"/>
                  </a:lnTo>
                  <a:lnTo>
                    <a:pt x="8402958" y="1158320"/>
                  </a:lnTo>
                  <a:lnTo>
                    <a:pt x="8404669" y="1150953"/>
                  </a:lnTo>
                  <a:lnTo>
                    <a:pt x="8406380" y="1157427"/>
                  </a:lnTo>
                  <a:lnTo>
                    <a:pt x="8408092" y="1270537"/>
                  </a:lnTo>
                  <a:lnTo>
                    <a:pt x="8409803" y="1254713"/>
                  </a:lnTo>
                  <a:lnTo>
                    <a:pt x="8411515" y="1232592"/>
                  </a:lnTo>
                  <a:lnTo>
                    <a:pt x="8413226" y="1295949"/>
                  </a:lnTo>
                  <a:lnTo>
                    <a:pt x="8414937" y="1310761"/>
                  </a:lnTo>
                  <a:lnTo>
                    <a:pt x="8416649" y="1342956"/>
                  </a:lnTo>
                  <a:lnTo>
                    <a:pt x="8418360" y="1350362"/>
                  </a:lnTo>
                  <a:lnTo>
                    <a:pt x="8420072" y="1368904"/>
                  </a:lnTo>
                  <a:lnTo>
                    <a:pt x="8421783" y="1411167"/>
                  </a:lnTo>
                  <a:lnTo>
                    <a:pt x="8423494" y="1424348"/>
                  </a:lnTo>
                  <a:lnTo>
                    <a:pt x="8425206" y="1435270"/>
                  </a:lnTo>
                  <a:lnTo>
                    <a:pt x="8426917" y="1405053"/>
                  </a:lnTo>
                  <a:lnTo>
                    <a:pt x="8428629" y="1385269"/>
                  </a:lnTo>
                  <a:lnTo>
                    <a:pt x="8430340" y="1324797"/>
                  </a:lnTo>
                  <a:lnTo>
                    <a:pt x="8432051" y="1306279"/>
                  </a:lnTo>
                  <a:lnTo>
                    <a:pt x="8433763" y="1372397"/>
                  </a:lnTo>
                  <a:lnTo>
                    <a:pt x="8435474" y="1419565"/>
                  </a:lnTo>
                  <a:lnTo>
                    <a:pt x="8437185" y="1402791"/>
                  </a:lnTo>
                  <a:lnTo>
                    <a:pt x="8438897" y="1441571"/>
                  </a:lnTo>
                  <a:lnTo>
                    <a:pt x="8440608" y="1460233"/>
                  </a:lnTo>
                  <a:lnTo>
                    <a:pt x="8442320" y="1453527"/>
                  </a:lnTo>
                  <a:lnTo>
                    <a:pt x="8444031" y="1450096"/>
                  </a:lnTo>
                  <a:lnTo>
                    <a:pt x="8445742" y="1448126"/>
                  </a:lnTo>
                  <a:lnTo>
                    <a:pt x="8447454" y="1461986"/>
                  </a:lnTo>
                  <a:lnTo>
                    <a:pt x="8449165" y="1444165"/>
                  </a:lnTo>
                  <a:lnTo>
                    <a:pt x="8450877" y="1420692"/>
                  </a:lnTo>
                  <a:lnTo>
                    <a:pt x="8452588" y="1383345"/>
                  </a:lnTo>
                  <a:lnTo>
                    <a:pt x="8454299" y="1371355"/>
                  </a:lnTo>
                  <a:lnTo>
                    <a:pt x="8456011" y="1394165"/>
                  </a:lnTo>
                  <a:lnTo>
                    <a:pt x="8457722" y="1364524"/>
                  </a:lnTo>
                  <a:lnTo>
                    <a:pt x="8459434" y="1344800"/>
                  </a:lnTo>
                  <a:lnTo>
                    <a:pt x="8461145" y="1406776"/>
                  </a:lnTo>
                  <a:lnTo>
                    <a:pt x="8462856" y="1387931"/>
                  </a:lnTo>
                  <a:lnTo>
                    <a:pt x="8464568" y="1423088"/>
                  </a:lnTo>
                  <a:lnTo>
                    <a:pt x="8466279" y="1370887"/>
                  </a:lnTo>
                  <a:lnTo>
                    <a:pt x="8467991" y="1350292"/>
                  </a:lnTo>
                  <a:lnTo>
                    <a:pt x="8469702" y="1250142"/>
                  </a:lnTo>
                  <a:lnTo>
                    <a:pt x="8471413" y="1250156"/>
                  </a:lnTo>
                  <a:lnTo>
                    <a:pt x="8473125" y="1276234"/>
                  </a:lnTo>
                  <a:lnTo>
                    <a:pt x="8474836" y="1267760"/>
                  </a:lnTo>
                  <a:lnTo>
                    <a:pt x="8476548" y="1296926"/>
                  </a:lnTo>
                  <a:lnTo>
                    <a:pt x="8478259" y="1318008"/>
                  </a:lnTo>
                  <a:lnTo>
                    <a:pt x="8479970" y="1280408"/>
                  </a:lnTo>
                  <a:lnTo>
                    <a:pt x="8481682" y="1284375"/>
                  </a:lnTo>
                  <a:lnTo>
                    <a:pt x="8483393" y="1301992"/>
                  </a:lnTo>
                  <a:lnTo>
                    <a:pt x="8485105" y="1393345"/>
                  </a:lnTo>
                  <a:lnTo>
                    <a:pt x="8486816" y="1367995"/>
                  </a:lnTo>
                  <a:lnTo>
                    <a:pt x="8488527" y="1377935"/>
                  </a:lnTo>
                  <a:lnTo>
                    <a:pt x="8490239" y="1370501"/>
                  </a:lnTo>
                  <a:lnTo>
                    <a:pt x="8491950" y="1344284"/>
                  </a:lnTo>
                  <a:lnTo>
                    <a:pt x="8493662" y="1332122"/>
                  </a:lnTo>
                  <a:lnTo>
                    <a:pt x="8495373" y="1290802"/>
                  </a:lnTo>
                  <a:lnTo>
                    <a:pt x="8497084" y="1290877"/>
                  </a:lnTo>
                  <a:lnTo>
                    <a:pt x="8498796" y="1257561"/>
                  </a:lnTo>
                  <a:lnTo>
                    <a:pt x="8500507" y="1263154"/>
                  </a:lnTo>
                  <a:lnTo>
                    <a:pt x="8502219" y="1299454"/>
                  </a:lnTo>
                  <a:lnTo>
                    <a:pt x="8503930" y="1266530"/>
                  </a:lnTo>
                  <a:lnTo>
                    <a:pt x="8505641" y="1275547"/>
                  </a:lnTo>
                  <a:lnTo>
                    <a:pt x="8507353" y="1238810"/>
                  </a:lnTo>
                  <a:lnTo>
                    <a:pt x="8509064" y="1221464"/>
                  </a:lnTo>
                  <a:lnTo>
                    <a:pt x="8510776" y="1276200"/>
                  </a:lnTo>
                  <a:lnTo>
                    <a:pt x="8512487" y="1233340"/>
                  </a:lnTo>
                  <a:lnTo>
                    <a:pt x="8514198" y="1290259"/>
                  </a:lnTo>
                  <a:lnTo>
                    <a:pt x="8515910" y="1294937"/>
                  </a:lnTo>
                  <a:lnTo>
                    <a:pt x="8517621" y="1311665"/>
                  </a:lnTo>
                  <a:lnTo>
                    <a:pt x="8519333" y="1310213"/>
                  </a:lnTo>
                  <a:lnTo>
                    <a:pt x="8521044" y="1264997"/>
                  </a:lnTo>
                  <a:lnTo>
                    <a:pt x="8522755" y="1171444"/>
                  </a:lnTo>
                  <a:lnTo>
                    <a:pt x="8524467" y="1114939"/>
                  </a:lnTo>
                  <a:lnTo>
                    <a:pt x="8526178" y="1139387"/>
                  </a:lnTo>
                  <a:lnTo>
                    <a:pt x="8527890" y="1165644"/>
                  </a:lnTo>
                  <a:lnTo>
                    <a:pt x="8529601" y="1051302"/>
                  </a:lnTo>
                  <a:lnTo>
                    <a:pt x="8531312" y="1115819"/>
                  </a:lnTo>
                  <a:lnTo>
                    <a:pt x="8533024" y="1154751"/>
                  </a:lnTo>
                  <a:lnTo>
                    <a:pt x="8534735" y="1166376"/>
                  </a:lnTo>
                  <a:lnTo>
                    <a:pt x="8536447" y="1238624"/>
                  </a:lnTo>
                  <a:lnTo>
                    <a:pt x="8538158" y="1217271"/>
                  </a:lnTo>
                  <a:lnTo>
                    <a:pt x="8539869" y="1229843"/>
                  </a:lnTo>
                  <a:lnTo>
                    <a:pt x="8541581" y="1237381"/>
                  </a:lnTo>
                  <a:lnTo>
                    <a:pt x="8543292" y="1257711"/>
                  </a:lnTo>
                  <a:lnTo>
                    <a:pt x="8545003" y="1182958"/>
                  </a:lnTo>
                  <a:lnTo>
                    <a:pt x="8546715" y="1165719"/>
                  </a:lnTo>
                  <a:lnTo>
                    <a:pt x="8548426" y="1192623"/>
                  </a:lnTo>
                  <a:lnTo>
                    <a:pt x="8550138" y="1304657"/>
                  </a:lnTo>
                  <a:lnTo>
                    <a:pt x="8551849" y="1302096"/>
                  </a:lnTo>
                  <a:lnTo>
                    <a:pt x="8553560" y="1314106"/>
                  </a:lnTo>
                  <a:lnTo>
                    <a:pt x="8553560" y="1461986"/>
                  </a:lnTo>
                  <a:lnTo>
                    <a:pt x="8551849" y="1461986"/>
                  </a:lnTo>
                  <a:lnTo>
                    <a:pt x="8550138" y="1461986"/>
                  </a:lnTo>
                  <a:lnTo>
                    <a:pt x="8548426" y="1461986"/>
                  </a:lnTo>
                  <a:lnTo>
                    <a:pt x="8546715" y="1461986"/>
                  </a:lnTo>
                  <a:lnTo>
                    <a:pt x="8545003" y="1461986"/>
                  </a:lnTo>
                  <a:lnTo>
                    <a:pt x="8543292" y="1461986"/>
                  </a:lnTo>
                  <a:lnTo>
                    <a:pt x="8541581" y="1461986"/>
                  </a:lnTo>
                  <a:lnTo>
                    <a:pt x="8539869" y="1461986"/>
                  </a:lnTo>
                  <a:lnTo>
                    <a:pt x="8538158" y="1461986"/>
                  </a:lnTo>
                  <a:lnTo>
                    <a:pt x="8536447" y="1461986"/>
                  </a:lnTo>
                  <a:lnTo>
                    <a:pt x="8534735" y="1461986"/>
                  </a:lnTo>
                  <a:lnTo>
                    <a:pt x="8533024" y="1461986"/>
                  </a:lnTo>
                  <a:lnTo>
                    <a:pt x="8531312" y="1461986"/>
                  </a:lnTo>
                  <a:lnTo>
                    <a:pt x="8529601" y="1461986"/>
                  </a:lnTo>
                  <a:lnTo>
                    <a:pt x="8527890" y="1461986"/>
                  </a:lnTo>
                  <a:lnTo>
                    <a:pt x="8526178" y="1461986"/>
                  </a:lnTo>
                  <a:lnTo>
                    <a:pt x="8524467" y="1461986"/>
                  </a:lnTo>
                  <a:lnTo>
                    <a:pt x="8522755" y="1461986"/>
                  </a:lnTo>
                  <a:lnTo>
                    <a:pt x="8521044" y="1461986"/>
                  </a:lnTo>
                  <a:lnTo>
                    <a:pt x="8519333" y="1461986"/>
                  </a:lnTo>
                  <a:lnTo>
                    <a:pt x="8517621" y="1461986"/>
                  </a:lnTo>
                  <a:lnTo>
                    <a:pt x="8515910" y="1461986"/>
                  </a:lnTo>
                  <a:lnTo>
                    <a:pt x="8514198" y="1461986"/>
                  </a:lnTo>
                  <a:lnTo>
                    <a:pt x="8512487" y="1461986"/>
                  </a:lnTo>
                  <a:lnTo>
                    <a:pt x="8510776" y="1461986"/>
                  </a:lnTo>
                  <a:lnTo>
                    <a:pt x="8509064" y="1461986"/>
                  </a:lnTo>
                  <a:lnTo>
                    <a:pt x="8507353" y="1461986"/>
                  </a:lnTo>
                  <a:lnTo>
                    <a:pt x="8505641" y="1461986"/>
                  </a:lnTo>
                  <a:lnTo>
                    <a:pt x="8503930" y="1461986"/>
                  </a:lnTo>
                  <a:lnTo>
                    <a:pt x="8502219" y="1461986"/>
                  </a:lnTo>
                  <a:lnTo>
                    <a:pt x="8500507" y="1461986"/>
                  </a:lnTo>
                  <a:lnTo>
                    <a:pt x="8498796" y="1461986"/>
                  </a:lnTo>
                  <a:lnTo>
                    <a:pt x="8497084" y="1461986"/>
                  </a:lnTo>
                  <a:lnTo>
                    <a:pt x="8495373" y="1461986"/>
                  </a:lnTo>
                  <a:lnTo>
                    <a:pt x="8493662" y="1461986"/>
                  </a:lnTo>
                  <a:lnTo>
                    <a:pt x="8491950" y="1461986"/>
                  </a:lnTo>
                  <a:lnTo>
                    <a:pt x="8490239" y="1461986"/>
                  </a:lnTo>
                  <a:lnTo>
                    <a:pt x="8488527" y="1461986"/>
                  </a:lnTo>
                  <a:lnTo>
                    <a:pt x="8486816" y="1461986"/>
                  </a:lnTo>
                  <a:lnTo>
                    <a:pt x="8485105" y="1461986"/>
                  </a:lnTo>
                  <a:lnTo>
                    <a:pt x="8483393" y="1461986"/>
                  </a:lnTo>
                  <a:lnTo>
                    <a:pt x="8481682" y="1461986"/>
                  </a:lnTo>
                  <a:lnTo>
                    <a:pt x="8479970" y="1461986"/>
                  </a:lnTo>
                  <a:lnTo>
                    <a:pt x="8478259" y="1461986"/>
                  </a:lnTo>
                  <a:lnTo>
                    <a:pt x="8476548" y="1461986"/>
                  </a:lnTo>
                  <a:lnTo>
                    <a:pt x="8474836" y="1461986"/>
                  </a:lnTo>
                  <a:lnTo>
                    <a:pt x="8473125" y="1461986"/>
                  </a:lnTo>
                  <a:lnTo>
                    <a:pt x="8471413" y="1461986"/>
                  </a:lnTo>
                  <a:lnTo>
                    <a:pt x="8469702" y="1461986"/>
                  </a:lnTo>
                  <a:lnTo>
                    <a:pt x="8467991" y="1461986"/>
                  </a:lnTo>
                  <a:lnTo>
                    <a:pt x="8466279" y="1461986"/>
                  </a:lnTo>
                  <a:lnTo>
                    <a:pt x="8464568" y="1461986"/>
                  </a:lnTo>
                  <a:lnTo>
                    <a:pt x="8462856" y="1461986"/>
                  </a:lnTo>
                  <a:lnTo>
                    <a:pt x="8461145" y="1461986"/>
                  </a:lnTo>
                  <a:lnTo>
                    <a:pt x="8459434" y="1461986"/>
                  </a:lnTo>
                  <a:lnTo>
                    <a:pt x="8457722" y="1461986"/>
                  </a:lnTo>
                  <a:lnTo>
                    <a:pt x="8456011" y="1461986"/>
                  </a:lnTo>
                  <a:lnTo>
                    <a:pt x="8454299" y="1461986"/>
                  </a:lnTo>
                  <a:lnTo>
                    <a:pt x="8452588" y="1461986"/>
                  </a:lnTo>
                  <a:lnTo>
                    <a:pt x="8450877" y="1461986"/>
                  </a:lnTo>
                  <a:lnTo>
                    <a:pt x="8449165" y="1461986"/>
                  </a:lnTo>
                  <a:lnTo>
                    <a:pt x="8447454" y="1461986"/>
                  </a:lnTo>
                  <a:lnTo>
                    <a:pt x="8445742" y="1461986"/>
                  </a:lnTo>
                  <a:lnTo>
                    <a:pt x="8444031" y="1461986"/>
                  </a:lnTo>
                  <a:lnTo>
                    <a:pt x="8442320" y="1461986"/>
                  </a:lnTo>
                  <a:lnTo>
                    <a:pt x="8440608" y="1461986"/>
                  </a:lnTo>
                  <a:lnTo>
                    <a:pt x="8438897" y="1461986"/>
                  </a:lnTo>
                  <a:lnTo>
                    <a:pt x="8437185" y="1461986"/>
                  </a:lnTo>
                  <a:lnTo>
                    <a:pt x="8435474" y="1461986"/>
                  </a:lnTo>
                  <a:lnTo>
                    <a:pt x="8433763" y="1461986"/>
                  </a:lnTo>
                  <a:lnTo>
                    <a:pt x="8432051" y="1461986"/>
                  </a:lnTo>
                  <a:lnTo>
                    <a:pt x="8430340" y="1461986"/>
                  </a:lnTo>
                  <a:lnTo>
                    <a:pt x="8428629" y="1461986"/>
                  </a:lnTo>
                  <a:lnTo>
                    <a:pt x="8426917" y="1461986"/>
                  </a:lnTo>
                  <a:lnTo>
                    <a:pt x="8425206" y="1461986"/>
                  </a:lnTo>
                  <a:lnTo>
                    <a:pt x="8423494" y="1461986"/>
                  </a:lnTo>
                  <a:lnTo>
                    <a:pt x="8421783" y="1461986"/>
                  </a:lnTo>
                  <a:lnTo>
                    <a:pt x="8420072" y="1461986"/>
                  </a:lnTo>
                  <a:lnTo>
                    <a:pt x="8418360" y="1461986"/>
                  </a:lnTo>
                  <a:lnTo>
                    <a:pt x="8416649" y="1461986"/>
                  </a:lnTo>
                  <a:lnTo>
                    <a:pt x="8414937" y="1461986"/>
                  </a:lnTo>
                  <a:lnTo>
                    <a:pt x="8413226" y="1461986"/>
                  </a:lnTo>
                  <a:lnTo>
                    <a:pt x="8411515" y="1461986"/>
                  </a:lnTo>
                  <a:lnTo>
                    <a:pt x="8409803" y="1461986"/>
                  </a:lnTo>
                  <a:lnTo>
                    <a:pt x="8408092" y="1461986"/>
                  </a:lnTo>
                  <a:lnTo>
                    <a:pt x="8406380" y="1461986"/>
                  </a:lnTo>
                  <a:lnTo>
                    <a:pt x="8404669" y="1461986"/>
                  </a:lnTo>
                  <a:lnTo>
                    <a:pt x="8402958" y="1461986"/>
                  </a:lnTo>
                  <a:lnTo>
                    <a:pt x="8401246" y="1461986"/>
                  </a:lnTo>
                  <a:lnTo>
                    <a:pt x="8399535" y="1461986"/>
                  </a:lnTo>
                  <a:lnTo>
                    <a:pt x="8397823" y="1461986"/>
                  </a:lnTo>
                  <a:lnTo>
                    <a:pt x="8396112" y="1461986"/>
                  </a:lnTo>
                  <a:lnTo>
                    <a:pt x="8394401" y="1461986"/>
                  </a:lnTo>
                  <a:lnTo>
                    <a:pt x="8392689" y="1461986"/>
                  </a:lnTo>
                  <a:lnTo>
                    <a:pt x="8390978" y="1461986"/>
                  </a:lnTo>
                  <a:lnTo>
                    <a:pt x="8389266" y="1461986"/>
                  </a:lnTo>
                  <a:lnTo>
                    <a:pt x="8387555" y="1461986"/>
                  </a:lnTo>
                  <a:lnTo>
                    <a:pt x="8385844" y="1461986"/>
                  </a:lnTo>
                  <a:lnTo>
                    <a:pt x="8384132" y="1461986"/>
                  </a:lnTo>
                  <a:lnTo>
                    <a:pt x="8382421" y="1461986"/>
                  </a:lnTo>
                  <a:lnTo>
                    <a:pt x="8380709" y="1461986"/>
                  </a:lnTo>
                  <a:lnTo>
                    <a:pt x="8378998" y="1461986"/>
                  </a:lnTo>
                  <a:lnTo>
                    <a:pt x="8377287" y="1461986"/>
                  </a:lnTo>
                  <a:lnTo>
                    <a:pt x="8375575" y="1461986"/>
                  </a:lnTo>
                  <a:lnTo>
                    <a:pt x="8373864" y="1461986"/>
                  </a:lnTo>
                  <a:lnTo>
                    <a:pt x="8372152" y="1461986"/>
                  </a:lnTo>
                  <a:lnTo>
                    <a:pt x="8370441" y="1461986"/>
                  </a:lnTo>
                  <a:lnTo>
                    <a:pt x="8368730" y="1461986"/>
                  </a:lnTo>
                  <a:lnTo>
                    <a:pt x="8367018" y="1461986"/>
                  </a:lnTo>
                  <a:lnTo>
                    <a:pt x="8365307" y="1461986"/>
                  </a:lnTo>
                  <a:lnTo>
                    <a:pt x="8363595" y="1461986"/>
                  </a:lnTo>
                  <a:lnTo>
                    <a:pt x="8361884" y="1461986"/>
                  </a:lnTo>
                  <a:lnTo>
                    <a:pt x="8360173" y="1461986"/>
                  </a:lnTo>
                  <a:lnTo>
                    <a:pt x="8358461" y="1461986"/>
                  </a:lnTo>
                  <a:lnTo>
                    <a:pt x="8356750" y="1461986"/>
                  </a:lnTo>
                  <a:lnTo>
                    <a:pt x="8355038" y="1461986"/>
                  </a:lnTo>
                  <a:lnTo>
                    <a:pt x="8353327" y="1461986"/>
                  </a:lnTo>
                  <a:lnTo>
                    <a:pt x="8351616" y="1461986"/>
                  </a:lnTo>
                  <a:lnTo>
                    <a:pt x="8349904" y="1461986"/>
                  </a:lnTo>
                  <a:lnTo>
                    <a:pt x="8348193" y="1461986"/>
                  </a:lnTo>
                  <a:lnTo>
                    <a:pt x="8346481" y="1461986"/>
                  </a:lnTo>
                  <a:lnTo>
                    <a:pt x="8344770" y="1461986"/>
                  </a:lnTo>
                  <a:lnTo>
                    <a:pt x="8343059" y="1461986"/>
                  </a:lnTo>
                  <a:lnTo>
                    <a:pt x="8341347" y="1461986"/>
                  </a:lnTo>
                  <a:lnTo>
                    <a:pt x="8339636" y="1461986"/>
                  </a:lnTo>
                  <a:lnTo>
                    <a:pt x="8337924" y="1461986"/>
                  </a:lnTo>
                  <a:lnTo>
                    <a:pt x="8336213" y="1461986"/>
                  </a:lnTo>
                  <a:lnTo>
                    <a:pt x="8334502" y="1461986"/>
                  </a:lnTo>
                  <a:lnTo>
                    <a:pt x="8332790" y="1461986"/>
                  </a:lnTo>
                  <a:lnTo>
                    <a:pt x="8331079" y="1461986"/>
                  </a:lnTo>
                  <a:lnTo>
                    <a:pt x="8329367" y="1461986"/>
                  </a:lnTo>
                  <a:lnTo>
                    <a:pt x="8327656" y="1461986"/>
                  </a:lnTo>
                  <a:lnTo>
                    <a:pt x="8325945" y="1461986"/>
                  </a:lnTo>
                  <a:lnTo>
                    <a:pt x="8324233" y="1461986"/>
                  </a:lnTo>
                  <a:lnTo>
                    <a:pt x="8322522" y="1461986"/>
                  </a:lnTo>
                  <a:lnTo>
                    <a:pt x="8320811" y="1461986"/>
                  </a:lnTo>
                  <a:lnTo>
                    <a:pt x="8319099" y="1461986"/>
                  </a:lnTo>
                  <a:lnTo>
                    <a:pt x="8317388" y="1461986"/>
                  </a:lnTo>
                  <a:lnTo>
                    <a:pt x="8315676" y="1461986"/>
                  </a:lnTo>
                  <a:lnTo>
                    <a:pt x="8313965" y="1461986"/>
                  </a:lnTo>
                  <a:lnTo>
                    <a:pt x="8312254" y="1461986"/>
                  </a:lnTo>
                  <a:lnTo>
                    <a:pt x="8310542" y="1461986"/>
                  </a:lnTo>
                  <a:lnTo>
                    <a:pt x="8308831" y="1461986"/>
                  </a:lnTo>
                  <a:lnTo>
                    <a:pt x="8307119" y="1461986"/>
                  </a:lnTo>
                  <a:lnTo>
                    <a:pt x="8305408" y="1461986"/>
                  </a:lnTo>
                  <a:lnTo>
                    <a:pt x="8303697" y="1461986"/>
                  </a:lnTo>
                  <a:lnTo>
                    <a:pt x="8301985" y="1461986"/>
                  </a:lnTo>
                  <a:lnTo>
                    <a:pt x="8300274" y="1461986"/>
                  </a:lnTo>
                  <a:lnTo>
                    <a:pt x="8298562" y="1461986"/>
                  </a:lnTo>
                  <a:lnTo>
                    <a:pt x="8296851" y="1461986"/>
                  </a:lnTo>
                  <a:lnTo>
                    <a:pt x="8295140" y="1461986"/>
                  </a:lnTo>
                  <a:lnTo>
                    <a:pt x="8293428" y="1461986"/>
                  </a:lnTo>
                  <a:lnTo>
                    <a:pt x="8291717" y="1461986"/>
                  </a:lnTo>
                  <a:lnTo>
                    <a:pt x="8290005" y="1461986"/>
                  </a:lnTo>
                  <a:lnTo>
                    <a:pt x="8288294" y="1461986"/>
                  </a:lnTo>
                  <a:lnTo>
                    <a:pt x="8286583" y="1461986"/>
                  </a:lnTo>
                  <a:lnTo>
                    <a:pt x="8284871" y="1461986"/>
                  </a:lnTo>
                  <a:lnTo>
                    <a:pt x="8283160" y="1461986"/>
                  </a:lnTo>
                  <a:lnTo>
                    <a:pt x="8281448" y="1461986"/>
                  </a:lnTo>
                  <a:lnTo>
                    <a:pt x="8279737" y="1461986"/>
                  </a:lnTo>
                  <a:lnTo>
                    <a:pt x="8278026" y="1461986"/>
                  </a:lnTo>
                  <a:lnTo>
                    <a:pt x="8276314" y="1461986"/>
                  </a:lnTo>
                  <a:lnTo>
                    <a:pt x="8274603" y="1461986"/>
                  </a:lnTo>
                  <a:lnTo>
                    <a:pt x="8272891" y="1461986"/>
                  </a:lnTo>
                  <a:lnTo>
                    <a:pt x="8271180" y="1461986"/>
                  </a:lnTo>
                  <a:lnTo>
                    <a:pt x="8269469" y="1461986"/>
                  </a:lnTo>
                  <a:lnTo>
                    <a:pt x="8267757" y="1461986"/>
                  </a:lnTo>
                  <a:lnTo>
                    <a:pt x="8266046" y="1461986"/>
                  </a:lnTo>
                  <a:lnTo>
                    <a:pt x="8264334" y="1461986"/>
                  </a:lnTo>
                  <a:lnTo>
                    <a:pt x="8262623" y="1461986"/>
                  </a:lnTo>
                  <a:lnTo>
                    <a:pt x="8260912" y="1461986"/>
                  </a:lnTo>
                  <a:lnTo>
                    <a:pt x="8259200" y="1461986"/>
                  </a:lnTo>
                  <a:lnTo>
                    <a:pt x="8257489" y="1461986"/>
                  </a:lnTo>
                  <a:lnTo>
                    <a:pt x="8255777" y="1461986"/>
                  </a:lnTo>
                  <a:lnTo>
                    <a:pt x="8254066" y="1461986"/>
                  </a:lnTo>
                  <a:lnTo>
                    <a:pt x="8252355" y="1461986"/>
                  </a:lnTo>
                  <a:lnTo>
                    <a:pt x="8250643" y="1461986"/>
                  </a:lnTo>
                  <a:lnTo>
                    <a:pt x="8248932" y="1461986"/>
                  </a:lnTo>
                  <a:lnTo>
                    <a:pt x="8247220" y="1461986"/>
                  </a:lnTo>
                  <a:lnTo>
                    <a:pt x="8245509" y="1461986"/>
                  </a:lnTo>
                  <a:lnTo>
                    <a:pt x="8243798" y="1461986"/>
                  </a:lnTo>
                  <a:lnTo>
                    <a:pt x="8242086" y="1461986"/>
                  </a:lnTo>
                  <a:lnTo>
                    <a:pt x="8240375" y="1461986"/>
                  </a:lnTo>
                  <a:lnTo>
                    <a:pt x="8238663" y="1461986"/>
                  </a:lnTo>
                  <a:lnTo>
                    <a:pt x="8236952" y="1461986"/>
                  </a:lnTo>
                  <a:lnTo>
                    <a:pt x="8235241" y="1461986"/>
                  </a:lnTo>
                  <a:lnTo>
                    <a:pt x="8233529" y="1461986"/>
                  </a:lnTo>
                  <a:lnTo>
                    <a:pt x="8231818" y="1461986"/>
                  </a:lnTo>
                  <a:lnTo>
                    <a:pt x="8230106" y="1461986"/>
                  </a:lnTo>
                  <a:lnTo>
                    <a:pt x="8228395" y="1461986"/>
                  </a:lnTo>
                  <a:lnTo>
                    <a:pt x="8226684" y="1461986"/>
                  </a:lnTo>
                  <a:lnTo>
                    <a:pt x="8224972" y="1461986"/>
                  </a:lnTo>
                  <a:lnTo>
                    <a:pt x="8223261" y="1461986"/>
                  </a:lnTo>
                  <a:lnTo>
                    <a:pt x="8221550" y="1461986"/>
                  </a:lnTo>
                  <a:lnTo>
                    <a:pt x="8219838" y="1461986"/>
                  </a:lnTo>
                  <a:lnTo>
                    <a:pt x="8218127" y="1461986"/>
                  </a:lnTo>
                  <a:lnTo>
                    <a:pt x="8216415" y="1461986"/>
                  </a:lnTo>
                  <a:lnTo>
                    <a:pt x="8214704" y="1461986"/>
                  </a:lnTo>
                  <a:lnTo>
                    <a:pt x="8212993" y="1461986"/>
                  </a:lnTo>
                  <a:lnTo>
                    <a:pt x="8211281" y="1461986"/>
                  </a:lnTo>
                  <a:lnTo>
                    <a:pt x="8209570" y="1461986"/>
                  </a:lnTo>
                  <a:lnTo>
                    <a:pt x="8207858" y="1461986"/>
                  </a:lnTo>
                  <a:lnTo>
                    <a:pt x="8206147" y="1461986"/>
                  </a:lnTo>
                  <a:lnTo>
                    <a:pt x="8204436" y="1461986"/>
                  </a:lnTo>
                  <a:lnTo>
                    <a:pt x="8202724" y="1461986"/>
                  </a:lnTo>
                  <a:lnTo>
                    <a:pt x="8201013" y="1461986"/>
                  </a:lnTo>
                  <a:lnTo>
                    <a:pt x="8199301" y="1461986"/>
                  </a:lnTo>
                  <a:lnTo>
                    <a:pt x="8197590" y="1461986"/>
                  </a:lnTo>
                  <a:lnTo>
                    <a:pt x="8195879" y="1461986"/>
                  </a:lnTo>
                  <a:lnTo>
                    <a:pt x="8194167" y="1461986"/>
                  </a:lnTo>
                  <a:lnTo>
                    <a:pt x="8192456" y="1461986"/>
                  </a:lnTo>
                  <a:lnTo>
                    <a:pt x="8190744" y="1461986"/>
                  </a:lnTo>
                  <a:lnTo>
                    <a:pt x="8189033" y="1461986"/>
                  </a:lnTo>
                  <a:lnTo>
                    <a:pt x="8187322" y="1461986"/>
                  </a:lnTo>
                  <a:lnTo>
                    <a:pt x="8185610" y="1461986"/>
                  </a:lnTo>
                  <a:lnTo>
                    <a:pt x="8183899" y="1461986"/>
                  </a:lnTo>
                  <a:lnTo>
                    <a:pt x="8182187" y="1461986"/>
                  </a:lnTo>
                  <a:lnTo>
                    <a:pt x="8180476" y="1461986"/>
                  </a:lnTo>
                  <a:lnTo>
                    <a:pt x="8178765" y="1461986"/>
                  </a:lnTo>
                  <a:lnTo>
                    <a:pt x="8177053" y="1461986"/>
                  </a:lnTo>
                  <a:lnTo>
                    <a:pt x="8175342" y="1461986"/>
                  </a:lnTo>
                  <a:lnTo>
                    <a:pt x="8173630" y="1461986"/>
                  </a:lnTo>
                  <a:lnTo>
                    <a:pt x="8171919" y="1461986"/>
                  </a:lnTo>
                  <a:lnTo>
                    <a:pt x="8170208" y="1461986"/>
                  </a:lnTo>
                  <a:lnTo>
                    <a:pt x="8168496" y="1461986"/>
                  </a:lnTo>
                  <a:lnTo>
                    <a:pt x="8166785" y="1461986"/>
                  </a:lnTo>
                  <a:lnTo>
                    <a:pt x="8165073" y="1461986"/>
                  </a:lnTo>
                  <a:lnTo>
                    <a:pt x="8163362" y="1461986"/>
                  </a:lnTo>
                  <a:lnTo>
                    <a:pt x="8161651" y="1461986"/>
                  </a:lnTo>
                  <a:lnTo>
                    <a:pt x="8159939" y="1461986"/>
                  </a:lnTo>
                  <a:lnTo>
                    <a:pt x="8158228" y="1461986"/>
                  </a:lnTo>
                  <a:lnTo>
                    <a:pt x="8156516" y="1461986"/>
                  </a:lnTo>
                  <a:lnTo>
                    <a:pt x="8154805" y="1461986"/>
                  </a:lnTo>
                  <a:lnTo>
                    <a:pt x="8153094" y="1461986"/>
                  </a:lnTo>
                  <a:lnTo>
                    <a:pt x="8151382" y="1461986"/>
                  </a:lnTo>
                  <a:lnTo>
                    <a:pt x="8149671" y="1461986"/>
                  </a:lnTo>
                  <a:lnTo>
                    <a:pt x="8147959" y="1461986"/>
                  </a:lnTo>
                  <a:lnTo>
                    <a:pt x="8146248" y="1461986"/>
                  </a:lnTo>
                  <a:lnTo>
                    <a:pt x="8144537" y="1461986"/>
                  </a:lnTo>
                  <a:lnTo>
                    <a:pt x="8142825" y="1461986"/>
                  </a:lnTo>
                  <a:lnTo>
                    <a:pt x="8141114" y="1461986"/>
                  </a:lnTo>
                  <a:lnTo>
                    <a:pt x="8139402" y="1461986"/>
                  </a:lnTo>
                  <a:lnTo>
                    <a:pt x="8137691" y="1461986"/>
                  </a:lnTo>
                  <a:lnTo>
                    <a:pt x="8135980" y="1461986"/>
                  </a:lnTo>
                  <a:lnTo>
                    <a:pt x="8134268" y="1461986"/>
                  </a:lnTo>
                  <a:lnTo>
                    <a:pt x="8132557" y="1461986"/>
                  </a:lnTo>
                  <a:lnTo>
                    <a:pt x="8130845" y="1461986"/>
                  </a:lnTo>
                  <a:lnTo>
                    <a:pt x="8129134" y="1461986"/>
                  </a:lnTo>
                  <a:lnTo>
                    <a:pt x="8127423" y="1461986"/>
                  </a:lnTo>
                  <a:lnTo>
                    <a:pt x="8125711" y="1461986"/>
                  </a:lnTo>
                  <a:lnTo>
                    <a:pt x="8124000" y="1461986"/>
                  </a:lnTo>
                  <a:lnTo>
                    <a:pt x="8122288" y="1461986"/>
                  </a:lnTo>
                  <a:lnTo>
                    <a:pt x="8120577" y="1461986"/>
                  </a:lnTo>
                  <a:lnTo>
                    <a:pt x="8118866" y="1461986"/>
                  </a:lnTo>
                  <a:lnTo>
                    <a:pt x="8117154" y="1461986"/>
                  </a:lnTo>
                  <a:lnTo>
                    <a:pt x="8115443" y="1461986"/>
                  </a:lnTo>
                  <a:lnTo>
                    <a:pt x="8113732" y="1461986"/>
                  </a:lnTo>
                  <a:lnTo>
                    <a:pt x="8112020" y="1461986"/>
                  </a:lnTo>
                  <a:lnTo>
                    <a:pt x="8110309" y="1461986"/>
                  </a:lnTo>
                  <a:lnTo>
                    <a:pt x="8108597" y="1461986"/>
                  </a:lnTo>
                  <a:lnTo>
                    <a:pt x="8106886" y="1461986"/>
                  </a:lnTo>
                  <a:lnTo>
                    <a:pt x="8105175" y="1461986"/>
                  </a:lnTo>
                  <a:lnTo>
                    <a:pt x="8103463" y="1461986"/>
                  </a:lnTo>
                  <a:lnTo>
                    <a:pt x="8101752" y="1461986"/>
                  </a:lnTo>
                  <a:lnTo>
                    <a:pt x="8100040" y="1461986"/>
                  </a:lnTo>
                  <a:lnTo>
                    <a:pt x="8098329" y="1461986"/>
                  </a:lnTo>
                  <a:lnTo>
                    <a:pt x="8096618" y="1461986"/>
                  </a:lnTo>
                  <a:lnTo>
                    <a:pt x="8094906" y="1461986"/>
                  </a:lnTo>
                  <a:lnTo>
                    <a:pt x="8093195" y="1461986"/>
                  </a:lnTo>
                  <a:lnTo>
                    <a:pt x="8091483" y="1461986"/>
                  </a:lnTo>
                  <a:lnTo>
                    <a:pt x="8089772" y="1461986"/>
                  </a:lnTo>
                  <a:lnTo>
                    <a:pt x="8088061" y="1461986"/>
                  </a:lnTo>
                  <a:lnTo>
                    <a:pt x="8086349" y="1461986"/>
                  </a:lnTo>
                  <a:lnTo>
                    <a:pt x="8084638" y="1461986"/>
                  </a:lnTo>
                  <a:lnTo>
                    <a:pt x="8082926" y="1461986"/>
                  </a:lnTo>
                  <a:lnTo>
                    <a:pt x="8081215" y="1461986"/>
                  </a:lnTo>
                  <a:lnTo>
                    <a:pt x="8079504" y="1461986"/>
                  </a:lnTo>
                  <a:lnTo>
                    <a:pt x="8077792" y="1461986"/>
                  </a:lnTo>
                  <a:lnTo>
                    <a:pt x="8076081" y="1461986"/>
                  </a:lnTo>
                  <a:lnTo>
                    <a:pt x="8074369" y="1461986"/>
                  </a:lnTo>
                  <a:lnTo>
                    <a:pt x="8072658" y="1461986"/>
                  </a:lnTo>
                  <a:lnTo>
                    <a:pt x="8070947" y="1461986"/>
                  </a:lnTo>
                  <a:lnTo>
                    <a:pt x="8069235" y="1461986"/>
                  </a:lnTo>
                  <a:lnTo>
                    <a:pt x="8067524" y="1461986"/>
                  </a:lnTo>
                  <a:lnTo>
                    <a:pt x="8065812" y="1461986"/>
                  </a:lnTo>
                  <a:lnTo>
                    <a:pt x="8064101" y="1461986"/>
                  </a:lnTo>
                  <a:lnTo>
                    <a:pt x="8062390" y="1461986"/>
                  </a:lnTo>
                  <a:lnTo>
                    <a:pt x="8060678" y="1461986"/>
                  </a:lnTo>
                  <a:lnTo>
                    <a:pt x="8058967" y="1461986"/>
                  </a:lnTo>
                  <a:lnTo>
                    <a:pt x="8057255" y="1461986"/>
                  </a:lnTo>
                  <a:lnTo>
                    <a:pt x="8055544" y="1461986"/>
                  </a:lnTo>
                  <a:lnTo>
                    <a:pt x="8053833" y="1461986"/>
                  </a:lnTo>
                  <a:lnTo>
                    <a:pt x="8052121" y="1461986"/>
                  </a:lnTo>
                  <a:lnTo>
                    <a:pt x="8050410" y="1461986"/>
                  </a:lnTo>
                  <a:lnTo>
                    <a:pt x="8048698" y="1461986"/>
                  </a:lnTo>
                  <a:lnTo>
                    <a:pt x="8046987" y="1461986"/>
                  </a:lnTo>
                  <a:lnTo>
                    <a:pt x="8045276" y="1461986"/>
                  </a:lnTo>
                  <a:lnTo>
                    <a:pt x="8043564" y="1461986"/>
                  </a:lnTo>
                  <a:lnTo>
                    <a:pt x="8041853" y="1461986"/>
                  </a:lnTo>
                  <a:lnTo>
                    <a:pt x="8040141" y="1461986"/>
                  </a:lnTo>
                  <a:lnTo>
                    <a:pt x="8038430" y="1461986"/>
                  </a:lnTo>
                  <a:lnTo>
                    <a:pt x="8036719" y="1461986"/>
                  </a:lnTo>
                  <a:lnTo>
                    <a:pt x="8035007" y="1461986"/>
                  </a:lnTo>
                  <a:lnTo>
                    <a:pt x="8033296" y="1461986"/>
                  </a:lnTo>
                  <a:lnTo>
                    <a:pt x="8031584" y="1461986"/>
                  </a:lnTo>
                  <a:lnTo>
                    <a:pt x="8029873" y="1461986"/>
                  </a:lnTo>
                  <a:lnTo>
                    <a:pt x="8028162" y="1461986"/>
                  </a:lnTo>
                  <a:lnTo>
                    <a:pt x="8026450" y="1461986"/>
                  </a:lnTo>
                  <a:lnTo>
                    <a:pt x="8024739" y="1461986"/>
                  </a:lnTo>
                  <a:lnTo>
                    <a:pt x="8023027" y="1461986"/>
                  </a:lnTo>
                  <a:lnTo>
                    <a:pt x="8021316" y="1461986"/>
                  </a:lnTo>
                  <a:lnTo>
                    <a:pt x="8019605" y="1461986"/>
                  </a:lnTo>
                  <a:lnTo>
                    <a:pt x="8017893" y="1461986"/>
                  </a:lnTo>
                  <a:lnTo>
                    <a:pt x="8016182" y="1461986"/>
                  </a:lnTo>
                  <a:lnTo>
                    <a:pt x="8014470" y="1461986"/>
                  </a:lnTo>
                  <a:lnTo>
                    <a:pt x="8012759" y="1461986"/>
                  </a:lnTo>
                  <a:lnTo>
                    <a:pt x="8011048" y="1461986"/>
                  </a:lnTo>
                  <a:lnTo>
                    <a:pt x="8009336" y="1461986"/>
                  </a:lnTo>
                  <a:lnTo>
                    <a:pt x="8007625" y="1461986"/>
                  </a:lnTo>
                  <a:lnTo>
                    <a:pt x="8005914" y="1461986"/>
                  </a:lnTo>
                  <a:lnTo>
                    <a:pt x="8004202" y="1461986"/>
                  </a:lnTo>
                  <a:lnTo>
                    <a:pt x="8002491" y="1461986"/>
                  </a:lnTo>
                  <a:lnTo>
                    <a:pt x="8000779" y="1461986"/>
                  </a:lnTo>
                  <a:lnTo>
                    <a:pt x="7999068" y="1461986"/>
                  </a:lnTo>
                  <a:lnTo>
                    <a:pt x="7997357" y="1461986"/>
                  </a:lnTo>
                  <a:lnTo>
                    <a:pt x="7995645" y="1461986"/>
                  </a:lnTo>
                  <a:lnTo>
                    <a:pt x="7993934" y="1461986"/>
                  </a:lnTo>
                  <a:lnTo>
                    <a:pt x="7992222" y="1461986"/>
                  </a:lnTo>
                  <a:lnTo>
                    <a:pt x="7990511" y="1461986"/>
                  </a:lnTo>
                  <a:lnTo>
                    <a:pt x="7988800" y="1461986"/>
                  </a:lnTo>
                  <a:lnTo>
                    <a:pt x="7987088" y="1461986"/>
                  </a:lnTo>
                  <a:lnTo>
                    <a:pt x="7985377" y="1461986"/>
                  </a:lnTo>
                  <a:lnTo>
                    <a:pt x="7983665" y="1461986"/>
                  </a:lnTo>
                  <a:lnTo>
                    <a:pt x="7981954" y="1461986"/>
                  </a:lnTo>
                  <a:lnTo>
                    <a:pt x="7980243" y="1461986"/>
                  </a:lnTo>
                  <a:lnTo>
                    <a:pt x="7978531" y="1461986"/>
                  </a:lnTo>
                  <a:lnTo>
                    <a:pt x="7976820" y="1461986"/>
                  </a:lnTo>
                  <a:lnTo>
                    <a:pt x="7975108" y="1461986"/>
                  </a:lnTo>
                  <a:lnTo>
                    <a:pt x="7973397" y="1461986"/>
                  </a:lnTo>
                  <a:lnTo>
                    <a:pt x="7971686" y="1461986"/>
                  </a:lnTo>
                  <a:lnTo>
                    <a:pt x="7969974" y="1461986"/>
                  </a:lnTo>
                  <a:lnTo>
                    <a:pt x="7968263" y="1461986"/>
                  </a:lnTo>
                  <a:lnTo>
                    <a:pt x="7966551" y="1461986"/>
                  </a:lnTo>
                  <a:lnTo>
                    <a:pt x="7964840" y="1461986"/>
                  </a:lnTo>
                  <a:lnTo>
                    <a:pt x="7963129" y="1461986"/>
                  </a:lnTo>
                  <a:lnTo>
                    <a:pt x="7961417" y="1461986"/>
                  </a:lnTo>
                  <a:lnTo>
                    <a:pt x="7959706" y="1461986"/>
                  </a:lnTo>
                  <a:lnTo>
                    <a:pt x="7957994" y="1461986"/>
                  </a:lnTo>
                  <a:lnTo>
                    <a:pt x="7956283" y="1461986"/>
                  </a:lnTo>
                  <a:lnTo>
                    <a:pt x="7954572" y="1461986"/>
                  </a:lnTo>
                  <a:lnTo>
                    <a:pt x="7952860" y="1461986"/>
                  </a:lnTo>
                  <a:lnTo>
                    <a:pt x="7951149" y="1461986"/>
                  </a:lnTo>
                  <a:lnTo>
                    <a:pt x="7949437" y="1461986"/>
                  </a:lnTo>
                  <a:lnTo>
                    <a:pt x="7947726" y="1461986"/>
                  </a:lnTo>
                  <a:lnTo>
                    <a:pt x="7946015" y="1461986"/>
                  </a:lnTo>
                  <a:lnTo>
                    <a:pt x="7944303" y="1461986"/>
                  </a:lnTo>
                  <a:lnTo>
                    <a:pt x="7942592" y="1461986"/>
                  </a:lnTo>
                  <a:lnTo>
                    <a:pt x="7940880" y="1461986"/>
                  </a:lnTo>
                  <a:lnTo>
                    <a:pt x="7939169" y="1461986"/>
                  </a:lnTo>
                  <a:lnTo>
                    <a:pt x="7937458" y="1461986"/>
                  </a:lnTo>
                  <a:lnTo>
                    <a:pt x="7935746" y="1461986"/>
                  </a:lnTo>
                  <a:lnTo>
                    <a:pt x="7934035" y="1461986"/>
                  </a:lnTo>
                  <a:lnTo>
                    <a:pt x="7932323" y="1461986"/>
                  </a:lnTo>
                  <a:lnTo>
                    <a:pt x="7930612" y="1461986"/>
                  </a:lnTo>
                  <a:lnTo>
                    <a:pt x="7928901" y="1461986"/>
                  </a:lnTo>
                  <a:lnTo>
                    <a:pt x="7927189" y="1461986"/>
                  </a:lnTo>
                  <a:lnTo>
                    <a:pt x="7925478" y="1461986"/>
                  </a:lnTo>
                  <a:lnTo>
                    <a:pt x="7923766" y="1461986"/>
                  </a:lnTo>
                  <a:lnTo>
                    <a:pt x="7922055" y="1461986"/>
                  </a:lnTo>
                  <a:lnTo>
                    <a:pt x="7920344" y="1461986"/>
                  </a:lnTo>
                  <a:lnTo>
                    <a:pt x="7918632" y="1461986"/>
                  </a:lnTo>
                  <a:lnTo>
                    <a:pt x="7916921" y="1461986"/>
                  </a:lnTo>
                  <a:lnTo>
                    <a:pt x="7915209" y="1461986"/>
                  </a:lnTo>
                  <a:lnTo>
                    <a:pt x="7913498" y="1461986"/>
                  </a:lnTo>
                  <a:lnTo>
                    <a:pt x="7911787" y="1461986"/>
                  </a:lnTo>
                  <a:lnTo>
                    <a:pt x="7910075" y="1461986"/>
                  </a:lnTo>
                  <a:lnTo>
                    <a:pt x="7908364" y="1461986"/>
                  </a:lnTo>
                  <a:lnTo>
                    <a:pt x="7906652" y="1461986"/>
                  </a:lnTo>
                  <a:lnTo>
                    <a:pt x="7904941" y="1461986"/>
                  </a:lnTo>
                  <a:lnTo>
                    <a:pt x="7903230" y="1461986"/>
                  </a:lnTo>
                  <a:lnTo>
                    <a:pt x="7901518" y="1461986"/>
                  </a:lnTo>
                  <a:lnTo>
                    <a:pt x="7899807" y="1461986"/>
                  </a:lnTo>
                  <a:lnTo>
                    <a:pt x="7898096" y="1461986"/>
                  </a:lnTo>
                  <a:lnTo>
                    <a:pt x="7896384" y="1461986"/>
                  </a:lnTo>
                  <a:lnTo>
                    <a:pt x="7894673" y="1461986"/>
                  </a:lnTo>
                  <a:lnTo>
                    <a:pt x="7892961" y="1461986"/>
                  </a:lnTo>
                  <a:lnTo>
                    <a:pt x="7891250" y="1461986"/>
                  </a:lnTo>
                  <a:lnTo>
                    <a:pt x="7889539" y="1461986"/>
                  </a:lnTo>
                  <a:lnTo>
                    <a:pt x="7887827" y="1461986"/>
                  </a:lnTo>
                  <a:lnTo>
                    <a:pt x="7886116" y="1461986"/>
                  </a:lnTo>
                  <a:lnTo>
                    <a:pt x="7884404" y="1461986"/>
                  </a:lnTo>
                  <a:lnTo>
                    <a:pt x="7882693" y="1461986"/>
                  </a:lnTo>
                  <a:lnTo>
                    <a:pt x="7880982" y="1461986"/>
                  </a:lnTo>
                  <a:lnTo>
                    <a:pt x="7879270" y="1461986"/>
                  </a:lnTo>
                  <a:lnTo>
                    <a:pt x="7877559" y="1461986"/>
                  </a:lnTo>
                  <a:lnTo>
                    <a:pt x="7875847" y="1461986"/>
                  </a:lnTo>
                  <a:lnTo>
                    <a:pt x="7874136" y="1461986"/>
                  </a:lnTo>
                  <a:lnTo>
                    <a:pt x="7872425" y="1461986"/>
                  </a:lnTo>
                  <a:lnTo>
                    <a:pt x="7870713" y="1461986"/>
                  </a:lnTo>
                  <a:lnTo>
                    <a:pt x="7869002" y="1461986"/>
                  </a:lnTo>
                  <a:lnTo>
                    <a:pt x="7867290" y="1461986"/>
                  </a:lnTo>
                  <a:lnTo>
                    <a:pt x="7865579" y="1461986"/>
                  </a:lnTo>
                  <a:lnTo>
                    <a:pt x="7863868" y="1461986"/>
                  </a:lnTo>
                  <a:lnTo>
                    <a:pt x="7862156" y="1461986"/>
                  </a:lnTo>
                  <a:lnTo>
                    <a:pt x="7860445" y="1461986"/>
                  </a:lnTo>
                  <a:lnTo>
                    <a:pt x="7858733" y="1461986"/>
                  </a:lnTo>
                  <a:lnTo>
                    <a:pt x="7857022" y="1461986"/>
                  </a:lnTo>
                  <a:lnTo>
                    <a:pt x="7855311" y="1461986"/>
                  </a:lnTo>
                  <a:lnTo>
                    <a:pt x="7853599" y="1461986"/>
                  </a:lnTo>
                  <a:lnTo>
                    <a:pt x="7851888" y="1461986"/>
                  </a:lnTo>
                  <a:lnTo>
                    <a:pt x="7850176" y="1461986"/>
                  </a:lnTo>
                  <a:lnTo>
                    <a:pt x="7848465" y="1461986"/>
                  </a:lnTo>
                  <a:lnTo>
                    <a:pt x="7846754" y="1461986"/>
                  </a:lnTo>
                  <a:lnTo>
                    <a:pt x="7845042" y="1461986"/>
                  </a:lnTo>
                  <a:lnTo>
                    <a:pt x="7843331" y="1461986"/>
                  </a:lnTo>
                  <a:lnTo>
                    <a:pt x="7841619" y="1461986"/>
                  </a:lnTo>
                  <a:lnTo>
                    <a:pt x="7839908" y="1461986"/>
                  </a:lnTo>
                  <a:lnTo>
                    <a:pt x="7838197" y="1461986"/>
                  </a:lnTo>
                  <a:lnTo>
                    <a:pt x="7836485" y="1461986"/>
                  </a:lnTo>
                  <a:lnTo>
                    <a:pt x="7834774" y="1461986"/>
                  </a:lnTo>
                  <a:lnTo>
                    <a:pt x="7833062" y="1461986"/>
                  </a:lnTo>
                  <a:lnTo>
                    <a:pt x="7831351" y="1461986"/>
                  </a:lnTo>
                  <a:lnTo>
                    <a:pt x="7829640" y="1461986"/>
                  </a:lnTo>
                  <a:lnTo>
                    <a:pt x="7827928" y="1461986"/>
                  </a:lnTo>
                  <a:lnTo>
                    <a:pt x="7826217" y="1461986"/>
                  </a:lnTo>
                  <a:lnTo>
                    <a:pt x="7824505" y="1461986"/>
                  </a:lnTo>
                  <a:lnTo>
                    <a:pt x="7822794" y="1461986"/>
                  </a:lnTo>
                  <a:lnTo>
                    <a:pt x="7821083" y="1461986"/>
                  </a:lnTo>
                  <a:lnTo>
                    <a:pt x="7819371" y="1461986"/>
                  </a:lnTo>
                  <a:lnTo>
                    <a:pt x="7817660" y="1461986"/>
                  </a:lnTo>
                  <a:lnTo>
                    <a:pt x="7815948" y="1461986"/>
                  </a:lnTo>
                  <a:lnTo>
                    <a:pt x="7814237" y="1461986"/>
                  </a:lnTo>
                  <a:lnTo>
                    <a:pt x="7812526" y="1461986"/>
                  </a:lnTo>
                  <a:lnTo>
                    <a:pt x="7810814" y="1461986"/>
                  </a:lnTo>
                  <a:lnTo>
                    <a:pt x="7809103" y="1461986"/>
                  </a:lnTo>
                  <a:lnTo>
                    <a:pt x="7807391" y="1461986"/>
                  </a:lnTo>
                  <a:lnTo>
                    <a:pt x="7805680" y="1461986"/>
                  </a:lnTo>
                  <a:lnTo>
                    <a:pt x="7803969" y="1461986"/>
                  </a:lnTo>
                  <a:lnTo>
                    <a:pt x="7802257" y="1461986"/>
                  </a:lnTo>
                  <a:lnTo>
                    <a:pt x="7800546" y="1461986"/>
                  </a:lnTo>
                  <a:lnTo>
                    <a:pt x="7798835" y="1461986"/>
                  </a:lnTo>
                  <a:lnTo>
                    <a:pt x="7797123" y="1461986"/>
                  </a:lnTo>
                  <a:lnTo>
                    <a:pt x="7795412" y="1461986"/>
                  </a:lnTo>
                  <a:lnTo>
                    <a:pt x="7793700" y="1461986"/>
                  </a:lnTo>
                  <a:lnTo>
                    <a:pt x="7791989" y="1461986"/>
                  </a:lnTo>
                  <a:lnTo>
                    <a:pt x="7790278" y="1461986"/>
                  </a:lnTo>
                  <a:lnTo>
                    <a:pt x="7788566" y="1461986"/>
                  </a:lnTo>
                  <a:lnTo>
                    <a:pt x="7786855" y="1461986"/>
                  </a:lnTo>
                  <a:lnTo>
                    <a:pt x="7785143" y="1461986"/>
                  </a:lnTo>
                  <a:lnTo>
                    <a:pt x="7783432" y="1461986"/>
                  </a:lnTo>
                  <a:lnTo>
                    <a:pt x="7781721" y="1461986"/>
                  </a:lnTo>
                  <a:lnTo>
                    <a:pt x="7780009" y="1461986"/>
                  </a:lnTo>
                  <a:lnTo>
                    <a:pt x="7778298" y="1461986"/>
                  </a:lnTo>
                  <a:lnTo>
                    <a:pt x="7776586" y="1461986"/>
                  </a:lnTo>
                  <a:lnTo>
                    <a:pt x="7774875" y="1461986"/>
                  </a:lnTo>
                  <a:lnTo>
                    <a:pt x="7773164" y="1461986"/>
                  </a:lnTo>
                  <a:lnTo>
                    <a:pt x="7771452" y="1461986"/>
                  </a:lnTo>
                  <a:lnTo>
                    <a:pt x="7769741" y="1461986"/>
                  </a:lnTo>
                  <a:lnTo>
                    <a:pt x="7768029" y="1461986"/>
                  </a:lnTo>
                  <a:lnTo>
                    <a:pt x="7766318" y="1461986"/>
                  </a:lnTo>
                  <a:lnTo>
                    <a:pt x="7764607" y="1461986"/>
                  </a:lnTo>
                  <a:lnTo>
                    <a:pt x="7762895" y="1461986"/>
                  </a:lnTo>
                  <a:lnTo>
                    <a:pt x="7761184" y="1461986"/>
                  </a:lnTo>
                  <a:lnTo>
                    <a:pt x="7759472" y="1461986"/>
                  </a:lnTo>
                  <a:lnTo>
                    <a:pt x="7757761" y="1461986"/>
                  </a:lnTo>
                  <a:lnTo>
                    <a:pt x="7756050" y="1461986"/>
                  </a:lnTo>
                  <a:lnTo>
                    <a:pt x="7754338" y="1461986"/>
                  </a:lnTo>
                  <a:lnTo>
                    <a:pt x="7752627" y="1461986"/>
                  </a:lnTo>
                  <a:lnTo>
                    <a:pt x="7750915" y="1461986"/>
                  </a:lnTo>
                  <a:lnTo>
                    <a:pt x="7749204" y="1461986"/>
                  </a:lnTo>
                  <a:lnTo>
                    <a:pt x="7747493" y="1461986"/>
                  </a:lnTo>
                  <a:lnTo>
                    <a:pt x="7745781" y="1461986"/>
                  </a:lnTo>
                  <a:lnTo>
                    <a:pt x="7744070" y="1461986"/>
                  </a:lnTo>
                  <a:lnTo>
                    <a:pt x="7742358" y="1461986"/>
                  </a:lnTo>
                  <a:lnTo>
                    <a:pt x="7740647" y="1461986"/>
                  </a:lnTo>
                  <a:lnTo>
                    <a:pt x="7738936" y="1461986"/>
                  </a:lnTo>
                  <a:lnTo>
                    <a:pt x="7737224" y="1461986"/>
                  </a:lnTo>
                  <a:lnTo>
                    <a:pt x="7735513" y="1461986"/>
                  </a:lnTo>
                  <a:lnTo>
                    <a:pt x="7733801" y="1461986"/>
                  </a:lnTo>
                  <a:lnTo>
                    <a:pt x="7732090" y="1461986"/>
                  </a:lnTo>
                  <a:lnTo>
                    <a:pt x="7730379" y="1461986"/>
                  </a:lnTo>
                  <a:lnTo>
                    <a:pt x="7728667" y="1461986"/>
                  </a:lnTo>
                  <a:lnTo>
                    <a:pt x="7726956" y="1461986"/>
                  </a:lnTo>
                  <a:lnTo>
                    <a:pt x="7725244" y="1461986"/>
                  </a:lnTo>
                  <a:lnTo>
                    <a:pt x="7723533" y="1461986"/>
                  </a:lnTo>
                  <a:lnTo>
                    <a:pt x="7721822" y="1461986"/>
                  </a:lnTo>
                  <a:lnTo>
                    <a:pt x="7720110" y="1461986"/>
                  </a:lnTo>
                  <a:lnTo>
                    <a:pt x="7718399" y="1461986"/>
                  </a:lnTo>
                  <a:lnTo>
                    <a:pt x="7716687" y="1461986"/>
                  </a:lnTo>
                  <a:lnTo>
                    <a:pt x="7714976" y="1461986"/>
                  </a:lnTo>
                  <a:lnTo>
                    <a:pt x="7713265" y="1461986"/>
                  </a:lnTo>
                  <a:lnTo>
                    <a:pt x="7711553" y="1461986"/>
                  </a:lnTo>
                  <a:lnTo>
                    <a:pt x="7709842" y="1461986"/>
                  </a:lnTo>
                  <a:lnTo>
                    <a:pt x="7708130" y="1461986"/>
                  </a:lnTo>
                  <a:lnTo>
                    <a:pt x="7706419" y="1461986"/>
                  </a:lnTo>
                  <a:lnTo>
                    <a:pt x="7704708" y="1461986"/>
                  </a:lnTo>
                  <a:lnTo>
                    <a:pt x="7702996" y="1461986"/>
                  </a:lnTo>
                  <a:lnTo>
                    <a:pt x="7701285" y="1461986"/>
                  </a:lnTo>
                  <a:lnTo>
                    <a:pt x="7699573" y="1461986"/>
                  </a:lnTo>
                  <a:lnTo>
                    <a:pt x="7697862" y="1461986"/>
                  </a:lnTo>
                  <a:lnTo>
                    <a:pt x="7696151" y="1461986"/>
                  </a:lnTo>
                  <a:lnTo>
                    <a:pt x="7694439" y="1461986"/>
                  </a:lnTo>
                  <a:lnTo>
                    <a:pt x="7692728" y="1461986"/>
                  </a:lnTo>
                  <a:lnTo>
                    <a:pt x="7691017" y="1461986"/>
                  </a:lnTo>
                  <a:lnTo>
                    <a:pt x="7689305" y="1461986"/>
                  </a:lnTo>
                  <a:lnTo>
                    <a:pt x="7687594" y="1461986"/>
                  </a:lnTo>
                  <a:lnTo>
                    <a:pt x="7685882" y="1461986"/>
                  </a:lnTo>
                  <a:lnTo>
                    <a:pt x="7684171" y="1461986"/>
                  </a:lnTo>
                  <a:lnTo>
                    <a:pt x="7682460" y="1461986"/>
                  </a:lnTo>
                  <a:lnTo>
                    <a:pt x="7680748" y="1461986"/>
                  </a:lnTo>
                  <a:lnTo>
                    <a:pt x="7679037" y="1461986"/>
                  </a:lnTo>
                  <a:lnTo>
                    <a:pt x="7677325" y="1461986"/>
                  </a:lnTo>
                  <a:lnTo>
                    <a:pt x="7675614" y="1461986"/>
                  </a:lnTo>
                  <a:lnTo>
                    <a:pt x="7673903" y="1461986"/>
                  </a:lnTo>
                  <a:lnTo>
                    <a:pt x="7672191" y="1461986"/>
                  </a:lnTo>
                  <a:lnTo>
                    <a:pt x="7670480" y="1461986"/>
                  </a:lnTo>
                  <a:lnTo>
                    <a:pt x="7668768" y="1461986"/>
                  </a:lnTo>
                  <a:lnTo>
                    <a:pt x="7667057" y="1461986"/>
                  </a:lnTo>
                  <a:lnTo>
                    <a:pt x="7665346" y="1461986"/>
                  </a:lnTo>
                  <a:lnTo>
                    <a:pt x="7663634" y="1461986"/>
                  </a:lnTo>
                  <a:lnTo>
                    <a:pt x="7661923" y="1461986"/>
                  </a:lnTo>
                  <a:lnTo>
                    <a:pt x="7660211" y="1461986"/>
                  </a:lnTo>
                  <a:lnTo>
                    <a:pt x="7658500" y="1461986"/>
                  </a:lnTo>
                  <a:lnTo>
                    <a:pt x="7656789" y="1461986"/>
                  </a:lnTo>
                  <a:lnTo>
                    <a:pt x="7655077" y="1461986"/>
                  </a:lnTo>
                  <a:lnTo>
                    <a:pt x="7653366" y="1461986"/>
                  </a:lnTo>
                  <a:lnTo>
                    <a:pt x="7651654" y="1461986"/>
                  </a:lnTo>
                  <a:lnTo>
                    <a:pt x="7649943" y="1461986"/>
                  </a:lnTo>
                  <a:lnTo>
                    <a:pt x="7648232" y="1461986"/>
                  </a:lnTo>
                  <a:lnTo>
                    <a:pt x="7646520" y="1461986"/>
                  </a:lnTo>
                  <a:lnTo>
                    <a:pt x="7644809" y="1461986"/>
                  </a:lnTo>
                  <a:lnTo>
                    <a:pt x="7643097" y="1461986"/>
                  </a:lnTo>
                  <a:lnTo>
                    <a:pt x="7641386" y="1461986"/>
                  </a:lnTo>
                  <a:lnTo>
                    <a:pt x="7639675" y="1461986"/>
                  </a:lnTo>
                  <a:lnTo>
                    <a:pt x="7637963" y="1461986"/>
                  </a:lnTo>
                  <a:lnTo>
                    <a:pt x="7636252" y="1461986"/>
                  </a:lnTo>
                  <a:lnTo>
                    <a:pt x="7634540" y="1461986"/>
                  </a:lnTo>
                  <a:lnTo>
                    <a:pt x="7632829" y="1461986"/>
                  </a:lnTo>
                  <a:lnTo>
                    <a:pt x="7631118" y="1461986"/>
                  </a:lnTo>
                  <a:lnTo>
                    <a:pt x="7629406" y="1461986"/>
                  </a:lnTo>
                  <a:lnTo>
                    <a:pt x="7627695" y="1461986"/>
                  </a:lnTo>
                  <a:lnTo>
                    <a:pt x="7625983" y="1461986"/>
                  </a:lnTo>
                  <a:lnTo>
                    <a:pt x="7624272" y="1461986"/>
                  </a:lnTo>
                  <a:lnTo>
                    <a:pt x="7622561" y="1461986"/>
                  </a:lnTo>
                  <a:lnTo>
                    <a:pt x="7620849" y="1461986"/>
                  </a:lnTo>
                  <a:lnTo>
                    <a:pt x="7619138" y="1461986"/>
                  </a:lnTo>
                  <a:lnTo>
                    <a:pt x="7617426" y="1461986"/>
                  </a:lnTo>
                  <a:lnTo>
                    <a:pt x="7615715" y="1461986"/>
                  </a:lnTo>
                  <a:lnTo>
                    <a:pt x="7614004" y="1461986"/>
                  </a:lnTo>
                  <a:lnTo>
                    <a:pt x="7612292" y="1461986"/>
                  </a:lnTo>
                  <a:lnTo>
                    <a:pt x="7610581" y="1461986"/>
                  </a:lnTo>
                  <a:lnTo>
                    <a:pt x="7608869" y="1461986"/>
                  </a:lnTo>
                  <a:lnTo>
                    <a:pt x="7607158" y="1461986"/>
                  </a:lnTo>
                  <a:lnTo>
                    <a:pt x="7605447" y="1461986"/>
                  </a:lnTo>
                  <a:lnTo>
                    <a:pt x="7603735" y="1461986"/>
                  </a:lnTo>
                  <a:lnTo>
                    <a:pt x="7602024" y="1461986"/>
                  </a:lnTo>
                  <a:lnTo>
                    <a:pt x="7600312" y="1461986"/>
                  </a:lnTo>
                  <a:lnTo>
                    <a:pt x="7598601" y="1461986"/>
                  </a:lnTo>
                  <a:lnTo>
                    <a:pt x="7596890" y="1461986"/>
                  </a:lnTo>
                  <a:lnTo>
                    <a:pt x="7595178" y="1461986"/>
                  </a:lnTo>
                  <a:lnTo>
                    <a:pt x="7593467" y="1461986"/>
                  </a:lnTo>
                  <a:lnTo>
                    <a:pt x="7591755" y="1461986"/>
                  </a:lnTo>
                  <a:lnTo>
                    <a:pt x="7590044" y="1461986"/>
                  </a:lnTo>
                  <a:lnTo>
                    <a:pt x="7588333" y="1461986"/>
                  </a:lnTo>
                  <a:lnTo>
                    <a:pt x="7586621" y="1461986"/>
                  </a:lnTo>
                  <a:lnTo>
                    <a:pt x="7584910" y="1461986"/>
                  </a:lnTo>
                  <a:lnTo>
                    <a:pt x="7583199" y="1461986"/>
                  </a:lnTo>
                  <a:lnTo>
                    <a:pt x="7581487" y="1461986"/>
                  </a:lnTo>
                  <a:lnTo>
                    <a:pt x="7579776" y="1461986"/>
                  </a:lnTo>
                  <a:lnTo>
                    <a:pt x="7578064" y="1461986"/>
                  </a:lnTo>
                  <a:lnTo>
                    <a:pt x="7576353" y="1461986"/>
                  </a:lnTo>
                  <a:lnTo>
                    <a:pt x="7574642" y="1461986"/>
                  </a:lnTo>
                  <a:lnTo>
                    <a:pt x="7572930" y="1461986"/>
                  </a:lnTo>
                  <a:lnTo>
                    <a:pt x="7571219" y="1461986"/>
                  </a:lnTo>
                  <a:lnTo>
                    <a:pt x="7569507" y="1461986"/>
                  </a:lnTo>
                  <a:lnTo>
                    <a:pt x="7567796" y="1461986"/>
                  </a:lnTo>
                  <a:lnTo>
                    <a:pt x="7566085" y="1461986"/>
                  </a:lnTo>
                  <a:lnTo>
                    <a:pt x="7564373" y="1461986"/>
                  </a:lnTo>
                  <a:lnTo>
                    <a:pt x="7562662" y="1461986"/>
                  </a:lnTo>
                  <a:lnTo>
                    <a:pt x="7560950" y="1461986"/>
                  </a:lnTo>
                  <a:lnTo>
                    <a:pt x="7559239" y="1461986"/>
                  </a:lnTo>
                  <a:lnTo>
                    <a:pt x="7557528" y="1461986"/>
                  </a:lnTo>
                  <a:lnTo>
                    <a:pt x="7555816" y="1461986"/>
                  </a:lnTo>
                  <a:lnTo>
                    <a:pt x="7554105" y="1461986"/>
                  </a:lnTo>
                  <a:lnTo>
                    <a:pt x="7552393" y="1461986"/>
                  </a:lnTo>
                  <a:lnTo>
                    <a:pt x="7550682" y="1461986"/>
                  </a:lnTo>
                  <a:lnTo>
                    <a:pt x="7548971" y="1461986"/>
                  </a:lnTo>
                  <a:lnTo>
                    <a:pt x="7547259" y="1461986"/>
                  </a:lnTo>
                  <a:lnTo>
                    <a:pt x="7545548" y="1461986"/>
                  </a:lnTo>
                  <a:lnTo>
                    <a:pt x="7543836" y="1461986"/>
                  </a:lnTo>
                  <a:lnTo>
                    <a:pt x="7542125" y="1461986"/>
                  </a:lnTo>
                  <a:lnTo>
                    <a:pt x="7540414" y="1461986"/>
                  </a:lnTo>
                  <a:lnTo>
                    <a:pt x="7538702" y="1461986"/>
                  </a:lnTo>
                  <a:lnTo>
                    <a:pt x="7536991" y="1461986"/>
                  </a:lnTo>
                  <a:lnTo>
                    <a:pt x="7535279" y="1461986"/>
                  </a:lnTo>
                  <a:lnTo>
                    <a:pt x="7533568" y="1461986"/>
                  </a:lnTo>
                  <a:lnTo>
                    <a:pt x="7531857" y="1461986"/>
                  </a:lnTo>
                  <a:lnTo>
                    <a:pt x="7530145" y="1461986"/>
                  </a:lnTo>
                  <a:lnTo>
                    <a:pt x="7528434" y="1461986"/>
                  </a:lnTo>
                  <a:lnTo>
                    <a:pt x="7526722" y="1461986"/>
                  </a:lnTo>
                  <a:lnTo>
                    <a:pt x="7525011" y="1461986"/>
                  </a:lnTo>
                  <a:lnTo>
                    <a:pt x="7523300" y="1461986"/>
                  </a:lnTo>
                  <a:lnTo>
                    <a:pt x="7521588" y="1461986"/>
                  </a:lnTo>
                  <a:lnTo>
                    <a:pt x="7519877" y="1461986"/>
                  </a:lnTo>
                  <a:lnTo>
                    <a:pt x="7518165" y="1461986"/>
                  </a:lnTo>
                  <a:lnTo>
                    <a:pt x="7516454" y="1461986"/>
                  </a:lnTo>
                  <a:lnTo>
                    <a:pt x="7514743" y="1461986"/>
                  </a:lnTo>
                  <a:lnTo>
                    <a:pt x="7513031" y="1461986"/>
                  </a:lnTo>
                  <a:lnTo>
                    <a:pt x="7511320" y="1461986"/>
                  </a:lnTo>
                  <a:lnTo>
                    <a:pt x="7509608" y="1461986"/>
                  </a:lnTo>
                  <a:lnTo>
                    <a:pt x="7507897" y="1461986"/>
                  </a:lnTo>
                  <a:lnTo>
                    <a:pt x="7506186" y="1461986"/>
                  </a:lnTo>
                  <a:lnTo>
                    <a:pt x="7504474" y="1461986"/>
                  </a:lnTo>
                  <a:lnTo>
                    <a:pt x="7502763" y="1461986"/>
                  </a:lnTo>
                  <a:lnTo>
                    <a:pt x="7501051" y="1461986"/>
                  </a:lnTo>
                  <a:lnTo>
                    <a:pt x="7499340" y="1461986"/>
                  </a:lnTo>
                  <a:lnTo>
                    <a:pt x="7497629" y="1461986"/>
                  </a:lnTo>
                  <a:lnTo>
                    <a:pt x="7495917" y="1461986"/>
                  </a:lnTo>
                  <a:lnTo>
                    <a:pt x="7494206" y="1461986"/>
                  </a:lnTo>
                  <a:lnTo>
                    <a:pt x="7492494" y="1461986"/>
                  </a:lnTo>
                  <a:lnTo>
                    <a:pt x="7490783" y="1461986"/>
                  </a:lnTo>
                  <a:lnTo>
                    <a:pt x="7489072" y="1461986"/>
                  </a:lnTo>
                  <a:lnTo>
                    <a:pt x="7487360" y="1461986"/>
                  </a:lnTo>
                  <a:lnTo>
                    <a:pt x="7485649" y="1461986"/>
                  </a:lnTo>
                  <a:lnTo>
                    <a:pt x="7483938" y="1461986"/>
                  </a:lnTo>
                  <a:lnTo>
                    <a:pt x="7482226" y="1461986"/>
                  </a:lnTo>
                  <a:lnTo>
                    <a:pt x="7480515" y="1461986"/>
                  </a:lnTo>
                  <a:lnTo>
                    <a:pt x="7478803" y="1461986"/>
                  </a:lnTo>
                  <a:lnTo>
                    <a:pt x="7477092" y="1461986"/>
                  </a:lnTo>
                  <a:lnTo>
                    <a:pt x="7475381" y="1461986"/>
                  </a:lnTo>
                  <a:lnTo>
                    <a:pt x="7473669" y="1461986"/>
                  </a:lnTo>
                  <a:lnTo>
                    <a:pt x="7471958" y="1461986"/>
                  </a:lnTo>
                  <a:lnTo>
                    <a:pt x="7470246" y="1461986"/>
                  </a:lnTo>
                  <a:lnTo>
                    <a:pt x="7468535" y="1461986"/>
                  </a:lnTo>
                  <a:lnTo>
                    <a:pt x="7466824" y="1461986"/>
                  </a:lnTo>
                  <a:lnTo>
                    <a:pt x="7465112" y="1461986"/>
                  </a:lnTo>
                  <a:lnTo>
                    <a:pt x="7463401" y="1461986"/>
                  </a:lnTo>
                  <a:lnTo>
                    <a:pt x="7461689" y="1461986"/>
                  </a:lnTo>
                  <a:lnTo>
                    <a:pt x="7459978" y="1461986"/>
                  </a:lnTo>
                  <a:lnTo>
                    <a:pt x="7458267" y="1461986"/>
                  </a:lnTo>
                  <a:lnTo>
                    <a:pt x="7456555" y="1461986"/>
                  </a:lnTo>
                  <a:lnTo>
                    <a:pt x="7454844" y="1461986"/>
                  </a:lnTo>
                  <a:lnTo>
                    <a:pt x="7453132" y="1461986"/>
                  </a:lnTo>
                  <a:lnTo>
                    <a:pt x="7451421" y="1461986"/>
                  </a:lnTo>
                  <a:lnTo>
                    <a:pt x="7449710" y="1461986"/>
                  </a:lnTo>
                  <a:lnTo>
                    <a:pt x="7447998" y="1461986"/>
                  </a:lnTo>
                  <a:lnTo>
                    <a:pt x="7446287" y="1461986"/>
                  </a:lnTo>
                  <a:lnTo>
                    <a:pt x="7444575" y="1461986"/>
                  </a:lnTo>
                  <a:lnTo>
                    <a:pt x="7442864" y="1461986"/>
                  </a:lnTo>
                  <a:lnTo>
                    <a:pt x="7441153" y="1461986"/>
                  </a:lnTo>
                  <a:lnTo>
                    <a:pt x="7439441" y="1461986"/>
                  </a:lnTo>
                  <a:lnTo>
                    <a:pt x="7437730" y="1461986"/>
                  </a:lnTo>
                  <a:lnTo>
                    <a:pt x="7436018" y="1461986"/>
                  </a:lnTo>
                  <a:lnTo>
                    <a:pt x="7434307" y="1461986"/>
                  </a:lnTo>
                  <a:lnTo>
                    <a:pt x="7432596" y="1461986"/>
                  </a:lnTo>
                  <a:lnTo>
                    <a:pt x="7430884" y="1461986"/>
                  </a:lnTo>
                  <a:lnTo>
                    <a:pt x="7429173" y="1461986"/>
                  </a:lnTo>
                  <a:lnTo>
                    <a:pt x="7427461" y="1461986"/>
                  </a:lnTo>
                  <a:lnTo>
                    <a:pt x="7425750" y="1461986"/>
                  </a:lnTo>
                  <a:lnTo>
                    <a:pt x="7424039" y="1461986"/>
                  </a:lnTo>
                  <a:lnTo>
                    <a:pt x="7422327" y="1461986"/>
                  </a:lnTo>
                  <a:lnTo>
                    <a:pt x="7420616" y="1461986"/>
                  </a:lnTo>
                  <a:lnTo>
                    <a:pt x="7418904" y="1461986"/>
                  </a:lnTo>
                  <a:lnTo>
                    <a:pt x="7417193" y="1461986"/>
                  </a:lnTo>
                  <a:lnTo>
                    <a:pt x="7415482" y="1461986"/>
                  </a:lnTo>
                  <a:lnTo>
                    <a:pt x="7413770" y="1461986"/>
                  </a:lnTo>
                  <a:lnTo>
                    <a:pt x="7412059" y="1461986"/>
                  </a:lnTo>
                  <a:lnTo>
                    <a:pt x="7410347" y="1461986"/>
                  </a:lnTo>
                  <a:lnTo>
                    <a:pt x="7408636" y="1461986"/>
                  </a:lnTo>
                  <a:lnTo>
                    <a:pt x="7406925" y="1461986"/>
                  </a:lnTo>
                  <a:lnTo>
                    <a:pt x="7405213" y="1461986"/>
                  </a:lnTo>
                  <a:lnTo>
                    <a:pt x="7403502" y="1461986"/>
                  </a:lnTo>
                  <a:lnTo>
                    <a:pt x="7401790" y="1461986"/>
                  </a:lnTo>
                  <a:lnTo>
                    <a:pt x="7400079" y="1461986"/>
                  </a:lnTo>
                  <a:lnTo>
                    <a:pt x="7398368" y="1461986"/>
                  </a:lnTo>
                  <a:lnTo>
                    <a:pt x="7396656" y="1461986"/>
                  </a:lnTo>
                  <a:lnTo>
                    <a:pt x="7394945" y="1461986"/>
                  </a:lnTo>
                  <a:lnTo>
                    <a:pt x="7393233" y="1461986"/>
                  </a:lnTo>
                  <a:lnTo>
                    <a:pt x="7391522" y="1461986"/>
                  </a:lnTo>
                  <a:lnTo>
                    <a:pt x="7389811" y="1461986"/>
                  </a:lnTo>
                  <a:lnTo>
                    <a:pt x="7388099" y="1461986"/>
                  </a:lnTo>
                  <a:lnTo>
                    <a:pt x="7386388" y="1461986"/>
                  </a:lnTo>
                  <a:lnTo>
                    <a:pt x="7384676" y="1461986"/>
                  </a:lnTo>
                  <a:lnTo>
                    <a:pt x="7382965" y="1461986"/>
                  </a:lnTo>
                  <a:lnTo>
                    <a:pt x="7381254" y="1461986"/>
                  </a:lnTo>
                  <a:lnTo>
                    <a:pt x="7379542" y="1461986"/>
                  </a:lnTo>
                  <a:lnTo>
                    <a:pt x="7377831" y="1461986"/>
                  </a:lnTo>
                  <a:lnTo>
                    <a:pt x="7376120" y="1461986"/>
                  </a:lnTo>
                  <a:lnTo>
                    <a:pt x="7374408" y="1461986"/>
                  </a:lnTo>
                  <a:lnTo>
                    <a:pt x="7372697" y="1461986"/>
                  </a:lnTo>
                  <a:lnTo>
                    <a:pt x="7370985" y="1461986"/>
                  </a:lnTo>
                  <a:lnTo>
                    <a:pt x="7369274" y="1461986"/>
                  </a:lnTo>
                  <a:lnTo>
                    <a:pt x="7367563" y="1461986"/>
                  </a:lnTo>
                  <a:lnTo>
                    <a:pt x="7365851" y="1461986"/>
                  </a:lnTo>
                  <a:lnTo>
                    <a:pt x="7364140" y="1461986"/>
                  </a:lnTo>
                  <a:lnTo>
                    <a:pt x="7362428" y="1461986"/>
                  </a:lnTo>
                  <a:lnTo>
                    <a:pt x="7360717" y="1461986"/>
                  </a:lnTo>
                  <a:lnTo>
                    <a:pt x="7359006" y="1461986"/>
                  </a:lnTo>
                  <a:lnTo>
                    <a:pt x="7357294" y="1461986"/>
                  </a:lnTo>
                  <a:lnTo>
                    <a:pt x="7355583" y="1461986"/>
                  </a:lnTo>
                  <a:lnTo>
                    <a:pt x="7353871" y="1461986"/>
                  </a:lnTo>
                  <a:lnTo>
                    <a:pt x="7352160" y="1461986"/>
                  </a:lnTo>
                  <a:lnTo>
                    <a:pt x="7350449" y="1461986"/>
                  </a:lnTo>
                  <a:lnTo>
                    <a:pt x="7348737" y="1461986"/>
                  </a:lnTo>
                  <a:lnTo>
                    <a:pt x="7347026" y="1461986"/>
                  </a:lnTo>
                  <a:lnTo>
                    <a:pt x="7345314" y="1461986"/>
                  </a:lnTo>
                  <a:lnTo>
                    <a:pt x="7343603" y="1461986"/>
                  </a:lnTo>
                  <a:lnTo>
                    <a:pt x="7341892" y="1461986"/>
                  </a:lnTo>
                  <a:lnTo>
                    <a:pt x="7340180" y="1461986"/>
                  </a:lnTo>
                  <a:lnTo>
                    <a:pt x="7338469" y="1461986"/>
                  </a:lnTo>
                  <a:lnTo>
                    <a:pt x="7336757" y="1461986"/>
                  </a:lnTo>
                  <a:lnTo>
                    <a:pt x="7335046" y="1461986"/>
                  </a:lnTo>
                  <a:lnTo>
                    <a:pt x="7333335" y="1461986"/>
                  </a:lnTo>
                  <a:lnTo>
                    <a:pt x="7331623" y="1461986"/>
                  </a:lnTo>
                  <a:lnTo>
                    <a:pt x="7329912" y="1461986"/>
                  </a:lnTo>
                  <a:lnTo>
                    <a:pt x="7328200" y="1461986"/>
                  </a:lnTo>
                  <a:lnTo>
                    <a:pt x="7326489" y="1461986"/>
                  </a:lnTo>
                  <a:lnTo>
                    <a:pt x="7324778" y="1461986"/>
                  </a:lnTo>
                  <a:lnTo>
                    <a:pt x="7323066" y="1461986"/>
                  </a:lnTo>
                  <a:lnTo>
                    <a:pt x="7321355" y="1461986"/>
                  </a:lnTo>
                  <a:lnTo>
                    <a:pt x="7319643" y="1461986"/>
                  </a:lnTo>
                  <a:lnTo>
                    <a:pt x="7317932" y="1461986"/>
                  </a:lnTo>
                  <a:lnTo>
                    <a:pt x="7316221" y="1461986"/>
                  </a:lnTo>
                  <a:lnTo>
                    <a:pt x="7314509" y="1461986"/>
                  </a:lnTo>
                  <a:lnTo>
                    <a:pt x="7312798" y="1461986"/>
                  </a:lnTo>
                  <a:lnTo>
                    <a:pt x="7311086" y="1461986"/>
                  </a:lnTo>
                  <a:lnTo>
                    <a:pt x="7309375" y="1461986"/>
                  </a:lnTo>
                  <a:lnTo>
                    <a:pt x="7307664" y="1461986"/>
                  </a:lnTo>
                  <a:lnTo>
                    <a:pt x="7305952" y="1461986"/>
                  </a:lnTo>
                  <a:lnTo>
                    <a:pt x="7304241" y="1461986"/>
                  </a:lnTo>
                  <a:lnTo>
                    <a:pt x="7302529" y="1461986"/>
                  </a:lnTo>
                  <a:lnTo>
                    <a:pt x="7300818" y="1461986"/>
                  </a:lnTo>
                  <a:lnTo>
                    <a:pt x="7299107" y="1461986"/>
                  </a:lnTo>
                  <a:lnTo>
                    <a:pt x="7297395" y="1461986"/>
                  </a:lnTo>
                  <a:lnTo>
                    <a:pt x="7295684" y="1461986"/>
                  </a:lnTo>
                  <a:lnTo>
                    <a:pt x="7293972" y="1461986"/>
                  </a:lnTo>
                  <a:lnTo>
                    <a:pt x="7292261" y="1461986"/>
                  </a:lnTo>
                  <a:lnTo>
                    <a:pt x="7290550" y="1461986"/>
                  </a:lnTo>
                  <a:lnTo>
                    <a:pt x="7288838" y="1461986"/>
                  </a:lnTo>
                  <a:lnTo>
                    <a:pt x="7287127" y="1461986"/>
                  </a:lnTo>
                  <a:lnTo>
                    <a:pt x="7285415" y="1461986"/>
                  </a:lnTo>
                  <a:lnTo>
                    <a:pt x="7283704" y="1461986"/>
                  </a:lnTo>
                  <a:lnTo>
                    <a:pt x="7281993" y="1461986"/>
                  </a:lnTo>
                  <a:lnTo>
                    <a:pt x="7280281" y="1461986"/>
                  </a:lnTo>
                  <a:lnTo>
                    <a:pt x="7278570" y="1461986"/>
                  </a:lnTo>
                  <a:lnTo>
                    <a:pt x="7276858" y="1461986"/>
                  </a:lnTo>
                  <a:lnTo>
                    <a:pt x="7275147" y="1461986"/>
                  </a:lnTo>
                  <a:lnTo>
                    <a:pt x="7273436" y="1461986"/>
                  </a:lnTo>
                  <a:lnTo>
                    <a:pt x="7271724" y="1461986"/>
                  </a:lnTo>
                  <a:lnTo>
                    <a:pt x="7270013" y="1461986"/>
                  </a:lnTo>
                  <a:lnTo>
                    <a:pt x="7268302" y="1461986"/>
                  </a:lnTo>
                  <a:lnTo>
                    <a:pt x="7266590" y="1461986"/>
                  </a:lnTo>
                  <a:lnTo>
                    <a:pt x="7264879" y="1461986"/>
                  </a:lnTo>
                  <a:lnTo>
                    <a:pt x="7263167" y="1461986"/>
                  </a:lnTo>
                  <a:lnTo>
                    <a:pt x="7261456" y="1461986"/>
                  </a:lnTo>
                  <a:lnTo>
                    <a:pt x="7259745" y="1461986"/>
                  </a:lnTo>
                  <a:lnTo>
                    <a:pt x="7258033" y="1461986"/>
                  </a:lnTo>
                  <a:lnTo>
                    <a:pt x="7256322" y="1461986"/>
                  </a:lnTo>
                  <a:lnTo>
                    <a:pt x="7254610" y="1461986"/>
                  </a:lnTo>
                  <a:lnTo>
                    <a:pt x="7252899" y="1461986"/>
                  </a:lnTo>
                  <a:lnTo>
                    <a:pt x="7251188" y="1461986"/>
                  </a:lnTo>
                  <a:lnTo>
                    <a:pt x="7249476" y="1461986"/>
                  </a:lnTo>
                  <a:lnTo>
                    <a:pt x="7247765" y="1461986"/>
                  </a:lnTo>
                  <a:lnTo>
                    <a:pt x="7246053" y="1461986"/>
                  </a:lnTo>
                  <a:lnTo>
                    <a:pt x="7244342" y="1461986"/>
                  </a:lnTo>
                  <a:lnTo>
                    <a:pt x="7242631" y="1461986"/>
                  </a:lnTo>
                  <a:lnTo>
                    <a:pt x="7240919" y="1461986"/>
                  </a:lnTo>
                  <a:lnTo>
                    <a:pt x="7239208" y="1461986"/>
                  </a:lnTo>
                  <a:lnTo>
                    <a:pt x="7237496" y="1461986"/>
                  </a:lnTo>
                  <a:lnTo>
                    <a:pt x="7235785" y="1461986"/>
                  </a:lnTo>
                  <a:lnTo>
                    <a:pt x="7234074" y="1461986"/>
                  </a:lnTo>
                  <a:lnTo>
                    <a:pt x="7232362" y="1461986"/>
                  </a:lnTo>
                  <a:lnTo>
                    <a:pt x="7230651" y="1461986"/>
                  </a:lnTo>
                  <a:lnTo>
                    <a:pt x="7228939" y="1461986"/>
                  </a:lnTo>
                  <a:lnTo>
                    <a:pt x="7227228" y="1461986"/>
                  </a:lnTo>
                  <a:lnTo>
                    <a:pt x="7225517" y="1461986"/>
                  </a:lnTo>
                  <a:lnTo>
                    <a:pt x="7223805" y="1461986"/>
                  </a:lnTo>
                  <a:lnTo>
                    <a:pt x="7222094" y="1461986"/>
                  </a:lnTo>
                  <a:lnTo>
                    <a:pt x="7220382" y="1461986"/>
                  </a:lnTo>
                  <a:lnTo>
                    <a:pt x="7218671" y="1461986"/>
                  </a:lnTo>
                  <a:lnTo>
                    <a:pt x="7216960" y="1461986"/>
                  </a:lnTo>
                  <a:lnTo>
                    <a:pt x="7215248" y="1461986"/>
                  </a:lnTo>
                  <a:lnTo>
                    <a:pt x="7213537" y="1461986"/>
                  </a:lnTo>
                  <a:lnTo>
                    <a:pt x="7211825" y="1461986"/>
                  </a:lnTo>
                  <a:lnTo>
                    <a:pt x="7210114" y="1461986"/>
                  </a:lnTo>
                  <a:lnTo>
                    <a:pt x="7208403" y="1461986"/>
                  </a:lnTo>
                  <a:lnTo>
                    <a:pt x="7206691" y="1461986"/>
                  </a:lnTo>
                  <a:lnTo>
                    <a:pt x="7204980" y="1461986"/>
                  </a:lnTo>
                  <a:lnTo>
                    <a:pt x="7203268" y="1461986"/>
                  </a:lnTo>
                  <a:lnTo>
                    <a:pt x="7201557" y="1461986"/>
                  </a:lnTo>
                  <a:lnTo>
                    <a:pt x="7199846" y="1461986"/>
                  </a:lnTo>
                  <a:lnTo>
                    <a:pt x="7198134" y="1461986"/>
                  </a:lnTo>
                  <a:lnTo>
                    <a:pt x="7196423" y="1461986"/>
                  </a:lnTo>
                  <a:lnTo>
                    <a:pt x="7194711" y="1461986"/>
                  </a:lnTo>
                  <a:lnTo>
                    <a:pt x="7193000" y="1461986"/>
                  </a:lnTo>
                  <a:lnTo>
                    <a:pt x="7191289" y="1461986"/>
                  </a:lnTo>
                  <a:lnTo>
                    <a:pt x="7189577" y="1461986"/>
                  </a:lnTo>
                  <a:lnTo>
                    <a:pt x="7187866" y="1461986"/>
                  </a:lnTo>
                  <a:lnTo>
                    <a:pt x="7186154" y="1461986"/>
                  </a:lnTo>
                  <a:lnTo>
                    <a:pt x="7184443" y="1461986"/>
                  </a:lnTo>
                  <a:lnTo>
                    <a:pt x="7182732" y="1461986"/>
                  </a:lnTo>
                  <a:lnTo>
                    <a:pt x="7181020" y="1461986"/>
                  </a:lnTo>
                  <a:lnTo>
                    <a:pt x="7179309" y="1461986"/>
                  </a:lnTo>
                  <a:lnTo>
                    <a:pt x="7177597" y="1461986"/>
                  </a:lnTo>
                  <a:lnTo>
                    <a:pt x="7175886" y="1461986"/>
                  </a:lnTo>
                  <a:lnTo>
                    <a:pt x="7174175" y="1461986"/>
                  </a:lnTo>
                  <a:lnTo>
                    <a:pt x="7172463" y="1461986"/>
                  </a:lnTo>
                  <a:lnTo>
                    <a:pt x="7170752" y="1461986"/>
                  </a:lnTo>
                  <a:lnTo>
                    <a:pt x="7169040" y="1461986"/>
                  </a:lnTo>
                  <a:lnTo>
                    <a:pt x="7167329" y="1461986"/>
                  </a:lnTo>
                  <a:lnTo>
                    <a:pt x="7165618" y="1461986"/>
                  </a:lnTo>
                  <a:lnTo>
                    <a:pt x="7163906" y="1461986"/>
                  </a:lnTo>
                  <a:lnTo>
                    <a:pt x="7162195" y="1461986"/>
                  </a:lnTo>
                  <a:lnTo>
                    <a:pt x="7160484" y="1461986"/>
                  </a:lnTo>
                  <a:lnTo>
                    <a:pt x="7158772" y="1461986"/>
                  </a:lnTo>
                  <a:lnTo>
                    <a:pt x="7157061" y="1461986"/>
                  </a:lnTo>
                  <a:lnTo>
                    <a:pt x="7155349" y="1461986"/>
                  </a:lnTo>
                  <a:lnTo>
                    <a:pt x="7153638" y="1461986"/>
                  </a:lnTo>
                  <a:lnTo>
                    <a:pt x="7151927" y="1461986"/>
                  </a:lnTo>
                  <a:lnTo>
                    <a:pt x="7150215" y="1461986"/>
                  </a:lnTo>
                  <a:lnTo>
                    <a:pt x="7148504" y="1461986"/>
                  </a:lnTo>
                  <a:lnTo>
                    <a:pt x="7146792" y="1461986"/>
                  </a:lnTo>
                  <a:lnTo>
                    <a:pt x="7145081" y="1461986"/>
                  </a:lnTo>
                  <a:lnTo>
                    <a:pt x="7143370" y="1461986"/>
                  </a:lnTo>
                  <a:lnTo>
                    <a:pt x="7141658" y="1461986"/>
                  </a:lnTo>
                  <a:lnTo>
                    <a:pt x="7139947" y="1461986"/>
                  </a:lnTo>
                  <a:lnTo>
                    <a:pt x="7138235" y="1461986"/>
                  </a:lnTo>
                  <a:lnTo>
                    <a:pt x="7136524" y="1461986"/>
                  </a:lnTo>
                  <a:lnTo>
                    <a:pt x="7134813" y="1461986"/>
                  </a:lnTo>
                  <a:lnTo>
                    <a:pt x="7133101" y="1461986"/>
                  </a:lnTo>
                  <a:lnTo>
                    <a:pt x="7131390" y="1461986"/>
                  </a:lnTo>
                  <a:lnTo>
                    <a:pt x="7129678" y="1461986"/>
                  </a:lnTo>
                  <a:lnTo>
                    <a:pt x="7127967" y="1461986"/>
                  </a:lnTo>
                  <a:lnTo>
                    <a:pt x="7126256" y="1461986"/>
                  </a:lnTo>
                  <a:lnTo>
                    <a:pt x="7124544" y="1461986"/>
                  </a:lnTo>
                  <a:lnTo>
                    <a:pt x="7122833" y="1461986"/>
                  </a:lnTo>
                  <a:lnTo>
                    <a:pt x="7121121" y="1461986"/>
                  </a:lnTo>
                  <a:lnTo>
                    <a:pt x="7119410" y="1461986"/>
                  </a:lnTo>
                  <a:lnTo>
                    <a:pt x="7117699" y="1461986"/>
                  </a:lnTo>
                  <a:lnTo>
                    <a:pt x="7115987" y="1461986"/>
                  </a:lnTo>
                  <a:lnTo>
                    <a:pt x="7114276" y="1461986"/>
                  </a:lnTo>
                  <a:lnTo>
                    <a:pt x="7112564" y="1461986"/>
                  </a:lnTo>
                  <a:lnTo>
                    <a:pt x="7110853" y="1461986"/>
                  </a:lnTo>
                  <a:lnTo>
                    <a:pt x="7109142" y="1461986"/>
                  </a:lnTo>
                  <a:lnTo>
                    <a:pt x="7107430" y="1461986"/>
                  </a:lnTo>
                  <a:lnTo>
                    <a:pt x="7105719" y="1461986"/>
                  </a:lnTo>
                  <a:lnTo>
                    <a:pt x="7104007" y="1461986"/>
                  </a:lnTo>
                  <a:lnTo>
                    <a:pt x="7102296" y="1461986"/>
                  </a:lnTo>
                  <a:lnTo>
                    <a:pt x="7100585" y="1461986"/>
                  </a:lnTo>
                  <a:lnTo>
                    <a:pt x="7098873" y="1461986"/>
                  </a:lnTo>
                  <a:lnTo>
                    <a:pt x="7097162" y="1461986"/>
                  </a:lnTo>
                  <a:lnTo>
                    <a:pt x="7095450" y="1461986"/>
                  </a:lnTo>
                  <a:lnTo>
                    <a:pt x="7093739" y="1461986"/>
                  </a:lnTo>
                  <a:lnTo>
                    <a:pt x="7092028" y="1461986"/>
                  </a:lnTo>
                  <a:lnTo>
                    <a:pt x="7090316" y="1461986"/>
                  </a:lnTo>
                  <a:lnTo>
                    <a:pt x="7088605" y="1461986"/>
                  </a:lnTo>
                  <a:lnTo>
                    <a:pt x="7086893" y="1461986"/>
                  </a:lnTo>
                  <a:lnTo>
                    <a:pt x="7085182" y="1461986"/>
                  </a:lnTo>
                  <a:lnTo>
                    <a:pt x="7083471" y="1461986"/>
                  </a:lnTo>
                  <a:lnTo>
                    <a:pt x="7081759" y="1461986"/>
                  </a:lnTo>
                  <a:lnTo>
                    <a:pt x="7080048" y="1461986"/>
                  </a:lnTo>
                  <a:lnTo>
                    <a:pt x="7078336" y="1461986"/>
                  </a:lnTo>
                  <a:lnTo>
                    <a:pt x="7076625" y="1461986"/>
                  </a:lnTo>
                  <a:lnTo>
                    <a:pt x="7074914" y="1461986"/>
                  </a:lnTo>
                  <a:lnTo>
                    <a:pt x="7073202" y="1461986"/>
                  </a:lnTo>
                  <a:lnTo>
                    <a:pt x="7071491" y="1461986"/>
                  </a:lnTo>
                  <a:lnTo>
                    <a:pt x="7069779" y="1461986"/>
                  </a:lnTo>
                  <a:lnTo>
                    <a:pt x="7068068" y="1461986"/>
                  </a:lnTo>
                  <a:lnTo>
                    <a:pt x="7066357" y="1461986"/>
                  </a:lnTo>
                  <a:lnTo>
                    <a:pt x="7064645" y="1461986"/>
                  </a:lnTo>
                  <a:lnTo>
                    <a:pt x="7062934" y="1461986"/>
                  </a:lnTo>
                  <a:lnTo>
                    <a:pt x="7061223" y="1461986"/>
                  </a:lnTo>
                  <a:lnTo>
                    <a:pt x="7059511" y="1461986"/>
                  </a:lnTo>
                  <a:lnTo>
                    <a:pt x="7057800" y="1461986"/>
                  </a:lnTo>
                  <a:lnTo>
                    <a:pt x="7056088" y="1461986"/>
                  </a:lnTo>
                  <a:lnTo>
                    <a:pt x="7054377" y="1461986"/>
                  </a:lnTo>
                  <a:lnTo>
                    <a:pt x="7052666" y="1461986"/>
                  </a:lnTo>
                  <a:lnTo>
                    <a:pt x="7050954" y="1461986"/>
                  </a:lnTo>
                  <a:lnTo>
                    <a:pt x="7049243" y="1461986"/>
                  </a:lnTo>
                  <a:lnTo>
                    <a:pt x="7047531" y="1461986"/>
                  </a:lnTo>
                  <a:lnTo>
                    <a:pt x="7045820" y="1461986"/>
                  </a:lnTo>
                  <a:lnTo>
                    <a:pt x="7044109" y="1461986"/>
                  </a:lnTo>
                  <a:lnTo>
                    <a:pt x="7042397" y="1461986"/>
                  </a:lnTo>
                  <a:lnTo>
                    <a:pt x="7040686" y="1461986"/>
                  </a:lnTo>
                  <a:lnTo>
                    <a:pt x="7038974" y="1461986"/>
                  </a:lnTo>
                  <a:lnTo>
                    <a:pt x="7037263" y="1461986"/>
                  </a:lnTo>
                  <a:lnTo>
                    <a:pt x="7035552" y="1461986"/>
                  </a:lnTo>
                  <a:lnTo>
                    <a:pt x="7033840" y="1461986"/>
                  </a:lnTo>
                  <a:lnTo>
                    <a:pt x="7032129" y="1461986"/>
                  </a:lnTo>
                  <a:lnTo>
                    <a:pt x="7030417" y="1461986"/>
                  </a:lnTo>
                  <a:lnTo>
                    <a:pt x="7028706" y="1461986"/>
                  </a:lnTo>
                  <a:lnTo>
                    <a:pt x="7026995" y="1461986"/>
                  </a:lnTo>
                  <a:lnTo>
                    <a:pt x="7025283" y="1461986"/>
                  </a:lnTo>
                  <a:lnTo>
                    <a:pt x="7023572" y="1461986"/>
                  </a:lnTo>
                  <a:lnTo>
                    <a:pt x="7021860" y="1461986"/>
                  </a:lnTo>
                  <a:lnTo>
                    <a:pt x="7020149" y="1461986"/>
                  </a:lnTo>
                  <a:lnTo>
                    <a:pt x="7018438" y="1461986"/>
                  </a:lnTo>
                  <a:lnTo>
                    <a:pt x="7016726" y="1461986"/>
                  </a:lnTo>
                  <a:lnTo>
                    <a:pt x="7015015" y="1461986"/>
                  </a:lnTo>
                  <a:lnTo>
                    <a:pt x="7013303" y="1461986"/>
                  </a:lnTo>
                  <a:lnTo>
                    <a:pt x="7011592" y="1461986"/>
                  </a:lnTo>
                  <a:lnTo>
                    <a:pt x="7009881" y="1461986"/>
                  </a:lnTo>
                  <a:lnTo>
                    <a:pt x="7008169" y="1461986"/>
                  </a:lnTo>
                  <a:lnTo>
                    <a:pt x="7006458" y="1461986"/>
                  </a:lnTo>
                  <a:lnTo>
                    <a:pt x="7004746" y="1461986"/>
                  </a:lnTo>
                  <a:lnTo>
                    <a:pt x="7003035" y="1461986"/>
                  </a:lnTo>
                  <a:lnTo>
                    <a:pt x="7001324" y="1461986"/>
                  </a:lnTo>
                  <a:lnTo>
                    <a:pt x="6999612" y="1461986"/>
                  </a:lnTo>
                  <a:lnTo>
                    <a:pt x="6997901" y="1461986"/>
                  </a:lnTo>
                  <a:lnTo>
                    <a:pt x="6996189" y="1461986"/>
                  </a:lnTo>
                  <a:lnTo>
                    <a:pt x="6994478" y="1461986"/>
                  </a:lnTo>
                  <a:lnTo>
                    <a:pt x="6992767" y="1461986"/>
                  </a:lnTo>
                  <a:lnTo>
                    <a:pt x="6991055" y="1461986"/>
                  </a:lnTo>
                  <a:lnTo>
                    <a:pt x="6989344" y="1461986"/>
                  </a:lnTo>
                  <a:lnTo>
                    <a:pt x="6987632" y="1461986"/>
                  </a:lnTo>
                  <a:lnTo>
                    <a:pt x="6985921" y="1461986"/>
                  </a:lnTo>
                  <a:lnTo>
                    <a:pt x="6984210" y="1461986"/>
                  </a:lnTo>
                  <a:lnTo>
                    <a:pt x="6982498" y="1461986"/>
                  </a:lnTo>
                  <a:lnTo>
                    <a:pt x="6980787" y="1461986"/>
                  </a:lnTo>
                  <a:lnTo>
                    <a:pt x="6979075" y="1461986"/>
                  </a:lnTo>
                  <a:lnTo>
                    <a:pt x="6977364" y="1461986"/>
                  </a:lnTo>
                  <a:lnTo>
                    <a:pt x="6975653" y="1461986"/>
                  </a:lnTo>
                  <a:lnTo>
                    <a:pt x="6973941" y="1461986"/>
                  </a:lnTo>
                  <a:lnTo>
                    <a:pt x="6972230" y="1461986"/>
                  </a:lnTo>
                  <a:lnTo>
                    <a:pt x="6970518" y="1461986"/>
                  </a:lnTo>
                  <a:lnTo>
                    <a:pt x="6968807" y="1461986"/>
                  </a:lnTo>
                  <a:lnTo>
                    <a:pt x="6967096" y="1461986"/>
                  </a:lnTo>
                  <a:lnTo>
                    <a:pt x="6965384" y="1461986"/>
                  </a:lnTo>
                  <a:lnTo>
                    <a:pt x="6963673" y="1461986"/>
                  </a:lnTo>
                  <a:lnTo>
                    <a:pt x="6961961" y="1461986"/>
                  </a:lnTo>
                  <a:lnTo>
                    <a:pt x="6960250" y="1461986"/>
                  </a:lnTo>
                  <a:lnTo>
                    <a:pt x="6958539" y="1461986"/>
                  </a:lnTo>
                  <a:lnTo>
                    <a:pt x="6956827" y="1461986"/>
                  </a:lnTo>
                  <a:lnTo>
                    <a:pt x="6955116" y="1461986"/>
                  </a:lnTo>
                  <a:lnTo>
                    <a:pt x="6953405" y="1461986"/>
                  </a:lnTo>
                  <a:lnTo>
                    <a:pt x="6951693" y="1461986"/>
                  </a:lnTo>
                  <a:lnTo>
                    <a:pt x="6949982" y="1461986"/>
                  </a:lnTo>
                  <a:lnTo>
                    <a:pt x="6948270" y="1461986"/>
                  </a:lnTo>
                  <a:lnTo>
                    <a:pt x="6946559" y="1461986"/>
                  </a:lnTo>
                  <a:lnTo>
                    <a:pt x="6944848" y="1461986"/>
                  </a:lnTo>
                  <a:lnTo>
                    <a:pt x="6943136" y="1461986"/>
                  </a:lnTo>
                  <a:lnTo>
                    <a:pt x="6941425" y="1461986"/>
                  </a:lnTo>
                  <a:lnTo>
                    <a:pt x="6939713" y="1461986"/>
                  </a:lnTo>
                  <a:lnTo>
                    <a:pt x="6938002" y="1461986"/>
                  </a:lnTo>
                  <a:lnTo>
                    <a:pt x="6936291" y="1461986"/>
                  </a:lnTo>
                  <a:lnTo>
                    <a:pt x="6934579" y="1461986"/>
                  </a:lnTo>
                  <a:lnTo>
                    <a:pt x="6932868" y="1461986"/>
                  </a:lnTo>
                  <a:lnTo>
                    <a:pt x="6931156" y="1461986"/>
                  </a:lnTo>
                  <a:lnTo>
                    <a:pt x="6929445" y="1461986"/>
                  </a:lnTo>
                  <a:lnTo>
                    <a:pt x="6927734" y="1461986"/>
                  </a:lnTo>
                  <a:lnTo>
                    <a:pt x="6926022" y="1461986"/>
                  </a:lnTo>
                  <a:lnTo>
                    <a:pt x="6924311" y="1461986"/>
                  </a:lnTo>
                  <a:lnTo>
                    <a:pt x="6922599" y="1461986"/>
                  </a:lnTo>
                  <a:lnTo>
                    <a:pt x="6920888" y="1461986"/>
                  </a:lnTo>
                  <a:lnTo>
                    <a:pt x="6919177" y="1461986"/>
                  </a:lnTo>
                  <a:lnTo>
                    <a:pt x="6917465" y="1461986"/>
                  </a:lnTo>
                  <a:lnTo>
                    <a:pt x="6915754" y="1461986"/>
                  </a:lnTo>
                  <a:lnTo>
                    <a:pt x="6914042" y="1461986"/>
                  </a:lnTo>
                  <a:lnTo>
                    <a:pt x="6912331" y="1461986"/>
                  </a:lnTo>
                  <a:lnTo>
                    <a:pt x="6910620" y="1461986"/>
                  </a:lnTo>
                  <a:lnTo>
                    <a:pt x="6908908" y="1461986"/>
                  </a:lnTo>
                  <a:lnTo>
                    <a:pt x="6907197" y="1461986"/>
                  </a:lnTo>
                  <a:lnTo>
                    <a:pt x="6905485" y="1461986"/>
                  </a:lnTo>
                  <a:lnTo>
                    <a:pt x="6903774" y="1461986"/>
                  </a:lnTo>
                  <a:lnTo>
                    <a:pt x="6902063" y="1461986"/>
                  </a:lnTo>
                  <a:lnTo>
                    <a:pt x="6900351" y="1461986"/>
                  </a:lnTo>
                  <a:lnTo>
                    <a:pt x="6898640" y="1461986"/>
                  </a:lnTo>
                  <a:lnTo>
                    <a:pt x="6896928" y="1461986"/>
                  </a:lnTo>
                  <a:lnTo>
                    <a:pt x="6895217" y="1461986"/>
                  </a:lnTo>
                  <a:lnTo>
                    <a:pt x="6893506" y="1461986"/>
                  </a:lnTo>
                  <a:lnTo>
                    <a:pt x="6891794" y="1461986"/>
                  </a:lnTo>
                  <a:lnTo>
                    <a:pt x="6890083" y="1461986"/>
                  </a:lnTo>
                  <a:lnTo>
                    <a:pt x="6888371" y="1461986"/>
                  </a:lnTo>
                  <a:lnTo>
                    <a:pt x="6886660" y="1461986"/>
                  </a:lnTo>
                  <a:lnTo>
                    <a:pt x="6884949" y="1461986"/>
                  </a:lnTo>
                  <a:lnTo>
                    <a:pt x="6883237" y="1461986"/>
                  </a:lnTo>
                  <a:lnTo>
                    <a:pt x="6881526" y="1461986"/>
                  </a:lnTo>
                  <a:lnTo>
                    <a:pt x="6879814" y="1461986"/>
                  </a:lnTo>
                  <a:lnTo>
                    <a:pt x="6878103" y="1461986"/>
                  </a:lnTo>
                  <a:lnTo>
                    <a:pt x="6876392" y="1461986"/>
                  </a:lnTo>
                  <a:lnTo>
                    <a:pt x="6874680" y="1461986"/>
                  </a:lnTo>
                  <a:lnTo>
                    <a:pt x="6872969" y="1461986"/>
                  </a:lnTo>
                  <a:lnTo>
                    <a:pt x="6871257" y="1461986"/>
                  </a:lnTo>
                  <a:lnTo>
                    <a:pt x="6869546" y="1461986"/>
                  </a:lnTo>
                  <a:lnTo>
                    <a:pt x="6867835" y="1461986"/>
                  </a:lnTo>
                  <a:lnTo>
                    <a:pt x="6866123" y="1461986"/>
                  </a:lnTo>
                  <a:lnTo>
                    <a:pt x="6864412" y="1461986"/>
                  </a:lnTo>
                  <a:lnTo>
                    <a:pt x="6862700" y="1461986"/>
                  </a:lnTo>
                  <a:lnTo>
                    <a:pt x="6860989" y="1461986"/>
                  </a:lnTo>
                  <a:lnTo>
                    <a:pt x="6859278" y="1461986"/>
                  </a:lnTo>
                  <a:lnTo>
                    <a:pt x="6857566" y="1461986"/>
                  </a:lnTo>
                  <a:lnTo>
                    <a:pt x="6855855" y="1461986"/>
                  </a:lnTo>
                  <a:lnTo>
                    <a:pt x="6854143" y="1461986"/>
                  </a:lnTo>
                  <a:lnTo>
                    <a:pt x="6852432" y="1461986"/>
                  </a:lnTo>
                  <a:lnTo>
                    <a:pt x="6850721" y="1461986"/>
                  </a:lnTo>
                  <a:lnTo>
                    <a:pt x="6849009" y="1461986"/>
                  </a:lnTo>
                  <a:lnTo>
                    <a:pt x="6847298" y="1461986"/>
                  </a:lnTo>
                  <a:lnTo>
                    <a:pt x="6845587" y="1461986"/>
                  </a:lnTo>
                  <a:lnTo>
                    <a:pt x="6843875" y="1461986"/>
                  </a:lnTo>
                  <a:lnTo>
                    <a:pt x="6842164" y="1461986"/>
                  </a:lnTo>
                  <a:lnTo>
                    <a:pt x="6840452" y="1461986"/>
                  </a:lnTo>
                  <a:lnTo>
                    <a:pt x="6838741" y="1461986"/>
                  </a:lnTo>
                  <a:lnTo>
                    <a:pt x="6837030" y="1461986"/>
                  </a:lnTo>
                  <a:lnTo>
                    <a:pt x="6835318" y="1461986"/>
                  </a:lnTo>
                  <a:lnTo>
                    <a:pt x="6833607" y="1461986"/>
                  </a:lnTo>
                  <a:lnTo>
                    <a:pt x="6831895" y="1461986"/>
                  </a:lnTo>
                  <a:lnTo>
                    <a:pt x="6830184" y="1461986"/>
                  </a:lnTo>
                  <a:lnTo>
                    <a:pt x="6828473" y="1461986"/>
                  </a:lnTo>
                  <a:lnTo>
                    <a:pt x="6826761" y="1461986"/>
                  </a:lnTo>
                  <a:lnTo>
                    <a:pt x="6825050" y="1461986"/>
                  </a:lnTo>
                  <a:lnTo>
                    <a:pt x="6823338" y="1461986"/>
                  </a:lnTo>
                  <a:lnTo>
                    <a:pt x="6821627" y="1461986"/>
                  </a:lnTo>
                  <a:lnTo>
                    <a:pt x="6819916" y="1461986"/>
                  </a:lnTo>
                  <a:lnTo>
                    <a:pt x="6818204" y="1461986"/>
                  </a:lnTo>
                  <a:lnTo>
                    <a:pt x="6816493" y="1461986"/>
                  </a:lnTo>
                  <a:lnTo>
                    <a:pt x="6814781" y="1461986"/>
                  </a:lnTo>
                  <a:lnTo>
                    <a:pt x="6813070" y="1461986"/>
                  </a:lnTo>
                  <a:lnTo>
                    <a:pt x="6811359" y="1461986"/>
                  </a:lnTo>
                  <a:lnTo>
                    <a:pt x="6809647" y="1461986"/>
                  </a:lnTo>
                  <a:lnTo>
                    <a:pt x="6807936" y="1461986"/>
                  </a:lnTo>
                  <a:lnTo>
                    <a:pt x="6806224" y="1461986"/>
                  </a:lnTo>
                  <a:lnTo>
                    <a:pt x="6804513" y="1461986"/>
                  </a:lnTo>
                  <a:lnTo>
                    <a:pt x="6802802" y="1461986"/>
                  </a:lnTo>
                  <a:lnTo>
                    <a:pt x="6801090" y="1461986"/>
                  </a:lnTo>
                  <a:lnTo>
                    <a:pt x="6799379" y="1461986"/>
                  </a:lnTo>
                  <a:lnTo>
                    <a:pt x="6797667" y="1461986"/>
                  </a:lnTo>
                  <a:lnTo>
                    <a:pt x="6795956" y="1461986"/>
                  </a:lnTo>
                  <a:lnTo>
                    <a:pt x="6794245" y="1461986"/>
                  </a:lnTo>
                  <a:lnTo>
                    <a:pt x="6792533" y="1461986"/>
                  </a:lnTo>
                  <a:lnTo>
                    <a:pt x="6790822" y="1461986"/>
                  </a:lnTo>
                  <a:lnTo>
                    <a:pt x="6789110" y="1461986"/>
                  </a:lnTo>
                  <a:lnTo>
                    <a:pt x="6787399" y="1461986"/>
                  </a:lnTo>
                  <a:lnTo>
                    <a:pt x="6785688" y="1461986"/>
                  </a:lnTo>
                  <a:lnTo>
                    <a:pt x="6783976" y="1461986"/>
                  </a:lnTo>
                  <a:lnTo>
                    <a:pt x="6782265" y="1461986"/>
                  </a:lnTo>
                  <a:lnTo>
                    <a:pt x="6780553" y="1461986"/>
                  </a:lnTo>
                  <a:lnTo>
                    <a:pt x="6778842" y="1461986"/>
                  </a:lnTo>
                  <a:lnTo>
                    <a:pt x="6777131" y="1461986"/>
                  </a:lnTo>
                  <a:lnTo>
                    <a:pt x="6775419" y="1461986"/>
                  </a:lnTo>
                  <a:lnTo>
                    <a:pt x="6773708" y="1461986"/>
                  </a:lnTo>
                  <a:lnTo>
                    <a:pt x="6771996" y="1461986"/>
                  </a:lnTo>
                  <a:lnTo>
                    <a:pt x="6770285" y="1461986"/>
                  </a:lnTo>
                  <a:lnTo>
                    <a:pt x="6768574" y="1461986"/>
                  </a:lnTo>
                  <a:lnTo>
                    <a:pt x="6766862" y="1461986"/>
                  </a:lnTo>
                  <a:lnTo>
                    <a:pt x="6765151" y="1461986"/>
                  </a:lnTo>
                  <a:lnTo>
                    <a:pt x="6763439" y="1461986"/>
                  </a:lnTo>
                  <a:lnTo>
                    <a:pt x="6761728" y="1461986"/>
                  </a:lnTo>
                  <a:lnTo>
                    <a:pt x="6760017" y="1461986"/>
                  </a:lnTo>
                  <a:lnTo>
                    <a:pt x="6758305" y="1461986"/>
                  </a:lnTo>
                  <a:lnTo>
                    <a:pt x="6756594" y="1461986"/>
                  </a:lnTo>
                  <a:lnTo>
                    <a:pt x="6754882" y="1461986"/>
                  </a:lnTo>
                  <a:lnTo>
                    <a:pt x="6753171" y="1461986"/>
                  </a:lnTo>
                  <a:lnTo>
                    <a:pt x="6751460" y="1461986"/>
                  </a:lnTo>
                  <a:lnTo>
                    <a:pt x="6749748" y="1461986"/>
                  </a:lnTo>
                  <a:lnTo>
                    <a:pt x="6748037" y="1461986"/>
                  </a:lnTo>
                  <a:lnTo>
                    <a:pt x="6746325" y="1461986"/>
                  </a:lnTo>
                  <a:lnTo>
                    <a:pt x="6744614" y="1461986"/>
                  </a:lnTo>
                  <a:lnTo>
                    <a:pt x="6742903" y="1461986"/>
                  </a:lnTo>
                  <a:lnTo>
                    <a:pt x="6741191" y="1461986"/>
                  </a:lnTo>
                  <a:lnTo>
                    <a:pt x="6739480" y="1461986"/>
                  </a:lnTo>
                  <a:lnTo>
                    <a:pt x="6737769" y="1461986"/>
                  </a:lnTo>
                  <a:lnTo>
                    <a:pt x="6736057" y="1461986"/>
                  </a:lnTo>
                  <a:lnTo>
                    <a:pt x="6734346" y="1461986"/>
                  </a:lnTo>
                  <a:lnTo>
                    <a:pt x="6732634" y="1461986"/>
                  </a:lnTo>
                  <a:lnTo>
                    <a:pt x="6730923" y="1461986"/>
                  </a:lnTo>
                  <a:lnTo>
                    <a:pt x="6729212" y="1461986"/>
                  </a:lnTo>
                  <a:lnTo>
                    <a:pt x="6727500" y="1461986"/>
                  </a:lnTo>
                  <a:lnTo>
                    <a:pt x="6725789" y="1461986"/>
                  </a:lnTo>
                  <a:lnTo>
                    <a:pt x="6724077" y="1461986"/>
                  </a:lnTo>
                  <a:lnTo>
                    <a:pt x="6722366" y="1461986"/>
                  </a:lnTo>
                  <a:lnTo>
                    <a:pt x="6720655" y="1461986"/>
                  </a:lnTo>
                  <a:lnTo>
                    <a:pt x="6718943" y="1461986"/>
                  </a:lnTo>
                  <a:lnTo>
                    <a:pt x="6717232" y="1461986"/>
                  </a:lnTo>
                  <a:lnTo>
                    <a:pt x="6715520" y="1461986"/>
                  </a:lnTo>
                  <a:lnTo>
                    <a:pt x="6713809" y="1461986"/>
                  </a:lnTo>
                  <a:lnTo>
                    <a:pt x="6712098" y="1461986"/>
                  </a:lnTo>
                  <a:lnTo>
                    <a:pt x="6710386" y="1461986"/>
                  </a:lnTo>
                  <a:lnTo>
                    <a:pt x="6708675" y="1461986"/>
                  </a:lnTo>
                  <a:lnTo>
                    <a:pt x="6706963" y="1461986"/>
                  </a:lnTo>
                  <a:lnTo>
                    <a:pt x="6705252" y="1461986"/>
                  </a:lnTo>
                  <a:lnTo>
                    <a:pt x="6703541" y="1461986"/>
                  </a:lnTo>
                  <a:lnTo>
                    <a:pt x="6701829" y="1461986"/>
                  </a:lnTo>
                  <a:lnTo>
                    <a:pt x="6700118" y="1461986"/>
                  </a:lnTo>
                  <a:lnTo>
                    <a:pt x="6698406" y="1461986"/>
                  </a:lnTo>
                  <a:lnTo>
                    <a:pt x="6696695" y="1461986"/>
                  </a:lnTo>
                  <a:lnTo>
                    <a:pt x="6694984" y="1461986"/>
                  </a:lnTo>
                  <a:lnTo>
                    <a:pt x="6693272" y="1461986"/>
                  </a:lnTo>
                  <a:lnTo>
                    <a:pt x="6691561" y="1461986"/>
                  </a:lnTo>
                  <a:lnTo>
                    <a:pt x="6689849" y="1461986"/>
                  </a:lnTo>
                  <a:lnTo>
                    <a:pt x="6688138" y="1461986"/>
                  </a:lnTo>
                  <a:lnTo>
                    <a:pt x="6686427" y="1461986"/>
                  </a:lnTo>
                  <a:lnTo>
                    <a:pt x="6684715" y="1461986"/>
                  </a:lnTo>
                  <a:lnTo>
                    <a:pt x="6683004" y="1461986"/>
                  </a:lnTo>
                  <a:lnTo>
                    <a:pt x="6681292" y="1461986"/>
                  </a:lnTo>
                  <a:lnTo>
                    <a:pt x="6679581" y="1461986"/>
                  </a:lnTo>
                  <a:lnTo>
                    <a:pt x="6677870" y="1461986"/>
                  </a:lnTo>
                  <a:lnTo>
                    <a:pt x="6676158" y="1461986"/>
                  </a:lnTo>
                  <a:lnTo>
                    <a:pt x="6674447" y="1461986"/>
                  </a:lnTo>
                  <a:lnTo>
                    <a:pt x="6672735" y="1461986"/>
                  </a:lnTo>
                  <a:lnTo>
                    <a:pt x="6671024" y="1461986"/>
                  </a:lnTo>
                  <a:lnTo>
                    <a:pt x="6669313" y="1461986"/>
                  </a:lnTo>
                  <a:lnTo>
                    <a:pt x="6667601" y="1461986"/>
                  </a:lnTo>
                  <a:lnTo>
                    <a:pt x="6665890" y="1461986"/>
                  </a:lnTo>
                  <a:lnTo>
                    <a:pt x="6664178" y="1461986"/>
                  </a:lnTo>
                  <a:lnTo>
                    <a:pt x="6662467" y="1461986"/>
                  </a:lnTo>
                  <a:lnTo>
                    <a:pt x="6660756" y="1461986"/>
                  </a:lnTo>
                  <a:lnTo>
                    <a:pt x="6659044" y="1461986"/>
                  </a:lnTo>
                  <a:lnTo>
                    <a:pt x="6657333" y="1461986"/>
                  </a:lnTo>
                  <a:lnTo>
                    <a:pt x="6655621" y="1461986"/>
                  </a:lnTo>
                  <a:lnTo>
                    <a:pt x="6653910" y="1461986"/>
                  </a:lnTo>
                  <a:lnTo>
                    <a:pt x="6652199" y="1461986"/>
                  </a:lnTo>
                  <a:lnTo>
                    <a:pt x="6650487" y="1461986"/>
                  </a:lnTo>
                  <a:lnTo>
                    <a:pt x="6648776" y="1461986"/>
                  </a:lnTo>
                  <a:lnTo>
                    <a:pt x="6647064" y="1461986"/>
                  </a:lnTo>
                  <a:lnTo>
                    <a:pt x="6645353" y="1461986"/>
                  </a:lnTo>
                  <a:lnTo>
                    <a:pt x="6643642" y="1461986"/>
                  </a:lnTo>
                  <a:lnTo>
                    <a:pt x="6641930" y="1461986"/>
                  </a:lnTo>
                  <a:lnTo>
                    <a:pt x="6640219" y="1461986"/>
                  </a:lnTo>
                  <a:lnTo>
                    <a:pt x="6638508" y="1461986"/>
                  </a:lnTo>
                  <a:lnTo>
                    <a:pt x="6636796" y="1461986"/>
                  </a:lnTo>
                  <a:lnTo>
                    <a:pt x="6635085" y="1461986"/>
                  </a:lnTo>
                  <a:lnTo>
                    <a:pt x="6633373" y="1461986"/>
                  </a:lnTo>
                  <a:lnTo>
                    <a:pt x="6631662" y="1461986"/>
                  </a:lnTo>
                  <a:lnTo>
                    <a:pt x="6629951" y="1461986"/>
                  </a:lnTo>
                  <a:lnTo>
                    <a:pt x="6628239" y="1461986"/>
                  </a:lnTo>
                  <a:lnTo>
                    <a:pt x="6626528" y="1461986"/>
                  </a:lnTo>
                  <a:lnTo>
                    <a:pt x="6624816" y="1461986"/>
                  </a:lnTo>
                  <a:lnTo>
                    <a:pt x="6623105" y="1461986"/>
                  </a:lnTo>
                  <a:lnTo>
                    <a:pt x="6621394" y="1461986"/>
                  </a:lnTo>
                  <a:lnTo>
                    <a:pt x="6619682" y="1461986"/>
                  </a:lnTo>
                  <a:lnTo>
                    <a:pt x="6617971" y="1461986"/>
                  </a:lnTo>
                  <a:lnTo>
                    <a:pt x="6616259" y="1461986"/>
                  </a:lnTo>
                  <a:lnTo>
                    <a:pt x="6614548" y="1461986"/>
                  </a:lnTo>
                  <a:lnTo>
                    <a:pt x="6612837" y="1461986"/>
                  </a:lnTo>
                  <a:lnTo>
                    <a:pt x="6611125" y="1461986"/>
                  </a:lnTo>
                  <a:lnTo>
                    <a:pt x="6609414" y="1461986"/>
                  </a:lnTo>
                  <a:lnTo>
                    <a:pt x="6607702" y="1461986"/>
                  </a:lnTo>
                  <a:lnTo>
                    <a:pt x="6605991" y="1461986"/>
                  </a:lnTo>
                  <a:lnTo>
                    <a:pt x="6604280" y="1461986"/>
                  </a:lnTo>
                  <a:lnTo>
                    <a:pt x="6602568" y="1461986"/>
                  </a:lnTo>
                  <a:lnTo>
                    <a:pt x="6600857" y="1461986"/>
                  </a:lnTo>
                  <a:lnTo>
                    <a:pt x="6599145" y="1461986"/>
                  </a:lnTo>
                  <a:lnTo>
                    <a:pt x="6597434" y="1461986"/>
                  </a:lnTo>
                  <a:lnTo>
                    <a:pt x="6595723" y="1461986"/>
                  </a:lnTo>
                  <a:lnTo>
                    <a:pt x="6594011" y="1461986"/>
                  </a:lnTo>
                  <a:lnTo>
                    <a:pt x="6592300" y="1461986"/>
                  </a:lnTo>
                  <a:lnTo>
                    <a:pt x="6590588" y="1461986"/>
                  </a:lnTo>
                  <a:lnTo>
                    <a:pt x="6588877" y="1461986"/>
                  </a:lnTo>
                  <a:lnTo>
                    <a:pt x="6587166" y="1461986"/>
                  </a:lnTo>
                  <a:lnTo>
                    <a:pt x="6585454" y="1461986"/>
                  </a:lnTo>
                  <a:lnTo>
                    <a:pt x="6583743" y="1461986"/>
                  </a:lnTo>
                  <a:lnTo>
                    <a:pt x="6582031" y="1461986"/>
                  </a:lnTo>
                  <a:lnTo>
                    <a:pt x="6580320" y="1461986"/>
                  </a:lnTo>
                  <a:lnTo>
                    <a:pt x="6578609" y="1461986"/>
                  </a:lnTo>
                  <a:lnTo>
                    <a:pt x="6576897" y="1461986"/>
                  </a:lnTo>
                  <a:lnTo>
                    <a:pt x="6575186" y="1461986"/>
                  </a:lnTo>
                  <a:lnTo>
                    <a:pt x="6573474" y="1461986"/>
                  </a:lnTo>
                  <a:lnTo>
                    <a:pt x="6571763" y="1461986"/>
                  </a:lnTo>
                  <a:lnTo>
                    <a:pt x="6570052" y="1461986"/>
                  </a:lnTo>
                  <a:lnTo>
                    <a:pt x="6568340" y="1461986"/>
                  </a:lnTo>
                  <a:lnTo>
                    <a:pt x="6566629" y="1461986"/>
                  </a:lnTo>
                  <a:lnTo>
                    <a:pt x="6564917" y="1461986"/>
                  </a:lnTo>
                  <a:lnTo>
                    <a:pt x="6563206" y="1461986"/>
                  </a:lnTo>
                  <a:lnTo>
                    <a:pt x="6561495" y="1461986"/>
                  </a:lnTo>
                  <a:lnTo>
                    <a:pt x="6559783" y="1461986"/>
                  </a:lnTo>
                  <a:lnTo>
                    <a:pt x="6558072" y="1461986"/>
                  </a:lnTo>
                  <a:lnTo>
                    <a:pt x="6556360" y="1461986"/>
                  </a:lnTo>
                  <a:lnTo>
                    <a:pt x="6554649" y="1461986"/>
                  </a:lnTo>
                  <a:lnTo>
                    <a:pt x="6552938" y="1461986"/>
                  </a:lnTo>
                  <a:lnTo>
                    <a:pt x="6551226" y="1461986"/>
                  </a:lnTo>
                  <a:lnTo>
                    <a:pt x="6549515" y="1461986"/>
                  </a:lnTo>
                  <a:lnTo>
                    <a:pt x="6547803" y="1461986"/>
                  </a:lnTo>
                  <a:lnTo>
                    <a:pt x="6546092" y="1461986"/>
                  </a:lnTo>
                  <a:lnTo>
                    <a:pt x="6544381" y="1461986"/>
                  </a:lnTo>
                  <a:lnTo>
                    <a:pt x="6542669" y="1461986"/>
                  </a:lnTo>
                  <a:lnTo>
                    <a:pt x="6540958" y="1461986"/>
                  </a:lnTo>
                  <a:lnTo>
                    <a:pt x="6539246" y="1461986"/>
                  </a:lnTo>
                  <a:lnTo>
                    <a:pt x="6537535" y="1461986"/>
                  </a:lnTo>
                  <a:lnTo>
                    <a:pt x="6535824" y="1461986"/>
                  </a:lnTo>
                  <a:lnTo>
                    <a:pt x="6534112" y="1461986"/>
                  </a:lnTo>
                  <a:lnTo>
                    <a:pt x="6532401" y="1461986"/>
                  </a:lnTo>
                  <a:lnTo>
                    <a:pt x="6530690" y="1461986"/>
                  </a:lnTo>
                  <a:lnTo>
                    <a:pt x="6528978" y="1461986"/>
                  </a:lnTo>
                  <a:lnTo>
                    <a:pt x="6527267" y="1461986"/>
                  </a:lnTo>
                  <a:lnTo>
                    <a:pt x="6525555" y="1461986"/>
                  </a:lnTo>
                  <a:lnTo>
                    <a:pt x="6523844" y="1461986"/>
                  </a:lnTo>
                  <a:lnTo>
                    <a:pt x="6522133" y="1461986"/>
                  </a:lnTo>
                  <a:lnTo>
                    <a:pt x="6520421" y="1461986"/>
                  </a:lnTo>
                  <a:lnTo>
                    <a:pt x="6518710" y="1461986"/>
                  </a:lnTo>
                  <a:lnTo>
                    <a:pt x="6516998" y="1461986"/>
                  </a:lnTo>
                  <a:lnTo>
                    <a:pt x="6515287" y="1461986"/>
                  </a:lnTo>
                  <a:lnTo>
                    <a:pt x="6513576" y="1461986"/>
                  </a:lnTo>
                  <a:lnTo>
                    <a:pt x="6511864" y="1461986"/>
                  </a:lnTo>
                  <a:lnTo>
                    <a:pt x="6510153" y="1461986"/>
                  </a:lnTo>
                  <a:lnTo>
                    <a:pt x="6508441" y="1461986"/>
                  </a:lnTo>
                  <a:lnTo>
                    <a:pt x="6506730" y="1461986"/>
                  </a:lnTo>
                  <a:lnTo>
                    <a:pt x="6505019" y="1461986"/>
                  </a:lnTo>
                  <a:lnTo>
                    <a:pt x="6503307" y="1461986"/>
                  </a:lnTo>
                  <a:lnTo>
                    <a:pt x="6501596" y="1461986"/>
                  </a:lnTo>
                  <a:lnTo>
                    <a:pt x="6499884" y="1461986"/>
                  </a:lnTo>
                  <a:lnTo>
                    <a:pt x="6498173" y="1461986"/>
                  </a:lnTo>
                  <a:lnTo>
                    <a:pt x="6496462" y="1461986"/>
                  </a:lnTo>
                  <a:lnTo>
                    <a:pt x="6494750" y="1461986"/>
                  </a:lnTo>
                  <a:lnTo>
                    <a:pt x="6493039" y="1461986"/>
                  </a:lnTo>
                  <a:lnTo>
                    <a:pt x="6491327" y="1461986"/>
                  </a:lnTo>
                  <a:lnTo>
                    <a:pt x="6489616" y="1461986"/>
                  </a:lnTo>
                  <a:lnTo>
                    <a:pt x="6487905" y="1461986"/>
                  </a:lnTo>
                  <a:lnTo>
                    <a:pt x="6486193" y="1461986"/>
                  </a:lnTo>
                  <a:lnTo>
                    <a:pt x="6484482" y="1461986"/>
                  </a:lnTo>
                  <a:lnTo>
                    <a:pt x="6482770" y="1461986"/>
                  </a:lnTo>
                  <a:lnTo>
                    <a:pt x="6481059" y="1461986"/>
                  </a:lnTo>
                  <a:lnTo>
                    <a:pt x="6479348" y="1461986"/>
                  </a:lnTo>
                  <a:lnTo>
                    <a:pt x="6477636" y="1461986"/>
                  </a:lnTo>
                  <a:lnTo>
                    <a:pt x="6475925" y="1461986"/>
                  </a:lnTo>
                  <a:lnTo>
                    <a:pt x="6474213" y="1461986"/>
                  </a:lnTo>
                  <a:lnTo>
                    <a:pt x="6472502" y="1461986"/>
                  </a:lnTo>
                  <a:lnTo>
                    <a:pt x="6470791" y="1461986"/>
                  </a:lnTo>
                  <a:lnTo>
                    <a:pt x="6469079" y="1461986"/>
                  </a:lnTo>
                  <a:lnTo>
                    <a:pt x="6467368" y="1461986"/>
                  </a:lnTo>
                  <a:lnTo>
                    <a:pt x="6465656" y="1461986"/>
                  </a:lnTo>
                  <a:lnTo>
                    <a:pt x="6463945" y="1461986"/>
                  </a:lnTo>
                  <a:lnTo>
                    <a:pt x="6462234" y="1461986"/>
                  </a:lnTo>
                  <a:lnTo>
                    <a:pt x="6460522" y="1461986"/>
                  </a:lnTo>
                  <a:lnTo>
                    <a:pt x="6458811" y="1461986"/>
                  </a:lnTo>
                  <a:lnTo>
                    <a:pt x="6457099" y="1461986"/>
                  </a:lnTo>
                  <a:lnTo>
                    <a:pt x="6455388" y="1461986"/>
                  </a:lnTo>
                  <a:lnTo>
                    <a:pt x="6453677" y="1461986"/>
                  </a:lnTo>
                  <a:lnTo>
                    <a:pt x="6451965" y="1461986"/>
                  </a:lnTo>
                  <a:lnTo>
                    <a:pt x="6450254" y="1461986"/>
                  </a:lnTo>
                  <a:lnTo>
                    <a:pt x="6448542" y="1461986"/>
                  </a:lnTo>
                  <a:lnTo>
                    <a:pt x="6446831" y="1461986"/>
                  </a:lnTo>
                  <a:lnTo>
                    <a:pt x="6445120" y="1461986"/>
                  </a:lnTo>
                  <a:lnTo>
                    <a:pt x="6443408" y="1461986"/>
                  </a:lnTo>
                  <a:lnTo>
                    <a:pt x="6441697" y="1461986"/>
                  </a:lnTo>
                  <a:lnTo>
                    <a:pt x="6439985" y="1461986"/>
                  </a:lnTo>
                  <a:lnTo>
                    <a:pt x="6438274" y="1461986"/>
                  </a:lnTo>
                  <a:lnTo>
                    <a:pt x="6436563" y="1461986"/>
                  </a:lnTo>
                  <a:lnTo>
                    <a:pt x="6434851" y="1461986"/>
                  </a:lnTo>
                  <a:lnTo>
                    <a:pt x="6433140" y="1461986"/>
                  </a:lnTo>
                  <a:lnTo>
                    <a:pt x="6431428" y="1461986"/>
                  </a:lnTo>
                  <a:lnTo>
                    <a:pt x="6429717" y="1461986"/>
                  </a:lnTo>
                  <a:lnTo>
                    <a:pt x="6428006" y="1461986"/>
                  </a:lnTo>
                  <a:lnTo>
                    <a:pt x="6426294" y="1461986"/>
                  </a:lnTo>
                  <a:lnTo>
                    <a:pt x="6424583" y="1461986"/>
                  </a:lnTo>
                  <a:lnTo>
                    <a:pt x="6422872" y="1461986"/>
                  </a:lnTo>
                  <a:lnTo>
                    <a:pt x="6421160" y="1461986"/>
                  </a:lnTo>
                  <a:lnTo>
                    <a:pt x="6419449" y="1461986"/>
                  </a:lnTo>
                  <a:lnTo>
                    <a:pt x="6417737" y="1461986"/>
                  </a:lnTo>
                  <a:lnTo>
                    <a:pt x="6416026" y="1461986"/>
                  </a:lnTo>
                  <a:lnTo>
                    <a:pt x="6414315" y="1461986"/>
                  </a:lnTo>
                  <a:lnTo>
                    <a:pt x="6412603" y="1461986"/>
                  </a:lnTo>
                  <a:lnTo>
                    <a:pt x="6410892" y="1461986"/>
                  </a:lnTo>
                  <a:lnTo>
                    <a:pt x="6409180" y="1461986"/>
                  </a:lnTo>
                  <a:lnTo>
                    <a:pt x="6407469" y="1461986"/>
                  </a:lnTo>
                  <a:lnTo>
                    <a:pt x="6405758" y="1461986"/>
                  </a:lnTo>
                  <a:lnTo>
                    <a:pt x="6404046" y="1461986"/>
                  </a:lnTo>
                  <a:lnTo>
                    <a:pt x="6402335" y="1461986"/>
                  </a:lnTo>
                  <a:lnTo>
                    <a:pt x="6400623" y="1461986"/>
                  </a:lnTo>
                  <a:lnTo>
                    <a:pt x="6398912" y="1461986"/>
                  </a:lnTo>
                  <a:lnTo>
                    <a:pt x="6397201" y="1461986"/>
                  </a:lnTo>
                  <a:lnTo>
                    <a:pt x="6395489" y="1461986"/>
                  </a:lnTo>
                  <a:lnTo>
                    <a:pt x="6393778" y="1461986"/>
                  </a:lnTo>
                  <a:lnTo>
                    <a:pt x="6392066" y="1461986"/>
                  </a:lnTo>
                  <a:lnTo>
                    <a:pt x="6390355" y="1461986"/>
                  </a:lnTo>
                  <a:lnTo>
                    <a:pt x="6388644" y="1461986"/>
                  </a:lnTo>
                  <a:lnTo>
                    <a:pt x="6386932" y="1461986"/>
                  </a:lnTo>
                  <a:lnTo>
                    <a:pt x="6385221" y="1461986"/>
                  </a:lnTo>
                  <a:lnTo>
                    <a:pt x="6383509" y="1461986"/>
                  </a:lnTo>
                  <a:lnTo>
                    <a:pt x="6381798" y="1461986"/>
                  </a:lnTo>
                  <a:lnTo>
                    <a:pt x="6380087" y="1461986"/>
                  </a:lnTo>
                  <a:lnTo>
                    <a:pt x="6378375" y="1461986"/>
                  </a:lnTo>
                  <a:lnTo>
                    <a:pt x="6376664" y="1461986"/>
                  </a:lnTo>
                  <a:lnTo>
                    <a:pt x="6374952" y="1461986"/>
                  </a:lnTo>
                  <a:lnTo>
                    <a:pt x="6373241" y="1461986"/>
                  </a:lnTo>
                  <a:lnTo>
                    <a:pt x="6371530" y="1461986"/>
                  </a:lnTo>
                  <a:lnTo>
                    <a:pt x="6369818" y="1461986"/>
                  </a:lnTo>
                  <a:lnTo>
                    <a:pt x="6368107" y="1461986"/>
                  </a:lnTo>
                  <a:lnTo>
                    <a:pt x="6366395" y="1461986"/>
                  </a:lnTo>
                  <a:lnTo>
                    <a:pt x="6364684" y="1461986"/>
                  </a:lnTo>
                  <a:lnTo>
                    <a:pt x="6362973" y="1461986"/>
                  </a:lnTo>
                  <a:lnTo>
                    <a:pt x="6361261" y="1461986"/>
                  </a:lnTo>
                  <a:lnTo>
                    <a:pt x="6359550" y="1461986"/>
                  </a:lnTo>
                  <a:lnTo>
                    <a:pt x="6357838" y="1461986"/>
                  </a:lnTo>
                  <a:lnTo>
                    <a:pt x="6356127" y="1461986"/>
                  </a:lnTo>
                  <a:lnTo>
                    <a:pt x="6354416" y="1461986"/>
                  </a:lnTo>
                  <a:lnTo>
                    <a:pt x="6352704" y="1461986"/>
                  </a:lnTo>
                  <a:lnTo>
                    <a:pt x="6350993" y="1461986"/>
                  </a:lnTo>
                  <a:lnTo>
                    <a:pt x="6349281" y="1461986"/>
                  </a:lnTo>
                  <a:lnTo>
                    <a:pt x="6347570" y="1461986"/>
                  </a:lnTo>
                  <a:lnTo>
                    <a:pt x="6345859" y="1461986"/>
                  </a:lnTo>
                  <a:lnTo>
                    <a:pt x="6344147" y="1461986"/>
                  </a:lnTo>
                  <a:lnTo>
                    <a:pt x="6342436" y="1461986"/>
                  </a:lnTo>
                  <a:lnTo>
                    <a:pt x="6340724" y="1461986"/>
                  </a:lnTo>
                  <a:lnTo>
                    <a:pt x="6339013" y="1461986"/>
                  </a:lnTo>
                  <a:lnTo>
                    <a:pt x="6337302" y="1461986"/>
                  </a:lnTo>
                  <a:lnTo>
                    <a:pt x="6335590" y="1461986"/>
                  </a:lnTo>
                  <a:lnTo>
                    <a:pt x="6333879" y="1461986"/>
                  </a:lnTo>
                  <a:lnTo>
                    <a:pt x="6332167" y="1461986"/>
                  </a:lnTo>
                  <a:lnTo>
                    <a:pt x="6330456" y="1461986"/>
                  </a:lnTo>
                  <a:lnTo>
                    <a:pt x="6328745" y="1461986"/>
                  </a:lnTo>
                  <a:lnTo>
                    <a:pt x="6327033" y="1461986"/>
                  </a:lnTo>
                  <a:lnTo>
                    <a:pt x="6325322" y="1461986"/>
                  </a:lnTo>
                  <a:lnTo>
                    <a:pt x="6323611" y="1461986"/>
                  </a:lnTo>
                  <a:lnTo>
                    <a:pt x="6321899" y="1461986"/>
                  </a:lnTo>
                  <a:lnTo>
                    <a:pt x="6320188" y="1461986"/>
                  </a:lnTo>
                  <a:lnTo>
                    <a:pt x="6318476" y="1461986"/>
                  </a:lnTo>
                  <a:lnTo>
                    <a:pt x="6316765" y="1461986"/>
                  </a:lnTo>
                  <a:lnTo>
                    <a:pt x="6315054" y="1461986"/>
                  </a:lnTo>
                  <a:lnTo>
                    <a:pt x="6313342" y="1461986"/>
                  </a:lnTo>
                  <a:lnTo>
                    <a:pt x="6311631" y="1461986"/>
                  </a:lnTo>
                  <a:lnTo>
                    <a:pt x="6309919" y="1461986"/>
                  </a:lnTo>
                  <a:lnTo>
                    <a:pt x="6308208" y="1461986"/>
                  </a:lnTo>
                  <a:lnTo>
                    <a:pt x="6306497" y="1461986"/>
                  </a:lnTo>
                  <a:lnTo>
                    <a:pt x="6304785" y="1461986"/>
                  </a:lnTo>
                  <a:lnTo>
                    <a:pt x="6303074" y="1461986"/>
                  </a:lnTo>
                  <a:lnTo>
                    <a:pt x="6301362" y="1461986"/>
                  </a:lnTo>
                  <a:lnTo>
                    <a:pt x="6299651" y="1461986"/>
                  </a:lnTo>
                  <a:lnTo>
                    <a:pt x="6297940" y="1461986"/>
                  </a:lnTo>
                  <a:lnTo>
                    <a:pt x="6296228" y="1461986"/>
                  </a:lnTo>
                  <a:lnTo>
                    <a:pt x="6294517" y="1461986"/>
                  </a:lnTo>
                  <a:lnTo>
                    <a:pt x="6292805" y="1461986"/>
                  </a:lnTo>
                  <a:lnTo>
                    <a:pt x="6291094" y="1461986"/>
                  </a:lnTo>
                  <a:lnTo>
                    <a:pt x="6289383" y="1461986"/>
                  </a:lnTo>
                  <a:lnTo>
                    <a:pt x="6287671" y="1461986"/>
                  </a:lnTo>
                  <a:lnTo>
                    <a:pt x="6285960" y="1461986"/>
                  </a:lnTo>
                  <a:lnTo>
                    <a:pt x="6284248" y="1461986"/>
                  </a:lnTo>
                  <a:lnTo>
                    <a:pt x="6282537" y="1461986"/>
                  </a:lnTo>
                  <a:lnTo>
                    <a:pt x="6280826" y="1461986"/>
                  </a:lnTo>
                  <a:lnTo>
                    <a:pt x="6279114" y="1461986"/>
                  </a:lnTo>
                  <a:lnTo>
                    <a:pt x="6277403" y="1461986"/>
                  </a:lnTo>
                  <a:lnTo>
                    <a:pt x="6275691" y="1461986"/>
                  </a:lnTo>
                  <a:lnTo>
                    <a:pt x="6273980" y="1461986"/>
                  </a:lnTo>
                  <a:lnTo>
                    <a:pt x="6272269" y="1461986"/>
                  </a:lnTo>
                  <a:lnTo>
                    <a:pt x="6270557" y="1461986"/>
                  </a:lnTo>
                  <a:lnTo>
                    <a:pt x="6268846" y="1461986"/>
                  </a:lnTo>
                  <a:lnTo>
                    <a:pt x="6267134" y="1461986"/>
                  </a:lnTo>
                  <a:lnTo>
                    <a:pt x="6265423" y="1461986"/>
                  </a:lnTo>
                  <a:lnTo>
                    <a:pt x="6263712" y="1461986"/>
                  </a:lnTo>
                  <a:lnTo>
                    <a:pt x="6262000" y="1461986"/>
                  </a:lnTo>
                  <a:lnTo>
                    <a:pt x="6260289" y="1461986"/>
                  </a:lnTo>
                  <a:lnTo>
                    <a:pt x="6258577" y="1461986"/>
                  </a:lnTo>
                  <a:lnTo>
                    <a:pt x="6256866" y="1461986"/>
                  </a:lnTo>
                  <a:lnTo>
                    <a:pt x="6255155" y="1461986"/>
                  </a:lnTo>
                  <a:lnTo>
                    <a:pt x="6253443" y="1461986"/>
                  </a:lnTo>
                  <a:lnTo>
                    <a:pt x="6251732" y="1461986"/>
                  </a:lnTo>
                  <a:lnTo>
                    <a:pt x="6250020" y="1461986"/>
                  </a:lnTo>
                  <a:lnTo>
                    <a:pt x="6248309" y="1461986"/>
                  </a:lnTo>
                  <a:lnTo>
                    <a:pt x="6246598" y="1461986"/>
                  </a:lnTo>
                  <a:lnTo>
                    <a:pt x="6244886" y="1461986"/>
                  </a:lnTo>
                  <a:lnTo>
                    <a:pt x="6243175" y="1461986"/>
                  </a:lnTo>
                  <a:lnTo>
                    <a:pt x="6241463" y="1461986"/>
                  </a:lnTo>
                  <a:lnTo>
                    <a:pt x="6239752" y="1461986"/>
                  </a:lnTo>
                  <a:lnTo>
                    <a:pt x="6238041" y="1461986"/>
                  </a:lnTo>
                  <a:lnTo>
                    <a:pt x="6236329" y="1461986"/>
                  </a:lnTo>
                  <a:lnTo>
                    <a:pt x="6234618" y="1461986"/>
                  </a:lnTo>
                  <a:lnTo>
                    <a:pt x="6232906" y="1461986"/>
                  </a:lnTo>
                  <a:lnTo>
                    <a:pt x="6231195" y="1461986"/>
                  </a:lnTo>
                  <a:lnTo>
                    <a:pt x="6229484" y="1461986"/>
                  </a:lnTo>
                  <a:lnTo>
                    <a:pt x="6227772" y="1461986"/>
                  </a:lnTo>
                  <a:lnTo>
                    <a:pt x="6226061" y="1461986"/>
                  </a:lnTo>
                  <a:lnTo>
                    <a:pt x="6224349" y="1461986"/>
                  </a:lnTo>
                  <a:lnTo>
                    <a:pt x="6222638" y="1461986"/>
                  </a:lnTo>
                  <a:lnTo>
                    <a:pt x="6220927" y="1461986"/>
                  </a:lnTo>
                  <a:lnTo>
                    <a:pt x="6219215" y="1461986"/>
                  </a:lnTo>
                  <a:lnTo>
                    <a:pt x="6217504" y="1461986"/>
                  </a:lnTo>
                  <a:lnTo>
                    <a:pt x="6215793" y="1461986"/>
                  </a:lnTo>
                  <a:lnTo>
                    <a:pt x="6214081" y="1461986"/>
                  </a:lnTo>
                  <a:lnTo>
                    <a:pt x="6212370" y="1461986"/>
                  </a:lnTo>
                  <a:lnTo>
                    <a:pt x="6210658" y="1461986"/>
                  </a:lnTo>
                  <a:lnTo>
                    <a:pt x="6208947" y="1461986"/>
                  </a:lnTo>
                  <a:lnTo>
                    <a:pt x="6207236" y="1461986"/>
                  </a:lnTo>
                  <a:lnTo>
                    <a:pt x="6205524" y="1461986"/>
                  </a:lnTo>
                  <a:lnTo>
                    <a:pt x="6203813" y="1461986"/>
                  </a:lnTo>
                  <a:lnTo>
                    <a:pt x="6202101" y="1461986"/>
                  </a:lnTo>
                  <a:lnTo>
                    <a:pt x="6200390" y="1461986"/>
                  </a:lnTo>
                  <a:lnTo>
                    <a:pt x="6198679" y="1461986"/>
                  </a:lnTo>
                  <a:lnTo>
                    <a:pt x="6196967" y="1461986"/>
                  </a:lnTo>
                  <a:lnTo>
                    <a:pt x="6195256" y="1461986"/>
                  </a:lnTo>
                  <a:lnTo>
                    <a:pt x="6193544" y="1461986"/>
                  </a:lnTo>
                  <a:lnTo>
                    <a:pt x="6191833" y="1461986"/>
                  </a:lnTo>
                  <a:lnTo>
                    <a:pt x="6190122" y="1461986"/>
                  </a:lnTo>
                  <a:lnTo>
                    <a:pt x="6188410" y="1461986"/>
                  </a:lnTo>
                  <a:lnTo>
                    <a:pt x="6186699" y="1461986"/>
                  </a:lnTo>
                  <a:lnTo>
                    <a:pt x="6184987" y="1461986"/>
                  </a:lnTo>
                  <a:lnTo>
                    <a:pt x="6183276" y="1461986"/>
                  </a:lnTo>
                  <a:lnTo>
                    <a:pt x="6181565" y="1461986"/>
                  </a:lnTo>
                  <a:lnTo>
                    <a:pt x="6179853" y="1461986"/>
                  </a:lnTo>
                  <a:lnTo>
                    <a:pt x="6178142" y="1461986"/>
                  </a:lnTo>
                  <a:lnTo>
                    <a:pt x="6176430" y="1461986"/>
                  </a:lnTo>
                  <a:lnTo>
                    <a:pt x="6174719" y="1461986"/>
                  </a:lnTo>
                  <a:lnTo>
                    <a:pt x="6173008" y="1461986"/>
                  </a:lnTo>
                  <a:lnTo>
                    <a:pt x="6171296" y="1461986"/>
                  </a:lnTo>
                  <a:lnTo>
                    <a:pt x="6169585" y="1461986"/>
                  </a:lnTo>
                  <a:lnTo>
                    <a:pt x="6167873" y="1461986"/>
                  </a:lnTo>
                  <a:lnTo>
                    <a:pt x="6166162" y="1461986"/>
                  </a:lnTo>
                  <a:lnTo>
                    <a:pt x="6164451" y="1461986"/>
                  </a:lnTo>
                  <a:lnTo>
                    <a:pt x="6162739" y="1461986"/>
                  </a:lnTo>
                  <a:lnTo>
                    <a:pt x="6161028" y="1461986"/>
                  </a:lnTo>
                  <a:lnTo>
                    <a:pt x="6159316" y="1461986"/>
                  </a:lnTo>
                  <a:lnTo>
                    <a:pt x="6157605" y="1461986"/>
                  </a:lnTo>
                  <a:lnTo>
                    <a:pt x="6155894" y="1461986"/>
                  </a:lnTo>
                  <a:lnTo>
                    <a:pt x="6154182" y="1461986"/>
                  </a:lnTo>
                  <a:lnTo>
                    <a:pt x="6152471" y="1461986"/>
                  </a:lnTo>
                  <a:lnTo>
                    <a:pt x="6150759" y="1461986"/>
                  </a:lnTo>
                  <a:lnTo>
                    <a:pt x="6149048" y="1461986"/>
                  </a:lnTo>
                  <a:lnTo>
                    <a:pt x="6147337" y="1461986"/>
                  </a:lnTo>
                  <a:lnTo>
                    <a:pt x="6145625" y="1461986"/>
                  </a:lnTo>
                  <a:lnTo>
                    <a:pt x="6143914" y="1461986"/>
                  </a:lnTo>
                  <a:lnTo>
                    <a:pt x="6142202" y="1461986"/>
                  </a:lnTo>
                  <a:lnTo>
                    <a:pt x="6140491" y="1461986"/>
                  </a:lnTo>
                  <a:lnTo>
                    <a:pt x="6138780" y="1461986"/>
                  </a:lnTo>
                  <a:lnTo>
                    <a:pt x="6137068" y="1461986"/>
                  </a:lnTo>
                  <a:lnTo>
                    <a:pt x="6135357" y="1461986"/>
                  </a:lnTo>
                  <a:lnTo>
                    <a:pt x="6133645" y="1461986"/>
                  </a:lnTo>
                  <a:lnTo>
                    <a:pt x="6131934" y="1461986"/>
                  </a:lnTo>
                  <a:lnTo>
                    <a:pt x="6130223" y="1461986"/>
                  </a:lnTo>
                  <a:lnTo>
                    <a:pt x="6128511" y="1461986"/>
                  </a:lnTo>
                  <a:lnTo>
                    <a:pt x="6126800" y="1461986"/>
                  </a:lnTo>
                  <a:lnTo>
                    <a:pt x="6125088" y="1461986"/>
                  </a:lnTo>
                  <a:lnTo>
                    <a:pt x="6123377" y="1461986"/>
                  </a:lnTo>
                  <a:lnTo>
                    <a:pt x="6121666" y="1461986"/>
                  </a:lnTo>
                  <a:lnTo>
                    <a:pt x="6119954" y="1461986"/>
                  </a:lnTo>
                  <a:lnTo>
                    <a:pt x="6118243" y="1461986"/>
                  </a:lnTo>
                  <a:lnTo>
                    <a:pt x="6116531" y="1461986"/>
                  </a:lnTo>
                  <a:lnTo>
                    <a:pt x="6114820" y="1461986"/>
                  </a:lnTo>
                  <a:lnTo>
                    <a:pt x="6113109" y="1461986"/>
                  </a:lnTo>
                  <a:lnTo>
                    <a:pt x="6111397" y="1461986"/>
                  </a:lnTo>
                  <a:lnTo>
                    <a:pt x="6109686" y="1461986"/>
                  </a:lnTo>
                  <a:lnTo>
                    <a:pt x="6107975" y="1461986"/>
                  </a:lnTo>
                  <a:lnTo>
                    <a:pt x="6106263" y="1461986"/>
                  </a:lnTo>
                  <a:lnTo>
                    <a:pt x="6104552" y="1461986"/>
                  </a:lnTo>
                  <a:lnTo>
                    <a:pt x="6102840" y="1461986"/>
                  </a:lnTo>
                  <a:lnTo>
                    <a:pt x="6101129" y="1461986"/>
                  </a:lnTo>
                  <a:lnTo>
                    <a:pt x="6099418" y="1461986"/>
                  </a:lnTo>
                  <a:lnTo>
                    <a:pt x="6097706" y="1461986"/>
                  </a:lnTo>
                  <a:lnTo>
                    <a:pt x="6095995" y="1461986"/>
                  </a:lnTo>
                  <a:lnTo>
                    <a:pt x="6094283" y="1461986"/>
                  </a:lnTo>
                  <a:lnTo>
                    <a:pt x="6092572" y="1461986"/>
                  </a:lnTo>
                  <a:lnTo>
                    <a:pt x="6090861" y="1461986"/>
                  </a:lnTo>
                  <a:lnTo>
                    <a:pt x="6089149" y="1461986"/>
                  </a:lnTo>
                  <a:lnTo>
                    <a:pt x="6087438" y="1461986"/>
                  </a:lnTo>
                  <a:lnTo>
                    <a:pt x="6085726" y="1461986"/>
                  </a:lnTo>
                  <a:lnTo>
                    <a:pt x="6084015" y="1461986"/>
                  </a:lnTo>
                  <a:lnTo>
                    <a:pt x="6082304" y="1461986"/>
                  </a:lnTo>
                  <a:lnTo>
                    <a:pt x="6080592" y="1461986"/>
                  </a:lnTo>
                  <a:lnTo>
                    <a:pt x="6078881" y="1461986"/>
                  </a:lnTo>
                  <a:lnTo>
                    <a:pt x="6077169" y="1461986"/>
                  </a:lnTo>
                  <a:lnTo>
                    <a:pt x="6075458" y="1461986"/>
                  </a:lnTo>
                  <a:lnTo>
                    <a:pt x="6073747" y="1461986"/>
                  </a:lnTo>
                  <a:lnTo>
                    <a:pt x="6072035" y="1461986"/>
                  </a:lnTo>
                  <a:lnTo>
                    <a:pt x="6070324" y="1461986"/>
                  </a:lnTo>
                  <a:lnTo>
                    <a:pt x="6068612" y="1461986"/>
                  </a:lnTo>
                  <a:lnTo>
                    <a:pt x="6066901" y="1461986"/>
                  </a:lnTo>
                  <a:lnTo>
                    <a:pt x="6065190" y="1461986"/>
                  </a:lnTo>
                  <a:lnTo>
                    <a:pt x="6063478" y="1461986"/>
                  </a:lnTo>
                  <a:lnTo>
                    <a:pt x="6061767" y="1461986"/>
                  </a:lnTo>
                  <a:lnTo>
                    <a:pt x="6060055" y="1461986"/>
                  </a:lnTo>
                  <a:lnTo>
                    <a:pt x="6058344" y="1461986"/>
                  </a:lnTo>
                  <a:lnTo>
                    <a:pt x="6056633" y="1461986"/>
                  </a:lnTo>
                  <a:lnTo>
                    <a:pt x="6054921" y="1461986"/>
                  </a:lnTo>
                  <a:lnTo>
                    <a:pt x="6053210" y="1461986"/>
                  </a:lnTo>
                  <a:lnTo>
                    <a:pt x="6051498" y="1461986"/>
                  </a:lnTo>
                  <a:lnTo>
                    <a:pt x="6049787" y="1461986"/>
                  </a:lnTo>
                  <a:lnTo>
                    <a:pt x="6048076" y="1461986"/>
                  </a:lnTo>
                  <a:lnTo>
                    <a:pt x="6046364" y="1461986"/>
                  </a:lnTo>
                  <a:lnTo>
                    <a:pt x="6044653" y="1461986"/>
                  </a:lnTo>
                  <a:lnTo>
                    <a:pt x="6042941" y="1461986"/>
                  </a:lnTo>
                  <a:lnTo>
                    <a:pt x="6041230" y="1461986"/>
                  </a:lnTo>
                  <a:lnTo>
                    <a:pt x="6039519" y="1461986"/>
                  </a:lnTo>
                  <a:lnTo>
                    <a:pt x="6037807" y="1461986"/>
                  </a:lnTo>
                  <a:lnTo>
                    <a:pt x="6036096" y="1461986"/>
                  </a:lnTo>
                  <a:lnTo>
                    <a:pt x="6034384" y="1461986"/>
                  </a:lnTo>
                  <a:lnTo>
                    <a:pt x="6032673" y="1461986"/>
                  </a:lnTo>
                  <a:lnTo>
                    <a:pt x="6030962" y="1461986"/>
                  </a:lnTo>
                  <a:lnTo>
                    <a:pt x="6029250" y="1461986"/>
                  </a:lnTo>
                  <a:lnTo>
                    <a:pt x="6027539" y="1461986"/>
                  </a:lnTo>
                  <a:lnTo>
                    <a:pt x="6025827" y="1461986"/>
                  </a:lnTo>
                  <a:lnTo>
                    <a:pt x="6024116" y="1461986"/>
                  </a:lnTo>
                  <a:lnTo>
                    <a:pt x="6022405" y="1461986"/>
                  </a:lnTo>
                  <a:lnTo>
                    <a:pt x="6020693" y="1461986"/>
                  </a:lnTo>
                  <a:lnTo>
                    <a:pt x="6018982" y="1461986"/>
                  </a:lnTo>
                  <a:lnTo>
                    <a:pt x="6017270" y="1461986"/>
                  </a:lnTo>
                  <a:lnTo>
                    <a:pt x="6015559" y="1461986"/>
                  </a:lnTo>
                  <a:lnTo>
                    <a:pt x="6013848" y="1461986"/>
                  </a:lnTo>
                  <a:lnTo>
                    <a:pt x="6012136" y="1461986"/>
                  </a:lnTo>
                  <a:lnTo>
                    <a:pt x="6010425" y="1461986"/>
                  </a:lnTo>
                  <a:lnTo>
                    <a:pt x="6008713" y="1461986"/>
                  </a:lnTo>
                  <a:lnTo>
                    <a:pt x="6007002" y="1461986"/>
                  </a:lnTo>
                  <a:lnTo>
                    <a:pt x="6005291" y="1461986"/>
                  </a:lnTo>
                  <a:lnTo>
                    <a:pt x="6003579" y="1461986"/>
                  </a:lnTo>
                  <a:lnTo>
                    <a:pt x="6001868" y="1461986"/>
                  </a:lnTo>
                  <a:lnTo>
                    <a:pt x="6000157" y="1461986"/>
                  </a:lnTo>
                  <a:lnTo>
                    <a:pt x="5998445" y="1461986"/>
                  </a:lnTo>
                  <a:lnTo>
                    <a:pt x="5996734" y="1461986"/>
                  </a:lnTo>
                  <a:lnTo>
                    <a:pt x="5995022" y="1461986"/>
                  </a:lnTo>
                  <a:lnTo>
                    <a:pt x="5993311" y="1461986"/>
                  </a:lnTo>
                  <a:lnTo>
                    <a:pt x="5991600" y="1461986"/>
                  </a:lnTo>
                  <a:lnTo>
                    <a:pt x="5989888" y="1461986"/>
                  </a:lnTo>
                  <a:lnTo>
                    <a:pt x="5988177" y="1461986"/>
                  </a:lnTo>
                  <a:lnTo>
                    <a:pt x="5986465" y="1461986"/>
                  </a:lnTo>
                  <a:lnTo>
                    <a:pt x="5984754" y="1461986"/>
                  </a:lnTo>
                  <a:lnTo>
                    <a:pt x="5983043" y="1461986"/>
                  </a:lnTo>
                  <a:lnTo>
                    <a:pt x="5981331" y="1461986"/>
                  </a:lnTo>
                  <a:lnTo>
                    <a:pt x="5979620" y="1461986"/>
                  </a:lnTo>
                  <a:lnTo>
                    <a:pt x="5977908" y="1461986"/>
                  </a:lnTo>
                  <a:lnTo>
                    <a:pt x="5976197" y="1461986"/>
                  </a:lnTo>
                  <a:lnTo>
                    <a:pt x="5974486" y="1461986"/>
                  </a:lnTo>
                  <a:lnTo>
                    <a:pt x="5972774" y="1461986"/>
                  </a:lnTo>
                  <a:lnTo>
                    <a:pt x="5971063" y="1461986"/>
                  </a:lnTo>
                  <a:lnTo>
                    <a:pt x="5969351" y="1461986"/>
                  </a:lnTo>
                  <a:lnTo>
                    <a:pt x="5967640" y="1461986"/>
                  </a:lnTo>
                  <a:lnTo>
                    <a:pt x="5965929" y="1461986"/>
                  </a:lnTo>
                  <a:lnTo>
                    <a:pt x="5964217" y="1461986"/>
                  </a:lnTo>
                  <a:lnTo>
                    <a:pt x="5962506" y="1461986"/>
                  </a:lnTo>
                  <a:lnTo>
                    <a:pt x="5960794" y="1461986"/>
                  </a:lnTo>
                  <a:lnTo>
                    <a:pt x="5959083" y="1461986"/>
                  </a:lnTo>
                  <a:lnTo>
                    <a:pt x="5957372" y="1461986"/>
                  </a:lnTo>
                  <a:lnTo>
                    <a:pt x="5955660" y="1461986"/>
                  </a:lnTo>
                  <a:lnTo>
                    <a:pt x="5953949" y="1461986"/>
                  </a:lnTo>
                  <a:lnTo>
                    <a:pt x="5952237" y="1461986"/>
                  </a:lnTo>
                  <a:lnTo>
                    <a:pt x="5950526" y="1461986"/>
                  </a:lnTo>
                  <a:lnTo>
                    <a:pt x="5948815" y="1461986"/>
                  </a:lnTo>
                  <a:lnTo>
                    <a:pt x="5947103" y="1461986"/>
                  </a:lnTo>
                  <a:lnTo>
                    <a:pt x="5945392" y="1461986"/>
                  </a:lnTo>
                  <a:lnTo>
                    <a:pt x="5943680" y="1461986"/>
                  </a:lnTo>
                  <a:lnTo>
                    <a:pt x="5941969" y="1461986"/>
                  </a:lnTo>
                  <a:lnTo>
                    <a:pt x="5940258" y="1461986"/>
                  </a:lnTo>
                  <a:lnTo>
                    <a:pt x="5938546" y="1461986"/>
                  </a:lnTo>
                  <a:lnTo>
                    <a:pt x="5936835" y="1461986"/>
                  </a:lnTo>
                  <a:lnTo>
                    <a:pt x="5935123" y="1461986"/>
                  </a:lnTo>
                  <a:lnTo>
                    <a:pt x="5933412" y="1461986"/>
                  </a:lnTo>
                  <a:lnTo>
                    <a:pt x="5931701" y="1461986"/>
                  </a:lnTo>
                  <a:lnTo>
                    <a:pt x="5929989" y="1461986"/>
                  </a:lnTo>
                  <a:lnTo>
                    <a:pt x="5928278" y="1461986"/>
                  </a:lnTo>
                  <a:lnTo>
                    <a:pt x="5926566" y="1461986"/>
                  </a:lnTo>
                  <a:lnTo>
                    <a:pt x="5924855" y="1461986"/>
                  </a:lnTo>
                  <a:lnTo>
                    <a:pt x="5923144" y="1461986"/>
                  </a:lnTo>
                  <a:lnTo>
                    <a:pt x="5921432" y="1461986"/>
                  </a:lnTo>
                  <a:lnTo>
                    <a:pt x="5919721" y="1461986"/>
                  </a:lnTo>
                  <a:lnTo>
                    <a:pt x="5918009" y="1461986"/>
                  </a:lnTo>
                  <a:lnTo>
                    <a:pt x="5916298" y="1461986"/>
                  </a:lnTo>
                  <a:lnTo>
                    <a:pt x="5914587" y="1461986"/>
                  </a:lnTo>
                  <a:lnTo>
                    <a:pt x="5912875" y="1461986"/>
                  </a:lnTo>
                  <a:lnTo>
                    <a:pt x="5911164" y="1461986"/>
                  </a:lnTo>
                  <a:lnTo>
                    <a:pt x="5909452" y="1461986"/>
                  </a:lnTo>
                  <a:lnTo>
                    <a:pt x="5907741" y="1461986"/>
                  </a:lnTo>
                  <a:lnTo>
                    <a:pt x="5906030" y="1461986"/>
                  </a:lnTo>
                  <a:lnTo>
                    <a:pt x="5904318" y="1461986"/>
                  </a:lnTo>
                  <a:lnTo>
                    <a:pt x="5902607" y="1461986"/>
                  </a:lnTo>
                  <a:lnTo>
                    <a:pt x="5900896" y="1461986"/>
                  </a:lnTo>
                  <a:lnTo>
                    <a:pt x="5899184" y="1461986"/>
                  </a:lnTo>
                  <a:lnTo>
                    <a:pt x="5897473" y="1461986"/>
                  </a:lnTo>
                  <a:lnTo>
                    <a:pt x="5895761" y="1461986"/>
                  </a:lnTo>
                  <a:lnTo>
                    <a:pt x="5894050" y="1461986"/>
                  </a:lnTo>
                  <a:lnTo>
                    <a:pt x="5892339" y="1461986"/>
                  </a:lnTo>
                  <a:lnTo>
                    <a:pt x="5890627" y="1461986"/>
                  </a:lnTo>
                  <a:lnTo>
                    <a:pt x="5888916" y="1461986"/>
                  </a:lnTo>
                  <a:lnTo>
                    <a:pt x="5887204" y="1461986"/>
                  </a:lnTo>
                  <a:lnTo>
                    <a:pt x="5885493" y="1461986"/>
                  </a:lnTo>
                  <a:lnTo>
                    <a:pt x="5883782" y="1461986"/>
                  </a:lnTo>
                  <a:lnTo>
                    <a:pt x="5882070" y="1461986"/>
                  </a:lnTo>
                  <a:lnTo>
                    <a:pt x="5880359" y="1461986"/>
                  </a:lnTo>
                  <a:lnTo>
                    <a:pt x="5878647" y="1461986"/>
                  </a:lnTo>
                  <a:lnTo>
                    <a:pt x="5876936" y="1461986"/>
                  </a:lnTo>
                  <a:lnTo>
                    <a:pt x="5875225" y="1461986"/>
                  </a:lnTo>
                  <a:lnTo>
                    <a:pt x="5873513" y="1461986"/>
                  </a:lnTo>
                  <a:lnTo>
                    <a:pt x="5871802" y="1461986"/>
                  </a:lnTo>
                  <a:lnTo>
                    <a:pt x="5870090" y="1461986"/>
                  </a:lnTo>
                  <a:lnTo>
                    <a:pt x="5868379" y="1461986"/>
                  </a:lnTo>
                  <a:lnTo>
                    <a:pt x="5866668" y="1461986"/>
                  </a:lnTo>
                  <a:lnTo>
                    <a:pt x="5864956" y="1461986"/>
                  </a:lnTo>
                  <a:lnTo>
                    <a:pt x="5863245" y="1461986"/>
                  </a:lnTo>
                  <a:lnTo>
                    <a:pt x="5861533" y="1461986"/>
                  </a:lnTo>
                  <a:lnTo>
                    <a:pt x="5859822" y="1461986"/>
                  </a:lnTo>
                  <a:lnTo>
                    <a:pt x="5858111" y="1461986"/>
                  </a:lnTo>
                  <a:lnTo>
                    <a:pt x="5856399" y="1461986"/>
                  </a:lnTo>
                  <a:lnTo>
                    <a:pt x="5854688" y="1461986"/>
                  </a:lnTo>
                  <a:lnTo>
                    <a:pt x="5852976" y="1461986"/>
                  </a:lnTo>
                  <a:lnTo>
                    <a:pt x="5851265" y="1461986"/>
                  </a:lnTo>
                  <a:lnTo>
                    <a:pt x="5849554" y="1461986"/>
                  </a:lnTo>
                  <a:lnTo>
                    <a:pt x="5847842" y="1461986"/>
                  </a:lnTo>
                  <a:lnTo>
                    <a:pt x="5846131" y="1461986"/>
                  </a:lnTo>
                  <a:lnTo>
                    <a:pt x="5844419" y="1461986"/>
                  </a:lnTo>
                  <a:lnTo>
                    <a:pt x="5842708" y="1461986"/>
                  </a:lnTo>
                  <a:lnTo>
                    <a:pt x="5840997" y="1461986"/>
                  </a:lnTo>
                  <a:lnTo>
                    <a:pt x="5839285" y="1461986"/>
                  </a:lnTo>
                  <a:lnTo>
                    <a:pt x="5837574" y="1461986"/>
                  </a:lnTo>
                  <a:lnTo>
                    <a:pt x="5835862" y="1461986"/>
                  </a:lnTo>
                  <a:lnTo>
                    <a:pt x="5834151" y="1461986"/>
                  </a:lnTo>
                  <a:lnTo>
                    <a:pt x="5832440" y="1461986"/>
                  </a:lnTo>
                  <a:lnTo>
                    <a:pt x="5830728" y="1461986"/>
                  </a:lnTo>
                  <a:lnTo>
                    <a:pt x="5829017" y="1461986"/>
                  </a:lnTo>
                  <a:lnTo>
                    <a:pt x="5827305" y="1461986"/>
                  </a:lnTo>
                  <a:lnTo>
                    <a:pt x="5825594" y="1461986"/>
                  </a:lnTo>
                  <a:lnTo>
                    <a:pt x="5823883" y="1461986"/>
                  </a:lnTo>
                  <a:lnTo>
                    <a:pt x="5822171" y="1461986"/>
                  </a:lnTo>
                  <a:lnTo>
                    <a:pt x="5820460" y="1461986"/>
                  </a:lnTo>
                  <a:lnTo>
                    <a:pt x="5818748" y="1461986"/>
                  </a:lnTo>
                  <a:lnTo>
                    <a:pt x="5817037" y="1461986"/>
                  </a:lnTo>
                  <a:lnTo>
                    <a:pt x="5815326" y="1461986"/>
                  </a:lnTo>
                  <a:lnTo>
                    <a:pt x="5813614" y="1461986"/>
                  </a:lnTo>
                  <a:lnTo>
                    <a:pt x="5811903" y="1461986"/>
                  </a:lnTo>
                  <a:lnTo>
                    <a:pt x="5810191" y="1461986"/>
                  </a:lnTo>
                  <a:lnTo>
                    <a:pt x="5808480" y="1461986"/>
                  </a:lnTo>
                  <a:lnTo>
                    <a:pt x="5806769" y="1461986"/>
                  </a:lnTo>
                  <a:lnTo>
                    <a:pt x="5805057" y="1461986"/>
                  </a:lnTo>
                  <a:lnTo>
                    <a:pt x="5803346" y="1461986"/>
                  </a:lnTo>
                  <a:lnTo>
                    <a:pt x="5801634" y="1461986"/>
                  </a:lnTo>
                  <a:lnTo>
                    <a:pt x="5799923" y="1461986"/>
                  </a:lnTo>
                  <a:lnTo>
                    <a:pt x="5798212" y="1461986"/>
                  </a:lnTo>
                  <a:lnTo>
                    <a:pt x="5796500" y="1461986"/>
                  </a:lnTo>
                  <a:lnTo>
                    <a:pt x="5794789" y="1461986"/>
                  </a:lnTo>
                  <a:lnTo>
                    <a:pt x="5793078" y="1461986"/>
                  </a:lnTo>
                  <a:lnTo>
                    <a:pt x="5791366" y="1461986"/>
                  </a:lnTo>
                  <a:lnTo>
                    <a:pt x="5789655" y="1461986"/>
                  </a:lnTo>
                  <a:lnTo>
                    <a:pt x="5787943" y="1461986"/>
                  </a:lnTo>
                  <a:lnTo>
                    <a:pt x="5786232" y="1461986"/>
                  </a:lnTo>
                  <a:lnTo>
                    <a:pt x="5784521" y="1461986"/>
                  </a:lnTo>
                  <a:lnTo>
                    <a:pt x="5782809" y="1461986"/>
                  </a:lnTo>
                  <a:lnTo>
                    <a:pt x="5781098" y="1461986"/>
                  </a:lnTo>
                  <a:lnTo>
                    <a:pt x="5779386" y="1461986"/>
                  </a:lnTo>
                  <a:lnTo>
                    <a:pt x="5777675" y="1461986"/>
                  </a:lnTo>
                  <a:lnTo>
                    <a:pt x="5775964" y="1461986"/>
                  </a:lnTo>
                  <a:lnTo>
                    <a:pt x="5774252" y="1461986"/>
                  </a:lnTo>
                  <a:lnTo>
                    <a:pt x="5772541" y="1461986"/>
                  </a:lnTo>
                  <a:lnTo>
                    <a:pt x="5770829" y="1461986"/>
                  </a:lnTo>
                  <a:lnTo>
                    <a:pt x="5769118" y="1461986"/>
                  </a:lnTo>
                  <a:lnTo>
                    <a:pt x="5767407" y="1461986"/>
                  </a:lnTo>
                  <a:lnTo>
                    <a:pt x="5765695" y="1461986"/>
                  </a:lnTo>
                  <a:lnTo>
                    <a:pt x="5763984" y="1461986"/>
                  </a:lnTo>
                  <a:lnTo>
                    <a:pt x="5762272" y="1461986"/>
                  </a:lnTo>
                  <a:lnTo>
                    <a:pt x="5760561" y="1461986"/>
                  </a:lnTo>
                  <a:lnTo>
                    <a:pt x="5758850" y="1461986"/>
                  </a:lnTo>
                  <a:lnTo>
                    <a:pt x="5757138" y="1461986"/>
                  </a:lnTo>
                  <a:lnTo>
                    <a:pt x="5755427" y="1461986"/>
                  </a:lnTo>
                  <a:lnTo>
                    <a:pt x="5753715" y="1461986"/>
                  </a:lnTo>
                  <a:lnTo>
                    <a:pt x="5752004" y="1461986"/>
                  </a:lnTo>
                  <a:lnTo>
                    <a:pt x="5750293" y="1461986"/>
                  </a:lnTo>
                  <a:lnTo>
                    <a:pt x="5748581" y="1461986"/>
                  </a:lnTo>
                  <a:lnTo>
                    <a:pt x="5746870" y="1461986"/>
                  </a:lnTo>
                  <a:lnTo>
                    <a:pt x="5745158" y="1461986"/>
                  </a:lnTo>
                  <a:lnTo>
                    <a:pt x="5743447" y="1461986"/>
                  </a:lnTo>
                  <a:lnTo>
                    <a:pt x="5741736" y="1461986"/>
                  </a:lnTo>
                  <a:lnTo>
                    <a:pt x="5740024" y="1461986"/>
                  </a:lnTo>
                  <a:lnTo>
                    <a:pt x="5738313" y="1461986"/>
                  </a:lnTo>
                  <a:lnTo>
                    <a:pt x="5736601" y="1461986"/>
                  </a:lnTo>
                  <a:lnTo>
                    <a:pt x="5734890" y="1461986"/>
                  </a:lnTo>
                  <a:lnTo>
                    <a:pt x="5733179" y="1461986"/>
                  </a:lnTo>
                  <a:lnTo>
                    <a:pt x="5731467" y="1461986"/>
                  </a:lnTo>
                  <a:lnTo>
                    <a:pt x="5729756" y="1461986"/>
                  </a:lnTo>
                  <a:lnTo>
                    <a:pt x="5728044" y="1461986"/>
                  </a:lnTo>
                  <a:lnTo>
                    <a:pt x="5726333" y="1461986"/>
                  </a:lnTo>
                  <a:lnTo>
                    <a:pt x="5724622" y="1461986"/>
                  </a:lnTo>
                  <a:lnTo>
                    <a:pt x="5722910" y="1461986"/>
                  </a:lnTo>
                  <a:lnTo>
                    <a:pt x="5721199" y="1461986"/>
                  </a:lnTo>
                  <a:lnTo>
                    <a:pt x="5719487" y="1461986"/>
                  </a:lnTo>
                  <a:lnTo>
                    <a:pt x="5717776" y="1461986"/>
                  </a:lnTo>
                  <a:lnTo>
                    <a:pt x="5716065" y="1461986"/>
                  </a:lnTo>
                  <a:lnTo>
                    <a:pt x="5714353" y="1461986"/>
                  </a:lnTo>
                  <a:lnTo>
                    <a:pt x="5712642" y="1461986"/>
                  </a:lnTo>
                  <a:lnTo>
                    <a:pt x="5710930" y="1461986"/>
                  </a:lnTo>
                  <a:lnTo>
                    <a:pt x="5709219" y="1461986"/>
                  </a:lnTo>
                  <a:lnTo>
                    <a:pt x="5707508" y="1461986"/>
                  </a:lnTo>
                  <a:lnTo>
                    <a:pt x="5705796" y="1461986"/>
                  </a:lnTo>
                  <a:lnTo>
                    <a:pt x="5704085" y="1461986"/>
                  </a:lnTo>
                  <a:lnTo>
                    <a:pt x="5702373" y="1461986"/>
                  </a:lnTo>
                  <a:lnTo>
                    <a:pt x="5700662" y="1461986"/>
                  </a:lnTo>
                  <a:lnTo>
                    <a:pt x="5698951" y="1461986"/>
                  </a:lnTo>
                  <a:lnTo>
                    <a:pt x="5697239" y="1461986"/>
                  </a:lnTo>
                  <a:lnTo>
                    <a:pt x="5695528" y="1461986"/>
                  </a:lnTo>
                  <a:lnTo>
                    <a:pt x="5693816" y="1461986"/>
                  </a:lnTo>
                  <a:lnTo>
                    <a:pt x="5692105" y="1461986"/>
                  </a:lnTo>
                  <a:lnTo>
                    <a:pt x="5690394" y="1461986"/>
                  </a:lnTo>
                  <a:lnTo>
                    <a:pt x="5688682" y="1461986"/>
                  </a:lnTo>
                  <a:lnTo>
                    <a:pt x="5686971" y="1461986"/>
                  </a:lnTo>
                  <a:lnTo>
                    <a:pt x="5685260" y="1461986"/>
                  </a:lnTo>
                  <a:lnTo>
                    <a:pt x="5683548" y="1461986"/>
                  </a:lnTo>
                  <a:lnTo>
                    <a:pt x="5681837" y="1461986"/>
                  </a:lnTo>
                  <a:lnTo>
                    <a:pt x="5680125" y="1461986"/>
                  </a:lnTo>
                  <a:lnTo>
                    <a:pt x="5678414" y="1461986"/>
                  </a:lnTo>
                  <a:lnTo>
                    <a:pt x="5676703" y="1461986"/>
                  </a:lnTo>
                  <a:lnTo>
                    <a:pt x="5674991" y="1461986"/>
                  </a:lnTo>
                  <a:lnTo>
                    <a:pt x="5673280" y="1461986"/>
                  </a:lnTo>
                  <a:lnTo>
                    <a:pt x="5671568" y="1461986"/>
                  </a:lnTo>
                  <a:lnTo>
                    <a:pt x="5669857" y="1461986"/>
                  </a:lnTo>
                  <a:lnTo>
                    <a:pt x="5668146" y="1461986"/>
                  </a:lnTo>
                  <a:lnTo>
                    <a:pt x="5666434" y="1461986"/>
                  </a:lnTo>
                  <a:lnTo>
                    <a:pt x="5664723" y="1461986"/>
                  </a:lnTo>
                  <a:lnTo>
                    <a:pt x="5663011" y="1461986"/>
                  </a:lnTo>
                  <a:lnTo>
                    <a:pt x="5661300" y="1461986"/>
                  </a:lnTo>
                  <a:lnTo>
                    <a:pt x="5659589" y="1461986"/>
                  </a:lnTo>
                  <a:lnTo>
                    <a:pt x="5657877" y="1461986"/>
                  </a:lnTo>
                  <a:lnTo>
                    <a:pt x="5656166" y="1461986"/>
                  </a:lnTo>
                  <a:lnTo>
                    <a:pt x="5654454" y="1461986"/>
                  </a:lnTo>
                  <a:lnTo>
                    <a:pt x="5652743" y="1461986"/>
                  </a:lnTo>
                  <a:lnTo>
                    <a:pt x="5651032" y="1461986"/>
                  </a:lnTo>
                  <a:lnTo>
                    <a:pt x="5649320" y="1461986"/>
                  </a:lnTo>
                  <a:lnTo>
                    <a:pt x="5647609" y="1461986"/>
                  </a:lnTo>
                  <a:lnTo>
                    <a:pt x="5645897" y="1461986"/>
                  </a:lnTo>
                  <a:lnTo>
                    <a:pt x="5644186" y="1461986"/>
                  </a:lnTo>
                  <a:lnTo>
                    <a:pt x="5642475" y="1461986"/>
                  </a:lnTo>
                  <a:lnTo>
                    <a:pt x="5640763" y="1461986"/>
                  </a:lnTo>
                  <a:lnTo>
                    <a:pt x="5639052" y="1461986"/>
                  </a:lnTo>
                  <a:lnTo>
                    <a:pt x="5637340" y="1461986"/>
                  </a:lnTo>
                  <a:lnTo>
                    <a:pt x="5635629" y="1461986"/>
                  </a:lnTo>
                  <a:lnTo>
                    <a:pt x="5633918" y="1461986"/>
                  </a:lnTo>
                  <a:lnTo>
                    <a:pt x="5632206" y="1461986"/>
                  </a:lnTo>
                  <a:lnTo>
                    <a:pt x="5630495" y="1461986"/>
                  </a:lnTo>
                  <a:lnTo>
                    <a:pt x="5628783" y="1461986"/>
                  </a:lnTo>
                  <a:lnTo>
                    <a:pt x="5627072" y="1461986"/>
                  </a:lnTo>
                  <a:lnTo>
                    <a:pt x="5625361" y="1461986"/>
                  </a:lnTo>
                  <a:lnTo>
                    <a:pt x="5623649" y="1461986"/>
                  </a:lnTo>
                  <a:lnTo>
                    <a:pt x="5621938" y="1461986"/>
                  </a:lnTo>
                  <a:lnTo>
                    <a:pt x="5620226" y="1461986"/>
                  </a:lnTo>
                  <a:lnTo>
                    <a:pt x="5618515" y="1461986"/>
                  </a:lnTo>
                  <a:lnTo>
                    <a:pt x="5616804" y="1461986"/>
                  </a:lnTo>
                  <a:lnTo>
                    <a:pt x="5615092" y="1461986"/>
                  </a:lnTo>
                  <a:lnTo>
                    <a:pt x="5613381" y="1461986"/>
                  </a:lnTo>
                  <a:lnTo>
                    <a:pt x="5611669" y="1461986"/>
                  </a:lnTo>
                  <a:lnTo>
                    <a:pt x="5609958" y="1461986"/>
                  </a:lnTo>
                  <a:lnTo>
                    <a:pt x="5608247" y="1461986"/>
                  </a:lnTo>
                  <a:lnTo>
                    <a:pt x="5606535" y="1461986"/>
                  </a:lnTo>
                  <a:lnTo>
                    <a:pt x="5604824" y="1461986"/>
                  </a:lnTo>
                  <a:lnTo>
                    <a:pt x="5603112" y="1461986"/>
                  </a:lnTo>
                  <a:lnTo>
                    <a:pt x="5601401" y="1461986"/>
                  </a:lnTo>
                  <a:lnTo>
                    <a:pt x="5599690" y="1461986"/>
                  </a:lnTo>
                  <a:lnTo>
                    <a:pt x="5597978" y="1461986"/>
                  </a:lnTo>
                  <a:lnTo>
                    <a:pt x="5596267" y="1461986"/>
                  </a:lnTo>
                  <a:lnTo>
                    <a:pt x="5594555" y="1461986"/>
                  </a:lnTo>
                  <a:lnTo>
                    <a:pt x="5592844" y="1461986"/>
                  </a:lnTo>
                  <a:lnTo>
                    <a:pt x="5591133" y="1461986"/>
                  </a:lnTo>
                  <a:lnTo>
                    <a:pt x="5589421" y="1461986"/>
                  </a:lnTo>
                  <a:lnTo>
                    <a:pt x="5587710" y="1461986"/>
                  </a:lnTo>
                  <a:lnTo>
                    <a:pt x="5585999" y="1461986"/>
                  </a:lnTo>
                  <a:lnTo>
                    <a:pt x="5584287" y="1461986"/>
                  </a:lnTo>
                  <a:lnTo>
                    <a:pt x="5582576" y="1461986"/>
                  </a:lnTo>
                  <a:lnTo>
                    <a:pt x="5580864" y="1461986"/>
                  </a:lnTo>
                  <a:lnTo>
                    <a:pt x="5579153" y="1461986"/>
                  </a:lnTo>
                  <a:lnTo>
                    <a:pt x="5577442" y="1461986"/>
                  </a:lnTo>
                  <a:lnTo>
                    <a:pt x="5575730" y="1461986"/>
                  </a:lnTo>
                  <a:lnTo>
                    <a:pt x="5574019" y="1461986"/>
                  </a:lnTo>
                  <a:lnTo>
                    <a:pt x="5572307" y="1461986"/>
                  </a:lnTo>
                  <a:lnTo>
                    <a:pt x="5570596" y="1461986"/>
                  </a:lnTo>
                  <a:lnTo>
                    <a:pt x="5568885" y="1461986"/>
                  </a:lnTo>
                  <a:lnTo>
                    <a:pt x="5567173" y="1461986"/>
                  </a:lnTo>
                  <a:lnTo>
                    <a:pt x="5565462" y="1461986"/>
                  </a:lnTo>
                  <a:lnTo>
                    <a:pt x="5563750" y="1461986"/>
                  </a:lnTo>
                  <a:lnTo>
                    <a:pt x="5562039" y="1461986"/>
                  </a:lnTo>
                  <a:lnTo>
                    <a:pt x="5560328" y="1461986"/>
                  </a:lnTo>
                  <a:lnTo>
                    <a:pt x="5558616" y="1461986"/>
                  </a:lnTo>
                  <a:lnTo>
                    <a:pt x="5556905" y="1461986"/>
                  </a:lnTo>
                  <a:lnTo>
                    <a:pt x="5555193" y="1461986"/>
                  </a:lnTo>
                  <a:lnTo>
                    <a:pt x="5553482" y="1461986"/>
                  </a:lnTo>
                  <a:lnTo>
                    <a:pt x="5551771" y="1461986"/>
                  </a:lnTo>
                  <a:lnTo>
                    <a:pt x="5550059" y="1461986"/>
                  </a:lnTo>
                  <a:lnTo>
                    <a:pt x="5548348" y="1461986"/>
                  </a:lnTo>
                  <a:lnTo>
                    <a:pt x="5546636" y="1461986"/>
                  </a:lnTo>
                  <a:lnTo>
                    <a:pt x="5544925" y="1461986"/>
                  </a:lnTo>
                  <a:lnTo>
                    <a:pt x="5543214" y="1461986"/>
                  </a:lnTo>
                  <a:lnTo>
                    <a:pt x="5541502" y="1461986"/>
                  </a:lnTo>
                  <a:lnTo>
                    <a:pt x="5539791" y="1461986"/>
                  </a:lnTo>
                  <a:lnTo>
                    <a:pt x="5538079" y="1461986"/>
                  </a:lnTo>
                  <a:lnTo>
                    <a:pt x="5536368" y="1461986"/>
                  </a:lnTo>
                  <a:lnTo>
                    <a:pt x="5534657" y="1461986"/>
                  </a:lnTo>
                  <a:lnTo>
                    <a:pt x="5532945" y="1461986"/>
                  </a:lnTo>
                  <a:lnTo>
                    <a:pt x="5531234" y="1461986"/>
                  </a:lnTo>
                  <a:lnTo>
                    <a:pt x="5529522" y="1461986"/>
                  </a:lnTo>
                  <a:lnTo>
                    <a:pt x="5527811" y="1461986"/>
                  </a:lnTo>
                  <a:lnTo>
                    <a:pt x="5526100" y="1461986"/>
                  </a:lnTo>
                  <a:lnTo>
                    <a:pt x="5524388" y="1461986"/>
                  </a:lnTo>
                  <a:lnTo>
                    <a:pt x="5522677" y="1461986"/>
                  </a:lnTo>
                  <a:lnTo>
                    <a:pt x="5520965" y="1461986"/>
                  </a:lnTo>
                  <a:lnTo>
                    <a:pt x="5519254" y="1461986"/>
                  </a:lnTo>
                  <a:lnTo>
                    <a:pt x="5517543" y="1461986"/>
                  </a:lnTo>
                  <a:lnTo>
                    <a:pt x="5515831" y="1461986"/>
                  </a:lnTo>
                  <a:lnTo>
                    <a:pt x="5514120" y="1461986"/>
                  </a:lnTo>
                  <a:lnTo>
                    <a:pt x="5512408" y="1461986"/>
                  </a:lnTo>
                  <a:lnTo>
                    <a:pt x="5510697" y="1461986"/>
                  </a:lnTo>
                  <a:lnTo>
                    <a:pt x="5508986" y="1461986"/>
                  </a:lnTo>
                  <a:lnTo>
                    <a:pt x="5507274" y="1461986"/>
                  </a:lnTo>
                  <a:lnTo>
                    <a:pt x="5505563" y="1461986"/>
                  </a:lnTo>
                  <a:lnTo>
                    <a:pt x="5503851" y="1461986"/>
                  </a:lnTo>
                  <a:lnTo>
                    <a:pt x="5502140" y="1461986"/>
                  </a:lnTo>
                  <a:lnTo>
                    <a:pt x="5500429" y="1461986"/>
                  </a:lnTo>
                  <a:lnTo>
                    <a:pt x="5498717" y="1461986"/>
                  </a:lnTo>
                  <a:lnTo>
                    <a:pt x="5497006" y="1461986"/>
                  </a:lnTo>
                  <a:lnTo>
                    <a:pt x="5495294" y="1461986"/>
                  </a:lnTo>
                  <a:lnTo>
                    <a:pt x="5493583" y="1461986"/>
                  </a:lnTo>
                  <a:lnTo>
                    <a:pt x="5491872" y="1461986"/>
                  </a:lnTo>
                  <a:lnTo>
                    <a:pt x="5490160" y="1461986"/>
                  </a:lnTo>
                  <a:lnTo>
                    <a:pt x="5488449" y="1461986"/>
                  </a:lnTo>
                  <a:lnTo>
                    <a:pt x="5486737" y="1461986"/>
                  </a:lnTo>
                  <a:lnTo>
                    <a:pt x="5485026" y="1461986"/>
                  </a:lnTo>
                  <a:lnTo>
                    <a:pt x="5483315" y="1461986"/>
                  </a:lnTo>
                  <a:lnTo>
                    <a:pt x="5481603" y="1461986"/>
                  </a:lnTo>
                  <a:lnTo>
                    <a:pt x="5479892" y="1461986"/>
                  </a:lnTo>
                  <a:lnTo>
                    <a:pt x="5478181" y="1461986"/>
                  </a:lnTo>
                  <a:lnTo>
                    <a:pt x="5476469" y="1461986"/>
                  </a:lnTo>
                  <a:lnTo>
                    <a:pt x="5474758" y="1461986"/>
                  </a:lnTo>
                  <a:lnTo>
                    <a:pt x="5473046" y="1461986"/>
                  </a:lnTo>
                  <a:lnTo>
                    <a:pt x="5471335" y="1461986"/>
                  </a:lnTo>
                  <a:lnTo>
                    <a:pt x="5469624" y="1461986"/>
                  </a:lnTo>
                  <a:lnTo>
                    <a:pt x="5467912" y="1461986"/>
                  </a:lnTo>
                  <a:lnTo>
                    <a:pt x="5466201" y="1461986"/>
                  </a:lnTo>
                  <a:lnTo>
                    <a:pt x="5464489" y="1461986"/>
                  </a:lnTo>
                  <a:lnTo>
                    <a:pt x="5462778" y="1461986"/>
                  </a:lnTo>
                  <a:lnTo>
                    <a:pt x="5461067" y="1461986"/>
                  </a:lnTo>
                  <a:lnTo>
                    <a:pt x="5459355" y="1461986"/>
                  </a:lnTo>
                  <a:lnTo>
                    <a:pt x="5457644" y="1461986"/>
                  </a:lnTo>
                  <a:lnTo>
                    <a:pt x="5455932" y="1461986"/>
                  </a:lnTo>
                  <a:lnTo>
                    <a:pt x="5454221" y="1461986"/>
                  </a:lnTo>
                  <a:lnTo>
                    <a:pt x="5452510" y="1461986"/>
                  </a:lnTo>
                  <a:lnTo>
                    <a:pt x="5450798" y="1461986"/>
                  </a:lnTo>
                  <a:lnTo>
                    <a:pt x="5449087" y="1461986"/>
                  </a:lnTo>
                  <a:lnTo>
                    <a:pt x="5447375" y="1461986"/>
                  </a:lnTo>
                  <a:lnTo>
                    <a:pt x="5445664" y="1461986"/>
                  </a:lnTo>
                  <a:lnTo>
                    <a:pt x="5443953" y="1461986"/>
                  </a:lnTo>
                  <a:lnTo>
                    <a:pt x="5442241" y="1461986"/>
                  </a:lnTo>
                  <a:lnTo>
                    <a:pt x="5440530" y="1461986"/>
                  </a:lnTo>
                  <a:lnTo>
                    <a:pt x="5438818" y="1461986"/>
                  </a:lnTo>
                  <a:lnTo>
                    <a:pt x="5437107" y="1461986"/>
                  </a:lnTo>
                  <a:lnTo>
                    <a:pt x="5435396" y="1461986"/>
                  </a:lnTo>
                  <a:lnTo>
                    <a:pt x="5433684" y="1461986"/>
                  </a:lnTo>
                  <a:lnTo>
                    <a:pt x="5431973" y="1461986"/>
                  </a:lnTo>
                  <a:lnTo>
                    <a:pt x="5430261" y="1461986"/>
                  </a:lnTo>
                  <a:lnTo>
                    <a:pt x="5428550" y="1461986"/>
                  </a:lnTo>
                  <a:lnTo>
                    <a:pt x="5426839" y="1461986"/>
                  </a:lnTo>
                  <a:lnTo>
                    <a:pt x="5425127" y="1461986"/>
                  </a:lnTo>
                  <a:lnTo>
                    <a:pt x="5423416" y="1461986"/>
                  </a:lnTo>
                  <a:lnTo>
                    <a:pt x="5421704" y="1461986"/>
                  </a:lnTo>
                  <a:lnTo>
                    <a:pt x="5419993" y="1461986"/>
                  </a:lnTo>
                  <a:lnTo>
                    <a:pt x="5418282" y="1461986"/>
                  </a:lnTo>
                  <a:lnTo>
                    <a:pt x="5416570" y="1461986"/>
                  </a:lnTo>
                  <a:lnTo>
                    <a:pt x="5414859" y="1461986"/>
                  </a:lnTo>
                  <a:lnTo>
                    <a:pt x="5413147" y="1461986"/>
                  </a:lnTo>
                  <a:lnTo>
                    <a:pt x="5411436" y="1461986"/>
                  </a:lnTo>
                  <a:lnTo>
                    <a:pt x="5409725" y="1461986"/>
                  </a:lnTo>
                  <a:lnTo>
                    <a:pt x="5408013" y="1461986"/>
                  </a:lnTo>
                  <a:lnTo>
                    <a:pt x="5406302" y="1461986"/>
                  </a:lnTo>
                  <a:lnTo>
                    <a:pt x="5404590" y="1461986"/>
                  </a:lnTo>
                  <a:lnTo>
                    <a:pt x="5402879" y="1461986"/>
                  </a:lnTo>
                  <a:lnTo>
                    <a:pt x="5401168" y="1461986"/>
                  </a:lnTo>
                  <a:lnTo>
                    <a:pt x="5399456" y="1461986"/>
                  </a:lnTo>
                  <a:lnTo>
                    <a:pt x="5397745" y="1461986"/>
                  </a:lnTo>
                  <a:lnTo>
                    <a:pt x="5396033" y="1461986"/>
                  </a:lnTo>
                  <a:lnTo>
                    <a:pt x="5394322" y="1461986"/>
                  </a:lnTo>
                  <a:lnTo>
                    <a:pt x="5392611" y="1461986"/>
                  </a:lnTo>
                  <a:lnTo>
                    <a:pt x="5390899" y="1461986"/>
                  </a:lnTo>
                  <a:lnTo>
                    <a:pt x="5389188" y="1461986"/>
                  </a:lnTo>
                  <a:lnTo>
                    <a:pt x="5387476" y="1461986"/>
                  </a:lnTo>
                  <a:lnTo>
                    <a:pt x="5385765" y="1461986"/>
                  </a:lnTo>
                  <a:lnTo>
                    <a:pt x="5384054" y="1461986"/>
                  </a:lnTo>
                  <a:lnTo>
                    <a:pt x="5382342" y="1461986"/>
                  </a:lnTo>
                  <a:lnTo>
                    <a:pt x="5380631" y="1461986"/>
                  </a:lnTo>
                  <a:lnTo>
                    <a:pt x="5378919" y="1461986"/>
                  </a:lnTo>
                  <a:lnTo>
                    <a:pt x="5377208" y="1461986"/>
                  </a:lnTo>
                  <a:lnTo>
                    <a:pt x="5375497" y="1461986"/>
                  </a:lnTo>
                  <a:lnTo>
                    <a:pt x="5373785" y="1461986"/>
                  </a:lnTo>
                  <a:lnTo>
                    <a:pt x="5372074" y="1461986"/>
                  </a:lnTo>
                  <a:lnTo>
                    <a:pt x="5370363" y="1461986"/>
                  </a:lnTo>
                  <a:lnTo>
                    <a:pt x="5368651" y="1461986"/>
                  </a:lnTo>
                  <a:lnTo>
                    <a:pt x="5366940" y="1461986"/>
                  </a:lnTo>
                  <a:lnTo>
                    <a:pt x="5365228" y="1461986"/>
                  </a:lnTo>
                  <a:lnTo>
                    <a:pt x="5363517" y="1461986"/>
                  </a:lnTo>
                  <a:lnTo>
                    <a:pt x="5361806" y="1461986"/>
                  </a:lnTo>
                  <a:lnTo>
                    <a:pt x="5360094" y="1461986"/>
                  </a:lnTo>
                  <a:lnTo>
                    <a:pt x="5358383" y="1461986"/>
                  </a:lnTo>
                  <a:lnTo>
                    <a:pt x="5356671" y="1461986"/>
                  </a:lnTo>
                  <a:lnTo>
                    <a:pt x="5354960" y="1461986"/>
                  </a:lnTo>
                  <a:lnTo>
                    <a:pt x="5353249" y="1461986"/>
                  </a:lnTo>
                  <a:lnTo>
                    <a:pt x="5351537" y="1461986"/>
                  </a:lnTo>
                  <a:lnTo>
                    <a:pt x="5349826" y="1461986"/>
                  </a:lnTo>
                  <a:lnTo>
                    <a:pt x="5348114" y="1461986"/>
                  </a:lnTo>
                  <a:lnTo>
                    <a:pt x="5346403" y="1461986"/>
                  </a:lnTo>
                  <a:lnTo>
                    <a:pt x="5344692" y="1461986"/>
                  </a:lnTo>
                  <a:lnTo>
                    <a:pt x="5342980" y="1461986"/>
                  </a:lnTo>
                  <a:lnTo>
                    <a:pt x="5341269" y="1461986"/>
                  </a:lnTo>
                  <a:lnTo>
                    <a:pt x="5339557" y="1461986"/>
                  </a:lnTo>
                  <a:lnTo>
                    <a:pt x="5337846" y="1461986"/>
                  </a:lnTo>
                  <a:lnTo>
                    <a:pt x="5336135" y="1461986"/>
                  </a:lnTo>
                  <a:lnTo>
                    <a:pt x="5334423" y="1461986"/>
                  </a:lnTo>
                  <a:lnTo>
                    <a:pt x="5332712" y="1461986"/>
                  </a:lnTo>
                  <a:lnTo>
                    <a:pt x="5331000" y="1461986"/>
                  </a:lnTo>
                  <a:lnTo>
                    <a:pt x="5329289" y="1461986"/>
                  </a:lnTo>
                  <a:lnTo>
                    <a:pt x="5327578" y="1461986"/>
                  </a:lnTo>
                  <a:lnTo>
                    <a:pt x="5325866" y="1461986"/>
                  </a:lnTo>
                  <a:lnTo>
                    <a:pt x="5324155" y="1461986"/>
                  </a:lnTo>
                  <a:lnTo>
                    <a:pt x="5322443" y="1461986"/>
                  </a:lnTo>
                  <a:lnTo>
                    <a:pt x="5320732" y="1461986"/>
                  </a:lnTo>
                  <a:lnTo>
                    <a:pt x="5319021" y="1461986"/>
                  </a:lnTo>
                  <a:lnTo>
                    <a:pt x="5317309" y="1461986"/>
                  </a:lnTo>
                  <a:lnTo>
                    <a:pt x="5315598" y="1461986"/>
                  </a:lnTo>
                  <a:lnTo>
                    <a:pt x="5313886" y="1461986"/>
                  </a:lnTo>
                  <a:lnTo>
                    <a:pt x="5312175" y="1461986"/>
                  </a:lnTo>
                  <a:lnTo>
                    <a:pt x="5310464" y="1461986"/>
                  </a:lnTo>
                  <a:lnTo>
                    <a:pt x="5308752" y="1461986"/>
                  </a:lnTo>
                  <a:lnTo>
                    <a:pt x="5307041" y="1461986"/>
                  </a:lnTo>
                  <a:lnTo>
                    <a:pt x="5305329" y="1461986"/>
                  </a:lnTo>
                  <a:lnTo>
                    <a:pt x="5303618" y="1461986"/>
                  </a:lnTo>
                  <a:lnTo>
                    <a:pt x="5301907" y="1461986"/>
                  </a:lnTo>
                  <a:lnTo>
                    <a:pt x="5300195" y="1461986"/>
                  </a:lnTo>
                  <a:lnTo>
                    <a:pt x="5298484" y="1461986"/>
                  </a:lnTo>
                  <a:lnTo>
                    <a:pt x="5296772" y="1461986"/>
                  </a:lnTo>
                  <a:lnTo>
                    <a:pt x="5295061" y="1461986"/>
                  </a:lnTo>
                  <a:lnTo>
                    <a:pt x="5293350" y="1461986"/>
                  </a:lnTo>
                  <a:lnTo>
                    <a:pt x="5291638" y="1461986"/>
                  </a:lnTo>
                  <a:lnTo>
                    <a:pt x="5289927" y="1461986"/>
                  </a:lnTo>
                  <a:lnTo>
                    <a:pt x="5288215" y="1461986"/>
                  </a:lnTo>
                  <a:lnTo>
                    <a:pt x="5286504" y="1461986"/>
                  </a:lnTo>
                  <a:lnTo>
                    <a:pt x="5284793" y="1461986"/>
                  </a:lnTo>
                  <a:lnTo>
                    <a:pt x="5283081" y="1461986"/>
                  </a:lnTo>
                  <a:lnTo>
                    <a:pt x="5281370" y="1461986"/>
                  </a:lnTo>
                  <a:lnTo>
                    <a:pt x="5279658" y="1461986"/>
                  </a:lnTo>
                  <a:lnTo>
                    <a:pt x="5277947" y="1461986"/>
                  </a:lnTo>
                  <a:lnTo>
                    <a:pt x="5276236" y="1461986"/>
                  </a:lnTo>
                  <a:lnTo>
                    <a:pt x="5274524" y="1461986"/>
                  </a:lnTo>
                  <a:lnTo>
                    <a:pt x="5272813" y="1461986"/>
                  </a:lnTo>
                  <a:lnTo>
                    <a:pt x="5271101" y="1461986"/>
                  </a:lnTo>
                  <a:lnTo>
                    <a:pt x="5269390" y="1461986"/>
                  </a:lnTo>
                  <a:lnTo>
                    <a:pt x="5267679" y="1461986"/>
                  </a:lnTo>
                  <a:lnTo>
                    <a:pt x="5265967" y="1461986"/>
                  </a:lnTo>
                  <a:lnTo>
                    <a:pt x="5264256" y="1461986"/>
                  </a:lnTo>
                  <a:lnTo>
                    <a:pt x="5262545" y="1461986"/>
                  </a:lnTo>
                  <a:lnTo>
                    <a:pt x="5260833" y="1461986"/>
                  </a:lnTo>
                  <a:lnTo>
                    <a:pt x="5259122" y="1461986"/>
                  </a:lnTo>
                  <a:lnTo>
                    <a:pt x="5257410" y="1461986"/>
                  </a:lnTo>
                  <a:lnTo>
                    <a:pt x="5255699" y="1461986"/>
                  </a:lnTo>
                  <a:lnTo>
                    <a:pt x="5253988" y="1461986"/>
                  </a:lnTo>
                  <a:lnTo>
                    <a:pt x="5252276" y="1461986"/>
                  </a:lnTo>
                  <a:lnTo>
                    <a:pt x="5250565" y="1461986"/>
                  </a:lnTo>
                  <a:lnTo>
                    <a:pt x="5248853" y="1461986"/>
                  </a:lnTo>
                  <a:lnTo>
                    <a:pt x="5247142" y="1461986"/>
                  </a:lnTo>
                  <a:lnTo>
                    <a:pt x="5245431" y="1461986"/>
                  </a:lnTo>
                  <a:lnTo>
                    <a:pt x="5243719" y="1461986"/>
                  </a:lnTo>
                  <a:lnTo>
                    <a:pt x="5242008" y="1461986"/>
                  </a:lnTo>
                  <a:lnTo>
                    <a:pt x="5240296" y="1461986"/>
                  </a:lnTo>
                  <a:lnTo>
                    <a:pt x="5238585" y="1461986"/>
                  </a:lnTo>
                  <a:lnTo>
                    <a:pt x="5236874" y="1461986"/>
                  </a:lnTo>
                  <a:lnTo>
                    <a:pt x="5235162" y="1461986"/>
                  </a:lnTo>
                  <a:lnTo>
                    <a:pt x="5233451" y="1461986"/>
                  </a:lnTo>
                  <a:lnTo>
                    <a:pt x="5231739" y="1461986"/>
                  </a:lnTo>
                  <a:lnTo>
                    <a:pt x="5230028" y="1461986"/>
                  </a:lnTo>
                  <a:lnTo>
                    <a:pt x="5228317" y="1461986"/>
                  </a:lnTo>
                  <a:lnTo>
                    <a:pt x="5226605" y="1461986"/>
                  </a:lnTo>
                  <a:lnTo>
                    <a:pt x="5224894" y="1461986"/>
                  </a:lnTo>
                  <a:lnTo>
                    <a:pt x="5223182" y="1461986"/>
                  </a:lnTo>
                  <a:lnTo>
                    <a:pt x="5221471" y="1461986"/>
                  </a:lnTo>
                  <a:lnTo>
                    <a:pt x="5219760" y="1461986"/>
                  </a:lnTo>
                  <a:lnTo>
                    <a:pt x="5218048" y="1461986"/>
                  </a:lnTo>
                  <a:lnTo>
                    <a:pt x="5216337" y="1461986"/>
                  </a:lnTo>
                  <a:lnTo>
                    <a:pt x="5214625" y="1461986"/>
                  </a:lnTo>
                  <a:lnTo>
                    <a:pt x="5212914" y="1461986"/>
                  </a:lnTo>
                  <a:lnTo>
                    <a:pt x="5211203" y="1461986"/>
                  </a:lnTo>
                  <a:lnTo>
                    <a:pt x="5209491" y="1461986"/>
                  </a:lnTo>
                  <a:lnTo>
                    <a:pt x="5207780" y="1461986"/>
                  </a:lnTo>
                  <a:lnTo>
                    <a:pt x="5206068" y="1461986"/>
                  </a:lnTo>
                  <a:lnTo>
                    <a:pt x="5204357" y="1461986"/>
                  </a:lnTo>
                  <a:lnTo>
                    <a:pt x="5202646" y="1461986"/>
                  </a:lnTo>
                  <a:lnTo>
                    <a:pt x="5200934" y="1461986"/>
                  </a:lnTo>
                  <a:lnTo>
                    <a:pt x="5199223" y="1461986"/>
                  </a:lnTo>
                  <a:lnTo>
                    <a:pt x="5197511" y="1461986"/>
                  </a:lnTo>
                  <a:lnTo>
                    <a:pt x="5195800" y="1461986"/>
                  </a:lnTo>
                  <a:lnTo>
                    <a:pt x="5194089" y="1461986"/>
                  </a:lnTo>
                  <a:lnTo>
                    <a:pt x="5192377" y="1461986"/>
                  </a:lnTo>
                  <a:lnTo>
                    <a:pt x="5190666" y="1461986"/>
                  </a:lnTo>
                  <a:lnTo>
                    <a:pt x="5188954" y="1461986"/>
                  </a:lnTo>
                  <a:lnTo>
                    <a:pt x="5187243" y="1461986"/>
                  </a:lnTo>
                  <a:lnTo>
                    <a:pt x="5185532" y="1461986"/>
                  </a:lnTo>
                  <a:lnTo>
                    <a:pt x="5183820" y="1461986"/>
                  </a:lnTo>
                  <a:lnTo>
                    <a:pt x="5182109" y="1461986"/>
                  </a:lnTo>
                  <a:lnTo>
                    <a:pt x="5180397" y="1461986"/>
                  </a:lnTo>
                  <a:lnTo>
                    <a:pt x="5178686" y="1461986"/>
                  </a:lnTo>
                  <a:lnTo>
                    <a:pt x="5176975" y="1461986"/>
                  </a:lnTo>
                  <a:lnTo>
                    <a:pt x="5175263" y="1461986"/>
                  </a:lnTo>
                  <a:lnTo>
                    <a:pt x="5173552" y="1461986"/>
                  </a:lnTo>
                  <a:lnTo>
                    <a:pt x="5171840" y="1461986"/>
                  </a:lnTo>
                  <a:lnTo>
                    <a:pt x="5170129" y="1461986"/>
                  </a:lnTo>
                  <a:lnTo>
                    <a:pt x="5168418" y="1461986"/>
                  </a:lnTo>
                  <a:lnTo>
                    <a:pt x="5166706" y="1461986"/>
                  </a:lnTo>
                  <a:lnTo>
                    <a:pt x="5164995" y="1461986"/>
                  </a:lnTo>
                  <a:lnTo>
                    <a:pt x="5163284" y="1461986"/>
                  </a:lnTo>
                  <a:lnTo>
                    <a:pt x="5161572" y="1461986"/>
                  </a:lnTo>
                  <a:lnTo>
                    <a:pt x="5159861" y="1461986"/>
                  </a:lnTo>
                  <a:lnTo>
                    <a:pt x="5158149" y="1461986"/>
                  </a:lnTo>
                  <a:lnTo>
                    <a:pt x="5156438" y="1461986"/>
                  </a:lnTo>
                  <a:lnTo>
                    <a:pt x="5154727" y="1461986"/>
                  </a:lnTo>
                  <a:lnTo>
                    <a:pt x="5153015" y="1461986"/>
                  </a:lnTo>
                  <a:lnTo>
                    <a:pt x="5151304" y="1461986"/>
                  </a:lnTo>
                  <a:lnTo>
                    <a:pt x="5149592" y="1461986"/>
                  </a:lnTo>
                  <a:lnTo>
                    <a:pt x="5147881" y="1461986"/>
                  </a:lnTo>
                  <a:lnTo>
                    <a:pt x="5146170" y="1461986"/>
                  </a:lnTo>
                  <a:lnTo>
                    <a:pt x="5144458" y="1461986"/>
                  </a:lnTo>
                  <a:lnTo>
                    <a:pt x="5142747" y="1461986"/>
                  </a:lnTo>
                  <a:lnTo>
                    <a:pt x="5141035" y="1461986"/>
                  </a:lnTo>
                  <a:lnTo>
                    <a:pt x="5139324" y="1461986"/>
                  </a:lnTo>
                  <a:lnTo>
                    <a:pt x="5137613" y="1461986"/>
                  </a:lnTo>
                  <a:lnTo>
                    <a:pt x="5135901" y="1461986"/>
                  </a:lnTo>
                  <a:lnTo>
                    <a:pt x="5134190" y="1461986"/>
                  </a:lnTo>
                  <a:lnTo>
                    <a:pt x="5132478" y="1461986"/>
                  </a:lnTo>
                  <a:lnTo>
                    <a:pt x="5130767" y="1461986"/>
                  </a:lnTo>
                  <a:lnTo>
                    <a:pt x="5129056" y="1461986"/>
                  </a:lnTo>
                  <a:lnTo>
                    <a:pt x="5127344" y="1461986"/>
                  </a:lnTo>
                  <a:lnTo>
                    <a:pt x="5125633" y="1461986"/>
                  </a:lnTo>
                  <a:lnTo>
                    <a:pt x="5123921" y="1461986"/>
                  </a:lnTo>
                  <a:lnTo>
                    <a:pt x="5122210" y="1461986"/>
                  </a:lnTo>
                  <a:lnTo>
                    <a:pt x="5120499" y="1461986"/>
                  </a:lnTo>
                  <a:lnTo>
                    <a:pt x="5118787" y="1461986"/>
                  </a:lnTo>
                  <a:lnTo>
                    <a:pt x="5117076" y="1461986"/>
                  </a:lnTo>
                  <a:lnTo>
                    <a:pt x="5115364" y="1461986"/>
                  </a:lnTo>
                  <a:lnTo>
                    <a:pt x="5113653" y="1461986"/>
                  </a:lnTo>
                  <a:lnTo>
                    <a:pt x="5111942" y="1461986"/>
                  </a:lnTo>
                  <a:lnTo>
                    <a:pt x="5110230" y="1461986"/>
                  </a:lnTo>
                  <a:lnTo>
                    <a:pt x="5108519" y="1461986"/>
                  </a:lnTo>
                  <a:lnTo>
                    <a:pt x="5106807" y="1461986"/>
                  </a:lnTo>
                  <a:lnTo>
                    <a:pt x="5105096" y="1461986"/>
                  </a:lnTo>
                  <a:lnTo>
                    <a:pt x="5103385" y="1461986"/>
                  </a:lnTo>
                  <a:lnTo>
                    <a:pt x="5101673" y="1461986"/>
                  </a:lnTo>
                  <a:lnTo>
                    <a:pt x="5099962" y="1461986"/>
                  </a:lnTo>
                  <a:lnTo>
                    <a:pt x="5098250" y="1461986"/>
                  </a:lnTo>
                  <a:lnTo>
                    <a:pt x="5096539" y="1461986"/>
                  </a:lnTo>
                  <a:lnTo>
                    <a:pt x="5094828" y="1461986"/>
                  </a:lnTo>
                  <a:lnTo>
                    <a:pt x="5093116" y="1461986"/>
                  </a:lnTo>
                  <a:lnTo>
                    <a:pt x="5091405" y="1461986"/>
                  </a:lnTo>
                  <a:lnTo>
                    <a:pt x="5089693" y="1461986"/>
                  </a:lnTo>
                  <a:lnTo>
                    <a:pt x="5087982" y="1461986"/>
                  </a:lnTo>
                  <a:lnTo>
                    <a:pt x="5086271" y="1461986"/>
                  </a:lnTo>
                  <a:lnTo>
                    <a:pt x="5084559" y="1461986"/>
                  </a:lnTo>
                  <a:lnTo>
                    <a:pt x="5082848" y="1461986"/>
                  </a:lnTo>
                  <a:lnTo>
                    <a:pt x="5081136" y="1461986"/>
                  </a:lnTo>
                  <a:lnTo>
                    <a:pt x="5079425" y="1461986"/>
                  </a:lnTo>
                  <a:lnTo>
                    <a:pt x="5077714" y="1461986"/>
                  </a:lnTo>
                  <a:lnTo>
                    <a:pt x="5076002" y="1461986"/>
                  </a:lnTo>
                  <a:lnTo>
                    <a:pt x="5074291" y="1461986"/>
                  </a:lnTo>
                  <a:lnTo>
                    <a:pt x="5072579" y="1461986"/>
                  </a:lnTo>
                  <a:lnTo>
                    <a:pt x="5070868" y="1461986"/>
                  </a:lnTo>
                  <a:lnTo>
                    <a:pt x="5069157" y="1461986"/>
                  </a:lnTo>
                  <a:lnTo>
                    <a:pt x="5067445" y="1461986"/>
                  </a:lnTo>
                  <a:lnTo>
                    <a:pt x="5065734" y="1461986"/>
                  </a:lnTo>
                  <a:lnTo>
                    <a:pt x="5064022" y="1461986"/>
                  </a:lnTo>
                  <a:lnTo>
                    <a:pt x="5062311" y="1461986"/>
                  </a:lnTo>
                  <a:lnTo>
                    <a:pt x="5060600" y="1461986"/>
                  </a:lnTo>
                  <a:lnTo>
                    <a:pt x="5058888" y="1461986"/>
                  </a:lnTo>
                  <a:lnTo>
                    <a:pt x="5057177" y="1461986"/>
                  </a:lnTo>
                  <a:lnTo>
                    <a:pt x="5055466" y="1461986"/>
                  </a:lnTo>
                  <a:lnTo>
                    <a:pt x="5053754" y="1461986"/>
                  </a:lnTo>
                  <a:lnTo>
                    <a:pt x="5052043" y="1461986"/>
                  </a:lnTo>
                  <a:lnTo>
                    <a:pt x="5050331" y="1461986"/>
                  </a:lnTo>
                  <a:lnTo>
                    <a:pt x="5048620" y="1461986"/>
                  </a:lnTo>
                  <a:lnTo>
                    <a:pt x="5046909" y="1461986"/>
                  </a:lnTo>
                  <a:lnTo>
                    <a:pt x="5045197" y="1461986"/>
                  </a:lnTo>
                  <a:lnTo>
                    <a:pt x="5043486" y="1461986"/>
                  </a:lnTo>
                  <a:lnTo>
                    <a:pt x="5041774" y="1461986"/>
                  </a:lnTo>
                  <a:lnTo>
                    <a:pt x="5040063" y="1461986"/>
                  </a:lnTo>
                  <a:lnTo>
                    <a:pt x="5038352" y="1461986"/>
                  </a:lnTo>
                  <a:lnTo>
                    <a:pt x="5036640" y="1461986"/>
                  </a:lnTo>
                  <a:lnTo>
                    <a:pt x="5034929" y="1461986"/>
                  </a:lnTo>
                  <a:lnTo>
                    <a:pt x="5033217" y="1461986"/>
                  </a:lnTo>
                  <a:lnTo>
                    <a:pt x="5031506" y="1461986"/>
                  </a:lnTo>
                  <a:lnTo>
                    <a:pt x="5029795" y="1461986"/>
                  </a:lnTo>
                  <a:lnTo>
                    <a:pt x="5028083" y="1461986"/>
                  </a:lnTo>
                  <a:lnTo>
                    <a:pt x="5026372" y="1461986"/>
                  </a:lnTo>
                  <a:lnTo>
                    <a:pt x="5024660" y="1461986"/>
                  </a:lnTo>
                  <a:lnTo>
                    <a:pt x="5022949" y="1461986"/>
                  </a:lnTo>
                  <a:lnTo>
                    <a:pt x="5021238" y="1461986"/>
                  </a:lnTo>
                  <a:lnTo>
                    <a:pt x="5019526" y="1461986"/>
                  </a:lnTo>
                  <a:lnTo>
                    <a:pt x="5017815" y="1461986"/>
                  </a:lnTo>
                  <a:lnTo>
                    <a:pt x="5016103" y="1461986"/>
                  </a:lnTo>
                  <a:lnTo>
                    <a:pt x="5014392" y="1461986"/>
                  </a:lnTo>
                  <a:lnTo>
                    <a:pt x="5012681" y="1461986"/>
                  </a:lnTo>
                  <a:lnTo>
                    <a:pt x="5010969" y="1461986"/>
                  </a:lnTo>
                  <a:lnTo>
                    <a:pt x="5009258" y="1461986"/>
                  </a:lnTo>
                  <a:lnTo>
                    <a:pt x="5007546" y="1461986"/>
                  </a:lnTo>
                  <a:lnTo>
                    <a:pt x="5005835" y="1461986"/>
                  </a:lnTo>
                  <a:lnTo>
                    <a:pt x="5004124" y="1461986"/>
                  </a:lnTo>
                  <a:lnTo>
                    <a:pt x="5002412" y="1461986"/>
                  </a:lnTo>
                  <a:lnTo>
                    <a:pt x="5000701" y="1461986"/>
                  </a:lnTo>
                  <a:lnTo>
                    <a:pt x="4998989" y="1461986"/>
                  </a:lnTo>
                  <a:lnTo>
                    <a:pt x="4997278" y="1461986"/>
                  </a:lnTo>
                  <a:lnTo>
                    <a:pt x="4995567" y="1461986"/>
                  </a:lnTo>
                  <a:lnTo>
                    <a:pt x="4993855" y="1461986"/>
                  </a:lnTo>
                  <a:lnTo>
                    <a:pt x="4992144" y="1461986"/>
                  </a:lnTo>
                  <a:lnTo>
                    <a:pt x="4990432" y="1461986"/>
                  </a:lnTo>
                  <a:lnTo>
                    <a:pt x="4988721" y="1461986"/>
                  </a:lnTo>
                  <a:lnTo>
                    <a:pt x="4987010" y="1461986"/>
                  </a:lnTo>
                  <a:lnTo>
                    <a:pt x="4985298" y="1461986"/>
                  </a:lnTo>
                  <a:lnTo>
                    <a:pt x="4983587" y="1461986"/>
                  </a:lnTo>
                  <a:lnTo>
                    <a:pt x="4981875" y="1461986"/>
                  </a:lnTo>
                  <a:lnTo>
                    <a:pt x="4980164" y="1461986"/>
                  </a:lnTo>
                  <a:lnTo>
                    <a:pt x="4978453" y="1461986"/>
                  </a:lnTo>
                  <a:lnTo>
                    <a:pt x="4976741" y="1461986"/>
                  </a:lnTo>
                  <a:lnTo>
                    <a:pt x="4975030" y="1461986"/>
                  </a:lnTo>
                  <a:lnTo>
                    <a:pt x="4973318" y="1461986"/>
                  </a:lnTo>
                  <a:lnTo>
                    <a:pt x="4971607" y="1461986"/>
                  </a:lnTo>
                  <a:lnTo>
                    <a:pt x="4969896" y="1461986"/>
                  </a:lnTo>
                  <a:lnTo>
                    <a:pt x="4968184" y="1461986"/>
                  </a:lnTo>
                  <a:lnTo>
                    <a:pt x="4966473" y="1461986"/>
                  </a:lnTo>
                  <a:lnTo>
                    <a:pt x="4964761" y="1461986"/>
                  </a:lnTo>
                  <a:lnTo>
                    <a:pt x="4963050" y="1461986"/>
                  </a:lnTo>
                  <a:lnTo>
                    <a:pt x="4961339" y="1461986"/>
                  </a:lnTo>
                  <a:lnTo>
                    <a:pt x="4959627" y="1461986"/>
                  </a:lnTo>
                  <a:lnTo>
                    <a:pt x="4957916" y="1461986"/>
                  </a:lnTo>
                  <a:lnTo>
                    <a:pt x="4956204" y="1461986"/>
                  </a:lnTo>
                  <a:lnTo>
                    <a:pt x="4954493" y="1461986"/>
                  </a:lnTo>
                  <a:lnTo>
                    <a:pt x="4952782" y="1461986"/>
                  </a:lnTo>
                  <a:lnTo>
                    <a:pt x="4951070" y="1461986"/>
                  </a:lnTo>
                  <a:lnTo>
                    <a:pt x="4949359" y="1461986"/>
                  </a:lnTo>
                  <a:lnTo>
                    <a:pt x="4947648" y="1461986"/>
                  </a:lnTo>
                  <a:lnTo>
                    <a:pt x="4945936" y="1461986"/>
                  </a:lnTo>
                  <a:lnTo>
                    <a:pt x="4944225" y="1461986"/>
                  </a:lnTo>
                  <a:lnTo>
                    <a:pt x="4942513" y="1461986"/>
                  </a:lnTo>
                  <a:lnTo>
                    <a:pt x="4940802" y="1461986"/>
                  </a:lnTo>
                  <a:lnTo>
                    <a:pt x="4939091" y="1461986"/>
                  </a:lnTo>
                  <a:lnTo>
                    <a:pt x="4937379" y="1461986"/>
                  </a:lnTo>
                  <a:lnTo>
                    <a:pt x="4935668" y="1461986"/>
                  </a:lnTo>
                  <a:lnTo>
                    <a:pt x="4933956" y="1461986"/>
                  </a:lnTo>
                  <a:lnTo>
                    <a:pt x="4932245" y="1461986"/>
                  </a:lnTo>
                  <a:lnTo>
                    <a:pt x="4930534" y="1461986"/>
                  </a:lnTo>
                  <a:lnTo>
                    <a:pt x="4928822" y="1461986"/>
                  </a:lnTo>
                  <a:lnTo>
                    <a:pt x="4927111" y="1461986"/>
                  </a:lnTo>
                  <a:lnTo>
                    <a:pt x="4925399" y="1461986"/>
                  </a:lnTo>
                  <a:lnTo>
                    <a:pt x="4923688" y="1461986"/>
                  </a:lnTo>
                  <a:lnTo>
                    <a:pt x="4921977" y="1461986"/>
                  </a:lnTo>
                  <a:lnTo>
                    <a:pt x="4920265" y="1461986"/>
                  </a:lnTo>
                  <a:lnTo>
                    <a:pt x="4918554" y="1461986"/>
                  </a:lnTo>
                  <a:lnTo>
                    <a:pt x="4916842" y="1461986"/>
                  </a:lnTo>
                  <a:lnTo>
                    <a:pt x="4915131" y="1461986"/>
                  </a:lnTo>
                  <a:lnTo>
                    <a:pt x="4913420" y="1461986"/>
                  </a:lnTo>
                  <a:lnTo>
                    <a:pt x="4911708" y="1461986"/>
                  </a:lnTo>
                  <a:lnTo>
                    <a:pt x="4909997" y="1461986"/>
                  </a:lnTo>
                  <a:lnTo>
                    <a:pt x="4908285" y="1461986"/>
                  </a:lnTo>
                  <a:lnTo>
                    <a:pt x="4906574" y="1461986"/>
                  </a:lnTo>
                  <a:lnTo>
                    <a:pt x="4904863" y="1461986"/>
                  </a:lnTo>
                  <a:lnTo>
                    <a:pt x="4903151" y="1461986"/>
                  </a:lnTo>
                  <a:lnTo>
                    <a:pt x="4901440" y="1461986"/>
                  </a:lnTo>
                  <a:lnTo>
                    <a:pt x="4899728" y="1461986"/>
                  </a:lnTo>
                  <a:lnTo>
                    <a:pt x="4898017" y="1461986"/>
                  </a:lnTo>
                  <a:lnTo>
                    <a:pt x="4896306" y="1461986"/>
                  </a:lnTo>
                  <a:lnTo>
                    <a:pt x="4894594" y="1461986"/>
                  </a:lnTo>
                  <a:lnTo>
                    <a:pt x="4892883" y="1461986"/>
                  </a:lnTo>
                  <a:lnTo>
                    <a:pt x="4891171" y="1461986"/>
                  </a:lnTo>
                  <a:lnTo>
                    <a:pt x="4889460" y="1461986"/>
                  </a:lnTo>
                  <a:lnTo>
                    <a:pt x="4887749" y="1461986"/>
                  </a:lnTo>
                  <a:lnTo>
                    <a:pt x="4886037" y="1461986"/>
                  </a:lnTo>
                  <a:lnTo>
                    <a:pt x="4884326" y="1461986"/>
                  </a:lnTo>
                  <a:lnTo>
                    <a:pt x="4882614" y="1461986"/>
                  </a:lnTo>
                  <a:lnTo>
                    <a:pt x="4880903" y="1461986"/>
                  </a:lnTo>
                  <a:lnTo>
                    <a:pt x="4879192" y="1461986"/>
                  </a:lnTo>
                  <a:lnTo>
                    <a:pt x="4877480" y="1461986"/>
                  </a:lnTo>
                  <a:lnTo>
                    <a:pt x="4875769" y="1461986"/>
                  </a:lnTo>
                  <a:lnTo>
                    <a:pt x="4874057" y="1461986"/>
                  </a:lnTo>
                  <a:lnTo>
                    <a:pt x="4872346" y="1461986"/>
                  </a:lnTo>
                  <a:lnTo>
                    <a:pt x="4870635" y="1461986"/>
                  </a:lnTo>
                  <a:lnTo>
                    <a:pt x="4868923" y="1461986"/>
                  </a:lnTo>
                  <a:lnTo>
                    <a:pt x="4867212" y="1461986"/>
                  </a:lnTo>
                  <a:lnTo>
                    <a:pt x="4865500" y="1461986"/>
                  </a:lnTo>
                  <a:lnTo>
                    <a:pt x="4863789" y="1461986"/>
                  </a:lnTo>
                  <a:lnTo>
                    <a:pt x="4862078" y="1461986"/>
                  </a:lnTo>
                  <a:lnTo>
                    <a:pt x="4860366" y="1461986"/>
                  </a:lnTo>
                  <a:lnTo>
                    <a:pt x="4858655" y="1461986"/>
                  </a:lnTo>
                  <a:lnTo>
                    <a:pt x="4856943" y="1461986"/>
                  </a:lnTo>
                  <a:lnTo>
                    <a:pt x="4855232" y="1461986"/>
                  </a:lnTo>
                  <a:lnTo>
                    <a:pt x="4853521" y="1461986"/>
                  </a:lnTo>
                  <a:lnTo>
                    <a:pt x="4851809" y="1461986"/>
                  </a:lnTo>
                  <a:lnTo>
                    <a:pt x="4850098" y="1461986"/>
                  </a:lnTo>
                  <a:lnTo>
                    <a:pt x="4848387" y="1461986"/>
                  </a:lnTo>
                  <a:lnTo>
                    <a:pt x="4846675" y="1461986"/>
                  </a:lnTo>
                  <a:lnTo>
                    <a:pt x="4844964" y="1461986"/>
                  </a:lnTo>
                  <a:lnTo>
                    <a:pt x="4843252" y="1461986"/>
                  </a:lnTo>
                  <a:lnTo>
                    <a:pt x="4841541" y="1461986"/>
                  </a:lnTo>
                  <a:lnTo>
                    <a:pt x="4839830" y="1461986"/>
                  </a:lnTo>
                  <a:lnTo>
                    <a:pt x="4838118" y="1461986"/>
                  </a:lnTo>
                  <a:lnTo>
                    <a:pt x="4836407" y="1461986"/>
                  </a:lnTo>
                  <a:lnTo>
                    <a:pt x="4834695" y="1461986"/>
                  </a:lnTo>
                  <a:lnTo>
                    <a:pt x="4832984" y="1461986"/>
                  </a:lnTo>
                  <a:lnTo>
                    <a:pt x="4831273" y="1461986"/>
                  </a:lnTo>
                  <a:lnTo>
                    <a:pt x="4829561" y="1461986"/>
                  </a:lnTo>
                  <a:lnTo>
                    <a:pt x="4827850" y="1461986"/>
                  </a:lnTo>
                  <a:lnTo>
                    <a:pt x="4826138" y="1461986"/>
                  </a:lnTo>
                  <a:lnTo>
                    <a:pt x="4824427" y="1461986"/>
                  </a:lnTo>
                  <a:lnTo>
                    <a:pt x="4822716" y="1461986"/>
                  </a:lnTo>
                  <a:lnTo>
                    <a:pt x="4821004" y="1461986"/>
                  </a:lnTo>
                  <a:lnTo>
                    <a:pt x="4819293" y="1461986"/>
                  </a:lnTo>
                  <a:lnTo>
                    <a:pt x="4817581" y="1461986"/>
                  </a:lnTo>
                  <a:lnTo>
                    <a:pt x="4815870" y="1461986"/>
                  </a:lnTo>
                  <a:lnTo>
                    <a:pt x="4814159" y="1461986"/>
                  </a:lnTo>
                  <a:lnTo>
                    <a:pt x="4812447" y="1461986"/>
                  </a:lnTo>
                  <a:lnTo>
                    <a:pt x="4810736" y="1461986"/>
                  </a:lnTo>
                  <a:lnTo>
                    <a:pt x="4809024" y="1461986"/>
                  </a:lnTo>
                  <a:lnTo>
                    <a:pt x="4807313" y="1461986"/>
                  </a:lnTo>
                  <a:lnTo>
                    <a:pt x="4805602" y="1461986"/>
                  </a:lnTo>
                  <a:lnTo>
                    <a:pt x="4803890" y="1461986"/>
                  </a:lnTo>
                  <a:lnTo>
                    <a:pt x="4802179" y="1461986"/>
                  </a:lnTo>
                  <a:lnTo>
                    <a:pt x="4800467" y="1461986"/>
                  </a:lnTo>
                  <a:lnTo>
                    <a:pt x="4798756" y="1461986"/>
                  </a:lnTo>
                  <a:lnTo>
                    <a:pt x="4797045" y="1461986"/>
                  </a:lnTo>
                  <a:lnTo>
                    <a:pt x="4795333" y="1461986"/>
                  </a:lnTo>
                  <a:lnTo>
                    <a:pt x="4793622" y="1461986"/>
                  </a:lnTo>
                  <a:lnTo>
                    <a:pt x="4791910" y="1461986"/>
                  </a:lnTo>
                  <a:lnTo>
                    <a:pt x="4790199" y="1461986"/>
                  </a:lnTo>
                  <a:lnTo>
                    <a:pt x="4788488" y="1461986"/>
                  </a:lnTo>
                  <a:lnTo>
                    <a:pt x="4786776" y="1461986"/>
                  </a:lnTo>
                  <a:lnTo>
                    <a:pt x="4785065" y="1461986"/>
                  </a:lnTo>
                  <a:lnTo>
                    <a:pt x="4783353" y="1461986"/>
                  </a:lnTo>
                  <a:lnTo>
                    <a:pt x="4781642" y="1461986"/>
                  </a:lnTo>
                  <a:lnTo>
                    <a:pt x="4779931" y="1461986"/>
                  </a:lnTo>
                  <a:lnTo>
                    <a:pt x="4778219" y="1461986"/>
                  </a:lnTo>
                  <a:lnTo>
                    <a:pt x="4776508" y="1461986"/>
                  </a:lnTo>
                  <a:lnTo>
                    <a:pt x="4774796" y="1461986"/>
                  </a:lnTo>
                  <a:lnTo>
                    <a:pt x="4773085" y="1461986"/>
                  </a:lnTo>
                  <a:lnTo>
                    <a:pt x="4771374" y="1461986"/>
                  </a:lnTo>
                  <a:lnTo>
                    <a:pt x="4769662" y="1461986"/>
                  </a:lnTo>
                  <a:lnTo>
                    <a:pt x="4767951" y="1461986"/>
                  </a:lnTo>
                  <a:lnTo>
                    <a:pt x="4766239" y="1461986"/>
                  </a:lnTo>
                  <a:lnTo>
                    <a:pt x="4764528" y="1461986"/>
                  </a:lnTo>
                  <a:lnTo>
                    <a:pt x="4762817" y="1461986"/>
                  </a:lnTo>
                  <a:lnTo>
                    <a:pt x="4761105" y="1461986"/>
                  </a:lnTo>
                  <a:lnTo>
                    <a:pt x="4759394" y="1461986"/>
                  </a:lnTo>
                  <a:lnTo>
                    <a:pt x="4757682" y="1461986"/>
                  </a:lnTo>
                  <a:lnTo>
                    <a:pt x="4755971" y="1461986"/>
                  </a:lnTo>
                  <a:lnTo>
                    <a:pt x="4754260" y="1461986"/>
                  </a:lnTo>
                  <a:lnTo>
                    <a:pt x="4752548" y="1461986"/>
                  </a:lnTo>
                  <a:lnTo>
                    <a:pt x="4750837" y="1461986"/>
                  </a:lnTo>
                  <a:lnTo>
                    <a:pt x="4749125" y="1461986"/>
                  </a:lnTo>
                  <a:lnTo>
                    <a:pt x="4747414" y="1461986"/>
                  </a:lnTo>
                  <a:lnTo>
                    <a:pt x="4745703" y="1461986"/>
                  </a:lnTo>
                  <a:lnTo>
                    <a:pt x="4743991" y="1461986"/>
                  </a:lnTo>
                  <a:lnTo>
                    <a:pt x="4742280" y="1461986"/>
                  </a:lnTo>
                  <a:lnTo>
                    <a:pt x="4740569" y="1461986"/>
                  </a:lnTo>
                  <a:lnTo>
                    <a:pt x="4738857" y="1461986"/>
                  </a:lnTo>
                  <a:lnTo>
                    <a:pt x="4737146" y="1461986"/>
                  </a:lnTo>
                  <a:lnTo>
                    <a:pt x="4735434" y="1461986"/>
                  </a:lnTo>
                  <a:lnTo>
                    <a:pt x="4733723" y="1461986"/>
                  </a:lnTo>
                  <a:lnTo>
                    <a:pt x="4732012" y="1461986"/>
                  </a:lnTo>
                  <a:lnTo>
                    <a:pt x="4730300" y="1461986"/>
                  </a:lnTo>
                  <a:lnTo>
                    <a:pt x="4728589" y="1461986"/>
                  </a:lnTo>
                  <a:lnTo>
                    <a:pt x="4726877" y="1461986"/>
                  </a:lnTo>
                  <a:lnTo>
                    <a:pt x="4725166" y="1461986"/>
                  </a:lnTo>
                  <a:lnTo>
                    <a:pt x="4723455" y="1461986"/>
                  </a:lnTo>
                  <a:lnTo>
                    <a:pt x="4721743" y="1461986"/>
                  </a:lnTo>
                  <a:lnTo>
                    <a:pt x="4720032" y="1461986"/>
                  </a:lnTo>
                  <a:lnTo>
                    <a:pt x="4718320" y="1461986"/>
                  </a:lnTo>
                  <a:lnTo>
                    <a:pt x="4716609" y="1461986"/>
                  </a:lnTo>
                  <a:lnTo>
                    <a:pt x="4714898" y="1461986"/>
                  </a:lnTo>
                  <a:lnTo>
                    <a:pt x="4713186" y="1461986"/>
                  </a:lnTo>
                  <a:lnTo>
                    <a:pt x="4711475" y="1461986"/>
                  </a:lnTo>
                  <a:lnTo>
                    <a:pt x="4709763" y="1461986"/>
                  </a:lnTo>
                  <a:lnTo>
                    <a:pt x="4708052" y="1461986"/>
                  </a:lnTo>
                  <a:lnTo>
                    <a:pt x="4706341" y="1461986"/>
                  </a:lnTo>
                  <a:lnTo>
                    <a:pt x="4704629" y="1461986"/>
                  </a:lnTo>
                  <a:lnTo>
                    <a:pt x="4702918" y="1461986"/>
                  </a:lnTo>
                  <a:lnTo>
                    <a:pt x="4701206" y="1461986"/>
                  </a:lnTo>
                  <a:lnTo>
                    <a:pt x="4699495" y="1461986"/>
                  </a:lnTo>
                  <a:lnTo>
                    <a:pt x="4697784" y="1461986"/>
                  </a:lnTo>
                  <a:lnTo>
                    <a:pt x="4696072" y="1461986"/>
                  </a:lnTo>
                  <a:lnTo>
                    <a:pt x="4694361" y="1461986"/>
                  </a:lnTo>
                  <a:lnTo>
                    <a:pt x="4692649" y="1461986"/>
                  </a:lnTo>
                  <a:lnTo>
                    <a:pt x="4690938" y="1461986"/>
                  </a:lnTo>
                  <a:lnTo>
                    <a:pt x="4689227" y="1461986"/>
                  </a:lnTo>
                  <a:lnTo>
                    <a:pt x="4687515" y="1461986"/>
                  </a:lnTo>
                  <a:lnTo>
                    <a:pt x="4685804" y="1461986"/>
                  </a:lnTo>
                  <a:lnTo>
                    <a:pt x="4684092" y="1461986"/>
                  </a:lnTo>
                  <a:lnTo>
                    <a:pt x="4682381" y="1461986"/>
                  </a:lnTo>
                  <a:lnTo>
                    <a:pt x="4680670" y="1461986"/>
                  </a:lnTo>
                  <a:lnTo>
                    <a:pt x="4678958" y="1461986"/>
                  </a:lnTo>
                  <a:lnTo>
                    <a:pt x="4677247" y="1461986"/>
                  </a:lnTo>
                  <a:lnTo>
                    <a:pt x="4675535" y="1461986"/>
                  </a:lnTo>
                  <a:lnTo>
                    <a:pt x="4673824" y="1461986"/>
                  </a:lnTo>
                  <a:lnTo>
                    <a:pt x="4672113" y="1461986"/>
                  </a:lnTo>
                  <a:lnTo>
                    <a:pt x="4670401" y="1461986"/>
                  </a:lnTo>
                  <a:lnTo>
                    <a:pt x="4668690" y="1461986"/>
                  </a:lnTo>
                  <a:lnTo>
                    <a:pt x="4666978" y="1461986"/>
                  </a:lnTo>
                  <a:lnTo>
                    <a:pt x="4665267" y="1461986"/>
                  </a:lnTo>
                  <a:lnTo>
                    <a:pt x="4663556" y="1461986"/>
                  </a:lnTo>
                  <a:lnTo>
                    <a:pt x="4661844" y="1461986"/>
                  </a:lnTo>
                  <a:lnTo>
                    <a:pt x="4660133" y="1461986"/>
                  </a:lnTo>
                  <a:lnTo>
                    <a:pt x="4658421" y="1461986"/>
                  </a:lnTo>
                  <a:lnTo>
                    <a:pt x="4656710" y="1461986"/>
                  </a:lnTo>
                  <a:lnTo>
                    <a:pt x="4654999" y="1461986"/>
                  </a:lnTo>
                  <a:lnTo>
                    <a:pt x="4653287" y="1461986"/>
                  </a:lnTo>
                  <a:lnTo>
                    <a:pt x="4651576" y="1461986"/>
                  </a:lnTo>
                  <a:lnTo>
                    <a:pt x="4649864" y="1461986"/>
                  </a:lnTo>
                  <a:lnTo>
                    <a:pt x="4648153" y="1461986"/>
                  </a:lnTo>
                  <a:lnTo>
                    <a:pt x="4646442" y="1461986"/>
                  </a:lnTo>
                  <a:lnTo>
                    <a:pt x="4644730" y="1461986"/>
                  </a:lnTo>
                  <a:lnTo>
                    <a:pt x="4643019" y="1461986"/>
                  </a:lnTo>
                  <a:lnTo>
                    <a:pt x="4641307" y="1461986"/>
                  </a:lnTo>
                  <a:lnTo>
                    <a:pt x="4639596" y="1461986"/>
                  </a:lnTo>
                  <a:lnTo>
                    <a:pt x="4637885" y="1461986"/>
                  </a:lnTo>
                  <a:lnTo>
                    <a:pt x="4636173" y="1461986"/>
                  </a:lnTo>
                  <a:lnTo>
                    <a:pt x="4634462" y="1461986"/>
                  </a:lnTo>
                  <a:lnTo>
                    <a:pt x="4632751" y="1461986"/>
                  </a:lnTo>
                  <a:lnTo>
                    <a:pt x="4631039" y="1461986"/>
                  </a:lnTo>
                  <a:lnTo>
                    <a:pt x="4629328" y="1461986"/>
                  </a:lnTo>
                  <a:lnTo>
                    <a:pt x="4627616" y="1461986"/>
                  </a:lnTo>
                  <a:lnTo>
                    <a:pt x="4625905" y="1461986"/>
                  </a:lnTo>
                  <a:lnTo>
                    <a:pt x="4624194" y="1461986"/>
                  </a:lnTo>
                  <a:lnTo>
                    <a:pt x="4622482" y="1461986"/>
                  </a:lnTo>
                  <a:lnTo>
                    <a:pt x="4620771" y="1461986"/>
                  </a:lnTo>
                  <a:lnTo>
                    <a:pt x="4619059" y="1461986"/>
                  </a:lnTo>
                  <a:lnTo>
                    <a:pt x="4617348" y="1461986"/>
                  </a:lnTo>
                  <a:lnTo>
                    <a:pt x="4615637" y="1461986"/>
                  </a:lnTo>
                  <a:lnTo>
                    <a:pt x="4613925" y="1461986"/>
                  </a:lnTo>
                  <a:lnTo>
                    <a:pt x="4612214" y="1461986"/>
                  </a:lnTo>
                  <a:lnTo>
                    <a:pt x="4610502" y="1461986"/>
                  </a:lnTo>
                  <a:lnTo>
                    <a:pt x="4608791" y="1461986"/>
                  </a:lnTo>
                  <a:lnTo>
                    <a:pt x="4607080" y="1461986"/>
                  </a:lnTo>
                  <a:lnTo>
                    <a:pt x="4605368" y="1461986"/>
                  </a:lnTo>
                  <a:lnTo>
                    <a:pt x="4603657" y="1461986"/>
                  </a:lnTo>
                  <a:lnTo>
                    <a:pt x="4601945" y="1461986"/>
                  </a:lnTo>
                  <a:lnTo>
                    <a:pt x="4600234" y="1461986"/>
                  </a:lnTo>
                  <a:lnTo>
                    <a:pt x="4598523" y="1461986"/>
                  </a:lnTo>
                  <a:lnTo>
                    <a:pt x="4596811" y="1461986"/>
                  </a:lnTo>
                  <a:lnTo>
                    <a:pt x="4595100" y="1461986"/>
                  </a:lnTo>
                  <a:lnTo>
                    <a:pt x="4593388" y="1461986"/>
                  </a:lnTo>
                  <a:lnTo>
                    <a:pt x="4591677" y="1461986"/>
                  </a:lnTo>
                  <a:lnTo>
                    <a:pt x="4589966" y="1461986"/>
                  </a:lnTo>
                  <a:lnTo>
                    <a:pt x="4588254" y="1461986"/>
                  </a:lnTo>
                  <a:lnTo>
                    <a:pt x="4586543" y="1461986"/>
                  </a:lnTo>
                  <a:lnTo>
                    <a:pt x="4584831" y="1461986"/>
                  </a:lnTo>
                  <a:lnTo>
                    <a:pt x="4583120" y="1461986"/>
                  </a:lnTo>
                  <a:lnTo>
                    <a:pt x="4581409" y="1461986"/>
                  </a:lnTo>
                  <a:lnTo>
                    <a:pt x="4579697" y="1461986"/>
                  </a:lnTo>
                  <a:lnTo>
                    <a:pt x="4577986" y="1461986"/>
                  </a:lnTo>
                  <a:lnTo>
                    <a:pt x="4576274" y="1461986"/>
                  </a:lnTo>
                  <a:lnTo>
                    <a:pt x="4574563" y="1461986"/>
                  </a:lnTo>
                  <a:lnTo>
                    <a:pt x="4572852" y="1461986"/>
                  </a:lnTo>
                  <a:lnTo>
                    <a:pt x="4571140" y="1461986"/>
                  </a:lnTo>
                  <a:lnTo>
                    <a:pt x="4569429" y="1461986"/>
                  </a:lnTo>
                  <a:lnTo>
                    <a:pt x="4567717" y="1461986"/>
                  </a:lnTo>
                  <a:lnTo>
                    <a:pt x="4566006" y="1461986"/>
                  </a:lnTo>
                  <a:lnTo>
                    <a:pt x="4564295" y="1461986"/>
                  </a:lnTo>
                  <a:lnTo>
                    <a:pt x="4562583" y="1461986"/>
                  </a:lnTo>
                  <a:lnTo>
                    <a:pt x="4560872" y="1461986"/>
                  </a:lnTo>
                  <a:lnTo>
                    <a:pt x="4559160" y="1461986"/>
                  </a:lnTo>
                  <a:lnTo>
                    <a:pt x="4557449" y="1461986"/>
                  </a:lnTo>
                  <a:lnTo>
                    <a:pt x="4555738" y="1461986"/>
                  </a:lnTo>
                  <a:lnTo>
                    <a:pt x="4554026" y="1461986"/>
                  </a:lnTo>
                  <a:lnTo>
                    <a:pt x="4552315" y="1461986"/>
                  </a:lnTo>
                  <a:lnTo>
                    <a:pt x="4550603" y="1461986"/>
                  </a:lnTo>
                  <a:lnTo>
                    <a:pt x="4548892" y="1461986"/>
                  </a:lnTo>
                  <a:lnTo>
                    <a:pt x="4547181" y="1461986"/>
                  </a:lnTo>
                  <a:lnTo>
                    <a:pt x="4545469" y="1461986"/>
                  </a:lnTo>
                  <a:lnTo>
                    <a:pt x="4543758" y="1461986"/>
                  </a:lnTo>
                  <a:lnTo>
                    <a:pt x="4542046" y="1461986"/>
                  </a:lnTo>
                  <a:lnTo>
                    <a:pt x="4540335" y="1461986"/>
                  </a:lnTo>
                  <a:lnTo>
                    <a:pt x="4538624" y="1461986"/>
                  </a:lnTo>
                  <a:lnTo>
                    <a:pt x="4536912" y="1461986"/>
                  </a:lnTo>
                  <a:lnTo>
                    <a:pt x="4535201" y="1461986"/>
                  </a:lnTo>
                  <a:lnTo>
                    <a:pt x="4533489" y="1461986"/>
                  </a:lnTo>
                  <a:lnTo>
                    <a:pt x="4531778" y="1461986"/>
                  </a:lnTo>
                  <a:lnTo>
                    <a:pt x="4530067" y="1461986"/>
                  </a:lnTo>
                  <a:lnTo>
                    <a:pt x="4528355" y="1461986"/>
                  </a:lnTo>
                  <a:lnTo>
                    <a:pt x="4526644" y="1461986"/>
                  </a:lnTo>
                  <a:lnTo>
                    <a:pt x="4524933" y="1461986"/>
                  </a:lnTo>
                  <a:lnTo>
                    <a:pt x="4523221" y="1461986"/>
                  </a:lnTo>
                  <a:lnTo>
                    <a:pt x="4521510" y="1461986"/>
                  </a:lnTo>
                  <a:lnTo>
                    <a:pt x="4519798" y="1461986"/>
                  </a:lnTo>
                  <a:lnTo>
                    <a:pt x="4518087" y="1461986"/>
                  </a:lnTo>
                  <a:lnTo>
                    <a:pt x="4516376" y="1461986"/>
                  </a:lnTo>
                  <a:lnTo>
                    <a:pt x="4514664" y="1461986"/>
                  </a:lnTo>
                  <a:lnTo>
                    <a:pt x="4512953" y="1461986"/>
                  </a:lnTo>
                  <a:lnTo>
                    <a:pt x="4511241" y="1461986"/>
                  </a:lnTo>
                  <a:lnTo>
                    <a:pt x="4509530" y="1461986"/>
                  </a:lnTo>
                  <a:lnTo>
                    <a:pt x="4507819" y="1461986"/>
                  </a:lnTo>
                  <a:lnTo>
                    <a:pt x="4506107" y="1461986"/>
                  </a:lnTo>
                  <a:lnTo>
                    <a:pt x="4504396" y="1461986"/>
                  </a:lnTo>
                  <a:lnTo>
                    <a:pt x="4502684" y="1461986"/>
                  </a:lnTo>
                  <a:lnTo>
                    <a:pt x="4500973" y="1461986"/>
                  </a:lnTo>
                  <a:lnTo>
                    <a:pt x="4499262" y="1461986"/>
                  </a:lnTo>
                  <a:lnTo>
                    <a:pt x="4497550" y="1461986"/>
                  </a:lnTo>
                  <a:lnTo>
                    <a:pt x="4495839" y="1461986"/>
                  </a:lnTo>
                  <a:lnTo>
                    <a:pt x="4494127" y="1461986"/>
                  </a:lnTo>
                  <a:lnTo>
                    <a:pt x="4492416" y="1461986"/>
                  </a:lnTo>
                  <a:lnTo>
                    <a:pt x="4490705" y="1461986"/>
                  </a:lnTo>
                  <a:lnTo>
                    <a:pt x="4488993" y="1461986"/>
                  </a:lnTo>
                  <a:lnTo>
                    <a:pt x="4487282" y="1461986"/>
                  </a:lnTo>
                  <a:lnTo>
                    <a:pt x="4485570" y="1461986"/>
                  </a:lnTo>
                  <a:lnTo>
                    <a:pt x="4483859" y="1461986"/>
                  </a:lnTo>
                  <a:lnTo>
                    <a:pt x="4482148" y="1461986"/>
                  </a:lnTo>
                  <a:lnTo>
                    <a:pt x="4480436" y="1461986"/>
                  </a:lnTo>
                  <a:lnTo>
                    <a:pt x="4478725" y="1461986"/>
                  </a:lnTo>
                  <a:lnTo>
                    <a:pt x="4477013" y="1461986"/>
                  </a:lnTo>
                  <a:lnTo>
                    <a:pt x="4475302" y="1461986"/>
                  </a:lnTo>
                  <a:lnTo>
                    <a:pt x="4473591" y="1461986"/>
                  </a:lnTo>
                  <a:lnTo>
                    <a:pt x="4471879" y="1461986"/>
                  </a:lnTo>
                  <a:lnTo>
                    <a:pt x="4470168" y="1461986"/>
                  </a:lnTo>
                  <a:lnTo>
                    <a:pt x="4468456" y="1461986"/>
                  </a:lnTo>
                  <a:lnTo>
                    <a:pt x="4466745" y="1461986"/>
                  </a:lnTo>
                  <a:lnTo>
                    <a:pt x="4465034" y="1461986"/>
                  </a:lnTo>
                  <a:lnTo>
                    <a:pt x="4463322" y="1461986"/>
                  </a:lnTo>
                  <a:lnTo>
                    <a:pt x="4461611" y="1461986"/>
                  </a:lnTo>
                  <a:lnTo>
                    <a:pt x="4459899" y="1461986"/>
                  </a:lnTo>
                  <a:lnTo>
                    <a:pt x="4458188" y="1461986"/>
                  </a:lnTo>
                  <a:lnTo>
                    <a:pt x="4456477" y="1461986"/>
                  </a:lnTo>
                  <a:lnTo>
                    <a:pt x="4454765" y="1461986"/>
                  </a:lnTo>
                  <a:lnTo>
                    <a:pt x="4453054" y="1461986"/>
                  </a:lnTo>
                  <a:lnTo>
                    <a:pt x="4451342" y="1461986"/>
                  </a:lnTo>
                  <a:lnTo>
                    <a:pt x="4449631" y="1461986"/>
                  </a:lnTo>
                  <a:lnTo>
                    <a:pt x="4447920" y="1461986"/>
                  </a:lnTo>
                  <a:lnTo>
                    <a:pt x="4446208" y="1461986"/>
                  </a:lnTo>
                  <a:lnTo>
                    <a:pt x="4444497" y="1461986"/>
                  </a:lnTo>
                  <a:lnTo>
                    <a:pt x="4442785" y="1461986"/>
                  </a:lnTo>
                  <a:lnTo>
                    <a:pt x="4441074" y="1461986"/>
                  </a:lnTo>
                  <a:lnTo>
                    <a:pt x="4439363" y="1461986"/>
                  </a:lnTo>
                  <a:lnTo>
                    <a:pt x="4437651" y="1461986"/>
                  </a:lnTo>
                  <a:lnTo>
                    <a:pt x="4435940" y="1461986"/>
                  </a:lnTo>
                  <a:lnTo>
                    <a:pt x="4434228" y="1461986"/>
                  </a:lnTo>
                  <a:lnTo>
                    <a:pt x="4432517" y="1461986"/>
                  </a:lnTo>
                  <a:lnTo>
                    <a:pt x="4430806" y="1461986"/>
                  </a:lnTo>
                  <a:lnTo>
                    <a:pt x="4429094" y="1461986"/>
                  </a:lnTo>
                  <a:lnTo>
                    <a:pt x="4427383" y="1461986"/>
                  </a:lnTo>
                  <a:lnTo>
                    <a:pt x="4425672" y="1461986"/>
                  </a:lnTo>
                  <a:lnTo>
                    <a:pt x="4423960" y="1461986"/>
                  </a:lnTo>
                  <a:lnTo>
                    <a:pt x="4422249" y="1461986"/>
                  </a:lnTo>
                  <a:lnTo>
                    <a:pt x="4420537" y="1461986"/>
                  </a:lnTo>
                  <a:lnTo>
                    <a:pt x="4418826" y="1461986"/>
                  </a:lnTo>
                  <a:lnTo>
                    <a:pt x="4417115" y="1461986"/>
                  </a:lnTo>
                  <a:lnTo>
                    <a:pt x="4415403" y="1461986"/>
                  </a:lnTo>
                  <a:lnTo>
                    <a:pt x="4413692" y="1461986"/>
                  </a:lnTo>
                  <a:lnTo>
                    <a:pt x="4411980" y="1461986"/>
                  </a:lnTo>
                  <a:lnTo>
                    <a:pt x="4410269" y="1461986"/>
                  </a:lnTo>
                  <a:lnTo>
                    <a:pt x="4408558" y="1461986"/>
                  </a:lnTo>
                  <a:lnTo>
                    <a:pt x="4406846" y="1461986"/>
                  </a:lnTo>
                  <a:lnTo>
                    <a:pt x="4405135" y="1461986"/>
                  </a:lnTo>
                  <a:lnTo>
                    <a:pt x="4403423" y="1461986"/>
                  </a:lnTo>
                  <a:lnTo>
                    <a:pt x="4401712" y="1461986"/>
                  </a:lnTo>
                  <a:lnTo>
                    <a:pt x="4400001" y="1461986"/>
                  </a:lnTo>
                  <a:lnTo>
                    <a:pt x="4398289" y="1461986"/>
                  </a:lnTo>
                  <a:lnTo>
                    <a:pt x="4396578" y="1461986"/>
                  </a:lnTo>
                  <a:lnTo>
                    <a:pt x="4394866" y="1461986"/>
                  </a:lnTo>
                  <a:lnTo>
                    <a:pt x="4393155" y="1461986"/>
                  </a:lnTo>
                  <a:lnTo>
                    <a:pt x="4391444" y="1461986"/>
                  </a:lnTo>
                  <a:lnTo>
                    <a:pt x="4389732" y="1461986"/>
                  </a:lnTo>
                  <a:lnTo>
                    <a:pt x="4388021" y="1461986"/>
                  </a:lnTo>
                  <a:lnTo>
                    <a:pt x="4386309" y="1461986"/>
                  </a:lnTo>
                  <a:lnTo>
                    <a:pt x="4384598" y="1461986"/>
                  </a:lnTo>
                  <a:lnTo>
                    <a:pt x="4382887" y="1461986"/>
                  </a:lnTo>
                  <a:lnTo>
                    <a:pt x="4381175" y="1461986"/>
                  </a:lnTo>
                  <a:lnTo>
                    <a:pt x="4379464" y="1461986"/>
                  </a:lnTo>
                  <a:lnTo>
                    <a:pt x="4377752" y="1461986"/>
                  </a:lnTo>
                  <a:lnTo>
                    <a:pt x="4376041" y="1461986"/>
                  </a:lnTo>
                  <a:lnTo>
                    <a:pt x="4374330" y="1461986"/>
                  </a:lnTo>
                  <a:lnTo>
                    <a:pt x="4372618" y="1461986"/>
                  </a:lnTo>
                  <a:lnTo>
                    <a:pt x="4370907" y="1461986"/>
                  </a:lnTo>
                  <a:lnTo>
                    <a:pt x="4369195" y="1461986"/>
                  </a:lnTo>
                  <a:lnTo>
                    <a:pt x="4367484" y="1461986"/>
                  </a:lnTo>
                  <a:lnTo>
                    <a:pt x="4365773" y="1461986"/>
                  </a:lnTo>
                  <a:lnTo>
                    <a:pt x="4364061" y="1461986"/>
                  </a:lnTo>
                  <a:lnTo>
                    <a:pt x="4362350" y="1461986"/>
                  </a:lnTo>
                  <a:lnTo>
                    <a:pt x="4360638" y="1461986"/>
                  </a:lnTo>
                  <a:lnTo>
                    <a:pt x="4358927" y="1461986"/>
                  </a:lnTo>
                  <a:lnTo>
                    <a:pt x="4357216" y="1461986"/>
                  </a:lnTo>
                  <a:lnTo>
                    <a:pt x="4355504" y="1461986"/>
                  </a:lnTo>
                  <a:lnTo>
                    <a:pt x="4353793" y="1461986"/>
                  </a:lnTo>
                  <a:lnTo>
                    <a:pt x="4352081" y="1461986"/>
                  </a:lnTo>
                  <a:lnTo>
                    <a:pt x="4350370" y="1461986"/>
                  </a:lnTo>
                  <a:lnTo>
                    <a:pt x="4348659" y="1461986"/>
                  </a:lnTo>
                  <a:lnTo>
                    <a:pt x="4346947" y="1461986"/>
                  </a:lnTo>
                  <a:lnTo>
                    <a:pt x="4345236" y="1461986"/>
                  </a:lnTo>
                  <a:lnTo>
                    <a:pt x="4343524" y="1461986"/>
                  </a:lnTo>
                  <a:lnTo>
                    <a:pt x="4341813" y="1461986"/>
                  </a:lnTo>
                  <a:lnTo>
                    <a:pt x="4340102" y="1461986"/>
                  </a:lnTo>
                  <a:lnTo>
                    <a:pt x="4338390" y="1461986"/>
                  </a:lnTo>
                  <a:lnTo>
                    <a:pt x="4336679" y="1461986"/>
                  </a:lnTo>
                  <a:lnTo>
                    <a:pt x="4334967" y="1461986"/>
                  </a:lnTo>
                  <a:lnTo>
                    <a:pt x="4333256" y="1461986"/>
                  </a:lnTo>
                  <a:lnTo>
                    <a:pt x="4331545" y="1461986"/>
                  </a:lnTo>
                  <a:lnTo>
                    <a:pt x="4329833" y="1461986"/>
                  </a:lnTo>
                  <a:lnTo>
                    <a:pt x="4328122" y="1461986"/>
                  </a:lnTo>
                  <a:lnTo>
                    <a:pt x="4326410" y="1461986"/>
                  </a:lnTo>
                  <a:lnTo>
                    <a:pt x="4324699" y="1461986"/>
                  </a:lnTo>
                  <a:lnTo>
                    <a:pt x="4322988" y="1461986"/>
                  </a:lnTo>
                  <a:lnTo>
                    <a:pt x="4321276" y="1461986"/>
                  </a:lnTo>
                  <a:lnTo>
                    <a:pt x="4319565" y="1461986"/>
                  </a:lnTo>
                  <a:lnTo>
                    <a:pt x="4317854" y="1461986"/>
                  </a:lnTo>
                  <a:lnTo>
                    <a:pt x="4316142" y="1461986"/>
                  </a:lnTo>
                  <a:lnTo>
                    <a:pt x="4314431" y="1461986"/>
                  </a:lnTo>
                  <a:lnTo>
                    <a:pt x="4312719" y="1461986"/>
                  </a:lnTo>
                  <a:lnTo>
                    <a:pt x="4311008" y="1461986"/>
                  </a:lnTo>
                  <a:lnTo>
                    <a:pt x="4309297" y="1461986"/>
                  </a:lnTo>
                  <a:lnTo>
                    <a:pt x="4307585" y="1461986"/>
                  </a:lnTo>
                  <a:lnTo>
                    <a:pt x="4305874" y="1461986"/>
                  </a:lnTo>
                  <a:lnTo>
                    <a:pt x="4304162" y="1461986"/>
                  </a:lnTo>
                  <a:lnTo>
                    <a:pt x="4302451" y="1461986"/>
                  </a:lnTo>
                  <a:lnTo>
                    <a:pt x="4300740" y="1461986"/>
                  </a:lnTo>
                  <a:lnTo>
                    <a:pt x="4299028" y="1461986"/>
                  </a:lnTo>
                  <a:lnTo>
                    <a:pt x="4297317" y="1461986"/>
                  </a:lnTo>
                  <a:lnTo>
                    <a:pt x="4295605" y="1461986"/>
                  </a:lnTo>
                  <a:lnTo>
                    <a:pt x="4293894" y="1461986"/>
                  </a:lnTo>
                  <a:lnTo>
                    <a:pt x="4292183" y="1461986"/>
                  </a:lnTo>
                  <a:lnTo>
                    <a:pt x="4290471" y="1461986"/>
                  </a:lnTo>
                  <a:lnTo>
                    <a:pt x="4288760" y="1461986"/>
                  </a:lnTo>
                  <a:lnTo>
                    <a:pt x="4287048" y="1461986"/>
                  </a:lnTo>
                  <a:lnTo>
                    <a:pt x="4285337" y="1461986"/>
                  </a:lnTo>
                  <a:lnTo>
                    <a:pt x="4283626" y="1461986"/>
                  </a:lnTo>
                  <a:lnTo>
                    <a:pt x="4281914" y="1461986"/>
                  </a:lnTo>
                  <a:lnTo>
                    <a:pt x="4280203" y="1461986"/>
                  </a:lnTo>
                  <a:lnTo>
                    <a:pt x="4278491" y="1461986"/>
                  </a:lnTo>
                  <a:lnTo>
                    <a:pt x="4276780" y="1461986"/>
                  </a:lnTo>
                  <a:lnTo>
                    <a:pt x="4275069" y="1461986"/>
                  </a:lnTo>
                  <a:lnTo>
                    <a:pt x="4273357" y="1461986"/>
                  </a:lnTo>
                  <a:lnTo>
                    <a:pt x="4271646" y="1461986"/>
                  </a:lnTo>
                  <a:lnTo>
                    <a:pt x="4269934" y="1461986"/>
                  </a:lnTo>
                  <a:lnTo>
                    <a:pt x="4268223" y="1461986"/>
                  </a:lnTo>
                  <a:lnTo>
                    <a:pt x="4266512" y="1461986"/>
                  </a:lnTo>
                  <a:lnTo>
                    <a:pt x="4264800" y="1461986"/>
                  </a:lnTo>
                  <a:lnTo>
                    <a:pt x="4263089" y="1461986"/>
                  </a:lnTo>
                  <a:lnTo>
                    <a:pt x="4261377" y="1461986"/>
                  </a:lnTo>
                  <a:lnTo>
                    <a:pt x="4259666" y="1461986"/>
                  </a:lnTo>
                  <a:lnTo>
                    <a:pt x="4257955" y="1461986"/>
                  </a:lnTo>
                  <a:lnTo>
                    <a:pt x="4256243" y="1461986"/>
                  </a:lnTo>
                  <a:lnTo>
                    <a:pt x="4254532" y="1461986"/>
                  </a:lnTo>
                  <a:lnTo>
                    <a:pt x="4252820" y="1461986"/>
                  </a:lnTo>
                  <a:lnTo>
                    <a:pt x="4251109" y="1461986"/>
                  </a:lnTo>
                  <a:lnTo>
                    <a:pt x="4249398" y="1461986"/>
                  </a:lnTo>
                  <a:lnTo>
                    <a:pt x="4247686" y="1461986"/>
                  </a:lnTo>
                  <a:lnTo>
                    <a:pt x="4245975" y="1461986"/>
                  </a:lnTo>
                  <a:lnTo>
                    <a:pt x="4244263" y="1461986"/>
                  </a:lnTo>
                  <a:lnTo>
                    <a:pt x="4242552" y="1461986"/>
                  </a:lnTo>
                  <a:lnTo>
                    <a:pt x="4240841" y="1461986"/>
                  </a:lnTo>
                  <a:lnTo>
                    <a:pt x="4239129" y="1461986"/>
                  </a:lnTo>
                  <a:lnTo>
                    <a:pt x="4237418" y="1461986"/>
                  </a:lnTo>
                  <a:lnTo>
                    <a:pt x="4235706" y="1461986"/>
                  </a:lnTo>
                  <a:lnTo>
                    <a:pt x="4233995" y="1461986"/>
                  </a:lnTo>
                  <a:lnTo>
                    <a:pt x="4232284" y="1461986"/>
                  </a:lnTo>
                  <a:lnTo>
                    <a:pt x="4230572" y="1461986"/>
                  </a:lnTo>
                  <a:lnTo>
                    <a:pt x="4228861" y="1461986"/>
                  </a:lnTo>
                  <a:lnTo>
                    <a:pt x="4227149" y="1461986"/>
                  </a:lnTo>
                  <a:lnTo>
                    <a:pt x="4225438" y="1461986"/>
                  </a:lnTo>
                  <a:lnTo>
                    <a:pt x="4223727" y="1461986"/>
                  </a:lnTo>
                  <a:lnTo>
                    <a:pt x="4222015" y="1461986"/>
                  </a:lnTo>
                  <a:lnTo>
                    <a:pt x="4220304" y="1461986"/>
                  </a:lnTo>
                  <a:lnTo>
                    <a:pt x="4218592" y="1461986"/>
                  </a:lnTo>
                  <a:lnTo>
                    <a:pt x="4216881" y="1461986"/>
                  </a:lnTo>
                  <a:lnTo>
                    <a:pt x="4215170" y="1461986"/>
                  </a:lnTo>
                  <a:lnTo>
                    <a:pt x="4213458" y="1461986"/>
                  </a:lnTo>
                  <a:lnTo>
                    <a:pt x="4211747" y="1461986"/>
                  </a:lnTo>
                  <a:lnTo>
                    <a:pt x="4210036" y="1461986"/>
                  </a:lnTo>
                  <a:lnTo>
                    <a:pt x="4208324" y="1461986"/>
                  </a:lnTo>
                  <a:lnTo>
                    <a:pt x="4206613" y="1461986"/>
                  </a:lnTo>
                  <a:lnTo>
                    <a:pt x="4204901" y="1461986"/>
                  </a:lnTo>
                  <a:lnTo>
                    <a:pt x="4203190" y="1461986"/>
                  </a:lnTo>
                  <a:lnTo>
                    <a:pt x="4201479" y="1461986"/>
                  </a:lnTo>
                  <a:lnTo>
                    <a:pt x="4199767" y="1461986"/>
                  </a:lnTo>
                  <a:lnTo>
                    <a:pt x="4198056" y="1461986"/>
                  </a:lnTo>
                  <a:lnTo>
                    <a:pt x="4196344" y="1461986"/>
                  </a:lnTo>
                  <a:lnTo>
                    <a:pt x="4194633" y="1461986"/>
                  </a:lnTo>
                  <a:lnTo>
                    <a:pt x="4192922" y="1461986"/>
                  </a:lnTo>
                  <a:lnTo>
                    <a:pt x="4191210" y="1461986"/>
                  </a:lnTo>
                  <a:lnTo>
                    <a:pt x="4189499" y="1461986"/>
                  </a:lnTo>
                  <a:lnTo>
                    <a:pt x="4187787" y="1461986"/>
                  </a:lnTo>
                  <a:lnTo>
                    <a:pt x="4186076" y="1461986"/>
                  </a:lnTo>
                  <a:lnTo>
                    <a:pt x="4184365" y="1461986"/>
                  </a:lnTo>
                  <a:lnTo>
                    <a:pt x="4182653" y="1461986"/>
                  </a:lnTo>
                  <a:lnTo>
                    <a:pt x="4180942" y="1461986"/>
                  </a:lnTo>
                  <a:lnTo>
                    <a:pt x="4179230" y="1461986"/>
                  </a:lnTo>
                  <a:lnTo>
                    <a:pt x="4177519" y="1461986"/>
                  </a:lnTo>
                  <a:lnTo>
                    <a:pt x="4175808" y="1461986"/>
                  </a:lnTo>
                  <a:lnTo>
                    <a:pt x="4174096" y="1461986"/>
                  </a:lnTo>
                  <a:lnTo>
                    <a:pt x="4172385" y="1461986"/>
                  </a:lnTo>
                  <a:lnTo>
                    <a:pt x="4170673" y="1461986"/>
                  </a:lnTo>
                  <a:lnTo>
                    <a:pt x="4168962" y="1461986"/>
                  </a:lnTo>
                  <a:lnTo>
                    <a:pt x="4167251" y="1461986"/>
                  </a:lnTo>
                  <a:lnTo>
                    <a:pt x="4165539" y="1461986"/>
                  </a:lnTo>
                  <a:lnTo>
                    <a:pt x="4163828" y="1461986"/>
                  </a:lnTo>
                  <a:lnTo>
                    <a:pt x="4162116" y="1461986"/>
                  </a:lnTo>
                  <a:lnTo>
                    <a:pt x="4160405" y="1461986"/>
                  </a:lnTo>
                  <a:lnTo>
                    <a:pt x="4158694" y="1461986"/>
                  </a:lnTo>
                  <a:lnTo>
                    <a:pt x="4156982" y="1461986"/>
                  </a:lnTo>
                  <a:lnTo>
                    <a:pt x="4155271" y="1461986"/>
                  </a:lnTo>
                  <a:lnTo>
                    <a:pt x="4153559" y="1461986"/>
                  </a:lnTo>
                  <a:lnTo>
                    <a:pt x="4151848" y="1461986"/>
                  </a:lnTo>
                  <a:lnTo>
                    <a:pt x="4150137" y="1461986"/>
                  </a:lnTo>
                  <a:lnTo>
                    <a:pt x="4148425" y="1461986"/>
                  </a:lnTo>
                  <a:lnTo>
                    <a:pt x="4146714" y="1461986"/>
                  </a:lnTo>
                  <a:lnTo>
                    <a:pt x="4145002" y="1461986"/>
                  </a:lnTo>
                  <a:lnTo>
                    <a:pt x="4143291" y="1461986"/>
                  </a:lnTo>
                  <a:lnTo>
                    <a:pt x="4141580" y="1461986"/>
                  </a:lnTo>
                  <a:lnTo>
                    <a:pt x="4139868" y="1461986"/>
                  </a:lnTo>
                  <a:lnTo>
                    <a:pt x="4138157" y="1461986"/>
                  </a:lnTo>
                  <a:lnTo>
                    <a:pt x="4136445" y="1461986"/>
                  </a:lnTo>
                  <a:lnTo>
                    <a:pt x="4134734" y="1461986"/>
                  </a:lnTo>
                  <a:lnTo>
                    <a:pt x="4133023" y="1461986"/>
                  </a:lnTo>
                  <a:lnTo>
                    <a:pt x="4131311" y="1461986"/>
                  </a:lnTo>
                  <a:lnTo>
                    <a:pt x="4129600" y="1461986"/>
                  </a:lnTo>
                  <a:lnTo>
                    <a:pt x="4127888" y="1461986"/>
                  </a:lnTo>
                  <a:lnTo>
                    <a:pt x="4126177" y="1461986"/>
                  </a:lnTo>
                  <a:lnTo>
                    <a:pt x="4124466" y="1461986"/>
                  </a:lnTo>
                  <a:lnTo>
                    <a:pt x="4122754" y="1461986"/>
                  </a:lnTo>
                  <a:lnTo>
                    <a:pt x="4121043" y="1461986"/>
                  </a:lnTo>
                  <a:lnTo>
                    <a:pt x="4119331" y="1461986"/>
                  </a:lnTo>
                  <a:lnTo>
                    <a:pt x="4117620" y="1461986"/>
                  </a:lnTo>
                  <a:lnTo>
                    <a:pt x="4115909" y="1461986"/>
                  </a:lnTo>
                  <a:lnTo>
                    <a:pt x="4114197" y="1461986"/>
                  </a:lnTo>
                  <a:lnTo>
                    <a:pt x="4112486" y="1461986"/>
                  </a:lnTo>
                  <a:lnTo>
                    <a:pt x="4110775" y="1461986"/>
                  </a:lnTo>
                  <a:lnTo>
                    <a:pt x="4109063" y="1461986"/>
                  </a:lnTo>
                  <a:lnTo>
                    <a:pt x="4107352" y="1461986"/>
                  </a:lnTo>
                  <a:lnTo>
                    <a:pt x="4105640" y="1461986"/>
                  </a:lnTo>
                  <a:lnTo>
                    <a:pt x="4103929" y="1461986"/>
                  </a:lnTo>
                  <a:lnTo>
                    <a:pt x="4102218" y="1461986"/>
                  </a:lnTo>
                  <a:lnTo>
                    <a:pt x="4100506" y="1461986"/>
                  </a:lnTo>
                  <a:lnTo>
                    <a:pt x="4098795" y="1461986"/>
                  </a:lnTo>
                  <a:lnTo>
                    <a:pt x="4097083" y="1461986"/>
                  </a:lnTo>
                  <a:lnTo>
                    <a:pt x="4095372" y="1461986"/>
                  </a:lnTo>
                  <a:lnTo>
                    <a:pt x="4093661" y="1461986"/>
                  </a:lnTo>
                  <a:lnTo>
                    <a:pt x="4091949" y="1461986"/>
                  </a:lnTo>
                  <a:lnTo>
                    <a:pt x="4090238" y="1461986"/>
                  </a:lnTo>
                  <a:lnTo>
                    <a:pt x="4088526" y="1461986"/>
                  </a:lnTo>
                  <a:lnTo>
                    <a:pt x="4086815" y="1461986"/>
                  </a:lnTo>
                  <a:lnTo>
                    <a:pt x="4085104" y="1461986"/>
                  </a:lnTo>
                  <a:lnTo>
                    <a:pt x="4083392" y="1461986"/>
                  </a:lnTo>
                  <a:lnTo>
                    <a:pt x="4081681" y="1461986"/>
                  </a:lnTo>
                  <a:lnTo>
                    <a:pt x="4079969" y="1461986"/>
                  </a:lnTo>
                  <a:lnTo>
                    <a:pt x="4078258" y="1461986"/>
                  </a:lnTo>
                  <a:lnTo>
                    <a:pt x="4076547" y="1461986"/>
                  </a:lnTo>
                  <a:lnTo>
                    <a:pt x="4074835" y="1461986"/>
                  </a:lnTo>
                  <a:lnTo>
                    <a:pt x="4073124" y="1461986"/>
                  </a:lnTo>
                  <a:lnTo>
                    <a:pt x="4071412" y="1461986"/>
                  </a:lnTo>
                  <a:lnTo>
                    <a:pt x="4069701" y="1461986"/>
                  </a:lnTo>
                  <a:lnTo>
                    <a:pt x="4067990" y="1461986"/>
                  </a:lnTo>
                  <a:lnTo>
                    <a:pt x="4066278" y="1461986"/>
                  </a:lnTo>
                  <a:lnTo>
                    <a:pt x="4064567" y="1461986"/>
                  </a:lnTo>
                  <a:lnTo>
                    <a:pt x="4062855" y="1461986"/>
                  </a:lnTo>
                  <a:lnTo>
                    <a:pt x="4061144" y="1461986"/>
                  </a:lnTo>
                  <a:lnTo>
                    <a:pt x="4059433" y="1461986"/>
                  </a:lnTo>
                  <a:lnTo>
                    <a:pt x="4057721" y="1461986"/>
                  </a:lnTo>
                  <a:lnTo>
                    <a:pt x="4056010" y="1461986"/>
                  </a:lnTo>
                  <a:lnTo>
                    <a:pt x="4054298" y="1461986"/>
                  </a:lnTo>
                  <a:lnTo>
                    <a:pt x="4052587" y="1461986"/>
                  </a:lnTo>
                  <a:lnTo>
                    <a:pt x="4050876" y="1461986"/>
                  </a:lnTo>
                  <a:lnTo>
                    <a:pt x="4049164" y="1461986"/>
                  </a:lnTo>
                  <a:lnTo>
                    <a:pt x="4047453" y="1461986"/>
                  </a:lnTo>
                  <a:lnTo>
                    <a:pt x="4045741" y="1461986"/>
                  </a:lnTo>
                  <a:lnTo>
                    <a:pt x="4044030" y="1461986"/>
                  </a:lnTo>
                  <a:lnTo>
                    <a:pt x="4042319" y="1461986"/>
                  </a:lnTo>
                  <a:lnTo>
                    <a:pt x="4040607" y="1461986"/>
                  </a:lnTo>
                  <a:lnTo>
                    <a:pt x="4038896" y="1461986"/>
                  </a:lnTo>
                  <a:lnTo>
                    <a:pt x="4037184" y="1461986"/>
                  </a:lnTo>
                  <a:lnTo>
                    <a:pt x="4035473" y="1461986"/>
                  </a:lnTo>
                  <a:lnTo>
                    <a:pt x="4033762" y="1461986"/>
                  </a:lnTo>
                  <a:lnTo>
                    <a:pt x="4032050" y="1461986"/>
                  </a:lnTo>
                  <a:lnTo>
                    <a:pt x="4030339" y="1461986"/>
                  </a:lnTo>
                  <a:lnTo>
                    <a:pt x="4028627" y="1461986"/>
                  </a:lnTo>
                  <a:lnTo>
                    <a:pt x="4026916" y="1461986"/>
                  </a:lnTo>
                  <a:lnTo>
                    <a:pt x="4025205" y="1461986"/>
                  </a:lnTo>
                  <a:lnTo>
                    <a:pt x="4023493" y="1461986"/>
                  </a:lnTo>
                  <a:lnTo>
                    <a:pt x="4021782" y="1461986"/>
                  </a:lnTo>
                  <a:lnTo>
                    <a:pt x="4020070" y="1461986"/>
                  </a:lnTo>
                  <a:lnTo>
                    <a:pt x="4018359" y="1461986"/>
                  </a:lnTo>
                  <a:lnTo>
                    <a:pt x="4016648" y="1461986"/>
                  </a:lnTo>
                  <a:lnTo>
                    <a:pt x="4014936" y="1461986"/>
                  </a:lnTo>
                  <a:lnTo>
                    <a:pt x="4013225" y="1461986"/>
                  </a:lnTo>
                  <a:lnTo>
                    <a:pt x="4011513" y="1461986"/>
                  </a:lnTo>
                  <a:lnTo>
                    <a:pt x="4009802" y="1461986"/>
                  </a:lnTo>
                  <a:lnTo>
                    <a:pt x="4008091" y="1461986"/>
                  </a:lnTo>
                  <a:lnTo>
                    <a:pt x="4006379" y="1461986"/>
                  </a:lnTo>
                  <a:lnTo>
                    <a:pt x="4004668" y="1461986"/>
                  </a:lnTo>
                  <a:lnTo>
                    <a:pt x="4002957" y="1461986"/>
                  </a:lnTo>
                  <a:lnTo>
                    <a:pt x="4001245" y="1461986"/>
                  </a:lnTo>
                  <a:lnTo>
                    <a:pt x="3999534" y="1461986"/>
                  </a:lnTo>
                  <a:lnTo>
                    <a:pt x="3997822" y="1461986"/>
                  </a:lnTo>
                  <a:lnTo>
                    <a:pt x="3996111" y="1461986"/>
                  </a:lnTo>
                  <a:lnTo>
                    <a:pt x="3994400" y="1461986"/>
                  </a:lnTo>
                  <a:lnTo>
                    <a:pt x="3992688" y="1461986"/>
                  </a:lnTo>
                  <a:lnTo>
                    <a:pt x="3990977" y="1461986"/>
                  </a:lnTo>
                  <a:lnTo>
                    <a:pt x="3989265" y="1461986"/>
                  </a:lnTo>
                  <a:lnTo>
                    <a:pt x="3987554" y="1461986"/>
                  </a:lnTo>
                  <a:lnTo>
                    <a:pt x="3985843" y="1461986"/>
                  </a:lnTo>
                  <a:lnTo>
                    <a:pt x="3984131" y="1461986"/>
                  </a:lnTo>
                  <a:lnTo>
                    <a:pt x="3982420" y="1461986"/>
                  </a:lnTo>
                  <a:lnTo>
                    <a:pt x="3980708" y="1461986"/>
                  </a:lnTo>
                  <a:lnTo>
                    <a:pt x="3978997" y="1461986"/>
                  </a:lnTo>
                  <a:lnTo>
                    <a:pt x="3977286" y="1461986"/>
                  </a:lnTo>
                  <a:lnTo>
                    <a:pt x="3975574" y="1461986"/>
                  </a:lnTo>
                  <a:lnTo>
                    <a:pt x="3973863" y="1461986"/>
                  </a:lnTo>
                  <a:lnTo>
                    <a:pt x="3972151" y="1461986"/>
                  </a:lnTo>
                  <a:lnTo>
                    <a:pt x="3970440" y="1461986"/>
                  </a:lnTo>
                  <a:lnTo>
                    <a:pt x="3968729" y="1461986"/>
                  </a:lnTo>
                  <a:lnTo>
                    <a:pt x="3967017" y="1461986"/>
                  </a:lnTo>
                  <a:lnTo>
                    <a:pt x="3965306" y="1461986"/>
                  </a:lnTo>
                  <a:lnTo>
                    <a:pt x="3963594" y="1461986"/>
                  </a:lnTo>
                  <a:lnTo>
                    <a:pt x="3961883" y="1461986"/>
                  </a:lnTo>
                  <a:lnTo>
                    <a:pt x="3960172" y="1461986"/>
                  </a:lnTo>
                  <a:lnTo>
                    <a:pt x="3958460" y="1461986"/>
                  </a:lnTo>
                  <a:lnTo>
                    <a:pt x="3956749" y="1461986"/>
                  </a:lnTo>
                  <a:lnTo>
                    <a:pt x="3955037" y="1461986"/>
                  </a:lnTo>
                  <a:lnTo>
                    <a:pt x="3953326" y="1461986"/>
                  </a:lnTo>
                  <a:lnTo>
                    <a:pt x="3951615" y="1461986"/>
                  </a:lnTo>
                  <a:lnTo>
                    <a:pt x="3949903" y="1461986"/>
                  </a:lnTo>
                  <a:lnTo>
                    <a:pt x="3948192" y="1461986"/>
                  </a:lnTo>
                  <a:lnTo>
                    <a:pt x="3946480" y="1461986"/>
                  </a:lnTo>
                  <a:lnTo>
                    <a:pt x="3944769" y="1461986"/>
                  </a:lnTo>
                  <a:lnTo>
                    <a:pt x="3943058" y="1461986"/>
                  </a:lnTo>
                  <a:lnTo>
                    <a:pt x="3941346" y="1461986"/>
                  </a:lnTo>
                  <a:lnTo>
                    <a:pt x="3939635" y="1461986"/>
                  </a:lnTo>
                  <a:lnTo>
                    <a:pt x="3937923" y="1461986"/>
                  </a:lnTo>
                  <a:lnTo>
                    <a:pt x="3936212" y="1461986"/>
                  </a:lnTo>
                  <a:lnTo>
                    <a:pt x="3934501" y="1461986"/>
                  </a:lnTo>
                  <a:lnTo>
                    <a:pt x="3932789" y="1461986"/>
                  </a:lnTo>
                  <a:lnTo>
                    <a:pt x="3931078" y="1461986"/>
                  </a:lnTo>
                  <a:lnTo>
                    <a:pt x="3929366" y="1461986"/>
                  </a:lnTo>
                  <a:lnTo>
                    <a:pt x="3927655" y="1461986"/>
                  </a:lnTo>
                  <a:lnTo>
                    <a:pt x="3925944" y="1461986"/>
                  </a:lnTo>
                  <a:lnTo>
                    <a:pt x="3924232" y="1461986"/>
                  </a:lnTo>
                  <a:lnTo>
                    <a:pt x="3922521" y="1461986"/>
                  </a:lnTo>
                  <a:lnTo>
                    <a:pt x="3920809" y="1461986"/>
                  </a:lnTo>
                  <a:lnTo>
                    <a:pt x="3919098" y="1461986"/>
                  </a:lnTo>
                  <a:lnTo>
                    <a:pt x="3917387" y="1461986"/>
                  </a:lnTo>
                  <a:lnTo>
                    <a:pt x="3915675" y="1461986"/>
                  </a:lnTo>
                  <a:lnTo>
                    <a:pt x="3913964" y="1461986"/>
                  </a:lnTo>
                  <a:lnTo>
                    <a:pt x="3912252" y="1461986"/>
                  </a:lnTo>
                  <a:lnTo>
                    <a:pt x="3910541" y="1461986"/>
                  </a:lnTo>
                  <a:lnTo>
                    <a:pt x="3908830" y="1461986"/>
                  </a:lnTo>
                  <a:lnTo>
                    <a:pt x="3907118" y="1461986"/>
                  </a:lnTo>
                  <a:lnTo>
                    <a:pt x="3905407" y="1461986"/>
                  </a:lnTo>
                  <a:lnTo>
                    <a:pt x="3903695" y="1461986"/>
                  </a:lnTo>
                  <a:lnTo>
                    <a:pt x="3901984" y="1461986"/>
                  </a:lnTo>
                  <a:lnTo>
                    <a:pt x="3900273" y="1461986"/>
                  </a:lnTo>
                  <a:lnTo>
                    <a:pt x="3898561" y="1461986"/>
                  </a:lnTo>
                  <a:lnTo>
                    <a:pt x="3896850" y="1461986"/>
                  </a:lnTo>
                  <a:lnTo>
                    <a:pt x="3895139" y="1461986"/>
                  </a:lnTo>
                  <a:lnTo>
                    <a:pt x="3893427" y="1461986"/>
                  </a:lnTo>
                  <a:lnTo>
                    <a:pt x="3891716" y="1461986"/>
                  </a:lnTo>
                  <a:lnTo>
                    <a:pt x="3890004" y="1461986"/>
                  </a:lnTo>
                  <a:lnTo>
                    <a:pt x="3888293" y="1461986"/>
                  </a:lnTo>
                  <a:lnTo>
                    <a:pt x="3886582" y="1461986"/>
                  </a:lnTo>
                  <a:lnTo>
                    <a:pt x="3884870" y="1461986"/>
                  </a:lnTo>
                  <a:lnTo>
                    <a:pt x="3883159" y="1461986"/>
                  </a:lnTo>
                  <a:lnTo>
                    <a:pt x="3881447" y="1461986"/>
                  </a:lnTo>
                  <a:lnTo>
                    <a:pt x="3879736" y="1461986"/>
                  </a:lnTo>
                  <a:lnTo>
                    <a:pt x="3878025" y="1461986"/>
                  </a:lnTo>
                  <a:lnTo>
                    <a:pt x="3876313" y="1461986"/>
                  </a:lnTo>
                  <a:lnTo>
                    <a:pt x="3874602" y="1461986"/>
                  </a:lnTo>
                  <a:lnTo>
                    <a:pt x="3872890" y="1461986"/>
                  </a:lnTo>
                  <a:lnTo>
                    <a:pt x="3871179" y="1461986"/>
                  </a:lnTo>
                  <a:lnTo>
                    <a:pt x="3869468" y="1461986"/>
                  </a:lnTo>
                  <a:lnTo>
                    <a:pt x="3867756" y="1461986"/>
                  </a:lnTo>
                  <a:lnTo>
                    <a:pt x="3866045" y="1461986"/>
                  </a:lnTo>
                  <a:lnTo>
                    <a:pt x="3864333" y="1461986"/>
                  </a:lnTo>
                  <a:lnTo>
                    <a:pt x="3862622" y="1461986"/>
                  </a:lnTo>
                  <a:lnTo>
                    <a:pt x="3860911" y="1461986"/>
                  </a:lnTo>
                  <a:lnTo>
                    <a:pt x="3859199" y="1461986"/>
                  </a:lnTo>
                  <a:lnTo>
                    <a:pt x="3857488" y="1461986"/>
                  </a:lnTo>
                  <a:lnTo>
                    <a:pt x="3855776" y="1461986"/>
                  </a:lnTo>
                  <a:lnTo>
                    <a:pt x="3854065" y="1461986"/>
                  </a:lnTo>
                  <a:lnTo>
                    <a:pt x="3852354" y="1461986"/>
                  </a:lnTo>
                  <a:lnTo>
                    <a:pt x="3850642" y="1461986"/>
                  </a:lnTo>
                  <a:lnTo>
                    <a:pt x="3848931" y="1461986"/>
                  </a:lnTo>
                  <a:lnTo>
                    <a:pt x="3847219" y="1461986"/>
                  </a:lnTo>
                  <a:lnTo>
                    <a:pt x="3845508" y="1461986"/>
                  </a:lnTo>
                  <a:lnTo>
                    <a:pt x="3843797" y="1461986"/>
                  </a:lnTo>
                  <a:lnTo>
                    <a:pt x="3842085" y="1461986"/>
                  </a:lnTo>
                  <a:lnTo>
                    <a:pt x="3840374" y="1461986"/>
                  </a:lnTo>
                  <a:lnTo>
                    <a:pt x="3838662" y="1461986"/>
                  </a:lnTo>
                  <a:lnTo>
                    <a:pt x="3836951" y="1461986"/>
                  </a:lnTo>
                  <a:lnTo>
                    <a:pt x="3835240" y="1461986"/>
                  </a:lnTo>
                  <a:lnTo>
                    <a:pt x="3833528" y="1461986"/>
                  </a:lnTo>
                  <a:lnTo>
                    <a:pt x="3831817" y="1461986"/>
                  </a:lnTo>
                  <a:lnTo>
                    <a:pt x="3830105" y="1461986"/>
                  </a:lnTo>
                  <a:lnTo>
                    <a:pt x="3828394" y="1461986"/>
                  </a:lnTo>
                  <a:lnTo>
                    <a:pt x="3826683" y="1461986"/>
                  </a:lnTo>
                  <a:lnTo>
                    <a:pt x="3824971" y="1461986"/>
                  </a:lnTo>
                  <a:lnTo>
                    <a:pt x="3823260" y="1461986"/>
                  </a:lnTo>
                  <a:lnTo>
                    <a:pt x="3821548" y="1461986"/>
                  </a:lnTo>
                  <a:lnTo>
                    <a:pt x="3819837" y="1461986"/>
                  </a:lnTo>
                  <a:lnTo>
                    <a:pt x="3818126" y="1461986"/>
                  </a:lnTo>
                  <a:lnTo>
                    <a:pt x="3816414" y="1461986"/>
                  </a:lnTo>
                  <a:lnTo>
                    <a:pt x="3814703" y="1461986"/>
                  </a:lnTo>
                  <a:lnTo>
                    <a:pt x="3812991" y="1461986"/>
                  </a:lnTo>
                  <a:lnTo>
                    <a:pt x="3811280" y="1461986"/>
                  </a:lnTo>
                  <a:lnTo>
                    <a:pt x="3809569" y="1461986"/>
                  </a:lnTo>
                  <a:lnTo>
                    <a:pt x="3807857" y="1461986"/>
                  </a:lnTo>
                  <a:lnTo>
                    <a:pt x="3806146" y="1461986"/>
                  </a:lnTo>
                  <a:lnTo>
                    <a:pt x="3804434" y="1461986"/>
                  </a:lnTo>
                  <a:lnTo>
                    <a:pt x="3802723" y="1461986"/>
                  </a:lnTo>
                  <a:lnTo>
                    <a:pt x="3801012" y="1461986"/>
                  </a:lnTo>
                  <a:lnTo>
                    <a:pt x="3799300" y="1461986"/>
                  </a:lnTo>
                  <a:lnTo>
                    <a:pt x="3797589" y="1461986"/>
                  </a:lnTo>
                  <a:lnTo>
                    <a:pt x="3795877" y="1461986"/>
                  </a:lnTo>
                  <a:lnTo>
                    <a:pt x="3794166" y="1461986"/>
                  </a:lnTo>
                  <a:lnTo>
                    <a:pt x="3792455" y="1461986"/>
                  </a:lnTo>
                  <a:lnTo>
                    <a:pt x="3790743" y="1461986"/>
                  </a:lnTo>
                  <a:lnTo>
                    <a:pt x="3789032" y="1461986"/>
                  </a:lnTo>
                  <a:lnTo>
                    <a:pt x="3787321" y="1461986"/>
                  </a:lnTo>
                  <a:lnTo>
                    <a:pt x="3785609" y="1461986"/>
                  </a:lnTo>
                  <a:lnTo>
                    <a:pt x="3783898" y="1461986"/>
                  </a:lnTo>
                  <a:lnTo>
                    <a:pt x="3782186" y="1461986"/>
                  </a:lnTo>
                  <a:lnTo>
                    <a:pt x="3780475" y="1461986"/>
                  </a:lnTo>
                  <a:lnTo>
                    <a:pt x="3778764" y="1461986"/>
                  </a:lnTo>
                  <a:lnTo>
                    <a:pt x="3777052" y="1461986"/>
                  </a:lnTo>
                  <a:lnTo>
                    <a:pt x="3775341" y="1461986"/>
                  </a:lnTo>
                  <a:lnTo>
                    <a:pt x="3773629" y="1461986"/>
                  </a:lnTo>
                  <a:lnTo>
                    <a:pt x="3771918" y="1461986"/>
                  </a:lnTo>
                  <a:lnTo>
                    <a:pt x="3770207" y="1461986"/>
                  </a:lnTo>
                  <a:lnTo>
                    <a:pt x="3768495" y="1461986"/>
                  </a:lnTo>
                  <a:lnTo>
                    <a:pt x="3766784" y="1461986"/>
                  </a:lnTo>
                  <a:lnTo>
                    <a:pt x="3765072" y="1461986"/>
                  </a:lnTo>
                  <a:lnTo>
                    <a:pt x="3763361" y="1461986"/>
                  </a:lnTo>
                  <a:lnTo>
                    <a:pt x="3761650" y="1461986"/>
                  </a:lnTo>
                  <a:lnTo>
                    <a:pt x="3759938" y="1461986"/>
                  </a:lnTo>
                  <a:lnTo>
                    <a:pt x="3758227" y="1461986"/>
                  </a:lnTo>
                  <a:lnTo>
                    <a:pt x="3756515" y="1461986"/>
                  </a:lnTo>
                  <a:lnTo>
                    <a:pt x="3754804" y="1461986"/>
                  </a:lnTo>
                  <a:lnTo>
                    <a:pt x="3753093" y="1461986"/>
                  </a:lnTo>
                  <a:lnTo>
                    <a:pt x="3751381" y="1461986"/>
                  </a:lnTo>
                  <a:lnTo>
                    <a:pt x="3749670" y="1461986"/>
                  </a:lnTo>
                  <a:lnTo>
                    <a:pt x="3747958" y="1461986"/>
                  </a:lnTo>
                  <a:lnTo>
                    <a:pt x="3746247" y="1461986"/>
                  </a:lnTo>
                  <a:lnTo>
                    <a:pt x="3744536" y="1461986"/>
                  </a:lnTo>
                  <a:lnTo>
                    <a:pt x="3742824" y="1461986"/>
                  </a:lnTo>
                  <a:lnTo>
                    <a:pt x="3741113" y="1461986"/>
                  </a:lnTo>
                  <a:lnTo>
                    <a:pt x="3739401" y="1461986"/>
                  </a:lnTo>
                  <a:lnTo>
                    <a:pt x="3737690" y="1461986"/>
                  </a:lnTo>
                  <a:lnTo>
                    <a:pt x="3735979" y="1461986"/>
                  </a:lnTo>
                  <a:lnTo>
                    <a:pt x="3734267" y="1461986"/>
                  </a:lnTo>
                  <a:lnTo>
                    <a:pt x="3732556" y="1461986"/>
                  </a:lnTo>
                  <a:lnTo>
                    <a:pt x="3730844" y="1461986"/>
                  </a:lnTo>
                  <a:lnTo>
                    <a:pt x="3729133" y="1461986"/>
                  </a:lnTo>
                  <a:lnTo>
                    <a:pt x="3727422" y="1461986"/>
                  </a:lnTo>
                  <a:lnTo>
                    <a:pt x="3725710" y="1461986"/>
                  </a:lnTo>
                  <a:lnTo>
                    <a:pt x="3723999" y="1461986"/>
                  </a:lnTo>
                  <a:lnTo>
                    <a:pt x="3722287" y="1461986"/>
                  </a:lnTo>
                  <a:lnTo>
                    <a:pt x="3720576" y="1461986"/>
                  </a:lnTo>
                  <a:lnTo>
                    <a:pt x="3718865" y="1461986"/>
                  </a:lnTo>
                  <a:lnTo>
                    <a:pt x="3717153" y="1461986"/>
                  </a:lnTo>
                  <a:lnTo>
                    <a:pt x="3715442" y="1461986"/>
                  </a:lnTo>
                  <a:lnTo>
                    <a:pt x="3713730" y="1461986"/>
                  </a:lnTo>
                  <a:lnTo>
                    <a:pt x="3712019" y="1461986"/>
                  </a:lnTo>
                  <a:lnTo>
                    <a:pt x="3710308" y="1461986"/>
                  </a:lnTo>
                  <a:lnTo>
                    <a:pt x="3708596" y="1461986"/>
                  </a:lnTo>
                  <a:lnTo>
                    <a:pt x="3706885" y="1461986"/>
                  </a:lnTo>
                  <a:lnTo>
                    <a:pt x="3705173" y="1461986"/>
                  </a:lnTo>
                  <a:lnTo>
                    <a:pt x="3703462" y="1461986"/>
                  </a:lnTo>
                  <a:lnTo>
                    <a:pt x="3701751" y="1461986"/>
                  </a:lnTo>
                  <a:lnTo>
                    <a:pt x="3700039" y="1461986"/>
                  </a:lnTo>
                  <a:lnTo>
                    <a:pt x="3698328" y="1461986"/>
                  </a:lnTo>
                  <a:lnTo>
                    <a:pt x="3696616" y="1461986"/>
                  </a:lnTo>
                  <a:lnTo>
                    <a:pt x="3694905" y="1461986"/>
                  </a:lnTo>
                  <a:lnTo>
                    <a:pt x="3693194" y="1461986"/>
                  </a:lnTo>
                  <a:lnTo>
                    <a:pt x="3691482" y="1461986"/>
                  </a:lnTo>
                  <a:lnTo>
                    <a:pt x="3689771" y="1461986"/>
                  </a:lnTo>
                  <a:lnTo>
                    <a:pt x="3688060" y="1461986"/>
                  </a:lnTo>
                  <a:lnTo>
                    <a:pt x="3686348" y="1461986"/>
                  </a:lnTo>
                  <a:lnTo>
                    <a:pt x="3684637" y="1461986"/>
                  </a:lnTo>
                  <a:lnTo>
                    <a:pt x="3682925" y="1461986"/>
                  </a:lnTo>
                  <a:lnTo>
                    <a:pt x="3681214" y="1461986"/>
                  </a:lnTo>
                  <a:lnTo>
                    <a:pt x="3679503" y="1461986"/>
                  </a:lnTo>
                  <a:lnTo>
                    <a:pt x="3677791" y="1461986"/>
                  </a:lnTo>
                  <a:lnTo>
                    <a:pt x="3676080" y="1461986"/>
                  </a:lnTo>
                  <a:lnTo>
                    <a:pt x="3674368" y="1461986"/>
                  </a:lnTo>
                  <a:lnTo>
                    <a:pt x="3672657" y="1461986"/>
                  </a:lnTo>
                  <a:lnTo>
                    <a:pt x="3670946" y="1461986"/>
                  </a:lnTo>
                  <a:lnTo>
                    <a:pt x="3669234" y="1461986"/>
                  </a:lnTo>
                  <a:lnTo>
                    <a:pt x="3667523" y="1461986"/>
                  </a:lnTo>
                  <a:lnTo>
                    <a:pt x="3665811" y="1461986"/>
                  </a:lnTo>
                  <a:lnTo>
                    <a:pt x="3664100" y="1461986"/>
                  </a:lnTo>
                  <a:lnTo>
                    <a:pt x="3662389" y="1461986"/>
                  </a:lnTo>
                  <a:lnTo>
                    <a:pt x="3660677" y="1461986"/>
                  </a:lnTo>
                  <a:lnTo>
                    <a:pt x="3658966" y="1461986"/>
                  </a:lnTo>
                  <a:lnTo>
                    <a:pt x="3657254" y="1461986"/>
                  </a:lnTo>
                  <a:lnTo>
                    <a:pt x="3655543" y="1461986"/>
                  </a:lnTo>
                  <a:lnTo>
                    <a:pt x="3653832" y="1461986"/>
                  </a:lnTo>
                  <a:lnTo>
                    <a:pt x="3652120" y="1461986"/>
                  </a:lnTo>
                  <a:lnTo>
                    <a:pt x="3650409" y="1461986"/>
                  </a:lnTo>
                  <a:lnTo>
                    <a:pt x="3648697" y="1461986"/>
                  </a:lnTo>
                  <a:lnTo>
                    <a:pt x="3646986" y="1461986"/>
                  </a:lnTo>
                  <a:lnTo>
                    <a:pt x="3645275" y="1461986"/>
                  </a:lnTo>
                  <a:lnTo>
                    <a:pt x="3643563" y="1461986"/>
                  </a:lnTo>
                  <a:lnTo>
                    <a:pt x="3641852" y="1461986"/>
                  </a:lnTo>
                  <a:lnTo>
                    <a:pt x="3640140" y="1461986"/>
                  </a:lnTo>
                  <a:lnTo>
                    <a:pt x="3638429" y="1461986"/>
                  </a:lnTo>
                  <a:lnTo>
                    <a:pt x="3636718" y="1461986"/>
                  </a:lnTo>
                  <a:lnTo>
                    <a:pt x="3635006" y="1461986"/>
                  </a:lnTo>
                  <a:lnTo>
                    <a:pt x="3633295" y="1461986"/>
                  </a:lnTo>
                  <a:lnTo>
                    <a:pt x="3631583" y="1461986"/>
                  </a:lnTo>
                  <a:lnTo>
                    <a:pt x="3629872" y="1461986"/>
                  </a:lnTo>
                  <a:lnTo>
                    <a:pt x="3628161" y="1461986"/>
                  </a:lnTo>
                  <a:lnTo>
                    <a:pt x="3626449" y="1461986"/>
                  </a:lnTo>
                  <a:lnTo>
                    <a:pt x="3624738" y="1461986"/>
                  </a:lnTo>
                  <a:lnTo>
                    <a:pt x="3623026" y="1461986"/>
                  </a:lnTo>
                  <a:lnTo>
                    <a:pt x="3621315" y="1461986"/>
                  </a:lnTo>
                  <a:lnTo>
                    <a:pt x="3619604" y="1461986"/>
                  </a:lnTo>
                  <a:lnTo>
                    <a:pt x="3617892" y="1461986"/>
                  </a:lnTo>
                  <a:lnTo>
                    <a:pt x="3616181" y="1461986"/>
                  </a:lnTo>
                  <a:lnTo>
                    <a:pt x="3614469" y="1461986"/>
                  </a:lnTo>
                  <a:lnTo>
                    <a:pt x="3612758" y="1461986"/>
                  </a:lnTo>
                  <a:lnTo>
                    <a:pt x="3611047" y="1461986"/>
                  </a:lnTo>
                  <a:lnTo>
                    <a:pt x="3609335" y="1461986"/>
                  </a:lnTo>
                  <a:lnTo>
                    <a:pt x="3607624" y="1461986"/>
                  </a:lnTo>
                  <a:lnTo>
                    <a:pt x="3605912" y="1461986"/>
                  </a:lnTo>
                  <a:lnTo>
                    <a:pt x="3604201" y="1461986"/>
                  </a:lnTo>
                  <a:lnTo>
                    <a:pt x="3602490" y="1461986"/>
                  </a:lnTo>
                  <a:lnTo>
                    <a:pt x="3600778" y="1461986"/>
                  </a:lnTo>
                  <a:lnTo>
                    <a:pt x="3599067" y="1461986"/>
                  </a:lnTo>
                  <a:lnTo>
                    <a:pt x="3597355" y="1461986"/>
                  </a:lnTo>
                  <a:lnTo>
                    <a:pt x="3595644" y="1461986"/>
                  </a:lnTo>
                  <a:lnTo>
                    <a:pt x="3593933" y="1461986"/>
                  </a:lnTo>
                  <a:lnTo>
                    <a:pt x="3592221" y="1461986"/>
                  </a:lnTo>
                  <a:lnTo>
                    <a:pt x="3590510" y="1461986"/>
                  </a:lnTo>
                  <a:lnTo>
                    <a:pt x="3588798" y="1461986"/>
                  </a:lnTo>
                  <a:lnTo>
                    <a:pt x="3587087" y="1461986"/>
                  </a:lnTo>
                  <a:lnTo>
                    <a:pt x="3585376" y="1461986"/>
                  </a:lnTo>
                  <a:lnTo>
                    <a:pt x="3583664" y="1461986"/>
                  </a:lnTo>
                  <a:lnTo>
                    <a:pt x="3581953" y="1461986"/>
                  </a:lnTo>
                  <a:lnTo>
                    <a:pt x="3580242" y="1461986"/>
                  </a:lnTo>
                  <a:lnTo>
                    <a:pt x="3578530" y="1461986"/>
                  </a:lnTo>
                  <a:lnTo>
                    <a:pt x="3576819" y="1461986"/>
                  </a:lnTo>
                  <a:lnTo>
                    <a:pt x="3575107" y="1461986"/>
                  </a:lnTo>
                  <a:lnTo>
                    <a:pt x="3573396" y="1461986"/>
                  </a:lnTo>
                  <a:lnTo>
                    <a:pt x="3571685" y="1461986"/>
                  </a:lnTo>
                  <a:lnTo>
                    <a:pt x="3569973" y="1461986"/>
                  </a:lnTo>
                  <a:lnTo>
                    <a:pt x="3568262" y="1461986"/>
                  </a:lnTo>
                  <a:lnTo>
                    <a:pt x="3566550" y="1461986"/>
                  </a:lnTo>
                  <a:lnTo>
                    <a:pt x="3564839" y="1461986"/>
                  </a:lnTo>
                  <a:lnTo>
                    <a:pt x="3563128" y="1461986"/>
                  </a:lnTo>
                  <a:lnTo>
                    <a:pt x="3561416" y="1461986"/>
                  </a:lnTo>
                  <a:lnTo>
                    <a:pt x="3559705" y="1461986"/>
                  </a:lnTo>
                  <a:lnTo>
                    <a:pt x="3557993" y="1461986"/>
                  </a:lnTo>
                  <a:lnTo>
                    <a:pt x="3556282" y="1461986"/>
                  </a:lnTo>
                  <a:lnTo>
                    <a:pt x="3554571" y="1461986"/>
                  </a:lnTo>
                  <a:lnTo>
                    <a:pt x="3552859" y="1461986"/>
                  </a:lnTo>
                  <a:lnTo>
                    <a:pt x="3551148" y="1461986"/>
                  </a:lnTo>
                  <a:lnTo>
                    <a:pt x="3549436" y="1461986"/>
                  </a:lnTo>
                  <a:lnTo>
                    <a:pt x="3547725" y="1461986"/>
                  </a:lnTo>
                  <a:lnTo>
                    <a:pt x="3546014" y="1461986"/>
                  </a:lnTo>
                  <a:lnTo>
                    <a:pt x="3544302" y="1461986"/>
                  </a:lnTo>
                  <a:lnTo>
                    <a:pt x="3542591" y="1461986"/>
                  </a:lnTo>
                  <a:lnTo>
                    <a:pt x="3540879" y="1461986"/>
                  </a:lnTo>
                  <a:lnTo>
                    <a:pt x="3539168" y="1461986"/>
                  </a:lnTo>
                  <a:lnTo>
                    <a:pt x="3537457" y="1461986"/>
                  </a:lnTo>
                  <a:lnTo>
                    <a:pt x="3535745" y="1461986"/>
                  </a:lnTo>
                  <a:lnTo>
                    <a:pt x="3534034" y="1461986"/>
                  </a:lnTo>
                  <a:lnTo>
                    <a:pt x="3532322" y="1461986"/>
                  </a:lnTo>
                  <a:lnTo>
                    <a:pt x="3530611" y="1461986"/>
                  </a:lnTo>
                  <a:lnTo>
                    <a:pt x="3528900" y="1461986"/>
                  </a:lnTo>
                  <a:lnTo>
                    <a:pt x="3527188" y="1461986"/>
                  </a:lnTo>
                  <a:lnTo>
                    <a:pt x="3525477" y="1461986"/>
                  </a:lnTo>
                  <a:lnTo>
                    <a:pt x="3523765" y="1461986"/>
                  </a:lnTo>
                  <a:lnTo>
                    <a:pt x="3522054" y="1461986"/>
                  </a:lnTo>
                  <a:lnTo>
                    <a:pt x="3520343" y="1461986"/>
                  </a:lnTo>
                  <a:lnTo>
                    <a:pt x="3518631" y="1461986"/>
                  </a:lnTo>
                  <a:lnTo>
                    <a:pt x="3516920" y="1461986"/>
                  </a:lnTo>
                  <a:lnTo>
                    <a:pt x="3515208" y="1461986"/>
                  </a:lnTo>
                  <a:lnTo>
                    <a:pt x="3513497" y="1461986"/>
                  </a:lnTo>
                  <a:lnTo>
                    <a:pt x="3511786" y="1461986"/>
                  </a:lnTo>
                  <a:lnTo>
                    <a:pt x="3510074" y="1461986"/>
                  </a:lnTo>
                  <a:lnTo>
                    <a:pt x="3508363" y="1461986"/>
                  </a:lnTo>
                  <a:lnTo>
                    <a:pt x="3506651" y="1461986"/>
                  </a:lnTo>
                  <a:lnTo>
                    <a:pt x="3504940" y="1461986"/>
                  </a:lnTo>
                  <a:lnTo>
                    <a:pt x="3503229" y="1461986"/>
                  </a:lnTo>
                  <a:lnTo>
                    <a:pt x="3501517" y="1461986"/>
                  </a:lnTo>
                  <a:lnTo>
                    <a:pt x="3499806" y="1461986"/>
                  </a:lnTo>
                  <a:lnTo>
                    <a:pt x="3498094" y="1461986"/>
                  </a:lnTo>
                  <a:lnTo>
                    <a:pt x="3496383" y="1461986"/>
                  </a:lnTo>
                  <a:lnTo>
                    <a:pt x="3494672" y="1461986"/>
                  </a:lnTo>
                  <a:lnTo>
                    <a:pt x="3492960" y="1461986"/>
                  </a:lnTo>
                  <a:lnTo>
                    <a:pt x="3491249" y="1461986"/>
                  </a:lnTo>
                  <a:lnTo>
                    <a:pt x="3489537" y="1461986"/>
                  </a:lnTo>
                  <a:lnTo>
                    <a:pt x="3487826" y="1461986"/>
                  </a:lnTo>
                  <a:lnTo>
                    <a:pt x="3486115" y="1461986"/>
                  </a:lnTo>
                  <a:lnTo>
                    <a:pt x="3484403" y="1461986"/>
                  </a:lnTo>
                  <a:lnTo>
                    <a:pt x="3482692" y="1461986"/>
                  </a:lnTo>
                  <a:lnTo>
                    <a:pt x="3480980" y="1461986"/>
                  </a:lnTo>
                  <a:lnTo>
                    <a:pt x="3479269" y="1461986"/>
                  </a:lnTo>
                  <a:lnTo>
                    <a:pt x="3477558" y="1461986"/>
                  </a:lnTo>
                  <a:lnTo>
                    <a:pt x="3475846" y="1461986"/>
                  </a:lnTo>
                  <a:lnTo>
                    <a:pt x="3474135" y="1461986"/>
                  </a:lnTo>
                  <a:lnTo>
                    <a:pt x="3472424" y="1461986"/>
                  </a:lnTo>
                  <a:lnTo>
                    <a:pt x="3470712" y="1461986"/>
                  </a:lnTo>
                  <a:lnTo>
                    <a:pt x="3469001" y="1461986"/>
                  </a:lnTo>
                  <a:lnTo>
                    <a:pt x="3467289" y="1461986"/>
                  </a:lnTo>
                  <a:lnTo>
                    <a:pt x="3465578" y="1461986"/>
                  </a:lnTo>
                  <a:lnTo>
                    <a:pt x="3463867" y="1461986"/>
                  </a:lnTo>
                  <a:lnTo>
                    <a:pt x="3462155" y="1461986"/>
                  </a:lnTo>
                  <a:lnTo>
                    <a:pt x="3460444" y="1461986"/>
                  </a:lnTo>
                  <a:lnTo>
                    <a:pt x="3458732" y="1461986"/>
                  </a:lnTo>
                  <a:lnTo>
                    <a:pt x="3457021" y="1461986"/>
                  </a:lnTo>
                  <a:lnTo>
                    <a:pt x="3455310" y="1461986"/>
                  </a:lnTo>
                  <a:lnTo>
                    <a:pt x="3453598" y="1461986"/>
                  </a:lnTo>
                  <a:lnTo>
                    <a:pt x="3451887" y="1461986"/>
                  </a:lnTo>
                  <a:lnTo>
                    <a:pt x="3450175" y="1461986"/>
                  </a:lnTo>
                  <a:lnTo>
                    <a:pt x="3448464" y="1461986"/>
                  </a:lnTo>
                  <a:lnTo>
                    <a:pt x="3446753" y="1461986"/>
                  </a:lnTo>
                  <a:lnTo>
                    <a:pt x="3445041" y="1461986"/>
                  </a:lnTo>
                  <a:lnTo>
                    <a:pt x="3443330" y="1461986"/>
                  </a:lnTo>
                  <a:lnTo>
                    <a:pt x="3441618" y="1461986"/>
                  </a:lnTo>
                  <a:lnTo>
                    <a:pt x="3439907" y="1461986"/>
                  </a:lnTo>
                  <a:lnTo>
                    <a:pt x="3438196" y="1461986"/>
                  </a:lnTo>
                  <a:lnTo>
                    <a:pt x="3436484" y="1461986"/>
                  </a:lnTo>
                  <a:lnTo>
                    <a:pt x="3434773" y="1461986"/>
                  </a:lnTo>
                  <a:lnTo>
                    <a:pt x="3433061" y="1461986"/>
                  </a:lnTo>
                  <a:lnTo>
                    <a:pt x="3431350" y="1461986"/>
                  </a:lnTo>
                  <a:lnTo>
                    <a:pt x="3429639" y="1461986"/>
                  </a:lnTo>
                  <a:lnTo>
                    <a:pt x="3427927" y="1461986"/>
                  </a:lnTo>
                  <a:lnTo>
                    <a:pt x="3426216" y="1461986"/>
                  </a:lnTo>
                  <a:lnTo>
                    <a:pt x="3424504" y="1461986"/>
                  </a:lnTo>
                  <a:lnTo>
                    <a:pt x="3422793" y="1461986"/>
                  </a:lnTo>
                  <a:lnTo>
                    <a:pt x="3421082" y="1461986"/>
                  </a:lnTo>
                  <a:lnTo>
                    <a:pt x="3419370" y="1461986"/>
                  </a:lnTo>
                  <a:lnTo>
                    <a:pt x="3417659" y="1461986"/>
                  </a:lnTo>
                  <a:lnTo>
                    <a:pt x="3415947" y="1461986"/>
                  </a:lnTo>
                  <a:lnTo>
                    <a:pt x="3414236" y="1461986"/>
                  </a:lnTo>
                  <a:lnTo>
                    <a:pt x="3412525" y="1461986"/>
                  </a:lnTo>
                  <a:lnTo>
                    <a:pt x="3410813" y="1461986"/>
                  </a:lnTo>
                  <a:lnTo>
                    <a:pt x="3409102" y="1461986"/>
                  </a:lnTo>
                  <a:lnTo>
                    <a:pt x="3407390" y="1461986"/>
                  </a:lnTo>
                  <a:lnTo>
                    <a:pt x="3405679" y="1461986"/>
                  </a:lnTo>
                  <a:lnTo>
                    <a:pt x="3403968" y="1461986"/>
                  </a:lnTo>
                  <a:lnTo>
                    <a:pt x="3402256" y="1461986"/>
                  </a:lnTo>
                  <a:lnTo>
                    <a:pt x="3400545" y="1461986"/>
                  </a:lnTo>
                  <a:lnTo>
                    <a:pt x="3398833" y="1461986"/>
                  </a:lnTo>
                  <a:lnTo>
                    <a:pt x="3397122" y="1461986"/>
                  </a:lnTo>
                  <a:lnTo>
                    <a:pt x="3395411" y="1461986"/>
                  </a:lnTo>
                  <a:lnTo>
                    <a:pt x="3393699" y="1461986"/>
                  </a:lnTo>
                  <a:lnTo>
                    <a:pt x="3391988" y="1461986"/>
                  </a:lnTo>
                  <a:lnTo>
                    <a:pt x="3390276" y="1461986"/>
                  </a:lnTo>
                  <a:lnTo>
                    <a:pt x="3388565" y="1461986"/>
                  </a:lnTo>
                  <a:lnTo>
                    <a:pt x="3386854" y="1461986"/>
                  </a:lnTo>
                  <a:lnTo>
                    <a:pt x="3385142" y="1461986"/>
                  </a:lnTo>
                  <a:lnTo>
                    <a:pt x="3383431" y="1461986"/>
                  </a:lnTo>
                  <a:lnTo>
                    <a:pt x="3381719" y="1461986"/>
                  </a:lnTo>
                  <a:lnTo>
                    <a:pt x="3380008" y="1461986"/>
                  </a:lnTo>
                  <a:lnTo>
                    <a:pt x="3378297" y="1461986"/>
                  </a:lnTo>
                  <a:lnTo>
                    <a:pt x="3376585" y="1461986"/>
                  </a:lnTo>
                  <a:lnTo>
                    <a:pt x="3374874" y="1461986"/>
                  </a:lnTo>
                  <a:lnTo>
                    <a:pt x="3373162" y="1461986"/>
                  </a:lnTo>
                  <a:lnTo>
                    <a:pt x="3371451" y="1461986"/>
                  </a:lnTo>
                  <a:lnTo>
                    <a:pt x="3369740" y="1461986"/>
                  </a:lnTo>
                  <a:lnTo>
                    <a:pt x="3368028" y="1461986"/>
                  </a:lnTo>
                  <a:lnTo>
                    <a:pt x="3366317" y="1461986"/>
                  </a:lnTo>
                  <a:lnTo>
                    <a:pt x="3364606" y="1461986"/>
                  </a:lnTo>
                  <a:lnTo>
                    <a:pt x="3362894" y="1461986"/>
                  </a:lnTo>
                  <a:lnTo>
                    <a:pt x="3361183" y="1461986"/>
                  </a:lnTo>
                  <a:lnTo>
                    <a:pt x="3359471" y="1461986"/>
                  </a:lnTo>
                  <a:lnTo>
                    <a:pt x="3357760" y="1461986"/>
                  </a:lnTo>
                  <a:lnTo>
                    <a:pt x="3356049" y="1461986"/>
                  </a:lnTo>
                  <a:lnTo>
                    <a:pt x="3354337" y="1461986"/>
                  </a:lnTo>
                  <a:lnTo>
                    <a:pt x="3352626" y="1461986"/>
                  </a:lnTo>
                  <a:lnTo>
                    <a:pt x="3350914" y="1461986"/>
                  </a:lnTo>
                  <a:lnTo>
                    <a:pt x="3349203" y="1461986"/>
                  </a:lnTo>
                  <a:lnTo>
                    <a:pt x="3347492" y="1461986"/>
                  </a:lnTo>
                  <a:lnTo>
                    <a:pt x="3345780" y="1461986"/>
                  </a:lnTo>
                  <a:lnTo>
                    <a:pt x="3344069" y="1461986"/>
                  </a:lnTo>
                  <a:lnTo>
                    <a:pt x="3342357" y="1461986"/>
                  </a:lnTo>
                  <a:lnTo>
                    <a:pt x="3340646" y="1461986"/>
                  </a:lnTo>
                  <a:lnTo>
                    <a:pt x="3338935" y="1461986"/>
                  </a:lnTo>
                  <a:lnTo>
                    <a:pt x="3337223" y="1461986"/>
                  </a:lnTo>
                  <a:lnTo>
                    <a:pt x="3335512" y="1461986"/>
                  </a:lnTo>
                  <a:lnTo>
                    <a:pt x="3333800" y="1461986"/>
                  </a:lnTo>
                  <a:lnTo>
                    <a:pt x="3332089" y="1461986"/>
                  </a:lnTo>
                  <a:lnTo>
                    <a:pt x="3330378" y="1461986"/>
                  </a:lnTo>
                  <a:lnTo>
                    <a:pt x="3328666" y="1461986"/>
                  </a:lnTo>
                  <a:lnTo>
                    <a:pt x="3326955" y="1461986"/>
                  </a:lnTo>
                  <a:lnTo>
                    <a:pt x="3325243" y="1461986"/>
                  </a:lnTo>
                  <a:lnTo>
                    <a:pt x="3323532" y="1461986"/>
                  </a:lnTo>
                  <a:lnTo>
                    <a:pt x="3321821" y="1461986"/>
                  </a:lnTo>
                  <a:lnTo>
                    <a:pt x="3320109" y="1461986"/>
                  </a:lnTo>
                  <a:lnTo>
                    <a:pt x="3318398" y="1461986"/>
                  </a:lnTo>
                  <a:lnTo>
                    <a:pt x="3316686" y="1461986"/>
                  </a:lnTo>
                  <a:lnTo>
                    <a:pt x="3314975" y="1461986"/>
                  </a:lnTo>
                  <a:lnTo>
                    <a:pt x="3313264" y="1461986"/>
                  </a:lnTo>
                  <a:lnTo>
                    <a:pt x="3311552" y="1461986"/>
                  </a:lnTo>
                  <a:lnTo>
                    <a:pt x="3309841" y="1461986"/>
                  </a:lnTo>
                  <a:lnTo>
                    <a:pt x="3308129" y="1461986"/>
                  </a:lnTo>
                  <a:lnTo>
                    <a:pt x="3306418" y="1461986"/>
                  </a:lnTo>
                  <a:lnTo>
                    <a:pt x="3304707" y="1461986"/>
                  </a:lnTo>
                  <a:lnTo>
                    <a:pt x="3302995" y="1461986"/>
                  </a:lnTo>
                  <a:lnTo>
                    <a:pt x="3301284" y="1461986"/>
                  </a:lnTo>
                  <a:lnTo>
                    <a:pt x="3299572" y="1461986"/>
                  </a:lnTo>
                  <a:lnTo>
                    <a:pt x="3297861" y="1461986"/>
                  </a:lnTo>
                  <a:lnTo>
                    <a:pt x="3296150" y="1461986"/>
                  </a:lnTo>
                  <a:lnTo>
                    <a:pt x="3294438" y="1461986"/>
                  </a:lnTo>
                  <a:lnTo>
                    <a:pt x="3292727" y="1461986"/>
                  </a:lnTo>
                  <a:lnTo>
                    <a:pt x="3291015" y="1461986"/>
                  </a:lnTo>
                  <a:lnTo>
                    <a:pt x="3289304" y="1461986"/>
                  </a:lnTo>
                  <a:lnTo>
                    <a:pt x="3287593" y="1461986"/>
                  </a:lnTo>
                  <a:lnTo>
                    <a:pt x="3285881" y="1461986"/>
                  </a:lnTo>
                  <a:lnTo>
                    <a:pt x="3284170" y="1461986"/>
                  </a:lnTo>
                  <a:lnTo>
                    <a:pt x="3282458" y="1461986"/>
                  </a:lnTo>
                  <a:lnTo>
                    <a:pt x="3280747" y="1461986"/>
                  </a:lnTo>
                  <a:lnTo>
                    <a:pt x="3279036" y="1461986"/>
                  </a:lnTo>
                  <a:lnTo>
                    <a:pt x="3277324" y="1461986"/>
                  </a:lnTo>
                  <a:lnTo>
                    <a:pt x="3275613" y="1461986"/>
                  </a:lnTo>
                  <a:lnTo>
                    <a:pt x="3273901" y="1461986"/>
                  </a:lnTo>
                  <a:lnTo>
                    <a:pt x="3272190" y="1461986"/>
                  </a:lnTo>
                  <a:lnTo>
                    <a:pt x="3270479" y="1461986"/>
                  </a:lnTo>
                  <a:lnTo>
                    <a:pt x="3268767" y="1461986"/>
                  </a:lnTo>
                  <a:lnTo>
                    <a:pt x="3267056" y="1461986"/>
                  </a:lnTo>
                  <a:lnTo>
                    <a:pt x="3265345" y="1461986"/>
                  </a:lnTo>
                  <a:lnTo>
                    <a:pt x="3263633" y="1461986"/>
                  </a:lnTo>
                  <a:lnTo>
                    <a:pt x="3261922" y="1461986"/>
                  </a:lnTo>
                  <a:lnTo>
                    <a:pt x="3260210" y="1461986"/>
                  </a:lnTo>
                  <a:lnTo>
                    <a:pt x="3258499" y="1461986"/>
                  </a:lnTo>
                  <a:lnTo>
                    <a:pt x="3256788" y="1461986"/>
                  </a:lnTo>
                  <a:lnTo>
                    <a:pt x="3255076" y="1461986"/>
                  </a:lnTo>
                  <a:lnTo>
                    <a:pt x="3253365" y="1461986"/>
                  </a:lnTo>
                  <a:lnTo>
                    <a:pt x="3251653" y="1461986"/>
                  </a:lnTo>
                  <a:lnTo>
                    <a:pt x="3249942" y="1461986"/>
                  </a:lnTo>
                  <a:lnTo>
                    <a:pt x="3248231" y="1461986"/>
                  </a:lnTo>
                  <a:lnTo>
                    <a:pt x="3246519" y="1461986"/>
                  </a:lnTo>
                  <a:lnTo>
                    <a:pt x="3244808" y="1461986"/>
                  </a:lnTo>
                  <a:lnTo>
                    <a:pt x="3243096" y="1461986"/>
                  </a:lnTo>
                  <a:lnTo>
                    <a:pt x="3241385" y="1461986"/>
                  </a:lnTo>
                  <a:lnTo>
                    <a:pt x="3239674" y="1461986"/>
                  </a:lnTo>
                  <a:lnTo>
                    <a:pt x="3237962" y="1461986"/>
                  </a:lnTo>
                  <a:lnTo>
                    <a:pt x="3236251" y="1461986"/>
                  </a:lnTo>
                  <a:lnTo>
                    <a:pt x="3234539" y="1461986"/>
                  </a:lnTo>
                  <a:lnTo>
                    <a:pt x="3232828" y="1461986"/>
                  </a:lnTo>
                  <a:lnTo>
                    <a:pt x="3231117" y="1461986"/>
                  </a:lnTo>
                  <a:lnTo>
                    <a:pt x="3229405" y="1461986"/>
                  </a:lnTo>
                  <a:lnTo>
                    <a:pt x="3227694" y="1461986"/>
                  </a:lnTo>
                  <a:lnTo>
                    <a:pt x="3225982" y="1461986"/>
                  </a:lnTo>
                  <a:lnTo>
                    <a:pt x="3224271" y="1461986"/>
                  </a:lnTo>
                  <a:lnTo>
                    <a:pt x="3222560" y="1461986"/>
                  </a:lnTo>
                  <a:lnTo>
                    <a:pt x="3220848" y="1461986"/>
                  </a:lnTo>
                  <a:lnTo>
                    <a:pt x="3219137" y="1461986"/>
                  </a:lnTo>
                  <a:lnTo>
                    <a:pt x="3217425" y="1461986"/>
                  </a:lnTo>
                  <a:lnTo>
                    <a:pt x="3215714" y="1461986"/>
                  </a:lnTo>
                  <a:lnTo>
                    <a:pt x="3214003" y="1461986"/>
                  </a:lnTo>
                  <a:lnTo>
                    <a:pt x="3212291" y="1461986"/>
                  </a:lnTo>
                  <a:lnTo>
                    <a:pt x="3210580" y="1461986"/>
                  </a:lnTo>
                  <a:lnTo>
                    <a:pt x="3208868" y="1461986"/>
                  </a:lnTo>
                  <a:lnTo>
                    <a:pt x="3207157" y="1461986"/>
                  </a:lnTo>
                  <a:lnTo>
                    <a:pt x="3205446" y="1461986"/>
                  </a:lnTo>
                  <a:lnTo>
                    <a:pt x="3203734" y="1461986"/>
                  </a:lnTo>
                  <a:lnTo>
                    <a:pt x="3202023" y="1461986"/>
                  </a:lnTo>
                  <a:lnTo>
                    <a:pt x="3200311" y="1461986"/>
                  </a:lnTo>
                  <a:lnTo>
                    <a:pt x="3198600" y="1461986"/>
                  </a:lnTo>
                  <a:lnTo>
                    <a:pt x="3196889" y="1461986"/>
                  </a:lnTo>
                  <a:lnTo>
                    <a:pt x="3195177" y="1461986"/>
                  </a:lnTo>
                  <a:lnTo>
                    <a:pt x="3193466" y="1461986"/>
                  </a:lnTo>
                  <a:lnTo>
                    <a:pt x="3191754" y="1461986"/>
                  </a:lnTo>
                  <a:lnTo>
                    <a:pt x="3190043" y="1461986"/>
                  </a:lnTo>
                  <a:lnTo>
                    <a:pt x="3188332" y="1461986"/>
                  </a:lnTo>
                  <a:lnTo>
                    <a:pt x="3186620" y="1461986"/>
                  </a:lnTo>
                  <a:lnTo>
                    <a:pt x="3184909" y="1461986"/>
                  </a:lnTo>
                  <a:lnTo>
                    <a:pt x="3183197" y="1461986"/>
                  </a:lnTo>
                  <a:lnTo>
                    <a:pt x="3181486" y="1461986"/>
                  </a:lnTo>
                  <a:lnTo>
                    <a:pt x="3179775" y="1461986"/>
                  </a:lnTo>
                  <a:lnTo>
                    <a:pt x="3178063" y="1461986"/>
                  </a:lnTo>
                  <a:lnTo>
                    <a:pt x="3176352" y="1461986"/>
                  </a:lnTo>
                  <a:lnTo>
                    <a:pt x="3174640" y="1461986"/>
                  </a:lnTo>
                  <a:lnTo>
                    <a:pt x="3172929" y="1461986"/>
                  </a:lnTo>
                  <a:lnTo>
                    <a:pt x="3171218" y="1461986"/>
                  </a:lnTo>
                  <a:lnTo>
                    <a:pt x="3169506" y="1461986"/>
                  </a:lnTo>
                  <a:lnTo>
                    <a:pt x="3167795" y="1461986"/>
                  </a:lnTo>
                  <a:lnTo>
                    <a:pt x="3166083" y="1461986"/>
                  </a:lnTo>
                  <a:lnTo>
                    <a:pt x="3164372" y="1461986"/>
                  </a:lnTo>
                  <a:lnTo>
                    <a:pt x="3162661" y="1461986"/>
                  </a:lnTo>
                  <a:lnTo>
                    <a:pt x="3160949" y="1461986"/>
                  </a:lnTo>
                  <a:lnTo>
                    <a:pt x="3159238" y="1461986"/>
                  </a:lnTo>
                  <a:lnTo>
                    <a:pt x="3157527" y="1461986"/>
                  </a:lnTo>
                  <a:lnTo>
                    <a:pt x="3155815" y="1461986"/>
                  </a:lnTo>
                  <a:lnTo>
                    <a:pt x="3154104" y="1461986"/>
                  </a:lnTo>
                  <a:lnTo>
                    <a:pt x="3152392" y="1461986"/>
                  </a:lnTo>
                  <a:lnTo>
                    <a:pt x="3150681" y="1461986"/>
                  </a:lnTo>
                  <a:lnTo>
                    <a:pt x="3148970" y="1461986"/>
                  </a:lnTo>
                  <a:lnTo>
                    <a:pt x="3147258" y="1461986"/>
                  </a:lnTo>
                  <a:lnTo>
                    <a:pt x="3145547" y="1461986"/>
                  </a:lnTo>
                  <a:lnTo>
                    <a:pt x="3143835" y="1461986"/>
                  </a:lnTo>
                  <a:lnTo>
                    <a:pt x="3142124" y="1461986"/>
                  </a:lnTo>
                  <a:lnTo>
                    <a:pt x="3140413" y="1461986"/>
                  </a:lnTo>
                  <a:lnTo>
                    <a:pt x="3138701" y="1461986"/>
                  </a:lnTo>
                  <a:lnTo>
                    <a:pt x="3136990" y="1461986"/>
                  </a:lnTo>
                  <a:lnTo>
                    <a:pt x="3135278" y="1461986"/>
                  </a:lnTo>
                  <a:lnTo>
                    <a:pt x="3133567" y="1461986"/>
                  </a:lnTo>
                  <a:lnTo>
                    <a:pt x="3131856" y="1461986"/>
                  </a:lnTo>
                  <a:lnTo>
                    <a:pt x="3130144" y="1461986"/>
                  </a:lnTo>
                  <a:lnTo>
                    <a:pt x="3128433" y="1461986"/>
                  </a:lnTo>
                  <a:lnTo>
                    <a:pt x="3126721" y="1461986"/>
                  </a:lnTo>
                  <a:lnTo>
                    <a:pt x="3125010" y="1461986"/>
                  </a:lnTo>
                  <a:lnTo>
                    <a:pt x="3123299" y="1461986"/>
                  </a:lnTo>
                  <a:lnTo>
                    <a:pt x="3121587" y="1461986"/>
                  </a:lnTo>
                  <a:lnTo>
                    <a:pt x="3119876" y="1461986"/>
                  </a:lnTo>
                  <a:lnTo>
                    <a:pt x="3118164" y="1461986"/>
                  </a:lnTo>
                  <a:lnTo>
                    <a:pt x="3116453" y="1461986"/>
                  </a:lnTo>
                  <a:lnTo>
                    <a:pt x="3114742" y="1461986"/>
                  </a:lnTo>
                  <a:lnTo>
                    <a:pt x="3113030" y="1461986"/>
                  </a:lnTo>
                  <a:lnTo>
                    <a:pt x="3111319" y="1461986"/>
                  </a:lnTo>
                  <a:lnTo>
                    <a:pt x="3109607" y="1461986"/>
                  </a:lnTo>
                  <a:lnTo>
                    <a:pt x="3107896" y="1461986"/>
                  </a:lnTo>
                  <a:lnTo>
                    <a:pt x="3106185" y="1461986"/>
                  </a:lnTo>
                  <a:lnTo>
                    <a:pt x="3104473" y="1461986"/>
                  </a:lnTo>
                  <a:lnTo>
                    <a:pt x="3102762" y="1461986"/>
                  </a:lnTo>
                  <a:lnTo>
                    <a:pt x="3101050" y="1461986"/>
                  </a:lnTo>
                  <a:lnTo>
                    <a:pt x="3099339" y="1461986"/>
                  </a:lnTo>
                  <a:lnTo>
                    <a:pt x="3097628" y="1461986"/>
                  </a:lnTo>
                  <a:lnTo>
                    <a:pt x="3095916" y="1461986"/>
                  </a:lnTo>
                  <a:lnTo>
                    <a:pt x="3094205" y="1461986"/>
                  </a:lnTo>
                  <a:lnTo>
                    <a:pt x="3092493" y="1461986"/>
                  </a:lnTo>
                  <a:lnTo>
                    <a:pt x="3090782" y="1461986"/>
                  </a:lnTo>
                  <a:lnTo>
                    <a:pt x="3089071" y="1461986"/>
                  </a:lnTo>
                  <a:lnTo>
                    <a:pt x="3087359" y="1461986"/>
                  </a:lnTo>
                  <a:lnTo>
                    <a:pt x="3085648" y="1461986"/>
                  </a:lnTo>
                  <a:lnTo>
                    <a:pt x="3083936" y="1461986"/>
                  </a:lnTo>
                  <a:lnTo>
                    <a:pt x="3082225" y="1461986"/>
                  </a:lnTo>
                  <a:lnTo>
                    <a:pt x="3080514" y="1461986"/>
                  </a:lnTo>
                  <a:lnTo>
                    <a:pt x="3078802" y="1461986"/>
                  </a:lnTo>
                  <a:lnTo>
                    <a:pt x="3077091" y="1461986"/>
                  </a:lnTo>
                  <a:lnTo>
                    <a:pt x="3075379" y="1461986"/>
                  </a:lnTo>
                  <a:lnTo>
                    <a:pt x="3073668" y="1461986"/>
                  </a:lnTo>
                  <a:lnTo>
                    <a:pt x="3071957" y="1461986"/>
                  </a:lnTo>
                  <a:lnTo>
                    <a:pt x="3070245" y="1461986"/>
                  </a:lnTo>
                  <a:lnTo>
                    <a:pt x="3068534" y="1461986"/>
                  </a:lnTo>
                  <a:lnTo>
                    <a:pt x="3066822" y="1461986"/>
                  </a:lnTo>
                  <a:lnTo>
                    <a:pt x="3065111" y="1461986"/>
                  </a:lnTo>
                  <a:lnTo>
                    <a:pt x="3063400" y="1461986"/>
                  </a:lnTo>
                  <a:lnTo>
                    <a:pt x="3061688" y="1461986"/>
                  </a:lnTo>
                  <a:lnTo>
                    <a:pt x="3059977" y="1461986"/>
                  </a:lnTo>
                  <a:lnTo>
                    <a:pt x="3058265" y="1461986"/>
                  </a:lnTo>
                  <a:lnTo>
                    <a:pt x="3056554" y="1461986"/>
                  </a:lnTo>
                  <a:lnTo>
                    <a:pt x="3054843" y="1461986"/>
                  </a:lnTo>
                  <a:lnTo>
                    <a:pt x="3053131" y="1461986"/>
                  </a:lnTo>
                  <a:lnTo>
                    <a:pt x="3051420" y="1461986"/>
                  </a:lnTo>
                  <a:lnTo>
                    <a:pt x="3049709" y="1461986"/>
                  </a:lnTo>
                  <a:lnTo>
                    <a:pt x="3047997" y="1461986"/>
                  </a:lnTo>
                  <a:lnTo>
                    <a:pt x="3046286" y="1461986"/>
                  </a:lnTo>
                  <a:lnTo>
                    <a:pt x="3044574" y="1461986"/>
                  </a:lnTo>
                  <a:lnTo>
                    <a:pt x="3042863" y="1461986"/>
                  </a:lnTo>
                  <a:lnTo>
                    <a:pt x="3041152" y="1461986"/>
                  </a:lnTo>
                  <a:lnTo>
                    <a:pt x="3039440" y="1461986"/>
                  </a:lnTo>
                  <a:lnTo>
                    <a:pt x="3037729" y="1461986"/>
                  </a:lnTo>
                  <a:lnTo>
                    <a:pt x="3036017" y="1461986"/>
                  </a:lnTo>
                  <a:lnTo>
                    <a:pt x="3034306" y="1461986"/>
                  </a:lnTo>
                  <a:lnTo>
                    <a:pt x="3032595" y="1461986"/>
                  </a:lnTo>
                  <a:lnTo>
                    <a:pt x="3030883" y="1461986"/>
                  </a:lnTo>
                  <a:lnTo>
                    <a:pt x="3029172" y="1461986"/>
                  </a:lnTo>
                  <a:lnTo>
                    <a:pt x="3027460" y="1461986"/>
                  </a:lnTo>
                  <a:lnTo>
                    <a:pt x="3025749" y="1461986"/>
                  </a:lnTo>
                  <a:lnTo>
                    <a:pt x="3024038" y="1461986"/>
                  </a:lnTo>
                  <a:lnTo>
                    <a:pt x="3022326" y="1461986"/>
                  </a:lnTo>
                  <a:lnTo>
                    <a:pt x="3020615" y="1461986"/>
                  </a:lnTo>
                  <a:lnTo>
                    <a:pt x="3018903" y="1461986"/>
                  </a:lnTo>
                  <a:lnTo>
                    <a:pt x="3017192" y="1461986"/>
                  </a:lnTo>
                  <a:lnTo>
                    <a:pt x="3015481" y="1461986"/>
                  </a:lnTo>
                  <a:lnTo>
                    <a:pt x="3013769" y="1461986"/>
                  </a:lnTo>
                  <a:lnTo>
                    <a:pt x="3012058" y="1461986"/>
                  </a:lnTo>
                  <a:lnTo>
                    <a:pt x="3010346" y="1461986"/>
                  </a:lnTo>
                  <a:lnTo>
                    <a:pt x="3008635" y="1461986"/>
                  </a:lnTo>
                  <a:lnTo>
                    <a:pt x="3006924" y="1461986"/>
                  </a:lnTo>
                  <a:lnTo>
                    <a:pt x="3005212" y="1461986"/>
                  </a:lnTo>
                  <a:lnTo>
                    <a:pt x="3003501" y="1461986"/>
                  </a:lnTo>
                  <a:lnTo>
                    <a:pt x="3001789" y="1461986"/>
                  </a:lnTo>
                  <a:lnTo>
                    <a:pt x="3000078" y="1461986"/>
                  </a:lnTo>
                  <a:lnTo>
                    <a:pt x="2998367" y="1461986"/>
                  </a:lnTo>
                  <a:lnTo>
                    <a:pt x="2996655" y="1461986"/>
                  </a:lnTo>
                  <a:lnTo>
                    <a:pt x="2994944" y="1461986"/>
                  </a:lnTo>
                  <a:lnTo>
                    <a:pt x="2993232" y="1461986"/>
                  </a:lnTo>
                  <a:lnTo>
                    <a:pt x="2991521" y="1461986"/>
                  </a:lnTo>
                  <a:lnTo>
                    <a:pt x="2989810" y="1461986"/>
                  </a:lnTo>
                  <a:lnTo>
                    <a:pt x="2988098" y="1461986"/>
                  </a:lnTo>
                  <a:lnTo>
                    <a:pt x="2986387" y="1461986"/>
                  </a:lnTo>
                  <a:lnTo>
                    <a:pt x="2984675" y="1461986"/>
                  </a:lnTo>
                  <a:lnTo>
                    <a:pt x="2982964" y="1461986"/>
                  </a:lnTo>
                  <a:lnTo>
                    <a:pt x="2981253" y="1461986"/>
                  </a:lnTo>
                  <a:lnTo>
                    <a:pt x="2979541" y="1461986"/>
                  </a:lnTo>
                  <a:lnTo>
                    <a:pt x="2977830" y="1461986"/>
                  </a:lnTo>
                  <a:lnTo>
                    <a:pt x="2976118" y="1461986"/>
                  </a:lnTo>
                  <a:lnTo>
                    <a:pt x="2974407" y="1461986"/>
                  </a:lnTo>
                  <a:lnTo>
                    <a:pt x="2972696" y="1461986"/>
                  </a:lnTo>
                  <a:lnTo>
                    <a:pt x="2970984" y="1461986"/>
                  </a:lnTo>
                  <a:lnTo>
                    <a:pt x="2969273" y="1461986"/>
                  </a:lnTo>
                  <a:lnTo>
                    <a:pt x="2967561" y="1461986"/>
                  </a:lnTo>
                  <a:lnTo>
                    <a:pt x="2965850" y="1461986"/>
                  </a:lnTo>
                  <a:lnTo>
                    <a:pt x="2964139" y="1461986"/>
                  </a:lnTo>
                  <a:lnTo>
                    <a:pt x="2962427" y="1461986"/>
                  </a:lnTo>
                  <a:lnTo>
                    <a:pt x="2960716" y="1461986"/>
                  </a:lnTo>
                  <a:lnTo>
                    <a:pt x="2959004" y="1461986"/>
                  </a:lnTo>
                  <a:lnTo>
                    <a:pt x="2957293" y="1461986"/>
                  </a:lnTo>
                  <a:lnTo>
                    <a:pt x="2955582" y="1461986"/>
                  </a:lnTo>
                  <a:lnTo>
                    <a:pt x="2953870" y="1461986"/>
                  </a:lnTo>
                  <a:lnTo>
                    <a:pt x="2952159" y="1461986"/>
                  </a:lnTo>
                  <a:lnTo>
                    <a:pt x="2950448" y="1461986"/>
                  </a:lnTo>
                  <a:lnTo>
                    <a:pt x="2948736" y="1461986"/>
                  </a:lnTo>
                  <a:lnTo>
                    <a:pt x="2947025" y="1461986"/>
                  </a:lnTo>
                  <a:lnTo>
                    <a:pt x="2945313" y="1461986"/>
                  </a:lnTo>
                  <a:lnTo>
                    <a:pt x="2943602" y="1461986"/>
                  </a:lnTo>
                  <a:lnTo>
                    <a:pt x="2941891" y="1461986"/>
                  </a:lnTo>
                  <a:lnTo>
                    <a:pt x="2940179" y="1461986"/>
                  </a:lnTo>
                  <a:lnTo>
                    <a:pt x="2938468" y="1461986"/>
                  </a:lnTo>
                  <a:lnTo>
                    <a:pt x="2936756" y="1461986"/>
                  </a:lnTo>
                  <a:lnTo>
                    <a:pt x="2935045" y="1461986"/>
                  </a:lnTo>
                  <a:lnTo>
                    <a:pt x="2933334" y="1461986"/>
                  </a:lnTo>
                  <a:lnTo>
                    <a:pt x="2931622" y="1461986"/>
                  </a:lnTo>
                  <a:lnTo>
                    <a:pt x="2929911" y="1461986"/>
                  </a:lnTo>
                  <a:lnTo>
                    <a:pt x="2928199" y="1461986"/>
                  </a:lnTo>
                  <a:lnTo>
                    <a:pt x="2926488" y="1461986"/>
                  </a:lnTo>
                  <a:lnTo>
                    <a:pt x="2924777" y="1461986"/>
                  </a:lnTo>
                  <a:lnTo>
                    <a:pt x="2923065" y="1461986"/>
                  </a:lnTo>
                  <a:lnTo>
                    <a:pt x="2921354" y="1461986"/>
                  </a:lnTo>
                  <a:lnTo>
                    <a:pt x="2919642" y="1461986"/>
                  </a:lnTo>
                  <a:lnTo>
                    <a:pt x="2917931" y="1461986"/>
                  </a:lnTo>
                  <a:lnTo>
                    <a:pt x="2916220" y="1461986"/>
                  </a:lnTo>
                  <a:lnTo>
                    <a:pt x="2914508" y="1461986"/>
                  </a:lnTo>
                  <a:lnTo>
                    <a:pt x="2912797" y="1461986"/>
                  </a:lnTo>
                  <a:lnTo>
                    <a:pt x="2911085" y="1461986"/>
                  </a:lnTo>
                  <a:lnTo>
                    <a:pt x="2909374" y="1461986"/>
                  </a:lnTo>
                  <a:lnTo>
                    <a:pt x="2907663" y="1461986"/>
                  </a:lnTo>
                  <a:lnTo>
                    <a:pt x="2905951" y="1461986"/>
                  </a:lnTo>
                  <a:lnTo>
                    <a:pt x="2904240" y="1461986"/>
                  </a:lnTo>
                  <a:lnTo>
                    <a:pt x="2902528" y="1461986"/>
                  </a:lnTo>
                  <a:lnTo>
                    <a:pt x="2900817" y="1461986"/>
                  </a:lnTo>
                  <a:lnTo>
                    <a:pt x="2899106" y="1461986"/>
                  </a:lnTo>
                  <a:lnTo>
                    <a:pt x="2897394" y="1461986"/>
                  </a:lnTo>
                  <a:lnTo>
                    <a:pt x="2895683" y="1461986"/>
                  </a:lnTo>
                  <a:lnTo>
                    <a:pt x="2893971" y="1461986"/>
                  </a:lnTo>
                  <a:lnTo>
                    <a:pt x="2892260" y="1461986"/>
                  </a:lnTo>
                  <a:lnTo>
                    <a:pt x="2890549" y="1461986"/>
                  </a:lnTo>
                  <a:lnTo>
                    <a:pt x="2888837" y="1461986"/>
                  </a:lnTo>
                  <a:lnTo>
                    <a:pt x="2887126" y="1461986"/>
                  </a:lnTo>
                  <a:lnTo>
                    <a:pt x="2885414" y="1461986"/>
                  </a:lnTo>
                  <a:lnTo>
                    <a:pt x="2883703" y="1461986"/>
                  </a:lnTo>
                  <a:lnTo>
                    <a:pt x="2881992" y="1461986"/>
                  </a:lnTo>
                  <a:lnTo>
                    <a:pt x="2880280" y="1461986"/>
                  </a:lnTo>
                  <a:lnTo>
                    <a:pt x="2878569" y="1461986"/>
                  </a:lnTo>
                  <a:lnTo>
                    <a:pt x="2876857" y="1461986"/>
                  </a:lnTo>
                  <a:lnTo>
                    <a:pt x="2875146" y="1461986"/>
                  </a:lnTo>
                  <a:lnTo>
                    <a:pt x="2873435" y="1461986"/>
                  </a:lnTo>
                  <a:lnTo>
                    <a:pt x="2871723" y="1461986"/>
                  </a:lnTo>
                  <a:lnTo>
                    <a:pt x="2870012" y="1461986"/>
                  </a:lnTo>
                  <a:lnTo>
                    <a:pt x="2868300" y="1461986"/>
                  </a:lnTo>
                  <a:lnTo>
                    <a:pt x="2866589" y="1461986"/>
                  </a:lnTo>
                  <a:lnTo>
                    <a:pt x="2864878" y="1461986"/>
                  </a:lnTo>
                  <a:lnTo>
                    <a:pt x="2863166" y="1461986"/>
                  </a:lnTo>
                  <a:lnTo>
                    <a:pt x="2861455" y="1461986"/>
                  </a:lnTo>
                  <a:lnTo>
                    <a:pt x="2859743" y="1461986"/>
                  </a:lnTo>
                  <a:lnTo>
                    <a:pt x="2858032" y="1461986"/>
                  </a:lnTo>
                  <a:lnTo>
                    <a:pt x="2856321" y="1461986"/>
                  </a:lnTo>
                  <a:lnTo>
                    <a:pt x="2854609" y="1461986"/>
                  </a:lnTo>
                  <a:lnTo>
                    <a:pt x="2852898" y="1461986"/>
                  </a:lnTo>
                  <a:lnTo>
                    <a:pt x="2851186" y="1461986"/>
                  </a:lnTo>
                  <a:lnTo>
                    <a:pt x="2849475" y="1461986"/>
                  </a:lnTo>
                  <a:lnTo>
                    <a:pt x="2847764" y="1461986"/>
                  </a:lnTo>
                  <a:lnTo>
                    <a:pt x="2846052" y="1461986"/>
                  </a:lnTo>
                  <a:lnTo>
                    <a:pt x="2844341" y="1461986"/>
                  </a:lnTo>
                  <a:lnTo>
                    <a:pt x="2842630" y="1461986"/>
                  </a:lnTo>
                  <a:lnTo>
                    <a:pt x="2840918" y="1461986"/>
                  </a:lnTo>
                  <a:lnTo>
                    <a:pt x="2839207" y="1461986"/>
                  </a:lnTo>
                  <a:lnTo>
                    <a:pt x="2837495" y="1461986"/>
                  </a:lnTo>
                  <a:lnTo>
                    <a:pt x="2835784" y="1461986"/>
                  </a:lnTo>
                  <a:lnTo>
                    <a:pt x="2834073" y="1461986"/>
                  </a:lnTo>
                  <a:lnTo>
                    <a:pt x="2832361" y="1461986"/>
                  </a:lnTo>
                  <a:lnTo>
                    <a:pt x="2830650" y="1461986"/>
                  </a:lnTo>
                  <a:lnTo>
                    <a:pt x="2828938" y="1461986"/>
                  </a:lnTo>
                  <a:lnTo>
                    <a:pt x="2827227" y="1461986"/>
                  </a:lnTo>
                  <a:lnTo>
                    <a:pt x="2825516" y="1461986"/>
                  </a:lnTo>
                  <a:lnTo>
                    <a:pt x="2823804" y="1461986"/>
                  </a:lnTo>
                  <a:lnTo>
                    <a:pt x="2822093" y="1461986"/>
                  </a:lnTo>
                  <a:lnTo>
                    <a:pt x="2820381" y="1461986"/>
                  </a:lnTo>
                  <a:lnTo>
                    <a:pt x="2818670" y="1461986"/>
                  </a:lnTo>
                  <a:lnTo>
                    <a:pt x="2816959" y="1461986"/>
                  </a:lnTo>
                  <a:lnTo>
                    <a:pt x="2815247" y="1461986"/>
                  </a:lnTo>
                  <a:lnTo>
                    <a:pt x="2813536" y="1461986"/>
                  </a:lnTo>
                  <a:lnTo>
                    <a:pt x="2811824" y="1461986"/>
                  </a:lnTo>
                  <a:lnTo>
                    <a:pt x="2810113" y="1461986"/>
                  </a:lnTo>
                  <a:lnTo>
                    <a:pt x="2808402" y="1461986"/>
                  </a:lnTo>
                  <a:lnTo>
                    <a:pt x="2806690" y="1461986"/>
                  </a:lnTo>
                  <a:lnTo>
                    <a:pt x="2804979" y="1461986"/>
                  </a:lnTo>
                  <a:lnTo>
                    <a:pt x="2803267" y="1461986"/>
                  </a:lnTo>
                  <a:lnTo>
                    <a:pt x="2801556" y="1461986"/>
                  </a:lnTo>
                  <a:lnTo>
                    <a:pt x="2799845" y="1461986"/>
                  </a:lnTo>
                  <a:lnTo>
                    <a:pt x="2798133" y="1461986"/>
                  </a:lnTo>
                  <a:lnTo>
                    <a:pt x="2796422" y="1461986"/>
                  </a:lnTo>
                  <a:lnTo>
                    <a:pt x="2794710" y="1461986"/>
                  </a:lnTo>
                  <a:lnTo>
                    <a:pt x="2792999" y="1461986"/>
                  </a:lnTo>
                  <a:lnTo>
                    <a:pt x="2791288" y="1461986"/>
                  </a:lnTo>
                  <a:lnTo>
                    <a:pt x="2789576" y="1461986"/>
                  </a:lnTo>
                  <a:lnTo>
                    <a:pt x="2787865" y="1461986"/>
                  </a:lnTo>
                  <a:lnTo>
                    <a:pt x="2786153" y="1461986"/>
                  </a:lnTo>
                  <a:lnTo>
                    <a:pt x="2784442" y="1461986"/>
                  </a:lnTo>
                  <a:lnTo>
                    <a:pt x="2782731" y="1461986"/>
                  </a:lnTo>
                  <a:lnTo>
                    <a:pt x="2781019" y="1461986"/>
                  </a:lnTo>
                  <a:lnTo>
                    <a:pt x="2779308" y="1461986"/>
                  </a:lnTo>
                  <a:lnTo>
                    <a:pt x="2777596" y="1461986"/>
                  </a:lnTo>
                  <a:lnTo>
                    <a:pt x="2775885" y="1461986"/>
                  </a:lnTo>
                  <a:lnTo>
                    <a:pt x="2774174" y="1461986"/>
                  </a:lnTo>
                  <a:lnTo>
                    <a:pt x="2772462" y="1461986"/>
                  </a:lnTo>
                  <a:lnTo>
                    <a:pt x="2770751" y="1461986"/>
                  </a:lnTo>
                  <a:lnTo>
                    <a:pt x="2769039" y="1461986"/>
                  </a:lnTo>
                  <a:lnTo>
                    <a:pt x="2767328" y="1461986"/>
                  </a:lnTo>
                  <a:lnTo>
                    <a:pt x="2765617" y="1461986"/>
                  </a:lnTo>
                  <a:lnTo>
                    <a:pt x="2763905" y="1461986"/>
                  </a:lnTo>
                  <a:lnTo>
                    <a:pt x="2762194" y="1461986"/>
                  </a:lnTo>
                  <a:lnTo>
                    <a:pt x="2760482" y="1461986"/>
                  </a:lnTo>
                  <a:lnTo>
                    <a:pt x="2758771" y="1461986"/>
                  </a:lnTo>
                  <a:lnTo>
                    <a:pt x="2757060" y="1461986"/>
                  </a:lnTo>
                  <a:lnTo>
                    <a:pt x="2755348" y="1461986"/>
                  </a:lnTo>
                  <a:lnTo>
                    <a:pt x="2753637" y="1461986"/>
                  </a:lnTo>
                  <a:lnTo>
                    <a:pt x="2751925" y="1461986"/>
                  </a:lnTo>
                  <a:lnTo>
                    <a:pt x="2750214" y="1461986"/>
                  </a:lnTo>
                  <a:lnTo>
                    <a:pt x="2748503" y="1461986"/>
                  </a:lnTo>
                  <a:lnTo>
                    <a:pt x="2746791" y="1461986"/>
                  </a:lnTo>
                  <a:lnTo>
                    <a:pt x="2745080" y="1461986"/>
                  </a:lnTo>
                  <a:lnTo>
                    <a:pt x="2743368" y="1461986"/>
                  </a:lnTo>
                  <a:lnTo>
                    <a:pt x="2741657" y="1461986"/>
                  </a:lnTo>
                  <a:lnTo>
                    <a:pt x="2739946" y="1461986"/>
                  </a:lnTo>
                  <a:lnTo>
                    <a:pt x="2738234" y="1461986"/>
                  </a:lnTo>
                  <a:lnTo>
                    <a:pt x="2736523" y="1461986"/>
                  </a:lnTo>
                  <a:lnTo>
                    <a:pt x="2734812" y="1461986"/>
                  </a:lnTo>
                  <a:lnTo>
                    <a:pt x="2733100" y="1461986"/>
                  </a:lnTo>
                  <a:lnTo>
                    <a:pt x="2731389" y="1461986"/>
                  </a:lnTo>
                  <a:lnTo>
                    <a:pt x="2729677" y="1461986"/>
                  </a:lnTo>
                  <a:lnTo>
                    <a:pt x="2727966" y="1461986"/>
                  </a:lnTo>
                  <a:lnTo>
                    <a:pt x="2726255" y="1461986"/>
                  </a:lnTo>
                  <a:lnTo>
                    <a:pt x="2724543" y="1461986"/>
                  </a:lnTo>
                  <a:lnTo>
                    <a:pt x="2722832" y="1461986"/>
                  </a:lnTo>
                  <a:lnTo>
                    <a:pt x="2721120" y="1461986"/>
                  </a:lnTo>
                  <a:lnTo>
                    <a:pt x="2719409" y="1461986"/>
                  </a:lnTo>
                  <a:lnTo>
                    <a:pt x="2717698" y="1461986"/>
                  </a:lnTo>
                  <a:lnTo>
                    <a:pt x="2715986" y="1461986"/>
                  </a:lnTo>
                  <a:lnTo>
                    <a:pt x="2714275" y="1461986"/>
                  </a:lnTo>
                  <a:lnTo>
                    <a:pt x="2712563" y="1461986"/>
                  </a:lnTo>
                  <a:lnTo>
                    <a:pt x="2710852" y="1461986"/>
                  </a:lnTo>
                  <a:lnTo>
                    <a:pt x="2709141" y="1461986"/>
                  </a:lnTo>
                  <a:lnTo>
                    <a:pt x="2707429" y="1461986"/>
                  </a:lnTo>
                  <a:lnTo>
                    <a:pt x="2705718" y="1461986"/>
                  </a:lnTo>
                  <a:lnTo>
                    <a:pt x="2704006" y="1461986"/>
                  </a:lnTo>
                  <a:lnTo>
                    <a:pt x="2702295" y="1461986"/>
                  </a:lnTo>
                  <a:lnTo>
                    <a:pt x="2700584" y="1461986"/>
                  </a:lnTo>
                  <a:lnTo>
                    <a:pt x="2698872" y="1461986"/>
                  </a:lnTo>
                  <a:lnTo>
                    <a:pt x="2697161" y="1461986"/>
                  </a:lnTo>
                  <a:lnTo>
                    <a:pt x="2695449" y="1461986"/>
                  </a:lnTo>
                  <a:lnTo>
                    <a:pt x="2693738" y="1461986"/>
                  </a:lnTo>
                  <a:lnTo>
                    <a:pt x="2692027" y="1461986"/>
                  </a:lnTo>
                  <a:lnTo>
                    <a:pt x="2690315" y="1461986"/>
                  </a:lnTo>
                  <a:lnTo>
                    <a:pt x="2688604" y="1461986"/>
                  </a:lnTo>
                  <a:lnTo>
                    <a:pt x="2686892" y="1461986"/>
                  </a:lnTo>
                  <a:lnTo>
                    <a:pt x="2685181" y="1461986"/>
                  </a:lnTo>
                  <a:lnTo>
                    <a:pt x="2683470" y="1461986"/>
                  </a:lnTo>
                  <a:lnTo>
                    <a:pt x="2681758" y="1461986"/>
                  </a:lnTo>
                  <a:lnTo>
                    <a:pt x="2680047" y="1461986"/>
                  </a:lnTo>
                  <a:lnTo>
                    <a:pt x="2678335" y="1461986"/>
                  </a:lnTo>
                  <a:lnTo>
                    <a:pt x="2676624" y="1461986"/>
                  </a:lnTo>
                  <a:lnTo>
                    <a:pt x="2674913" y="1461986"/>
                  </a:lnTo>
                  <a:lnTo>
                    <a:pt x="2673201" y="1461986"/>
                  </a:lnTo>
                  <a:lnTo>
                    <a:pt x="2671490" y="1461986"/>
                  </a:lnTo>
                  <a:lnTo>
                    <a:pt x="2669778" y="1461986"/>
                  </a:lnTo>
                  <a:lnTo>
                    <a:pt x="2668067" y="1461986"/>
                  </a:lnTo>
                  <a:lnTo>
                    <a:pt x="2666356" y="1461986"/>
                  </a:lnTo>
                  <a:lnTo>
                    <a:pt x="2664644" y="1461986"/>
                  </a:lnTo>
                  <a:lnTo>
                    <a:pt x="2662933" y="1461986"/>
                  </a:lnTo>
                  <a:lnTo>
                    <a:pt x="2661221" y="1461986"/>
                  </a:lnTo>
                  <a:lnTo>
                    <a:pt x="2659510" y="1461986"/>
                  </a:lnTo>
                  <a:lnTo>
                    <a:pt x="2657799" y="1461986"/>
                  </a:lnTo>
                  <a:lnTo>
                    <a:pt x="2656087" y="1461986"/>
                  </a:lnTo>
                  <a:lnTo>
                    <a:pt x="2654376" y="1461986"/>
                  </a:lnTo>
                  <a:lnTo>
                    <a:pt x="2652664" y="1461986"/>
                  </a:lnTo>
                  <a:lnTo>
                    <a:pt x="2650953" y="1461986"/>
                  </a:lnTo>
                  <a:lnTo>
                    <a:pt x="2649242" y="1461986"/>
                  </a:lnTo>
                  <a:lnTo>
                    <a:pt x="2647530" y="1461986"/>
                  </a:lnTo>
                  <a:lnTo>
                    <a:pt x="2645819" y="1461986"/>
                  </a:lnTo>
                  <a:lnTo>
                    <a:pt x="2644107" y="1461986"/>
                  </a:lnTo>
                  <a:lnTo>
                    <a:pt x="2642396" y="1461986"/>
                  </a:lnTo>
                  <a:lnTo>
                    <a:pt x="2640685" y="1461986"/>
                  </a:lnTo>
                  <a:lnTo>
                    <a:pt x="2638973" y="1461986"/>
                  </a:lnTo>
                  <a:lnTo>
                    <a:pt x="2637262" y="1461986"/>
                  </a:lnTo>
                  <a:lnTo>
                    <a:pt x="2635550" y="1461986"/>
                  </a:lnTo>
                  <a:lnTo>
                    <a:pt x="2633839" y="1461986"/>
                  </a:lnTo>
                  <a:lnTo>
                    <a:pt x="2632128" y="1461986"/>
                  </a:lnTo>
                  <a:lnTo>
                    <a:pt x="2630416" y="1461986"/>
                  </a:lnTo>
                  <a:lnTo>
                    <a:pt x="2628705" y="1461986"/>
                  </a:lnTo>
                  <a:lnTo>
                    <a:pt x="2626994" y="1461986"/>
                  </a:lnTo>
                  <a:lnTo>
                    <a:pt x="2625282" y="1461986"/>
                  </a:lnTo>
                  <a:lnTo>
                    <a:pt x="2623571" y="1461986"/>
                  </a:lnTo>
                  <a:lnTo>
                    <a:pt x="2621859" y="1461986"/>
                  </a:lnTo>
                  <a:lnTo>
                    <a:pt x="2620148" y="1461986"/>
                  </a:lnTo>
                  <a:lnTo>
                    <a:pt x="2618437" y="1461986"/>
                  </a:lnTo>
                  <a:lnTo>
                    <a:pt x="2616725" y="1461986"/>
                  </a:lnTo>
                  <a:lnTo>
                    <a:pt x="2615014" y="1461986"/>
                  </a:lnTo>
                  <a:lnTo>
                    <a:pt x="2613302" y="1461986"/>
                  </a:lnTo>
                  <a:lnTo>
                    <a:pt x="2611591" y="1461986"/>
                  </a:lnTo>
                  <a:lnTo>
                    <a:pt x="2609880" y="1461986"/>
                  </a:lnTo>
                  <a:lnTo>
                    <a:pt x="2608168" y="1461986"/>
                  </a:lnTo>
                  <a:lnTo>
                    <a:pt x="2606457" y="1461986"/>
                  </a:lnTo>
                  <a:lnTo>
                    <a:pt x="2604745" y="1461986"/>
                  </a:lnTo>
                  <a:lnTo>
                    <a:pt x="2603034" y="1461986"/>
                  </a:lnTo>
                  <a:lnTo>
                    <a:pt x="2601323" y="1461986"/>
                  </a:lnTo>
                  <a:lnTo>
                    <a:pt x="2599611" y="1461986"/>
                  </a:lnTo>
                  <a:lnTo>
                    <a:pt x="2597900" y="1461986"/>
                  </a:lnTo>
                  <a:lnTo>
                    <a:pt x="2596188" y="1461986"/>
                  </a:lnTo>
                  <a:lnTo>
                    <a:pt x="2594477" y="1461986"/>
                  </a:lnTo>
                  <a:lnTo>
                    <a:pt x="2592766" y="1461986"/>
                  </a:lnTo>
                  <a:lnTo>
                    <a:pt x="2591054" y="1461986"/>
                  </a:lnTo>
                  <a:lnTo>
                    <a:pt x="2589343" y="1461986"/>
                  </a:lnTo>
                  <a:lnTo>
                    <a:pt x="2587631" y="1461986"/>
                  </a:lnTo>
                  <a:lnTo>
                    <a:pt x="2585920" y="1461986"/>
                  </a:lnTo>
                  <a:lnTo>
                    <a:pt x="2584209" y="1461986"/>
                  </a:lnTo>
                  <a:lnTo>
                    <a:pt x="2582497" y="1461986"/>
                  </a:lnTo>
                  <a:lnTo>
                    <a:pt x="2580786" y="1461986"/>
                  </a:lnTo>
                  <a:lnTo>
                    <a:pt x="2579074" y="1461986"/>
                  </a:lnTo>
                  <a:lnTo>
                    <a:pt x="2577363" y="1461986"/>
                  </a:lnTo>
                  <a:lnTo>
                    <a:pt x="2575652" y="1461986"/>
                  </a:lnTo>
                  <a:lnTo>
                    <a:pt x="2573940" y="1461986"/>
                  </a:lnTo>
                  <a:lnTo>
                    <a:pt x="2572229" y="1461986"/>
                  </a:lnTo>
                  <a:lnTo>
                    <a:pt x="2570517" y="1461986"/>
                  </a:lnTo>
                  <a:lnTo>
                    <a:pt x="2568806" y="1461986"/>
                  </a:lnTo>
                  <a:lnTo>
                    <a:pt x="2567095" y="1461986"/>
                  </a:lnTo>
                  <a:lnTo>
                    <a:pt x="2565383" y="1461986"/>
                  </a:lnTo>
                  <a:lnTo>
                    <a:pt x="2563672" y="1461986"/>
                  </a:lnTo>
                  <a:lnTo>
                    <a:pt x="2561960" y="1461986"/>
                  </a:lnTo>
                  <a:lnTo>
                    <a:pt x="2560249" y="1461986"/>
                  </a:lnTo>
                  <a:lnTo>
                    <a:pt x="2558538" y="1461986"/>
                  </a:lnTo>
                  <a:lnTo>
                    <a:pt x="2556826" y="1461986"/>
                  </a:lnTo>
                  <a:lnTo>
                    <a:pt x="2555115" y="1461986"/>
                  </a:lnTo>
                  <a:lnTo>
                    <a:pt x="2553403" y="1461986"/>
                  </a:lnTo>
                  <a:lnTo>
                    <a:pt x="2551692" y="1461986"/>
                  </a:lnTo>
                  <a:lnTo>
                    <a:pt x="2549981" y="1461986"/>
                  </a:lnTo>
                  <a:lnTo>
                    <a:pt x="2548269" y="1461986"/>
                  </a:lnTo>
                  <a:lnTo>
                    <a:pt x="2546558" y="1461986"/>
                  </a:lnTo>
                  <a:lnTo>
                    <a:pt x="2544846" y="1461986"/>
                  </a:lnTo>
                  <a:lnTo>
                    <a:pt x="2543135" y="1461986"/>
                  </a:lnTo>
                  <a:lnTo>
                    <a:pt x="2541424" y="1461986"/>
                  </a:lnTo>
                  <a:lnTo>
                    <a:pt x="2539712" y="1461986"/>
                  </a:lnTo>
                  <a:lnTo>
                    <a:pt x="2538001" y="1461986"/>
                  </a:lnTo>
                  <a:lnTo>
                    <a:pt x="2536289" y="1461986"/>
                  </a:lnTo>
                  <a:lnTo>
                    <a:pt x="2534578" y="1461986"/>
                  </a:lnTo>
                  <a:lnTo>
                    <a:pt x="2532867" y="1461986"/>
                  </a:lnTo>
                  <a:lnTo>
                    <a:pt x="2531155" y="1461986"/>
                  </a:lnTo>
                  <a:lnTo>
                    <a:pt x="2529444" y="1461986"/>
                  </a:lnTo>
                  <a:lnTo>
                    <a:pt x="2527733" y="1461986"/>
                  </a:lnTo>
                  <a:lnTo>
                    <a:pt x="2526021" y="1461986"/>
                  </a:lnTo>
                  <a:lnTo>
                    <a:pt x="2524310" y="1461986"/>
                  </a:lnTo>
                  <a:lnTo>
                    <a:pt x="2522598" y="1461986"/>
                  </a:lnTo>
                  <a:lnTo>
                    <a:pt x="2520887" y="1461986"/>
                  </a:lnTo>
                  <a:lnTo>
                    <a:pt x="2519176" y="1461986"/>
                  </a:lnTo>
                  <a:lnTo>
                    <a:pt x="2517464" y="1461986"/>
                  </a:lnTo>
                  <a:lnTo>
                    <a:pt x="2515753" y="1461986"/>
                  </a:lnTo>
                  <a:lnTo>
                    <a:pt x="2514041" y="1461986"/>
                  </a:lnTo>
                  <a:lnTo>
                    <a:pt x="2512330" y="1461986"/>
                  </a:lnTo>
                  <a:lnTo>
                    <a:pt x="2510619" y="1461986"/>
                  </a:lnTo>
                  <a:lnTo>
                    <a:pt x="2508907" y="1461986"/>
                  </a:lnTo>
                  <a:lnTo>
                    <a:pt x="2507196" y="1461986"/>
                  </a:lnTo>
                  <a:lnTo>
                    <a:pt x="2505484" y="1461986"/>
                  </a:lnTo>
                  <a:lnTo>
                    <a:pt x="2503773" y="1461986"/>
                  </a:lnTo>
                  <a:lnTo>
                    <a:pt x="2502062" y="1461986"/>
                  </a:lnTo>
                  <a:lnTo>
                    <a:pt x="2500350" y="1461986"/>
                  </a:lnTo>
                  <a:lnTo>
                    <a:pt x="2498639" y="1461986"/>
                  </a:lnTo>
                  <a:lnTo>
                    <a:pt x="2496927" y="1461986"/>
                  </a:lnTo>
                  <a:lnTo>
                    <a:pt x="2495216" y="1461986"/>
                  </a:lnTo>
                  <a:lnTo>
                    <a:pt x="2493505" y="1461986"/>
                  </a:lnTo>
                  <a:lnTo>
                    <a:pt x="2491793" y="1461986"/>
                  </a:lnTo>
                  <a:lnTo>
                    <a:pt x="2490082" y="1461986"/>
                  </a:lnTo>
                  <a:lnTo>
                    <a:pt x="2488370" y="1461986"/>
                  </a:lnTo>
                  <a:lnTo>
                    <a:pt x="2486659" y="1461986"/>
                  </a:lnTo>
                  <a:lnTo>
                    <a:pt x="2484948" y="1461986"/>
                  </a:lnTo>
                  <a:lnTo>
                    <a:pt x="2483236" y="1461986"/>
                  </a:lnTo>
                  <a:lnTo>
                    <a:pt x="2481525" y="1461986"/>
                  </a:lnTo>
                  <a:lnTo>
                    <a:pt x="2479813" y="1461986"/>
                  </a:lnTo>
                  <a:lnTo>
                    <a:pt x="2478102" y="1461986"/>
                  </a:lnTo>
                  <a:lnTo>
                    <a:pt x="2476391" y="1461986"/>
                  </a:lnTo>
                  <a:lnTo>
                    <a:pt x="2474679" y="1461986"/>
                  </a:lnTo>
                  <a:lnTo>
                    <a:pt x="2472968" y="1461986"/>
                  </a:lnTo>
                  <a:lnTo>
                    <a:pt x="2471256" y="1461986"/>
                  </a:lnTo>
                  <a:lnTo>
                    <a:pt x="2469545" y="1461986"/>
                  </a:lnTo>
                  <a:lnTo>
                    <a:pt x="2467834" y="1461986"/>
                  </a:lnTo>
                  <a:lnTo>
                    <a:pt x="2466122" y="1461986"/>
                  </a:lnTo>
                  <a:lnTo>
                    <a:pt x="2464411" y="1461986"/>
                  </a:lnTo>
                  <a:lnTo>
                    <a:pt x="2462699" y="1461986"/>
                  </a:lnTo>
                  <a:lnTo>
                    <a:pt x="2460988" y="1461986"/>
                  </a:lnTo>
                  <a:lnTo>
                    <a:pt x="2459277" y="1461986"/>
                  </a:lnTo>
                  <a:lnTo>
                    <a:pt x="2457565" y="1461986"/>
                  </a:lnTo>
                  <a:lnTo>
                    <a:pt x="2455854" y="1461986"/>
                  </a:lnTo>
                  <a:lnTo>
                    <a:pt x="2454142" y="1461986"/>
                  </a:lnTo>
                  <a:lnTo>
                    <a:pt x="2452431" y="1461986"/>
                  </a:lnTo>
                  <a:lnTo>
                    <a:pt x="2450720" y="1461986"/>
                  </a:lnTo>
                  <a:lnTo>
                    <a:pt x="2449008" y="1461986"/>
                  </a:lnTo>
                  <a:lnTo>
                    <a:pt x="2447297" y="1461986"/>
                  </a:lnTo>
                  <a:lnTo>
                    <a:pt x="2445585" y="1461986"/>
                  </a:lnTo>
                  <a:lnTo>
                    <a:pt x="2443874" y="1461986"/>
                  </a:lnTo>
                  <a:lnTo>
                    <a:pt x="2442163" y="1461986"/>
                  </a:lnTo>
                  <a:lnTo>
                    <a:pt x="2440451" y="1461986"/>
                  </a:lnTo>
                  <a:lnTo>
                    <a:pt x="2438740" y="1461986"/>
                  </a:lnTo>
                  <a:lnTo>
                    <a:pt x="2437028" y="1461986"/>
                  </a:lnTo>
                  <a:lnTo>
                    <a:pt x="2435317" y="1461986"/>
                  </a:lnTo>
                  <a:lnTo>
                    <a:pt x="2433606" y="1461986"/>
                  </a:lnTo>
                  <a:lnTo>
                    <a:pt x="2431894" y="1461986"/>
                  </a:lnTo>
                  <a:lnTo>
                    <a:pt x="2430183" y="1461986"/>
                  </a:lnTo>
                  <a:lnTo>
                    <a:pt x="2428471" y="1461986"/>
                  </a:lnTo>
                  <a:lnTo>
                    <a:pt x="2426760" y="1461986"/>
                  </a:lnTo>
                  <a:lnTo>
                    <a:pt x="2425049" y="1461986"/>
                  </a:lnTo>
                  <a:lnTo>
                    <a:pt x="2423337" y="1461986"/>
                  </a:lnTo>
                  <a:lnTo>
                    <a:pt x="2421626" y="1461986"/>
                  </a:lnTo>
                  <a:lnTo>
                    <a:pt x="2419915" y="1461986"/>
                  </a:lnTo>
                  <a:lnTo>
                    <a:pt x="2418203" y="1461986"/>
                  </a:lnTo>
                  <a:lnTo>
                    <a:pt x="2416492" y="1461986"/>
                  </a:lnTo>
                  <a:lnTo>
                    <a:pt x="2414780" y="1461986"/>
                  </a:lnTo>
                  <a:lnTo>
                    <a:pt x="2413069" y="1461986"/>
                  </a:lnTo>
                  <a:lnTo>
                    <a:pt x="2411358" y="1461986"/>
                  </a:lnTo>
                  <a:lnTo>
                    <a:pt x="2409646" y="1461986"/>
                  </a:lnTo>
                  <a:lnTo>
                    <a:pt x="2407935" y="1461986"/>
                  </a:lnTo>
                  <a:lnTo>
                    <a:pt x="2406223" y="1461986"/>
                  </a:lnTo>
                  <a:lnTo>
                    <a:pt x="2404512" y="1461986"/>
                  </a:lnTo>
                  <a:lnTo>
                    <a:pt x="2402801" y="1461986"/>
                  </a:lnTo>
                  <a:lnTo>
                    <a:pt x="2401089" y="1461986"/>
                  </a:lnTo>
                  <a:lnTo>
                    <a:pt x="2399378" y="1461986"/>
                  </a:lnTo>
                  <a:lnTo>
                    <a:pt x="2397666" y="1461986"/>
                  </a:lnTo>
                  <a:lnTo>
                    <a:pt x="2395955" y="1461986"/>
                  </a:lnTo>
                  <a:lnTo>
                    <a:pt x="2394244" y="1461986"/>
                  </a:lnTo>
                  <a:lnTo>
                    <a:pt x="2392532" y="1461986"/>
                  </a:lnTo>
                  <a:lnTo>
                    <a:pt x="2390821" y="1461986"/>
                  </a:lnTo>
                  <a:lnTo>
                    <a:pt x="2389109" y="1461986"/>
                  </a:lnTo>
                  <a:lnTo>
                    <a:pt x="2387398" y="1461986"/>
                  </a:lnTo>
                  <a:lnTo>
                    <a:pt x="2385687" y="1461986"/>
                  </a:lnTo>
                  <a:lnTo>
                    <a:pt x="2383975" y="1461986"/>
                  </a:lnTo>
                  <a:lnTo>
                    <a:pt x="2382264" y="1461986"/>
                  </a:lnTo>
                  <a:lnTo>
                    <a:pt x="2380552" y="1461986"/>
                  </a:lnTo>
                  <a:lnTo>
                    <a:pt x="2378841" y="1461986"/>
                  </a:lnTo>
                  <a:lnTo>
                    <a:pt x="2377130" y="1461986"/>
                  </a:lnTo>
                  <a:lnTo>
                    <a:pt x="2375418" y="1461986"/>
                  </a:lnTo>
                  <a:lnTo>
                    <a:pt x="2373707" y="1461986"/>
                  </a:lnTo>
                  <a:lnTo>
                    <a:pt x="2371995" y="1461986"/>
                  </a:lnTo>
                  <a:lnTo>
                    <a:pt x="2370284" y="1461986"/>
                  </a:lnTo>
                  <a:lnTo>
                    <a:pt x="2368573" y="1461986"/>
                  </a:lnTo>
                  <a:lnTo>
                    <a:pt x="2366861" y="1461986"/>
                  </a:lnTo>
                  <a:lnTo>
                    <a:pt x="2365150" y="1461986"/>
                  </a:lnTo>
                  <a:lnTo>
                    <a:pt x="2363438" y="1461986"/>
                  </a:lnTo>
                  <a:lnTo>
                    <a:pt x="2361727" y="1461986"/>
                  </a:lnTo>
                  <a:lnTo>
                    <a:pt x="2360016" y="1461986"/>
                  </a:lnTo>
                  <a:lnTo>
                    <a:pt x="2358304" y="1461986"/>
                  </a:lnTo>
                  <a:lnTo>
                    <a:pt x="2356593" y="1461986"/>
                  </a:lnTo>
                  <a:lnTo>
                    <a:pt x="2354881" y="1461986"/>
                  </a:lnTo>
                  <a:lnTo>
                    <a:pt x="2353170" y="1461986"/>
                  </a:lnTo>
                  <a:lnTo>
                    <a:pt x="2351459" y="1461986"/>
                  </a:lnTo>
                  <a:lnTo>
                    <a:pt x="2349747" y="1461986"/>
                  </a:lnTo>
                  <a:lnTo>
                    <a:pt x="2348036" y="1461986"/>
                  </a:lnTo>
                  <a:lnTo>
                    <a:pt x="2346324" y="1461986"/>
                  </a:lnTo>
                  <a:lnTo>
                    <a:pt x="2344613" y="1461986"/>
                  </a:lnTo>
                  <a:lnTo>
                    <a:pt x="2342902" y="1461986"/>
                  </a:lnTo>
                  <a:lnTo>
                    <a:pt x="2341190" y="1461986"/>
                  </a:lnTo>
                  <a:lnTo>
                    <a:pt x="2339479" y="1461986"/>
                  </a:lnTo>
                  <a:lnTo>
                    <a:pt x="2337767" y="1461986"/>
                  </a:lnTo>
                  <a:lnTo>
                    <a:pt x="2336056" y="1461986"/>
                  </a:lnTo>
                  <a:lnTo>
                    <a:pt x="2334345" y="1461986"/>
                  </a:lnTo>
                  <a:lnTo>
                    <a:pt x="2332633" y="1461986"/>
                  </a:lnTo>
                  <a:lnTo>
                    <a:pt x="2330922" y="1461986"/>
                  </a:lnTo>
                  <a:lnTo>
                    <a:pt x="2329210" y="1461986"/>
                  </a:lnTo>
                  <a:lnTo>
                    <a:pt x="2327499" y="1461986"/>
                  </a:lnTo>
                  <a:lnTo>
                    <a:pt x="2325788" y="1461986"/>
                  </a:lnTo>
                  <a:lnTo>
                    <a:pt x="2324076" y="1461986"/>
                  </a:lnTo>
                  <a:lnTo>
                    <a:pt x="2322365" y="1461986"/>
                  </a:lnTo>
                  <a:lnTo>
                    <a:pt x="2320653" y="1461986"/>
                  </a:lnTo>
                  <a:lnTo>
                    <a:pt x="2318942" y="1461986"/>
                  </a:lnTo>
                  <a:lnTo>
                    <a:pt x="2317231" y="1461986"/>
                  </a:lnTo>
                  <a:lnTo>
                    <a:pt x="2315519" y="1461986"/>
                  </a:lnTo>
                  <a:lnTo>
                    <a:pt x="2313808" y="1461986"/>
                  </a:lnTo>
                  <a:lnTo>
                    <a:pt x="2312097" y="1461986"/>
                  </a:lnTo>
                  <a:lnTo>
                    <a:pt x="2310385" y="1461986"/>
                  </a:lnTo>
                  <a:lnTo>
                    <a:pt x="2308674" y="1461986"/>
                  </a:lnTo>
                  <a:lnTo>
                    <a:pt x="2306962" y="1461986"/>
                  </a:lnTo>
                  <a:lnTo>
                    <a:pt x="2305251" y="1461986"/>
                  </a:lnTo>
                  <a:lnTo>
                    <a:pt x="2303540" y="1461986"/>
                  </a:lnTo>
                  <a:lnTo>
                    <a:pt x="2301828" y="1461986"/>
                  </a:lnTo>
                  <a:lnTo>
                    <a:pt x="2300117" y="1461986"/>
                  </a:lnTo>
                  <a:lnTo>
                    <a:pt x="2298405" y="1461986"/>
                  </a:lnTo>
                  <a:lnTo>
                    <a:pt x="2296694" y="1461986"/>
                  </a:lnTo>
                  <a:lnTo>
                    <a:pt x="2294983" y="1461986"/>
                  </a:lnTo>
                  <a:lnTo>
                    <a:pt x="2293271" y="1461986"/>
                  </a:lnTo>
                  <a:lnTo>
                    <a:pt x="2291560" y="1461986"/>
                  </a:lnTo>
                  <a:lnTo>
                    <a:pt x="2289848" y="1461986"/>
                  </a:lnTo>
                  <a:lnTo>
                    <a:pt x="2288137" y="1461986"/>
                  </a:lnTo>
                  <a:lnTo>
                    <a:pt x="2286426" y="1461986"/>
                  </a:lnTo>
                  <a:lnTo>
                    <a:pt x="2284714" y="1461986"/>
                  </a:lnTo>
                  <a:lnTo>
                    <a:pt x="2283003" y="1461986"/>
                  </a:lnTo>
                  <a:lnTo>
                    <a:pt x="2281291" y="1461986"/>
                  </a:lnTo>
                  <a:lnTo>
                    <a:pt x="2279580" y="1461986"/>
                  </a:lnTo>
                  <a:lnTo>
                    <a:pt x="2277869" y="1461986"/>
                  </a:lnTo>
                  <a:lnTo>
                    <a:pt x="2276157" y="1461986"/>
                  </a:lnTo>
                  <a:lnTo>
                    <a:pt x="2274446" y="1461986"/>
                  </a:lnTo>
                  <a:lnTo>
                    <a:pt x="2272734" y="1461986"/>
                  </a:lnTo>
                  <a:lnTo>
                    <a:pt x="2271023" y="1461986"/>
                  </a:lnTo>
                  <a:lnTo>
                    <a:pt x="2269312" y="1461986"/>
                  </a:lnTo>
                  <a:lnTo>
                    <a:pt x="2267600" y="1461986"/>
                  </a:lnTo>
                  <a:lnTo>
                    <a:pt x="2265889" y="1461986"/>
                  </a:lnTo>
                  <a:lnTo>
                    <a:pt x="2264177" y="1461986"/>
                  </a:lnTo>
                  <a:lnTo>
                    <a:pt x="2262466" y="1461986"/>
                  </a:lnTo>
                  <a:lnTo>
                    <a:pt x="2260755" y="1461986"/>
                  </a:lnTo>
                  <a:lnTo>
                    <a:pt x="2259043" y="1461986"/>
                  </a:lnTo>
                  <a:lnTo>
                    <a:pt x="2257332" y="1461986"/>
                  </a:lnTo>
                  <a:lnTo>
                    <a:pt x="2255620" y="1461986"/>
                  </a:lnTo>
                  <a:lnTo>
                    <a:pt x="2253909" y="1461986"/>
                  </a:lnTo>
                  <a:lnTo>
                    <a:pt x="2252198" y="1461986"/>
                  </a:lnTo>
                  <a:lnTo>
                    <a:pt x="2250486" y="1461986"/>
                  </a:lnTo>
                  <a:lnTo>
                    <a:pt x="2248775" y="1461986"/>
                  </a:lnTo>
                  <a:lnTo>
                    <a:pt x="2247063" y="1461986"/>
                  </a:lnTo>
                  <a:lnTo>
                    <a:pt x="2245352" y="1461986"/>
                  </a:lnTo>
                  <a:lnTo>
                    <a:pt x="2243641" y="1461986"/>
                  </a:lnTo>
                  <a:lnTo>
                    <a:pt x="2241929" y="1461986"/>
                  </a:lnTo>
                  <a:lnTo>
                    <a:pt x="2240218" y="1461986"/>
                  </a:lnTo>
                  <a:lnTo>
                    <a:pt x="2238506" y="1461986"/>
                  </a:lnTo>
                  <a:lnTo>
                    <a:pt x="2236795" y="1461986"/>
                  </a:lnTo>
                  <a:lnTo>
                    <a:pt x="2235084" y="1461986"/>
                  </a:lnTo>
                  <a:lnTo>
                    <a:pt x="2233372" y="1461986"/>
                  </a:lnTo>
                  <a:lnTo>
                    <a:pt x="2231661" y="1461986"/>
                  </a:lnTo>
                  <a:lnTo>
                    <a:pt x="2229949" y="1461986"/>
                  </a:lnTo>
                  <a:lnTo>
                    <a:pt x="2228238" y="1461986"/>
                  </a:lnTo>
                  <a:lnTo>
                    <a:pt x="2226527" y="1461986"/>
                  </a:lnTo>
                  <a:lnTo>
                    <a:pt x="2224815" y="1461986"/>
                  </a:lnTo>
                  <a:lnTo>
                    <a:pt x="2223104" y="1461986"/>
                  </a:lnTo>
                  <a:lnTo>
                    <a:pt x="2221392" y="1461986"/>
                  </a:lnTo>
                  <a:lnTo>
                    <a:pt x="2219681" y="1461986"/>
                  </a:lnTo>
                  <a:lnTo>
                    <a:pt x="2217970" y="1461986"/>
                  </a:lnTo>
                  <a:lnTo>
                    <a:pt x="2216258" y="1461986"/>
                  </a:lnTo>
                  <a:lnTo>
                    <a:pt x="2214547" y="1461986"/>
                  </a:lnTo>
                  <a:lnTo>
                    <a:pt x="2212836" y="1461986"/>
                  </a:lnTo>
                  <a:lnTo>
                    <a:pt x="2211124" y="1461986"/>
                  </a:lnTo>
                  <a:lnTo>
                    <a:pt x="2209413" y="1461986"/>
                  </a:lnTo>
                  <a:lnTo>
                    <a:pt x="2207701" y="1461986"/>
                  </a:lnTo>
                  <a:lnTo>
                    <a:pt x="2205990" y="1461986"/>
                  </a:lnTo>
                  <a:lnTo>
                    <a:pt x="2204279" y="1461986"/>
                  </a:lnTo>
                  <a:lnTo>
                    <a:pt x="2202567" y="1461986"/>
                  </a:lnTo>
                  <a:lnTo>
                    <a:pt x="2200856" y="1461986"/>
                  </a:lnTo>
                  <a:lnTo>
                    <a:pt x="2199144" y="1461986"/>
                  </a:lnTo>
                  <a:lnTo>
                    <a:pt x="2197433" y="1461986"/>
                  </a:lnTo>
                  <a:lnTo>
                    <a:pt x="2195722" y="1461986"/>
                  </a:lnTo>
                  <a:lnTo>
                    <a:pt x="2194010" y="1461986"/>
                  </a:lnTo>
                  <a:lnTo>
                    <a:pt x="2192299" y="1461986"/>
                  </a:lnTo>
                  <a:lnTo>
                    <a:pt x="2190587" y="1461986"/>
                  </a:lnTo>
                  <a:lnTo>
                    <a:pt x="2188876" y="1461986"/>
                  </a:lnTo>
                  <a:lnTo>
                    <a:pt x="2187165" y="1461986"/>
                  </a:lnTo>
                  <a:lnTo>
                    <a:pt x="2185453" y="1461986"/>
                  </a:lnTo>
                  <a:lnTo>
                    <a:pt x="2183742" y="1461986"/>
                  </a:lnTo>
                  <a:lnTo>
                    <a:pt x="2182030" y="1461986"/>
                  </a:lnTo>
                  <a:lnTo>
                    <a:pt x="2180319" y="1461986"/>
                  </a:lnTo>
                  <a:lnTo>
                    <a:pt x="2178608" y="1461986"/>
                  </a:lnTo>
                  <a:lnTo>
                    <a:pt x="2176896" y="1461986"/>
                  </a:lnTo>
                  <a:lnTo>
                    <a:pt x="2175185" y="1461986"/>
                  </a:lnTo>
                  <a:lnTo>
                    <a:pt x="2173473" y="1461986"/>
                  </a:lnTo>
                  <a:lnTo>
                    <a:pt x="2171762" y="1461986"/>
                  </a:lnTo>
                  <a:lnTo>
                    <a:pt x="2170051" y="1461986"/>
                  </a:lnTo>
                  <a:lnTo>
                    <a:pt x="2168339" y="1461986"/>
                  </a:lnTo>
                  <a:lnTo>
                    <a:pt x="2166628" y="1461986"/>
                  </a:lnTo>
                  <a:lnTo>
                    <a:pt x="2164916" y="1461986"/>
                  </a:lnTo>
                  <a:lnTo>
                    <a:pt x="2163205" y="1461986"/>
                  </a:lnTo>
                  <a:lnTo>
                    <a:pt x="2161494" y="1461986"/>
                  </a:lnTo>
                  <a:lnTo>
                    <a:pt x="2159782" y="1461986"/>
                  </a:lnTo>
                  <a:lnTo>
                    <a:pt x="2158071" y="1461986"/>
                  </a:lnTo>
                  <a:lnTo>
                    <a:pt x="2156359" y="1461986"/>
                  </a:lnTo>
                  <a:lnTo>
                    <a:pt x="2154648" y="1461986"/>
                  </a:lnTo>
                  <a:lnTo>
                    <a:pt x="2152937" y="1461986"/>
                  </a:lnTo>
                  <a:lnTo>
                    <a:pt x="2151225" y="1461986"/>
                  </a:lnTo>
                  <a:lnTo>
                    <a:pt x="2149514" y="1461986"/>
                  </a:lnTo>
                  <a:lnTo>
                    <a:pt x="2147802" y="1461986"/>
                  </a:lnTo>
                  <a:lnTo>
                    <a:pt x="2146091" y="1461986"/>
                  </a:lnTo>
                  <a:lnTo>
                    <a:pt x="2144380" y="1461986"/>
                  </a:lnTo>
                  <a:lnTo>
                    <a:pt x="2142668" y="1461986"/>
                  </a:lnTo>
                  <a:lnTo>
                    <a:pt x="2140957" y="1461986"/>
                  </a:lnTo>
                  <a:lnTo>
                    <a:pt x="2139245" y="1461986"/>
                  </a:lnTo>
                  <a:lnTo>
                    <a:pt x="2137534" y="1461986"/>
                  </a:lnTo>
                  <a:lnTo>
                    <a:pt x="2135823" y="1461986"/>
                  </a:lnTo>
                  <a:lnTo>
                    <a:pt x="2134111" y="1461986"/>
                  </a:lnTo>
                  <a:lnTo>
                    <a:pt x="2132400" y="1461986"/>
                  </a:lnTo>
                  <a:lnTo>
                    <a:pt x="2130688" y="1461986"/>
                  </a:lnTo>
                  <a:lnTo>
                    <a:pt x="2128977" y="1461986"/>
                  </a:lnTo>
                  <a:lnTo>
                    <a:pt x="2127266" y="1461986"/>
                  </a:lnTo>
                  <a:lnTo>
                    <a:pt x="2125554" y="1461986"/>
                  </a:lnTo>
                  <a:lnTo>
                    <a:pt x="2123843" y="1461986"/>
                  </a:lnTo>
                  <a:lnTo>
                    <a:pt x="2122131" y="1461986"/>
                  </a:lnTo>
                  <a:lnTo>
                    <a:pt x="2120420" y="1461986"/>
                  </a:lnTo>
                  <a:lnTo>
                    <a:pt x="2118709" y="1461986"/>
                  </a:lnTo>
                  <a:lnTo>
                    <a:pt x="2116997" y="1461986"/>
                  </a:lnTo>
                  <a:lnTo>
                    <a:pt x="2115286" y="1461986"/>
                  </a:lnTo>
                  <a:lnTo>
                    <a:pt x="2113574" y="1461986"/>
                  </a:lnTo>
                  <a:lnTo>
                    <a:pt x="2111863" y="1461986"/>
                  </a:lnTo>
                  <a:lnTo>
                    <a:pt x="2110152" y="1461986"/>
                  </a:lnTo>
                  <a:lnTo>
                    <a:pt x="2108440" y="1461986"/>
                  </a:lnTo>
                  <a:lnTo>
                    <a:pt x="2106729" y="1461986"/>
                  </a:lnTo>
                  <a:lnTo>
                    <a:pt x="2105018" y="1461986"/>
                  </a:lnTo>
                  <a:lnTo>
                    <a:pt x="2103306" y="1461986"/>
                  </a:lnTo>
                  <a:lnTo>
                    <a:pt x="2101595" y="1461986"/>
                  </a:lnTo>
                  <a:lnTo>
                    <a:pt x="2099883" y="1461986"/>
                  </a:lnTo>
                  <a:lnTo>
                    <a:pt x="2098172" y="1461986"/>
                  </a:lnTo>
                  <a:lnTo>
                    <a:pt x="2096461" y="1461986"/>
                  </a:lnTo>
                  <a:lnTo>
                    <a:pt x="2094749" y="1461986"/>
                  </a:lnTo>
                  <a:lnTo>
                    <a:pt x="2093038" y="1461986"/>
                  </a:lnTo>
                  <a:lnTo>
                    <a:pt x="2091326" y="1461986"/>
                  </a:lnTo>
                  <a:lnTo>
                    <a:pt x="2089615" y="1461986"/>
                  </a:lnTo>
                  <a:lnTo>
                    <a:pt x="2087904" y="1461986"/>
                  </a:lnTo>
                  <a:lnTo>
                    <a:pt x="2086192" y="1461986"/>
                  </a:lnTo>
                  <a:lnTo>
                    <a:pt x="2084481" y="1461986"/>
                  </a:lnTo>
                  <a:lnTo>
                    <a:pt x="2082769" y="1461986"/>
                  </a:lnTo>
                  <a:lnTo>
                    <a:pt x="2081058" y="1461986"/>
                  </a:lnTo>
                  <a:lnTo>
                    <a:pt x="2079347" y="1461986"/>
                  </a:lnTo>
                  <a:lnTo>
                    <a:pt x="2077635" y="1461986"/>
                  </a:lnTo>
                  <a:lnTo>
                    <a:pt x="2075924" y="1461986"/>
                  </a:lnTo>
                  <a:lnTo>
                    <a:pt x="2074212" y="1461986"/>
                  </a:lnTo>
                  <a:lnTo>
                    <a:pt x="2072501" y="1461986"/>
                  </a:lnTo>
                  <a:lnTo>
                    <a:pt x="2070790" y="1461986"/>
                  </a:lnTo>
                  <a:lnTo>
                    <a:pt x="2069078" y="1461986"/>
                  </a:lnTo>
                  <a:lnTo>
                    <a:pt x="2067367" y="1461986"/>
                  </a:lnTo>
                  <a:lnTo>
                    <a:pt x="2065655" y="1461986"/>
                  </a:lnTo>
                  <a:lnTo>
                    <a:pt x="2063944" y="1461986"/>
                  </a:lnTo>
                  <a:lnTo>
                    <a:pt x="2062233" y="1461986"/>
                  </a:lnTo>
                  <a:lnTo>
                    <a:pt x="2060521" y="1461986"/>
                  </a:lnTo>
                  <a:lnTo>
                    <a:pt x="2058810" y="1461986"/>
                  </a:lnTo>
                  <a:lnTo>
                    <a:pt x="2057098" y="1461986"/>
                  </a:lnTo>
                  <a:lnTo>
                    <a:pt x="2055387" y="1461986"/>
                  </a:lnTo>
                  <a:lnTo>
                    <a:pt x="2053676" y="1461986"/>
                  </a:lnTo>
                  <a:lnTo>
                    <a:pt x="2051964" y="1461986"/>
                  </a:lnTo>
                  <a:lnTo>
                    <a:pt x="2050253" y="1461986"/>
                  </a:lnTo>
                  <a:lnTo>
                    <a:pt x="2048541" y="1461986"/>
                  </a:lnTo>
                  <a:lnTo>
                    <a:pt x="2046830" y="1461986"/>
                  </a:lnTo>
                  <a:lnTo>
                    <a:pt x="2045119" y="1461986"/>
                  </a:lnTo>
                  <a:lnTo>
                    <a:pt x="2043407" y="1461986"/>
                  </a:lnTo>
                  <a:lnTo>
                    <a:pt x="2041696" y="1461986"/>
                  </a:lnTo>
                  <a:lnTo>
                    <a:pt x="2039984" y="1461986"/>
                  </a:lnTo>
                  <a:lnTo>
                    <a:pt x="2038273" y="1461986"/>
                  </a:lnTo>
                  <a:lnTo>
                    <a:pt x="2036562" y="1461986"/>
                  </a:lnTo>
                  <a:lnTo>
                    <a:pt x="2034850" y="1461986"/>
                  </a:lnTo>
                  <a:lnTo>
                    <a:pt x="2033139" y="1461986"/>
                  </a:lnTo>
                  <a:lnTo>
                    <a:pt x="2031427" y="1461986"/>
                  </a:lnTo>
                  <a:lnTo>
                    <a:pt x="2029716" y="1461986"/>
                  </a:lnTo>
                  <a:lnTo>
                    <a:pt x="2028005" y="1461986"/>
                  </a:lnTo>
                  <a:lnTo>
                    <a:pt x="2026293" y="1461986"/>
                  </a:lnTo>
                  <a:lnTo>
                    <a:pt x="2024582" y="1461986"/>
                  </a:lnTo>
                  <a:lnTo>
                    <a:pt x="2022870" y="1461986"/>
                  </a:lnTo>
                  <a:lnTo>
                    <a:pt x="2021159" y="1461986"/>
                  </a:lnTo>
                  <a:lnTo>
                    <a:pt x="2019448" y="1461986"/>
                  </a:lnTo>
                  <a:lnTo>
                    <a:pt x="2017736" y="1461986"/>
                  </a:lnTo>
                  <a:lnTo>
                    <a:pt x="2016025" y="1461986"/>
                  </a:lnTo>
                  <a:lnTo>
                    <a:pt x="2014313" y="1461986"/>
                  </a:lnTo>
                  <a:lnTo>
                    <a:pt x="2012602" y="1461986"/>
                  </a:lnTo>
                  <a:lnTo>
                    <a:pt x="2010891" y="1461986"/>
                  </a:lnTo>
                  <a:lnTo>
                    <a:pt x="2009179" y="1461986"/>
                  </a:lnTo>
                  <a:lnTo>
                    <a:pt x="2007468" y="1461986"/>
                  </a:lnTo>
                  <a:lnTo>
                    <a:pt x="2005756" y="1461986"/>
                  </a:lnTo>
                  <a:lnTo>
                    <a:pt x="2004045" y="1461986"/>
                  </a:lnTo>
                  <a:lnTo>
                    <a:pt x="2002334" y="1461986"/>
                  </a:lnTo>
                  <a:lnTo>
                    <a:pt x="2000622" y="1461986"/>
                  </a:lnTo>
                  <a:lnTo>
                    <a:pt x="1998911" y="1461986"/>
                  </a:lnTo>
                  <a:lnTo>
                    <a:pt x="1997200" y="1461986"/>
                  </a:lnTo>
                  <a:lnTo>
                    <a:pt x="1995488" y="1461986"/>
                  </a:lnTo>
                  <a:lnTo>
                    <a:pt x="1993777" y="1461986"/>
                  </a:lnTo>
                  <a:lnTo>
                    <a:pt x="1992065" y="1461986"/>
                  </a:lnTo>
                  <a:lnTo>
                    <a:pt x="1990354" y="1461986"/>
                  </a:lnTo>
                  <a:lnTo>
                    <a:pt x="1988643" y="1461986"/>
                  </a:lnTo>
                  <a:lnTo>
                    <a:pt x="1986931" y="1461986"/>
                  </a:lnTo>
                  <a:lnTo>
                    <a:pt x="1985220" y="1461986"/>
                  </a:lnTo>
                  <a:lnTo>
                    <a:pt x="1983508" y="1461986"/>
                  </a:lnTo>
                  <a:lnTo>
                    <a:pt x="1981797" y="1461986"/>
                  </a:lnTo>
                  <a:lnTo>
                    <a:pt x="1980086" y="1461986"/>
                  </a:lnTo>
                  <a:lnTo>
                    <a:pt x="1978374" y="1461986"/>
                  </a:lnTo>
                  <a:lnTo>
                    <a:pt x="1976663" y="1461986"/>
                  </a:lnTo>
                  <a:lnTo>
                    <a:pt x="1974951" y="1461986"/>
                  </a:lnTo>
                  <a:lnTo>
                    <a:pt x="1973240" y="1461986"/>
                  </a:lnTo>
                  <a:lnTo>
                    <a:pt x="1971529" y="1461986"/>
                  </a:lnTo>
                  <a:lnTo>
                    <a:pt x="1969817" y="1461986"/>
                  </a:lnTo>
                  <a:lnTo>
                    <a:pt x="1968106" y="1461986"/>
                  </a:lnTo>
                  <a:lnTo>
                    <a:pt x="1966394" y="1461986"/>
                  </a:lnTo>
                  <a:lnTo>
                    <a:pt x="1964683" y="1461986"/>
                  </a:lnTo>
                  <a:lnTo>
                    <a:pt x="1962972" y="1461986"/>
                  </a:lnTo>
                  <a:lnTo>
                    <a:pt x="1961260" y="1461986"/>
                  </a:lnTo>
                  <a:lnTo>
                    <a:pt x="1959549" y="1461986"/>
                  </a:lnTo>
                  <a:lnTo>
                    <a:pt x="1957837" y="1461986"/>
                  </a:lnTo>
                  <a:lnTo>
                    <a:pt x="1956126" y="1461986"/>
                  </a:lnTo>
                  <a:lnTo>
                    <a:pt x="1954415" y="1461986"/>
                  </a:lnTo>
                  <a:lnTo>
                    <a:pt x="1952703" y="1461986"/>
                  </a:lnTo>
                  <a:lnTo>
                    <a:pt x="1950992" y="1461986"/>
                  </a:lnTo>
                  <a:lnTo>
                    <a:pt x="1949280" y="1461986"/>
                  </a:lnTo>
                  <a:lnTo>
                    <a:pt x="1947569" y="1461986"/>
                  </a:lnTo>
                  <a:lnTo>
                    <a:pt x="1945858" y="1461986"/>
                  </a:lnTo>
                  <a:lnTo>
                    <a:pt x="1944146" y="1461986"/>
                  </a:lnTo>
                  <a:lnTo>
                    <a:pt x="1942435" y="1461986"/>
                  </a:lnTo>
                  <a:lnTo>
                    <a:pt x="1940723" y="1461986"/>
                  </a:lnTo>
                  <a:lnTo>
                    <a:pt x="1939012" y="1461986"/>
                  </a:lnTo>
                  <a:lnTo>
                    <a:pt x="1937301" y="1461986"/>
                  </a:lnTo>
                  <a:lnTo>
                    <a:pt x="1935589" y="1461986"/>
                  </a:lnTo>
                  <a:lnTo>
                    <a:pt x="1933878" y="1461986"/>
                  </a:lnTo>
                  <a:lnTo>
                    <a:pt x="1932166" y="1461986"/>
                  </a:lnTo>
                  <a:lnTo>
                    <a:pt x="1930455" y="1461986"/>
                  </a:lnTo>
                  <a:lnTo>
                    <a:pt x="1928744" y="1461986"/>
                  </a:lnTo>
                  <a:lnTo>
                    <a:pt x="1927032" y="1461986"/>
                  </a:lnTo>
                  <a:lnTo>
                    <a:pt x="1925321" y="1461986"/>
                  </a:lnTo>
                  <a:lnTo>
                    <a:pt x="1923609" y="1461986"/>
                  </a:lnTo>
                  <a:lnTo>
                    <a:pt x="1921898" y="1461986"/>
                  </a:lnTo>
                  <a:lnTo>
                    <a:pt x="1920187" y="1461986"/>
                  </a:lnTo>
                  <a:lnTo>
                    <a:pt x="1918475" y="1461986"/>
                  </a:lnTo>
                  <a:lnTo>
                    <a:pt x="1916764" y="1461986"/>
                  </a:lnTo>
                  <a:lnTo>
                    <a:pt x="1915052" y="1461986"/>
                  </a:lnTo>
                  <a:lnTo>
                    <a:pt x="1913341" y="1461986"/>
                  </a:lnTo>
                  <a:lnTo>
                    <a:pt x="1911630" y="1461986"/>
                  </a:lnTo>
                  <a:lnTo>
                    <a:pt x="1909918" y="1461986"/>
                  </a:lnTo>
                  <a:lnTo>
                    <a:pt x="1908207" y="1461986"/>
                  </a:lnTo>
                  <a:lnTo>
                    <a:pt x="1906495" y="1461986"/>
                  </a:lnTo>
                  <a:lnTo>
                    <a:pt x="1904784" y="1461986"/>
                  </a:lnTo>
                  <a:lnTo>
                    <a:pt x="1903073" y="1461986"/>
                  </a:lnTo>
                  <a:lnTo>
                    <a:pt x="1901361" y="1461986"/>
                  </a:lnTo>
                  <a:lnTo>
                    <a:pt x="1899650" y="1461986"/>
                  </a:lnTo>
                  <a:lnTo>
                    <a:pt x="1897938" y="1461986"/>
                  </a:lnTo>
                  <a:lnTo>
                    <a:pt x="1896227" y="1461986"/>
                  </a:lnTo>
                  <a:lnTo>
                    <a:pt x="1894516" y="1461986"/>
                  </a:lnTo>
                  <a:lnTo>
                    <a:pt x="1892804" y="1461986"/>
                  </a:lnTo>
                  <a:lnTo>
                    <a:pt x="1891093" y="1461986"/>
                  </a:lnTo>
                  <a:lnTo>
                    <a:pt x="1889382" y="1461986"/>
                  </a:lnTo>
                  <a:lnTo>
                    <a:pt x="1887670" y="1461986"/>
                  </a:lnTo>
                  <a:lnTo>
                    <a:pt x="1885959" y="1461986"/>
                  </a:lnTo>
                  <a:lnTo>
                    <a:pt x="1884247" y="1461986"/>
                  </a:lnTo>
                  <a:lnTo>
                    <a:pt x="1882536" y="1461986"/>
                  </a:lnTo>
                  <a:lnTo>
                    <a:pt x="1880825" y="1461986"/>
                  </a:lnTo>
                  <a:lnTo>
                    <a:pt x="1879113" y="1461986"/>
                  </a:lnTo>
                  <a:lnTo>
                    <a:pt x="1877402" y="1461986"/>
                  </a:lnTo>
                  <a:lnTo>
                    <a:pt x="1875690" y="1461986"/>
                  </a:lnTo>
                  <a:lnTo>
                    <a:pt x="1873979" y="1461986"/>
                  </a:lnTo>
                  <a:lnTo>
                    <a:pt x="1872268" y="1461986"/>
                  </a:lnTo>
                  <a:lnTo>
                    <a:pt x="1870556" y="1461986"/>
                  </a:lnTo>
                  <a:lnTo>
                    <a:pt x="1868845" y="1461986"/>
                  </a:lnTo>
                  <a:lnTo>
                    <a:pt x="1867133" y="1461986"/>
                  </a:lnTo>
                  <a:lnTo>
                    <a:pt x="1865422" y="1461986"/>
                  </a:lnTo>
                  <a:lnTo>
                    <a:pt x="1863711" y="1461986"/>
                  </a:lnTo>
                  <a:lnTo>
                    <a:pt x="1861999" y="1461986"/>
                  </a:lnTo>
                  <a:lnTo>
                    <a:pt x="1860288" y="1461986"/>
                  </a:lnTo>
                  <a:lnTo>
                    <a:pt x="1858576" y="1461986"/>
                  </a:lnTo>
                  <a:lnTo>
                    <a:pt x="1856865" y="1461986"/>
                  </a:lnTo>
                  <a:lnTo>
                    <a:pt x="1855154" y="1461986"/>
                  </a:lnTo>
                  <a:lnTo>
                    <a:pt x="1853442" y="1461986"/>
                  </a:lnTo>
                  <a:lnTo>
                    <a:pt x="1851731" y="1461986"/>
                  </a:lnTo>
                  <a:lnTo>
                    <a:pt x="1850019" y="1461986"/>
                  </a:lnTo>
                  <a:lnTo>
                    <a:pt x="1848308" y="1461986"/>
                  </a:lnTo>
                  <a:lnTo>
                    <a:pt x="1846597" y="1461986"/>
                  </a:lnTo>
                  <a:lnTo>
                    <a:pt x="1844885" y="1461986"/>
                  </a:lnTo>
                  <a:lnTo>
                    <a:pt x="1843174" y="1461986"/>
                  </a:lnTo>
                  <a:lnTo>
                    <a:pt x="1841462" y="1461986"/>
                  </a:lnTo>
                  <a:lnTo>
                    <a:pt x="1839751" y="1461986"/>
                  </a:lnTo>
                  <a:lnTo>
                    <a:pt x="1838040" y="1461986"/>
                  </a:lnTo>
                  <a:lnTo>
                    <a:pt x="1836328" y="1461986"/>
                  </a:lnTo>
                  <a:lnTo>
                    <a:pt x="1834617" y="1461986"/>
                  </a:lnTo>
                  <a:lnTo>
                    <a:pt x="1832905" y="1461986"/>
                  </a:lnTo>
                  <a:lnTo>
                    <a:pt x="1831194" y="1461986"/>
                  </a:lnTo>
                  <a:lnTo>
                    <a:pt x="1829483" y="1461986"/>
                  </a:lnTo>
                  <a:lnTo>
                    <a:pt x="1827771" y="1461986"/>
                  </a:lnTo>
                  <a:lnTo>
                    <a:pt x="1826060" y="1461986"/>
                  </a:lnTo>
                  <a:lnTo>
                    <a:pt x="1824348" y="1461986"/>
                  </a:lnTo>
                  <a:lnTo>
                    <a:pt x="1822637" y="1461986"/>
                  </a:lnTo>
                  <a:lnTo>
                    <a:pt x="1820926" y="1461986"/>
                  </a:lnTo>
                  <a:lnTo>
                    <a:pt x="1819214" y="1461986"/>
                  </a:lnTo>
                  <a:lnTo>
                    <a:pt x="1817503" y="1461986"/>
                  </a:lnTo>
                  <a:lnTo>
                    <a:pt x="1815791" y="1461986"/>
                  </a:lnTo>
                  <a:lnTo>
                    <a:pt x="1814080" y="1461986"/>
                  </a:lnTo>
                  <a:lnTo>
                    <a:pt x="1812369" y="1461986"/>
                  </a:lnTo>
                  <a:lnTo>
                    <a:pt x="1810657" y="1461986"/>
                  </a:lnTo>
                  <a:lnTo>
                    <a:pt x="1808946" y="1461986"/>
                  </a:lnTo>
                  <a:lnTo>
                    <a:pt x="1807234" y="1461986"/>
                  </a:lnTo>
                  <a:lnTo>
                    <a:pt x="1805523" y="1461986"/>
                  </a:lnTo>
                  <a:lnTo>
                    <a:pt x="1803812" y="1461986"/>
                  </a:lnTo>
                  <a:lnTo>
                    <a:pt x="1802100" y="1461986"/>
                  </a:lnTo>
                  <a:lnTo>
                    <a:pt x="1800389" y="1461986"/>
                  </a:lnTo>
                  <a:lnTo>
                    <a:pt x="1798677" y="1461986"/>
                  </a:lnTo>
                  <a:lnTo>
                    <a:pt x="1796966" y="1461986"/>
                  </a:lnTo>
                  <a:lnTo>
                    <a:pt x="1795255" y="1461986"/>
                  </a:lnTo>
                  <a:lnTo>
                    <a:pt x="1793543" y="1461986"/>
                  </a:lnTo>
                  <a:lnTo>
                    <a:pt x="1791832" y="1461986"/>
                  </a:lnTo>
                  <a:lnTo>
                    <a:pt x="1790121" y="1461986"/>
                  </a:lnTo>
                  <a:lnTo>
                    <a:pt x="1788409" y="1461986"/>
                  </a:lnTo>
                  <a:lnTo>
                    <a:pt x="1786698" y="1461986"/>
                  </a:lnTo>
                  <a:lnTo>
                    <a:pt x="1784986" y="1461986"/>
                  </a:lnTo>
                  <a:lnTo>
                    <a:pt x="1783275" y="1461986"/>
                  </a:lnTo>
                  <a:lnTo>
                    <a:pt x="1781564" y="1461986"/>
                  </a:lnTo>
                  <a:lnTo>
                    <a:pt x="1779852" y="1461986"/>
                  </a:lnTo>
                  <a:lnTo>
                    <a:pt x="1778141" y="1461986"/>
                  </a:lnTo>
                  <a:lnTo>
                    <a:pt x="1776429" y="1461986"/>
                  </a:lnTo>
                  <a:lnTo>
                    <a:pt x="1774718" y="1461986"/>
                  </a:lnTo>
                  <a:lnTo>
                    <a:pt x="1773007" y="1461986"/>
                  </a:lnTo>
                  <a:lnTo>
                    <a:pt x="1771295" y="1461986"/>
                  </a:lnTo>
                  <a:lnTo>
                    <a:pt x="1769584" y="1461986"/>
                  </a:lnTo>
                  <a:lnTo>
                    <a:pt x="1767872" y="1461986"/>
                  </a:lnTo>
                  <a:lnTo>
                    <a:pt x="1766161" y="1461986"/>
                  </a:lnTo>
                  <a:lnTo>
                    <a:pt x="1764450" y="1461986"/>
                  </a:lnTo>
                  <a:lnTo>
                    <a:pt x="1762738" y="1461986"/>
                  </a:lnTo>
                  <a:lnTo>
                    <a:pt x="1761027" y="1461986"/>
                  </a:lnTo>
                  <a:lnTo>
                    <a:pt x="1759315" y="1461986"/>
                  </a:lnTo>
                  <a:lnTo>
                    <a:pt x="1757604" y="1461986"/>
                  </a:lnTo>
                  <a:lnTo>
                    <a:pt x="1755893" y="1461986"/>
                  </a:lnTo>
                  <a:lnTo>
                    <a:pt x="1754181" y="1461986"/>
                  </a:lnTo>
                  <a:lnTo>
                    <a:pt x="1752470" y="1461986"/>
                  </a:lnTo>
                  <a:lnTo>
                    <a:pt x="1750758" y="1461986"/>
                  </a:lnTo>
                  <a:lnTo>
                    <a:pt x="1749047" y="1461986"/>
                  </a:lnTo>
                  <a:lnTo>
                    <a:pt x="1747336" y="1461986"/>
                  </a:lnTo>
                  <a:lnTo>
                    <a:pt x="1745624" y="1461986"/>
                  </a:lnTo>
                  <a:lnTo>
                    <a:pt x="1743913" y="1461986"/>
                  </a:lnTo>
                  <a:lnTo>
                    <a:pt x="1742201" y="1461986"/>
                  </a:lnTo>
                  <a:lnTo>
                    <a:pt x="1740490" y="1461986"/>
                  </a:lnTo>
                  <a:lnTo>
                    <a:pt x="1738779" y="1461986"/>
                  </a:lnTo>
                  <a:lnTo>
                    <a:pt x="1737067" y="1461986"/>
                  </a:lnTo>
                  <a:lnTo>
                    <a:pt x="1735356" y="1461986"/>
                  </a:lnTo>
                  <a:lnTo>
                    <a:pt x="1733644" y="1461986"/>
                  </a:lnTo>
                  <a:lnTo>
                    <a:pt x="1731933" y="1461986"/>
                  </a:lnTo>
                  <a:lnTo>
                    <a:pt x="1730222" y="1461986"/>
                  </a:lnTo>
                  <a:lnTo>
                    <a:pt x="1728510" y="1461986"/>
                  </a:lnTo>
                  <a:lnTo>
                    <a:pt x="1726799" y="1461986"/>
                  </a:lnTo>
                  <a:lnTo>
                    <a:pt x="1725087" y="1461986"/>
                  </a:lnTo>
                  <a:lnTo>
                    <a:pt x="1723376" y="1461986"/>
                  </a:lnTo>
                  <a:lnTo>
                    <a:pt x="1721665" y="1461986"/>
                  </a:lnTo>
                  <a:lnTo>
                    <a:pt x="1719953" y="1461986"/>
                  </a:lnTo>
                  <a:lnTo>
                    <a:pt x="1718242" y="1461986"/>
                  </a:lnTo>
                  <a:lnTo>
                    <a:pt x="1716530" y="1461986"/>
                  </a:lnTo>
                  <a:lnTo>
                    <a:pt x="1714819" y="1461986"/>
                  </a:lnTo>
                  <a:lnTo>
                    <a:pt x="1713108" y="1461986"/>
                  </a:lnTo>
                  <a:lnTo>
                    <a:pt x="1711396" y="1461986"/>
                  </a:lnTo>
                  <a:lnTo>
                    <a:pt x="1709685" y="1461986"/>
                  </a:lnTo>
                  <a:lnTo>
                    <a:pt x="1707973" y="1461986"/>
                  </a:lnTo>
                  <a:lnTo>
                    <a:pt x="1706262" y="1461986"/>
                  </a:lnTo>
                  <a:lnTo>
                    <a:pt x="1704551" y="1461986"/>
                  </a:lnTo>
                  <a:lnTo>
                    <a:pt x="1702839" y="1461986"/>
                  </a:lnTo>
                  <a:lnTo>
                    <a:pt x="1701128" y="1461986"/>
                  </a:lnTo>
                  <a:lnTo>
                    <a:pt x="1699416" y="1461986"/>
                  </a:lnTo>
                  <a:lnTo>
                    <a:pt x="1697705" y="1461986"/>
                  </a:lnTo>
                  <a:lnTo>
                    <a:pt x="1695994" y="1461986"/>
                  </a:lnTo>
                  <a:lnTo>
                    <a:pt x="1694282" y="1461986"/>
                  </a:lnTo>
                  <a:lnTo>
                    <a:pt x="1692571" y="1461986"/>
                  </a:lnTo>
                  <a:lnTo>
                    <a:pt x="1690859" y="1461986"/>
                  </a:lnTo>
                  <a:lnTo>
                    <a:pt x="1689148" y="1461986"/>
                  </a:lnTo>
                  <a:lnTo>
                    <a:pt x="1687437" y="1461986"/>
                  </a:lnTo>
                  <a:lnTo>
                    <a:pt x="1685725" y="1461986"/>
                  </a:lnTo>
                  <a:lnTo>
                    <a:pt x="1684014" y="1461986"/>
                  </a:lnTo>
                  <a:lnTo>
                    <a:pt x="1682303" y="1461986"/>
                  </a:lnTo>
                  <a:lnTo>
                    <a:pt x="1680591" y="1461986"/>
                  </a:lnTo>
                  <a:lnTo>
                    <a:pt x="1678880" y="1461986"/>
                  </a:lnTo>
                  <a:lnTo>
                    <a:pt x="1677168" y="1461986"/>
                  </a:lnTo>
                  <a:lnTo>
                    <a:pt x="1675457" y="1461986"/>
                  </a:lnTo>
                  <a:lnTo>
                    <a:pt x="1673746" y="1461986"/>
                  </a:lnTo>
                  <a:lnTo>
                    <a:pt x="1672034" y="1461986"/>
                  </a:lnTo>
                  <a:lnTo>
                    <a:pt x="1670323" y="1461986"/>
                  </a:lnTo>
                  <a:lnTo>
                    <a:pt x="1668611" y="1461986"/>
                  </a:lnTo>
                  <a:lnTo>
                    <a:pt x="1666900" y="1461986"/>
                  </a:lnTo>
                  <a:lnTo>
                    <a:pt x="1665189" y="1461986"/>
                  </a:lnTo>
                  <a:lnTo>
                    <a:pt x="1663477" y="1461986"/>
                  </a:lnTo>
                  <a:lnTo>
                    <a:pt x="1661766" y="1461986"/>
                  </a:lnTo>
                  <a:lnTo>
                    <a:pt x="1660054" y="1461986"/>
                  </a:lnTo>
                  <a:lnTo>
                    <a:pt x="1658343" y="1461986"/>
                  </a:lnTo>
                  <a:lnTo>
                    <a:pt x="1656632" y="1461986"/>
                  </a:lnTo>
                  <a:lnTo>
                    <a:pt x="1654920" y="1461986"/>
                  </a:lnTo>
                  <a:lnTo>
                    <a:pt x="1653209" y="1461986"/>
                  </a:lnTo>
                  <a:lnTo>
                    <a:pt x="1651497" y="1461986"/>
                  </a:lnTo>
                  <a:lnTo>
                    <a:pt x="1649786" y="1461986"/>
                  </a:lnTo>
                  <a:lnTo>
                    <a:pt x="1648075" y="1461986"/>
                  </a:lnTo>
                  <a:lnTo>
                    <a:pt x="1646363" y="1461986"/>
                  </a:lnTo>
                  <a:lnTo>
                    <a:pt x="1644652" y="1461986"/>
                  </a:lnTo>
                  <a:lnTo>
                    <a:pt x="1642940" y="1461986"/>
                  </a:lnTo>
                  <a:lnTo>
                    <a:pt x="1641229" y="1461986"/>
                  </a:lnTo>
                  <a:lnTo>
                    <a:pt x="1639518" y="1461986"/>
                  </a:lnTo>
                  <a:lnTo>
                    <a:pt x="1637806" y="1461986"/>
                  </a:lnTo>
                  <a:lnTo>
                    <a:pt x="1636095" y="1461986"/>
                  </a:lnTo>
                  <a:lnTo>
                    <a:pt x="1634383" y="1461986"/>
                  </a:lnTo>
                  <a:lnTo>
                    <a:pt x="1632672" y="1461986"/>
                  </a:lnTo>
                  <a:lnTo>
                    <a:pt x="1630961" y="1461986"/>
                  </a:lnTo>
                  <a:lnTo>
                    <a:pt x="1629249" y="1461986"/>
                  </a:lnTo>
                  <a:lnTo>
                    <a:pt x="1627538" y="1461986"/>
                  </a:lnTo>
                  <a:lnTo>
                    <a:pt x="1625826" y="1461986"/>
                  </a:lnTo>
                  <a:lnTo>
                    <a:pt x="1624115" y="1461986"/>
                  </a:lnTo>
                  <a:lnTo>
                    <a:pt x="1622404" y="1461986"/>
                  </a:lnTo>
                  <a:lnTo>
                    <a:pt x="1620692" y="1461986"/>
                  </a:lnTo>
                  <a:lnTo>
                    <a:pt x="1618981" y="1461986"/>
                  </a:lnTo>
                  <a:lnTo>
                    <a:pt x="1617269" y="1461986"/>
                  </a:lnTo>
                  <a:lnTo>
                    <a:pt x="1615558" y="1461986"/>
                  </a:lnTo>
                  <a:lnTo>
                    <a:pt x="1613847" y="1461986"/>
                  </a:lnTo>
                  <a:lnTo>
                    <a:pt x="1612135" y="1461986"/>
                  </a:lnTo>
                  <a:lnTo>
                    <a:pt x="1610424" y="1461986"/>
                  </a:lnTo>
                  <a:lnTo>
                    <a:pt x="1608712" y="1461986"/>
                  </a:lnTo>
                  <a:lnTo>
                    <a:pt x="1607001" y="1461986"/>
                  </a:lnTo>
                  <a:lnTo>
                    <a:pt x="1605290" y="1461986"/>
                  </a:lnTo>
                  <a:lnTo>
                    <a:pt x="1603578" y="1461986"/>
                  </a:lnTo>
                  <a:lnTo>
                    <a:pt x="1601867" y="1461986"/>
                  </a:lnTo>
                  <a:lnTo>
                    <a:pt x="1600155" y="1461986"/>
                  </a:lnTo>
                  <a:lnTo>
                    <a:pt x="1598444" y="1461986"/>
                  </a:lnTo>
                  <a:lnTo>
                    <a:pt x="1596733" y="1461986"/>
                  </a:lnTo>
                  <a:lnTo>
                    <a:pt x="1595021" y="1461986"/>
                  </a:lnTo>
                  <a:lnTo>
                    <a:pt x="1593310" y="1461986"/>
                  </a:lnTo>
                  <a:lnTo>
                    <a:pt x="1591598" y="1461986"/>
                  </a:lnTo>
                  <a:lnTo>
                    <a:pt x="1589887" y="1461986"/>
                  </a:lnTo>
                  <a:lnTo>
                    <a:pt x="1588176" y="1461986"/>
                  </a:lnTo>
                  <a:lnTo>
                    <a:pt x="1586464" y="1461986"/>
                  </a:lnTo>
                  <a:lnTo>
                    <a:pt x="1584753" y="1461986"/>
                  </a:lnTo>
                  <a:lnTo>
                    <a:pt x="1583041" y="1461986"/>
                  </a:lnTo>
                  <a:lnTo>
                    <a:pt x="1581330" y="1461986"/>
                  </a:lnTo>
                  <a:lnTo>
                    <a:pt x="1579619" y="1461986"/>
                  </a:lnTo>
                  <a:lnTo>
                    <a:pt x="1577907" y="1461986"/>
                  </a:lnTo>
                  <a:lnTo>
                    <a:pt x="1576196" y="1461986"/>
                  </a:lnTo>
                  <a:lnTo>
                    <a:pt x="1574485" y="1461986"/>
                  </a:lnTo>
                  <a:lnTo>
                    <a:pt x="1572773" y="1461986"/>
                  </a:lnTo>
                  <a:lnTo>
                    <a:pt x="1571062" y="1461986"/>
                  </a:lnTo>
                  <a:lnTo>
                    <a:pt x="1569350" y="1461986"/>
                  </a:lnTo>
                  <a:lnTo>
                    <a:pt x="1567639" y="1461986"/>
                  </a:lnTo>
                  <a:lnTo>
                    <a:pt x="1565928" y="1461986"/>
                  </a:lnTo>
                  <a:lnTo>
                    <a:pt x="1564216" y="1461986"/>
                  </a:lnTo>
                  <a:lnTo>
                    <a:pt x="1562505" y="1461986"/>
                  </a:lnTo>
                  <a:lnTo>
                    <a:pt x="1560793" y="1461986"/>
                  </a:lnTo>
                  <a:lnTo>
                    <a:pt x="1559082" y="1461986"/>
                  </a:lnTo>
                  <a:lnTo>
                    <a:pt x="1557371" y="1461986"/>
                  </a:lnTo>
                  <a:lnTo>
                    <a:pt x="1555659" y="1461986"/>
                  </a:lnTo>
                  <a:lnTo>
                    <a:pt x="1553948" y="1461986"/>
                  </a:lnTo>
                  <a:lnTo>
                    <a:pt x="1552236" y="1461986"/>
                  </a:lnTo>
                  <a:lnTo>
                    <a:pt x="1550525" y="1461986"/>
                  </a:lnTo>
                  <a:lnTo>
                    <a:pt x="1548814" y="1461986"/>
                  </a:lnTo>
                  <a:lnTo>
                    <a:pt x="1547102" y="1461986"/>
                  </a:lnTo>
                  <a:lnTo>
                    <a:pt x="1545391" y="1461986"/>
                  </a:lnTo>
                  <a:lnTo>
                    <a:pt x="1543679" y="1461986"/>
                  </a:lnTo>
                  <a:lnTo>
                    <a:pt x="1541968" y="1461986"/>
                  </a:lnTo>
                  <a:lnTo>
                    <a:pt x="1540257" y="1461986"/>
                  </a:lnTo>
                  <a:lnTo>
                    <a:pt x="1538545" y="1461986"/>
                  </a:lnTo>
                  <a:lnTo>
                    <a:pt x="1536834" y="1461986"/>
                  </a:lnTo>
                  <a:lnTo>
                    <a:pt x="1535122" y="1461986"/>
                  </a:lnTo>
                  <a:lnTo>
                    <a:pt x="1533411" y="1461986"/>
                  </a:lnTo>
                  <a:lnTo>
                    <a:pt x="1531700" y="1461986"/>
                  </a:lnTo>
                  <a:lnTo>
                    <a:pt x="1529988" y="1461986"/>
                  </a:lnTo>
                  <a:lnTo>
                    <a:pt x="1528277" y="1461986"/>
                  </a:lnTo>
                  <a:lnTo>
                    <a:pt x="1526565" y="1461986"/>
                  </a:lnTo>
                  <a:lnTo>
                    <a:pt x="1524854" y="1461986"/>
                  </a:lnTo>
                  <a:lnTo>
                    <a:pt x="1523143" y="1461986"/>
                  </a:lnTo>
                  <a:lnTo>
                    <a:pt x="1521431" y="1461986"/>
                  </a:lnTo>
                  <a:lnTo>
                    <a:pt x="1519720" y="1461986"/>
                  </a:lnTo>
                  <a:lnTo>
                    <a:pt x="1518008" y="1461986"/>
                  </a:lnTo>
                  <a:lnTo>
                    <a:pt x="1516297" y="1461986"/>
                  </a:lnTo>
                  <a:lnTo>
                    <a:pt x="1514586" y="1461986"/>
                  </a:lnTo>
                  <a:lnTo>
                    <a:pt x="1512874" y="1461986"/>
                  </a:lnTo>
                  <a:lnTo>
                    <a:pt x="1511163" y="1461986"/>
                  </a:lnTo>
                  <a:lnTo>
                    <a:pt x="1509451" y="1461986"/>
                  </a:lnTo>
                  <a:lnTo>
                    <a:pt x="1507740" y="1461986"/>
                  </a:lnTo>
                  <a:lnTo>
                    <a:pt x="1506029" y="1461986"/>
                  </a:lnTo>
                  <a:lnTo>
                    <a:pt x="1504317" y="1461986"/>
                  </a:lnTo>
                  <a:lnTo>
                    <a:pt x="1502606" y="1461986"/>
                  </a:lnTo>
                  <a:lnTo>
                    <a:pt x="1500894" y="1461986"/>
                  </a:lnTo>
                  <a:lnTo>
                    <a:pt x="1499183" y="1461986"/>
                  </a:lnTo>
                  <a:lnTo>
                    <a:pt x="1497472" y="1461986"/>
                  </a:lnTo>
                  <a:lnTo>
                    <a:pt x="1495760" y="1461986"/>
                  </a:lnTo>
                  <a:lnTo>
                    <a:pt x="1494049" y="1461986"/>
                  </a:lnTo>
                  <a:lnTo>
                    <a:pt x="1492337" y="1461986"/>
                  </a:lnTo>
                  <a:lnTo>
                    <a:pt x="1490626" y="1461986"/>
                  </a:lnTo>
                  <a:lnTo>
                    <a:pt x="1488915" y="1461986"/>
                  </a:lnTo>
                  <a:lnTo>
                    <a:pt x="1487203" y="1461986"/>
                  </a:lnTo>
                  <a:lnTo>
                    <a:pt x="1485492" y="1461986"/>
                  </a:lnTo>
                  <a:lnTo>
                    <a:pt x="1483780" y="1461986"/>
                  </a:lnTo>
                  <a:lnTo>
                    <a:pt x="1482069" y="1461986"/>
                  </a:lnTo>
                  <a:lnTo>
                    <a:pt x="1480358" y="1461986"/>
                  </a:lnTo>
                  <a:lnTo>
                    <a:pt x="1478646" y="1461986"/>
                  </a:lnTo>
                  <a:lnTo>
                    <a:pt x="1476935" y="1461986"/>
                  </a:lnTo>
                  <a:lnTo>
                    <a:pt x="1475224" y="1461986"/>
                  </a:lnTo>
                  <a:lnTo>
                    <a:pt x="1473512" y="1461986"/>
                  </a:lnTo>
                  <a:lnTo>
                    <a:pt x="1471801" y="1461986"/>
                  </a:lnTo>
                  <a:lnTo>
                    <a:pt x="1470089" y="1461986"/>
                  </a:lnTo>
                  <a:lnTo>
                    <a:pt x="1468378" y="1461986"/>
                  </a:lnTo>
                  <a:lnTo>
                    <a:pt x="1466667" y="1461986"/>
                  </a:lnTo>
                  <a:lnTo>
                    <a:pt x="1464955" y="1461986"/>
                  </a:lnTo>
                  <a:lnTo>
                    <a:pt x="1463244" y="1461986"/>
                  </a:lnTo>
                  <a:lnTo>
                    <a:pt x="1461532" y="1461986"/>
                  </a:lnTo>
                  <a:lnTo>
                    <a:pt x="1459821" y="1461986"/>
                  </a:lnTo>
                  <a:lnTo>
                    <a:pt x="1458110" y="1461986"/>
                  </a:lnTo>
                  <a:lnTo>
                    <a:pt x="1456398" y="1461986"/>
                  </a:lnTo>
                  <a:lnTo>
                    <a:pt x="1454687" y="1461986"/>
                  </a:lnTo>
                  <a:lnTo>
                    <a:pt x="1452975" y="1461986"/>
                  </a:lnTo>
                  <a:lnTo>
                    <a:pt x="1451264" y="1461986"/>
                  </a:lnTo>
                  <a:lnTo>
                    <a:pt x="1449553" y="1461986"/>
                  </a:lnTo>
                  <a:lnTo>
                    <a:pt x="1447841" y="1461986"/>
                  </a:lnTo>
                  <a:lnTo>
                    <a:pt x="1446130" y="1461986"/>
                  </a:lnTo>
                  <a:lnTo>
                    <a:pt x="1444418" y="1461986"/>
                  </a:lnTo>
                  <a:lnTo>
                    <a:pt x="1442707" y="1461986"/>
                  </a:lnTo>
                  <a:lnTo>
                    <a:pt x="1440996" y="1461986"/>
                  </a:lnTo>
                  <a:lnTo>
                    <a:pt x="1439284" y="1461986"/>
                  </a:lnTo>
                  <a:lnTo>
                    <a:pt x="1437573" y="1461986"/>
                  </a:lnTo>
                  <a:lnTo>
                    <a:pt x="1435861" y="1461986"/>
                  </a:lnTo>
                  <a:lnTo>
                    <a:pt x="1434150" y="1461986"/>
                  </a:lnTo>
                  <a:lnTo>
                    <a:pt x="1432439" y="1461986"/>
                  </a:lnTo>
                  <a:lnTo>
                    <a:pt x="1430727" y="1461986"/>
                  </a:lnTo>
                  <a:lnTo>
                    <a:pt x="1429016" y="1461986"/>
                  </a:lnTo>
                  <a:lnTo>
                    <a:pt x="1427304" y="1461986"/>
                  </a:lnTo>
                  <a:lnTo>
                    <a:pt x="1425593" y="1461986"/>
                  </a:lnTo>
                  <a:lnTo>
                    <a:pt x="1423882" y="1461986"/>
                  </a:lnTo>
                  <a:lnTo>
                    <a:pt x="1422170" y="1461986"/>
                  </a:lnTo>
                  <a:lnTo>
                    <a:pt x="1420459" y="1461986"/>
                  </a:lnTo>
                  <a:lnTo>
                    <a:pt x="1418747" y="1461986"/>
                  </a:lnTo>
                  <a:lnTo>
                    <a:pt x="1417036" y="1461986"/>
                  </a:lnTo>
                  <a:lnTo>
                    <a:pt x="1415325" y="1461986"/>
                  </a:lnTo>
                  <a:lnTo>
                    <a:pt x="1413613" y="1461986"/>
                  </a:lnTo>
                  <a:lnTo>
                    <a:pt x="1411902" y="1461986"/>
                  </a:lnTo>
                  <a:lnTo>
                    <a:pt x="1410190" y="1461986"/>
                  </a:lnTo>
                  <a:lnTo>
                    <a:pt x="1408479" y="1461986"/>
                  </a:lnTo>
                  <a:lnTo>
                    <a:pt x="1406768" y="1461986"/>
                  </a:lnTo>
                  <a:lnTo>
                    <a:pt x="1405056" y="1461986"/>
                  </a:lnTo>
                  <a:lnTo>
                    <a:pt x="1403345" y="1461986"/>
                  </a:lnTo>
                  <a:lnTo>
                    <a:pt x="1401633" y="1461986"/>
                  </a:lnTo>
                  <a:lnTo>
                    <a:pt x="1399922" y="1461986"/>
                  </a:lnTo>
                  <a:lnTo>
                    <a:pt x="1398211" y="1461986"/>
                  </a:lnTo>
                  <a:lnTo>
                    <a:pt x="1396499" y="1461986"/>
                  </a:lnTo>
                  <a:lnTo>
                    <a:pt x="1394788" y="1461986"/>
                  </a:lnTo>
                  <a:lnTo>
                    <a:pt x="1393076" y="1461986"/>
                  </a:lnTo>
                  <a:lnTo>
                    <a:pt x="1391365" y="1461986"/>
                  </a:lnTo>
                  <a:lnTo>
                    <a:pt x="1389654" y="1461986"/>
                  </a:lnTo>
                  <a:lnTo>
                    <a:pt x="1387942" y="1461986"/>
                  </a:lnTo>
                  <a:lnTo>
                    <a:pt x="1386231" y="1461986"/>
                  </a:lnTo>
                  <a:lnTo>
                    <a:pt x="1384519" y="1461986"/>
                  </a:lnTo>
                  <a:lnTo>
                    <a:pt x="1382808" y="1461986"/>
                  </a:lnTo>
                  <a:lnTo>
                    <a:pt x="1381097" y="1461986"/>
                  </a:lnTo>
                  <a:lnTo>
                    <a:pt x="1379385" y="1461986"/>
                  </a:lnTo>
                  <a:lnTo>
                    <a:pt x="1377674" y="1461986"/>
                  </a:lnTo>
                  <a:lnTo>
                    <a:pt x="1375962" y="1461986"/>
                  </a:lnTo>
                  <a:lnTo>
                    <a:pt x="1374251" y="1461986"/>
                  </a:lnTo>
                  <a:lnTo>
                    <a:pt x="1372540" y="1461986"/>
                  </a:lnTo>
                  <a:lnTo>
                    <a:pt x="1370828" y="1461986"/>
                  </a:lnTo>
                  <a:lnTo>
                    <a:pt x="1369117" y="1461986"/>
                  </a:lnTo>
                  <a:lnTo>
                    <a:pt x="1367406" y="1461986"/>
                  </a:lnTo>
                  <a:lnTo>
                    <a:pt x="1365694" y="1461986"/>
                  </a:lnTo>
                  <a:lnTo>
                    <a:pt x="1363983" y="1461986"/>
                  </a:lnTo>
                  <a:lnTo>
                    <a:pt x="1362271" y="1461986"/>
                  </a:lnTo>
                  <a:lnTo>
                    <a:pt x="1360560" y="1461986"/>
                  </a:lnTo>
                  <a:lnTo>
                    <a:pt x="1358849" y="1461986"/>
                  </a:lnTo>
                  <a:lnTo>
                    <a:pt x="1357137" y="1461986"/>
                  </a:lnTo>
                  <a:lnTo>
                    <a:pt x="1355426" y="1461986"/>
                  </a:lnTo>
                  <a:lnTo>
                    <a:pt x="1353714" y="1461986"/>
                  </a:lnTo>
                  <a:lnTo>
                    <a:pt x="1352003" y="1461986"/>
                  </a:lnTo>
                  <a:lnTo>
                    <a:pt x="1350292" y="1461986"/>
                  </a:lnTo>
                  <a:lnTo>
                    <a:pt x="1348580" y="1461986"/>
                  </a:lnTo>
                  <a:lnTo>
                    <a:pt x="1346869" y="1461986"/>
                  </a:lnTo>
                  <a:lnTo>
                    <a:pt x="1345157" y="1461986"/>
                  </a:lnTo>
                  <a:lnTo>
                    <a:pt x="1343446" y="1461986"/>
                  </a:lnTo>
                  <a:lnTo>
                    <a:pt x="1341735" y="1461986"/>
                  </a:lnTo>
                  <a:lnTo>
                    <a:pt x="1340023" y="1461986"/>
                  </a:lnTo>
                  <a:lnTo>
                    <a:pt x="1338312" y="1461986"/>
                  </a:lnTo>
                  <a:lnTo>
                    <a:pt x="1336600" y="1461986"/>
                  </a:lnTo>
                  <a:lnTo>
                    <a:pt x="1334889" y="1461986"/>
                  </a:lnTo>
                  <a:lnTo>
                    <a:pt x="1333178" y="1461986"/>
                  </a:lnTo>
                  <a:lnTo>
                    <a:pt x="1331466" y="1461986"/>
                  </a:lnTo>
                  <a:lnTo>
                    <a:pt x="1329755" y="1461986"/>
                  </a:lnTo>
                  <a:lnTo>
                    <a:pt x="1328043" y="1461986"/>
                  </a:lnTo>
                  <a:lnTo>
                    <a:pt x="1326332" y="1461986"/>
                  </a:lnTo>
                  <a:lnTo>
                    <a:pt x="1324621" y="1461986"/>
                  </a:lnTo>
                  <a:lnTo>
                    <a:pt x="1322909" y="1461986"/>
                  </a:lnTo>
                  <a:lnTo>
                    <a:pt x="1321198" y="1461986"/>
                  </a:lnTo>
                  <a:lnTo>
                    <a:pt x="1319486" y="1461986"/>
                  </a:lnTo>
                  <a:lnTo>
                    <a:pt x="1317775" y="1461986"/>
                  </a:lnTo>
                  <a:lnTo>
                    <a:pt x="1316064" y="1461986"/>
                  </a:lnTo>
                  <a:lnTo>
                    <a:pt x="1314352" y="1461986"/>
                  </a:lnTo>
                  <a:lnTo>
                    <a:pt x="1312641" y="1461986"/>
                  </a:lnTo>
                  <a:lnTo>
                    <a:pt x="1310929" y="1461986"/>
                  </a:lnTo>
                  <a:lnTo>
                    <a:pt x="1309218" y="1461986"/>
                  </a:lnTo>
                  <a:lnTo>
                    <a:pt x="1307507" y="1461986"/>
                  </a:lnTo>
                  <a:lnTo>
                    <a:pt x="1305795" y="1461986"/>
                  </a:lnTo>
                  <a:lnTo>
                    <a:pt x="1304084" y="1461986"/>
                  </a:lnTo>
                  <a:lnTo>
                    <a:pt x="1302372" y="1461986"/>
                  </a:lnTo>
                  <a:lnTo>
                    <a:pt x="1300661" y="1461986"/>
                  </a:lnTo>
                  <a:lnTo>
                    <a:pt x="1298950" y="1461986"/>
                  </a:lnTo>
                  <a:lnTo>
                    <a:pt x="1297238" y="1461986"/>
                  </a:lnTo>
                  <a:lnTo>
                    <a:pt x="1295527" y="1461986"/>
                  </a:lnTo>
                  <a:lnTo>
                    <a:pt x="1293815" y="1461986"/>
                  </a:lnTo>
                  <a:lnTo>
                    <a:pt x="1292104" y="1461986"/>
                  </a:lnTo>
                  <a:lnTo>
                    <a:pt x="1290393" y="1461986"/>
                  </a:lnTo>
                  <a:lnTo>
                    <a:pt x="1288681" y="1461986"/>
                  </a:lnTo>
                  <a:lnTo>
                    <a:pt x="1286970" y="1461986"/>
                  </a:lnTo>
                  <a:lnTo>
                    <a:pt x="1285258" y="1461986"/>
                  </a:lnTo>
                  <a:lnTo>
                    <a:pt x="1283547" y="1461986"/>
                  </a:lnTo>
                  <a:lnTo>
                    <a:pt x="1281836" y="1461986"/>
                  </a:lnTo>
                  <a:lnTo>
                    <a:pt x="1280124" y="1461986"/>
                  </a:lnTo>
                  <a:lnTo>
                    <a:pt x="1278413" y="1461986"/>
                  </a:lnTo>
                  <a:lnTo>
                    <a:pt x="1276701" y="1461986"/>
                  </a:lnTo>
                  <a:lnTo>
                    <a:pt x="1274990" y="1461986"/>
                  </a:lnTo>
                  <a:lnTo>
                    <a:pt x="1273279" y="1461986"/>
                  </a:lnTo>
                  <a:lnTo>
                    <a:pt x="1271567" y="1461986"/>
                  </a:lnTo>
                  <a:lnTo>
                    <a:pt x="1269856" y="1461986"/>
                  </a:lnTo>
                  <a:lnTo>
                    <a:pt x="1268144" y="1461986"/>
                  </a:lnTo>
                  <a:lnTo>
                    <a:pt x="1266433" y="1461986"/>
                  </a:lnTo>
                  <a:lnTo>
                    <a:pt x="1264722" y="1461986"/>
                  </a:lnTo>
                  <a:lnTo>
                    <a:pt x="1263010" y="1461986"/>
                  </a:lnTo>
                  <a:lnTo>
                    <a:pt x="1261299" y="1461986"/>
                  </a:lnTo>
                  <a:lnTo>
                    <a:pt x="1259588" y="1461986"/>
                  </a:lnTo>
                  <a:lnTo>
                    <a:pt x="1257876" y="1461986"/>
                  </a:lnTo>
                  <a:lnTo>
                    <a:pt x="1256165" y="1461986"/>
                  </a:lnTo>
                  <a:lnTo>
                    <a:pt x="1254453" y="1461986"/>
                  </a:lnTo>
                  <a:lnTo>
                    <a:pt x="1252742" y="1461986"/>
                  </a:lnTo>
                  <a:lnTo>
                    <a:pt x="1251031" y="1461986"/>
                  </a:lnTo>
                  <a:lnTo>
                    <a:pt x="1249319" y="1461986"/>
                  </a:lnTo>
                  <a:lnTo>
                    <a:pt x="1247608" y="1461986"/>
                  </a:lnTo>
                  <a:lnTo>
                    <a:pt x="1245896" y="1461986"/>
                  </a:lnTo>
                  <a:lnTo>
                    <a:pt x="1244185" y="1461986"/>
                  </a:lnTo>
                  <a:lnTo>
                    <a:pt x="1242474" y="1461986"/>
                  </a:lnTo>
                  <a:lnTo>
                    <a:pt x="1240762" y="1461986"/>
                  </a:lnTo>
                  <a:lnTo>
                    <a:pt x="1239051" y="1461986"/>
                  </a:lnTo>
                  <a:lnTo>
                    <a:pt x="1237339" y="1461986"/>
                  </a:lnTo>
                  <a:lnTo>
                    <a:pt x="1235628" y="1461986"/>
                  </a:lnTo>
                  <a:lnTo>
                    <a:pt x="1233917" y="1461986"/>
                  </a:lnTo>
                  <a:lnTo>
                    <a:pt x="1232205" y="1461986"/>
                  </a:lnTo>
                  <a:lnTo>
                    <a:pt x="1230494" y="1461986"/>
                  </a:lnTo>
                  <a:lnTo>
                    <a:pt x="1228782" y="1461986"/>
                  </a:lnTo>
                  <a:lnTo>
                    <a:pt x="1227071" y="1461986"/>
                  </a:lnTo>
                  <a:lnTo>
                    <a:pt x="1225360" y="1461986"/>
                  </a:lnTo>
                  <a:lnTo>
                    <a:pt x="1223648" y="1461986"/>
                  </a:lnTo>
                  <a:lnTo>
                    <a:pt x="1221937" y="1461986"/>
                  </a:lnTo>
                  <a:lnTo>
                    <a:pt x="1220225" y="1461986"/>
                  </a:lnTo>
                  <a:lnTo>
                    <a:pt x="1218514" y="1461986"/>
                  </a:lnTo>
                  <a:lnTo>
                    <a:pt x="1216803" y="1461986"/>
                  </a:lnTo>
                  <a:lnTo>
                    <a:pt x="1215091" y="1461986"/>
                  </a:lnTo>
                  <a:lnTo>
                    <a:pt x="1213380" y="1461986"/>
                  </a:lnTo>
                  <a:lnTo>
                    <a:pt x="1211668" y="1461986"/>
                  </a:lnTo>
                  <a:lnTo>
                    <a:pt x="1209957" y="1461986"/>
                  </a:lnTo>
                  <a:lnTo>
                    <a:pt x="1208246" y="1461986"/>
                  </a:lnTo>
                  <a:lnTo>
                    <a:pt x="1206534" y="1461986"/>
                  </a:lnTo>
                  <a:lnTo>
                    <a:pt x="1204823" y="1461986"/>
                  </a:lnTo>
                  <a:lnTo>
                    <a:pt x="1203111" y="1461986"/>
                  </a:lnTo>
                  <a:lnTo>
                    <a:pt x="1201400" y="1461986"/>
                  </a:lnTo>
                  <a:lnTo>
                    <a:pt x="1199689" y="1461986"/>
                  </a:lnTo>
                  <a:lnTo>
                    <a:pt x="1197977" y="1461986"/>
                  </a:lnTo>
                  <a:lnTo>
                    <a:pt x="1196266" y="1461986"/>
                  </a:lnTo>
                  <a:lnTo>
                    <a:pt x="1194554" y="1461986"/>
                  </a:lnTo>
                  <a:lnTo>
                    <a:pt x="1192843" y="1461986"/>
                  </a:lnTo>
                  <a:lnTo>
                    <a:pt x="1191132" y="1461986"/>
                  </a:lnTo>
                  <a:lnTo>
                    <a:pt x="1189420" y="1461986"/>
                  </a:lnTo>
                  <a:lnTo>
                    <a:pt x="1187709" y="1461986"/>
                  </a:lnTo>
                  <a:lnTo>
                    <a:pt x="1185997" y="1461986"/>
                  </a:lnTo>
                  <a:lnTo>
                    <a:pt x="1184286" y="1461986"/>
                  </a:lnTo>
                  <a:lnTo>
                    <a:pt x="1182575" y="1461986"/>
                  </a:lnTo>
                  <a:lnTo>
                    <a:pt x="1180863" y="1461986"/>
                  </a:lnTo>
                  <a:lnTo>
                    <a:pt x="1179152" y="1461986"/>
                  </a:lnTo>
                  <a:lnTo>
                    <a:pt x="1177440" y="1461986"/>
                  </a:lnTo>
                  <a:lnTo>
                    <a:pt x="1175729" y="1461986"/>
                  </a:lnTo>
                  <a:lnTo>
                    <a:pt x="1174018" y="1461986"/>
                  </a:lnTo>
                  <a:lnTo>
                    <a:pt x="1172306" y="1461986"/>
                  </a:lnTo>
                  <a:lnTo>
                    <a:pt x="1170595" y="1461986"/>
                  </a:lnTo>
                  <a:lnTo>
                    <a:pt x="1168883" y="1461986"/>
                  </a:lnTo>
                  <a:lnTo>
                    <a:pt x="1167172" y="1461986"/>
                  </a:lnTo>
                  <a:lnTo>
                    <a:pt x="1165461" y="1461986"/>
                  </a:lnTo>
                  <a:lnTo>
                    <a:pt x="1163749" y="1461986"/>
                  </a:lnTo>
                  <a:lnTo>
                    <a:pt x="1162038" y="1461986"/>
                  </a:lnTo>
                  <a:lnTo>
                    <a:pt x="1160326" y="1461986"/>
                  </a:lnTo>
                  <a:lnTo>
                    <a:pt x="1158615" y="1461986"/>
                  </a:lnTo>
                  <a:lnTo>
                    <a:pt x="1156904" y="1461986"/>
                  </a:lnTo>
                  <a:lnTo>
                    <a:pt x="1155192" y="1461986"/>
                  </a:lnTo>
                  <a:lnTo>
                    <a:pt x="1153481" y="1461986"/>
                  </a:lnTo>
                  <a:lnTo>
                    <a:pt x="1151770" y="1461986"/>
                  </a:lnTo>
                  <a:lnTo>
                    <a:pt x="1150058" y="1461986"/>
                  </a:lnTo>
                  <a:lnTo>
                    <a:pt x="1148347" y="1461986"/>
                  </a:lnTo>
                  <a:lnTo>
                    <a:pt x="1146635" y="1461986"/>
                  </a:lnTo>
                  <a:lnTo>
                    <a:pt x="1144924" y="1461986"/>
                  </a:lnTo>
                  <a:lnTo>
                    <a:pt x="1143213" y="1461986"/>
                  </a:lnTo>
                  <a:lnTo>
                    <a:pt x="1141501" y="1461986"/>
                  </a:lnTo>
                  <a:lnTo>
                    <a:pt x="1139790" y="1461986"/>
                  </a:lnTo>
                  <a:lnTo>
                    <a:pt x="1138078" y="1461986"/>
                  </a:lnTo>
                  <a:lnTo>
                    <a:pt x="1136367" y="1461986"/>
                  </a:lnTo>
                  <a:lnTo>
                    <a:pt x="1134656" y="1461986"/>
                  </a:lnTo>
                  <a:lnTo>
                    <a:pt x="1132944" y="1461986"/>
                  </a:lnTo>
                  <a:lnTo>
                    <a:pt x="1131233" y="1461986"/>
                  </a:lnTo>
                  <a:lnTo>
                    <a:pt x="1129521" y="1461986"/>
                  </a:lnTo>
                  <a:lnTo>
                    <a:pt x="1127810" y="1461986"/>
                  </a:lnTo>
                  <a:lnTo>
                    <a:pt x="1126099" y="1461986"/>
                  </a:lnTo>
                  <a:lnTo>
                    <a:pt x="1124387" y="1461986"/>
                  </a:lnTo>
                  <a:lnTo>
                    <a:pt x="1122676" y="1461986"/>
                  </a:lnTo>
                  <a:lnTo>
                    <a:pt x="1120964" y="1461986"/>
                  </a:lnTo>
                  <a:lnTo>
                    <a:pt x="1119253" y="1461986"/>
                  </a:lnTo>
                  <a:lnTo>
                    <a:pt x="1117542" y="1461986"/>
                  </a:lnTo>
                  <a:lnTo>
                    <a:pt x="1115830" y="1461986"/>
                  </a:lnTo>
                  <a:lnTo>
                    <a:pt x="1114119" y="1461986"/>
                  </a:lnTo>
                  <a:lnTo>
                    <a:pt x="1112407" y="1461986"/>
                  </a:lnTo>
                  <a:lnTo>
                    <a:pt x="1110696" y="1461986"/>
                  </a:lnTo>
                  <a:lnTo>
                    <a:pt x="1108985" y="1461986"/>
                  </a:lnTo>
                  <a:lnTo>
                    <a:pt x="1107273" y="1461986"/>
                  </a:lnTo>
                  <a:lnTo>
                    <a:pt x="1105562" y="1461986"/>
                  </a:lnTo>
                  <a:lnTo>
                    <a:pt x="1103850" y="1461986"/>
                  </a:lnTo>
                  <a:lnTo>
                    <a:pt x="1102139" y="1461986"/>
                  </a:lnTo>
                  <a:lnTo>
                    <a:pt x="1100428" y="1461986"/>
                  </a:lnTo>
                  <a:lnTo>
                    <a:pt x="1098716" y="1461986"/>
                  </a:lnTo>
                  <a:lnTo>
                    <a:pt x="1097005" y="1461986"/>
                  </a:lnTo>
                  <a:lnTo>
                    <a:pt x="1095293" y="1461986"/>
                  </a:lnTo>
                  <a:lnTo>
                    <a:pt x="1093582" y="1461986"/>
                  </a:lnTo>
                  <a:lnTo>
                    <a:pt x="1091871" y="1461986"/>
                  </a:lnTo>
                  <a:lnTo>
                    <a:pt x="1090159" y="1461986"/>
                  </a:lnTo>
                  <a:lnTo>
                    <a:pt x="1088448" y="1461986"/>
                  </a:lnTo>
                  <a:lnTo>
                    <a:pt x="1086736" y="1461986"/>
                  </a:lnTo>
                  <a:lnTo>
                    <a:pt x="1085025" y="1461986"/>
                  </a:lnTo>
                  <a:lnTo>
                    <a:pt x="1083314" y="1461986"/>
                  </a:lnTo>
                  <a:lnTo>
                    <a:pt x="1081602" y="1461986"/>
                  </a:lnTo>
                  <a:lnTo>
                    <a:pt x="1079891" y="1461986"/>
                  </a:lnTo>
                  <a:lnTo>
                    <a:pt x="1078179" y="1461986"/>
                  </a:lnTo>
                  <a:lnTo>
                    <a:pt x="1076468" y="1461986"/>
                  </a:lnTo>
                  <a:lnTo>
                    <a:pt x="1074757" y="1461986"/>
                  </a:lnTo>
                  <a:lnTo>
                    <a:pt x="1073045" y="1461986"/>
                  </a:lnTo>
                  <a:lnTo>
                    <a:pt x="1071334" y="1461986"/>
                  </a:lnTo>
                  <a:lnTo>
                    <a:pt x="1069622" y="1461986"/>
                  </a:lnTo>
                  <a:lnTo>
                    <a:pt x="1067911" y="1461986"/>
                  </a:lnTo>
                  <a:lnTo>
                    <a:pt x="1066200" y="1461986"/>
                  </a:lnTo>
                  <a:lnTo>
                    <a:pt x="1064488" y="1461986"/>
                  </a:lnTo>
                  <a:lnTo>
                    <a:pt x="1062777" y="1461986"/>
                  </a:lnTo>
                  <a:lnTo>
                    <a:pt x="1061065" y="1461986"/>
                  </a:lnTo>
                  <a:lnTo>
                    <a:pt x="1059354" y="1461986"/>
                  </a:lnTo>
                  <a:lnTo>
                    <a:pt x="1057643" y="1461986"/>
                  </a:lnTo>
                  <a:lnTo>
                    <a:pt x="1055931" y="1461986"/>
                  </a:lnTo>
                  <a:lnTo>
                    <a:pt x="1054220" y="1461986"/>
                  </a:lnTo>
                  <a:lnTo>
                    <a:pt x="1052509" y="1461986"/>
                  </a:lnTo>
                  <a:lnTo>
                    <a:pt x="1050797" y="1461986"/>
                  </a:lnTo>
                  <a:lnTo>
                    <a:pt x="1049086" y="1461986"/>
                  </a:lnTo>
                  <a:lnTo>
                    <a:pt x="1047374" y="1461986"/>
                  </a:lnTo>
                  <a:lnTo>
                    <a:pt x="1045663" y="1461986"/>
                  </a:lnTo>
                  <a:lnTo>
                    <a:pt x="1043952" y="1461986"/>
                  </a:lnTo>
                  <a:lnTo>
                    <a:pt x="1042240" y="1461986"/>
                  </a:lnTo>
                  <a:lnTo>
                    <a:pt x="1040529" y="1461986"/>
                  </a:lnTo>
                  <a:lnTo>
                    <a:pt x="1038817" y="1461986"/>
                  </a:lnTo>
                  <a:lnTo>
                    <a:pt x="1037106" y="1461986"/>
                  </a:lnTo>
                  <a:lnTo>
                    <a:pt x="1035395" y="1461986"/>
                  </a:lnTo>
                  <a:lnTo>
                    <a:pt x="1033683" y="1461986"/>
                  </a:lnTo>
                  <a:lnTo>
                    <a:pt x="1031972" y="1461986"/>
                  </a:lnTo>
                  <a:lnTo>
                    <a:pt x="1030260" y="1461986"/>
                  </a:lnTo>
                  <a:lnTo>
                    <a:pt x="1028549" y="1461986"/>
                  </a:lnTo>
                  <a:lnTo>
                    <a:pt x="1026838" y="1461986"/>
                  </a:lnTo>
                  <a:lnTo>
                    <a:pt x="1025126" y="1461986"/>
                  </a:lnTo>
                  <a:lnTo>
                    <a:pt x="1023415" y="1461986"/>
                  </a:lnTo>
                  <a:lnTo>
                    <a:pt x="1021703" y="1461986"/>
                  </a:lnTo>
                  <a:lnTo>
                    <a:pt x="1019992" y="1461986"/>
                  </a:lnTo>
                  <a:lnTo>
                    <a:pt x="1018281" y="1461986"/>
                  </a:lnTo>
                  <a:lnTo>
                    <a:pt x="1016569" y="1461986"/>
                  </a:lnTo>
                  <a:lnTo>
                    <a:pt x="1014858" y="1461986"/>
                  </a:lnTo>
                  <a:lnTo>
                    <a:pt x="1013146" y="1461986"/>
                  </a:lnTo>
                  <a:lnTo>
                    <a:pt x="1011435" y="1461986"/>
                  </a:lnTo>
                  <a:lnTo>
                    <a:pt x="1009724" y="1461986"/>
                  </a:lnTo>
                  <a:lnTo>
                    <a:pt x="1008012" y="1461986"/>
                  </a:lnTo>
                  <a:lnTo>
                    <a:pt x="1006301" y="1461986"/>
                  </a:lnTo>
                  <a:lnTo>
                    <a:pt x="1004589" y="1461986"/>
                  </a:lnTo>
                  <a:lnTo>
                    <a:pt x="1002878" y="1461986"/>
                  </a:lnTo>
                  <a:lnTo>
                    <a:pt x="1001167" y="1461986"/>
                  </a:lnTo>
                  <a:lnTo>
                    <a:pt x="999455" y="1461986"/>
                  </a:lnTo>
                  <a:lnTo>
                    <a:pt x="997744" y="1461986"/>
                  </a:lnTo>
                  <a:lnTo>
                    <a:pt x="996032" y="1461986"/>
                  </a:lnTo>
                  <a:lnTo>
                    <a:pt x="994321" y="1461986"/>
                  </a:lnTo>
                  <a:lnTo>
                    <a:pt x="992610" y="1461986"/>
                  </a:lnTo>
                  <a:lnTo>
                    <a:pt x="990898" y="1461986"/>
                  </a:lnTo>
                  <a:lnTo>
                    <a:pt x="989187" y="1461986"/>
                  </a:lnTo>
                  <a:lnTo>
                    <a:pt x="987475" y="1461986"/>
                  </a:lnTo>
                  <a:lnTo>
                    <a:pt x="985764" y="1461986"/>
                  </a:lnTo>
                  <a:lnTo>
                    <a:pt x="984053" y="1461986"/>
                  </a:lnTo>
                  <a:lnTo>
                    <a:pt x="982341" y="1461986"/>
                  </a:lnTo>
                  <a:lnTo>
                    <a:pt x="980630" y="1461986"/>
                  </a:lnTo>
                  <a:lnTo>
                    <a:pt x="978918" y="1461986"/>
                  </a:lnTo>
                  <a:lnTo>
                    <a:pt x="977207" y="1461986"/>
                  </a:lnTo>
                  <a:lnTo>
                    <a:pt x="975496" y="1461986"/>
                  </a:lnTo>
                  <a:lnTo>
                    <a:pt x="973784" y="1461986"/>
                  </a:lnTo>
                  <a:lnTo>
                    <a:pt x="972073" y="1461986"/>
                  </a:lnTo>
                  <a:lnTo>
                    <a:pt x="970361" y="1461986"/>
                  </a:lnTo>
                  <a:lnTo>
                    <a:pt x="968650" y="1461986"/>
                  </a:lnTo>
                  <a:lnTo>
                    <a:pt x="966939" y="1461986"/>
                  </a:lnTo>
                  <a:lnTo>
                    <a:pt x="965227" y="1461986"/>
                  </a:lnTo>
                  <a:lnTo>
                    <a:pt x="963516" y="1461986"/>
                  </a:lnTo>
                  <a:lnTo>
                    <a:pt x="961804" y="1461986"/>
                  </a:lnTo>
                  <a:lnTo>
                    <a:pt x="960093" y="1461986"/>
                  </a:lnTo>
                  <a:lnTo>
                    <a:pt x="958382" y="1461986"/>
                  </a:lnTo>
                  <a:lnTo>
                    <a:pt x="956670" y="1461986"/>
                  </a:lnTo>
                  <a:lnTo>
                    <a:pt x="954959" y="1461986"/>
                  </a:lnTo>
                  <a:lnTo>
                    <a:pt x="953247" y="1461986"/>
                  </a:lnTo>
                  <a:lnTo>
                    <a:pt x="951536" y="1461986"/>
                  </a:lnTo>
                  <a:lnTo>
                    <a:pt x="949825" y="1461986"/>
                  </a:lnTo>
                  <a:lnTo>
                    <a:pt x="948113" y="1461986"/>
                  </a:lnTo>
                  <a:lnTo>
                    <a:pt x="946402" y="1461986"/>
                  </a:lnTo>
                  <a:lnTo>
                    <a:pt x="944691" y="1461986"/>
                  </a:lnTo>
                  <a:lnTo>
                    <a:pt x="942979" y="1461986"/>
                  </a:lnTo>
                  <a:lnTo>
                    <a:pt x="941268" y="1461986"/>
                  </a:lnTo>
                  <a:lnTo>
                    <a:pt x="939556" y="1461986"/>
                  </a:lnTo>
                  <a:lnTo>
                    <a:pt x="937845" y="1461986"/>
                  </a:lnTo>
                  <a:lnTo>
                    <a:pt x="936134" y="1461986"/>
                  </a:lnTo>
                  <a:lnTo>
                    <a:pt x="934422" y="1461986"/>
                  </a:lnTo>
                  <a:lnTo>
                    <a:pt x="932711" y="1461986"/>
                  </a:lnTo>
                  <a:lnTo>
                    <a:pt x="930999" y="1461986"/>
                  </a:lnTo>
                  <a:lnTo>
                    <a:pt x="929288" y="1461986"/>
                  </a:lnTo>
                  <a:lnTo>
                    <a:pt x="927577" y="1461986"/>
                  </a:lnTo>
                  <a:lnTo>
                    <a:pt x="925865" y="1461986"/>
                  </a:lnTo>
                  <a:lnTo>
                    <a:pt x="924154" y="1461986"/>
                  </a:lnTo>
                  <a:lnTo>
                    <a:pt x="922442" y="1461986"/>
                  </a:lnTo>
                  <a:lnTo>
                    <a:pt x="920731" y="1461986"/>
                  </a:lnTo>
                  <a:lnTo>
                    <a:pt x="919020" y="1461986"/>
                  </a:lnTo>
                  <a:lnTo>
                    <a:pt x="917308" y="1461986"/>
                  </a:lnTo>
                  <a:lnTo>
                    <a:pt x="915597" y="1461986"/>
                  </a:lnTo>
                  <a:lnTo>
                    <a:pt x="913885" y="1461986"/>
                  </a:lnTo>
                  <a:lnTo>
                    <a:pt x="912174" y="1461986"/>
                  </a:lnTo>
                  <a:lnTo>
                    <a:pt x="910463" y="1461986"/>
                  </a:lnTo>
                  <a:lnTo>
                    <a:pt x="908751" y="1461986"/>
                  </a:lnTo>
                  <a:lnTo>
                    <a:pt x="907040" y="1461986"/>
                  </a:lnTo>
                  <a:lnTo>
                    <a:pt x="905328" y="1461986"/>
                  </a:lnTo>
                  <a:lnTo>
                    <a:pt x="903617" y="1461986"/>
                  </a:lnTo>
                  <a:lnTo>
                    <a:pt x="901906" y="1461986"/>
                  </a:lnTo>
                  <a:lnTo>
                    <a:pt x="900194" y="1461986"/>
                  </a:lnTo>
                  <a:lnTo>
                    <a:pt x="898483" y="1461986"/>
                  </a:lnTo>
                  <a:lnTo>
                    <a:pt x="896771" y="1461986"/>
                  </a:lnTo>
                  <a:lnTo>
                    <a:pt x="895060" y="1461986"/>
                  </a:lnTo>
                  <a:lnTo>
                    <a:pt x="893349" y="1461986"/>
                  </a:lnTo>
                  <a:lnTo>
                    <a:pt x="891637" y="1461986"/>
                  </a:lnTo>
                  <a:lnTo>
                    <a:pt x="889926" y="1461986"/>
                  </a:lnTo>
                  <a:lnTo>
                    <a:pt x="888214" y="1461986"/>
                  </a:lnTo>
                  <a:lnTo>
                    <a:pt x="886503" y="1461986"/>
                  </a:lnTo>
                  <a:lnTo>
                    <a:pt x="884792" y="1461986"/>
                  </a:lnTo>
                  <a:lnTo>
                    <a:pt x="883080" y="1461986"/>
                  </a:lnTo>
                  <a:lnTo>
                    <a:pt x="881369" y="1461986"/>
                  </a:lnTo>
                  <a:lnTo>
                    <a:pt x="879657" y="1461986"/>
                  </a:lnTo>
                  <a:lnTo>
                    <a:pt x="877946" y="1461986"/>
                  </a:lnTo>
                  <a:lnTo>
                    <a:pt x="876235" y="1461986"/>
                  </a:lnTo>
                  <a:lnTo>
                    <a:pt x="874523" y="1461986"/>
                  </a:lnTo>
                  <a:lnTo>
                    <a:pt x="872812" y="1461986"/>
                  </a:lnTo>
                  <a:lnTo>
                    <a:pt x="871100" y="1461986"/>
                  </a:lnTo>
                  <a:lnTo>
                    <a:pt x="869389" y="1461986"/>
                  </a:lnTo>
                  <a:lnTo>
                    <a:pt x="867678" y="1461986"/>
                  </a:lnTo>
                  <a:lnTo>
                    <a:pt x="865966" y="1461986"/>
                  </a:lnTo>
                  <a:lnTo>
                    <a:pt x="864255" y="1461986"/>
                  </a:lnTo>
                  <a:lnTo>
                    <a:pt x="862543" y="1461986"/>
                  </a:lnTo>
                  <a:lnTo>
                    <a:pt x="860832" y="1461986"/>
                  </a:lnTo>
                  <a:lnTo>
                    <a:pt x="859121" y="1461986"/>
                  </a:lnTo>
                  <a:lnTo>
                    <a:pt x="857409" y="1461986"/>
                  </a:lnTo>
                  <a:lnTo>
                    <a:pt x="855698" y="1461986"/>
                  </a:lnTo>
                  <a:lnTo>
                    <a:pt x="853986" y="1461986"/>
                  </a:lnTo>
                  <a:lnTo>
                    <a:pt x="852275" y="1461986"/>
                  </a:lnTo>
                  <a:lnTo>
                    <a:pt x="850564" y="1461986"/>
                  </a:lnTo>
                  <a:lnTo>
                    <a:pt x="848852" y="1461986"/>
                  </a:lnTo>
                  <a:lnTo>
                    <a:pt x="847141" y="1461986"/>
                  </a:lnTo>
                  <a:lnTo>
                    <a:pt x="845429" y="1461986"/>
                  </a:lnTo>
                  <a:lnTo>
                    <a:pt x="843718" y="1461986"/>
                  </a:lnTo>
                  <a:lnTo>
                    <a:pt x="842007" y="1461986"/>
                  </a:lnTo>
                  <a:lnTo>
                    <a:pt x="840295" y="1461986"/>
                  </a:lnTo>
                  <a:lnTo>
                    <a:pt x="838584" y="1461986"/>
                  </a:lnTo>
                  <a:lnTo>
                    <a:pt x="836873" y="1461986"/>
                  </a:lnTo>
                  <a:lnTo>
                    <a:pt x="835161" y="1461986"/>
                  </a:lnTo>
                  <a:lnTo>
                    <a:pt x="833450" y="1461986"/>
                  </a:lnTo>
                  <a:lnTo>
                    <a:pt x="831738" y="1461986"/>
                  </a:lnTo>
                  <a:lnTo>
                    <a:pt x="830027" y="1461986"/>
                  </a:lnTo>
                  <a:lnTo>
                    <a:pt x="828316" y="1461986"/>
                  </a:lnTo>
                  <a:lnTo>
                    <a:pt x="826604" y="1461986"/>
                  </a:lnTo>
                  <a:lnTo>
                    <a:pt x="824893" y="1461986"/>
                  </a:lnTo>
                  <a:lnTo>
                    <a:pt x="823181" y="1461986"/>
                  </a:lnTo>
                  <a:lnTo>
                    <a:pt x="821470" y="1461986"/>
                  </a:lnTo>
                  <a:lnTo>
                    <a:pt x="819759" y="1461986"/>
                  </a:lnTo>
                  <a:lnTo>
                    <a:pt x="818047" y="1461986"/>
                  </a:lnTo>
                  <a:lnTo>
                    <a:pt x="816336" y="1461986"/>
                  </a:lnTo>
                  <a:lnTo>
                    <a:pt x="814624" y="1461986"/>
                  </a:lnTo>
                  <a:lnTo>
                    <a:pt x="812913" y="1461986"/>
                  </a:lnTo>
                  <a:lnTo>
                    <a:pt x="811202" y="1461986"/>
                  </a:lnTo>
                  <a:lnTo>
                    <a:pt x="809490" y="1461986"/>
                  </a:lnTo>
                  <a:lnTo>
                    <a:pt x="807779" y="1461986"/>
                  </a:lnTo>
                  <a:lnTo>
                    <a:pt x="806067" y="1461986"/>
                  </a:lnTo>
                  <a:lnTo>
                    <a:pt x="804356" y="1461986"/>
                  </a:lnTo>
                  <a:lnTo>
                    <a:pt x="802645" y="1461986"/>
                  </a:lnTo>
                  <a:lnTo>
                    <a:pt x="800933" y="1461986"/>
                  </a:lnTo>
                  <a:lnTo>
                    <a:pt x="799222" y="1461986"/>
                  </a:lnTo>
                  <a:lnTo>
                    <a:pt x="797510" y="1461986"/>
                  </a:lnTo>
                  <a:lnTo>
                    <a:pt x="795799" y="1461986"/>
                  </a:lnTo>
                  <a:lnTo>
                    <a:pt x="794088" y="1461986"/>
                  </a:lnTo>
                  <a:lnTo>
                    <a:pt x="792376" y="1461986"/>
                  </a:lnTo>
                  <a:lnTo>
                    <a:pt x="790665" y="1461986"/>
                  </a:lnTo>
                  <a:lnTo>
                    <a:pt x="788953" y="1461986"/>
                  </a:lnTo>
                  <a:lnTo>
                    <a:pt x="787242" y="1461986"/>
                  </a:lnTo>
                  <a:lnTo>
                    <a:pt x="785531" y="1461986"/>
                  </a:lnTo>
                  <a:lnTo>
                    <a:pt x="783819" y="1461986"/>
                  </a:lnTo>
                  <a:lnTo>
                    <a:pt x="782108" y="1461986"/>
                  </a:lnTo>
                  <a:lnTo>
                    <a:pt x="780396" y="1461986"/>
                  </a:lnTo>
                  <a:lnTo>
                    <a:pt x="778685" y="1461986"/>
                  </a:lnTo>
                  <a:lnTo>
                    <a:pt x="776974" y="1461986"/>
                  </a:lnTo>
                  <a:lnTo>
                    <a:pt x="775262" y="1461986"/>
                  </a:lnTo>
                  <a:lnTo>
                    <a:pt x="773551" y="1461986"/>
                  </a:lnTo>
                  <a:lnTo>
                    <a:pt x="771839" y="1461986"/>
                  </a:lnTo>
                  <a:lnTo>
                    <a:pt x="770128" y="1461986"/>
                  </a:lnTo>
                  <a:lnTo>
                    <a:pt x="768417" y="1461986"/>
                  </a:lnTo>
                  <a:lnTo>
                    <a:pt x="766705" y="1461986"/>
                  </a:lnTo>
                  <a:lnTo>
                    <a:pt x="764994" y="1461986"/>
                  </a:lnTo>
                  <a:lnTo>
                    <a:pt x="763282" y="1461986"/>
                  </a:lnTo>
                  <a:lnTo>
                    <a:pt x="761571" y="1461986"/>
                  </a:lnTo>
                  <a:lnTo>
                    <a:pt x="759860" y="1461986"/>
                  </a:lnTo>
                  <a:lnTo>
                    <a:pt x="758148" y="1461986"/>
                  </a:lnTo>
                  <a:lnTo>
                    <a:pt x="756437" y="1461986"/>
                  </a:lnTo>
                  <a:lnTo>
                    <a:pt x="754725" y="1461986"/>
                  </a:lnTo>
                  <a:lnTo>
                    <a:pt x="753014" y="1461986"/>
                  </a:lnTo>
                  <a:lnTo>
                    <a:pt x="751303" y="1461986"/>
                  </a:lnTo>
                  <a:lnTo>
                    <a:pt x="749591" y="1461986"/>
                  </a:lnTo>
                  <a:lnTo>
                    <a:pt x="747880" y="1461986"/>
                  </a:lnTo>
                  <a:lnTo>
                    <a:pt x="746168" y="1461986"/>
                  </a:lnTo>
                  <a:lnTo>
                    <a:pt x="744457" y="1461986"/>
                  </a:lnTo>
                  <a:lnTo>
                    <a:pt x="742746" y="1461986"/>
                  </a:lnTo>
                  <a:lnTo>
                    <a:pt x="741034" y="1461986"/>
                  </a:lnTo>
                  <a:lnTo>
                    <a:pt x="739323" y="1461986"/>
                  </a:lnTo>
                  <a:lnTo>
                    <a:pt x="737612" y="1461986"/>
                  </a:lnTo>
                  <a:lnTo>
                    <a:pt x="735900" y="1461986"/>
                  </a:lnTo>
                  <a:lnTo>
                    <a:pt x="734189" y="1461986"/>
                  </a:lnTo>
                  <a:lnTo>
                    <a:pt x="732477" y="1461986"/>
                  </a:lnTo>
                  <a:lnTo>
                    <a:pt x="730766" y="1461986"/>
                  </a:lnTo>
                  <a:lnTo>
                    <a:pt x="729055" y="1461986"/>
                  </a:lnTo>
                  <a:lnTo>
                    <a:pt x="727343" y="1461986"/>
                  </a:lnTo>
                  <a:lnTo>
                    <a:pt x="725632" y="1461986"/>
                  </a:lnTo>
                  <a:lnTo>
                    <a:pt x="723920" y="1461986"/>
                  </a:lnTo>
                  <a:lnTo>
                    <a:pt x="722209" y="1461986"/>
                  </a:lnTo>
                  <a:lnTo>
                    <a:pt x="720498" y="1461986"/>
                  </a:lnTo>
                  <a:lnTo>
                    <a:pt x="718786" y="1461986"/>
                  </a:lnTo>
                  <a:lnTo>
                    <a:pt x="717075" y="1461986"/>
                  </a:lnTo>
                  <a:lnTo>
                    <a:pt x="715363" y="1461986"/>
                  </a:lnTo>
                  <a:lnTo>
                    <a:pt x="713652" y="1461986"/>
                  </a:lnTo>
                  <a:lnTo>
                    <a:pt x="711941" y="1461986"/>
                  </a:lnTo>
                  <a:lnTo>
                    <a:pt x="710229" y="1461986"/>
                  </a:lnTo>
                  <a:lnTo>
                    <a:pt x="708518" y="1461986"/>
                  </a:lnTo>
                  <a:lnTo>
                    <a:pt x="706806" y="1461986"/>
                  </a:lnTo>
                  <a:lnTo>
                    <a:pt x="705095" y="1461986"/>
                  </a:lnTo>
                  <a:lnTo>
                    <a:pt x="703384" y="1461986"/>
                  </a:lnTo>
                  <a:lnTo>
                    <a:pt x="701672" y="1461986"/>
                  </a:lnTo>
                  <a:lnTo>
                    <a:pt x="699961" y="1461986"/>
                  </a:lnTo>
                  <a:lnTo>
                    <a:pt x="698249" y="1461986"/>
                  </a:lnTo>
                  <a:lnTo>
                    <a:pt x="696538" y="1461986"/>
                  </a:lnTo>
                  <a:lnTo>
                    <a:pt x="694827" y="1461986"/>
                  </a:lnTo>
                  <a:lnTo>
                    <a:pt x="693115" y="1461986"/>
                  </a:lnTo>
                  <a:lnTo>
                    <a:pt x="691404" y="1461986"/>
                  </a:lnTo>
                  <a:lnTo>
                    <a:pt x="689692" y="1461986"/>
                  </a:lnTo>
                  <a:lnTo>
                    <a:pt x="687981" y="1461986"/>
                  </a:lnTo>
                  <a:lnTo>
                    <a:pt x="686270" y="1461986"/>
                  </a:lnTo>
                  <a:lnTo>
                    <a:pt x="684558" y="1461986"/>
                  </a:lnTo>
                  <a:lnTo>
                    <a:pt x="682847" y="1461986"/>
                  </a:lnTo>
                  <a:lnTo>
                    <a:pt x="681135" y="1461986"/>
                  </a:lnTo>
                  <a:lnTo>
                    <a:pt x="679424" y="1461986"/>
                  </a:lnTo>
                  <a:lnTo>
                    <a:pt x="677713" y="1461986"/>
                  </a:lnTo>
                  <a:lnTo>
                    <a:pt x="676001" y="1461986"/>
                  </a:lnTo>
                  <a:lnTo>
                    <a:pt x="674290" y="1461986"/>
                  </a:lnTo>
                  <a:lnTo>
                    <a:pt x="672578" y="1461986"/>
                  </a:lnTo>
                  <a:lnTo>
                    <a:pt x="670867" y="1461986"/>
                  </a:lnTo>
                  <a:lnTo>
                    <a:pt x="669156" y="1461986"/>
                  </a:lnTo>
                  <a:lnTo>
                    <a:pt x="667444" y="1461986"/>
                  </a:lnTo>
                  <a:lnTo>
                    <a:pt x="665733" y="1461986"/>
                  </a:lnTo>
                  <a:lnTo>
                    <a:pt x="664021" y="1461986"/>
                  </a:lnTo>
                  <a:lnTo>
                    <a:pt x="662310" y="1461986"/>
                  </a:lnTo>
                  <a:lnTo>
                    <a:pt x="660599" y="1461986"/>
                  </a:lnTo>
                  <a:lnTo>
                    <a:pt x="658887" y="1461986"/>
                  </a:lnTo>
                  <a:lnTo>
                    <a:pt x="657176" y="1461986"/>
                  </a:lnTo>
                  <a:lnTo>
                    <a:pt x="655464" y="1461986"/>
                  </a:lnTo>
                  <a:lnTo>
                    <a:pt x="653753" y="1461986"/>
                  </a:lnTo>
                  <a:lnTo>
                    <a:pt x="652042" y="1461986"/>
                  </a:lnTo>
                  <a:lnTo>
                    <a:pt x="650330" y="1461986"/>
                  </a:lnTo>
                  <a:lnTo>
                    <a:pt x="648619" y="1461986"/>
                  </a:lnTo>
                  <a:lnTo>
                    <a:pt x="646907" y="1461986"/>
                  </a:lnTo>
                  <a:lnTo>
                    <a:pt x="645196" y="1461986"/>
                  </a:lnTo>
                  <a:lnTo>
                    <a:pt x="643485" y="1461986"/>
                  </a:lnTo>
                  <a:lnTo>
                    <a:pt x="641773" y="1461986"/>
                  </a:lnTo>
                  <a:lnTo>
                    <a:pt x="640062" y="1461986"/>
                  </a:lnTo>
                  <a:lnTo>
                    <a:pt x="638350" y="1461986"/>
                  </a:lnTo>
                  <a:lnTo>
                    <a:pt x="636639" y="1461986"/>
                  </a:lnTo>
                  <a:lnTo>
                    <a:pt x="634928" y="1461986"/>
                  </a:lnTo>
                  <a:lnTo>
                    <a:pt x="633216" y="1461986"/>
                  </a:lnTo>
                  <a:lnTo>
                    <a:pt x="631505" y="1461986"/>
                  </a:lnTo>
                  <a:lnTo>
                    <a:pt x="629794" y="1461986"/>
                  </a:lnTo>
                  <a:lnTo>
                    <a:pt x="628082" y="1461986"/>
                  </a:lnTo>
                  <a:lnTo>
                    <a:pt x="626371" y="1461986"/>
                  </a:lnTo>
                  <a:lnTo>
                    <a:pt x="624659" y="1461986"/>
                  </a:lnTo>
                  <a:lnTo>
                    <a:pt x="622948" y="1461986"/>
                  </a:lnTo>
                  <a:lnTo>
                    <a:pt x="621237" y="1461986"/>
                  </a:lnTo>
                  <a:lnTo>
                    <a:pt x="619525" y="1461986"/>
                  </a:lnTo>
                  <a:lnTo>
                    <a:pt x="617814" y="1461986"/>
                  </a:lnTo>
                  <a:lnTo>
                    <a:pt x="616102" y="1461986"/>
                  </a:lnTo>
                  <a:lnTo>
                    <a:pt x="614391" y="1461986"/>
                  </a:lnTo>
                  <a:lnTo>
                    <a:pt x="612680" y="1461986"/>
                  </a:lnTo>
                  <a:lnTo>
                    <a:pt x="610968" y="1461986"/>
                  </a:lnTo>
                  <a:lnTo>
                    <a:pt x="609257" y="1461986"/>
                  </a:lnTo>
                  <a:lnTo>
                    <a:pt x="607545" y="1461986"/>
                  </a:lnTo>
                  <a:lnTo>
                    <a:pt x="605834" y="1461986"/>
                  </a:lnTo>
                  <a:lnTo>
                    <a:pt x="604123" y="1461986"/>
                  </a:lnTo>
                  <a:lnTo>
                    <a:pt x="602411" y="1461986"/>
                  </a:lnTo>
                  <a:lnTo>
                    <a:pt x="600700" y="1461986"/>
                  </a:lnTo>
                  <a:lnTo>
                    <a:pt x="598988" y="1461986"/>
                  </a:lnTo>
                  <a:lnTo>
                    <a:pt x="597277" y="1461986"/>
                  </a:lnTo>
                  <a:lnTo>
                    <a:pt x="595566" y="1461986"/>
                  </a:lnTo>
                  <a:lnTo>
                    <a:pt x="593854" y="1461986"/>
                  </a:lnTo>
                  <a:lnTo>
                    <a:pt x="592143" y="1461986"/>
                  </a:lnTo>
                  <a:lnTo>
                    <a:pt x="590431" y="1461986"/>
                  </a:lnTo>
                  <a:lnTo>
                    <a:pt x="588720" y="1461986"/>
                  </a:lnTo>
                  <a:lnTo>
                    <a:pt x="587009" y="1461986"/>
                  </a:lnTo>
                  <a:lnTo>
                    <a:pt x="585297" y="1461986"/>
                  </a:lnTo>
                  <a:lnTo>
                    <a:pt x="583586" y="1461986"/>
                  </a:lnTo>
                  <a:lnTo>
                    <a:pt x="581874" y="1461986"/>
                  </a:lnTo>
                  <a:lnTo>
                    <a:pt x="580163" y="1461986"/>
                  </a:lnTo>
                  <a:lnTo>
                    <a:pt x="578452" y="1461986"/>
                  </a:lnTo>
                  <a:lnTo>
                    <a:pt x="576740" y="1461986"/>
                  </a:lnTo>
                  <a:lnTo>
                    <a:pt x="575029" y="1461986"/>
                  </a:lnTo>
                  <a:lnTo>
                    <a:pt x="573317" y="1461986"/>
                  </a:lnTo>
                  <a:lnTo>
                    <a:pt x="571606" y="1461986"/>
                  </a:lnTo>
                  <a:lnTo>
                    <a:pt x="569895" y="1461986"/>
                  </a:lnTo>
                  <a:lnTo>
                    <a:pt x="568183" y="1461986"/>
                  </a:lnTo>
                  <a:lnTo>
                    <a:pt x="566472" y="1461986"/>
                  </a:lnTo>
                  <a:lnTo>
                    <a:pt x="564760" y="1461986"/>
                  </a:lnTo>
                  <a:lnTo>
                    <a:pt x="563049" y="1461986"/>
                  </a:lnTo>
                  <a:lnTo>
                    <a:pt x="561338" y="1461986"/>
                  </a:lnTo>
                  <a:lnTo>
                    <a:pt x="559626" y="1461986"/>
                  </a:lnTo>
                  <a:lnTo>
                    <a:pt x="557915" y="1461986"/>
                  </a:lnTo>
                  <a:lnTo>
                    <a:pt x="556203" y="1461986"/>
                  </a:lnTo>
                  <a:lnTo>
                    <a:pt x="554492" y="1461986"/>
                  </a:lnTo>
                  <a:lnTo>
                    <a:pt x="552781" y="1461986"/>
                  </a:lnTo>
                  <a:lnTo>
                    <a:pt x="551069" y="1461986"/>
                  </a:lnTo>
                  <a:lnTo>
                    <a:pt x="549358" y="1461986"/>
                  </a:lnTo>
                  <a:lnTo>
                    <a:pt x="547646" y="1461986"/>
                  </a:lnTo>
                  <a:lnTo>
                    <a:pt x="545935" y="1461986"/>
                  </a:lnTo>
                  <a:lnTo>
                    <a:pt x="544224" y="1461986"/>
                  </a:lnTo>
                  <a:lnTo>
                    <a:pt x="542512" y="1461986"/>
                  </a:lnTo>
                  <a:lnTo>
                    <a:pt x="540801" y="1461986"/>
                  </a:lnTo>
                  <a:lnTo>
                    <a:pt x="539089" y="1461986"/>
                  </a:lnTo>
                  <a:lnTo>
                    <a:pt x="537378" y="1461986"/>
                  </a:lnTo>
                  <a:lnTo>
                    <a:pt x="535667" y="1461986"/>
                  </a:lnTo>
                  <a:lnTo>
                    <a:pt x="533955" y="1461986"/>
                  </a:lnTo>
                  <a:lnTo>
                    <a:pt x="532244" y="1461986"/>
                  </a:lnTo>
                  <a:lnTo>
                    <a:pt x="530532" y="1461986"/>
                  </a:lnTo>
                  <a:lnTo>
                    <a:pt x="528821" y="1461986"/>
                  </a:lnTo>
                  <a:lnTo>
                    <a:pt x="527110" y="1461986"/>
                  </a:lnTo>
                  <a:lnTo>
                    <a:pt x="525398" y="1461986"/>
                  </a:lnTo>
                  <a:lnTo>
                    <a:pt x="523687" y="1461986"/>
                  </a:lnTo>
                  <a:lnTo>
                    <a:pt x="521976" y="1461986"/>
                  </a:lnTo>
                  <a:lnTo>
                    <a:pt x="520264" y="1461986"/>
                  </a:lnTo>
                  <a:lnTo>
                    <a:pt x="518553" y="1461986"/>
                  </a:lnTo>
                  <a:lnTo>
                    <a:pt x="516841" y="1461986"/>
                  </a:lnTo>
                  <a:lnTo>
                    <a:pt x="515130" y="1461986"/>
                  </a:lnTo>
                  <a:lnTo>
                    <a:pt x="513419" y="1461986"/>
                  </a:lnTo>
                  <a:lnTo>
                    <a:pt x="511707" y="1461986"/>
                  </a:lnTo>
                  <a:lnTo>
                    <a:pt x="509996" y="1461986"/>
                  </a:lnTo>
                  <a:lnTo>
                    <a:pt x="508284" y="1461986"/>
                  </a:lnTo>
                  <a:lnTo>
                    <a:pt x="506573" y="1461986"/>
                  </a:lnTo>
                  <a:lnTo>
                    <a:pt x="504862" y="1461986"/>
                  </a:lnTo>
                  <a:lnTo>
                    <a:pt x="503150" y="1461986"/>
                  </a:lnTo>
                  <a:lnTo>
                    <a:pt x="501439" y="1461986"/>
                  </a:lnTo>
                  <a:lnTo>
                    <a:pt x="499727" y="1461986"/>
                  </a:lnTo>
                  <a:lnTo>
                    <a:pt x="498016" y="1461986"/>
                  </a:lnTo>
                  <a:lnTo>
                    <a:pt x="496305" y="1461986"/>
                  </a:lnTo>
                  <a:lnTo>
                    <a:pt x="494593" y="1461986"/>
                  </a:lnTo>
                  <a:lnTo>
                    <a:pt x="492882" y="1461986"/>
                  </a:lnTo>
                  <a:lnTo>
                    <a:pt x="491170" y="1461986"/>
                  </a:lnTo>
                  <a:lnTo>
                    <a:pt x="489459" y="1461986"/>
                  </a:lnTo>
                  <a:lnTo>
                    <a:pt x="487748" y="1461986"/>
                  </a:lnTo>
                  <a:lnTo>
                    <a:pt x="486036" y="1461986"/>
                  </a:lnTo>
                  <a:lnTo>
                    <a:pt x="484325" y="1461986"/>
                  </a:lnTo>
                  <a:lnTo>
                    <a:pt x="482613" y="1461986"/>
                  </a:lnTo>
                  <a:lnTo>
                    <a:pt x="480902" y="1461986"/>
                  </a:lnTo>
                  <a:lnTo>
                    <a:pt x="479191" y="1461986"/>
                  </a:lnTo>
                  <a:lnTo>
                    <a:pt x="477479" y="1461986"/>
                  </a:lnTo>
                  <a:lnTo>
                    <a:pt x="475768" y="1461986"/>
                  </a:lnTo>
                  <a:lnTo>
                    <a:pt x="474056" y="1461986"/>
                  </a:lnTo>
                  <a:lnTo>
                    <a:pt x="472345" y="1461986"/>
                  </a:lnTo>
                  <a:lnTo>
                    <a:pt x="470634" y="1461986"/>
                  </a:lnTo>
                  <a:lnTo>
                    <a:pt x="468922" y="1461986"/>
                  </a:lnTo>
                  <a:lnTo>
                    <a:pt x="467211" y="1461986"/>
                  </a:lnTo>
                  <a:lnTo>
                    <a:pt x="465499" y="1461986"/>
                  </a:lnTo>
                  <a:lnTo>
                    <a:pt x="463788" y="1461986"/>
                  </a:lnTo>
                  <a:lnTo>
                    <a:pt x="462077" y="1461986"/>
                  </a:lnTo>
                  <a:lnTo>
                    <a:pt x="460365" y="1461986"/>
                  </a:lnTo>
                  <a:lnTo>
                    <a:pt x="458654" y="1461986"/>
                  </a:lnTo>
                  <a:lnTo>
                    <a:pt x="456942" y="1461986"/>
                  </a:lnTo>
                  <a:lnTo>
                    <a:pt x="455231" y="1461986"/>
                  </a:lnTo>
                  <a:lnTo>
                    <a:pt x="453520" y="1461986"/>
                  </a:lnTo>
                  <a:lnTo>
                    <a:pt x="451808" y="1461986"/>
                  </a:lnTo>
                  <a:lnTo>
                    <a:pt x="450097" y="1461986"/>
                  </a:lnTo>
                  <a:lnTo>
                    <a:pt x="448385" y="1461986"/>
                  </a:lnTo>
                  <a:lnTo>
                    <a:pt x="446674" y="1461986"/>
                  </a:lnTo>
                  <a:lnTo>
                    <a:pt x="444963" y="1461986"/>
                  </a:lnTo>
                  <a:lnTo>
                    <a:pt x="443251" y="1461986"/>
                  </a:lnTo>
                  <a:lnTo>
                    <a:pt x="441540" y="1461986"/>
                  </a:lnTo>
                  <a:lnTo>
                    <a:pt x="439828" y="1461986"/>
                  </a:lnTo>
                  <a:lnTo>
                    <a:pt x="438117" y="1461986"/>
                  </a:lnTo>
                  <a:lnTo>
                    <a:pt x="436406" y="1461986"/>
                  </a:lnTo>
                  <a:lnTo>
                    <a:pt x="434694" y="1461986"/>
                  </a:lnTo>
                  <a:lnTo>
                    <a:pt x="432983" y="1461986"/>
                  </a:lnTo>
                  <a:lnTo>
                    <a:pt x="431271" y="1461986"/>
                  </a:lnTo>
                  <a:lnTo>
                    <a:pt x="429560" y="1461986"/>
                  </a:lnTo>
                  <a:lnTo>
                    <a:pt x="427849" y="1461986"/>
                  </a:lnTo>
                  <a:lnTo>
                    <a:pt x="426137" y="1461986"/>
                  </a:lnTo>
                  <a:lnTo>
                    <a:pt x="424426" y="1461986"/>
                  </a:lnTo>
                  <a:lnTo>
                    <a:pt x="422714" y="1461986"/>
                  </a:lnTo>
                  <a:lnTo>
                    <a:pt x="421003" y="1461986"/>
                  </a:lnTo>
                  <a:lnTo>
                    <a:pt x="419292" y="1461986"/>
                  </a:lnTo>
                  <a:lnTo>
                    <a:pt x="417580" y="1461986"/>
                  </a:lnTo>
                  <a:lnTo>
                    <a:pt x="415869" y="1461986"/>
                  </a:lnTo>
                  <a:lnTo>
                    <a:pt x="414158" y="1461986"/>
                  </a:lnTo>
                  <a:lnTo>
                    <a:pt x="412446" y="1461986"/>
                  </a:lnTo>
                  <a:lnTo>
                    <a:pt x="410735" y="1461986"/>
                  </a:lnTo>
                  <a:lnTo>
                    <a:pt x="409023" y="1461986"/>
                  </a:lnTo>
                  <a:lnTo>
                    <a:pt x="407312" y="1461986"/>
                  </a:lnTo>
                  <a:lnTo>
                    <a:pt x="405601" y="1461986"/>
                  </a:lnTo>
                  <a:lnTo>
                    <a:pt x="403889" y="1461986"/>
                  </a:lnTo>
                  <a:lnTo>
                    <a:pt x="402178" y="1461986"/>
                  </a:lnTo>
                  <a:lnTo>
                    <a:pt x="400466" y="1461986"/>
                  </a:lnTo>
                  <a:lnTo>
                    <a:pt x="398755" y="1461986"/>
                  </a:lnTo>
                  <a:lnTo>
                    <a:pt x="397044" y="1461986"/>
                  </a:lnTo>
                  <a:lnTo>
                    <a:pt x="395332" y="1461986"/>
                  </a:lnTo>
                  <a:lnTo>
                    <a:pt x="393621" y="1461986"/>
                  </a:lnTo>
                  <a:lnTo>
                    <a:pt x="391909" y="1461986"/>
                  </a:lnTo>
                  <a:lnTo>
                    <a:pt x="390198" y="1461986"/>
                  </a:lnTo>
                  <a:lnTo>
                    <a:pt x="388487" y="1461986"/>
                  </a:lnTo>
                  <a:lnTo>
                    <a:pt x="386775" y="1461986"/>
                  </a:lnTo>
                  <a:lnTo>
                    <a:pt x="385064" y="1461986"/>
                  </a:lnTo>
                  <a:lnTo>
                    <a:pt x="383352" y="1461986"/>
                  </a:lnTo>
                  <a:lnTo>
                    <a:pt x="381641" y="1461986"/>
                  </a:lnTo>
                  <a:lnTo>
                    <a:pt x="379930" y="1461986"/>
                  </a:lnTo>
                  <a:lnTo>
                    <a:pt x="378218" y="1461986"/>
                  </a:lnTo>
                  <a:lnTo>
                    <a:pt x="376507" y="1461986"/>
                  </a:lnTo>
                  <a:lnTo>
                    <a:pt x="374795" y="1461986"/>
                  </a:lnTo>
                  <a:lnTo>
                    <a:pt x="373084" y="1461986"/>
                  </a:lnTo>
                  <a:lnTo>
                    <a:pt x="371373" y="1461986"/>
                  </a:lnTo>
                  <a:lnTo>
                    <a:pt x="369661" y="1461986"/>
                  </a:lnTo>
                  <a:lnTo>
                    <a:pt x="367950" y="1461986"/>
                  </a:lnTo>
                  <a:lnTo>
                    <a:pt x="366238" y="1461986"/>
                  </a:lnTo>
                  <a:lnTo>
                    <a:pt x="364527" y="1461986"/>
                  </a:lnTo>
                  <a:lnTo>
                    <a:pt x="362816" y="1461986"/>
                  </a:lnTo>
                  <a:lnTo>
                    <a:pt x="361104" y="1461986"/>
                  </a:lnTo>
                  <a:lnTo>
                    <a:pt x="359393" y="1461986"/>
                  </a:lnTo>
                  <a:lnTo>
                    <a:pt x="357681" y="1461986"/>
                  </a:lnTo>
                  <a:lnTo>
                    <a:pt x="355970" y="1461986"/>
                  </a:lnTo>
                  <a:lnTo>
                    <a:pt x="354259" y="1461986"/>
                  </a:lnTo>
                  <a:lnTo>
                    <a:pt x="352547" y="1461986"/>
                  </a:lnTo>
                  <a:lnTo>
                    <a:pt x="350836" y="1461986"/>
                  </a:lnTo>
                  <a:lnTo>
                    <a:pt x="349124" y="1461986"/>
                  </a:lnTo>
                  <a:lnTo>
                    <a:pt x="347413" y="1461986"/>
                  </a:lnTo>
                  <a:lnTo>
                    <a:pt x="345702" y="1461986"/>
                  </a:lnTo>
                  <a:lnTo>
                    <a:pt x="343990" y="1461986"/>
                  </a:lnTo>
                  <a:lnTo>
                    <a:pt x="342279" y="1461986"/>
                  </a:lnTo>
                  <a:lnTo>
                    <a:pt x="340567" y="1461986"/>
                  </a:lnTo>
                  <a:lnTo>
                    <a:pt x="338856" y="1461986"/>
                  </a:lnTo>
                  <a:lnTo>
                    <a:pt x="337145" y="1461986"/>
                  </a:lnTo>
                  <a:lnTo>
                    <a:pt x="335433" y="1461986"/>
                  </a:lnTo>
                  <a:lnTo>
                    <a:pt x="333722" y="1461986"/>
                  </a:lnTo>
                  <a:lnTo>
                    <a:pt x="332010" y="1461986"/>
                  </a:lnTo>
                  <a:lnTo>
                    <a:pt x="330299" y="1461986"/>
                  </a:lnTo>
                  <a:lnTo>
                    <a:pt x="328588" y="1461986"/>
                  </a:lnTo>
                  <a:lnTo>
                    <a:pt x="326876" y="1461986"/>
                  </a:lnTo>
                  <a:lnTo>
                    <a:pt x="325165" y="1461986"/>
                  </a:lnTo>
                  <a:lnTo>
                    <a:pt x="323453" y="1461986"/>
                  </a:lnTo>
                  <a:lnTo>
                    <a:pt x="321742" y="1461986"/>
                  </a:lnTo>
                  <a:lnTo>
                    <a:pt x="320031" y="1461986"/>
                  </a:lnTo>
                  <a:lnTo>
                    <a:pt x="318319" y="1461986"/>
                  </a:lnTo>
                  <a:lnTo>
                    <a:pt x="316608" y="1461986"/>
                  </a:lnTo>
                  <a:lnTo>
                    <a:pt x="314897" y="1461986"/>
                  </a:lnTo>
                  <a:lnTo>
                    <a:pt x="313185" y="1461986"/>
                  </a:lnTo>
                  <a:lnTo>
                    <a:pt x="311474" y="1461986"/>
                  </a:lnTo>
                  <a:lnTo>
                    <a:pt x="309762" y="1461986"/>
                  </a:lnTo>
                  <a:lnTo>
                    <a:pt x="308051" y="1461986"/>
                  </a:lnTo>
                  <a:lnTo>
                    <a:pt x="306340" y="1461986"/>
                  </a:lnTo>
                  <a:lnTo>
                    <a:pt x="304628" y="1461986"/>
                  </a:lnTo>
                  <a:lnTo>
                    <a:pt x="302917" y="1461986"/>
                  </a:lnTo>
                  <a:lnTo>
                    <a:pt x="301205" y="1461986"/>
                  </a:lnTo>
                  <a:lnTo>
                    <a:pt x="299494" y="1461986"/>
                  </a:lnTo>
                  <a:lnTo>
                    <a:pt x="297783" y="1461986"/>
                  </a:lnTo>
                  <a:lnTo>
                    <a:pt x="296071" y="1461986"/>
                  </a:lnTo>
                  <a:lnTo>
                    <a:pt x="294360" y="1461986"/>
                  </a:lnTo>
                  <a:lnTo>
                    <a:pt x="292648" y="1461986"/>
                  </a:lnTo>
                  <a:lnTo>
                    <a:pt x="290937" y="1461986"/>
                  </a:lnTo>
                  <a:lnTo>
                    <a:pt x="289226" y="1461986"/>
                  </a:lnTo>
                  <a:lnTo>
                    <a:pt x="287514" y="1461986"/>
                  </a:lnTo>
                  <a:lnTo>
                    <a:pt x="285803" y="1461986"/>
                  </a:lnTo>
                  <a:lnTo>
                    <a:pt x="284091" y="1461986"/>
                  </a:lnTo>
                  <a:lnTo>
                    <a:pt x="282380" y="1461986"/>
                  </a:lnTo>
                  <a:lnTo>
                    <a:pt x="280669" y="1461986"/>
                  </a:lnTo>
                  <a:lnTo>
                    <a:pt x="278957" y="1461986"/>
                  </a:lnTo>
                  <a:lnTo>
                    <a:pt x="277246" y="1461986"/>
                  </a:lnTo>
                  <a:lnTo>
                    <a:pt x="275534" y="1461986"/>
                  </a:lnTo>
                  <a:lnTo>
                    <a:pt x="273823" y="1461986"/>
                  </a:lnTo>
                  <a:lnTo>
                    <a:pt x="272112" y="1461986"/>
                  </a:lnTo>
                  <a:lnTo>
                    <a:pt x="270400" y="1461986"/>
                  </a:lnTo>
                  <a:lnTo>
                    <a:pt x="268689" y="1461986"/>
                  </a:lnTo>
                  <a:lnTo>
                    <a:pt x="266977" y="1461986"/>
                  </a:lnTo>
                  <a:lnTo>
                    <a:pt x="265266" y="1461986"/>
                  </a:lnTo>
                  <a:lnTo>
                    <a:pt x="263555" y="1461986"/>
                  </a:lnTo>
                  <a:lnTo>
                    <a:pt x="261843" y="1461986"/>
                  </a:lnTo>
                  <a:lnTo>
                    <a:pt x="260132" y="1461986"/>
                  </a:lnTo>
                  <a:lnTo>
                    <a:pt x="258420" y="1461986"/>
                  </a:lnTo>
                  <a:lnTo>
                    <a:pt x="256709" y="1461986"/>
                  </a:lnTo>
                  <a:lnTo>
                    <a:pt x="254998" y="1461986"/>
                  </a:lnTo>
                  <a:lnTo>
                    <a:pt x="253286" y="1461986"/>
                  </a:lnTo>
                  <a:lnTo>
                    <a:pt x="251575" y="1461986"/>
                  </a:lnTo>
                  <a:lnTo>
                    <a:pt x="249863" y="1461986"/>
                  </a:lnTo>
                  <a:lnTo>
                    <a:pt x="248152" y="1461986"/>
                  </a:lnTo>
                  <a:lnTo>
                    <a:pt x="246441" y="1461986"/>
                  </a:lnTo>
                  <a:lnTo>
                    <a:pt x="244729" y="1461986"/>
                  </a:lnTo>
                  <a:lnTo>
                    <a:pt x="243018" y="1461986"/>
                  </a:lnTo>
                  <a:lnTo>
                    <a:pt x="241306" y="1461986"/>
                  </a:lnTo>
                  <a:lnTo>
                    <a:pt x="239595" y="1461986"/>
                  </a:lnTo>
                  <a:lnTo>
                    <a:pt x="237884" y="1461986"/>
                  </a:lnTo>
                  <a:lnTo>
                    <a:pt x="236172" y="1461986"/>
                  </a:lnTo>
                  <a:lnTo>
                    <a:pt x="234461" y="1461986"/>
                  </a:lnTo>
                  <a:lnTo>
                    <a:pt x="232749" y="1461986"/>
                  </a:lnTo>
                  <a:lnTo>
                    <a:pt x="231038" y="1461986"/>
                  </a:lnTo>
                  <a:lnTo>
                    <a:pt x="229327" y="1461986"/>
                  </a:lnTo>
                  <a:lnTo>
                    <a:pt x="227615" y="1461986"/>
                  </a:lnTo>
                  <a:lnTo>
                    <a:pt x="225904" y="1461986"/>
                  </a:lnTo>
                  <a:lnTo>
                    <a:pt x="224192" y="1461986"/>
                  </a:lnTo>
                  <a:lnTo>
                    <a:pt x="222481" y="1461986"/>
                  </a:lnTo>
                  <a:lnTo>
                    <a:pt x="220770" y="1461986"/>
                  </a:lnTo>
                  <a:lnTo>
                    <a:pt x="219058" y="1461986"/>
                  </a:lnTo>
                  <a:lnTo>
                    <a:pt x="217347" y="1461986"/>
                  </a:lnTo>
                  <a:lnTo>
                    <a:pt x="215635" y="1461986"/>
                  </a:lnTo>
                  <a:lnTo>
                    <a:pt x="213924" y="1461986"/>
                  </a:lnTo>
                  <a:lnTo>
                    <a:pt x="212213" y="1461986"/>
                  </a:lnTo>
                  <a:lnTo>
                    <a:pt x="210501" y="1461986"/>
                  </a:lnTo>
                  <a:lnTo>
                    <a:pt x="208790" y="1461986"/>
                  </a:lnTo>
                  <a:lnTo>
                    <a:pt x="207079" y="1461986"/>
                  </a:lnTo>
                  <a:lnTo>
                    <a:pt x="205367" y="1461986"/>
                  </a:lnTo>
                  <a:lnTo>
                    <a:pt x="203656" y="1461986"/>
                  </a:lnTo>
                  <a:lnTo>
                    <a:pt x="201944" y="1461986"/>
                  </a:lnTo>
                  <a:lnTo>
                    <a:pt x="200233" y="1461986"/>
                  </a:lnTo>
                  <a:lnTo>
                    <a:pt x="198522" y="1461986"/>
                  </a:lnTo>
                  <a:lnTo>
                    <a:pt x="196810" y="1461986"/>
                  </a:lnTo>
                  <a:lnTo>
                    <a:pt x="195099" y="1461986"/>
                  </a:lnTo>
                  <a:lnTo>
                    <a:pt x="193387" y="1461986"/>
                  </a:lnTo>
                  <a:lnTo>
                    <a:pt x="191676" y="1461986"/>
                  </a:lnTo>
                  <a:lnTo>
                    <a:pt x="189965" y="1461986"/>
                  </a:lnTo>
                  <a:lnTo>
                    <a:pt x="188253" y="1461986"/>
                  </a:lnTo>
                  <a:lnTo>
                    <a:pt x="186542" y="1461986"/>
                  </a:lnTo>
                  <a:lnTo>
                    <a:pt x="184830" y="1461986"/>
                  </a:lnTo>
                  <a:lnTo>
                    <a:pt x="183119" y="1461986"/>
                  </a:lnTo>
                  <a:lnTo>
                    <a:pt x="181408" y="1461986"/>
                  </a:lnTo>
                  <a:lnTo>
                    <a:pt x="179696" y="1461986"/>
                  </a:lnTo>
                  <a:lnTo>
                    <a:pt x="177985" y="1461986"/>
                  </a:lnTo>
                  <a:lnTo>
                    <a:pt x="176273" y="1461986"/>
                  </a:lnTo>
                  <a:lnTo>
                    <a:pt x="174562" y="1461986"/>
                  </a:lnTo>
                  <a:lnTo>
                    <a:pt x="172851" y="1461986"/>
                  </a:lnTo>
                  <a:lnTo>
                    <a:pt x="171139" y="1461986"/>
                  </a:lnTo>
                  <a:lnTo>
                    <a:pt x="169428" y="1461986"/>
                  </a:lnTo>
                  <a:lnTo>
                    <a:pt x="167716" y="1461986"/>
                  </a:lnTo>
                  <a:lnTo>
                    <a:pt x="166005" y="1461986"/>
                  </a:lnTo>
                  <a:lnTo>
                    <a:pt x="164294" y="1461986"/>
                  </a:lnTo>
                  <a:lnTo>
                    <a:pt x="162582" y="1461986"/>
                  </a:lnTo>
                  <a:lnTo>
                    <a:pt x="160871" y="1461986"/>
                  </a:lnTo>
                  <a:lnTo>
                    <a:pt x="159159" y="1461986"/>
                  </a:lnTo>
                  <a:lnTo>
                    <a:pt x="157448" y="1461986"/>
                  </a:lnTo>
                  <a:lnTo>
                    <a:pt x="155737" y="1461986"/>
                  </a:lnTo>
                  <a:lnTo>
                    <a:pt x="154025" y="1461986"/>
                  </a:lnTo>
                  <a:lnTo>
                    <a:pt x="152314" y="1461986"/>
                  </a:lnTo>
                  <a:lnTo>
                    <a:pt x="150602" y="1461986"/>
                  </a:lnTo>
                  <a:lnTo>
                    <a:pt x="148891" y="1461986"/>
                  </a:lnTo>
                  <a:lnTo>
                    <a:pt x="147180" y="1461986"/>
                  </a:lnTo>
                  <a:lnTo>
                    <a:pt x="145468" y="1461986"/>
                  </a:lnTo>
                  <a:lnTo>
                    <a:pt x="143757" y="1461986"/>
                  </a:lnTo>
                  <a:lnTo>
                    <a:pt x="142045" y="1461986"/>
                  </a:lnTo>
                  <a:lnTo>
                    <a:pt x="140334" y="1461986"/>
                  </a:lnTo>
                  <a:lnTo>
                    <a:pt x="138623" y="1461986"/>
                  </a:lnTo>
                  <a:lnTo>
                    <a:pt x="136911" y="1461986"/>
                  </a:lnTo>
                  <a:lnTo>
                    <a:pt x="135200" y="1461986"/>
                  </a:lnTo>
                  <a:lnTo>
                    <a:pt x="133488" y="1461986"/>
                  </a:lnTo>
                  <a:lnTo>
                    <a:pt x="131777" y="1461986"/>
                  </a:lnTo>
                  <a:lnTo>
                    <a:pt x="130066" y="1461986"/>
                  </a:lnTo>
                  <a:lnTo>
                    <a:pt x="128354" y="1461986"/>
                  </a:lnTo>
                  <a:lnTo>
                    <a:pt x="126643" y="1461986"/>
                  </a:lnTo>
                  <a:lnTo>
                    <a:pt x="124931" y="1461986"/>
                  </a:lnTo>
                  <a:lnTo>
                    <a:pt x="123220" y="1461986"/>
                  </a:lnTo>
                  <a:lnTo>
                    <a:pt x="121509" y="1461986"/>
                  </a:lnTo>
                  <a:lnTo>
                    <a:pt x="119797" y="1461986"/>
                  </a:lnTo>
                  <a:lnTo>
                    <a:pt x="118086" y="1461986"/>
                  </a:lnTo>
                  <a:lnTo>
                    <a:pt x="116374" y="1461986"/>
                  </a:lnTo>
                  <a:lnTo>
                    <a:pt x="114663" y="1461986"/>
                  </a:lnTo>
                  <a:lnTo>
                    <a:pt x="112952" y="1461986"/>
                  </a:lnTo>
                  <a:lnTo>
                    <a:pt x="111240" y="1461986"/>
                  </a:lnTo>
                  <a:lnTo>
                    <a:pt x="109529" y="1461986"/>
                  </a:lnTo>
                  <a:lnTo>
                    <a:pt x="107817" y="1461986"/>
                  </a:lnTo>
                  <a:lnTo>
                    <a:pt x="106106" y="1461986"/>
                  </a:lnTo>
                  <a:lnTo>
                    <a:pt x="104395" y="1461986"/>
                  </a:lnTo>
                  <a:lnTo>
                    <a:pt x="102683" y="1461986"/>
                  </a:lnTo>
                  <a:lnTo>
                    <a:pt x="100972" y="1461986"/>
                  </a:lnTo>
                  <a:lnTo>
                    <a:pt x="99261" y="1461986"/>
                  </a:lnTo>
                  <a:lnTo>
                    <a:pt x="97549" y="1461986"/>
                  </a:lnTo>
                  <a:lnTo>
                    <a:pt x="95838" y="1461986"/>
                  </a:lnTo>
                  <a:lnTo>
                    <a:pt x="94126" y="1461986"/>
                  </a:lnTo>
                  <a:lnTo>
                    <a:pt x="92415" y="1461986"/>
                  </a:lnTo>
                  <a:lnTo>
                    <a:pt x="90704" y="1461986"/>
                  </a:lnTo>
                  <a:lnTo>
                    <a:pt x="88992" y="1461986"/>
                  </a:lnTo>
                  <a:lnTo>
                    <a:pt x="87281" y="1461986"/>
                  </a:lnTo>
                  <a:lnTo>
                    <a:pt x="85569" y="1461986"/>
                  </a:lnTo>
                  <a:lnTo>
                    <a:pt x="83858" y="1461986"/>
                  </a:lnTo>
                  <a:lnTo>
                    <a:pt x="82147" y="1461986"/>
                  </a:lnTo>
                  <a:lnTo>
                    <a:pt x="80435" y="1461986"/>
                  </a:lnTo>
                  <a:lnTo>
                    <a:pt x="78724" y="1461986"/>
                  </a:lnTo>
                  <a:lnTo>
                    <a:pt x="77012" y="1461986"/>
                  </a:lnTo>
                  <a:lnTo>
                    <a:pt x="75301" y="1461986"/>
                  </a:lnTo>
                  <a:lnTo>
                    <a:pt x="73590" y="1461986"/>
                  </a:lnTo>
                  <a:lnTo>
                    <a:pt x="71878" y="1461986"/>
                  </a:lnTo>
                  <a:lnTo>
                    <a:pt x="70167" y="1461986"/>
                  </a:lnTo>
                  <a:lnTo>
                    <a:pt x="68455" y="1461986"/>
                  </a:lnTo>
                  <a:lnTo>
                    <a:pt x="66744" y="1461986"/>
                  </a:lnTo>
                  <a:lnTo>
                    <a:pt x="65033" y="1461986"/>
                  </a:lnTo>
                  <a:lnTo>
                    <a:pt x="63321" y="1461986"/>
                  </a:lnTo>
                  <a:lnTo>
                    <a:pt x="61610" y="1461986"/>
                  </a:lnTo>
                  <a:lnTo>
                    <a:pt x="59898" y="1461986"/>
                  </a:lnTo>
                  <a:lnTo>
                    <a:pt x="58187" y="1461986"/>
                  </a:lnTo>
                  <a:lnTo>
                    <a:pt x="56476" y="1461986"/>
                  </a:lnTo>
                  <a:lnTo>
                    <a:pt x="54764" y="1461986"/>
                  </a:lnTo>
                  <a:lnTo>
                    <a:pt x="53053" y="1461986"/>
                  </a:lnTo>
                  <a:lnTo>
                    <a:pt x="51341" y="1461986"/>
                  </a:lnTo>
                  <a:lnTo>
                    <a:pt x="49630" y="1461986"/>
                  </a:lnTo>
                  <a:lnTo>
                    <a:pt x="47919" y="1461986"/>
                  </a:lnTo>
                  <a:lnTo>
                    <a:pt x="46207" y="1461986"/>
                  </a:lnTo>
                  <a:lnTo>
                    <a:pt x="44496" y="1461986"/>
                  </a:lnTo>
                  <a:lnTo>
                    <a:pt x="42784" y="1461986"/>
                  </a:lnTo>
                  <a:lnTo>
                    <a:pt x="41073" y="1461986"/>
                  </a:lnTo>
                  <a:lnTo>
                    <a:pt x="39362" y="1461986"/>
                  </a:lnTo>
                  <a:lnTo>
                    <a:pt x="37650" y="1461986"/>
                  </a:lnTo>
                  <a:lnTo>
                    <a:pt x="35939" y="1461986"/>
                  </a:lnTo>
                  <a:lnTo>
                    <a:pt x="34227" y="1461986"/>
                  </a:lnTo>
                  <a:lnTo>
                    <a:pt x="32516" y="1461986"/>
                  </a:lnTo>
                  <a:lnTo>
                    <a:pt x="30805" y="1461986"/>
                  </a:lnTo>
                  <a:lnTo>
                    <a:pt x="29093" y="1461986"/>
                  </a:lnTo>
                  <a:lnTo>
                    <a:pt x="27382" y="1461986"/>
                  </a:lnTo>
                  <a:lnTo>
                    <a:pt x="25670" y="1461986"/>
                  </a:lnTo>
                  <a:lnTo>
                    <a:pt x="23959" y="1461986"/>
                  </a:lnTo>
                  <a:lnTo>
                    <a:pt x="22248" y="1461986"/>
                  </a:lnTo>
                  <a:lnTo>
                    <a:pt x="20536" y="1461986"/>
                  </a:lnTo>
                  <a:lnTo>
                    <a:pt x="18825" y="1461986"/>
                  </a:lnTo>
                  <a:lnTo>
                    <a:pt x="17113" y="1461986"/>
                  </a:lnTo>
                  <a:lnTo>
                    <a:pt x="15402" y="1461986"/>
                  </a:lnTo>
                  <a:lnTo>
                    <a:pt x="13691" y="1461986"/>
                  </a:lnTo>
                  <a:lnTo>
                    <a:pt x="11979" y="1461986"/>
                  </a:lnTo>
                  <a:lnTo>
                    <a:pt x="10268" y="1461986"/>
                  </a:lnTo>
                  <a:lnTo>
                    <a:pt x="8556" y="1461986"/>
                  </a:lnTo>
                  <a:lnTo>
                    <a:pt x="6845" y="1461986"/>
                  </a:lnTo>
                  <a:lnTo>
                    <a:pt x="5134" y="1461986"/>
                  </a:lnTo>
                  <a:lnTo>
                    <a:pt x="3422" y="1461986"/>
                  </a:lnTo>
                  <a:lnTo>
                    <a:pt x="1711" y="1461986"/>
                  </a:lnTo>
                  <a:lnTo>
                    <a:pt x="0" y="1461986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444934" y="4917463"/>
              <a:ext cx="8553560" cy="1461986"/>
            </a:xfrm>
            <a:custGeom>
              <a:avLst/>
              <a:pathLst>
                <a:path w="8553560" h="1461986">
                  <a:moveTo>
                    <a:pt x="0" y="1385920"/>
                  </a:moveTo>
                  <a:lnTo>
                    <a:pt x="1711" y="1355177"/>
                  </a:lnTo>
                  <a:lnTo>
                    <a:pt x="3422" y="1366250"/>
                  </a:lnTo>
                  <a:lnTo>
                    <a:pt x="5134" y="1346040"/>
                  </a:lnTo>
                  <a:lnTo>
                    <a:pt x="6845" y="1389986"/>
                  </a:lnTo>
                  <a:lnTo>
                    <a:pt x="8556" y="1404422"/>
                  </a:lnTo>
                  <a:lnTo>
                    <a:pt x="10268" y="1406633"/>
                  </a:lnTo>
                  <a:lnTo>
                    <a:pt x="11979" y="1410457"/>
                  </a:lnTo>
                  <a:lnTo>
                    <a:pt x="13691" y="1376734"/>
                  </a:lnTo>
                  <a:lnTo>
                    <a:pt x="15402" y="1431601"/>
                  </a:lnTo>
                  <a:lnTo>
                    <a:pt x="17113" y="1441366"/>
                  </a:lnTo>
                  <a:lnTo>
                    <a:pt x="18825" y="1461986"/>
                  </a:lnTo>
                  <a:lnTo>
                    <a:pt x="18825" y="1461986"/>
                  </a:lnTo>
                  <a:lnTo>
                    <a:pt x="20536" y="1461986"/>
                  </a:lnTo>
                  <a:lnTo>
                    <a:pt x="22248" y="1461986"/>
                  </a:lnTo>
                  <a:lnTo>
                    <a:pt x="23959" y="1461986"/>
                  </a:lnTo>
                  <a:lnTo>
                    <a:pt x="25670" y="1461986"/>
                  </a:lnTo>
                  <a:lnTo>
                    <a:pt x="27382" y="1461986"/>
                  </a:lnTo>
                  <a:lnTo>
                    <a:pt x="29093" y="1461986"/>
                  </a:lnTo>
                  <a:lnTo>
                    <a:pt x="30805" y="1461986"/>
                  </a:lnTo>
                  <a:lnTo>
                    <a:pt x="32516" y="1461986"/>
                  </a:lnTo>
                  <a:lnTo>
                    <a:pt x="34227" y="1461986"/>
                  </a:lnTo>
                  <a:lnTo>
                    <a:pt x="35939" y="1461986"/>
                  </a:lnTo>
                  <a:lnTo>
                    <a:pt x="37650" y="1461986"/>
                  </a:lnTo>
                  <a:lnTo>
                    <a:pt x="39362" y="1460346"/>
                  </a:lnTo>
                  <a:lnTo>
                    <a:pt x="41073" y="1461454"/>
                  </a:lnTo>
                  <a:lnTo>
                    <a:pt x="42784" y="1458431"/>
                  </a:lnTo>
                  <a:lnTo>
                    <a:pt x="44496" y="1458309"/>
                  </a:lnTo>
                  <a:lnTo>
                    <a:pt x="46207" y="1443923"/>
                  </a:lnTo>
                  <a:lnTo>
                    <a:pt x="47919" y="1432629"/>
                  </a:lnTo>
                  <a:lnTo>
                    <a:pt x="49630" y="1430656"/>
                  </a:lnTo>
                  <a:lnTo>
                    <a:pt x="51341" y="1397591"/>
                  </a:lnTo>
                  <a:lnTo>
                    <a:pt x="53053" y="1368475"/>
                  </a:lnTo>
                  <a:lnTo>
                    <a:pt x="54764" y="1256889"/>
                  </a:lnTo>
                  <a:lnTo>
                    <a:pt x="56476" y="1312086"/>
                  </a:lnTo>
                  <a:lnTo>
                    <a:pt x="58187" y="1371538"/>
                  </a:lnTo>
                  <a:lnTo>
                    <a:pt x="59898" y="1357954"/>
                  </a:lnTo>
                  <a:lnTo>
                    <a:pt x="61610" y="1253397"/>
                  </a:lnTo>
                  <a:lnTo>
                    <a:pt x="63321" y="1294236"/>
                  </a:lnTo>
                  <a:lnTo>
                    <a:pt x="65033" y="1354555"/>
                  </a:lnTo>
                  <a:lnTo>
                    <a:pt x="66744" y="1380719"/>
                  </a:lnTo>
                  <a:lnTo>
                    <a:pt x="68455" y="1357370"/>
                  </a:lnTo>
                  <a:lnTo>
                    <a:pt x="70167" y="1379148"/>
                  </a:lnTo>
                  <a:lnTo>
                    <a:pt x="71878" y="1344795"/>
                  </a:lnTo>
                  <a:lnTo>
                    <a:pt x="73590" y="1291135"/>
                  </a:lnTo>
                  <a:lnTo>
                    <a:pt x="75301" y="1255423"/>
                  </a:lnTo>
                  <a:lnTo>
                    <a:pt x="77012" y="1211402"/>
                  </a:lnTo>
                  <a:lnTo>
                    <a:pt x="78724" y="1164172"/>
                  </a:lnTo>
                  <a:lnTo>
                    <a:pt x="80435" y="1119639"/>
                  </a:lnTo>
                  <a:lnTo>
                    <a:pt x="82147" y="1143587"/>
                  </a:lnTo>
                  <a:lnTo>
                    <a:pt x="83858" y="1169372"/>
                  </a:lnTo>
                  <a:lnTo>
                    <a:pt x="85569" y="1113018"/>
                  </a:lnTo>
                  <a:lnTo>
                    <a:pt x="87281" y="1133426"/>
                  </a:lnTo>
                  <a:lnTo>
                    <a:pt x="88992" y="1101828"/>
                  </a:lnTo>
                  <a:lnTo>
                    <a:pt x="90704" y="1127260"/>
                  </a:lnTo>
                  <a:lnTo>
                    <a:pt x="92415" y="1163466"/>
                  </a:lnTo>
                  <a:lnTo>
                    <a:pt x="94126" y="1269496"/>
                  </a:lnTo>
                  <a:lnTo>
                    <a:pt x="95838" y="1307090"/>
                  </a:lnTo>
                  <a:lnTo>
                    <a:pt x="97549" y="1326931"/>
                  </a:lnTo>
                  <a:lnTo>
                    <a:pt x="99261" y="1325038"/>
                  </a:lnTo>
                  <a:lnTo>
                    <a:pt x="100972" y="1348387"/>
                  </a:lnTo>
                  <a:lnTo>
                    <a:pt x="102683" y="1379720"/>
                  </a:lnTo>
                  <a:lnTo>
                    <a:pt x="104395" y="1366783"/>
                  </a:lnTo>
                  <a:lnTo>
                    <a:pt x="106106" y="1349145"/>
                  </a:lnTo>
                  <a:lnTo>
                    <a:pt x="107817" y="1344615"/>
                  </a:lnTo>
                  <a:lnTo>
                    <a:pt x="109529" y="1364185"/>
                  </a:lnTo>
                  <a:lnTo>
                    <a:pt x="111240" y="1325949"/>
                  </a:lnTo>
                  <a:lnTo>
                    <a:pt x="112952" y="1308474"/>
                  </a:lnTo>
                  <a:lnTo>
                    <a:pt x="114663" y="1295727"/>
                  </a:lnTo>
                  <a:lnTo>
                    <a:pt x="116374" y="1246331"/>
                  </a:lnTo>
                  <a:lnTo>
                    <a:pt x="118086" y="1314921"/>
                  </a:lnTo>
                  <a:lnTo>
                    <a:pt x="119797" y="1303578"/>
                  </a:lnTo>
                  <a:lnTo>
                    <a:pt x="121509" y="1317055"/>
                  </a:lnTo>
                  <a:lnTo>
                    <a:pt x="123220" y="1301022"/>
                  </a:lnTo>
                  <a:lnTo>
                    <a:pt x="124931" y="1310409"/>
                  </a:lnTo>
                  <a:lnTo>
                    <a:pt x="126643" y="1242476"/>
                  </a:lnTo>
                  <a:lnTo>
                    <a:pt x="128354" y="1155606"/>
                  </a:lnTo>
                  <a:lnTo>
                    <a:pt x="130066" y="1165433"/>
                  </a:lnTo>
                  <a:lnTo>
                    <a:pt x="131777" y="1177635"/>
                  </a:lnTo>
                  <a:lnTo>
                    <a:pt x="133488" y="1203527"/>
                  </a:lnTo>
                  <a:lnTo>
                    <a:pt x="135200" y="1183979"/>
                  </a:lnTo>
                  <a:lnTo>
                    <a:pt x="136911" y="1163488"/>
                  </a:lnTo>
                  <a:lnTo>
                    <a:pt x="138623" y="1082366"/>
                  </a:lnTo>
                  <a:lnTo>
                    <a:pt x="140334" y="980408"/>
                  </a:lnTo>
                  <a:lnTo>
                    <a:pt x="142045" y="966621"/>
                  </a:lnTo>
                  <a:lnTo>
                    <a:pt x="143757" y="969285"/>
                  </a:lnTo>
                  <a:lnTo>
                    <a:pt x="145468" y="969119"/>
                  </a:lnTo>
                  <a:lnTo>
                    <a:pt x="147180" y="972053"/>
                  </a:lnTo>
                  <a:lnTo>
                    <a:pt x="148891" y="1013946"/>
                  </a:lnTo>
                  <a:lnTo>
                    <a:pt x="150602" y="1056716"/>
                  </a:lnTo>
                  <a:lnTo>
                    <a:pt x="152314" y="1096591"/>
                  </a:lnTo>
                  <a:lnTo>
                    <a:pt x="154025" y="1120882"/>
                  </a:lnTo>
                  <a:lnTo>
                    <a:pt x="155737" y="1114742"/>
                  </a:lnTo>
                  <a:lnTo>
                    <a:pt x="157448" y="1098953"/>
                  </a:lnTo>
                  <a:lnTo>
                    <a:pt x="159159" y="1142286"/>
                  </a:lnTo>
                  <a:lnTo>
                    <a:pt x="160871" y="1111408"/>
                  </a:lnTo>
                  <a:lnTo>
                    <a:pt x="162582" y="1120802"/>
                  </a:lnTo>
                  <a:lnTo>
                    <a:pt x="164294" y="1146075"/>
                  </a:lnTo>
                  <a:lnTo>
                    <a:pt x="166005" y="1196794"/>
                  </a:lnTo>
                  <a:lnTo>
                    <a:pt x="167716" y="1162565"/>
                  </a:lnTo>
                  <a:lnTo>
                    <a:pt x="169428" y="1144849"/>
                  </a:lnTo>
                  <a:lnTo>
                    <a:pt x="171139" y="1198841"/>
                  </a:lnTo>
                  <a:lnTo>
                    <a:pt x="172851" y="1172691"/>
                  </a:lnTo>
                  <a:lnTo>
                    <a:pt x="174562" y="1168777"/>
                  </a:lnTo>
                  <a:lnTo>
                    <a:pt x="176273" y="1277882"/>
                  </a:lnTo>
                  <a:lnTo>
                    <a:pt x="177985" y="1281239"/>
                  </a:lnTo>
                  <a:lnTo>
                    <a:pt x="179696" y="1315337"/>
                  </a:lnTo>
                  <a:lnTo>
                    <a:pt x="181408" y="1287977"/>
                  </a:lnTo>
                  <a:lnTo>
                    <a:pt x="183119" y="1233913"/>
                  </a:lnTo>
                  <a:lnTo>
                    <a:pt x="184830" y="1230984"/>
                  </a:lnTo>
                  <a:lnTo>
                    <a:pt x="186542" y="1234878"/>
                  </a:lnTo>
                  <a:lnTo>
                    <a:pt x="188253" y="1243283"/>
                  </a:lnTo>
                  <a:lnTo>
                    <a:pt x="189965" y="1212901"/>
                  </a:lnTo>
                  <a:lnTo>
                    <a:pt x="191676" y="1239170"/>
                  </a:lnTo>
                  <a:lnTo>
                    <a:pt x="193387" y="1269795"/>
                  </a:lnTo>
                  <a:lnTo>
                    <a:pt x="195099" y="1322586"/>
                  </a:lnTo>
                  <a:lnTo>
                    <a:pt x="196810" y="1294516"/>
                  </a:lnTo>
                  <a:lnTo>
                    <a:pt x="198522" y="1241636"/>
                  </a:lnTo>
                  <a:lnTo>
                    <a:pt x="200233" y="1194642"/>
                  </a:lnTo>
                  <a:lnTo>
                    <a:pt x="201944" y="1200036"/>
                  </a:lnTo>
                  <a:lnTo>
                    <a:pt x="203656" y="1208494"/>
                  </a:lnTo>
                  <a:lnTo>
                    <a:pt x="205367" y="1203965"/>
                  </a:lnTo>
                  <a:lnTo>
                    <a:pt x="207079" y="1250438"/>
                  </a:lnTo>
                  <a:lnTo>
                    <a:pt x="208790" y="1278690"/>
                  </a:lnTo>
                  <a:lnTo>
                    <a:pt x="210501" y="1323417"/>
                  </a:lnTo>
                  <a:lnTo>
                    <a:pt x="212213" y="1338105"/>
                  </a:lnTo>
                  <a:lnTo>
                    <a:pt x="213924" y="1338924"/>
                  </a:lnTo>
                  <a:lnTo>
                    <a:pt x="215635" y="1327094"/>
                  </a:lnTo>
                  <a:lnTo>
                    <a:pt x="217347" y="1293259"/>
                  </a:lnTo>
                  <a:lnTo>
                    <a:pt x="219058" y="1211832"/>
                  </a:lnTo>
                  <a:lnTo>
                    <a:pt x="220770" y="1238423"/>
                  </a:lnTo>
                  <a:lnTo>
                    <a:pt x="222481" y="1293902"/>
                  </a:lnTo>
                  <a:lnTo>
                    <a:pt x="224192" y="1264449"/>
                  </a:lnTo>
                  <a:lnTo>
                    <a:pt x="225904" y="1215062"/>
                  </a:lnTo>
                  <a:lnTo>
                    <a:pt x="227615" y="1217797"/>
                  </a:lnTo>
                  <a:lnTo>
                    <a:pt x="229327" y="1261911"/>
                  </a:lnTo>
                  <a:lnTo>
                    <a:pt x="231038" y="1341710"/>
                  </a:lnTo>
                  <a:lnTo>
                    <a:pt x="232749" y="1334621"/>
                  </a:lnTo>
                  <a:lnTo>
                    <a:pt x="234461" y="1351401"/>
                  </a:lnTo>
                  <a:lnTo>
                    <a:pt x="236172" y="1320900"/>
                  </a:lnTo>
                  <a:lnTo>
                    <a:pt x="237884" y="1342248"/>
                  </a:lnTo>
                  <a:lnTo>
                    <a:pt x="239595" y="1323141"/>
                  </a:lnTo>
                  <a:lnTo>
                    <a:pt x="241306" y="1276860"/>
                  </a:lnTo>
                  <a:lnTo>
                    <a:pt x="243018" y="1271801"/>
                  </a:lnTo>
                  <a:lnTo>
                    <a:pt x="244729" y="1289152"/>
                  </a:lnTo>
                  <a:lnTo>
                    <a:pt x="246441" y="1284535"/>
                  </a:lnTo>
                  <a:lnTo>
                    <a:pt x="248152" y="1259507"/>
                  </a:lnTo>
                  <a:lnTo>
                    <a:pt x="249863" y="1257901"/>
                  </a:lnTo>
                  <a:lnTo>
                    <a:pt x="251575" y="1265661"/>
                  </a:lnTo>
                  <a:lnTo>
                    <a:pt x="253286" y="1274234"/>
                  </a:lnTo>
                  <a:lnTo>
                    <a:pt x="254998" y="1269227"/>
                  </a:lnTo>
                  <a:lnTo>
                    <a:pt x="256709" y="1228225"/>
                  </a:lnTo>
                  <a:lnTo>
                    <a:pt x="258420" y="1142785"/>
                  </a:lnTo>
                  <a:lnTo>
                    <a:pt x="260132" y="1077151"/>
                  </a:lnTo>
                  <a:lnTo>
                    <a:pt x="261843" y="1207476"/>
                  </a:lnTo>
                  <a:lnTo>
                    <a:pt x="263555" y="1230672"/>
                  </a:lnTo>
                  <a:lnTo>
                    <a:pt x="265266" y="1230763"/>
                  </a:lnTo>
                  <a:lnTo>
                    <a:pt x="266977" y="1269066"/>
                  </a:lnTo>
                  <a:lnTo>
                    <a:pt x="268689" y="1245158"/>
                  </a:lnTo>
                  <a:lnTo>
                    <a:pt x="270400" y="1235125"/>
                  </a:lnTo>
                  <a:lnTo>
                    <a:pt x="272112" y="1202859"/>
                  </a:lnTo>
                  <a:lnTo>
                    <a:pt x="273823" y="1166017"/>
                  </a:lnTo>
                  <a:lnTo>
                    <a:pt x="275534" y="1163170"/>
                  </a:lnTo>
                  <a:lnTo>
                    <a:pt x="277246" y="1112539"/>
                  </a:lnTo>
                  <a:lnTo>
                    <a:pt x="278957" y="1134303"/>
                  </a:lnTo>
                  <a:lnTo>
                    <a:pt x="280669" y="1106031"/>
                  </a:lnTo>
                  <a:lnTo>
                    <a:pt x="282380" y="1087406"/>
                  </a:lnTo>
                  <a:lnTo>
                    <a:pt x="284091" y="1080180"/>
                  </a:lnTo>
                  <a:lnTo>
                    <a:pt x="285803" y="1056528"/>
                  </a:lnTo>
                  <a:lnTo>
                    <a:pt x="287514" y="1026674"/>
                  </a:lnTo>
                  <a:lnTo>
                    <a:pt x="289226" y="950247"/>
                  </a:lnTo>
                  <a:lnTo>
                    <a:pt x="290937" y="880415"/>
                  </a:lnTo>
                  <a:lnTo>
                    <a:pt x="292648" y="822320"/>
                  </a:lnTo>
                  <a:lnTo>
                    <a:pt x="294360" y="664209"/>
                  </a:lnTo>
                  <a:lnTo>
                    <a:pt x="296071" y="520747"/>
                  </a:lnTo>
                  <a:lnTo>
                    <a:pt x="297783" y="571399"/>
                  </a:lnTo>
                  <a:lnTo>
                    <a:pt x="299494" y="477703"/>
                  </a:lnTo>
                  <a:lnTo>
                    <a:pt x="301205" y="495139"/>
                  </a:lnTo>
                  <a:lnTo>
                    <a:pt x="302917" y="390361"/>
                  </a:lnTo>
                  <a:lnTo>
                    <a:pt x="304628" y="349563"/>
                  </a:lnTo>
                  <a:lnTo>
                    <a:pt x="306340" y="219025"/>
                  </a:lnTo>
                  <a:lnTo>
                    <a:pt x="308051" y="91959"/>
                  </a:lnTo>
                  <a:lnTo>
                    <a:pt x="309762" y="41399"/>
                  </a:lnTo>
                  <a:lnTo>
                    <a:pt x="311474" y="78775"/>
                  </a:lnTo>
                  <a:lnTo>
                    <a:pt x="313185" y="284933"/>
                  </a:lnTo>
                  <a:lnTo>
                    <a:pt x="314897" y="361701"/>
                  </a:lnTo>
                  <a:lnTo>
                    <a:pt x="316608" y="322493"/>
                  </a:lnTo>
                  <a:lnTo>
                    <a:pt x="318319" y="355798"/>
                  </a:lnTo>
                  <a:lnTo>
                    <a:pt x="320031" y="394097"/>
                  </a:lnTo>
                  <a:lnTo>
                    <a:pt x="321742" y="425174"/>
                  </a:lnTo>
                  <a:lnTo>
                    <a:pt x="323453" y="406616"/>
                  </a:lnTo>
                  <a:lnTo>
                    <a:pt x="325165" y="377281"/>
                  </a:lnTo>
                  <a:lnTo>
                    <a:pt x="326876" y="407813"/>
                  </a:lnTo>
                  <a:lnTo>
                    <a:pt x="328588" y="369817"/>
                  </a:lnTo>
                  <a:lnTo>
                    <a:pt x="330299" y="338589"/>
                  </a:lnTo>
                  <a:lnTo>
                    <a:pt x="332010" y="275031"/>
                  </a:lnTo>
                  <a:lnTo>
                    <a:pt x="333722" y="123246"/>
                  </a:lnTo>
                  <a:lnTo>
                    <a:pt x="335433" y="0"/>
                  </a:lnTo>
                  <a:lnTo>
                    <a:pt x="337145" y="158996"/>
                  </a:lnTo>
                  <a:lnTo>
                    <a:pt x="338856" y="216705"/>
                  </a:lnTo>
                  <a:lnTo>
                    <a:pt x="340567" y="271107"/>
                  </a:lnTo>
                  <a:lnTo>
                    <a:pt x="342279" y="391951"/>
                  </a:lnTo>
                  <a:lnTo>
                    <a:pt x="343990" y="286243"/>
                  </a:lnTo>
                  <a:lnTo>
                    <a:pt x="345702" y="440234"/>
                  </a:lnTo>
                  <a:lnTo>
                    <a:pt x="347413" y="607862"/>
                  </a:lnTo>
                  <a:lnTo>
                    <a:pt x="349124" y="720865"/>
                  </a:lnTo>
                  <a:lnTo>
                    <a:pt x="350836" y="687964"/>
                  </a:lnTo>
                  <a:lnTo>
                    <a:pt x="352547" y="736241"/>
                  </a:lnTo>
                  <a:lnTo>
                    <a:pt x="354259" y="950512"/>
                  </a:lnTo>
                  <a:lnTo>
                    <a:pt x="355970" y="980045"/>
                  </a:lnTo>
                  <a:lnTo>
                    <a:pt x="357681" y="942236"/>
                  </a:lnTo>
                  <a:lnTo>
                    <a:pt x="359393" y="1039315"/>
                  </a:lnTo>
                  <a:lnTo>
                    <a:pt x="361104" y="1057466"/>
                  </a:lnTo>
                  <a:lnTo>
                    <a:pt x="362816" y="1000373"/>
                  </a:lnTo>
                  <a:lnTo>
                    <a:pt x="364527" y="1002065"/>
                  </a:lnTo>
                  <a:lnTo>
                    <a:pt x="366238" y="939687"/>
                  </a:lnTo>
                  <a:lnTo>
                    <a:pt x="367950" y="974336"/>
                  </a:lnTo>
                  <a:lnTo>
                    <a:pt x="369661" y="1089842"/>
                  </a:lnTo>
                  <a:lnTo>
                    <a:pt x="371373" y="1021440"/>
                  </a:lnTo>
                  <a:lnTo>
                    <a:pt x="373084" y="908559"/>
                  </a:lnTo>
                  <a:lnTo>
                    <a:pt x="374795" y="1043965"/>
                  </a:lnTo>
                  <a:lnTo>
                    <a:pt x="376507" y="1025523"/>
                  </a:lnTo>
                  <a:lnTo>
                    <a:pt x="378218" y="983131"/>
                  </a:lnTo>
                  <a:lnTo>
                    <a:pt x="379930" y="928957"/>
                  </a:lnTo>
                  <a:lnTo>
                    <a:pt x="381641" y="1087859"/>
                  </a:lnTo>
                  <a:lnTo>
                    <a:pt x="383352" y="1086530"/>
                  </a:lnTo>
                  <a:lnTo>
                    <a:pt x="385064" y="1025315"/>
                  </a:lnTo>
                  <a:lnTo>
                    <a:pt x="386775" y="1049936"/>
                  </a:lnTo>
                  <a:lnTo>
                    <a:pt x="388487" y="1136912"/>
                  </a:lnTo>
                  <a:lnTo>
                    <a:pt x="390198" y="1238319"/>
                  </a:lnTo>
                  <a:lnTo>
                    <a:pt x="391909" y="1202577"/>
                  </a:lnTo>
                  <a:lnTo>
                    <a:pt x="393621" y="1205201"/>
                  </a:lnTo>
                  <a:lnTo>
                    <a:pt x="395332" y="1231948"/>
                  </a:lnTo>
                  <a:lnTo>
                    <a:pt x="397044" y="1113828"/>
                  </a:lnTo>
                  <a:lnTo>
                    <a:pt x="398755" y="1105012"/>
                  </a:lnTo>
                  <a:lnTo>
                    <a:pt x="400466" y="1039969"/>
                  </a:lnTo>
                  <a:lnTo>
                    <a:pt x="402178" y="1085175"/>
                  </a:lnTo>
                  <a:lnTo>
                    <a:pt x="403889" y="1039858"/>
                  </a:lnTo>
                  <a:lnTo>
                    <a:pt x="405601" y="1006680"/>
                  </a:lnTo>
                  <a:lnTo>
                    <a:pt x="407312" y="1031571"/>
                  </a:lnTo>
                  <a:lnTo>
                    <a:pt x="409023" y="1045749"/>
                  </a:lnTo>
                  <a:lnTo>
                    <a:pt x="410735" y="1044429"/>
                  </a:lnTo>
                  <a:lnTo>
                    <a:pt x="412446" y="1072921"/>
                  </a:lnTo>
                  <a:lnTo>
                    <a:pt x="414158" y="1018583"/>
                  </a:lnTo>
                  <a:lnTo>
                    <a:pt x="415869" y="1031067"/>
                  </a:lnTo>
                  <a:lnTo>
                    <a:pt x="417580" y="964618"/>
                  </a:lnTo>
                  <a:lnTo>
                    <a:pt x="419292" y="910269"/>
                  </a:lnTo>
                  <a:lnTo>
                    <a:pt x="421003" y="896786"/>
                  </a:lnTo>
                  <a:lnTo>
                    <a:pt x="422714" y="885308"/>
                  </a:lnTo>
                  <a:lnTo>
                    <a:pt x="424426" y="844555"/>
                  </a:lnTo>
                  <a:lnTo>
                    <a:pt x="426137" y="830519"/>
                  </a:lnTo>
                  <a:lnTo>
                    <a:pt x="427849" y="891074"/>
                  </a:lnTo>
                  <a:lnTo>
                    <a:pt x="429560" y="857452"/>
                  </a:lnTo>
                  <a:lnTo>
                    <a:pt x="431271" y="858807"/>
                  </a:lnTo>
                  <a:lnTo>
                    <a:pt x="432983" y="914351"/>
                  </a:lnTo>
                  <a:lnTo>
                    <a:pt x="434694" y="881660"/>
                  </a:lnTo>
                  <a:lnTo>
                    <a:pt x="436406" y="948788"/>
                  </a:lnTo>
                  <a:lnTo>
                    <a:pt x="438117" y="911657"/>
                  </a:lnTo>
                  <a:lnTo>
                    <a:pt x="439828" y="943392"/>
                  </a:lnTo>
                  <a:lnTo>
                    <a:pt x="441540" y="1052217"/>
                  </a:lnTo>
                  <a:lnTo>
                    <a:pt x="443251" y="1022414"/>
                  </a:lnTo>
                  <a:lnTo>
                    <a:pt x="444963" y="1099282"/>
                  </a:lnTo>
                  <a:lnTo>
                    <a:pt x="446674" y="1123861"/>
                  </a:lnTo>
                  <a:lnTo>
                    <a:pt x="448385" y="1146349"/>
                  </a:lnTo>
                  <a:lnTo>
                    <a:pt x="450097" y="1271498"/>
                  </a:lnTo>
                  <a:lnTo>
                    <a:pt x="451808" y="1190524"/>
                  </a:lnTo>
                  <a:lnTo>
                    <a:pt x="453520" y="1237514"/>
                  </a:lnTo>
                  <a:lnTo>
                    <a:pt x="455231" y="1255601"/>
                  </a:lnTo>
                  <a:lnTo>
                    <a:pt x="456942" y="1287992"/>
                  </a:lnTo>
                  <a:lnTo>
                    <a:pt x="458654" y="1346846"/>
                  </a:lnTo>
                  <a:lnTo>
                    <a:pt x="460365" y="1320052"/>
                  </a:lnTo>
                  <a:lnTo>
                    <a:pt x="462077" y="1310742"/>
                  </a:lnTo>
                  <a:lnTo>
                    <a:pt x="463788" y="1297974"/>
                  </a:lnTo>
                  <a:lnTo>
                    <a:pt x="465499" y="1199978"/>
                  </a:lnTo>
                  <a:lnTo>
                    <a:pt x="467211" y="1075018"/>
                  </a:lnTo>
                  <a:lnTo>
                    <a:pt x="468922" y="1135695"/>
                  </a:lnTo>
                  <a:lnTo>
                    <a:pt x="470634" y="1168305"/>
                  </a:lnTo>
                  <a:lnTo>
                    <a:pt x="472345" y="1145964"/>
                  </a:lnTo>
                  <a:lnTo>
                    <a:pt x="474056" y="1128124"/>
                  </a:lnTo>
                  <a:lnTo>
                    <a:pt x="475768" y="1201229"/>
                  </a:lnTo>
                  <a:lnTo>
                    <a:pt x="477479" y="1225254"/>
                  </a:lnTo>
                  <a:lnTo>
                    <a:pt x="479191" y="1257755"/>
                  </a:lnTo>
                  <a:lnTo>
                    <a:pt x="480902" y="1160672"/>
                  </a:lnTo>
                  <a:lnTo>
                    <a:pt x="482613" y="1142193"/>
                  </a:lnTo>
                  <a:lnTo>
                    <a:pt x="484325" y="1225802"/>
                  </a:lnTo>
                  <a:lnTo>
                    <a:pt x="486036" y="1246203"/>
                  </a:lnTo>
                  <a:lnTo>
                    <a:pt x="487748" y="1302158"/>
                  </a:lnTo>
                  <a:lnTo>
                    <a:pt x="489459" y="1286866"/>
                  </a:lnTo>
                  <a:lnTo>
                    <a:pt x="491170" y="1320462"/>
                  </a:lnTo>
                  <a:lnTo>
                    <a:pt x="492882" y="1326235"/>
                  </a:lnTo>
                  <a:lnTo>
                    <a:pt x="494593" y="1310004"/>
                  </a:lnTo>
                  <a:lnTo>
                    <a:pt x="496305" y="1303434"/>
                  </a:lnTo>
                  <a:lnTo>
                    <a:pt x="498016" y="1289413"/>
                  </a:lnTo>
                  <a:lnTo>
                    <a:pt x="499727" y="1298882"/>
                  </a:lnTo>
                  <a:lnTo>
                    <a:pt x="501439" y="1204593"/>
                  </a:lnTo>
                  <a:lnTo>
                    <a:pt x="503150" y="1172077"/>
                  </a:lnTo>
                  <a:lnTo>
                    <a:pt x="504862" y="1315853"/>
                  </a:lnTo>
                  <a:lnTo>
                    <a:pt x="506573" y="1352196"/>
                  </a:lnTo>
                  <a:lnTo>
                    <a:pt x="508284" y="1353299"/>
                  </a:lnTo>
                  <a:lnTo>
                    <a:pt x="509996" y="1324758"/>
                  </a:lnTo>
                  <a:lnTo>
                    <a:pt x="511707" y="1348975"/>
                  </a:lnTo>
                  <a:lnTo>
                    <a:pt x="513419" y="1330413"/>
                  </a:lnTo>
                  <a:lnTo>
                    <a:pt x="515130" y="1322116"/>
                  </a:lnTo>
                  <a:lnTo>
                    <a:pt x="516841" y="1295616"/>
                  </a:lnTo>
                  <a:lnTo>
                    <a:pt x="518553" y="1271579"/>
                  </a:lnTo>
                  <a:lnTo>
                    <a:pt x="520264" y="1304122"/>
                  </a:lnTo>
                  <a:lnTo>
                    <a:pt x="521976" y="1333159"/>
                  </a:lnTo>
                  <a:lnTo>
                    <a:pt x="523687" y="1333342"/>
                  </a:lnTo>
                  <a:lnTo>
                    <a:pt x="525398" y="1314825"/>
                  </a:lnTo>
                  <a:lnTo>
                    <a:pt x="527110" y="1338765"/>
                  </a:lnTo>
                  <a:lnTo>
                    <a:pt x="528821" y="1356324"/>
                  </a:lnTo>
                  <a:lnTo>
                    <a:pt x="530532" y="1380045"/>
                  </a:lnTo>
                  <a:lnTo>
                    <a:pt x="532244" y="1385015"/>
                  </a:lnTo>
                  <a:lnTo>
                    <a:pt x="533955" y="1364586"/>
                  </a:lnTo>
                  <a:lnTo>
                    <a:pt x="535667" y="1363839"/>
                  </a:lnTo>
                  <a:lnTo>
                    <a:pt x="537378" y="1329024"/>
                  </a:lnTo>
                  <a:lnTo>
                    <a:pt x="539089" y="1205364"/>
                  </a:lnTo>
                  <a:lnTo>
                    <a:pt x="540801" y="1194227"/>
                  </a:lnTo>
                  <a:lnTo>
                    <a:pt x="542512" y="1183002"/>
                  </a:lnTo>
                  <a:lnTo>
                    <a:pt x="544224" y="1232014"/>
                  </a:lnTo>
                  <a:lnTo>
                    <a:pt x="545935" y="1256477"/>
                  </a:lnTo>
                  <a:lnTo>
                    <a:pt x="547646" y="1274834"/>
                  </a:lnTo>
                  <a:lnTo>
                    <a:pt x="549358" y="1257400"/>
                  </a:lnTo>
                  <a:lnTo>
                    <a:pt x="551069" y="1261446"/>
                  </a:lnTo>
                  <a:lnTo>
                    <a:pt x="552781" y="1224033"/>
                  </a:lnTo>
                  <a:lnTo>
                    <a:pt x="554492" y="1165776"/>
                  </a:lnTo>
                  <a:lnTo>
                    <a:pt x="556203" y="1128915"/>
                  </a:lnTo>
                  <a:lnTo>
                    <a:pt x="557915" y="1160896"/>
                  </a:lnTo>
                  <a:lnTo>
                    <a:pt x="559626" y="1137317"/>
                  </a:lnTo>
                  <a:lnTo>
                    <a:pt x="561338" y="1074672"/>
                  </a:lnTo>
                  <a:lnTo>
                    <a:pt x="563049" y="1019592"/>
                  </a:lnTo>
                  <a:lnTo>
                    <a:pt x="564760" y="1002027"/>
                  </a:lnTo>
                  <a:lnTo>
                    <a:pt x="566472" y="1034265"/>
                  </a:lnTo>
                  <a:lnTo>
                    <a:pt x="568183" y="1062362"/>
                  </a:lnTo>
                  <a:lnTo>
                    <a:pt x="569895" y="1104135"/>
                  </a:lnTo>
                  <a:lnTo>
                    <a:pt x="571606" y="1211022"/>
                  </a:lnTo>
                  <a:lnTo>
                    <a:pt x="573317" y="1241996"/>
                  </a:lnTo>
                  <a:lnTo>
                    <a:pt x="575029" y="1216419"/>
                  </a:lnTo>
                  <a:lnTo>
                    <a:pt x="576740" y="1137705"/>
                  </a:lnTo>
                  <a:lnTo>
                    <a:pt x="578452" y="1177054"/>
                  </a:lnTo>
                  <a:lnTo>
                    <a:pt x="580163" y="1268511"/>
                  </a:lnTo>
                  <a:lnTo>
                    <a:pt x="581874" y="1322790"/>
                  </a:lnTo>
                  <a:lnTo>
                    <a:pt x="583586" y="1289000"/>
                  </a:lnTo>
                  <a:lnTo>
                    <a:pt x="585297" y="1287655"/>
                  </a:lnTo>
                  <a:lnTo>
                    <a:pt x="587009" y="1329120"/>
                  </a:lnTo>
                  <a:lnTo>
                    <a:pt x="588720" y="1327230"/>
                  </a:lnTo>
                  <a:lnTo>
                    <a:pt x="590431" y="1322297"/>
                  </a:lnTo>
                  <a:lnTo>
                    <a:pt x="592143" y="1298038"/>
                  </a:lnTo>
                  <a:lnTo>
                    <a:pt x="593854" y="1339775"/>
                  </a:lnTo>
                  <a:lnTo>
                    <a:pt x="595566" y="1326772"/>
                  </a:lnTo>
                  <a:lnTo>
                    <a:pt x="597277" y="1316591"/>
                  </a:lnTo>
                  <a:lnTo>
                    <a:pt x="598988" y="1270786"/>
                  </a:lnTo>
                  <a:lnTo>
                    <a:pt x="600700" y="1226363"/>
                  </a:lnTo>
                  <a:lnTo>
                    <a:pt x="602411" y="1254723"/>
                  </a:lnTo>
                  <a:lnTo>
                    <a:pt x="604123" y="1214453"/>
                  </a:lnTo>
                  <a:lnTo>
                    <a:pt x="605834" y="1082111"/>
                  </a:lnTo>
                  <a:lnTo>
                    <a:pt x="607545" y="1096881"/>
                  </a:lnTo>
                  <a:lnTo>
                    <a:pt x="609257" y="1097921"/>
                  </a:lnTo>
                  <a:lnTo>
                    <a:pt x="610968" y="1069722"/>
                  </a:lnTo>
                  <a:lnTo>
                    <a:pt x="612680" y="1098666"/>
                  </a:lnTo>
                  <a:lnTo>
                    <a:pt x="614391" y="1077319"/>
                  </a:lnTo>
                  <a:lnTo>
                    <a:pt x="616102" y="1147230"/>
                  </a:lnTo>
                  <a:lnTo>
                    <a:pt x="617814" y="1234172"/>
                  </a:lnTo>
                  <a:lnTo>
                    <a:pt x="619525" y="1255520"/>
                  </a:lnTo>
                  <a:lnTo>
                    <a:pt x="621237" y="1259745"/>
                  </a:lnTo>
                  <a:lnTo>
                    <a:pt x="622948" y="1279037"/>
                  </a:lnTo>
                  <a:lnTo>
                    <a:pt x="624659" y="1338380"/>
                  </a:lnTo>
                  <a:lnTo>
                    <a:pt x="626371" y="1305243"/>
                  </a:lnTo>
                  <a:lnTo>
                    <a:pt x="628082" y="1291730"/>
                  </a:lnTo>
                  <a:lnTo>
                    <a:pt x="629794" y="1268143"/>
                  </a:lnTo>
                  <a:lnTo>
                    <a:pt x="631505" y="1335510"/>
                  </a:lnTo>
                  <a:lnTo>
                    <a:pt x="633216" y="1211769"/>
                  </a:lnTo>
                  <a:lnTo>
                    <a:pt x="634928" y="1170508"/>
                  </a:lnTo>
                  <a:lnTo>
                    <a:pt x="636639" y="1239828"/>
                  </a:lnTo>
                  <a:lnTo>
                    <a:pt x="638350" y="1307481"/>
                  </a:lnTo>
                  <a:lnTo>
                    <a:pt x="640062" y="1371903"/>
                  </a:lnTo>
                  <a:lnTo>
                    <a:pt x="641773" y="1352387"/>
                  </a:lnTo>
                  <a:lnTo>
                    <a:pt x="643485" y="1315049"/>
                  </a:lnTo>
                  <a:lnTo>
                    <a:pt x="645196" y="1320047"/>
                  </a:lnTo>
                  <a:lnTo>
                    <a:pt x="646907" y="1357649"/>
                  </a:lnTo>
                  <a:lnTo>
                    <a:pt x="648619" y="1402052"/>
                  </a:lnTo>
                  <a:lnTo>
                    <a:pt x="650330" y="1388889"/>
                  </a:lnTo>
                  <a:lnTo>
                    <a:pt x="652042" y="1369632"/>
                  </a:lnTo>
                  <a:lnTo>
                    <a:pt x="653753" y="1377950"/>
                  </a:lnTo>
                  <a:lnTo>
                    <a:pt x="655464" y="1359872"/>
                  </a:lnTo>
                  <a:lnTo>
                    <a:pt x="657176" y="1332767"/>
                  </a:lnTo>
                  <a:lnTo>
                    <a:pt x="658887" y="1314782"/>
                  </a:lnTo>
                  <a:lnTo>
                    <a:pt x="660599" y="1287078"/>
                  </a:lnTo>
                  <a:lnTo>
                    <a:pt x="662310" y="1255167"/>
                  </a:lnTo>
                  <a:lnTo>
                    <a:pt x="664021" y="1213883"/>
                  </a:lnTo>
                  <a:lnTo>
                    <a:pt x="665733" y="1096632"/>
                  </a:lnTo>
                  <a:lnTo>
                    <a:pt x="667444" y="1097191"/>
                  </a:lnTo>
                  <a:lnTo>
                    <a:pt x="669156" y="1045240"/>
                  </a:lnTo>
                  <a:lnTo>
                    <a:pt x="670867" y="1003032"/>
                  </a:lnTo>
                  <a:lnTo>
                    <a:pt x="672578" y="1040279"/>
                  </a:lnTo>
                  <a:lnTo>
                    <a:pt x="674290" y="1028307"/>
                  </a:lnTo>
                  <a:lnTo>
                    <a:pt x="676001" y="1091784"/>
                  </a:lnTo>
                  <a:lnTo>
                    <a:pt x="677713" y="1062142"/>
                  </a:lnTo>
                  <a:lnTo>
                    <a:pt x="679424" y="1063916"/>
                  </a:lnTo>
                  <a:lnTo>
                    <a:pt x="681135" y="1101314"/>
                  </a:lnTo>
                  <a:lnTo>
                    <a:pt x="682847" y="1140082"/>
                  </a:lnTo>
                  <a:lnTo>
                    <a:pt x="684558" y="1170093"/>
                  </a:lnTo>
                  <a:lnTo>
                    <a:pt x="686270" y="1136277"/>
                  </a:lnTo>
                  <a:lnTo>
                    <a:pt x="687981" y="1115702"/>
                  </a:lnTo>
                  <a:lnTo>
                    <a:pt x="689692" y="1096988"/>
                  </a:lnTo>
                  <a:lnTo>
                    <a:pt x="691404" y="1074133"/>
                  </a:lnTo>
                  <a:lnTo>
                    <a:pt x="693115" y="1047098"/>
                  </a:lnTo>
                  <a:lnTo>
                    <a:pt x="694827" y="1089682"/>
                  </a:lnTo>
                  <a:lnTo>
                    <a:pt x="696538" y="1146706"/>
                  </a:lnTo>
                  <a:lnTo>
                    <a:pt x="698249" y="1125114"/>
                  </a:lnTo>
                  <a:lnTo>
                    <a:pt x="699961" y="1128770"/>
                  </a:lnTo>
                  <a:lnTo>
                    <a:pt x="701672" y="1101743"/>
                  </a:lnTo>
                  <a:lnTo>
                    <a:pt x="703384" y="1185842"/>
                  </a:lnTo>
                  <a:lnTo>
                    <a:pt x="705095" y="1285037"/>
                  </a:lnTo>
                  <a:lnTo>
                    <a:pt x="706806" y="1250050"/>
                  </a:lnTo>
                  <a:lnTo>
                    <a:pt x="708518" y="1283368"/>
                  </a:lnTo>
                  <a:lnTo>
                    <a:pt x="710229" y="1274539"/>
                  </a:lnTo>
                  <a:lnTo>
                    <a:pt x="711941" y="1279530"/>
                  </a:lnTo>
                  <a:lnTo>
                    <a:pt x="713652" y="1228224"/>
                  </a:lnTo>
                  <a:lnTo>
                    <a:pt x="715363" y="1203371"/>
                  </a:lnTo>
                  <a:lnTo>
                    <a:pt x="717075" y="1288583"/>
                  </a:lnTo>
                  <a:lnTo>
                    <a:pt x="718786" y="1297184"/>
                  </a:lnTo>
                  <a:lnTo>
                    <a:pt x="720498" y="1292233"/>
                  </a:lnTo>
                  <a:lnTo>
                    <a:pt x="722209" y="1171867"/>
                  </a:lnTo>
                  <a:lnTo>
                    <a:pt x="723920" y="1132715"/>
                  </a:lnTo>
                  <a:lnTo>
                    <a:pt x="725632" y="1168967"/>
                  </a:lnTo>
                  <a:lnTo>
                    <a:pt x="727343" y="1267333"/>
                  </a:lnTo>
                  <a:lnTo>
                    <a:pt x="729055" y="1281086"/>
                  </a:lnTo>
                  <a:lnTo>
                    <a:pt x="730766" y="1309659"/>
                  </a:lnTo>
                  <a:lnTo>
                    <a:pt x="732477" y="1321620"/>
                  </a:lnTo>
                  <a:lnTo>
                    <a:pt x="734189" y="1306794"/>
                  </a:lnTo>
                  <a:lnTo>
                    <a:pt x="735900" y="1288524"/>
                  </a:lnTo>
                  <a:lnTo>
                    <a:pt x="737612" y="1166030"/>
                  </a:lnTo>
                  <a:lnTo>
                    <a:pt x="739323" y="1146662"/>
                  </a:lnTo>
                  <a:lnTo>
                    <a:pt x="741034" y="1227588"/>
                  </a:lnTo>
                  <a:lnTo>
                    <a:pt x="742746" y="1207451"/>
                  </a:lnTo>
                  <a:lnTo>
                    <a:pt x="744457" y="1090665"/>
                  </a:lnTo>
                  <a:lnTo>
                    <a:pt x="746168" y="1071011"/>
                  </a:lnTo>
                  <a:lnTo>
                    <a:pt x="747880" y="1133900"/>
                  </a:lnTo>
                  <a:lnTo>
                    <a:pt x="749591" y="1157759"/>
                  </a:lnTo>
                  <a:lnTo>
                    <a:pt x="751303" y="1184900"/>
                  </a:lnTo>
                  <a:lnTo>
                    <a:pt x="753014" y="1199073"/>
                  </a:lnTo>
                  <a:lnTo>
                    <a:pt x="754725" y="1274953"/>
                  </a:lnTo>
                  <a:lnTo>
                    <a:pt x="756437" y="1167608"/>
                  </a:lnTo>
                  <a:lnTo>
                    <a:pt x="758148" y="1135070"/>
                  </a:lnTo>
                  <a:lnTo>
                    <a:pt x="759860" y="1137082"/>
                  </a:lnTo>
                  <a:lnTo>
                    <a:pt x="761571" y="1236859"/>
                  </a:lnTo>
                  <a:lnTo>
                    <a:pt x="763282" y="1277295"/>
                  </a:lnTo>
                  <a:lnTo>
                    <a:pt x="764994" y="1267355"/>
                  </a:lnTo>
                  <a:lnTo>
                    <a:pt x="766705" y="1214167"/>
                  </a:lnTo>
                  <a:lnTo>
                    <a:pt x="768417" y="1190211"/>
                  </a:lnTo>
                  <a:lnTo>
                    <a:pt x="770128" y="1151293"/>
                  </a:lnTo>
                  <a:lnTo>
                    <a:pt x="771839" y="1171953"/>
                  </a:lnTo>
                  <a:lnTo>
                    <a:pt x="773551" y="1199084"/>
                  </a:lnTo>
                  <a:lnTo>
                    <a:pt x="775262" y="1248007"/>
                  </a:lnTo>
                  <a:lnTo>
                    <a:pt x="776974" y="1286161"/>
                  </a:lnTo>
                  <a:lnTo>
                    <a:pt x="778685" y="1260345"/>
                  </a:lnTo>
                  <a:lnTo>
                    <a:pt x="780396" y="1152249"/>
                  </a:lnTo>
                  <a:lnTo>
                    <a:pt x="782108" y="1126885"/>
                  </a:lnTo>
                  <a:lnTo>
                    <a:pt x="783819" y="1121012"/>
                  </a:lnTo>
                  <a:lnTo>
                    <a:pt x="785531" y="1150804"/>
                  </a:lnTo>
                  <a:lnTo>
                    <a:pt x="787242" y="1153577"/>
                  </a:lnTo>
                  <a:lnTo>
                    <a:pt x="788953" y="1154871"/>
                  </a:lnTo>
                  <a:lnTo>
                    <a:pt x="790665" y="1171637"/>
                  </a:lnTo>
                  <a:lnTo>
                    <a:pt x="792376" y="1207486"/>
                  </a:lnTo>
                  <a:lnTo>
                    <a:pt x="794088" y="1275084"/>
                  </a:lnTo>
                  <a:lnTo>
                    <a:pt x="795799" y="1279584"/>
                  </a:lnTo>
                  <a:lnTo>
                    <a:pt x="797510" y="1293507"/>
                  </a:lnTo>
                  <a:lnTo>
                    <a:pt x="799222" y="1290995"/>
                  </a:lnTo>
                  <a:lnTo>
                    <a:pt x="800933" y="1199043"/>
                  </a:lnTo>
                  <a:lnTo>
                    <a:pt x="802645" y="1150892"/>
                  </a:lnTo>
                  <a:lnTo>
                    <a:pt x="804356" y="1142329"/>
                  </a:lnTo>
                  <a:lnTo>
                    <a:pt x="806067" y="1168055"/>
                  </a:lnTo>
                  <a:lnTo>
                    <a:pt x="807779" y="1149577"/>
                  </a:lnTo>
                  <a:lnTo>
                    <a:pt x="809490" y="1121245"/>
                  </a:lnTo>
                  <a:lnTo>
                    <a:pt x="811202" y="1166785"/>
                  </a:lnTo>
                  <a:lnTo>
                    <a:pt x="812913" y="1167506"/>
                  </a:lnTo>
                  <a:lnTo>
                    <a:pt x="814624" y="1176751"/>
                  </a:lnTo>
                  <a:lnTo>
                    <a:pt x="816336" y="1121323"/>
                  </a:lnTo>
                  <a:lnTo>
                    <a:pt x="818047" y="1069425"/>
                  </a:lnTo>
                  <a:lnTo>
                    <a:pt x="819759" y="1047289"/>
                  </a:lnTo>
                  <a:lnTo>
                    <a:pt x="821470" y="1015376"/>
                  </a:lnTo>
                  <a:lnTo>
                    <a:pt x="823181" y="1045984"/>
                  </a:lnTo>
                  <a:lnTo>
                    <a:pt x="824893" y="1081007"/>
                  </a:lnTo>
                  <a:lnTo>
                    <a:pt x="826604" y="1084351"/>
                  </a:lnTo>
                  <a:lnTo>
                    <a:pt x="828316" y="1105906"/>
                  </a:lnTo>
                  <a:lnTo>
                    <a:pt x="830027" y="1112559"/>
                  </a:lnTo>
                  <a:lnTo>
                    <a:pt x="831738" y="1215162"/>
                  </a:lnTo>
                  <a:lnTo>
                    <a:pt x="833450" y="1214298"/>
                  </a:lnTo>
                  <a:lnTo>
                    <a:pt x="835161" y="1103103"/>
                  </a:lnTo>
                  <a:lnTo>
                    <a:pt x="836873" y="1126588"/>
                  </a:lnTo>
                  <a:lnTo>
                    <a:pt x="838584" y="1100378"/>
                  </a:lnTo>
                  <a:lnTo>
                    <a:pt x="840295" y="1131410"/>
                  </a:lnTo>
                  <a:lnTo>
                    <a:pt x="842007" y="1161151"/>
                  </a:lnTo>
                  <a:lnTo>
                    <a:pt x="843718" y="1282701"/>
                  </a:lnTo>
                  <a:lnTo>
                    <a:pt x="845429" y="1323053"/>
                  </a:lnTo>
                  <a:lnTo>
                    <a:pt x="847141" y="1352393"/>
                  </a:lnTo>
                  <a:lnTo>
                    <a:pt x="848852" y="1353181"/>
                  </a:lnTo>
                  <a:lnTo>
                    <a:pt x="850564" y="1395647"/>
                  </a:lnTo>
                  <a:lnTo>
                    <a:pt x="852275" y="1416603"/>
                  </a:lnTo>
                  <a:lnTo>
                    <a:pt x="853986" y="1413719"/>
                  </a:lnTo>
                  <a:lnTo>
                    <a:pt x="855698" y="1399112"/>
                  </a:lnTo>
                  <a:lnTo>
                    <a:pt x="857409" y="1405163"/>
                  </a:lnTo>
                  <a:lnTo>
                    <a:pt x="859121" y="1432570"/>
                  </a:lnTo>
                  <a:lnTo>
                    <a:pt x="860832" y="1417696"/>
                  </a:lnTo>
                  <a:lnTo>
                    <a:pt x="862543" y="1387357"/>
                  </a:lnTo>
                  <a:lnTo>
                    <a:pt x="864255" y="1379505"/>
                  </a:lnTo>
                  <a:lnTo>
                    <a:pt x="865966" y="1345594"/>
                  </a:lnTo>
                  <a:lnTo>
                    <a:pt x="867678" y="1359634"/>
                  </a:lnTo>
                  <a:lnTo>
                    <a:pt x="869389" y="1344610"/>
                  </a:lnTo>
                  <a:lnTo>
                    <a:pt x="871100" y="1310820"/>
                  </a:lnTo>
                  <a:lnTo>
                    <a:pt x="872812" y="1317137"/>
                  </a:lnTo>
                  <a:lnTo>
                    <a:pt x="874523" y="1302572"/>
                  </a:lnTo>
                  <a:lnTo>
                    <a:pt x="876235" y="1271045"/>
                  </a:lnTo>
                  <a:lnTo>
                    <a:pt x="877946" y="1257356"/>
                  </a:lnTo>
                  <a:lnTo>
                    <a:pt x="879657" y="1270046"/>
                  </a:lnTo>
                  <a:lnTo>
                    <a:pt x="881369" y="1189331"/>
                  </a:lnTo>
                  <a:lnTo>
                    <a:pt x="883080" y="1142643"/>
                  </a:lnTo>
                  <a:lnTo>
                    <a:pt x="884792" y="1140691"/>
                  </a:lnTo>
                  <a:lnTo>
                    <a:pt x="886503" y="1180434"/>
                  </a:lnTo>
                  <a:lnTo>
                    <a:pt x="888214" y="1236590"/>
                  </a:lnTo>
                  <a:lnTo>
                    <a:pt x="889926" y="1277292"/>
                  </a:lnTo>
                  <a:lnTo>
                    <a:pt x="891637" y="1295910"/>
                  </a:lnTo>
                  <a:lnTo>
                    <a:pt x="893349" y="1259348"/>
                  </a:lnTo>
                  <a:lnTo>
                    <a:pt x="895060" y="1281872"/>
                  </a:lnTo>
                  <a:lnTo>
                    <a:pt x="896771" y="1292413"/>
                  </a:lnTo>
                  <a:lnTo>
                    <a:pt x="898483" y="1245240"/>
                  </a:lnTo>
                  <a:lnTo>
                    <a:pt x="900194" y="1197376"/>
                  </a:lnTo>
                  <a:lnTo>
                    <a:pt x="901906" y="1254000"/>
                  </a:lnTo>
                  <a:lnTo>
                    <a:pt x="903617" y="1285979"/>
                  </a:lnTo>
                  <a:lnTo>
                    <a:pt x="905328" y="1278123"/>
                  </a:lnTo>
                  <a:lnTo>
                    <a:pt x="907040" y="1205114"/>
                  </a:lnTo>
                  <a:lnTo>
                    <a:pt x="908751" y="1202782"/>
                  </a:lnTo>
                  <a:lnTo>
                    <a:pt x="910463" y="1265603"/>
                  </a:lnTo>
                  <a:lnTo>
                    <a:pt x="912174" y="1313319"/>
                  </a:lnTo>
                  <a:lnTo>
                    <a:pt x="913885" y="1302110"/>
                  </a:lnTo>
                  <a:lnTo>
                    <a:pt x="915597" y="1321368"/>
                  </a:lnTo>
                  <a:lnTo>
                    <a:pt x="917308" y="1316276"/>
                  </a:lnTo>
                  <a:lnTo>
                    <a:pt x="919020" y="1316836"/>
                  </a:lnTo>
                  <a:lnTo>
                    <a:pt x="920731" y="1334263"/>
                  </a:lnTo>
                  <a:lnTo>
                    <a:pt x="922442" y="1335029"/>
                  </a:lnTo>
                  <a:lnTo>
                    <a:pt x="924154" y="1366367"/>
                  </a:lnTo>
                  <a:lnTo>
                    <a:pt x="925865" y="1284089"/>
                  </a:lnTo>
                  <a:lnTo>
                    <a:pt x="927577" y="1315682"/>
                  </a:lnTo>
                  <a:lnTo>
                    <a:pt x="929288" y="1268884"/>
                  </a:lnTo>
                  <a:lnTo>
                    <a:pt x="930999" y="1377179"/>
                  </a:lnTo>
                  <a:lnTo>
                    <a:pt x="932711" y="1393400"/>
                  </a:lnTo>
                  <a:lnTo>
                    <a:pt x="934422" y="1286477"/>
                  </a:lnTo>
                  <a:lnTo>
                    <a:pt x="936134" y="1281139"/>
                  </a:lnTo>
                  <a:lnTo>
                    <a:pt x="937845" y="1338386"/>
                  </a:lnTo>
                  <a:lnTo>
                    <a:pt x="939556" y="1314351"/>
                  </a:lnTo>
                  <a:lnTo>
                    <a:pt x="941268" y="1229882"/>
                  </a:lnTo>
                  <a:lnTo>
                    <a:pt x="942979" y="1148063"/>
                  </a:lnTo>
                  <a:lnTo>
                    <a:pt x="944691" y="1194662"/>
                  </a:lnTo>
                  <a:lnTo>
                    <a:pt x="946402" y="1276780"/>
                  </a:lnTo>
                  <a:lnTo>
                    <a:pt x="948113" y="1274084"/>
                  </a:lnTo>
                  <a:lnTo>
                    <a:pt x="949825" y="1203500"/>
                  </a:lnTo>
                  <a:lnTo>
                    <a:pt x="951536" y="1151946"/>
                  </a:lnTo>
                  <a:lnTo>
                    <a:pt x="953247" y="1195494"/>
                  </a:lnTo>
                  <a:lnTo>
                    <a:pt x="954959" y="1180341"/>
                  </a:lnTo>
                  <a:lnTo>
                    <a:pt x="956670" y="1208142"/>
                  </a:lnTo>
                  <a:lnTo>
                    <a:pt x="958382" y="1194036"/>
                  </a:lnTo>
                  <a:lnTo>
                    <a:pt x="960093" y="1136004"/>
                  </a:lnTo>
                  <a:lnTo>
                    <a:pt x="961804" y="1125359"/>
                  </a:lnTo>
                  <a:lnTo>
                    <a:pt x="963516" y="1101739"/>
                  </a:lnTo>
                  <a:lnTo>
                    <a:pt x="965227" y="1097918"/>
                  </a:lnTo>
                  <a:lnTo>
                    <a:pt x="966939" y="1110620"/>
                  </a:lnTo>
                  <a:lnTo>
                    <a:pt x="968650" y="1079059"/>
                  </a:lnTo>
                  <a:lnTo>
                    <a:pt x="970361" y="1113433"/>
                  </a:lnTo>
                  <a:lnTo>
                    <a:pt x="972073" y="1097006"/>
                  </a:lnTo>
                  <a:lnTo>
                    <a:pt x="973784" y="1138446"/>
                  </a:lnTo>
                  <a:lnTo>
                    <a:pt x="975496" y="1228081"/>
                  </a:lnTo>
                  <a:lnTo>
                    <a:pt x="977207" y="1291492"/>
                  </a:lnTo>
                  <a:lnTo>
                    <a:pt x="978918" y="1329815"/>
                  </a:lnTo>
                  <a:lnTo>
                    <a:pt x="980630" y="1317420"/>
                  </a:lnTo>
                  <a:lnTo>
                    <a:pt x="982341" y="1274035"/>
                  </a:lnTo>
                  <a:lnTo>
                    <a:pt x="984053" y="1256678"/>
                  </a:lnTo>
                  <a:lnTo>
                    <a:pt x="985764" y="1234452"/>
                  </a:lnTo>
                  <a:lnTo>
                    <a:pt x="987475" y="1272475"/>
                  </a:lnTo>
                  <a:lnTo>
                    <a:pt x="989187" y="1219905"/>
                  </a:lnTo>
                  <a:lnTo>
                    <a:pt x="990898" y="1192863"/>
                  </a:lnTo>
                  <a:lnTo>
                    <a:pt x="992610" y="1305320"/>
                  </a:lnTo>
                  <a:lnTo>
                    <a:pt x="994321" y="1342696"/>
                  </a:lnTo>
                  <a:lnTo>
                    <a:pt x="996032" y="1235357"/>
                  </a:lnTo>
                  <a:lnTo>
                    <a:pt x="997744" y="1248286"/>
                  </a:lnTo>
                  <a:lnTo>
                    <a:pt x="999455" y="1278502"/>
                  </a:lnTo>
                  <a:lnTo>
                    <a:pt x="1001167" y="1345686"/>
                  </a:lnTo>
                  <a:lnTo>
                    <a:pt x="1002878" y="1371287"/>
                  </a:lnTo>
                  <a:lnTo>
                    <a:pt x="1004589" y="1375653"/>
                  </a:lnTo>
                  <a:lnTo>
                    <a:pt x="1006301" y="1400807"/>
                  </a:lnTo>
                  <a:lnTo>
                    <a:pt x="1008012" y="1391973"/>
                  </a:lnTo>
                  <a:lnTo>
                    <a:pt x="1009724" y="1396518"/>
                  </a:lnTo>
                  <a:lnTo>
                    <a:pt x="1011435" y="1342230"/>
                  </a:lnTo>
                  <a:lnTo>
                    <a:pt x="1013146" y="1357548"/>
                  </a:lnTo>
                  <a:lnTo>
                    <a:pt x="1014858" y="1366806"/>
                  </a:lnTo>
                  <a:lnTo>
                    <a:pt x="1016569" y="1416316"/>
                  </a:lnTo>
                  <a:lnTo>
                    <a:pt x="1018281" y="1418914"/>
                  </a:lnTo>
                  <a:lnTo>
                    <a:pt x="1019992" y="1396667"/>
                  </a:lnTo>
                  <a:lnTo>
                    <a:pt x="1021703" y="1330247"/>
                  </a:lnTo>
                  <a:lnTo>
                    <a:pt x="1023415" y="1351207"/>
                  </a:lnTo>
                  <a:lnTo>
                    <a:pt x="1025126" y="1351591"/>
                  </a:lnTo>
                  <a:lnTo>
                    <a:pt x="1026838" y="1355965"/>
                  </a:lnTo>
                  <a:lnTo>
                    <a:pt x="1028549" y="1310091"/>
                  </a:lnTo>
                  <a:lnTo>
                    <a:pt x="1030260" y="1326395"/>
                  </a:lnTo>
                  <a:lnTo>
                    <a:pt x="1031972" y="1357629"/>
                  </a:lnTo>
                  <a:lnTo>
                    <a:pt x="1033683" y="1360155"/>
                  </a:lnTo>
                  <a:lnTo>
                    <a:pt x="1035395" y="1294306"/>
                  </a:lnTo>
                  <a:lnTo>
                    <a:pt x="1037106" y="1169002"/>
                  </a:lnTo>
                  <a:lnTo>
                    <a:pt x="1038817" y="1123763"/>
                  </a:lnTo>
                  <a:lnTo>
                    <a:pt x="1040529" y="1088659"/>
                  </a:lnTo>
                  <a:lnTo>
                    <a:pt x="1042240" y="1026481"/>
                  </a:lnTo>
                  <a:lnTo>
                    <a:pt x="1043952" y="996578"/>
                  </a:lnTo>
                  <a:lnTo>
                    <a:pt x="1045663" y="1038115"/>
                  </a:lnTo>
                  <a:lnTo>
                    <a:pt x="1047374" y="1060843"/>
                  </a:lnTo>
                  <a:lnTo>
                    <a:pt x="1049086" y="1104977"/>
                  </a:lnTo>
                  <a:lnTo>
                    <a:pt x="1050797" y="1117752"/>
                  </a:lnTo>
                  <a:lnTo>
                    <a:pt x="1052509" y="1163953"/>
                  </a:lnTo>
                  <a:lnTo>
                    <a:pt x="1054220" y="1230773"/>
                  </a:lnTo>
                  <a:lnTo>
                    <a:pt x="1055931" y="1227427"/>
                  </a:lnTo>
                  <a:lnTo>
                    <a:pt x="1057643" y="1194024"/>
                  </a:lnTo>
                  <a:lnTo>
                    <a:pt x="1059354" y="1186550"/>
                  </a:lnTo>
                  <a:lnTo>
                    <a:pt x="1061065" y="1218673"/>
                  </a:lnTo>
                  <a:lnTo>
                    <a:pt x="1062777" y="1223940"/>
                  </a:lnTo>
                  <a:lnTo>
                    <a:pt x="1064488" y="1292110"/>
                  </a:lnTo>
                  <a:lnTo>
                    <a:pt x="1066200" y="1350939"/>
                  </a:lnTo>
                  <a:lnTo>
                    <a:pt x="1067911" y="1425178"/>
                  </a:lnTo>
                  <a:lnTo>
                    <a:pt x="1069622" y="1421430"/>
                  </a:lnTo>
                  <a:lnTo>
                    <a:pt x="1071334" y="1410801"/>
                  </a:lnTo>
                  <a:lnTo>
                    <a:pt x="1073045" y="1370693"/>
                  </a:lnTo>
                  <a:lnTo>
                    <a:pt x="1074757" y="1392405"/>
                  </a:lnTo>
                  <a:lnTo>
                    <a:pt x="1076468" y="1413103"/>
                  </a:lnTo>
                  <a:lnTo>
                    <a:pt x="1078179" y="1352453"/>
                  </a:lnTo>
                  <a:lnTo>
                    <a:pt x="1079891" y="1342917"/>
                  </a:lnTo>
                  <a:lnTo>
                    <a:pt x="1081602" y="1346976"/>
                  </a:lnTo>
                  <a:lnTo>
                    <a:pt x="1083314" y="1405548"/>
                  </a:lnTo>
                  <a:lnTo>
                    <a:pt x="1085025" y="1375976"/>
                  </a:lnTo>
                  <a:lnTo>
                    <a:pt x="1086736" y="1342597"/>
                  </a:lnTo>
                  <a:lnTo>
                    <a:pt x="1088448" y="1320977"/>
                  </a:lnTo>
                  <a:lnTo>
                    <a:pt x="1090159" y="1340773"/>
                  </a:lnTo>
                  <a:lnTo>
                    <a:pt x="1091871" y="1364260"/>
                  </a:lnTo>
                  <a:lnTo>
                    <a:pt x="1093582" y="1361290"/>
                  </a:lnTo>
                  <a:lnTo>
                    <a:pt x="1095293" y="1295987"/>
                  </a:lnTo>
                  <a:lnTo>
                    <a:pt x="1097005" y="1301257"/>
                  </a:lnTo>
                  <a:lnTo>
                    <a:pt x="1098716" y="1333690"/>
                  </a:lnTo>
                  <a:lnTo>
                    <a:pt x="1100428" y="1345964"/>
                  </a:lnTo>
                  <a:lnTo>
                    <a:pt x="1102139" y="1319949"/>
                  </a:lnTo>
                  <a:lnTo>
                    <a:pt x="1103850" y="1255438"/>
                  </a:lnTo>
                  <a:lnTo>
                    <a:pt x="1105562" y="1238634"/>
                  </a:lnTo>
                  <a:lnTo>
                    <a:pt x="1107273" y="1263819"/>
                  </a:lnTo>
                  <a:lnTo>
                    <a:pt x="1108985" y="1305065"/>
                  </a:lnTo>
                  <a:lnTo>
                    <a:pt x="1110696" y="1257285"/>
                  </a:lnTo>
                  <a:lnTo>
                    <a:pt x="1112407" y="1241834"/>
                  </a:lnTo>
                  <a:lnTo>
                    <a:pt x="1114119" y="1191769"/>
                  </a:lnTo>
                  <a:lnTo>
                    <a:pt x="1115830" y="1196940"/>
                  </a:lnTo>
                  <a:lnTo>
                    <a:pt x="1117542" y="1197348"/>
                  </a:lnTo>
                  <a:lnTo>
                    <a:pt x="1119253" y="1184688"/>
                  </a:lnTo>
                  <a:lnTo>
                    <a:pt x="1120964" y="1223197"/>
                  </a:lnTo>
                  <a:lnTo>
                    <a:pt x="1122676" y="1259484"/>
                  </a:lnTo>
                  <a:lnTo>
                    <a:pt x="1124387" y="1245852"/>
                  </a:lnTo>
                  <a:lnTo>
                    <a:pt x="1126099" y="1229382"/>
                  </a:lnTo>
                  <a:lnTo>
                    <a:pt x="1127810" y="1187047"/>
                  </a:lnTo>
                  <a:lnTo>
                    <a:pt x="1129521" y="1205074"/>
                  </a:lnTo>
                  <a:lnTo>
                    <a:pt x="1131233" y="1150678"/>
                  </a:lnTo>
                  <a:lnTo>
                    <a:pt x="1132944" y="1213276"/>
                  </a:lnTo>
                  <a:lnTo>
                    <a:pt x="1134656" y="1223432"/>
                  </a:lnTo>
                  <a:lnTo>
                    <a:pt x="1136367" y="1322461"/>
                  </a:lnTo>
                  <a:lnTo>
                    <a:pt x="1138078" y="1344124"/>
                  </a:lnTo>
                  <a:lnTo>
                    <a:pt x="1139790" y="1369078"/>
                  </a:lnTo>
                  <a:lnTo>
                    <a:pt x="1141501" y="1334005"/>
                  </a:lnTo>
                  <a:lnTo>
                    <a:pt x="1143213" y="1360314"/>
                  </a:lnTo>
                  <a:lnTo>
                    <a:pt x="1144924" y="1333517"/>
                  </a:lnTo>
                  <a:lnTo>
                    <a:pt x="1146635" y="1287212"/>
                  </a:lnTo>
                  <a:lnTo>
                    <a:pt x="1148347" y="1312994"/>
                  </a:lnTo>
                  <a:lnTo>
                    <a:pt x="1150058" y="1385579"/>
                  </a:lnTo>
                  <a:lnTo>
                    <a:pt x="1151770" y="1375526"/>
                  </a:lnTo>
                  <a:lnTo>
                    <a:pt x="1153481" y="1336680"/>
                  </a:lnTo>
                  <a:lnTo>
                    <a:pt x="1155192" y="1374426"/>
                  </a:lnTo>
                  <a:lnTo>
                    <a:pt x="1156904" y="1357581"/>
                  </a:lnTo>
                  <a:lnTo>
                    <a:pt x="1158615" y="1319464"/>
                  </a:lnTo>
                  <a:lnTo>
                    <a:pt x="1160326" y="1272296"/>
                  </a:lnTo>
                  <a:lnTo>
                    <a:pt x="1162038" y="1233234"/>
                  </a:lnTo>
                  <a:lnTo>
                    <a:pt x="1163749" y="1253929"/>
                  </a:lnTo>
                  <a:lnTo>
                    <a:pt x="1165461" y="1246399"/>
                  </a:lnTo>
                  <a:lnTo>
                    <a:pt x="1167172" y="1278215"/>
                  </a:lnTo>
                  <a:lnTo>
                    <a:pt x="1168883" y="1232305"/>
                  </a:lnTo>
                  <a:lnTo>
                    <a:pt x="1170595" y="1258091"/>
                  </a:lnTo>
                  <a:lnTo>
                    <a:pt x="1172306" y="1279817"/>
                  </a:lnTo>
                  <a:lnTo>
                    <a:pt x="1174018" y="1277909"/>
                  </a:lnTo>
                  <a:lnTo>
                    <a:pt x="1175729" y="1241382"/>
                  </a:lnTo>
                  <a:lnTo>
                    <a:pt x="1177440" y="1193100"/>
                  </a:lnTo>
                  <a:lnTo>
                    <a:pt x="1179152" y="1245546"/>
                  </a:lnTo>
                  <a:lnTo>
                    <a:pt x="1180863" y="1232277"/>
                  </a:lnTo>
                  <a:lnTo>
                    <a:pt x="1182575" y="1281759"/>
                  </a:lnTo>
                  <a:lnTo>
                    <a:pt x="1184286" y="1303581"/>
                  </a:lnTo>
                  <a:lnTo>
                    <a:pt x="1185997" y="1242183"/>
                  </a:lnTo>
                  <a:lnTo>
                    <a:pt x="1187709" y="1272089"/>
                  </a:lnTo>
                  <a:lnTo>
                    <a:pt x="1189420" y="1222436"/>
                  </a:lnTo>
                  <a:lnTo>
                    <a:pt x="1191132" y="1193483"/>
                  </a:lnTo>
                  <a:lnTo>
                    <a:pt x="1192843" y="1185543"/>
                  </a:lnTo>
                  <a:lnTo>
                    <a:pt x="1194554" y="1176486"/>
                  </a:lnTo>
                  <a:lnTo>
                    <a:pt x="1196266" y="1246117"/>
                  </a:lnTo>
                  <a:lnTo>
                    <a:pt x="1197977" y="1231691"/>
                  </a:lnTo>
                  <a:lnTo>
                    <a:pt x="1199689" y="1206551"/>
                  </a:lnTo>
                  <a:lnTo>
                    <a:pt x="1201400" y="1135868"/>
                  </a:lnTo>
                  <a:lnTo>
                    <a:pt x="1203111" y="1137202"/>
                  </a:lnTo>
                  <a:lnTo>
                    <a:pt x="1204823" y="1169794"/>
                  </a:lnTo>
                  <a:lnTo>
                    <a:pt x="1206534" y="1153725"/>
                  </a:lnTo>
                  <a:lnTo>
                    <a:pt x="1208246" y="1130003"/>
                  </a:lnTo>
                  <a:lnTo>
                    <a:pt x="1209957" y="1149035"/>
                  </a:lnTo>
                  <a:lnTo>
                    <a:pt x="1211668" y="1177339"/>
                  </a:lnTo>
                  <a:lnTo>
                    <a:pt x="1213380" y="1170687"/>
                  </a:lnTo>
                  <a:lnTo>
                    <a:pt x="1215091" y="1149717"/>
                  </a:lnTo>
                  <a:lnTo>
                    <a:pt x="1216803" y="1144124"/>
                  </a:lnTo>
                  <a:lnTo>
                    <a:pt x="1218514" y="1114311"/>
                  </a:lnTo>
                  <a:lnTo>
                    <a:pt x="1220225" y="1132149"/>
                  </a:lnTo>
                  <a:lnTo>
                    <a:pt x="1221937" y="1091013"/>
                  </a:lnTo>
                  <a:lnTo>
                    <a:pt x="1223648" y="1069596"/>
                  </a:lnTo>
                  <a:lnTo>
                    <a:pt x="1225360" y="1043648"/>
                  </a:lnTo>
                  <a:lnTo>
                    <a:pt x="1227071" y="1074092"/>
                  </a:lnTo>
                  <a:lnTo>
                    <a:pt x="1228782" y="1105764"/>
                  </a:lnTo>
                  <a:lnTo>
                    <a:pt x="1230494" y="1118176"/>
                  </a:lnTo>
                  <a:lnTo>
                    <a:pt x="1232205" y="1175040"/>
                  </a:lnTo>
                  <a:lnTo>
                    <a:pt x="1233917" y="1212008"/>
                  </a:lnTo>
                  <a:lnTo>
                    <a:pt x="1235628" y="1256041"/>
                  </a:lnTo>
                  <a:lnTo>
                    <a:pt x="1237339" y="1244434"/>
                  </a:lnTo>
                  <a:lnTo>
                    <a:pt x="1239051" y="1294868"/>
                  </a:lnTo>
                  <a:lnTo>
                    <a:pt x="1240762" y="1294332"/>
                  </a:lnTo>
                  <a:lnTo>
                    <a:pt x="1242474" y="1325304"/>
                  </a:lnTo>
                  <a:lnTo>
                    <a:pt x="1244185" y="1304322"/>
                  </a:lnTo>
                  <a:lnTo>
                    <a:pt x="1245896" y="1271024"/>
                  </a:lnTo>
                  <a:lnTo>
                    <a:pt x="1247608" y="1254481"/>
                  </a:lnTo>
                  <a:lnTo>
                    <a:pt x="1249319" y="1272708"/>
                  </a:lnTo>
                  <a:lnTo>
                    <a:pt x="1251031" y="1326477"/>
                  </a:lnTo>
                  <a:lnTo>
                    <a:pt x="1252742" y="1293772"/>
                  </a:lnTo>
                  <a:lnTo>
                    <a:pt x="1254453" y="1310908"/>
                  </a:lnTo>
                  <a:lnTo>
                    <a:pt x="1256165" y="1307909"/>
                  </a:lnTo>
                  <a:lnTo>
                    <a:pt x="1257876" y="1337790"/>
                  </a:lnTo>
                  <a:lnTo>
                    <a:pt x="1259588" y="1391140"/>
                  </a:lnTo>
                  <a:lnTo>
                    <a:pt x="1261299" y="1392143"/>
                  </a:lnTo>
                  <a:lnTo>
                    <a:pt x="1263010" y="1344517"/>
                  </a:lnTo>
                  <a:lnTo>
                    <a:pt x="1264722" y="1312847"/>
                  </a:lnTo>
                  <a:lnTo>
                    <a:pt x="1266433" y="1335694"/>
                  </a:lnTo>
                  <a:lnTo>
                    <a:pt x="1268144" y="1290257"/>
                  </a:lnTo>
                  <a:lnTo>
                    <a:pt x="1269856" y="1272389"/>
                  </a:lnTo>
                  <a:lnTo>
                    <a:pt x="1271567" y="1251752"/>
                  </a:lnTo>
                  <a:lnTo>
                    <a:pt x="1273279" y="1152907"/>
                  </a:lnTo>
                  <a:lnTo>
                    <a:pt x="1274990" y="1155483"/>
                  </a:lnTo>
                  <a:lnTo>
                    <a:pt x="1276701" y="1131716"/>
                  </a:lnTo>
                  <a:lnTo>
                    <a:pt x="1278413" y="1087021"/>
                  </a:lnTo>
                  <a:lnTo>
                    <a:pt x="1280124" y="1021824"/>
                  </a:lnTo>
                  <a:lnTo>
                    <a:pt x="1281836" y="1006935"/>
                  </a:lnTo>
                  <a:lnTo>
                    <a:pt x="1283547" y="995419"/>
                  </a:lnTo>
                  <a:lnTo>
                    <a:pt x="1285258" y="928969"/>
                  </a:lnTo>
                  <a:lnTo>
                    <a:pt x="1286970" y="958944"/>
                  </a:lnTo>
                  <a:lnTo>
                    <a:pt x="1288681" y="987380"/>
                  </a:lnTo>
                  <a:lnTo>
                    <a:pt x="1290393" y="970625"/>
                  </a:lnTo>
                  <a:lnTo>
                    <a:pt x="1292104" y="990353"/>
                  </a:lnTo>
                  <a:lnTo>
                    <a:pt x="1293815" y="1013653"/>
                  </a:lnTo>
                  <a:lnTo>
                    <a:pt x="1295527" y="1072533"/>
                  </a:lnTo>
                  <a:lnTo>
                    <a:pt x="1297238" y="1073199"/>
                  </a:lnTo>
                  <a:lnTo>
                    <a:pt x="1298950" y="1104277"/>
                  </a:lnTo>
                  <a:lnTo>
                    <a:pt x="1300661" y="1159180"/>
                  </a:lnTo>
                  <a:lnTo>
                    <a:pt x="1302372" y="1181200"/>
                  </a:lnTo>
                  <a:lnTo>
                    <a:pt x="1304084" y="1193688"/>
                  </a:lnTo>
                  <a:lnTo>
                    <a:pt x="1305795" y="1201888"/>
                  </a:lnTo>
                  <a:lnTo>
                    <a:pt x="1307507" y="1190668"/>
                  </a:lnTo>
                  <a:lnTo>
                    <a:pt x="1309218" y="1192393"/>
                  </a:lnTo>
                  <a:lnTo>
                    <a:pt x="1310929" y="1193842"/>
                  </a:lnTo>
                  <a:lnTo>
                    <a:pt x="1312641" y="1153725"/>
                  </a:lnTo>
                  <a:lnTo>
                    <a:pt x="1314352" y="1196363"/>
                  </a:lnTo>
                  <a:lnTo>
                    <a:pt x="1316064" y="1187577"/>
                  </a:lnTo>
                  <a:lnTo>
                    <a:pt x="1317775" y="1165878"/>
                  </a:lnTo>
                  <a:lnTo>
                    <a:pt x="1319486" y="1220779"/>
                  </a:lnTo>
                  <a:lnTo>
                    <a:pt x="1321198" y="1212677"/>
                  </a:lnTo>
                  <a:lnTo>
                    <a:pt x="1322909" y="1181134"/>
                  </a:lnTo>
                  <a:lnTo>
                    <a:pt x="1324621" y="1194322"/>
                  </a:lnTo>
                  <a:lnTo>
                    <a:pt x="1326332" y="1127826"/>
                  </a:lnTo>
                  <a:lnTo>
                    <a:pt x="1328043" y="1185609"/>
                  </a:lnTo>
                  <a:lnTo>
                    <a:pt x="1329755" y="1154909"/>
                  </a:lnTo>
                  <a:lnTo>
                    <a:pt x="1331466" y="1195068"/>
                  </a:lnTo>
                  <a:lnTo>
                    <a:pt x="1333178" y="1191907"/>
                  </a:lnTo>
                  <a:lnTo>
                    <a:pt x="1334889" y="1182801"/>
                  </a:lnTo>
                  <a:lnTo>
                    <a:pt x="1336600" y="1160415"/>
                  </a:lnTo>
                  <a:lnTo>
                    <a:pt x="1338312" y="1128202"/>
                  </a:lnTo>
                  <a:lnTo>
                    <a:pt x="1340023" y="1116436"/>
                  </a:lnTo>
                  <a:lnTo>
                    <a:pt x="1341735" y="1123322"/>
                  </a:lnTo>
                  <a:lnTo>
                    <a:pt x="1343446" y="1142412"/>
                  </a:lnTo>
                  <a:lnTo>
                    <a:pt x="1345157" y="1117975"/>
                  </a:lnTo>
                  <a:lnTo>
                    <a:pt x="1346869" y="1124890"/>
                  </a:lnTo>
                  <a:lnTo>
                    <a:pt x="1348580" y="1135509"/>
                  </a:lnTo>
                  <a:lnTo>
                    <a:pt x="1350292" y="1138339"/>
                  </a:lnTo>
                  <a:lnTo>
                    <a:pt x="1352003" y="1184718"/>
                  </a:lnTo>
                  <a:lnTo>
                    <a:pt x="1353714" y="1128600"/>
                  </a:lnTo>
                  <a:lnTo>
                    <a:pt x="1355426" y="1145613"/>
                  </a:lnTo>
                  <a:lnTo>
                    <a:pt x="1357137" y="1165305"/>
                  </a:lnTo>
                  <a:lnTo>
                    <a:pt x="1358849" y="1123365"/>
                  </a:lnTo>
                  <a:lnTo>
                    <a:pt x="1360560" y="1142897"/>
                  </a:lnTo>
                  <a:lnTo>
                    <a:pt x="1362271" y="1090355"/>
                  </a:lnTo>
                  <a:lnTo>
                    <a:pt x="1363983" y="1099616"/>
                  </a:lnTo>
                  <a:lnTo>
                    <a:pt x="1365694" y="1152703"/>
                  </a:lnTo>
                  <a:lnTo>
                    <a:pt x="1367406" y="1129432"/>
                  </a:lnTo>
                  <a:lnTo>
                    <a:pt x="1369117" y="1180516"/>
                  </a:lnTo>
                  <a:lnTo>
                    <a:pt x="1370828" y="1169710"/>
                  </a:lnTo>
                  <a:lnTo>
                    <a:pt x="1372540" y="1151099"/>
                  </a:lnTo>
                  <a:lnTo>
                    <a:pt x="1374251" y="1124789"/>
                  </a:lnTo>
                  <a:lnTo>
                    <a:pt x="1375962" y="1068057"/>
                  </a:lnTo>
                  <a:lnTo>
                    <a:pt x="1377674" y="1089383"/>
                  </a:lnTo>
                  <a:lnTo>
                    <a:pt x="1379385" y="1115603"/>
                  </a:lnTo>
                  <a:lnTo>
                    <a:pt x="1381097" y="1112031"/>
                  </a:lnTo>
                  <a:lnTo>
                    <a:pt x="1382808" y="1128213"/>
                  </a:lnTo>
                  <a:lnTo>
                    <a:pt x="1384519" y="1204075"/>
                  </a:lnTo>
                  <a:lnTo>
                    <a:pt x="1386231" y="1257196"/>
                  </a:lnTo>
                  <a:lnTo>
                    <a:pt x="1387942" y="1280752"/>
                  </a:lnTo>
                  <a:lnTo>
                    <a:pt x="1389654" y="1281995"/>
                  </a:lnTo>
                  <a:lnTo>
                    <a:pt x="1391365" y="1238649"/>
                  </a:lnTo>
                  <a:lnTo>
                    <a:pt x="1393076" y="1271333"/>
                  </a:lnTo>
                  <a:lnTo>
                    <a:pt x="1394788" y="1324673"/>
                  </a:lnTo>
                  <a:lnTo>
                    <a:pt x="1396499" y="1328047"/>
                  </a:lnTo>
                  <a:lnTo>
                    <a:pt x="1398211" y="1342574"/>
                  </a:lnTo>
                  <a:lnTo>
                    <a:pt x="1399922" y="1354208"/>
                  </a:lnTo>
                  <a:lnTo>
                    <a:pt x="1401633" y="1320056"/>
                  </a:lnTo>
                  <a:lnTo>
                    <a:pt x="1403345" y="1289157"/>
                  </a:lnTo>
                  <a:lnTo>
                    <a:pt x="1405056" y="1208201"/>
                  </a:lnTo>
                  <a:lnTo>
                    <a:pt x="1406768" y="1174367"/>
                  </a:lnTo>
                  <a:lnTo>
                    <a:pt x="1408479" y="1120348"/>
                  </a:lnTo>
                  <a:lnTo>
                    <a:pt x="1410190" y="1083678"/>
                  </a:lnTo>
                  <a:lnTo>
                    <a:pt x="1411902" y="1086106"/>
                  </a:lnTo>
                  <a:lnTo>
                    <a:pt x="1413613" y="1064580"/>
                  </a:lnTo>
                  <a:lnTo>
                    <a:pt x="1415325" y="1042754"/>
                  </a:lnTo>
                  <a:lnTo>
                    <a:pt x="1417036" y="1062146"/>
                  </a:lnTo>
                  <a:lnTo>
                    <a:pt x="1418747" y="1041577"/>
                  </a:lnTo>
                  <a:lnTo>
                    <a:pt x="1420459" y="1078082"/>
                  </a:lnTo>
                  <a:lnTo>
                    <a:pt x="1422170" y="1118923"/>
                  </a:lnTo>
                  <a:lnTo>
                    <a:pt x="1423882" y="1087575"/>
                  </a:lnTo>
                  <a:lnTo>
                    <a:pt x="1425593" y="1122739"/>
                  </a:lnTo>
                  <a:lnTo>
                    <a:pt x="1427304" y="1146716"/>
                  </a:lnTo>
                  <a:lnTo>
                    <a:pt x="1429016" y="1111855"/>
                  </a:lnTo>
                  <a:lnTo>
                    <a:pt x="1430727" y="1235269"/>
                  </a:lnTo>
                  <a:lnTo>
                    <a:pt x="1432439" y="1194348"/>
                  </a:lnTo>
                  <a:lnTo>
                    <a:pt x="1434150" y="1162501"/>
                  </a:lnTo>
                  <a:lnTo>
                    <a:pt x="1435861" y="1181232"/>
                  </a:lnTo>
                  <a:lnTo>
                    <a:pt x="1437573" y="1224159"/>
                  </a:lnTo>
                  <a:lnTo>
                    <a:pt x="1439284" y="1202612"/>
                  </a:lnTo>
                  <a:lnTo>
                    <a:pt x="1440996" y="1150454"/>
                  </a:lnTo>
                  <a:lnTo>
                    <a:pt x="1442707" y="1109394"/>
                  </a:lnTo>
                  <a:lnTo>
                    <a:pt x="1444418" y="1145894"/>
                  </a:lnTo>
                  <a:lnTo>
                    <a:pt x="1446130" y="1144533"/>
                  </a:lnTo>
                  <a:lnTo>
                    <a:pt x="1447841" y="1063776"/>
                  </a:lnTo>
                  <a:lnTo>
                    <a:pt x="1449553" y="1117363"/>
                  </a:lnTo>
                  <a:lnTo>
                    <a:pt x="1451264" y="1152718"/>
                  </a:lnTo>
                  <a:lnTo>
                    <a:pt x="1452975" y="1163024"/>
                  </a:lnTo>
                  <a:lnTo>
                    <a:pt x="1454687" y="1156572"/>
                  </a:lnTo>
                  <a:lnTo>
                    <a:pt x="1456398" y="1095609"/>
                  </a:lnTo>
                  <a:lnTo>
                    <a:pt x="1458110" y="1123347"/>
                  </a:lnTo>
                  <a:lnTo>
                    <a:pt x="1459821" y="1084519"/>
                  </a:lnTo>
                  <a:lnTo>
                    <a:pt x="1461532" y="1139270"/>
                  </a:lnTo>
                  <a:lnTo>
                    <a:pt x="1463244" y="1133207"/>
                  </a:lnTo>
                  <a:lnTo>
                    <a:pt x="1464955" y="1149487"/>
                  </a:lnTo>
                  <a:lnTo>
                    <a:pt x="1466667" y="1184834"/>
                  </a:lnTo>
                  <a:lnTo>
                    <a:pt x="1468378" y="1224419"/>
                  </a:lnTo>
                  <a:lnTo>
                    <a:pt x="1470089" y="1260606"/>
                  </a:lnTo>
                  <a:lnTo>
                    <a:pt x="1471801" y="1252194"/>
                  </a:lnTo>
                  <a:lnTo>
                    <a:pt x="1473512" y="1241326"/>
                  </a:lnTo>
                  <a:lnTo>
                    <a:pt x="1475224" y="1251644"/>
                  </a:lnTo>
                  <a:lnTo>
                    <a:pt x="1476935" y="1261699"/>
                  </a:lnTo>
                  <a:lnTo>
                    <a:pt x="1478646" y="1309841"/>
                  </a:lnTo>
                  <a:lnTo>
                    <a:pt x="1480358" y="1279988"/>
                  </a:lnTo>
                  <a:lnTo>
                    <a:pt x="1482069" y="1273486"/>
                  </a:lnTo>
                  <a:lnTo>
                    <a:pt x="1483780" y="1172701"/>
                  </a:lnTo>
                  <a:lnTo>
                    <a:pt x="1485492" y="1173116"/>
                  </a:lnTo>
                  <a:lnTo>
                    <a:pt x="1487203" y="1125603"/>
                  </a:lnTo>
                  <a:lnTo>
                    <a:pt x="1488915" y="1143670"/>
                  </a:lnTo>
                  <a:lnTo>
                    <a:pt x="1490626" y="1161974"/>
                  </a:lnTo>
                  <a:lnTo>
                    <a:pt x="1492337" y="1219537"/>
                  </a:lnTo>
                  <a:lnTo>
                    <a:pt x="1494049" y="1247419"/>
                  </a:lnTo>
                  <a:lnTo>
                    <a:pt x="1495760" y="1267220"/>
                  </a:lnTo>
                  <a:lnTo>
                    <a:pt x="1497472" y="1278438"/>
                  </a:lnTo>
                  <a:lnTo>
                    <a:pt x="1499183" y="1276167"/>
                  </a:lnTo>
                  <a:lnTo>
                    <a:pt x="1500894" y="1299725"/>
                  </a:lnTo>
                  <a:lnTo>
                    <a:pt x="1502606" y="1353037"/>
                  </a:lnTo>
                  <a:lnTo>
                    <a:pt x="1504317" y="1338513"/>
                  </a:lnTo>
                  <a:lnTo>
                    <a:pt x="1506029" y="1296675"/>
                  </a:lnTo>
                  <a:lnTo>
                    <a:pt x="1507740" y="1356949"/>
                  </a:lnTo>
                  <a:lnTo>
                    <a:pt x="1509451" y="1351158"/>
                  </a:lnTo>
                  <a:lnTo>
                    <a:pt x="1511163" y="1362186"/>
                  </a:lnTo>
                  <a:lnTo>
                    <a:pt x="1512874" y="1334974"/>
                  </a:lnTo>
                  <a:lnTo>
                    <a:pt x="1514586" y="1363296"/>
                  </a:lnTo>
                  <a:lnTo>
                    <a:pt x="1516297" y="1345692"/>
                  </a:lnTo>
                  <a:lnTo>
                    <a:pt x="1518008" y="1364745"/>
                  </a:lnTo>
                  <a:lnTo>
                    <a:pt x="1519720" y="1360837"/>
                  </a:lnTo>
                  <a:lnTo>
                    <a:pt x="1521431" y="1357014"/>
                  </a:lnTo>
                  <a:lnTo>
                    <a:pt x="1523143" y="1334280"/>
                  </a:lnTo>
                  <a:lnTo>
                    <a:pt x="1524854" y="1269434"/>
                  </a:lnTo>
                  <a:lnTo>
                    <a:pt x="1526565" y="1208819"/>
                  </a:lnTo>
                  <a:lnTo>
                    <a:pt x="1528277" y="1186278"/>
                  </a:lnTo>
                  <a:lnTo>
                    <a:pt x="1529988" y="1208006"/>
                  </a:lnTo>
                  <a:lnTo>
                    <a:pt x="1531700" y="1223922"/>
                  </a:lnTo>
                  <a:lnTo>
                    <a:pt x="1533411" y="1157355"/>
                  </a:lnTo>
                  <a:lnTo>
                    <a:pt x="1535122" y="1183874"/>
                  </a:lnTo>
                  <a:lnTo>
                    <a:pt x="1536834" y="1197572"/>
                  </a:lnTo>
                  <a:lnTo>
                    <a:pt x="1538545" y="1185216"/>
                  </a:lnTo>
                  <a:lnTo>
                    <a:pt x="1540257" y="1158090"/>
                  </a:lnTo>
                  <a:lnTo>
                    <a:pt x="1541968" y="1178753"/>
                  </a:lnTo>
                  <a:lnTo>
                    <a:pt x="1543679" y="1212989"/>
                  </a:lnTo>
                  <a:lnTo>
                    <a:pt x="1545391" y="1241300"/>
                  </a:lnTo>
                  <a:lnTo>
                    <a:pt x="1547102" y="1240282"/>
                  </a:lnTo>
                  <a:lnTo>
                    <a:pt x="1548814" y="1215506"/>
                  </a:lnTo>
                  <a:lnTo>
                    <a:pt x="1550525" y="1249576"/>
                  </a:lnTo>
                  <a:lnTo>
                    <a:pt x="1552236" y="1276380"/>
                  </a:lnTo>
                  <a:lnTo>
                    <a:pt x="1553948" y="1265043"/>
                  </a:lnTo>
                  <a:lnTo>
                    <a:pt x="1555659" y="1238549"/>
                  </a:lnTo>
                  <a:lnTo>
                    <a:pt x="1557371" y="1279418"/>
                  </a:lnTo>
                  <a:lnTo>
                    <a:pt x="1559082" y="1282004"/>
                  </a:lnTo>
                  <a:lnTo>
                    <a:pt x="1560793" y="1269759"/>
                  </a:lnTo>
                  <a:lnTo>
                    <a:pt x="1562505" y="1304958"/>
                  </a:lnTo>
                  <a:lnTo>
                    <a:pt x="1564216" y="1330214"/>
                  </a:lnTo>
                  <a:lnTo>
                    <a:pt x="1565928" y="1355688"/>
                  </a:lnTo>
                  <a:lnTo>
                    <a:pt x="1567639" y="1322279"/>
                  </a:lnTo>
                  <a:lnTo>
                    <a:pt x="1569350" y="1291093"/>
                  </a:lnTo>
                  <a:lnTo>
                    <a:pt x="1571062" y="1285091"/>
                  </a:lnTo>
                  <a:lnTo>
                    <a:pt x="1572773" y="1232928"/>
                  </a:lnTo>
                  <a:lnTo>
                    <a:pt x="1574485" y="1265339"/>
                  </a:lnTo>
                  <a:lnTo>
                    <a:pt x="1576196" y="1240627"/>
                  </a:lnTo>
                  <a:lnTo>
                    <a:pt x="1577907" y="1278281"/>
                  </a:lnTo>
                  <a:lnTo>
                    <a:pt x="1579619" y="1266307"/>
                  </a:lnTo>
                  <a:lnTo>
                    <a:pt x="1581330" y="1233160"/>
                  </a:lnTo>
                  <a:lnTo>
                    <a:pt x="1583041" y="1232369"/>
                  </a:lnTo>
                  <a:lnTo>
                    <a:pt x="1584753" y="1264072"/>
                  </a:lnTo>
                  <a:lnTo>
                    <a:pt x="1586464" y="1282208"/>
                  </a:lnTo>
                  <a:lnTo>
                    <a:pt x="1588176" y="1339597"/>
                  </a:lnTo>
                  <a:lnTo>
                    <a:pt x="1589887" y="1351384"/>
                  </a:lnTo>
                  <a:lnTo>
                    <a:pt x="1591598" y="1348685"/>
                  </a:lnTo>
                  <a:lnTo>
                    <a:pt x="1593310" y="1337118"/>
                  </a:lnTo>
                  <a:lnTo>
                    <a:pt x="1595021" y="1362264"/>
                  </a:lnTo>
                  <a:lnTo>
                    <a:pt x="1596733" y="1360089"/>
                  </a:lnTo>
                  <a:lnTo>
                    <a:pt x="1598444" y="1319920"/>
                  </a:lnTo>
                  <a:lnTo>
                    <a:pt x="1600155" y="1254974"/>
                  </a:lnTo>
                  <a:lnTo>
                    <a:pt x="1601867" y="1278080"/>
                  </a:lnTo>
                  <a:lnTo>
                    <a:pt x="1603578" y="1283015"/>
                  </a:lnTo>
                  <a:lnTo>
                    <a:pt x="1605290" y="1277651"/>
                  </a:lnTo>
                  <a:lnTo>
                    <a:pt x="1607001" y="1316667"/>
                  </a:lnTo>
                  <a:lnTo>
                    <a:pt x="1608712" y="1319575"/>
                  </a:lnTo>
                  <a:lnTo>
                    <a:pt x="1610424" y="1323054"/>
                  </a:lnTo>
                  <a:lnTo>
                    <a:pt x="1612135" y="1309280"/>
                  </a:lnTo>
                  <a:lnTo>
                    <a:pt x="1613847" y="1325152"/>
                  </a:lnTo>
                  <a:lnTo>
                    <a:pt x="1615558" y="1432074"/>
                  </a:lnTo>
                  <a:lnTo>
                    <a:pt x="1617269" y="1446302"/>
                  </a:lnTo>
                  <a:lnTo>
                    <a:pt x="1618981" y="1448711"/>
                  </a:lnTo>
                  <a:lnTo>
                    <a:pt x="1620692" y="1419051"/>
                  </a:lnTo>
                  <a:lnTo>
                    <a:pt x="1622404" y="1441373"/>
                  </a:lnTo>
                  <a:lnTo>
                    <a:pt x="1624115" y="1404770"/>
                  </a:lnTo>
                  <a:lnTo>
                    <a:pt x="1625826" y="1422813"/>
                  </a:lnTo>
                  <a:lnTo>
                    <a:pt x="1627538" y="1406361"/>
                  </a:lnTo>
                  <a:lnTo>
                    <a:pt x="1629249" y="1449152"/>
                  </a:lnTo>
                  <a:lnTo>
                    <a:pt x="1630961" y="1431298"/>
                  </a:lnTo>
                  <a:lnTo>
                    <a:pt x="1632672" y="1411099"/>
                  </a:lnTo>
                  <a:lnTo>
                    <a:pt x="1634383" y="1401006"/>
                  </a:lnTo>
                  <a:lnTo>
                    <a:pt x="1636095" y="1412772"/>
                  </a:lnTo>
                  <a:lnTo>
                    <a:pt x="1637806" y="1437757"/>
                  </a:lnTo>
                  <a:lnTo>
                    <a:pt x="1639518" y="1415380"/>
                  </a:lnTo>
                  <a:lnTo>
                    <a:pt x="1641229" y="1445018"/>
                  </a:lnTo>
                  <a:lnTo>
                    <a:pt x="1642940" y="1429737"/>
                  </a:lnTo>
                  <a:lnTo>
                    <a:pt x="1644652" y="1461986"/>
                  </a:lnTo>
                  <a:lnTo>
                    <a:pt x="1644652" y="1461986"/>
                  </a:lnTo>
                  <a:lnTo>
                    <a:pt x="1646363" y="1461986"/>
                  </a:lnTo>
                  <a:lnTo>
                    <a:pt x="1648075" y="1461986"/>
                  </a:lnTo>
                  <a:lnTo>
                    <a:pt x="1649786" y="1461385"/>
                  </a:lnTo>
                  <a:lnTo>
                    <a:pt x="1651497" y="1451918"/>
                  </a:lnTo>
                  <a:lnTo>
                    <a:pt x="1653209" y="1461986"/>
                  </a:lnTo>
                  <a:lnTo>
                    <a:pt x="1653209" y="1461986"/>
                  </a:lnTo>
                  <a:lnTo>
                    <a:pt x="1654920" y="1461986"/>
                  </a:lnTo>
                  <a:lnTo>
                    <a:pt x="1656632" y="1461258"/>
                  </a:lnTo>
                  <a:lnTo>
                    <a:pt x="1658343" y="1461986"/>
                  </a:lnTo>
                  <a:lnTo>
                    <a:pt x="1658343" y="1461986"/>
                  </a:lnTo>
                  <a:lnTo>
                    <a:pt x="1660054" y="1442958"/>
                  </a:lnTo>
                  <a:lnTo>
                    <a:pt x="1661766" y="1413960"/>
                  </a:lnTo>
                  <a:lnTo>
                    <a:pt x="1663477" y="1412769"/>
                  </a:lnTo>
                  <a:lnTo>
                    <a:pt x="1665189" y="1382665"/>
                  </a:lnTo>
                  <a:lnTo>
                    <a:pt x="1666900" y="1381619"/>
                  </a:lnTo>
                  <a:lnTo>
                    <a:pt x="1668611" y="1374204"/>
                  </a:lnTo>
                  <a:lnTo>
                    <a:pt x="1670323" y="1359915"/>
                  </a:lnTo>
                  <a:lnTo>
                    <a:pt x="1672034" y="1348591"/>
                  </a:lnTo>
                  <a:lnTo>
                    <a:pt x="1673746" y="1350041"/>
                  </a:lnTo>
                  <a:lnTo>
                    <a:pt x="1675457" y="1329165"/>
                  </a:lnTo>
                  <a:lnTo>
                    <a:pt x="1677168" y="1344213"/>
                  </a:lnTo>
                  <a:lnTo>
                    <a:pt x="1678880" y="1352415"/>
                  </a:lnTo>
                  <a:lnTo>
                    <a:pt x="1680591" y="1340998"/>
                  </a:lnTo>
                  <a:lnTo>
                    <a:pt x="1682303" y="1331261"/>
                  </a:lnTo>
                  <a:lnTo>
                    <a:pt x="1684014" y="1338951"/>
                  </a:lnTo>
                  <a:lnTo>
                    <a:pt x="1685725" y="1333804"/>
                  </a:lnTo>
                  <a:lnTo>
                    <a:pt x="1687437" y="1333994"/>
                  </a:lnTo>
                  <a:lnTo>
                    <a:pt x="1689148" y="1336844"/>
                  </a:lnTo>
                  <a:lnTo>
                    <a:pt x="1690859" y="1337341"/>
                  </a:lnTo>
                  <a:lnTo>
                    <a:pt x="1692571" y="1345038"/>
                  </a:lnTo>
                  <a:lnTo>
                    <a:pt x="1694282" y="1342792"/>
                  </a:lnTo>
                  <a:lnTo>
                    <a:pt x="1695994" y="1364048"/>
                  </a:lnTo>
                  <a:lnTo>
                    <a:pt x="1697705" y="1397629"/>
                  </a:lnTo>
                  <a:lnTo>
                    <a:pt x="1699416" y="1383869"/>
                  </a:lnTo>
                  <a:lnTo>
                    <a:pt x="1701128" y="1379477"/>
                  </a:lnTo>
                  <a:lnTo>
                    <a:pt x="1702839" y="1432019"/>
                  </a:lnTo>
                  <a:lnTo>
                    <a:pt x="1704551" y="1452718"/>
                  </a:lnTo>
                  <a:lnTo>
                    <a:pt x="1706262" y="1449030"/>
                  </a:lnTo>
                  <a:lnTo>
                    <a:pt x="1707973" y="1429474"/>
                  </a:lnTo>
                  <a:lnTo>
                    <a:pt x="1709685" y="1444574"/>
                  </a:lnTo>
                  <a:lnTo>
                    <a:pt x="1711396" y="1461986"/>
                  </a:lnTo>
                  <a:lnTo>
                    <a:pt x="1711396" y="1461986"/>
                  </a:lnTo>
                  <a:lnTo>
                    <a:pt x="1713108" y="1461986"/>
                  </a:lnTo>
                  <a:lnTo>
                    <a:pt x="1714819" y="1461986"/>
                  </a:lnTo>
                  <a:lnTo>
                    <a:pt x="1716530" y="1461986"/>
                  </a:lnTo>
                  <a:lnTo>
                    <a:pt x="1718242" y="1461986"/>
                  </a:lnTo>
                  <a:lnTo>
                    <a:pt x="1719953" y="1461986"/>
                  </a:lnTo>
                  <a:lnTo>
                    <a:pt x="1721665" y="1461986"/>
                  </a:lnTo>
                  <a:lnTo>
                    <a:pt x="1723376" y="1461986"/>
                  </a:lnTo>
                  <a:lnTo>
                    <a:pt x="1725087" y="1461986"/>
                  </a:lnTo>
                  <a:lnTo>
                    <a:pt x="1726799" y="1461986"/>
                  </a:lnTo>
                  <a:lnTo>
                    <a:pt x="1728510" y="1461986"/>
                  </a:lnTo>
                  <a:lnTo>
                    <a:pt x="1730222" y="1461986"/>
                  </a:lnTo>
                  <a:lnTo>
                    <a:pt x="1731933" y="1461986"/>
                  </a:lnTo>
                  <a:lnTo>
                    <a:pt x="1733644" y="1461986"/>
                  </a:lnTo>
                  <a:lnTo>
                    <a:pt x="1735356" y="1461986"/>
                  </a:lnTo>
                  <a:lnTo>
                    <a:pt x="1737067" y="1461986"/>
                  </a:lnTo>
                  <a:lnTo>
                    <a:pt x="1738779" y="1461986"/>
                  </a:lnTo>
                  <a:lnTo>
                    <a:pt x="1740490" y="1461986"/>
                  </a:lnTo>
                  <a:lnTo>
                    <a:pt x="1742201" y="1461986"/>
                  </a:lnTo>
                  <a:lnTo>
                    <a:pt x="1743913" y="1461986"/>
                  </a:lnTo>
                  <a:lnTo>
                    <a:pt x="1745624" y="1461986"/>
                  </a:lnTo>
                  <a:lnTo>
                    <a:pt x="1747336" y="1461986"/>
                  </a:lnTo>
                  <a:lnTo>
                    <a:pt x="1749047" y="1440050"/>
                  </a:lnTo>
                  <a:lnTo>
                    <a:pt x="1750758" y="1449048"/>
                  </a:lnTo>
                  <a:lnTo>
                    <a:pt x="1752470" y="1447827"/>
                  </a:lnTo>
                  <a:lnTo>
                    <a:pt x="1754181" y="1431593"/>
                  </a:lnTo>
                  <a:lnTo>
                    <a:pt x="1755893" y="1408486"/>
                  </a:lnTo>
                  <a:lnTo>
                    <a:pt x="1757604" y="1408148"/>
                  </a:lnTo>
                  <a:lnTo>
                    <a:pt x="1759315" y="1391886"/>
                  </a:lnTo>
                  <a:lnTo>
                    <a:pt x="1761027" y="1382674"/>
                  </a:lnTo>
                  <a:lnTo>
                    <a:pt x="1762738" y="1371497"/>
                  </a:lnTo>
                  <a:lnTo>
                    <a:pt x="1764450" y="1371596"/>
                  </a:lnTo>
                  <a:lnTo>
                    <a:pt x="1766161" y="1390124"/>
                  </a:lnTo>
                  <a:lnTo>
                    <a:pt x="1767872" y="1360453"/>
                  </a:lnTo>
                  <a:lnTo>
                    <a:pt x="1769584" y="1434829"/>
                  </a:lnTo>
                  <a:lnTo>
                    <a:pt x="1771295" y="1425035"/>
                  </a:lnTo>
                  <a:lnTo>
                    <a:pt x="1773007" y="1461986"/>
                  </a:lnTo>
                  <a:lnTo>
                    <a:pt x="1773007" y="1461986"/>
                  </a:lnTo>
                  <a:lnTo>
                    <a:pt x="1774718" y="1461986"/>
                  </a:lnTo>
                  <a:lnTo>
                    <a:pt x="1776429" y="1461986"/>
                  </a:lnTo>
                  <a:lnTo>
                    <a:pt x="1778141" y="1438380"/>
                  </a:lnTo>
                  <a:lnTo>
                    <a:pt x="1779852" y="1436197"/>
                  </a:lnTo>
                  <a:lnTo>
                    <a:pt x="1781564" y="1438130"/>
                  </a:lnTo>
                  <a:lnTo>
                    <a:pt x="1783275" y="1447904"/>
                  </a:lnTo>
                  <a:lnTo>
                    <a:pt x="1784986" y="1452720"/>
                  </a:lnTo>
                  <a:lnTo>
                    <a:pt x="1786698" y="1461986"/>
                  </a:lnTo>
                  <a:lnTo>
                    <a:pt x="1786698" y="1461986"/>
                  </a:lnTo>
                  <a:lnTo>
                    <a:pt x="1788409" y="1433100"/>
                  </a:lnTo>
                  <a:lnTo>
                    <a:pt x="1790121" y="1432692"/>
                  </a:lnTo>
                  <a:lnTo>
                    <a:pt x="1791832" y="1442472"/>
                  </a:lnTo>
                  <a:lnTo>
                    <a:pt x="1793543" y="1461986"/>
                  </a:lnTo>
                  <a:lnTo>
                    <a:pt x="1793543" y="1461986"/>
                  </a:lnTo>
                  <a:lnTo>
                    <a:pt x="1795255" y="1461986"/>
                  </a:lnTo>
                  <a:lnTo>
                    <a:pt x="1796966" y="1461986"/>
                  </a:lnTo>
                  <a:lnTo>
                    <a:pt x="1798677" y="1461986"/>
                  </a:lnTo>
                  <a:lnTo>
                    <a:pt x="1800389" y="1453461"/>
                  </a:lnTo>
                  <a:lnTo>
                    <a:pt x="1802100" y="1461986"/>
                  </a:lnTo>
                  <a:lnTo>
                    <a:pt x="1802100" y="1461986"/>
                  </a:lnTo>
                  <a:lnTo>
                    <a:pt x="1803812" y="1461986"/>
                  </a:lnTo>
                  <a:lnTo>
                    <a:pt x="1805523" y="1461986"/>
                  </a:lnTo>
                  <a:lnTo>
                    <a:pt x="1807234" y="1461986"/>
                  </a:lnTo>
                  <a:lnTo>
                    <a:pt x="1808946" y="1446927"/>
                  </a:lnTo>
                  <a:lnTo>
                    <a:pt x="1810657" y="1451764"/>
                  </a:lnTo>
                  <a:lnTo>
                    <a:pt x="1812369" y="1460434"/>
                  </a:lnTo>
                  <a:lnTo>
                    <a:pt x="1814080" y="1461986"/>
                  </a:lnTo>
                  <a:lnTo>
                    <a:pt x="1814080" y="1461986"/>
                  </a:lnTo>
                  <a:lnTo>
                    <a:pt x="1815791" y="1461986"/>
                  </a:lnTo>
                  <a:lnTo>
                    <a:pt x="1817503" y="1461986"/>
                  </a:lnTo>
                  <a:lnTo>
                    <a:pt x="1819214" y="1461986"/>
                  </a:lnTo>
                  <a:lnTo>
                    <a:pt x="1820926" y="1461986"/>
                  </a:lnTo>
                  <a:lnTo>
                    <a:pt x="1822637" y="1461986"/>
                  </a:lnTo>
                  <a:lnTo>
                    <a:pt x="1824348" y="1461986"/>
                  </a:lnTo>
                  <a:lnTo>
                    <a:pt x="1826060" y="1461986"/>
                  </a:lnTo>
                  <a:lnTo>
                    <a:pt x="1827771" y="1461986"/>
                  </a:lnTo>
                  <a:lnTo>
                    <a:pt x="1829483" y="1426014"/>
                  </a:lnTo>
                  <a:lnTo>
                    <a:pt x="1831194" y="1385796"/>
                  </a:lnTo>
                  <a:lnTo>
                    <a:pt x="1832905" y="1415326"/>
                  </a:lnTo>
                  <a:lnTo>
                    <a:pt x="1834617" y="1403547"/>
                  </a:lnTo>
                  <a:lnTo>
                    <a:pt x="1836328" y="1385854"/>
                  </a:lnTo>
                  <a:lnTo>
                    <a:pt x="1838040" y="1420730"/>
                  </a:lnTo>
                  <a:lnTo>
                    <a:pt x="1839751" y="1449010"/>
                  </a:lnTo>
                  <a:lnTo>
                    <a:pt x="1841462" y="1461986"/>
                  </a:lnTo>
                  <a:lnTo>
                    <a:pt x="1841462" y="1461986"/>
                  </a:lnTo>
                  <a:lnTo>
                    <a:pt x="1843174" y="1461986"/>
                  </a:lnTo>
                  <a:lnTo>
                    <a:pt x="1844885" y="1461986"/>
                  </a:lnTo>
                  <a:lnTo>
                    <a:pt x="1846597" y="1461986"/>
                  </a:lnTo>
                  <a:lnTo>
                    <a:pt x="1848308" y="1461986"/>
                  </a:lnTo>
                  <a:lnTo>
                    <a:pt x="1850019" y="1461986"/>
                  </a:lnTo>
                  <a:lnTo>
                    <a:pt x="1851731" y="1454952"/>
                  </a:lnTo>
                  <a:lnTo>
                    <a:pt x="1853442" y="1461986"/>
                  </a:lnTo>
                  <a:lnTo>
                    <a:pt x="1853442" y="1461986"/>
                  </a:lnTo>
                  <a:lnTo>
                    <a:pt x="1855154" y="1404277"/>
                  </a:lnTo>
                  <a:lnTo>
                    <a:pt x="1856865" y="1356289"/>
                  </a:lnTo>
                  <a:lnTo>
                    <a:pt x="1858576" y="1319061"/>
                  </a:lnTo>
                  <a:lnTo>
                    <a:pt x="1860288" y="1236260"/>
                  </a:lnTo>
                  <a:lnTo>
                    <a:pt x="1861999" y="1335143"/>
                  </a:lnTo>
                  <a:lnTo>
                    <a:pt x="1863711" y="1337857"/>
                  </a:lnTo>
                  <a:lnTo>
                    <a:pt x="1865422" y="1276712"/>
                  </a:lnTo>
                  <a:lnTo>
                    <a:pt x="1867133" y="1373464"/>
                  </a:lnTo>
                  <a:lnTo>
                    <a:pt x="1868845" y="1327106"/>
                  </a:lnTo>
                  <a:lnTo>
                    <a:pt x="1870556" y="1354558"/>
                  </a:lnTo>
                  <a:lnTo>
                    <a:pt x="1872268" y="1421905"/>
                  </a:lnTo>
                  <a:lnTo>
                    <a:pt x="1873979" y="1359983"/>
                  </a:lnTo>
                  <a:lnTo>
                    <a:pt x="1875690" y="1403283"/>
                  </a:lnTo>
                  <a:lnTo>
                    <a:pt x="1877402" y="1405413"/>
                  </a:lnTo>
                  <a:lnTo>
                    <a:pt x="1879113" y="1373435"/>
                  </a:lnTo>
                  <a:lnTo>
                    <a:pt x="1880825" y="1402601"/>
                  </a:lnTo>
                  <a:lnTo>
                    <a:pt x="1882536" y="1389317"/>
                  </a:lnTo>
                  <a:lnTo>
                    <a:pt x="1884247" y="1389893"/>
                  </a:lnTo>
                  <a:lnTo>
                    <a:pt x="1885959" y="1398892"/>
                  </a:lnTo>
                  <a:lnTo>
                    <a:pt x="1887670" y="1379218"/>
                  </a:lnTo>
                  <a:lnTo>
                    <a:pt x="1889382" y="1397099"/>
                  </a:lnTo>
                  <a:lnTo>
                    <a:pt x="1891093" y="1373465"/>
                  </a:lnTo>
                  <a:lnTo>
                    <a:pt x="1892804" y="1353559"/>
                  </a:lnTo>
                  <a:lnTo>
                    <a:pt x="1894516" y="1333254"/>
                  </a:lnTo>
                  <a:lnTo>
                    <a:pt x="1896227" y="1335384"/>
                  </a:lnTo>
                  <a:lnTo>
                    <a:pt x="1897938" y="1285214"/>
                  </a:lnTo>
                  <a:lnTo>
                    <a:pt x="1899650" y="1288247"/>
                  </a:lnTo>
                  <a:lnTo>
                    <a:pt x="1901361" y="1273721"/>
                  </a:lnTo>
                  <a:lnTo>
                    <a:pt x="1903073" y="1237199"/>
                  </a:lnTo>
                  <a:lnTo>
                    <a:pt x="1904784" y="1305852"/>
                  </a:lnTo>
                  <a:lnTo>
                    <a:pt x="1906495" y="1279151"/>
                  </a:lnTo>
                  <a:lnTo>
                    <a:pt x="1908207" y="1271057"/>
                  </a:lnTo>
                  <a:lnTo>
                    <a:pt x="1909918" y="1325945"/>
                  </a:lnTo>
                  <a:lnTo>
                    <a:pt x="1911630" y="1280790"/>
                  </a:lnTo>
                  <a:lnTo>
                    <a:pt x="1913341" y="1319990"/>
                  </a:lnTo>
                  <a:lnTo>
                    <a:pt x="1915052" y="1274964"/>
                  </a:lnTo>
                  <a:lnTo>
                    <a:pt x="1916764" y="1288892"/>
                  </a:lnTo>
                  <a:lnTo>
                    <a:pt x="1918475" y="1360191"/>
                  </a:lnTo>
                  <a:lnTo>
                    <a:pt x="1920187" y="1331322"/>
                  </a:lnTo>
                  <a:lnTo>
                    <a:pt x="1921898" y="1349887"/>
                  </a:lnTo>
                  <a:lnTo>
                    <a:pt x="1923609" y="1314177"/>
                  </a:lnTo>
                  <a:lnTo>
                    <a:pt x="1925321" y="1323837"/>
                  </a:lnTo>
                  <a:lnTo>
                    <a:pt x="1927032" y="1342763"/>
                  </a:lnTo>
                  <a:lnTo>
                    <a:pt x="1928744" y="1304221"/>
                  </a:lnTo>
                  <a:lnTo>
                    <a:pt x="1930455" y="1294416"/>
                  </a:lnTo>
                  <a:lnTo>
                    <a:pt x="1932166" y="1346787"/>
                  </a:lnTo>
                  <a:lnTo>
                    <a:pt x="1933878" y="1349700"/>
                  </a:lnTo>
                  <a:lnTo>
                    <a:pt x="1935589" y="1351604"/>
                  </a:lnTo>
                  <a:lnTo>
                    <a:pt x="1937301" y="1329512"/>
                  </a:lnTo>
                  <a:lnTo>
                    <a:pt x="1939012" y="1299614"/>
                  </a:lnTo>
                  <a:lnTo>
                    <a:pt x="1940723" y="1322977"/>
                  </a:lnTo>
                  <a:lnTo>
                    <a:pt x="1942435" y="1361830"/>
                  </a:lnTo>
                  <a:lnTo>
                    <a:pt x="1944146" y="1376871"/>
                  </a:lnTo>
                  <a:lnTo>
                    <a:pt x="1945858" y="1375940"/>
                  </a:lnTo>
                  <a:lnTo>
                    <a:pt x="1947569" y="1394993"/>
                  </a:lnTo>
                  <a:lnTo>
                    <a:pt x="1949280" y="1390642"/>
                  </a:lnTo>
                  <a:lnTo>
                    <a:pt x="1950992" y="1393692"/>
                  </a:lnTo>
                  <a:lnTo>
                    <a:pt x="1952703" y="1418184"/>
                  </a:lnTo>
                  <a:lnTo>
                    <a:pt x="1954415" y="1461986"/>
                  </a:lnTo>
                  <a:lnTo>
                    <a:pt x="1954415" y="1461986"/>
                  </a:lnTo>
                  <a:lnTo>
                    <a:pt x="1956126" y="1461986"/>
                  </a:lnTo>
                  <a:lnTo>
                    <a:pt x="1957837" y="1461986"/>
                  </a:lnTo>
                  <a:lnTo>
                    <a:pt x="1959549" y="1426432"/>
                  </a:lnTo>
                  <a:lnTo>
                    <a:pt x="1961260" y="1420647"/>
                  </a:lnTo>
                  <a:lnTo>
                    <a:pt x="1962972" y="1401132"/>
                  </a:lnTo>
                  <a:lnTo>
                    <a:pt x="1964683" y="1415245"/>
                  </a:lnTo>
                  <a:lnTo>
                    <a:pt x="1966394" y="1404601"/>
                  </a:lnTo>
                  <a:lnTo>
                    <a:pt x="1968106" y="1383790"/>
                  </a:lnTo>
                  <a:lnTo>
                    <a:pt x="1969817" y="1407477"/>
                  </a:lnTo>
                  <a:lnTo>
                    <a:pt x="1971529" y="1369117"/>
                  </a:lnTo>
                  <a:lnTo>
                    <a:pt x="1973240" y="1356060"/>
                  </a:lnTo>
                  <a:lnTo>
                    <a:pt x="1974951" y="1345321"/>
                  </a:lnTo>
                  <a:lnTo>
                    <a:pt x="1976663" y="1351357"/>
                  </a:lnTo>
                  <a:lnTo>
                    <a:pt x="1978374" y="1430391"/>
                  </a:lnTo>
                  <a:lnTo>
                    <a:pt x="1980086" y="1457751"/>
                  </a:lnTo>
                  <a:lnTo>
                    <a:pt x="1981797" y="1438611"/>
                  </a:lnTo>
                  <a:lnTo>
                    <a:pt x="1983508" y="1432692"/>
                  </a:lnTo>
                  <a:lnTo>
                    <a:pt x="1985220" y="1461986"/>
                  </a:lnTo>
                  <a:lnTo>
                    <a:pt x="1985220" y="1461986"/>
                  </a:lnTo>
                  <a:lnTo>
                    <a:pt x="1986931" y="1461986"/>
                  </a:lnTo>
                  <a:lnTo>
                    <a:pt x="1988643" y="1461986"/>
                  </a:lnTo>
                  <a:lnTo>
                    <a:pt x="1990354" y="1461986"/>
                  </a:lnTo>
                  <a:lnTo>
                    <a:pt x="1992065" y="1414729"/>
                  </a:lnTo>
                  <a:lnTo>
                    <a:pt x="1993777" y="1421889"/>
                  </a:lnTo>
                  <a:lnTo>
                    <a:pt x="1995488" y="1443046"/>
                  </a:lnTo>
                  <a:lnTo>
                    <a:pt x="1997200" y="1457889"/>
                  </a:lnTo>
                  <a:lnTo>
                    <a:pt x="1998911" y="1428023"/>
                  </a:lnTo>
                  <a:lnTo>
                    <a:pt x="2000622" y="1368089"/>
                  </a:lnTo>
                  <a:lnTo>
                    <a:pt x="2002334" y="1388606"/>
                  </a:lnTo>
                  <a:lnTo>
                    <a:pt x="2004045" y="1373109"/>
                  </a:lnTo>
                  <a:lnTo>
                    <a:pt x="2005756" y="1360195"/>
                  </a:lnTo>
                  <a:lnTo>
                    <a:pt x="2007468" y="1358096"/>
                  </a:lnTo>
                  <a:lnTo>
                    <a:pt x="2009179" y="1367781"/>
                  </a:lnTo>
                  <a:lnTo>
                    <a:pt x="2010891" y="1344833"/>
                  </a:lnTo>
                  <a:lnTo>
                    <a:pt x="2012602" y="1332111"/>
                  </a:lnTo>
                  <a:lnTo>
                    <a:pt x="2014313" y="1375408"/>
                  </a:lnTo>
                  <a:lnTo>
                    <a:pt x="2016025" y="1381315"/>
                  </a:lnTo>
                  <a:lnTo>
                    <a:pt x="2017736" y="1378058"/>
                  </a:lnTo>
                  <a:lnTo>
                    <a:pt x="2019448" y="1398511"/>
                  </a:lnTo>
                  <a:lnTo>
                    <a:pt x="2021159" y="1362338"/>
                  </a:lnTo>
                  <a:lnTo>
                    <a:pt x="2022870" y="1299003"/>
                  </a:lnTo>
                  <a:lnTo>
                    <a:pt x="2024582" y="1302966"/>
                  </a:lnTo>
                  <a:lnTo>
                    <a:pt x="2026293" y="1277105"/>
                  </a:lnTo>
                  <a:lnTo>
                    <a:pt x="2028005" y="1244647"/>
                  </a:lnTo>
                  <a:lnTo>
                    <a:pt x="2029716" y="1273185"/>
                  </a:lnTo>
                  <a:lnTo>
                    <a:pt x="2031427" y="1281250"/>
                  </a:lnTo>
                  <a:lnTo>
                    <a:pt x="2033139" y="1332900"/>
                  </a:lnTo>
                  <a:lnTo>
                    <a:pt x="2034850" y="1304067"/>
                  </a:lnTo>
                  <a:lnTo>
                    <a:pt x="2036562" y="1264091"/>
                  </a:lnTo>
                  <a:lnTo>
                    <a:pt x="2038273" y="1322212"/>
                  </a:lnTo>
                  <a:lnTo>
                    <a:pt x="2039984" y="1317522"/>
                  </a:lnTo>
                  <a:lnTo>
                    <a:pt x="2041696" y="1323576"/>
                  </a:lnTo>
                  <a:lnTo>
                    <a:pt x="2043407" y="1333127"/>
                  </a:lnTo>
                  <a:lnTo>
                    <a:pt x="2045119" y="1342827"/>
                  </a:lnTo>
                  <a:lnTo>
                    <a:pt x="2046830" y="1355323"/>
                  </a:lnTo>
                  <a:lnTo>
                    <a:pt x="2048541" y="1337404"/>
                  </a:lnTo>
                  <a:lnTo>
                    <a:pt x="2050253" y="1321642"/>
                  </a:lnTo>
                  <a:lnTo>
                    <a:pt x="2051964" y="1282551"/>
                  </a:lnTo>
                  <a:lnTo>
                    <a:pt x="2053676" y="1269571"/>
                  </a:lnTo>
                  <a:lnTo>
                    <a:pt x="2055387" y="1287027"/>
                  </a:lnTo>
                  <a:lnTo>
                    <a:pt x="2057098" y="1314643"/>
                  </a:lnTo>
                  <a:lnTo>
                    <a:pt x="2058810" y="1302351"/>
                  </a:lnTo>
                  <a:lnTo>
                    <a:pt x="2060521" y="1334451"/>
                  </a:lnTo>
                  <a:lnTo>
                    <a:pt x="2062233" y="1346786"/>
                  </a:lnTo>
                  <a:lnTo>
                    <a:pt x="2063944" y="1340047"/>
                  </a:lnTo>
                  <a:lnTo>
                    <a:pt x="2065655" y="1368048"/>
                  </a:lnTo>
                  <a:lnTo>
                    <a:pt x="2067367" y="1351702"/>
                  </a:lnTo>
                  <a:lnTo>
                    <a:pt x="2069078" y="1372725"/>
                  </a:lnTo>
                  <a:lnTo>
                    <a:pt x="2070790" y="1373356"/>
                  </a:lnTo>
                  <a:lnTo>
                    <a:pt x="2072501" y="1378216"/>
                  </a:lnTo>
                  <a:lnTo>
                    <a:pt x="2074212" y="1383831"/>
                  </a:lnTo>
                  <a:lnTo>
                    <a:pt x="2075924" y="1393158"/>
                  </a:lnTo>
                  <a:lnTo>
                    <a:pt x="2077635" y="1365226"/>
                  </a:lnTo>
                  <a:lnTo>
                    <a:pt x="2079347" y="1320466"/>
                  </a:lnTo>
                  <a:lnTo>
                    <a:pt x="2081058" y="1303266"/>
                  </a:lnTo>
                  <a:lnTo>
                    <a:pt x="2082769" y="1282753"/>
                  </a:lnTo>
                  <a:lnTo>
                    <a:pt x="2084481" y="1304603"/>
                  </a:lnTo>
                  <a:lnTo>
                    <a:pt x="2086192" y="1212696"/>
                  </a:lnTo>
                  <a:lnTo>
                    <a:pt x="2087904" y="1150889"/>
                  </a:lnTo>
                  <a:lnTo>
                    <a:pt x="2089615" y="1194992"/>
                  </a:lnTo>
                  <a:lnTo>
                    <a:pt x="2091326" y="1269067"/>
                  </a:lnTo>
                  <a:lnTo>
                    <a:pt x="2093038" y="1225547"/>
                  </a:lnTo>
                  <a:lnTo>
                    <a:pt x="2094749" y="1195768"/>
                  </a:lnTo>
                  <a:lnTo>
                    <a:pt x="2096461" y="1207013"/>
                  </a:lnTo>
                  <a:lnTo>
                    <a:pt x="2098172" y="1302624"/>
                  </a:lnTo>
                  <a:lnTo>
                    <a:pt x="2099883" y="1306796"/>
                  </a:lnTo>
                  <a:lnTo>
                    <a:pt x="2101595" y="1272085"/>
                  </a:lnTo>
                  <a:lnTo>
                    <a:pt x="2103306" y="1230610"/>
                  </a:lnTo>
                  <a:lnTo>
                    <a:pt x="2105018" y="1290095"/>
                  </a:lnTo>
                  <a:lnTo>
                    <a:pt x="2106729" y="1322388"/>
                  </a:lnTo>
                  <a:lnTo>
                    <a:pt x="2108440" y="1276253"/>
                  </a:lnTo>
                  <a:lnTo>
                    <a:pt x="2110152" y="1218499"/>
                  </a:lnTo>
                  <a:lnTo>
                    <a:pt x="2111863" y="1241250"/>
                  </a:lnTo>
                  <a:lnTo>
                    <a:pt x="2113574" y="1273276"/>
                  </a:lnTo>
                  <a:lnTo>
                    <a:pt x="2115286" y="1290500"/>
                  </a:lnTo>
                  <a:lnTo>
                    <a:pt x="2116997" y="1265751"/>
                  </a:lnTo>
                  <a:lnTo>
                    <a:pt x="2118709" y="1271580"/>
                  </a:lnTo>
                  <a:lnTo>
                    <a:pt x="2120420" y="1311008"/>
                  </a:lnTo>
                  <a:lnTo>
                    <a:pt x="2122131" y="1328101"/>
                  </a:lnTo>
                  <a:lnTo>
                    <a:pt x="2123843" y="1329218"/>
                  </a:lnTo>
                  <a:lnTo>
                    <a:pt x="2125554" y="1339600"/>
                  </a:lnTo>
                  <a:lnTo>
                    <a:pt x="2127266" y="1323428"/>
                  </a:lnTo>
                  <a:lnTo>
                    <a:pt x="2128977" y="1345095"/>
                  </a:lnTo>
                  <a:lnTo>
                    <a:pt x="2130688" y="1338421"/>
                  </a:lnTo>
                  <a:lnTo>
                    <a:pt x="2132400" y="1344928"/>
                  </a:lnTo>
                  <a:lnTo>
                    <a:pt x="2134111" y="1337172"/>
                  </a:lnTo>
                  <a:lnTo>
                    <a:pt x="2135823" y="1356472"/>
                  </a:lnTo>
                  <a:lnTo>
                    <a:pt x="2137534" y="1325218"/>
                  </a:lnTo>
                  <a:lnTo>
                    <a:pt x="2139245" y="1329928"/>
                  </a:lnTo>
                  <a:lnTo>
                    <a:pt x="2140957" y="1323144"/>
                  </a:lnTo>
                  <a:lnTo>
                    <a:pt x="2142668" y="1276823"/>
                  </a:lnTo>
                  <a:lnTo>
                    <a:pt x="2144380" y="1338022"/>
                  </a:lnTo>
                  <a:lnTo>
                    <a:pt x="2146091" y="1342524"/>
                  </a:lnTo>
                  <a:lnTo>
                    <a:pt x="2147802" y="1290196"/>
                  </a:lnTo>
                  <a:lnTo>
                    <a:pt x="2149514" y="1313155"/>
                  </a:lnTo>
                  <a:lnTo>
                    <a:pt x="2151225" y="1349647"/>
                  </a:lnTo>
                  <a:lnTo>
                    <a:pt x="2152937" y="1376638"/>
                  </a:lnTo>
                  <a:lnTo>
                    <a:pt x="2154648" y="1434828"/>
                  </a:lnTo>
                  <a:lnTo>
                    <a:pt x="2156359" y="1426904"/>
                  </a:lnTo>
                  <a:lnTo>
                    <a:pt x="2158071" y="1461986"/>
                  </a:lnTo>
                  <a:lnTo>
                    <a:pt x="2158071" y="1461986"/>
                  </a:lnTo>
                  <a:lnTo>
                    <a:pt x="2159782" y="1427366"/>
                  </a:lnTo>
                  <a:lnTo>
                    <a:pt x="2161494" y="1433199"/>
                  </a:lnTo>
                  <a:lnTo>
                    <a:pt x="2163205" y="1450919"/>
                  </a:lnTo>
                  <a:lnTo>
                    <a:pt x="2164916" y="1461986"/>
                  </a:lnTo>
                  <a:lnTo>
                    <a:pt x="2164916" y="1461986"/>
                  </a:lnTo>
                  <a:lnTo>
                    <a:pt x="2166628" y="1418119"/>
                  </a:lnTo>
                  <a:lnTo>
                    <a:pt x="2168339" y="1362481"/>
                  </a:lnTo>
                  <a:lnTo>
                    <a:pt x="2170051" y="1378143"/>
                  </a:lnTo>
                  <a:lnTo>
                    <a:pt x="2171762" y="1366932"/>
                  </a:lnTo>
                  <a:lnTo>
                    <a:pt x="2173473" y="1383942"/>
                  </a:lnTo>
                  <a:lnTo>
                    <a:pt x="2175185" y="1366428"/>
                  </a:lnTo>
                  <a:lnTo>
                    <a:pt x="2176896" y="1374529"/>
                  </a:lnTo>
                  <a:lnTo>
                    <a:pt x="2178608" y="1397888"/>
                  </a:lnTo>
                  <a:lnTo>
                    <a:pt x="2180319" y="1420296"/>
                  </a:lnTo>
                  <a:lnTo>
                    <a:pt x="2182030" y="1403563"/>
                  </a:lnTo>
                  <a:lnTo>
                    <a:pt x="2183742" y="1389537"/>
                  </a:lnTo>
                  <a:lnTo>
                    <a:pt x="2185453" y="1407658"/>
                  </a:lnTo>
                  <a:lnTo>
                    <a:pt x="2187165" y="1428807"/>
                  </a:lnTo>
                  <a:lnTo>
                    <a:pt x="2188876" y="1417271"/>
                  </a:lnTo>
                  <a:lnTo>
                    <a:pt x="2190587" y="1399592"/>
                  </a:lnTo>
                  <a:lnTo>
                    <a:pt x="2192299" y="1403869"/>
                  </a:lnTo>
                  <a:lnTo>
                    <a:pt x="2194010" y="1439336"/>
                  </a:lnTo>
                  <a:lnTo>
                    <a:pt x="2195722" y="1461986"/>
                  </a:lnTo>
                  <a:lnTo>
                    <a:pt x="2195722" y="1461986"/>
                  </a:lnTo>
                  <a:lnTo>
                    <a:pt x="2197433" y="1461986"/>
                  </a:lnTo>
                  <a:lnTo>
                    <a:pt x="2199144" y="1461986"/>
                  </a:lnTo>
                  <a:lnTo>
                    <a:pt x="2200856" y="1461501"/>
                  </a:lnTo>
                  <a:lnTo>
                    <a:pt x="2202567" y="1461986"/>
                  </a:lnTo>
                  <a:lnTo>
                    <a:pt x="2202567" y="1461986"/>
                  </a:lnTo>
                  <a:lnTo>
                    <a:pt x="2204279" y="1461986"/>
                  </a:lnTo>
                  <a:lnTo>
                    <a:pt x="2205990" y="1358087"/>
                  </a:lnTo>
                  <a:lnTo>
                    <a:pt x="2207701" y="1301930"/>
                  </a:lnTo>
                  <a:lnTo>
                    <a:pt x="2209413" y="1265130"/>
                  </a:lnTo>
                  <a:lnTo>
                    <a:pt x="2211124" y="1289317"/>
                  </a:lnTo>
                  <a:lnTo>
                    <a:pt x="2212836" y="1254555"/>
                  </a:lnTo>
                  <a:lnTo>
                    <a:pt x="2214547" y="1300204"/>
                  </a:lnTo>
                  <a:lnTo>
                    <a:pt x="2216258" y="1240123"/>
                  </a:lnTo>
                  <a:lnTo>
                    <a:pt x="2217970" y="1231430"/>
                  </a:lnTo>
                  <a:lnTo>
                    <a:pt x="2219681" y="1313885"/>
                  </a:lnTo>
                  <a:lnTo>
                    <a:pt x="2221392" y="1288868"/>
                  </a:lnTo>
                  <a:lnTo>
                    <a:pt x="2223104" y="1257172"/>
                  </a:lnTo>
                  <a:lnTo>
                    <a:pt x="2224815" y="1308803"/>
                  </a:lnTo>
                  <a:lnTo>
                    <a:pt x="2226527" y="1256373"/>
                  </a:lnTo>
                  <a:lnTo>
                    <a:pt x="2228238" y="1286496"/>
                  </a:lnTo>
                  <a:lnTo>
                    <a:pt x="2229949" y="1285188"/>
                  </a:lnTo>
                  <a:lnTo>
                    <a:pt x="2231661" y="1319809"/>
                  </a:lnTo>
                  <a:lnTo>
                    <a:pt x="2233372" y="1370721"/>
                  </a:lnTo>
                  <a:lnTo>
                    <a:pt x="2235084" y="1353490"/>
                  </a:lnTo>
                  <a:lnTo>
                    <a:pt x="2236795" y="1349771"/>
                  </a:lnTo>
                  <a:lnTo>
                    <a:pt x="2238506" y="1341979"/>
                  </a:lnTo>
                  <a:lnTo>
                    <a:pt x="2240218" y="1291077"/>
                  </a:lnTo>
                  <a:lnTo>
                    <a:pt x="2241929" y="1316898"/>
                  </a:lnTo>
                  <a:lnTo>
                    <a:pt x="2243641" y="1268536"/>
                  </a:lnTo>
                  <a:lnTo>
                    <a:pt x="2245352" y="1286811"/>
                  </a:lnTo>
                  <a:lnTo>
                    <a:pt x="2247063" y="1332006"/>
                  </a:lnTo>
                  <a:lnTo>
                    <a:pt x="2248775" y="1266076"/>
                  </a:lnTo>
                  <a:lnTo>
                    <a:pt x="2250486" y="1264794"/>
                  </a:lnTo>
                  <a:lnTo>
                    <a:pt x="2252198" y="1249651"/>
                  </a:lnTo>
                  <a:lnTo>
                    <a:pt x="2253909" y="1288149"/>
                  </a:lnTo>
                  <a:lnTo>
                    <a:pt x="2255620" y="1266398"/>
                  </a:lnTo>
                  <a:lnTo>
                    <a:pt x="2257332" y="1336462"/>
                  </a:lnTo>
                  <a:lnTo>
                    <a:pt x="2259043" y="1409124"/>
                  </a:lnTo>
                  <a:lnTo>
                    <a:pt x="2260755" y="1411587"/>
                  </a:lnTo>
                  <a:lnTo>
                    <a:pt x="2262466" y="1461986"/>
                  </a:lnTo>
                  <a:lnTo>
                    <a:pt x="2262466" y="1461986"/>
                  </a:lnTo>
                  <a:lnTo>
                    <a:pt x="2264177" y="1414790"/>
                  </a:lnTo>
                  <a:lnTo>
                    <a:pt x="2265889" y="1453109"/>
                  </a:lnTo>
                  <a:lnTo>
                    <a:pt x="2267600" y="1436622"/>
                  </a:lnTo>
                  <a:lnTo>
                    <a:pt x="2269312" y="1447921"/>
                  </a:lnTo>
                  <a:lnTo>
                    <a:pt x="2271023" y="1441281"/>
                  </a:lnTo>
                  <a:lnTo>
                    <a:pt x="2272734" y="1419694"/>
                  </a:lnTo>
                  <a:lnTo>
                    <a:pt x="2274446" y="1417467"/>
                  </a:lnTo>
                  <a:lnTo>
                    <a:pt x="2276157" y="1394713"/>
                  </a:lnTo>
                  <a:lnTo>
                    <a:pt x="2277869" y="1375251"/>
                  </a:lnTo>
                  <a:lnTo>
                    <a:pt x="2279580" y="1325524"/>
                  </a:lnTo>
                  <a:lnTo>
                    <a:pt x="2281291" y="1265655"/>
                  </a:lnTo>
                  <a:lnTo>
                    <a:pt x="2283003" y="1308134"/>
                  </a:lnTo>
                  <a:lnTo>
                    <a:pt x="2284714" y="1372818"/>
                  </a:lnTo>
                  <a:lnTo>
                    <a:pt x="2286426" y="1370086"/>
                  </a:lnTo>
                  <a:lnTo>
                    <a:pt x="2288137" y="1385000"/>
                  </a:lnTo>
                  <a:lnTo>
                    <a:pt x="2289848" y="1388661"/>
                  </a:lnTo>
                  <a:lnTo>
                    <a:pt x="2291560" y="1451315"/>
                  </a:lnTo>
                  <a:lnTo>
                    <a:pt x="2293271" y="1457187"/>
                  </a:lnTo>
                  <a:lnTo>
                    <a:pt x="2294983" y="1405759"/>
                  </a:lnTo>
                  <a:lnTo>
                    <a:pt x="2296694" y="1410659"/>
                  </a:lnTo>
                  <a:lnTo>
                    <a:pt x="2298405" y="1435812"/>
                  </a:lnTo>
                  <a:lnTo>
                    <a:pt x="2300117" y="1442587"/>
                  </a:lnTo>
                  <a:lnTo>
                    <a:pt x="2301828" y="1461246"/>
                  </a:lnTo>
                  <a:lnTo>
                    <a:pt x="2303540" y="1390369"/>
                  </a:lnTo>
                  <a:lnTo>
                    <a:pt x="2305251" y="1383244"/>
                  </a:lnTo>
                  <a:lnTo>
                    <a:pt x="2306962" y="1379232"/>
                  </a:lnTo>
                  <a:lnTo>
                    <a:pt x="2308674" y="1414131"/>
                  </a:lnTo>
                  <a:lnTo>
                    <a:pt x="2310385" y="1342539"/>
                  </a:lnTo>
                  <a:lnTo>
                    <a:pt x="2312097" y="1293904"/>
                  </a:lnTo>
                  <a:lnTo>
                    <a:pt x="2313808" y="1327964"/>
                  </a:lnTo>
                  <a:lnTo>
                    <a:pt x="2315519" y="1268694"/>
                  </a:lnTo>
                  <a:lnTo>
                    <a:pt x="2317231" y="1282012"/>
                  </a:lnTo>
                  <a:lnTo>
                    <a:pt x="2318942" y="1244479"/>
                  </a:lnTo>
                  <a:lnTo>
                    <a:pt x="2320653" y="1271649"/>
                  </a:lnTo>
                  <a:lnTo>
                    <a:pt x="2322365" y="1283186"/>
                  </a:lnTo>
                  <a:lnTo>
                    <a:pt x="2324076" y="1168095"/>
                  </a:lnTo>
                  <a:lnTo>
                    <a:pt x="2325788" y="1139180"/>
                  </a:lnTo>
                  <a:lnTo>
                    <a:pt x="2327499" y="1166430"/>
                  </a:lnTo>
                  <a:lnTo>
                    <a:pt x="2329210" y="1143370"/>
                  </a:lnTo>
                  <a:lnTo>
                    <a:pt x="2330922" y="1136234"/>
                  </a:lnTo>
                  <a:lnTo>
                    <a:pt x="2332633" y="1181158"/>
                  </a:lnTo>
                  <a:lnTo>
                    <a:pt x="2334345" y="1257632"/>
                  </a:lnTo>
                  <a:lnTo>
                    <a:pt x="2336056" y="1282826"/>
                  </a:lnTo>
                  <a:lnTo>
                    <a:pt x="2337767" y="1263261"/>
                  </a:lnTo>
                  <a:lnTo>
                    <a:pt x="2339479" y="1300837"/>
                  </a:lnTo>
                  <a:lnTo>
                    <a:pt x="2341190" y="1323626"/>
                  </a:lnTo>
                  <a:lnTo>
                    <a:pt x="2342902" y="1294097"/>
                  </a:lnTo>
                  <a:lnTo>
                    <a:pt x="2344613" y="1260272"/>
                  </a:lnTo>
                  <a:lnTo>
                    <a:pt x="2346324" y="1246914"/>
                  </a:lnTo>
                  <a:lnTo>
                    <a:pt x="2348036" y="1238372"/>
                  </a:lnTo>
                  <a:lnTo>
                    <a:pt x="2349747" y="1300363"/>
                  </a:lnTo>
                  <a:lnTo>
                    <a:pt x="2351459" y="1323479"/>
                  </a:lnTo>
                  <a:lnTo>
                    <a:pt x="2353170" y="1319020"/>
                  </a:lnTo>
                  <a:lnTo>
                    <a:pt x="2354881" y="1343095"/>
                  </a:lnTo>
                  <a:lnTo>
                    <a:pt x="2356593" y="1349451"/>
                  </a:lnTo>
                  <a:lnTo>
                    <a:pt x="2358304" y="1330389"/>
                  </a:lnTo>
                  <a:lnTo>
                    <a:pt x="2360016" y="1316996"/>
                  </a:lnTo>
                  <a:lnTo>
                    <a:pt x="2361727" y="1279177"/>
                  </a:lnTo>
                  <a:lnTo>
                    <a:pt x="2363438" y="1295202"/>
                  </a:lnTo>
                  <a:lnTo>
                    <a:pt x="2365150" y="1334394"/>
                  </a:lnTo>
                  <a:lnTo>
                    <a:pt x="2366861" y="1377572"/>
                  </a:lnTo>
                  <a:lnTo>
                    <a:pt x="2368573" y="1388320"/>
                  </a:lnTo>
                  <a:lnTo>
                    <a:pt x="2370284" y="1402729"/>
                  </a:lnTo>
                  <a:lnTo>
                    <a:pt x="2371995" y="1415666"/>
                  </a:lnTo>
                  <a:lnTo>
                    <a:pt x="2373707" y="1391847"/>
                  </a:lnTo>
                  <a:lnTo>
                    <a:pt x="2375418" y="1384638"/>
                  </a:lnTo>
                  <a:lnTo>
                    <a:pt x="2377130" y="1410416"/>
                  </a:lnTo>
                  <a:lnTo>
                    <a:pt x="2378841" y="1369033"/>
                  </a:lnTo>
                  <a:lnTo>
                    <a:pt x="2380552" y="1405315"/>
                  </a:lnTo>
                  <a:lnTo>
                    <a:pt x="2382264" y="1389065"/>
                  </a:lnTo>
                  <a:lnTo>
                    <a:pt x="2383975" y="1406252"/>
                  </a:lnTo>
                  <a:lnTo>
                    <a:pt x="2385687" y="1378050"/>
                  </a:lnTo>
                  <a:lnTo>
                    <a:pt x="2387398" y="1340259"/>
                  </a:lnTo>
                  <a:lnTo>
                    <a:pt x="2389109" y="1323748"/>
                  </a:lnTo>
                  <a:lnTo>
                    <a:pt x="2390821" y="1361661"/>
                  </a:lnTo>
                  <a:lnTo>
                    <a:pt x="2392532" y="1371508"/>
                  </a:lnTo>
                  <a:lnTo>
                    <a:pt x="2394244" y="1391859"/>
                  </a:lnTo>
                  <a:lnTo>
                    <a:pt x="2395955" y="1331040"/>
                  </a:lnTo>
                  <a:lnTo>
                    <a:pt x="2397666" y="1348521"/>
                  </a:lnTo>
                  <a:lnTo>
                    <a:pt x="2399378" y="1341254"/>
                  </a:lnTo>
                  <a:lnTo>
                    <a:pt x="2401089" y="1322283"/>
                  </a:lnTo>
                  <a:lnTo>
                    <a:pt x="2402801" y="1226018"/>
                  </a:lnTo>
                  <a:lnTo>
                    <a:pt x="2404512" y="1251920"/>
                  </a:lnTo>
                  <a:lnTo>
                    <a:pt x="2406223" y="1299874"/>
                  </a:lnTo>
                  <a:lnTo>
                    <a:pt x="2407935" y="1283067"/>
                  </a:lnTo>
                  <a:lnTo>
                    <a:pt x="2409646" y="1319790"/>
                  </a:lnTo>
                  <a:lnTo>
                    <a:pt x="2411358" y="1294559"/>
                  </a:lnTo>
                  <a:lnTo>
                    <a:pt x="2413069" y="1319332"/>
                  </a:lnTo>
                  <a:lnTo>
                    <a:pt x="2414780" y="1327190"/>
                  </a:lnTo>
                  <a:lnTo>
                    <a:pt x="2416492" y="1347447"/>
                  </a:lnTo>
                  <a:lnTo>
                    <a:pt x="2418203" y="1369716"/>
                  </a:lnTo>
                  <a:lnTo>
                    <a:pt x="2419915" y="1342920"/>
                  </a:lnTo>
                  <a:lnTo>
                    <a:pt x="2421626" y="1347090"/>
                  </a:lnTo>
                  <a:lnTo>
                    <a:pt x="2423337" y="1339140"/>
                  </a:lnTo>
                  <a:lnTo>
                    <a:pt x="2425049" y="1368239"/>
                  </a:lnTo>
                  <a:lnTo>
                    <a:pt x="2426760" y="1352715"/>
                  </a:lnTo>
                  <a:lnTo>
                    <a:pt x="2428471" y="1339179"/>
                  </a:lnTo>
                  <a:lnTo>
                    <a:pt x="2430183" y="1369439"/>
                  </a:lnTo>
                  <a:lnTo>
                    <a:pt x="2431894" y="1380106"/>
                  </a:lnTo>
                  <a:lnTo>
                    <a:pt x="2433606" y="1387637"/>
                  </a:lnTo>
                  <a:lnTo>
                    <a:pt x="2435317" y="1360040"/>
                  </a:lnTo>
                  <a:lnTo>
                    <a:pt x="2437028" y="1366894"/>
                  </a:lnTo>
                  <a:lnTo>
                    <a:pt x="2438740" y="1263024"/>
                  </a:lnTo>
                  <a:lnTo>
                    <a:pt x="2440451" y="1261387"/>
                  </a:lnTo>
                  <a:lnTo>
                    <a:pt x="2442163" y="1125651"/>
                  </a:lnTo>
                  <a:lnTo>
                    <a:pt x="2443874" y="1082814"/>
                  </a:lnTo>
                  <a:lnTo>
                    <a:pt x="2445585" y="1010812"/>
                  </a:lnTo>
                  <a:lnTo>
                    <a:pt x="2447297" y="903224"/>
                  </a:lnTo>
                  <a:lnTo>
                    <a:pt x="2449008" y="1017709"/>
                  </a:lnTo>
                  <a:lnTo>
                    <a:pt x="2450720" y="977022"/>
                  </a:lnTo>
                  <a:lnTo>
                    <a:pt x="2452431" y="1110828"/>
                  </a:lnTo>
                  <a:lnTo>
                    <a:pt x="2454142" y="1152271"/>
                  </a:lnTo>
                  <a:lnTo>
                    <a:pt x="2455854" y="1058176"/>
                  </a:lnTo>
                  <a:lnTo>
                    <a:pt x="2457565" y="1078170"/>
                  </a:lnTo>
                  <a:lnTo>
                    <a:pt x="2459277" y="1162299"/>
                  </a:lnTo>
                  <a:lnTo>
                    <a:pt x="2460988" y="1163702"/>
                  </a:lnTo>
                  <a:lnTo>
                    <a:pt x="2462699" y="1239104"/>
                  </a:lnTo>
                  <a:lnTo>
                    <a:pt x="2464411" y="1202348"/>
                  </a:lnTo>
                  <a:lnTo>
                    <a:pt x="2466122" y="1148917"/>
                  </a:lnTo>
                  <a:lnTo>
                    <a:pt x="2467834" y="1009464"/>
                  </a:lnTo>
                  <a:lnTo>
                    <a:pt x="2469545" y="1052754"/>
                  </a:lnTo>
                  <a:lnTo>
                    <a:pt x="2471256" y="1158662"/>
                  </a:lnTo>
                  <a:lnTo>
                    <a:pt x="2472968" y="1160987"/>
                  </a:lnTo>
                  <a:lnTo>
                    <a:pt x="2474679" y="1071848"/>
                  </a:lnTo>
                  <a:lnTo>
                    <a:pt x="2476391" y="1085902"/>
                  </a:lnTo>
                  <a:lnTo>
                    <a:pt x="2478102" y="935879"/>
                  </a:lnTo>
                  <a:lnTo>
                    <a:pt x="2479813" y="884537"/>
                  </a:lnTo>
                  <a:lnTo>
                    <a:pt x="2481525" y="893875"/>
                  </a:lnTo>
                  <a:lnTo>
                    <a:pt x="2483236" y="871590"/>
                  </a:lnTo>
                  <a:lnTo>
                    <a:pt x="2484948" y="928649"/>
                  </a:lnTo>
                  <a:lnTo>
                    <a:pt x="2486659" y="1031134"/>
                  </a:lnTo>
                  <a:lnTo>
                    <a:pt x="2488370" y="1076659"/>
                  </a:lnTo>
                  <a:lnTo>
                    <a:pt x="2490082" y="886195"/>
                  </a:lnTo>
                  <a:lnTo>
                    <a:pt x="2491793" y="851332"/>
                  </a:lnTo>
                  <a:lnTo>
                    <a:pt x="2493505" y="774980"/>
                  </a:lnTo>
                  <a:lnTo>
                    <a:pt x="2495216" y="796285"/>
                  </a:lnTo>
                  <a:lnTo>
                    <a:pt x="2496927" y="861591"/>
                  </a:lnTo>
                  <a:lnTo>
                    <a:pt x="2498639" y="757160"/>
                  </a:lnTo>
                  <a:lnTo>
                    <a:pt x="2500350" y="866610"/>
                  </a:lnTo>
                  <a:lnTo>
                    <a:pt x="2502062" y="901176"/>
                  </a:lnTo>
                  <a:lnTo>
                    <a:pt x="2503773" y="991972"/>
                  </a:lnTo>
                  <a:lnTo>
                    <a:pt x="2505484" y="1012907"/>
                  </a:lnTo>
                  <a:lnTo>
                    <a:pt x="2507196" y="946966"/>
                  </a:lnTo>
                  <a:lnTo>
                    <a:pt x="2508907" y="1114348"/>
                  </a:lnTo>
                  <a:lnTo>
                    <a:pt x="2510619" y="1089878"/>
                  </a:lnTo>
                  <a:lnTo>
                    <a:pt x="2512330" y="957308"/>
                  </a:lnTo>
                  <a:lnTo>
                    <a:pt x="2514041" y="1104164"/>
                  </a:lnTo>
                  <a:lnTo>
                    <a:pt x="2515753" y="1145644"/>
                  </a:lnTo>
                  <a:lnTo>
                    <a:pt x="2517464" y="1305526"/>
                  </a:lnTo>
                  <a:lnTo>
                    <a:pt x="2519176" y="1311231"/>
                  </a:lnTo>
                  <a:lnTo>
                    <a:pt x="2520887" y="1338898"/>
                  </a:lnTo>
                  <a:lnTo>
                    <a:pt x="2522598" y="1277974"/>
                  </a:lnTo>
                  <a:lnTo>
                    <a:pt x="2524310" y="1205736"/>
                  </a:lnTo>
                  <a:lnTo>
                    <a:pt x="2526021" y="1093155"/>
                  </a:lnTo>
                  <a:lnTo>
                    <a:pt x="2527733" y="1063894"/>
                  </a:lnTo>
                  <a:lnTo>
                    <a:pt x="2529444" y="1149348"/>
                  </a:lnTo>
                  <a:lnTo>
                    <a:pt x="2531155" y="1179796"/>
                  </a:lnTo>
                  <a:lnTo>
                    <a:pt x="2532867" y="1051291"/>
                  </a:lnTo>
                  <a:lnTo>
                    <a:pt x="2534578" y="1000808"/>
                  </a:lnTo>
                  <a:lnTo>
                    <a:pt x="2536289" y="1008432"/>
                  </a:lnTo>
                  <a:lnTo>
                    <a:pt x="2538001" y="1095834"/>
                  </a:lnTo>
                  <a:lnTo>
                    <a:pt x="2539712" y="1167447"/>
                  </a:lnTo>
                  <a:lnTo>
                    <a:pt x="2541424" y="1192196"/>
                  </a:lnTo>
                  <a:lnTo>
                    <a:pt x="2543135" y="1157463"/>
                  </a:lnTo>
                  <a:lnTo>
                    <a:pt x="2544846" y="1166911"/>
                  </a:lnTo>
                  <a:lnTo>
                    <a:pt x="2546558" y="1127837"/>
                  </a:lnTo>
                  <a:lnTo>
                    <a:pt x="2548269" y="1195019"/>
                  </a:lnTo>
                  <a:lnTo>
                    <a:pt x="2549981" y="1151353"/>
                  </a:lnTo>
                  <a:lnTo>
                    <a:pt x="2551692" y="1034858"/>
                  </a:lnTo>
                  <a:lnTo>
                    <a:pt x="2553403" y="1125673"/>
                  </a:lnTo>
                  <a:lnTo>
                    <a:pt x="2555115" y="1262556"/>
                  </a:lnTo>
                  <a:lnTo>
                    <a:pt x="2556826" y="1296248"/>
                  </a:lnTo>
                  <a:lnTo>
                    <a:pt x="2558538" y="1290998"/>
                  </a:lnTo>
                  <a:lnTo>
                    <a:pt x="2560249" y="1321441"/>
                  </a:lnTo>
                  <a:lnTo>
                    <a:pt x="2561960" y="1349899"/>
                  </a:lnTo>
                  <a:lnTo>
                    <a:pt x="2563672" y="1341492"/>
                  </a:lnTo>
                  <a:lnTo>
                    <a:pt x="2565383" y="1283853"/>
                  </a:lnTo>
                  <a:lnTo>
                    <a:pt x="2567095" y="1232302"/>
                  </a:lnTo>
                  <a:lnTo>
                    <a:pt x="2568806" y="1202346"/>
                  </a:lnTo>
                  <a:lnTo>
                    <a:pt x="2570517" y="1307207"/>
                  </a:lnTo>
                  <a:lnTo>
                    <a:pt x="2572229" y="1227792"/>
                  </a:lnTo>
                  <a:lnTo>
                    <a:pt x="2573940" y="1242771"/>
                  </a:lnTo>
                  <a:lnTo>
                    <a:pt x="2575652" y="1196078"/>
                  </a:lnTo>
                  <a:lnTo>
                    <a:pt x="2577363" y="1053985"/>
                  </a:lnTo>
                  <a:lnTo>
                    <a:pt x="2579074" y="1020195"/>
                  </a:lnTo>
                  <a:lnTo>
                    <a:pt x="2580786" y="1046686"/>
                  </a:lnTo>
                  <a:lnTo>
                    <a:pt x="2582497" y="1031880"/>
                  </a:lnTo>
                  <a:lnTo>
                    <a:pt x="2584209" y="1095657"/>
                  </a:lnTo>
                  <a:lnTo>
                    <a:pt x="2585920" y="1029865"/>
                  </a:lnTo>
                  <a:lnTo>
                    <a:pt x="2587631" y="1066893"/>
                  </a:lnTo>
                  <a:lnTo>
                    <a:pt x="2589343" y="965994"/>
                  </a:lnTo>
                  <a:lnTo>
                    <a:pt x="2591054" y="1064594"/>
                  </a:lnTo>
                  <a:lnTo>
                    <a:pt x="2592766" y="1074533"/>
                  </a:lnTo>
                  <a:lnTo>
                    <a:pt x="2594477" y="1175871"/>
                  </a:lnTo>
                  <a:lnTo>
                    <a:pt x="2596188" y="1222289"/>
                  </a:lnTo>
                  <a:lnTo>
                    <a:pt x="2597900" y="1112237"/>
                  </a:lnTo>
                  <a:lnTo>
                    <a:pt x="2599611" y="1175319"/>
                  </a:lnTo>
                  <a:lnTo>
                    <a:pt x="2601323" y="1151211"/>
                  </a:lnTo>
                  <a:lnTo>
                    <a:pt x="2603034" y="1185845"/>
                  </a:lnTo>
                  <a:lnTo>
                    <a:pt x="2604745" y="1281937"/>
                  </a:lnTo>
                  <a:lnTo>
                    <a:pt x="2606457" y="1281185"/>
                  </a:lnTo>
                  <a:lnTo>
                    <a:pt x="2608168" y="1287403"/>
                  </a:lnTo>
                  <a:lnTo>
                    <a:pt x="2609880" y="1336458"/>
                  </a:lnTo>
                  <a:lnTo>
                    <a:pt x="2611591" y="1298203"/>
                  </a:lnTo>
                  <a:lnTo>
                    <a:pt x="2613302" y="1369069"/>
                  </a:lnTo>
                  <a:lnTo>
                    <a:pt x="2615014" y="1304783"/>
                  </a:lnTo>
                  <a:lnTo>
                    <a:pt x="2616725" y="1302417"/>
                  </a:lnTo>
                  <a:lnTo>
                    <a:pt x="2618437" y="1270638"/>
                  </a:lnTo>
                  <a:lnTo>
                    <a:pt x="2620148" y="1342919"/>
                  </a:lnTo>
                  <a:lnTo>
                    <a:pt x="2621859" y="1400076"/>
                  </a:lnTo>
                  <a:lnTo>
                    <a:pt x="2623571" y="1361097"/>
                  </a:lnTo>
                  <a:lnTo>
                    <a:pt x="2625282" y="1325123"/>
                  </a:lnTo>
                  <a:lnTo>
                    <a:pt x="2626994" y="1369988"/>
                  </a:lnTo>
                  <a:lnTo>
                    <a:pt x="2628705" y="1352978"/>
                  </a:lnTo>
                  <a:lnTo>
                    <a:pt x="2630416" y="1319936"/>
                  </a:lnTo>
                  <a:lnTo>
                    <a:pt x="2632128" y="1231031"/>
                  </a:lnTo>
                  <a:lnTo>
                    <a:pt x="2633839" y="1169609"/>
                  </a:lnTo>
                  <a:lnTo>
                    <a:pt x="2635550" y="1196749"/>
                  </a:lnTo>
                  <a:lnTo>
                    <a:pt x="2637262" y="1231949"/>
                  </a:lnTo>
                  <a:lnTo>
                    <a:pt x="2638973" y="1242525"/>
                  </a:lnTo>
                  <a:lnTo>
                    <a:pt x="2640685" y="1281715"/>
                  </a:lnTo>
                  <a:lnTo>
                    <a:pt x="2642396" y="1250360"/>
                  </a:lnTo>
                  <a:lnTo>
                    <a:pt x="2644107" y="1351034"/>
                  </a:lnTo>
                  <a:lnTo>
                    <a:pt x="2645819" y="1300837"/>
                  </a:lnTo>
                  <a:lnTo>
                    <a:pt x="2647530" y="1219267"/>
                  </a:lnTo>
                  <a:lnTo>
                    <a:pt x="2649242" y="1189061"/>
                  </a:lnTo>
                  <a:lnTo>
                    <a:pt x="2650953" y="1186448"/>
                  </a:lnTo>
                  <a:lnTo>
                    <a:pt x="2652664" y="1238059"/>
                  </a:lnTo>
                  <a:lnTo>
                    <a:pt x="2654376" y="1294860"/>
                  </a:lnTo>
                  <a:lnTo>
                    <a:pt x="2656087" y="1302567"/>
                  </a:lnTo>
                  <a:lnTo>
                    <a:pt x="2657799" y="1300252"/>
                  </a:lnTo>
                  <a:lnTo>
                    <a:pt x="2659510" y="1266137"/>
                  </a:lnTo>
                  <a:lnTo>
                    <a:pt x="2661221" y="1204257"/>
                  </a:lnTo>
                  <a:lnTo>
                    <a:pt x="2662933" y="1266706"/>
                  </a:lnTo>
                  <a:lnTo>
                    <a:pt x="2664644" y="1341021"/>
                  </a:lnTo>
                  <a:lnTo>
                    <a:pt x="2666356" y="1347408"/>
                  </a:lnTo>
                  <a:lnTo>
                    <a:pt x="2668067" y="1397602"/>
                  </a:lnTo>
                  <a:lnTo>
                    <a:pt x="2669778" y="1358074"/>
                  </a:lnTo>
                  <a:lnTo>
                    <a:pt x="2671490" y="1341199"/>
                  </a:lnTo>
                  <a:lnTo>
                    <a:pt x="2673201" y="1269873"/>
                  </a:lnTo>
                  <a:lnTo>
                    <a:pt x="2674913" y="1299030"/>
                  </a:lnTo>
                  <a:lnTo>
                    <a:pt x="2676624" y="1250252"/>
                  </a:lnTo>
                  <a:lnTo>
                    <a:pt x="2678335" y="1187242"/>
                  </a:lnTo>
                  <a:lnTo>
                    <a:pt x="2680047" y="1204015"/>
                  </a:lnTo>
                  <a:lnTo>
                    <a:pt x="2681758" y="1235238"/>
                  </a:lnTo>
                  <a:lnTo>
                    <a:pt x="2683470" y="1184344"/>
                  </a:lnTo>
                  <a:lnTo>
                    <a:pt x="2685181" y="1166304"/>
                  </a:lnTo>
                  <a:lnTo>
                    <a:pt x="2686892" y="1040030"/>
                  </a:lnTo>
                  <a:lnTo>
                    <a:pt x="2688604" y="985591"/>
                  </a:lnTo>
                  <a:lnTo>
                    <a:pt x="2690315" y="984420"/>
                  </a:lnTo>
                  <a:lnTo>
                    <a:pt x="2692027" y="883729"/>
                  </a:lnTo>
                  <a:lnTo>
                    <a:pt x="2693738" y="881765"/>
                  </a:lnTo>
                  <a:lnTo>
                    <a:pt x="2695449" y="814537"/>
                  </a:lnTo>
                  <a:lnTo>
                    <a:pt x="2697161" y="813309"/>
                  </a:lnTo>
                  <a:lnTo>
                    <a:pt x="2698872" y="846615"/>
                  </a:lnTo>
                  <a:lnTo>
                    <a:pt x="2700584" y="893320"/>
                  </a:lnTo>
                  <a:lnTo>
                    <a:pt x="2702295" y="884138"/>
                  </a:lnTo>
                  <a:lnTo>
                    <a:pt x="2704006" y="883400"/>
                  </a:lnTo>
                  <a:lnTo>
                    <a:pt x="2705718" y="857086"/>
                  </a:lnTo>
                  <a:lnTo>
                    <a:pt x="2707429" y="863736"/>
                  </a:lnTo>
                  <a:lnTo>
                    <a:pt x="2709141" y="925997"/>
                  </a:lnTo>
                  <a:lnTo>
                    <a:pt x="2710852" y="945868"/>
                  </a:lnTo>
                  <a:lnTo>
                    <a:pt x="2712563" y="999887"/>
                  </a:lnTo>
                  <a:lnTo>
                    <a:pt x="2714275" y="951623"/>
                  </a:lnTo>
                  <a:lnTo>
                    <a:pt x="2715986" y="956793"/>
                  </a:lnTo>
                  <a:lnTo>
                    <a:pt x="2717698" y="998835"/>
                  </a:lnTo>
                  <a:lnTo>
                    <a:pt x="2719409" y="952175"/>
                  </a:lnTo>
                  <a:lnTo>
                    <a:pt x="2721120" y="1079217"/>
                  </a:lnTo>
                  <a:lnTo>
                    <a:pt x="2722832" y="1155374"/>
                  </a:lnTo>
                  <a:lnTo>
                    <a:pt x="2724543" y="1224350"/>
                  </a:lnTo>
                  <a:lnTo>
                    <a:pt x="2726255" y="1295326"/>
                  </a:lnTo>
                  <a:lnTo>
                    <a:pt x="2727966" y="1298387"/>
                  </a:lnTo>
                  <a:lnTo>
                    <a:pt x="2729677" y="1313944"/>
                  </a:lnTo>
                  <a:lnTo>
                    <a:pt x="2731389" y="1276713"/>
                  </a:lnTo>
                  <a:lnTo>
                    <a:pt x="2733100" y="1283531"/>
                  </a:lnTo>
                  <a:lnTo>
                    <a:pt x="2734812" y="1307339"/>
                  </a:lnTo>
                  <a:lnTo>
                    <a:pt x="2736523" y="1314837"/>
                  </a:lnTo>
                  <a:lnTo>
                    <a:pt x="2738234" y="1339036"/>
                  </a:lnTo>
                  <a:lnTo>
                    <a:pt x="2739946" y="1350920"/>
                  </a:lnTo>
                  <a:lnTo>
                    <a:pt x="2741657" y="1383730"/>
                  </a:lnTo>
                  <a:lnTo>
                    <a:pt x="2743368" y="1398040"/>
                  </a:lnTo>
                  <a:lnTo>
                    <a:pt x="2745080" y="1379267"/>
                  </a:lnTo>
                  <a:lnTo>
                    <a:pt x="2746791" y="1357841"/>
                  </a:lnTo>
                  <a:lnTo>
                    <a:pt x="2748503" y="1345743"/>
                  </a:lnTo>
                  <a:lnTo>
                    <a:pt x="2750214" y="1290646"/>
                  </a:lnTo>
                  <a:lnTo>
                    <a:pt x="2751925" y="1300725"/>
                  </a:lnTo>
                  <a:lnTo>
                    <a:pt x="2753637" y="1330581"/>
                  </a:lnTo>
                  <a:lnTo>
                    <a:pt x="2755348" y="1340036"/>
                  </a:lnTo>
                  <a:lnTo>
                    <a:pt x="2757060" y="1348481"/>
                  </a:lnTo>
                  <a:lnTo>
                    <a:pt x="2758771" y="1342129"/>
                  </a:lnTo>
                  <a:lnTo>
                    <a:pt x="2760482" y="1302777"/>
                  </a:lnTo>
                  <a:lnTo>
                    <a:pt x="2762194" y="1311378"/>
                  </a:lnTo>
                  <a:lnTo>
                    <a:pt x="2763905" y="1280088"/>
                  </a:lnTo>
                  <a:lnTo>
                    <a:pt x="2765617" y="1284982"/>
                  </a:lnTo>
                  <a:lnTo>
                    <a:pt x="2767328" y="1228627"/>
                  </a:lnTo>
                  <a:lnTo>
                    <a:pt x="2769039" y="1201806"/>
                  </a:lnTo>
                  <a:lnTo>
                    <a:pt x="2770751" y="1131231"/>
                  </a:lnTo>
                  <a:lnTo>
                    <a:pt x="2772462" y="1186828"/>
                  </a:lnTo>
                  <a:lnTo>
                    <a:pt x="2774174" y="1226820"/>
                  </a:lnTo>
                  <a:lnTo>
                    <a:pt x="2775885" y="1255522"/>
                  </a:lnTo>
                  <a:lnTo>
                    <a:pt x="2777596" y="1249232"/>
                  </a:lnTo>
                  <a:lnTo>
                    <a:pt x="2779308" y="1298609"/>
                  </a:lnTo>
                  <a:lnTo>
                    <a:pt x="2781019" y="1319353"/>
                  </a:lnTo>
                  <a:lnTo>
                    <a:pt x="2782731" y="1303778"/>
                  </a:lnTo>
                  <a:lnTo>
                    <a:pt x="2784442" y="1292660"/>
                  </a:lnTo>
                  <a:lnTo>
                    <a:pt x="2786153" y="1214453"/>
                  </a:lnTo>
                  <a:lnTo>
                    <a:pt x="2787865" y="1255783"/>
                  </a:lnTo>
                  <a:lnTo>
                    <a:pt x="2789576" y="1255610"/>
                  </a:lnTo>
                  <a:lnTo>
                    <a:pt x="2791288" y="1224753"/>
                  </a:lnTo>
                  <a:lnTo>
                    <a:pt x="2792999" y="1153322"/>
                  </a:lnTo>
                  <a:lnTo>
                    <a:pt x="2794710" y="1201398"/>
                  </a:lnTo>
                  <a:lnTo>
                    <a:pt x="2796422" y="1133709"/>
                  </a:lnTo>
                  <a:lnTo>
                    <a:pt x="2798133" y="1125213"/>
                  </a:lnTo>
                  <a:lnTo>
                    <a:pt x="2799845" y="1074993"/>
                  </a:lnTo>
                  <a:lnTo>
                    <a:pt x="2801556" y="1154905"/>
                  </a:lnTo>
                  <a:lnTo>
                    <a:pt x="2803267" y="1230210"/>
                  </a:lnTo>
                  <a:lnTo>
                    <a:pt x="2804979" y="1226711"/>
                  </a:lnTo>
                  <a:lnTo>
                    <a:pt x="2806690" y="1240837"/>
                  </a:lnTo>
                  <a:lnTo>
                    <a:pt x="2808402" y="1269929"/>
                  </a:lnTo>
                  <a:lnTo>
                    <a:pt x="2810113" y="1292499"/>
                  </a:lnTo>
                  <a:lnTo>
                    <a:pt x="2811824" y="1314832"/>
                  </a:lnTo>
                  <a:lnTo>
                    <a:pt x="2813536" y="1263771"/>
                  </a:lnTo>
                  <a:lnTo>
                    <a:pt x="2815247" y="1297900"/>
                  </a:lnTo>
                  <a:lnTo>
                    <a:pt x="2816959" y="1320671"/>
                  </a:lnTo>
                  <a:lnTo>
                    <a:pt x="2818670" y="1317613"/>
                  </a:lnTo>
                  <a:lnTo>
                    <a:pt x="2820381" y="1333985"/>
                  </a:lnTo>
                  <a:lnTo>
                    <a:pt x="2822093" y="1310793"/>
                  </a:lnTo>
                  <a:lnTo>
                    <a:pt x="2823804" y="1304118"/>
                  </a:lnTo>
                  <a:lnTo>
                    <a:pt x="2825516" y="1305032"/>
                  </a:lnTo>
                  <a:lnTo>
                    <a:pt x="2827227" y="1229329"/>
                  </a:lnTo>
                  <a:lnTo>
                    <a:pt x="2828938" y="1173027"/>
                  </a:lnTo>
                  <a:lnTo>
                    <a:pt x="2830650" y="1085416"/>
                  </a:lnTo>
                  <a:lnTo>
                    <a:pt x="2832361" y="1031846"/>
                  </a:lnTo>
                  <a:lnTo>
                    <a:pt x="2834073" y="980018"/>
                  </a:lnTo>
                  <a:lnTo>
                    <a:pt x="2835784" y="908522"/>
                  </a:lnTo>
                  <a:lnTo>
                    <a:pt x="2837495" y="946636"/>
                  </a:lnTo>
                  <a:lnTo>
                    <a:pt x="2839207" y="920899"/>
                  </a:lnTo>
                  <a:lnTo>
                    <a:pt x="2840918" y="933070"/>
                  </a:lnTo>
                  <a:lnTo>
                    <a:pt x="2842630" y="908020"/>
                  </a:lnTo>
                  <a:lnTo>
                    <a:pt x="2844341" y="837198"/>
                  </a:lnTo>
                  <a:lnTo>
                    <a:pt x="2846052" y="906703"/>
                  </a:lnTo>
                  <a:lnTo>
                    <a:pt x="2847764" y="955147"/>
                  </a:lnTo>
                  <a:lnTo>
                    <a:pt x="2849475" y="990968"/>
                  </a:lnTo>
                  <a:lnTo>
                    <a:pt x="2851186" y="1058147"/>
                  </a:lnTo>
                  <a:lnTo>
                    <a:pt x="2852898" y="1105540"/>
                  </a:lnTo>
                  <a:lnTo>
                    <a:pt x="2854609" y="1236211"/>
                  </a:lnTo>
                  <a:lnTo>
                    <a:pt x="2856321" y="1257327"/>
                  </a:lnTo>
                  <a:lnTo>
                    <a:pt x="2858032" y="1196126"/>
                  </a:lnTo>
                  <a:lnTo>
                    <a:pt x="2859743" y="1218880"/>
                  </a:lnTo>
                  <a:lnTo>
                    <a:pt x="2861455" y="1274296"/>
                  </a:lnTo>
                  <a:lnTo>
                    <a:pt x="2863166" y="1269654"/>
                  </a:lnTo>
                  <a:lnTo>
                    <a:pt x="2864878" y="1228795"/>
                  </a:lnTo>
                  <a:lnTo>
                    <a:pt x="2866589" y="1054629"/>
                  </a:lnTo>
                  <a:lnTo>
                    <a:pt x="2868300" y="1047706"/>
                  </a:lnTo>
                  <a:lnTo>
                    <a:pt x="2870012" y="979318"/>
                  </a:lnTo>
                  <a:lnTo>
                    <a:pt x="2871723" y="993547"/>
                  </a:lnTo>
                  <a:lnTo>
                    <a:pt x="2873435" y="937317"/>
                  </a:lnTo>
                  <a:lnTo>
                    <a:pt x="2875146" y="948830"/>
                  </a:lnTo>
                  <a:lnTo>
                    <a:pt x="2876857" y="1042187"/>
                  </a:lnTo>
                  <a:lnTo>
                    <a:pt x="2878569" y="894842"/>
                  </a:lnTo>
                  <a:lnTo>
                    <a:pt x="2880280" y="882538"/>
                  </a:lnTo>
                  <a:lnTo>
                    <a:pt x="2881992" y="784801"/>
                  </a:lnTo>
                  <a:lnTo>
                    <a:pt x="2883703" y="750695"/>
                  </a:lnTo>
                  <a:lnTo>
                    <a:pt x="2885414" y="761287"/>
                  </a:lnTo>
                  <a:lnTo>
                    <a:pt x="2887126" y="712374"/>
                  </a:lnTo>
                  <a:lnTo>
                    <a:pt x="2888837" y="785850"/>
                  </a:lnTo>
                  <a:lnTo>
                    <a:pt x="2890549" y="845480"/>
                  </a:lnTo>
                  <a:lnTo>
                    <a:pt x="2892260" y="825410"/>
                  </a:lnTo>
                  <a:lnTo>
                    <a:pt x="2893971" y="870882"/>
                  </a:lnTo>
                  <a:lnTo>
                    <a:pt x="2895683" y="894948"/>
                  </a:lnTo>
                  <a:lnTo>
                    <a:pt x="2897394" y="970494"/>
                  </a:lnTo>
                  <a:lnTo>
                    <a:pt x="2899106" y="1074817"/>
                  </a:lnTo>
                  <a:lnTo>
                    <a:pt x="2900817" y="1059477"/>
                  </a:lnTo>
                  <a:lnTo>
                    <a:pt x="2902528" y="1130267"/>
                  </a:lnTo>
                  <a:lnTo>
                    <a:pt x="2904240" y="1113549"/>
                  </a:lnTo>
                  <a:lnTo>
                    <a:pt x="2905951" y="1071044"/>
                  </a:lnTo>
                  <a:lnTo>
                    <a:pt x="2907663" y="1014257"/>
                  </a:lnTo>
                  <a:lnTo>
                    <a:pt x="2909374" y="1003453"/>
                  </a:lnTo>
                  <a:lnTo>
                    <a:pt x="2911085" y="1064746"/>
                  </a:lnTo>
                  <a:lnTo>
                    <a:pt x="2912797" y="980547"/>
                  </a:lnTo>
                  <a:lnTo>
                    <a:pt x="2914508" y="877094"/>
                  </a:lnTo>
                  <a:lnTo>
                    <a:pt x="2916220" y="894925"/>
                  </a:lnTo>
                  <a:lnTo>
                    <a:pt x="2917931" y="1045975"/>
                  </a:lnTo>
                  <a:lnTo>
                    <a:pt x="2919642" y="1027349"/>
                  </a:lnTo>
                  <a:lnTo>
                    <a:pt x="2921354" y="1082032"/>
                  </a:lnTo>
                  <a:lnTo>
                    <a:pt x="2923065" y="1069122"/>
                  </a:lnTo>
                  <a:lnTo>
                    <a:pt x="2924777" y="1005336"/>
                  </a:lnTo>
                  <a:lnTo>
                    <a:pt x="2926488" y="1021790"/>
                  </a:lnTo>
                  <a:lnTo>
                    <a:pt x="2928199" y="1065780"/>
                  </a:lnTo>
                  <a:lnTo>
                    <a:pt x="2929911" y="934540"/>
                  </a:lnTo>
                  <a:lnTo>
                    <a:pt x="2931622" y="1006774"/>
                  </a:lnTo>
                  <a:lnTo>
                    <a:pt x="2933334" y="1011657"/>
                  </a:lnTo>
                  <a:lnTo>
                    <a:pt x="2935045" y="885815"/>
                  </a:lnTo>
                  <a:lnTo>
                    <a:pt x="2936756" y="952878"/>
                  </a:lnTo>
                  <a:lnTo>
                    <a:pt x="2938468" y="905974"/>
                  </a:lnTo>
                  <a:lnTo>
                    <a:pt x="2940179" y="892206"/>
                  </a:lnTo>
                  <a:lnTo>
                    <a:pt x="2941891" y="851712"/>
                  </a:lnTo>
                  <a:lnTo>
                    <a:pt x="2943602" y="851873"/>
                  </a:lnTo>
                  <a:lnTo>
                    <a:pt x="2945313" y="835964"/>
                  </a:lnTo>
                  <a:lnTo>
                    <a:pt x="2947025" y="908652"/>
                  </a:lnTo>
                  <a:lnTo>
                    <a:pt x="2948736" y="1076886"/>
                  </a:lnTo>
                  <a:lnTo>
                    <a:pt x="2950448" y="1112183"/>
                  </a:lnTo>
                  <a:lnTo>
                    <a:pt x="2952159" y="1204512"/>
                  </a:lnTo>
                  <a:lnTo>
                    <a:pt x="2953870" y="1142856"/>
                  </a:lnTo>
                  <a:lnTo>
                    <a:pt x="2955582" y="1116677"/>
                  </a:lnTo>
                  <a:lnTo>
                    <a:pt x="2957293" y="1158044"/>
                  </a:lnTo>
                  <a:lnTo>
                    <a:pt x="2959004" y="1242874"/>
                  </a:lnTo>
                  <a:lnTo>
                    <a:pt x="2960716" y="1183972"/>
                  </a:lnTo>
                  <a:lnTo>
                    <a:pt x="2962427" y="1081293"/>
                  </a:lnTo>
                  <a:lnTo>
                    <a:pt x="2964139" y="1092011"/>
                  </a:lnTo>
                  <a:lnTo>
                    <a:pt x="2965850" y="1127113"/>
                  </a:lnTo>
                  <a:lnTo>
                    <a:pt x="2967561" y="1159630"/>
                  </a:lnTo>
                  <a:lnTo>
                    <a:pt x="2969273" y="1142507"/>
                  </a:lnTo>
                  <a:lnTo>
                    <a:pt x="2970984" y="806979"/>
                  </a:lnTo>
                  <a:lnTo>
                    <a:pt x="2972696" y="817600"/>
                  </a:lnTo>
                  <a:lnTo>
                    <a:pt x="2974407" y="855620"/>
                  </a:lnTo>
                  <a:lnTo>
                    <a:pt x="2976118" y="903495"/>
                  </a:lnTo>
                  <a:lnTo>
                    <a:pt x="2977830" y="868378"/>
                  </a:lnTo>
                  <a:lnTo>
                    <a:pt x="2979541" y="785145"/>
                  </a:lnTo>
                  <a:lnTo>
                    <a:pt x="2981253" y="734504"/>
                  </a:lnTo>
                  <a:lnTo>
                    <a:pt x="2982964" y="631297"/>
                  </a:lnTo>
                  <a:lnTo>
                    <a:pt x="2984675" y="617532"/>
                  </a:lnTo>
                  <a:lnTo>
                    <a:pt x="2986387" y="613869"/>
                  </a:lnTo>
                  <a:lnTo>
                    <a:pt x="2988098" y="626061"/>
                  </a:lnTo>
                  <a:lnTo>
                    <a:pt x="2989810" y="665070"/>
                  </a:lnTo>
                  <a:lnTo>
                    <a:pt x="2991521" y="745541"/>
                  </a:lnTo>
                  <a:lnTo>
                    <a:pt x="2993232" y="661204"/>
                  </a:lnTo>
                  <a:lnTo>
                    <a:pt x="2994944" y="546847"/>
                  </a:lnTo>
                  <a:lnTo>
                    <a:pt x="2996655" y="489468"/>
                  </a:lnTo>
                  <a:lnTo>
                    <a:pt x="2998367" y="392990"/>
                  </a:lnTo>
                  <a:lnTo>
                    <a:pt x="3000078" y="453395"/>
                  </a:lnTo>
                  <a:lnTo>
                    <a:pt x="3001789" y="382064"/>
                  </a:lnTo>
                  <a:lnTo>
                    <a:pt x="3003501" y="402986"/>
                  </a:lnTo>
                  <a:lnTo>
                    <a:pt x="3005212" y="327347"/>
                  </a:lnTo>
                  <a:lnTo>
                    <a:pt x="3006924" y="380788"/>
                  </a:lnTo>
                  <a:lnTo>
                    <a:pt x="3008635" y="203057"/>
                  </a:lnTo>
                  <a:lnTo>
                    <a:pt x="3010346" y="256814"/>
                  </a:lnTo>
                  <a:lnTo>
                    <a:pt x="3012058" y="125604"/>
                  </a:lnTo>
                  <a:lnTo>
                    <a:pt x="3013769" y="44161"/>
                  </a:lnTo>
                  <a:lnTo>
                    <a:pt x="3015481" y="96471"/>
                  </a:lnTo>
                  <a:lnTo>
                    <a:pt x="3017192" y="169670"/>
                  </a:lnTo>
                  <a:lnTo>
                    <a:pt x="3018903" y="250741"/>
                  </a:lnTo>
                  <a:lnTo>
                    <a:pt x="3020615" y="74556"/>
                  </a:lnTo>
                  <a:lnTo>
                    <a:pt x="3022326" y="175103"/>
                  </a:lnTo>
                  <a:lnTo>
                    <a:pt x="3024038" y="129346"/>
                  </a:lnTo>
                  <a:lnTo>
                    <a:pt x="3025749" y="175026"/>
                  </a:lnTo>
                  <a:lnTo>
                    <a:pt x="3027460" y="235582"/>
                  </a:lnTo>
                  <a:lnTo>
                    <a:pt x="3029172" y="282989"/>
                  </a:lnTo>
                  <a:lnTo>
                    <a:pt x="3030883" y="169109"/>
                  </a:lnTo>
                  <a:lnTo>
                    <a:pt x="3032595" y="174507"/>
                  </a:lnTo>
                  <a:lnTo>
                    <a:pt x="3034306" y="302455"/>
                  </a:lnTo>
                  <a:lnTo>
                    <a:pt x="3036017" y="251101"/>
                  </a:lnTo>
                  <a:lnTo>
                    <a:pt x="3037729" y="354161"/>
                  </a:lnTo>
                  <a:lnTo>
                    <a:pt x="3039440" y="448811"/>
                  </a:lnTo>
                  <a:lnTo>
                    <a:pt x="3041152" y="537210"/>
                  </a:lnTo>
                  <a:lnTo>
                    <a:pt x="3042863" y="546540"/>
                  </a:lnTo>
                  <a:lnTo>
                    <a:pt x="3044574" y="644361"/>
                  </a:lnTo>
                  <a:lnTo>
                    <a:pt x="3046286" y="655057"/>
                  </a:lnTo>
                  <a:lnTo>
                    <a:pt x="3047997" y="597128"/>
                  </a:lnTo>
                  <a:lnTo>
                    <a:pt x="3049709" y="626123"/>
                  </a:lnTo>
                  <a:lnTo>
                    <a:pt x="3051420" y="742059"/>
                  </a:lnTo>
                  <a:lnTo>
                    <a:pt x="3053131" y="773791"/>
                  </a:lnTo>
                  <a:lnTo>
                    <a:pt x="3054843" y="751204"/>
                  </a:lnTo>
                  <a:lnTo>
                    <a:pt x="3056554" y="602275"/>
                  </a:lnTo>
                  <a:lnTo>
                    <a:pt x="3058265" y="686382"/>
                  </a:lnTo>
                  <a:lnTo>
                    <a:pt x="3059977" y="688794"/>
                  </a:lnTo>
                  <a:lnTo>
                    <a:pt x="3061688" y="725470"/>
                  </a:lnTo>
                  <a:lnTo>
                    <a:pt x="3063400" y="685152"/>
                  </a:lnTo>
                  <a:lnTo>
                    <a:pt x="3065111" y="713611"/>
                  </a:lnTo>
                  <a:lnTo>
                    <a:pt x="3066822" y="681335"/>
                  </a:lnTo>
                  <a:lnTo>
                    <a:pt x="3068534" y="614437"/>
                  </a:lnTo>
                  <a:lnTo>
                    <a:pt x="3070245" y="653196"/>
                  </a:lnTo>
                  <a:lnTo>
                    <a:pt x="3071957" y="733310"/>
                  </a:lnTo>
                  <a:lnTo>
                    <a:pt x="3073668" y="821139"/>
                  </a:lnTo>
                  <a:lnTo>
                    <a:pt x="3075379" y="839265"/>
                  </a:lnTo>
                  <a:lnTo>
                    <a:pt x="3077091" y="845922"/>
                  </a:lnTo>
                  <a:lnTo>
                    <a:pt x="3078802" y="996122"/>
                  </a:lnTo>
                  <a:lnTo>
                    <a:pt x="3080514" y="877486"/>
                  </a:lnTo>
                  <a:lnTo>
                    <a:pt x="3082225" y="796910"/>
                  </a:lnTo>
                  <a:lnTo>
                    <a:pt x="3083936" y="900282"/>
                  </a:lnTo>
                  <a:lnTo>
                    <a:pt x="3085648" y="924842"/>
                  </a:lnTo>
                  <a:lnTo>
                    <a:pt x="3087359" y="894810"/>
                  </a:lnTo>
                  <a:lnTo>
                    <a:pt x="3089071" y="1032723"/>
                  </a:lnTo>
                  <a:lnTo>
                    <a:pt x="3090782" y="1120674"/>
                  </a:lnTo>
                  <a:lnTo>
                    <a:pt x="3092493" y="1137364"/>
                  </a:lnTo>
                  <a:lnTo>
                    <a:pt x="3094205" y="1067507"/>
                  </a:lnTo>
                  <a:lnTo>
                    <a:pt x="3095916" y="956316"/>
                  </a:lnTo>
                  <a:lnTo>
                    <a:pt x="3097628" y="974192"/>
                  </a:lnTo>
                  <a:lnTo>
                    <a:pt x="3099339" y="946129"/>
                  </a:lnTo>
                  <a:lnTo>
                    <a:pt x="3101050" y="992138"/>
                  </a:lnTo>
                  <a:lnTo>
                    <a:pt x="3102762" y="936665"/>
                  </a:lnTo>
                  <a:lnTo>
                    <a:pt x="3104473" y="1009026"/>
                  </a:lnTo>
                  <a:lnTo>
                    <a:pt x="3106185" y="1103304"/>
                  </a:lnTo>
                  <a:lnTo>
                    <a:pt x="3107896" y="1081468"/>
                  </a:lnTo>
                  <a:lnTo>
                    <a:pt x="3109607" y="963803"/>
                  </a:lnTo>
                  <a:lnTo>
                    <a:pt x="3111319" y="960683"/>
                  </a:lnTo>
                  <a:lnTo>
                    <a:pt x="3113030" y="936952"/>
                  </a:lnTo>
                  <a:lnTo>
                    <a:pt x="3114742" y="997705"/>
                  </a:lnTo>
                  <a:lnTo>
                    <a:pt x="3116453" y="924920"/>
                  </a:lnTo>
                  <a:lnTo>
                    <a:pt x="3118164" y="909811"/>
                  </a:lnTo>
                  <a:lnTo>
                    <a:pt x="3119876" y="953596"/>
                  </a:lnTo>
                  <a:lnTo>
                    <a:pt x="3121587" y="1013622"/>
                  </a:lnTo>
                  <a:lnTo>
                    <a:pt x="3123299" y="1016863"/>
                  </a:lnTo>
                  <a:lnTo>
                    <a:pt x="3125010" y="920114"/>
                  </a:lnTo>
                  <a:lnTo>
                    <a:pt x="3126721" y="859469"/>
                  </a:lnTo>
                  <a:lnTo>
                    <a:pt x="3128433" y="931716"/>
                  </a:lnTo>
                  <a:lnTo>
                    <a:pt x="3130144" y="833753"/>
                  </a:lnTo>
                  <a:lnTo>
                    <a:pt x="3131856" y="800342"/>
                  </a:lnTo>
                  <a:lnTo>
                    <a:pt x="3133567" y="798944"/>
                  </a:lnTo>
                  <a:lnTo>
                    <a:pt x="3135278" y="746003"/>
                  </a:lnTo>
                  <a:lnTo>
                    <a:pt x="3136990" y="787070"/>
                  </a:lnTo>
                  <a:lnTo>
                    <a:pt x="3138701" y="766951"/>
                  </a:lnTo>
                  <a:lnTo>
                    <a:pt x="3140413" y="690268"/>
                  </a:lnTo>
                  <a:lnTo>
                    <a:pt x="3142124" y="827461"/>
                  </a:lnTo>
                  <a:lnTo>
                    <a:pt x="3143835" y="875000"/>
                  </a:lnTo>
                  <a:lnTo>
                    <a:pt x="3145547" y="772960"/>
                  </a:lnTo>
                  <a:lnTo>
                    <a:pt x="3147258" y="807348"/>
                  </a:lnTo>
                  <a:lnTo>
                    <a:pt x="3148970" y="779495"/>
                  </a:lnTo>
                  <a:lnTo>
                    <a:pt x="3150681" y="904534"/>
                  </a:lnTo>
                  <a:lnTo>
                    <a:pt x="3152392" y="849591"/>
                  </a:lnTo>
                  <a:lnTo>
                    <a:pt x="3154104" y="892135"/>
                  </a:lnTo>
                  <a:lnTo>
                    <a:pt x="3155815" y="990991"/>
                  </a:lnTo>
                  <a:lnTo>
                    <a:pt x="3157527" y="1117598"/>
                  </a:lnTo>
                  <a:lnTo>
                    <a:pt x="3159238" y="1169222"/>
                  </a:lnTo>
                  <a:lnTo>
                    <a:pt x="3160949" y="1126748"/>
                  </a:lnTo>
                  <a:lnTo>
                    <a:pt x="3162661" y="1180119"/>
                  </a:lnTo>
                  <a:lnTo>
                    <a:pt x="3164372" y="1181053"/>
                  </a:lnTo>
                  <a:lnTo>
                    <a:pt x="3166083" y="1034692"/>
                  </a:lnTo>
                  <a:lnTo>
                    <a:pt x="3167795" y="1061232"/>
                  </a:lnTo>
                  <a:lnTo>
                    <a:pt x="3169506" y="1080483"/>
                  </a:lnTo>
                  <a:lnTo>
                    <a:pt x="3171218" y="1144751"/>
                  </a:lnTo>
                  <a:lnTo>
                    <a:pt x="3172929" y="1139049"/>
                  </a:lnTo>
                  <a:lnTo>
                    <a:pt x="3174640" y="1160750"/>
                  </a:lnTo>
                  <a:lnTo>
                    <a:pt x="3176352" y="1053452"/>
                  </a:lnTo>
                  <a:lnTo>
                    <a:pt x="3178063" y="976605"/>
                  </a:lnTo>
                  <a:lnTo>
                    <a:pt x="3179775" y="943681"/>
                  </a:lnTo>
                  <a:lnTo>
                    <a:pt x="3181486" y="931446"/>
                  </a:lnTo>
                  <a:lnTo>
                    <a:pt x="3183197" y="965872"/>
                  </a:lnTo>
                  <a:lnTo>
                    <a:pt x="3184909" y="1125855"/>
                  </a:lnTo>
                  <a:lnTo>
                    <a:pt x="3186620" y="1137596"/>
                  </a:lnTo>
                  <a:lnTo>
                    <a:pt x="3188332" y="1167423"/>
                  </a:lnTo>
                  <a:lnTo>
                    <a:pt x="3190043" y="1132158"/>
                  </a:lnTo>
                  <a:lnTo>
                    <a:pt x="3191754" y="1036604"/>
                  </a:lnTo>
                  <a:lnTo>
                    <a:pt x="3193466" y="970372"/>
                  </a:lnTo>
                  <a:lnTo>
                    <a:pt x="3195177" y="1016083"/>
                  </a:lnTo>
                  <a:lnTo>
                    <a:pt x="3196889" y="1127252"/>
                  </a:lnTo>
                  <a:lnTo>
                    <a:pt x="3198600" y="1111666"/>
                  </a:lnTo>
                  <a:lnTo>
                    <a:pt x="3200311" y="1126949"/>
                  </a:lnTo>
                  <a:lnTo>
                    <a:pt x="3202023" y="1201512"/>
                  </a:lnTo>
                  <a:lnTo>
                    <a:pt x="3203734" y="1157307"/>
                  </a:lnTo>
                  <a:lnTo>
                    <a:pt x="3205446" y="1218872"/>
                  </a:lnTo>
                  <a:lnTo>
                    <a:pt x="3207157" y="1227711"/>
                  </a:lnTo>
                  <a:lnTo>
                    <a:pt x="3208868" y="1295440"/>
                  </a:lnTo>
                  <a:lnTo>
                    <a:pt x="3210580" y="1321273"/>
                  </a:lnTo>
                  <a:lnTo>
                    <a:pt x="3212291" y="1204330"/>
                  </a:lnTo>
                  <a:lnTo>
                    <a:pt x="3214003" y="1244476"/>
                  </a:lnTo>
                  <a:lnTo>
                    <a:pt x="3215714" y="1171323"/>
                  </a:lnTo>
                  <a:lnTo>
                    <a:pt x="3217425" y="1285906"/>
                  </a:lnTo>
                  <a:lnTo>
                    <a:pt x="3219137" y="1318023"/>
                  </a:lnTo>
                  <a:lnTo>
                    <a:pt x="3220848" y="1223272"/>
                  </a:lnTo>
                  <a:lnTo>
                    <a:pt x="3222560" y="1158860"/>
                  </a:lnTo>
                  <a:lnTo>
                    <a:pt x="3224271" y="1182866"/>
                  </a:lnTo>
                  <a:lnTo>
                    <a:pt x="3225982" y="1199140"/>
                  </a:lnTo>
                  <a:lnTo>
                    <a:pt x="3227694" y="1206311"/>
                  </a:lnTo>
                  <a:lnTo>
                    <a:pt x="3229405" y="1070943"/>
                  </a:lnTo>
                  <a:lnTo>
                    <a:pt x="3231117" y="1089116"/>
                  </a:lnTo>
                  <a:lnTo>
                    <a:pt x="3232828" y="1122123"/>
                  </a:lnTo>
                  <a:lnTo>
                    <a:pt x="3234539" y="1210347"/>
                  </a:lnTo>
                  <a:lnTo>
                    <a:pt x="3236251" y="1209879"/>
                  </a:lnTo>
                  <a:lnTo>
                    <a:pt x="3237962" y="1222383"/>
                  </a:lnTo>
                  <a:lnTo>
                    <a:pt x="3239674" y="1237300"/>
                  </a:lnTo>
                  <a:lnTo>
                    <a:pt x="3241385" y="1307231"/>
                  </a:lnTo>
                  <a:lnTo>
                    <a:pt x="3243096" y="1329965"/>
                  </a:lnTo>
                  <a:lnTo>
                    <a:pt x="3244808" y="1314254"/>
                  </a:lnTo>
                  <a:lnTo>
                    <a:pt x="3246519" y="1285840"/>
                  </a:lnTo>
                  <a:lnTo>
                    <a:pt x="3248231" y="1234643"/>
                  </a:lnTo>
                  <a:lnTo>
                    <a:pt x="3249942" y="1147667"/>
                  </a:lnTo>
                  <a:lnTo>
                    <a:pt x="3251653" y="1065160"/>
                  </a:lnTo>
                  <a:lnTo>
                    <a:pt x="3253365" y="1026704"/>
                  </a:lnTo>
                  <a:lnTo>
                    <a:pt x="3255076" y="1041443"/>
                  </a:lnTo>
                  <a:lnTo>
                    <a:pt x="3256788" y="988804"/>
                  </a:lnTo>
                  <a:lnTo>
                    <a:pt x="3258499" y="1098447"/>
                  </a:lnTo>
                  <a:lnTo>
                    <a:pt x="3260210" y="1143645"/>
                  </a:lnTo>
                  <a:lnTo>
                    <a:pt x="3261922" y="1233957"/>
                  </a:lnTo>
                  <a:lnTo>
                    <a:pt x="3263633" y="1212562"/>
                  </a:lnTo>
                  <a:lnTo>
                    <a:pt x="3265345" y="1212489"/>
                  </a:lnTo>
                  <a:lnTo>
                    <a:pt x="3267056" y="1241219"/>
                  </a:lnTo>
                  <a:lnTo>
                    <a:pt x="3268767" y="1232967"/>
                  </a:lnTo>
                  <a:lnTo>
                    <a:pt x="3270479" y="1299693"/>
                  </a:lnTo>
                  <a:lnTo>
                    <a:pt x="3272190" y="1308080"/>
                  </a:lnTo>
                  <a:lnTo>
                    <a:pt x="3273901" y="1308488"/>
                  </a:lnTo>
                  <a:lnTo>
                    <a:pt x="3275613" y="1283608"/>
                  </a:lnTo>
                  <a:lnTo>
                    <a:pt x="3277324" y="1272310"/>
                  </a:lnTo>
                  <a:lnTo>
                    <a:pt x="3279036" y="1295902"/>
                  </a:lnTo>
                  <a:lnTo>
                    <a:pt x="3280747" y="1307811"/>
                  </a:lnTo>
                  <a:lnTo>
                    <a:pt x="3282458" y="1299620"/>
                  </a:lnTo>
                  <a:lnTo>
                    <a:pt x="3284170" y="1281648"/>
                  </a:lnTo>
                  <a:lnTo>
                    <a:pt x="3285881" y="1239244"/>
                  </a:lnTo>
                  <a:lnTo>
                    <a:pt x="3287593" y="1187129"/>
                  </a:lnTo>
                  <a:lnTo>
                    <a:pt x="3289304" y="1220996"/>
                  </a:lnTo>
                  <a:lnTo>
                    <a:pt x="3291015" y="1253814"/>
                  </a:lnTo>
                  <a:lnTo>
                    <a:pt x="3292727" y="1226877"/>
                  </a:lnTo>
                  <a:lnTo>
                    <a:pt x="3294438" y="1218347"/>
                  </a:lnTo>
                  <a:lnTo>
                    <a:pt x="3296150" y="1188250"/>
                  </a:lnTo>
                  <a:lnTo>
                    <a:pt x="3297861" y="1164318"/>
                  </a:lnTo>
                  <a:lnTo>
                    <a:pt x="3299572" y="1159799"/>
                  </a:lnTo>
                  <a:lnTo>
                    <a:pt x="3301284" y="1159362"/>
                  </a:lnTo>
                  <a:lnTo>
                    <a:pt x="3302995" y="1121735"/>
                  </a:lnTo>
                  <a:lnTo>
                    <a:pt x="3304707" y="1088870"/>
                  </a:lnTo>
                  <a:lnTo>
                    <a:pt x="3306418" y="1043500"/>
                  </a:lnTo>
                  <a:lnTo>
                    <a:pt x="3308129" y="1094885"/>
                  </a:lnTo>
                  <a:lnTo>
                    <a:pt x="3309841" y="1070643"/>
                  </a:lnTo>
                  <a:lnTo>
                    <a:pt x="3311552" y="1082951"/>
                  </a:lnTo>
                  <a:lnTo>
                    <a:pt x="3313264" y="1196401"/>
                  </a:lnTo>
                  <a:lnTo>
                    <a:pt x="3314975" y="1185118"/>
                  </a:lnTo>
                  <a:lnTo>
                    <a:pt x="3316686" y="1184062"/>
                  </a:lnTo>
                  <a:lnTo>
                    <a:pt x="3318398" y="1203007"/>
                  </a:lnTo>
                  <a:lnTo>
                    <a:pt x="3320109" y="1159065"/>
                  </a:lnTo>
                  <a:lnTo>
                    <a:pt x="3321821" y="1017784"/>
                  </a:lnTo>
                  <a:lnTo>
                    <a:pt x="3323532" y="926916"/>
                  </a:lnTo>
                  <a:lnTo>
                    <a:pt x="3325243" y="936303"/>
                  </a:lnTo>
                  <a:lnTo>
                    <a:pt x="3326955" y="940990"/>
                  </a:lnTo>
                  <a:lnTo>
                    <a:pt x="3328666" y="888292"/>
                  </a:lnTo>
                  <a:lnTo>
                    <a:pt x="3330378" y="904642"/>
                  </a:lnTo>
                  <a:lnTo>
                    <a:pt x="3332089" y="942680"/>
                  </a:lnTo>
                  <a:lnTo>
                    <a:pt x="3333800" y="916066"/>
                  </a:lnTo>
                  <a:lnTo>
                    <a:pt x="3335512" y="1034999"/>
                  </a:lnTo>
                  <a:lnTo>
                    <a:pt x="3337223" y="1127556"/>
                  </a:lnTo>
                  <a:lnTo>
                    <a:pt x="3338935" y="1187833"/>
                  </a:lnTo>
                  <a:lnTo>
                    <a:pt x="3340646" y="1241348"/>
                  </a:lnTo>
                  <a:lnTo>
                    <a:pt x="3342357" y="1253235"/>
                  </a:lnTo>
                  <a:lnTo>
                    <a:pt x="3344069" y="1252239"/>
                  </a:lnTo>
                  <a:lnTo>
                    <a:pt x="3345780" y="1267805"/>
                  </a:lnTo>
                  <a:lnTo>
                    <a:pt x="3347492" y="1294131"/>
                  </a:lnTo>
                  <a:lnTo>
                    <a:pt x="3349203" y="1287159"/>
                  </a:lnTo>
                  <a:lnTo>
                    <a:pt x="3350914" y="1250550"/>
                  </a:lnTo>
                  <a:lnTo>
                    <a:pt x="3352626" y="1348968"/>
                  </a:lnTo>
                  <a:lnTo>
                    <a:pt x="3354337" y="1391213"/>
                  </a:lnTo>
                  <a:lnTo>
                    <a:pt x="3356049" y="1443268"/>
                  </a:lnTo>
                  <a:lnTo>
                    <a:pt x="3357760" y="1408404"/>
                  </a:lnTo>
                  <a:lnTo>
                    <a:pt x="3359471" y="1435825"/>
                  </a:lnTo>
                  <a:lnTo>
                    <a:pt x="3361183" y="1426789"/>
                  </a:lnTo>
                  <a:lnTo>
                    <a:pt x="3362894" y="1410985"/>
                  </a:lnTo>
                  <a:lnTo>
                    <a:pt x="3364606" y="1419273"/>
                  </a:lnTo>
                  <a:lnTo>
                    <a:pt x="3366317" y="1409844"/>
                  </a:lnTo>
                  <a:lnTo>
                    <a:pt x="3368028" y="1382174"/>
                  </a:lnTo>
                  <a:lnTo>
                    <a:pt x="3369740" y="1379813"/>
                  </a:lnTo>
                  <a:lnTo>
                    <a:pt x="3371451" y="1361271"/>
                  </a:lnTo>
                  <a:lnTo>
                    <a:pt x="3373162" y="1414359"/>
                  </a:lnTo>
                  <a:lnTo>
                    <a:pt x="3374874" y="1430191"/>
                  </a:lnTo>
                  <a:lnTo>
                    <a:pt x="3376585" y="1404798"/>
                  </a:lnTo>
                  <a:lnTo>
                    <a:pt x="3378297" y="1408976"/>
                  </a:lnTo>
                  <a:lnTo>
                    <a:pt x="3380008" y="1402030"/>
                  </a:lnTo>
                  <a:lnTo>
                    <a:pt x="3381719" y="1384409"/>
                  </a:lnTo>
                  <a:lnTo>
                    <a:pt x="3383431" y="1394590"/>
                  </a:lnTo>
                  <a:lnTo>
                    <a:pt x="3385142" y="1373848"/>
                  </a:lnTo>
                  <a:lnTo>
                    <a:pt x="3386854" y="1379548"/>
                  </a:lnTo>
                  <a:lnTo>
                    <a:pt x="3388565" y="1345598"/>
                  </a:lnTo>
                  <a:lnTo>
                    <a:pt x="3390276" y="1345543"/>
                  </a:lnTo>
                  <a:lnTo>
                    <a:pt x="3391988" y="1339660"/>
                  </a:lnTo>
                  <a:lnTo>
                    <a:pt x="3393699" y="1332136"/>
                  </a:lnTo>
                  <a:lnTo>
                    <a:pt x="3395411" y="1316771"/>
                  </a:lnTo>
                  <a:lnTo>
                    <a:pt x="3397122" y="1273446"/>
                  </a:lnTo>
                  <a:lnTo>
                    <a:pt x="3398833" y="1324370"/>
                  </a:lnTo>
                  <a:lnTo>
                    <a:pt x="3400545" y="1315355"/>
                  </a:lnTo>
                  <a:lnTo>
                    <a:pt x="3402256" y="1314745"/>
                  </a:lnTo>
                  <a:lnTo>
                    <a:pt x="3403968" y="1309939"/>
                  </a:lnTo>
                  <a:lnTo>
                    <a:pt x="3405679" y="1302993"/>
                  </a:lnTo>
                  <a:lnTo>
                    <a:pt x="3407390" y="1288944"/>
                  </a:lnTo>
                  <a:lnTo>
                    <a:pt x="3409102" y="1273974"/>
                  </a:lnTo>
                  <a:lnTo>
                    <a:pt x="3410813" y="1234510"/>
                  </a:lnTo>
                  <a:lnTo>
                    <a:pt x="3412525" y="1212511"/>
                  </a:lnTo>
                  <a:lnTo>
                    <a:pt x="3414236" y="1249937"/>
                  </a:lnTo>
                  <a:lnTo>
                    <a:pt x="3415947" y="1187705"/>
                  </a:lnTo>
                  <a:lnTo>
                    <a:pt x="3417659" y="1168186"/>
                  </a:lnTo>
                  <a:lnTo>
                    <a:pt x="3419370" y="1127805"/>
                  </a:lnTo>
                  <a:lnTo>
                    <a:pt x="3421082" y="1107646"/>
                  </a:lnTo>
                  <a:lnTo>
                    <a:pt x="3422793" y="1077369"/>
                  </a:lnTo>
                  <a:lnTo>
                    <a:pt x="3424504" y="1034492"/>
                  </a:lnTo>
                  <a:lnTo>
                    <a:pt x="3426216" y="1072365"/>
                  </a:lnTo>
                  <a:lnTo>
                    <a:pt x="3427927" y="1031863"/>
                  </a:lnTo>
                  <a:lnTo>
                    <a:pt x="3429639" y="1108260"/>
                  </a:lnTo>
                  <a:lnTo>
                    <a:pt x="3431350" y="1178156"/>
                  </a:lnTo>
                  <a:lnTo>
                    <a:pt x="3433061" y="1249878"/>
                  </a:lnTo>
                  <a:lnTo>
                    <a:pt x="3434773" y="1270074"/>
                  </a:lnTo>
                  <a:lnTo>
                    <a:pt x="3436484" y="1280144"/>
                  </a:lnTo>
                  <a:lnTo>
                    <a:pt x="3438196" y="1320010"/>
                  </a:lnTo>
                  <a:lnTo>
                    <a:pt x="3439907" y="1299975"/>
                  </a:lnTo>
                  <a:lnTo>
                    <a:pt x="3441618" y="1190430"/>
                  </a:lnTo>
                  <a:lnTo>
                    <a:pt x="3443330" y="1165084"/>
                  </a:lnTo>
                  <a:lnTo>
                    <a:pt x="3445041" y="1263730"/>
                  </a:lnTo>
                  <a:lnTo>
                    <a:pt x="3446753" y="1305965"/>
                  </a:lnTo>
                  <a:lnTo>
                    <a:pt x="3448464" y="1281667"/>
                  </a:lnTo>
                  <a:lnTo>
                    <a:pt x="3450175" y="1276323"/>
                  </a:lnTo>
                  <a:lnTo>
                    <a:pt x="3451887" y="1281417"/>
                  </a:lnTo>
                  <a:lnTo>
                    <a:pt x="3453598" y="1277875"/>
                  </a:lnTo>
                  <a:lnTo>
                    <a:pt x="3455310" y="1302104"/>
                  </a:lnTo>
                  <a:lnTo>
                    <a:pt x="3457021" y="1256759"/>
                  </a:lnTo>
                  <a:lnTo>
                    <a:pt x="3458732" y="1216781"/>
                  </a:lnTo>
                  <a:lnTo>
                    <a:pt x="3460444" y="1298834"/>
                  </a:lnTo>
                  <a:lnTo>
                    <a:pt x="3462155" y="1314887"/>
                  </a:lnTo>
                  <a:lnTo>
                    <a:pt x="3463867" y="1367206"/>
                  </a:lnTo>
                  <a:lnTo>
                    <a:pt x="3465578" y="1355734"/>
                  </a:lnTo>
                  <a:lnTo>
                    <a:pt x="3467289" y="1384812"/>
                  </a:lnTo>
                  <a:lnTo>
                    <a:pt x="3469001" y="1429040"/>
                  </a:lnTo>
                  <a:lnTo>
                    <a:pt x="3470712" y="1391116"/>
                  </a:lnTo>
                  <a:lnTo>
                    <a:pt x="3472424" y="1428287"/>
                  </a:lnTo>
                  <a:lnTo>
                    <a:pt x="3474135" y="1401511"/>
                  </a:lnTo>
                  <a:lnTo>
                    <a:pt x="3475846" y="1368334"/>
                  </a:lnTo>
                  <a:lnTo>
                    <a:pt x="3477558" y="1373954"/>
                  </a:lnTo>
                  <a:lnTo>
                    <a:pt x="3479269" y="1384669"/>
                  </a:lnTo>
                  <a:lnTo>
                    <a:pt x="3480980" y="1393438"/>
                  </a:lnTo>
                  <a:lnTo>
                    <a:pt x="3482692" y="1374128"/>
                  </a:lnTo>
                  <a:lnTo>
                    <a:pt x="3484403" y="1330091"/>
                  </a:lnTo>
                  <a:lnTo>
                    <a:pt x="3486115" y="1365435"/>
                  </a:lnTo>
                  <a:lnTo>
                    <a:pt x="3487826" y="1412626"/>
                  </a:lnTo>
                  <a:lnTo>
                    <a:pt x="3489537" y="1425210"/>
                  </a:lnTo>
                  <a:lnTo>
                    <a:pt x="3491249" y="1441307"/>
                  </a:lnTo>
                  <a:lnTo>
                    <a:pt x="3492960" y="1424808"/>
                  </a:lnTo>
                  <a:lnTo>
                    <a:pt x="3494672" y="1453448"/>
                  </a:lnTo>
                  <a:lnTo>
                    <a:pt x="3496383" y="1458480"/>
                  </a:lnTo>
                  <a:lnTo>
                    <a:pt x="3498094" y="1443427"/>
                  </a:lnTo>
                  <a:lnTo>
                    <a:pt x="3499806" y="1450017"/>
                  </a:lnTo>
                  <a:lnTo>
                    <a:pt x="3501517" y="1433480"/>
                  </a:lnTo>
                  <a:lnTo>
                    <a:pt x="3503229" y="1448748"/>
                  </a:lnTo>
                  <a:lnTo>
                    <a:pt x="3504940" y="1440668"/>
                  </a:lnTo>
                  <a:lnTo>
                    <a:pt x="3506651" y="1429861"/>
                  </a:lnTo>
                  <a:lnTo>
                    <a:pt x="3508363" y="1426081"/>
                  </a:lnTo>
                  <a:lnTo>
                    <a:pt x="3510074" y="1381373"/>
                  </a:lnTo>
                  <a:lnTo>
                    <a:pt x="3511786" y="1336135"/>
                  </a:lnTo>
                  <a:lnTo>
                    <a:pt x="3513497" y="1370305"/>
                  </a:lnTo>
                  <a:lnTo>
                    <a:pt x="3515208" y="1414912"/>
                  </a:lnTo>
                  <a:lnTo>
                    <a:pt x="3516920" y="1430686"/>
                  </a:lnTo>
                  <a:lnTo>
                    <a:pt x="3518631" y="1439437"/>
                  </a:lnTo>
                  <a:lnTo>
                    <a:pt x="3520343" y="1453832"/>
                  </a:lnTo>
                  <a:lnTo>
                    <a:pt x="3522054" y="1456114"/>
                  </a:lnTo>
                  <a:lnTo>
                    <a:pt x="3523765" y="1453556"/>
                  </a:lnTo>
                  <a:lnTo>
                    <a:pt x="3525477" y="1457106"/>
                  </a:lnTo>
                  <a:lnTo>
                    <a:pt x="3527188" y="1444255"/>
                  </a:lnTo>
                  <a:lnTo>
                    <a:pt x="3528900" y="1461971"/>
                  </a:lnTo>
                  <a:lnTo>
                    <a:pt x="3530611" y="1444278"/>
                  </a:lnTo>
                  <a:lnTo>
                    <a:pt x="3532322" y="1429029"/>
                  </a:lnTo>
                  <a:lnTo>
                    <a:pt x="3534034" y="1429119"/>
                  </a:lnTo>
                  <a:lnTo>
                    <a:pt x="3535745" y="1401852"/>
                  </a:lnTo>
                  <a:lnTo>
                    <a:pt x="3537457" y="1356940"/>
                  </a:lnTo>
                  <a:lnTo>
                    <a:pt x="3539168" y="1358890"/>
                  </a:lnTo>
                  <a:lnTo>
                    <a:pt x="3540879" y="1329815"/>
                  </a:lnTo>
                  <a:lnTo>
                    <a:pt x="3542591" y="1347444"/>
                  </a:lnTo>
                  <a:lnTo>
                    <a:pt x="3544302" y="1311000"/>
                  </a:lnTo>
                  <a:lnTo>
                    <a:pt x="3546014" y="1320356"/>
                  </a:lnTo>
                  <a:lnTo>
                    <a:pt x="3547725" y="1320969"/>
                  </a:lnTo>
                  <a:lnTo>
                    <a:pt x="3549436" y="1333945"/>
                  </a:lnTo>
                  <a:lnTo>
                    <a:pt x="3551148" y="1324292"/>
                  </a:lnTo>
                  <a:lnTo>
                    <a:pt x="3552859" y="1298381"/>
                  </a:lnTo>
                  <a:lnTo>
                    <a:pt x="3554571" y="1316087"/>
                  </a:lnTo>
                  <a:lnTo>
                    <a:pt x="3556282" y="1264401"/>
                  </a:lnTo>
                  <a:lnTo>
                    <a:pt x="3557993" y="1289523"/>
                  </a:lnTo>
                  <a:lnTo>
                    <a:pt x="3559705" y="1215193"/>
                  </a:lnTo>
                  <a:lnTo>
                    <a:pt x="3561416" y="1222218"/>
                  </a:lnTo>
                  <a:lnTo>
                    <a:pt x="3563128" y="1282149"/>
                  </a:lnTo>
                  <a:lnTo>
                    <a:pt x="3564839" y="1260521"/>
                  </a:lnTo>
                  <a:lnTo>
                    <a:pt x="3566550" y="1249454"/>
                  </a:lnTo>
                  <a:lnTo>
                    <a:pt x="3568262" y="1201561"/>
                  </a:lnTo>
                  <a:lnTo>
                    <a:pt x="3569973" y="1186112"/>
                  </a:lnTo>
                  <a:lnTo>
                    <a:pt x="3571685" y="1249801"/>
                  </a:lnTo>
                  <a:lnTo>
                    <a:pt x="3573396" y="1277862"/>
                  </a:lnTo>
                  <a:lnTo>
                    <a:pt x="3575107" y="1277713"/>
                  </a:lnTo>
                  <a:lnTo>
                    <a:pt x="3576819" y="1278482"/>
                  </a:lnTo>
                  <a:lnTo>
                    <a:pt x="3578530" y="1261226"/>
                  </a:lnTo>
                  <a:lnTo>
                    <a:pt x="3580242" y="1254145"/>
                  </a:lnTo>
                  <a:lnTo>
                    <a:pt x="3581953" y="1293843"/>
                  </a:lnTo>
                  <a:lnTo>
                    <a:pt x="3583664" y="1260250"/>
                  </a:lnTo>
                  <a:lnTo>
                    <a:pt x="3585376" y="1253211"/>
                  </a:lnTo>
                  <a:lnTo>
                    <a:pt x="3587087" y="1241770"/>
                  </a:lnTo>
                  <a:lnTo>
                    <a:pt x="3588798" y="1231380"/>
                  </a:lnTo>
                  <a:lnTo>
                    <a:pt x="3590510" y="1228440"/>
                  </a:lnTo>
                  <a:lnTo>
                    <a:pt x="3592221" y="1181635"/>
                  </a:lnTo>
                  <a:lnTo>
                    <a:pt x="3593933" y="1094182"/>
                  </a:lnTo>
                  <a:lnTo>
                    <a:pt x="3595644" y="1069933"/>
                  </a:lnTo>
                  <a:lnTo>
                    <a:pt x="3597355" y="1156837"/>
                  </a:lnTo>
                  <a:lnTo>
                    <a:pt x="3599067" y="1164820"/>
                  </a:lnTo>
                  <a:lnTo>
                    <a:pt x="3600778" y="1147090"/>
                  </a:lnTo>
                  <a:lnTo>
                    <a:pt x="3602490" y="1091991"/>
                  </a:lnTo>
                  <a:lnTo>
                    <a:pt x="3604201" y="1051355"/>
                  </a:lnTo>
                  <a:lnTo>
                    <a:pt x="3605912" y="1033250"/>
                  </a:lnTo>
                  <a:lnTo>
                    <a:pt x="3607624" y="984537"/>
                  </a:lnTo>
                  <a:lnTo>
                    <a:pt x="3609335" y="998155"/>
                  </a:lnTo>
                  <a:lnTo>
                    <a:pt x="3611047" y="1119829"/>
                  </a:lnTo>
                  <a:lnTo>
                    <a:pt x="3612758" y="1174145"/>
                  </a:lnTo>
                  <a:lnTo>
                    <a:pt x="3614469" y="1167885"/>
                  </a:lnTo>
                  <a:lnTo>
                    <a:pt x="3616181" y="1121662"/>
                  </a:lnTo>
                  <a:lnTo>
                    <a:pt x="3617892" y="1174705"/>
                  </a:lnTo>
                  <a:lnTo>
                    <a:pt x="3619604" y="1188285"/>
                  </a:lnTo>
                  <a:lnTo>
                    <a:pt x="3621315" y="1130838"/>
                  </a:lnTo>
                  <a:lnTo>
                    <a:pt x="3623026" y="1072480"/>
                  </a:lnTo>
                  <a:lnTo>
                    <a:pt x="3624738" y="1049225"/>
                  </a:lnTo>
                  <a:lnTo>
                    <a:pt x="3626449" y="1070053"/>
                  </a:lnTo>
                  <a:lnTo>
                    <a:pt x="3628161" y="1101725"/>
                  </a:lnTo>
                  <a:lnTo>
                    <a:pt x="3629872" y="1161519"/>
                  </a:lnTo>
                  <a:lnTo>
                    <a:pt x="3631583" y="1113327"/>
                  </a:lnTo>
                  <a:lnTo>
                    <a:pt x="3633295" y="1233786"/>
                  </a:lnTo>
                  <a:lnTo>
                    <a:pt x="3635006" y="1217565"/>
                  </a:lnTo>
                  <a:lnTo>
                    <a:pt x="3636718" y="1181921"/>
                  </a:lnTo>
                  <a:lnTo>
                    <a:pt x="3638429" y="1228976"/>
                  </a:lnTo>
                  <a:lnTo>
                    <a:pt x="3640140" y="1278728"/>
                  </a:lnTo>
                  <a:lnTo>
                    <a:pt x="3641852" y="1358974"/>
                  </a:lnTo>
                  <a:lnTo>
                    <a:pt x="3643563" y="1336160"/>
                  </a:lnTo>
                  <a:lnTo>
                    <a:pt x="3645275" y="1367833"/>
                  </a:lnTo>
                  <a:lnTo>
                    <a:pt x="3646986" y="1355868"/>
                  </a:lnTo>
                  <a:lnTo>
                    <a:pt x="3648697" y="1379723"/>
                  </a:lnTo>
                  <a:lnTo>
                    <a:pt x="3650409" y="1414979"/>
                  </a:lnTo>
                  <a:lnTo>
                    <a:pt x="3652120" y="1386789"/>
                  </a:lnTo>
                  <a:lnTo>
                    <a:pt x="3653832" y="1409171"/>
                  </a:lnTo>
                  <a:lnTo>
                    <a:pt x="3655543" y="1418320"/>
                  </a:lnTo>
                  <a:lnTo>
                    <a:pt x="3657254" y="1409397"/>
                  </a:lnTo>
                  <a:lnTo>
                    <a:pt x="3658966" y="1409995"/>
                  </a:lnTo>
                  <a:lnTo>
                    <a:pt x="3660677" y="1373797"/>
                  </a:lnTo>
                  <a:lnTo>
                    <a:pt x="3662389" y="1382937"/>
                  </a:lnTo>
                  <a:lnTo>
                    <a:pt x="3664100" y="1378915"/>
                  </a:lnTo>
                  <a:lnTo>
                    <a:pt x="3665811" y="1375684"/>
                  </a:lnTo>
                  <a:lnTo>
                    <a:pt x="3667523" y="1362379"/>
                  </a:lnTo>
                  <a:lnTo>
                    <a:pt x="3669234" y="1345892"/>
                  </a:lnTo>
                  <a:lnTo>
                    <a:pt x="3670946" y="1307952"/>
                  </a:lnTo>
                  <a:lnTo>
                    <a:pt x="3672657" y="1260335"/>
                  </a:lnTo>
                  <a:lnTo>
                    <a:pt x="3674368" y="1230716"/>
                  </a:lnTo>
                  <a:lnTo>
                    <a:pt x="3676080" y="1195370"/>
                  </a:lnTo>
                  <a:lnTo>
                    <a:pt x="3677791" y="1157591"/>
                  </a:lnTo>
                  <a:lnTo>
                    <a:pt x="3679503" y="1219110"/>
                  </a:lnTo>
                  <a:lnTo>
                    <a:pt x="3681214" y="1275393"/>
                  </a:lnTo>
                  <a:lnTo>
                    <a:pt x="3682925" y="1290994"/>
                  </a:lnTo>
                  <a:lnTo>
                    <a:pt x="3684637" y="1304160"/>
                  </a:lnTo>
                  <a:lnTo>
                    <a:pt x="3686348" y="1302343"/>
                  </a:lnTo>
                  <a:lnTo>
                    <a:pt x="3688060" y="1315477"/>
                  </a:lnTo>
                  <a:lnTo>
                    <a:pt x="3689771" y="1316901"/>
                  </a:lnTo>
                  <a:lnTo>
                    <a:pt x="3691482" y="1330493"/>
                  </a:lnTo>
                  <a:lnTo>
                    <a:pt x="3693194" y="1206733"/>
                  </a:lnTo>
                  <a:lnTo>
                    <a:pt x="3694905" y="1199611"/>
                  </a:lnTo>
                  <a:lnTo>
                    <a:pt x="3696616" y="1202359"/>
                  </a:lnTo>
                  <a:lnTo>
                    <a:pt x="3698328" y="1197571"/>
                  </a:lnTo>
                  <a:lnTo>
                    <a:pt x="3700039" y="1138141"/>
                  </a:lnTo>
                  <a:lnTo>
                    <a:pt x="3701751" y="992910"/>
                  </a:lnTo>
                  <a:lnTo>
                    <a:pt x="3703462" y="1015202"/>
                  </a:lnTo>
                  <a:lnTo>
                    <a:pt x="3705173" y="1066035"/>
                  </a:lnTo>
                  <a:lnTo>
                    <a:pt x="3706885" y="1039624"/>
                  </a:lnTo>
                  <a:lnTo>
                    <a:pt x="3708596" y="1119874"/>
                  </a:lnTo>
                  <a:lnTo>
                    <a:pt x="3710308" y="1181162"/>
                  </a:lnTo>
                  <a:lnTo>
                    <a:pt x="3712019" y="1223044"/>
                  </a:lnTo>
                  <a:lnTo>
                    <a:pt x="3713730" y="1308710"/>
                  </a:lnTo>
                  <a:lnTo>
                    <a:pt x="3715442" y="1272277"/>
                  </a:lnTo>
                  <a:lnTo>
                    <a:pt x="3717153" y="1282145"/>
                  </a:lnTo>
                  <a:lnTo>
                    <a:pt x="3718865" y="1265696"/>
                  </a:lnTo>
                  <a:lnTo>
                    <a:pt x="3720576" y="1293433"/>
                  </a:lnTo>
                  <a:lnTo>
                    <a:pt x="3722287" y="1369186"/>
                  </a:lnTo>
                  <a:lnTo>
                    <a:pt x="3723999" y="1313725"/>
                  </a:lnTo>
                  <a:lnTo>
                    <a:pt x="3725710" y="1324819"/>
                  </a:lnTo>
                  <a:lnTo>
                    <a:pt x="3727422" y="1323012"/>
                  </a:lnTo>
                  <a:lnTo>
                    <a:pt x="3729133" y="1259598"/>
                  </a:lnTo>
                  <a:lnTo>
                    <a:pt x="3730844" y="1246137"/>
                  </a:lnTo>
                  <a:lnTo>
                    <a:pt x="3732556" y="1245200"/>
                  </a:lnTo>
                  <a:lnTo>
                    <a:pt x="3734267" y="1252291"/>
                  </a:lnTo>
                  <a:lnTo>
                    <a:pt x="3735979" y="1294768"/>
                  </a:lnTo>
                  <a:lnTo>
                    <a:pt x="3737690" y="1284718"/>
                  </a:lnTo>
                  <a:lnTo>
                    <a:pt x="3739401" y="1269045"/>
                  </a:lnTo>
                  <a:lnTo>
                    <a:pt x="3741113" y="1284063"/>
                  </a:lnTo>
                  <a:lnTo>
                    <a:pt x="3742824" y="1268653"/>
                  </a:lnTo>
                  <a:lnTo>
                    <a:pt x="3744536" y="1269498"/>
                  </a:lnTo>
                  <a:lnTo>
                    <a:pt x="3746247" y="1221843"/>
                  </a:lnTo>
                  <a:lnTo>
                    <a:pt x="3747958" y="1204901"/>
                  </a:lnTo>
                  <a:lnTo>
                    <a:pt x="3749670" y="1290070"/>
                  </a:lnTo>
                  <a:lnTo>
                    <a:pt x="3751381" y="1313298"/>
                  </a:lnTo>
                  <a:lnTo>
                    <a:pt x="3753093" y="1295588"/>
                  </a:lnTo>
                  <a:lnTo>
                    <a:pt x="3754804" y="1313374"/>
                  </a:lnTo>
                  <a:lnTo>
                    <a:pt x="3756515" y="1328314"/>
                  </a:lnTo>
                  <a:lnTo>
                    <a:pt x="3758227" y="1360265"/>
                  </a:lnTo>
                  <a:lnTo>
                    <a:pt x="3759938" y="1324192"/>
                  </a:lnTo>
                  <a:lnTo>
                    <a:pt x="3761650" y="1276457"/>
                  </a:lnTo>
                  <a:lnTo>
                    <a:pt x="3763361" y="1318442"/>
                  </a:lnTo>
                  <a:lnTo>
                    <a:pt x="3765072" y="1364414"/>
                  </a:lnTo>
                  <a:lnTo>
                    <a:pt x="3766784" y="1346980"/>
                  </a:lnTo>
                  <a:lnTo>
                    <a:pt x="3768495" y="1336705"/>
                  </a:lnTo>
                  <a:lnTo>
                    <a:pt x="3770207" y="1323758"/>
                  </a:lnTo>
                  <a:lnTo>
                    <a:pt x="3771918" y="1295808"/>
                  </a:lnTo>
                  <a:lnTo>
                    <a:pt x="3773629" y="1293412"/>
                  </a:lnTo>
                  <a:lnTo>
                    <a:pt x="3775341" y="1248418"/>
                  </a:lnTo>
                  <a:lnTo>
                    <a:pt x="3777052" y="1217179"/>
                  </a:lnTo>
                  <a:lnTo>
                    <a:pt x="3778764" y="1110391"/>
                  </a:lnTo>
                  <a:lnTo>
                    <a:pt x="3780475" y="1072871"/>
                  </a:lnTo>
                  <a:lnTo>
                    <a:pt x="3782186" y="1087676"/>
                  </a:lnTo>
                  <a:lnTo>
                    <a:pt x="3783898" y="1166569"/>
                  </a:lnTo>
                  <a:lnTo>
                    <a:pt x="3785609" y="1147928"/>
                  </a:lnTo>
                  <a:lnTo>
                    <a:pt x="3787321" y="1081609"/>
                  </a:lnTo>
                  <a:lnTo>
                    <a:pt x="3789032" y="1121619"/>
                  </a:lnTo>
                  <a:lnTo>
                    <a:pt x="3790743" y="1175720"/>
                  </a:lnTo>
                  <a:lnTo>
                    <a:pt x="3792455" y="1217582"/>
                  </a:lnTo>
                  <a:lnTo>
                    <a:pt x="3794166" y="1204151"/>
                  </a:lnTo>
                  <a:lnTo>
                    <a:pt x="3795877" y="1217449"/>
                  </a:lnTo>
                  <a:lnTo>
                    <a:pt x="3797589" y="1245800"/>
                  </a:lnTo>
                  <a:lnTo>
                    <a:pt x="3799300" y="1269084"/>
                  </a:lnTo>
                  <a:lnTo>
                    <a:pt x="3801012" y="1260165"/>
                  </a:lnTo>
                  <a:lnTo>
                    <a:pt x="3802723" y="1258671"/>
                  </a:lnTo>
                  <a:lnTo>
                    <a:pt x="3804434" y="1265445"/>
                  </a:lnTo>
                  <a:lnTo>
                    <a:pt x="3806146" y="1291393"/>
                  </a:lnTo>
                  <a:lnTo>
                    <a:pt x="3807857" y="1283267"/>
                  </a:lnTo>
                  <a:lnTo>
                    <a:pt x="3809569" y="1253454"/>
                  </a:lnTo>
                  <a:lnTo>
                    <a:pt x="3811280" y="1246221"/>
                  </a:lnTo>
                  <a:lnTo>
                    <a:pt x="3812991" y="1238970"/>
                  </a:lnTo>
                  <a:lnTo>
                    <a:pt x="3814703" y="1250487"/>
                  </a:lnTo>
                  <a:lnTo>
                    <a:pt x="3816414" y="1149454"/>
                  </a:lnTo>
                  <a:lnTo>
                    <a:pt x="3818126" y="1055625"/>
                  </a:lnTo>
                  <a:lnTo>
                    <a:pt x="3819837" y="1102542"/>
                  </a:lnTo>
                  <a:lnTo>
                    <a:pt x="3821548" y="1122481"/>
                  </a:lnTo>
                  <a:lnTo>
                    <a:pt x="3823260" y="1080187"/>
                  </a:lnTo>
                  <a:lnTo>
                    <a:pt x="3824971" y="1043208"/>
                  </a:lnTo>
                  <a:lnTo>
                    <a:pt x="3826683" y="1067001"/>
                  </a:lnTo>
                  <a:lnTo>
                    <a:pt x="3828394" y="1059248"/>
                  </a:lnTo>
                  <a:lnTo>
                    <a:pt x="3830105" y="1189706"/>
                  </a:lnTo>
                  <a:lnTo>
                    <a:pt x="3831817" y="1164491"/>
                  </a:lnTo>
                  <a:lnTo>
                    <a:pt x="3833528" y="1152095"/>
                  </a:lnTo>
                  <a:lnTo>
                    <a:pt x="3835240" y="1230001"/>
                  </a:lnTo>
                  <a:lnTo>
                    <a:pt x="3836951" y="1287664"/>
                  </a:lnTo>
                  <a:lnTo>
                    <a:pt x="3838662" y="1342515"/>
                  </a:lnTo>
                  <a:lnTo>
                    <a:pt x="3840374" y="1347971"/>
                  </a:lnTo>
                  <a:lnTo>
                    <a:pt x="3842085" y="1352932"/>
                  </a:lnTo>
                  <a:lnTo>
                    <a:pt x="3843797" y="1369712"/>
                  </a:lnTo>
                  <a:lnTo>
                    <a:pt x="3845508" y="1337523"/>
                  </a:lnTo>
                  <a:lnTo>
                    <a:pt x="3847219" y="1315581"/>
                  </a:lnTo>
                  <a:lnTo>
                    <a:pt x="3848931" y="1258031"/>
                  </a:lnTo>
                  <a:lnTo>
                    <a:pt x="3850642" y="1198108"/>
                  </a:lnTo>
                  <a:lnTo>
                    <a:pt x="3852354" y="1261682"/>
                  </a:lnTo>
                  <a:lnTo>
                    <a:pt x="3854065" y="1269054"/>
                  </a:lnTo>
                  <a:lnTo>
                    <a:pt x="3855776" y="1270410"/>
                  </a:lnTo>
                  <a:lnTo>
                    <a:pt x="3857488" y="1304476"/>
                  </a:lnTo>
                  <a:lnTo>
                    <a:pt x="3859199" y="1340921"/>
                  </a:lnTo>
                  <a:lnTo>
                    <a:pt x="3860911" y="1347784"/>
                  </a:lnTo>
                  <a:lnTo>
                    <a:pt x="3862622" y="1314109"/>
                  </a:lnTo>
                  <a:lnTo>
                    <a:pt x="3864333" y="1252198"/>
                  </a:lnTo>
                  <a:lnTo>
                    <a:pt x="3866045" y="1209622"/>
                  </a:lnTo>
                  <a:lnTo>
                    <a:pt x="3867756" y="1240017"/>
                  </a:lnTo>
                  <a:lnTo>
                    <a:pt x="3869468" y="1203339"/>
                  </a:lnTo>
                  <a:lnTo>
                    <a:pt x="3871179" y="1229945"/>
                  </a:lnTo>
                  <a:lnTo>
                    <a:pt x="3872890" y="1129009"/>
                  </a:lnTo>
                  <a:lnTo>
                    <a:pt x="3874602" y="1132264"/>
                  </a:lnTo>
                  <a:lnTo>
                    <a:pt x="3876313" y="1095868"/>
                  </a:lnTo>
                  <a:lnTo>
                    <a:pt x="3878025" y="1076023"/>
                  </a:lnTo>
                  <a:lnTo>
                    <a:pt x="3879736" y="1102833"/>
                  </a:lnTo>
                  <a:lnTo>
                    <a:pt x="3881447" y="1190712"/>
                  </a:lnTo>
                  <a:lnTo>
                    <a:pt x="3883159" y="1240617"/>
                  </a:lnTo>
                  <a:lnTo>
                    <a:pt x="3884870" y="1290757"/>
                  </a:lnTo>
                  <a:lnTo>
                    <a:pt x="3886582" y="1332768"/>
                  </a:lnTo>
                  <a:lnTo>
                    <a:pt x="3888293" y="1344580"/>
                  </a:lnTo>
                  <a:lnTo>
                    <a:pt x="3890004" y="1347599"/>
                  </a:lnTo>
                  <a:lnTo>
                    <a:pt x="3891716" y="1353652"/>
                  </a:lnTo>
                  <a:lnTo>
                    <a:pt x="3893427" y="1373784"/>
                  </a:lnTo>
                  <a:lnTo>
                    <a:pt x="3895139" y="1401574"/>
                  </a:lnTo>
                  <a:lnTo>
                    <a:pt x="3896850" y="1393333"/>
                  </a:lnTo>
                  <a:lnTo>
                    <a:pt x="3898561" y="1374743"/>
                  </a:lnTo>
                  <a:lnTo>
                    <a:pt x="3900273" y="1377900"/>
                  </a:lnTo>
                  <a:lnTo>
                    <a:pt x="3901984" y="1399439"/>
                  </a:lnTo>
                  <a:lnTo>
                    <a:pt x="3903695" y="1390156"/>
                  </a:lnTo>
                  <a:lnTo>
                    <a:pt x="3905407" y="1385858"/>
                  </a:lnTo>
                  <a:lnTo>
                    <a:pt x="3907118" y="1385912"/>
                  </a:lnTo>
                  <a:lnTo>
                    <a:pt x="3908830" y="1365227"/>
                  </a:lnTo>
                  <a:lnTo>
                    <a:pt x="3910541" y="1382378"/>
                  </a:lnTo>
                  <a:lnTo>
                    <a:pt x="3912252" y="1364906"/>
                  </a:lnTo>
                  <a:lnTo>
                    <a:pt x="3913964" y="1373153"/>
                  </a:lnTo>
                  <a:lnTo>
                    <a:pt x="3915675" y="1338201"/>
                  </a:lnTo>
                  <a:lnTo>
                    <a:pt x="3917387" y="1333494"/>
                  </a:lnTo>
                  <a:lnTo>
                    <a:pt x="3919098" y="1352554"/>
                  </a:lnTo>
                  <a:lnTo>
                    <a:pt x="3920809" y="1326104"/>
                  </a:lnTo>
                  <a:lnTo>
                    <a:pt x="3922521" y="1227481"/>
                  </a:lnTo>
                  <a:lnTo>
                    <a:pt x="3924232" y="1194095"/>
                  </a:lnTo>
                  <a:lnTo>
                    <a:pt x="3925944" y="1183575"/>
                  </a:lnTo>
                  <a:lnTo>
                    <a:pt x="3927655" y="1224838"/>
                  </a:lnTo>
                  <a:lnTo>
                    <a:pt x="3929366" y="1200498"/>
                  </a:lnTo>
                  <a:lnTo>
                    <a:pt x="3931078" y="1302460"/>
                  </a:lnTo>
                  <a:lnTo>
                    <a:pt x="3932789" y="1309864"/>
                  </a:lnTo>
                  <a:lnTo>
                    <a:pt x="3934501" y="1336705"/>
                  </a:lnTo>
                  <a:lnTo>
                    <a:pt x="3936212" y="1328637"/>
                  </a:lnTo>
                  <a:lnTo>
                    <a:pt x="3937923" y="1337270"/>
                  </a:lnTo>
                  <a:lnTo>
                    <a:pt x="3939635" y="1352642"/>
                  </a:lnTo>
                  <a:lnTo>
                    <a:pt x="3941346" y="1360088"/>
                  </a:lnTo>
                  <a:lnTo>
                    <a:pt x="3943058" y="1295192"/>
                  </a:lnTo>
                  <a:lnTo>
                    <a:pt x="3944769" y="1231392"/>
                  </a:lnTo>
                  <a:lnTo>
                    <a:pt x="3946480" y="1292874"/>
                  </a:lnTo>
                  <a:lnTo>
                    <a:pt x="3948192" y="1259793"/>
                  </a:lnTo>
                  <a:lnTo>
                    <a:pt x="3949903" y="1227928"/>
                  </a:lnTo>
                  <a:lnTo>
                    <a:pt x="3951615" y="1219005"/>
                  </a:lnTo>
                  <a:lnTo>
                    <a:pt x="3953326" y="1276066"/>
                  </a:lnTo>
                  <a:lnTo>
                    <a:pt x="3955037" y="1266698"/>
                  </a:lnTo>
                  <a:lnTo>
                    <a:pt x="3956749" y="1252602"/>
                  </a:lnTo>
                  <a:lnTo>
                    <a:pt x="3958460" y="1266261"/>
                  </a:lnTo>
                  <a:lnTo>
                    <a:pt x="3960172" y="1221783"/>
                  </a:lnTo>
                  <a:lnTo>
                    <a:pt x="3961883" y="1203317"/>
                  </a:lnTo>
                  <a:lnTo>
                    <a:pt x="3963594" y="1288155"/>
                  </a:lnTo>
                  <a:lnTo>
                    <a:pt x="3965306" y="1297940"/>
                  </a:lnTo>
                  <a:lnTo>
                    <a:pt x="3967017" y="1324011"/>
                  </a:lnTo>
                  <a:lnTo>
                    <a:pt x="3968729" y="1315477"/>
                  </a:lnTo>
                  <a:lnTo>
                    <a:pt x="3970440" y="1291525"/>
                  </a:lnTo>
                  <a:lnTo>
                    <a:pt x="3972151" y="1279634"/>
                  </a:lnTo>
                  <a:lnTo>
                    <a:pt x="3973863" y="1245182"/>
                  </a:lnTo>
                  <a:lnTo>
                    <a:pt x="3975574" y="1220072"/>
                  </a:lnTo>
                  <a:lnTo>
                    <a:pt x="3977286" y="1174498"/>
                  </a:lnTo>
                  <a:lnTo>
                    <a:pt x="3978997" y="1101389"/>
                  </a:lnTo>
                  <a:lnTo>
                    <a:pt x="3980708" y="983789"/>
                  </a:lnTo>
                  <a:lnTo>
                    <a:pt x="3982420" y="982820"/>
                  </a:lnTo>
                  <a:lnTo>
                    <a:pt x="3984131" y="912075"/>
                  </a:lnTo>
                  <a:lnTo>
                    <a:pt x="3985843" y="916522"/>
                  </a:lnTo>
                  <a:lnTo>
                    <a:pt x="3987554" y="875429"/>
                  </a:lnTo>
                  <a:lnTo>
                    <a:pt x="3989265" y="979915"/>
                  </a:lnTo>
                  <a:lnTo>
                    <a:pt x="3990977" y="1023046"/>
                  </a:lnTo>
                  <a:lnTo>
                    <a:pt x="3992688" y="1134198"/>
                  </a:lnTo>
                  <a:lnTo>
                    <a:pt x="3994400" y="1230612"/>
                  </a:lnTo>
                  <a:lnTo>
                    <a:pt x="3996111" y="1167238"/>
                  </a:lnTo>
                  <a:lnTo>
                    <a:pt x="3997822" y="1150465"/>
                  </a:lnTo>
                  <a:lnTo>
                    <a:pt x="3999534" y="1109125"/>
                  </a:lnTo>
                  <a:lnTo>
                    <a:pt x="4001245" y="1074849"/>
                  </a:lnTo>
                  <a:lnTo>
                    <a:pt x="4002957" y="1086856"/>
                  </a:lnTo>
                  <a:lnTo>
                    <a:pt x="4004668" y="1110886"/>
                  </a:lnTo>
                  <a:lnTo>
                    <a:pt x="4006379" y="1198767"/>
                  </a:lnTo>
                  <a:lnTo>
                    <a:pt x="4008091" y="1251686"/>
                  </a:lnTo>
                  <a:lnTo>
                    <a:pt x="4009802" y="1285908"/>
                  </a:lnTo>
                  <a:lnTo>
                    <a:pt x="4011513" y="1295241"/>
                  </a:lnTo>
                  <a:lnTo>
                    <a:pt x="4013225" y="1311398"/>
                  </a:lnTo>
                  <a:lnTo>
                    <a:pt x="4014936" y="1359983"/>
                  </a:lnTo>
                  <a:lnTo>
                    <a:pt x="4016648" y="1353431"/>
                  </a:lnTo>
                  <a:lnTo>
                    <a:pt x="4018359" y="1364762"/>
                  </a:lnTo>
                  <a:lnTo>
                    <a:pt x="4020070" y="1367978"/>
                  </a:lnTo>
                  <a:lnTo>
                    <a:pt x="4021782" y="1345847"/>
                  </a:lnTo>
                  <a:lnTo>
                    <a:pt x="4023493" y="1342725"/>
                  </a:lnTo>
                  <a:lnTo>
                    <a:pt x="4025205" y="1344910"/>
                  </a:lnTo>
                  <a:lnTo>
                    <a:pt x="4026916" y="1336225"/>
                  </a:lnTo>
                  <a:lnTo>
                    <a:pt x="4028627" y="1308359"/>
                  </a:lnTo>
                  <a:lnTo>
                    <a:pt x="4030339" y="1252347"/>
                  </a:lnTo>
                  <a:lnTo>
                    <a:pt x="4032050" y="1287936"/>
                  </a:lnTo>
                  <a:lnTo>
                    <a:pt x="4033762" y="1291228"/>
                  </a:lnTo>
                  <a:lnTo>
                    <a:pt x="4035473" y="1285408"/>
                  </a:lnTo>
                  <a:lnTo>
                    <a:pt x="4037184" y="1286445"/>
                  </a:lnTo>
                  <a:lnTo>
                    <a:pt x="4038896" y="1284815"/>
                  </a:lnTo>
                  <a:lnTo>
                    <a:pt x="4040607" y="1298273"/>
                  </a:lnTo>
                  <a:lnTo>
                    <a:pt x="4042319" y="1268593"/>
                  </a:lnTo>
                  <a:lnTo>
                    <a:pt x="4044030" y="1305745"/>
                  </a:lnTo>
                  <a:lnTo>
                    <a:pt x="4045741" y="1307774"/>
                  </a:lnTo>
                  <a:lnTo>
                    <a:pt x="4047453" y="1330766"/>
                  </a:lnTo>
                  <a:lnTo>
                    <a:pt x="4049164" y="1342185"/>
                  </a:lnTo>
                  <a:lnTo>
                    <a:pt x="4050876" y="1342354"/>
                  </a:lnTo>
                  <a:lnTo>
                    <a:pt x="4052587" y="1356670"/>
                  </a:lnTo>
                  <a:lnTo>
                    <a:pt x="4054298" y="1379335"/>
                  </a:lnTo>
                  <a:lnTo>
                    <a:pt x="4056010" y="1409939"/>
                  </a:lnTo>
                  <a:lnTo>
                    <a:pt x="4057721" y="1415108"/>
                  </a:lnTo>
                  <a:lnTo>
                    <a:pt x="4059433" y="1406072"/>
                  </a:lnTo>
                  <a:lnTo>
                    <a:pt x="4061144" y="1418243"/>
                  </a:lnTo>
                  <a:lnTo>
                    <a:pt x="4062855" y="1395529"/>
                  </a:lnTo>
                  <a:lnTo>
                    <a:pt x="4064567" y="1389759"/>
                  </a:lnTo>
                  <a:lnTo>
                    <a:pt x="4066278" y="1351063"/>
                  </a:lnTo>
                  <a:lnTo>
                    <a:pt x="4067990" y="1319571"/>
                  </a:lnTo>
                  <a:lnTo>
                    <a:pt x="4069701" y="1317213"/>
                  </a:lnTo>
                  <a:lnTo>
                    <a:pt x="4071412" y="1319720"/>
                  </a:lnTo>
                  <a:lnTo>
                    <a:pt x="4073124" y="1304011"/>
                  </a:lnTo>
                  <a:lnTo>
                    <a:pt x="4074835" y="1319157"/>
                  </a:lnTo>
                  <a:lnTo>
                    <a:pt x="4076547" y="1352526"/>
                  </a:lnTo>
                  <a:lnTo>
                    <a:pt x="4078258" y="1303936"/>
                  </a:lnTo>
                  <a:lnTo>
                    <a:pt x="4079969" y="1294180"/>
                  </a:lnTo>
                  <a:lnTo>
                    <a:pt x="4081681" y="1259642"/>
                  </a:lnTo>
                  <a:lnTo>
                    <a:pt x="4083392" y="1220487"/>
                  </a:lnTo>
                  <a:lnTo>
                    <a:pt x="4085104" y="1195622"/>
                  </a:lnTo>
                  <a:lnTo>
                    <a:pt x="4086815" y="1233263"/>
                  </a:lnTo>
                  <a:lnTo>
                    <a:pt x="4088526" y="1237763"/>
                  </a:lnTo>
                  <a:lnTo>
                    <a:pt x="4090238" y="1241056"/>
                  </a:lnTo>
                  <a:lnTo>
                    <a:pt x="4091949" y="1233474"/>
                  </a:lnTo>
                  <a:lnTo>
                    <a:pt x="4093661" y="1254144"/>
                  </a:lnTo>
                  <a:lnTo>
                    <a:pt x="4095372" y="1247977"/>
                  </a:lnTo>
                  <a:lnTo>
                    <a:pt x="4097083" y="1214465"/>
                  </a:lnTo>
                  <a:lnTo>
                    <a:pt x="4098795" y="1249839"/>
                  </a:lnTo>
                  <a:lnTo>
                    <a:pt x="4100506" y="1279546"/>
                  </a:lnTo>
                  <a:lnTo>
                    <a:pt x="4102218" y="1289506"/>
                  </a:lnTo>
                  <a:lnTo>
                    <a:pt x="4103929" y="1331964"/>
                  </a:lnTo>
                  <a:lnTo>
                    <a:pt x="4105640" y="1335944"/>
                  </a:lnTo>
                  <a:lnTo>
                    <a:pt x="4107352" y="1368259"/>
                  </a:lnTo>
                  <a:lnTo>
                    <a:pt x="4109063" y="1380873"/>
                  </a:lnTo>
                  <a:lnTo>
                    <a:pt x="4110775" y="1356542"/>
                  </a:lnTo>
                  <a:lnTo>
                    <a:pt x="4112486" y="1325436"/>
                  </a:lnTo>
                  <a:lnTo>
                    <a:pt x="4114197" y="1272814"/>
                  </a:lnTo>
                  <a:lnTo>
                    <a:pt x="4115909" y="1252274"/>
                  </a:lnTo>
                  <a:lnTo>
                    <a:pt x="4117620" y="1316527"/>
                  </a:lnTo>
                  <a:lnTo>
                    <a:pt x="4119331" y="1321138"/>
                  </a:lnTo>
                  <a:lnTo>
                    <a:pt x="4121043" y="1292068"/>
                  </a:lnTo>
                  <a:lnTo>
                    <a:pt x="4122754" y="1229077"/>
                  </a:lnTo>
                  <a:lnTo>
                    <a:pt x="4124466" y="1214531"/>
                  </a:lnTo>
                  <a:lnTo>
                    <a:pt x="4126177" y="1201439"/>
                  </a:lnTo>
                  <a:lnTo>
                    <a:pt x="4127888" y="1171534"/>
                  </a:lnTo>
                  <a:lnTo>
                    <a:pt x="4129600" y="1084696"/>
                  </a:lnTo>
                  <a:lnTo>
                    <a:pt x="4131311" y="1088062"/>
                  </a:lnTo>
                  <a:lnTo>
                    <a:pt x="4133023" y="1087356"/>
                  </a:lnTo>
                  <a:lnTo>
                    <a:pt x="4134734" y="1134937"/>
                  </a:lnTo>
                  <a:lnTo>
                    <a:pt x="4136445" y="1263477"/>
                  </a:lnTo>
                  <a:lnTo>
                    <a:pt x="4138157" y="1248489"/>
                  </a:lnTo>
                  <a:lnTo>
                    <a:pt x="4139868" y="1226780"/>
                  </a:lnTo>
                  <a:lnTo>
                    <a:pt x="4141580" y="1174464"/>
                  </a:lnTo>
                  <a:lnTo>
                    <a:pt x="4143291" y="1206474"/>
                  </a:lnTo>
                  <a:lnTo>
                    <a:pt x="4145002" y="1226509"/>
                  </a:lnTo>
                  <a:lnTo>
                    <a:pt x="4146714" y="1224480"/>
                  </a:lnTo>
                  <a:lnTo>
                    <a:pt x="4148425" y="1177077"/>
                  </a:lnTo>
                  <a:lnTo>
                    <a:pt x="4150137" y="1141178"/>
                  </a:lnTo>
                  <a:lnTo>
                    <a:pt x="4151848" y="1061899"/>
                  </a:lnTo>
                  <a:lnTo>
                    <a:pt x="4153559" y="1008334"/>
                  </a:lnTo>
                  <a:lnTo>
                    <a:pt x="4155271" y="991349"/>
                  </a:lnTo>
                  <a:lnTo>
                    <a:pt x="4156982" y="889497"/>
                  </a:lnTo>
                  <a:lnTo>
                    <a:pt x="4158694" y="847568"/>
                  </a:lnTo>
                  <a:lnTo>
                    <a:pt x="4160405" y="828676"/>
                  </a:lnTo>
                  <a:lnTo>
                    <a:pt x="4162116" y="852264"/>
                  </a:lnTo>
                  <a:lnTo>
                    <a:pt x="4163828" y="845825"/>
                  </a:lnTo>
                  <a:lnTo>
                    <a:pt x="4165539" y="864888"/>
                  </a:lnTo>
                  <a:lnTo>
                    <a:pt x="4167251" y="937674"/>
                  </a:lnTo>
                  <a:lnTo>
                    <a:pt x="4168962" y="961414"/>
                  </a:lnTo>
                  <a:lnTo>
                    <a:pt x="4170673" y="919822"/>
                  </a:lnTo>
                  <a:lnTo>
                    <a:pt x="4172385" y="876849"/>
                  </a:lnTo>
                  <a:lnTo>
                    <a:pt x="4174096" y="908474"/>
                  </a:lnTo>
                  <a:lnTo>
                    <a:pt x="4175808" y="944458"/>
                  </a:lnTo>
                  <a:lnTo>
                    <a:pt x="4177519" y="958313"/>
                  </a:lnTo>
                  <a:lnTo>
                    <a:pt x="4179230" y="1002729"/>
                  </a:lnTo>
                  <a:lnTo>
                    <a:pt x="4180942" y="1057751"/>
                  </a:lnTo>
                  <a:lnTo>
                    <a:pt x="4182653" y="1116751"/>
                  </a:lnTo>
                  <a:lnTo>
                    <a:pt x="4184365" y="1164123"/>
                  </a:lnTo>
                  <a:lnTo>
                    <a:pt x="4186076" y="1204494"/>
                  </a:lnTo>
                  <a:lnTo>
                    <a:pt x="4187787" y="1218968"/>
                  </a:lnTo>
                  <a:lnTo>
                    <a:pt x="4189499" y="1210535"/>
                  </a:lnTo>
                  <a:lnTo>
                    <a:pt x="4191210" y="1081067"/>
                  </a:lnTo>
                  <a:lnTo>
                    <a:pt x="4192922" y="1046241"/>
                  </a:lnTo>
                  <a:lnTo>
                    <a:pt x="4194633" y="1102683"/>
                  </a:lnTo>
                  <a:lnTo>
                    <a:pt x="4196344" y="1045143"/>
                  </a:lnTo>
                  <a:lnTo>
                    <a:pt x="4198056" y="1070281"/>
                  </a:lnTo>
                  <a:lnTo>
                    <a:pt x="4199767" y="1064919"/>
                  </a:lnTo>
                  <a:lnTo>
                    <a:pt x="4201479" y="1141078"/>
                  </a:lnTo>
                  <a:lnTo>
                    <a:pt x="4203190" y="1156936"/>
                  </a:lnTo>
                  <a:lnTo>
                    <a:pt x="4204901" y="1120960"/>
                  </a:lnTo>
                  <a:lnTo>
                    <a:pt x="4206613" y="1064751"/>
                  </a:lnTo>
                  <a:lnTo>
                    <a:pt x="4208324" y="1092135"/>
                  </a:lnTo>
                  <a:lnTo>
                    <a:pt x="4210036" y="1183747"/>
                  </a:lnTo>
                  <a:lnTo>
                    <a:pt x="4211747" y="1195291"/>
                  </a:lnTo>
                  <a:lnTo>
                    <a:pt x="4213458" y="1200448"/>
                  </a:lnTo>
                  <a:lnTo>
                    <a:pt x="4215170" y="1186209"/>
                  </a:lnTo>
                  <a:lnTo>
                    <a:pt x="4216881" y="1191880"/>
                  </a:lnTo>
                  <a:lnTo>
                    <a:pt x="4218592" y="1194561"/>
                  </a:lnTo>
                  <a:lnTo>
                    <a:pt x="4220304" y="1074396"/>
                  </a:lnTo>
                  <a:lnTo>
                    <a:pt x="4222015" y="1000044"/>
                  </a:lnTo>
                  <a:lnTo>
                    <a:pt x="4223727" y="1008779"/>
                  </a:lnTo>
                  <a:lnTo>
                    <a:pt x="4225438" y="1172006"/>
                  </a:lnTo>
                  <a:lnTo>
                    <a:pt x="4227149" y="1175807"/>
                  </a:lnTo>
                  <a:lnTo>
                    <a:pt x="4228861" y="1031471"/>
                  </a:lnTo>
                  <a:lnTo>
                    <a:pt x="4230572" y="1013834"/>
                  </a:lnTo>
                  <a:lnTo>
                    <a:pt x="4232284" y="1082912"/>
                  </a:lnTo>
                  <a:lnTo>
                    <a:pt x="4233995" y="1111871"/>
                  </a:lnTo>
                  <a:lnTo>
                    <a:pt x="4235706" y="1128006"/>
                  </a:lnTo>
                  <a:lnTo>
                    <a:pt x="4237418" y="1055966"/>
                  </a:lnTo>
                  <a:lnTo>
                    <a:pt x="4239129" y="995019"/>
                  </a:lnTo>
                  <a:lnTo>
                    <a:pt x="4240841" y="942363"/>
                  </a:lnTo>
                  <a:lnTo>
                    <a:pt x="4242552" y="919474"/>
                  </a:lnTo>
                  <a:lnTo>
                    <a:pt x="4244263" y="905942"/>
                  </a:lnTo>
                  <a:lnTo>
                    <a:pt x="4245975" y="857693"/>
                  </a:lnTo>
                  <a:lnTo>
                    <a:pt x="4247686" y="891299"/>
                  </a:lnTo>
                  <a:lnTo>
                    <a:pt x="4249398" y="868109"/>
                  </a:lnTo>
                  <a:lnTo>
                    <a:pt x="4251109" y="994187"/>
                  </a:lnTo>
                  <a:lnTo>
                    <a:pt x="4252820" y="998780"/>
                  </a:lnTo>
                  <a:lnTo>
                    <a:pt x="4254532" y="1086889"/>
                  </a:lnTo>
                  <a:lnTo>
                    <a:pt x="4256243" y="1012017"/>
                  </a:lnTo>
                  <a:lnTo>
                    <a:pt x="4257955" y="961016"/>
                  </a:lnTo>
                  <a:lnTo>
                    <a:pt x="4259666" y="952430"/>
                  </a:lnTo>
                  <a:lnTo>
                    <a:pt x="4261377" y="1010517"/>
                  </a:lnTo>
                  <a:lnTo>
                    <a:pt x="4263089" y="1036702"/>
                  </a:lnTo>
                  <a:lnTo>
                    <a:pt x="4264800" y="1092541"/>
                  </a:lnTo>
                  <a:lnTo>
                    <a:pt x="4266512" y="999803"/>
                  </a:lnTo>
                  <a:lnTo>
                    <a:pt x="4268223" y="910445"/>
                  </a:lnTo>
                  <a:lnTo>
                    <a:pt x="4269934" y="868164"/>
                  </a:lnTo>
                  <a:lnTo>
                    <a:pt x="4271646" y="880401"/>
                  </a:lnTo>
                  <a:lnTo>
                    <a:pt x="4273357" y="889411"/>
                  </a:lnTo>
                  <a:lnTo>
                    <a:pt x="4275069" y="919938"/>
                  </a:lnTo>
                  <a:lnTo>
                    <a:pt x="4276780" y="978221"/>
                  </a:lnTo>
                  <a:lnTo>
                    <a:pt x="4278491" y="984496"/>
                  </a:lnTo>
                  <a:lnTo>
                    <a:pt x="4280203" y="1114864"/>
                  </a:lnTo>
                  <a:lnTo>
                    <a:pt x="4281914" y="1114196"/>
                  </a:lnTo>
                  <a:lnTo>
                    <a:pt x="4283626" y="1073131"/>
                  </a:lnTo>
                  <a:lnTo>
                    <a:pt x="4285337" y="987152"/>
                  </a:lnTo>
                  <a:lnTo>
                    <a:pt x="4287048" y="978654"/>
                  </a:lnTo>
                  <a:lnTo>
                    <a:pt x="4288760" y="1053839"/>
                  </a:lnTo>
                  <a:lnTo>
                    <a:pt x="4290471" y="1113285"/>
                  </a:lnTo>
                  <a:lnTo>
                    <a:pt x="4292183" y="986178"/>
                  </a:lnTo>
                  <a:lnTo>
                    <a:pt x="4293894" y="1079380"/>
                  </a:lnTo>
                  <a:lnTo>
                    <a:pt x="4295605" y="1090477"/>
                  </a:lnTo>
                  <a:lnTo>
                    <a:pt x="4297317" y="1257357"/>
                  </a:lnTo>
                  <a:lnTo>
                    <a:pt x="4299028" y="1313315"/>
                  </a:lnTo>
                  <a:lnTo>
                    <a:pt x="4300740" y="1170714"/>
                  </a:lnTo>
                  <a:lnTo>
                    <a:pt x="4302451" y="1169999"/>
                  </a:lnTo>
                  <a:lnTo>
                    <a:pt x="4304162" y="1240137"/>
                  </a:lnTo>
                  <a:lnTo>
                    <a:pt x="4305874" y="1283763"/>
                  </a:lnTo>
                  <a:lnTo>
                    <a:pt x="4307585" y="1275158"/>
                  </a:lnTo>
                  <a:lnTo>
                    <a:pt x="4309297" y="1283670"/>
                  </a:lnTo>
                  <a:lnTo>
                    <a:pt x="4311008" y="1257259"/>
                  </a:lnTo>
                  <a:lnTo>
                    <a:pt x="4312719" y="1240772"/>
                  </a:lnTo>
                  <a:lnTo>
                    <a:pt x="4314431" y="1247341"/>
                  </a:lnTo>
                  <a:lnTo>
                    <a:pt x="4316142" y="1172747"/>
                  </a:lnTo>
                  <a:lnTo>
                    <a:pt x="4317854" y="1098779"/>
                  </a:lnTo>
                  <a:lnTo>
                    <a:pt x="4319565" y="1046486"/>
                  </a:lnTo>
                  <a:lnTo>
                    <a:pt x="4321276" y="1146284"/>
                  </a:lnTo>
                  <a:lnTo>
                    <a:pt x="4322988" y="1159295"/>
                  </a:lnTo>
                  <a:lnTo>
                    <a:pt x="4324699" y="1095505"/>
                  </a:lnTo>
                  <a:lnTo>
                    <a:pt x="4326410" y="982102"/>
                  </a:lnTo>
                  <a:lnTo>
                    <a:pt x="4328122" y="894774"/>
                  </a:lnTo>
                  <a:lnTo>
                    <a:pt x="4329833" y="891641"/>
                  </a:lnTo>
                  <a:lnTo>
                    <a:pt x="4331545" y="899177"/>
                  </a:lnTo>
                  <a:lnTo>
                    <a:pt x="4333256" y="878905"/>
                  </a:lnTo>
                  <a:lnTo>
                    <a:pt x="4334967" y="1006628"/>
                  </a:lnTo>
                  <a:lnTo>
                    <a:pt x="4336679" y="1030430"/>
                  </a:lnTo>
                  <a:lnTo>
                    <a:pt x="4338390" y="1022800"/>
                  </a:lnTo>
                  <a:lnTo>
                    <a:pt x="4340102" y="1001668"/>
                  </a:lnTo>
                  <a:lnTo>
                    <a:pt x="4341813" y="988429"/>
                  </a:lnTo>
                  <a:lnTo>
                    <a:pt x="4343524" y="956577"/>
                  </a:lnTo>
                  <a:lnTo>
                    <a:pt x="4345236" y="905423"/>
                  </a:lnTo>
                  <a:lnTo>
                    <a:pt x="4346947" y="891104"/>
                  </a:lnTo>
                  <a:lnTo>
                    <a:pt x="4348659" y="914068"/>
                  </a:lnTo>
                  <a:lnTo>
                    <a:pt x="4350370" y="934154"/>
                  </a:lnTo>
                  <a:lnTo>
                    <a:pt x="4352081" y="912590"/>
                  </a:lnTo>
                  <a:lnTo>
                    <a:pt x="4353793" y="1000518"/>
                  </a:lnTo>
                  <a:lnTo>
                    <a:pt x="4355504" y="989425"/>
                  </a:lnTo>
                  <a:lnTo>
                    <a:pt x="4357216" y="1052430"/>
                  </a:lnTo>
                  <a:lnTo>
                    <a:pt x="4358927" y="1136255"/>
                  </a:lnTo>
                  <a:lnTo>
                    <a:pt x="4360638" y="1051238"/>
                  </a:lnTo>
                  <a:lnTo>
                    <a:pt x="4362350" y="1031312"/>
                  </a:lnTo>
                  <a:lnTo>
                    <a:pt x="4364061" y="1048807"/>
                  </a:lnTo>
                  <a:lnTo>
                    <a:pt x="4365773" y="1163928"/>
                  </a:lnTo>
                  <a:lnTo>
                    <a:pt x="4367484" y="1223023"/>
                  </a:lnTo>
                  <a:lnTo>
                    <a:pt x="4369195" y="1109056"/>
                  </a:lnTo>
                  <a:lnTo>
                    <a:pt x="4370907" y="1066143"/>
                  </a:lnTo>
                  <a:lnTo>
                    <a:pt x="4372618" y="1153788"/>
                  </a:lnTo>
                  <a:lnTo>
                    <a:pt x="4374330" y="1199486"/>
                  </a:lnTo>
                  <a:lnTo>
                    <a:pt x="4376041" y="1201135"/>
                  </a:lnTo>
                  <a:lnTo>
                    <a:pt x="4377752" y="1132228"/>
                  </a:lnTo>
                  <a:lnTo>
                    <a:pt x="4379464" y="1101651"/>
                  </a:lnTo>
                  <a:lnTo>
                    <a:pt x="4381175" y="1132872"/>
                  </a:lnTo>
                  <a:lnTo>
                    <a:pt x="4382887" y="1265262"/>
                  </a:lnTo>
                  <a:lnTo>
                    <a:pt x="4384598" y="1268812"/>
                  </a:lnTo>
                  <a:lnTo>
                    <a:pt x="4386309" y="1267799"/>
                  </a:lnTo>
                  <a:lnTo>
                    <a:pt x="4388021" y="1266314"/>
                  </a:lnTo>
                  <a:lnTo>
                    <a:pt x="4389732" y="1273967"/>
                  </a:lnTo>
                  <a:lnTo>
                    <a:pt x="4391444" y="1236664"/>
                  </a:lnTo>
                  <a:lnTo>
                    <a:pt x="4393155" y="1208732"/>
                  </a:lnTo>
                  <a:lnTo>
                    <a:pt x="4394866" y="1072976"/>
                  </a:lnTo>
                  <a:lnTo>
                    <a:pt x="4396578" y="1050320"/>
                  </a:lnTo>
                  <a:lnTo>
                    <a:pt x="4398289" y="1076185"/>
                  </a:lnTo>
                  <a:lnTo>
                    <a:pt x="4400001" y="1044212"/>
                  </a:lnTo>
                  <a:lnTo>
                    <a:pt x="4401712" y="977701"/>
                  </a:lnTo>
                  <a:lnTo>
                    <a:pt x="4403423" y="895112"/>
                  </a:lnTo>
                  <a:lnTo>
                    <a:pt x="4405135" y="948075"/>
                  </a:lnTo>
                  <a:lnTo>
                    <a:pt x="4406846" y="937923"/>
                  </a:lnTo>
                  <a:lnTo>
                    <a:pt x="4408558" y="1003322"/>
                  </a:lnTo>
                  <a:lnTo>
                    <a:pt x="4410269" y="1069292"/>
                  </a:lnTo>
                  <a:lnTo>
                    <a:pt x="4411980" y="990630"/>
                  </a:lnTo>
                  <a:lnTo>
                    <a:pt x="4413692" y="955242"/>
                  </a:lnTo>
                  <a:lnTo>
                    <a:pt x="4415403" y="956243"/>
                  </a:lnTo>
                  <a:lnTo>
                    <a:pt x="4417115" y="954942"/>
                  </a:lnTo>
                  <a:lnTo>
                    <a:pt x="4418826" y="943774"/>
                  </a:lnTo>
                  <a:lnTo>
                    <a:pt x="4420537" y="950245"/>
                  </a:lnTo>
                  <a:lnTo>
                    <a:pt x="4422249" y="994417"/>
                  </a:lnTo>
                  <a:lnTo>
                    <a:pt x="4423960" y="1063320"/>
                  </a:lnTo>
                  <a:lnTo>
                    <a:pt x="4425672" y="1197473"/>
                  </a:lnTo>
                  <a:lnTo>
                    <a:pt x="4427383" y="1209022"/>
                  </a:lnTo>
                  <a:lnTo>
                    <a:pt x="4429094" y="1196857"/>
                  </a:lnTo>
                  <a:lnTo>
                    <a:pt x="4430806" y="1181068"/>
                  </a:lnTo>
                  <a:lnTo>
                    <a:pt x="4432517" y="1131594"/>
                  </a:lnTo>
                  <a:lnTo>
                    <a:pt x="4434228" y="1112877"/>
                  </a:lnTo>
                  <a:lnTo>
                    <a:pt x="4435940" y="1043239"/>
                  </a:lnTo>
                  <a:lnTo>
                    <a:pt x="4437651" y="1008749"/>
                  </a:lnTo>
                  <a:lnTo>
                    <a:pt x="4439363" y="1031991"/>
                  </a:lnTo>
                  <a:lnTo>
                    <a:pt x="4441074" y="1101740"/>
                  </a:lnTo>
                  <a:lnTo>
                    <a:pt x="4442785" y="1109331"/>
                  </a:lnTo>
                  <a:lnTo>
                    <a:pt x="4444497" y="1091793"/>
                  </a:lnTo>
                  <a:lnTo>
                    <a:pt x="4446208" y="1005271"/>
                  </a:lnTo>
                  <a:lnTo>
                    <a:pt x="4447920" y="983645"/>
                  </a:lnTo>
                  <a:lnTo>
                    <a:pt x="4449631" y="929922"/>
                  </a:lnTo>
                  <a:lnTo>
                    <a:pt x="4451342" y="958053"/>
                  </a:lnTo>
                  <a:lnTo>
                    <a:pt x="4453054" y="1031376"/>
                  </a:lnTo>
                  <a:lnTo>
                    <a:pt x="4454765" y="1067123"/>
                  </a:lnTo>
                  <a:lnTo>
                    <a:pt x="4456477" y="1131592"/>
                  </a:lnTo>
                  <a:lnTo>
                    <a:pt x="4458188" y="1176466"/>
                  </a:lnTo>
                  <a:lnTo>
                    <a:pt x="4459899" y="1124902"/>
                  </a:lnTo>
                  <a:lnTo>
                    <a:pt x="4461611" y="1145247"/>
                  </a:lnTo>
                  <a:lnTo>
                    <a:pt x="4463322" y="1089619"/>
                  </a:lnTo>
                  <a:lnTo>
                    <a:pt x="4465034" y="1055352"/>
                  </a:lnTo>
                  <a:lnTo>
                    <a:pt x="4466745" y="1007749"/>
                  </a:lnTo>
                  <a:lnTo>
                    <a:pt x="4468456" y="1045056"/>
                  </a:lnTo>
                  <a:lnTo>
                    <a:pt x="4470168" y="1025268"/>
                  </a:lnTo>
                  <a:lnTo>
                    <a:pt x="4471879" y="1014370"/>
                  </a:lnTo>
                  <a:lnTo>
                    <a:pt x="4473591" y="817450"/>
                  </a:lnTo>
                  <a:lnTo>
                    <a:pt x="4475302" y="816346"/>
                  </a:lnTo>
                  <a:lnTo>
                    <a:pt x="4477013" y="864174"/>
                  </a:lnTo>
                  <a:lnTo>
                    <a:pt x="4478725" y="842460"/>
                  </a:lnTo>
                  <a:lnTo>
                    <a:pt x="4480436" y="892487"/>
                  </a:lnTo>
                  <a:lnTo>
                    <a:pt x="4482148" y="895561"/>
                  </a:lnTo>
                  <a:lnTo>
                    <a:pt x="4483859" y="850936"/>
                  </a:lnTo>
                  <a:lnTo>
                    <a:pt x="4485570" y="944502"/>
                  </a:lnTo>
                  <a:lnTo>
                    <a:pt x="4487282" y="896199"/>
                  </a:lnTo>
                  <a:lnTo>
                    <a:pt x="4488993" y="921075"/>
                  </a:lnTo>
                  <a:lnTo>
                    <a:pt x="4490705" y="941159"/>
                  </a:lnTo>
                  <a:lnTo>
                    <a:pt x="4492416" y="1048769"/>
                  </a:lnTo>
                  <a:lnTo>
                    <a:pt x="4494127" y="1067760"/>
                  </a:lnTo>
                  <a:lnTo>
                    <a:pt x="4495839" y="1011143"/>
                  </a:lnTo>
                  <a:lnTo>
                    <a:pt x="4497550" y="1041689"/>
                  </a:lnTo>
                  <a:lnTo>
                    <a:pt x="4499262" y="1116819"/>
                  </a:lnTo>
                  <a:lnTo>
                    <a:pt x="4500973" y="1184775"/>
                  </a:lnTo>
                  <a:lnTo>
                    <a:pt x="4502684" y="1223137"/>
                  </a:lnTo>
                  <a:lnTo>
                    <a:pt x="4504396" y="1210750"/>
                  </a:lnTo>
                  <a:lnTo>
                    <a:pt x="4506107" y="1200026"/>
                  </a:lnTo>
                  <a:lnTo>
                    <a:pt x="4507819" y="1215516"/>
                  </a:lnTo>
                  <a:lnTo>
                    <a:pt x="4509530" y="1174472"/>
                  </a:lnTo>
                  <a:lnTo>
                    <a:pt x="4511241" y="1137957"/>
                  </a:lnTo>
                  <a:lnTo>
                    <a:pt x="4512953" y="1240822"/>
                  </a:lnTo>
                  <a:lnTo>
                    <a:pt x="4514664" y="1257440"/>
                  </a:lnTo>
                  <a:lnTo>
                    <a:pt x="4516376" y="1272497"/>
                  </a:lnTo>
                  <a:lnTo>
                    <a:pt x="4518087" y="1280016"/>
                  </a:lnTo>
                  <a:lnTo>
                    <a:pt x="4519798" y="1255137"/>
                  </a:lnTo>
                  <a:lnTo>
                    <a:pt x="4521510" y="1245966"/>
                  </a:lnTo>
                  <a:lnTo>
                    <a:pt x="4523221" y="1215114"/>
                  </a:lnTo>
                  <a:lnTo>
                    <a:pt x="4524933" y="1202696"/>
                  </a:lnTo>
                  <a:lnTo>
                    <a:pt x="4526644" y="1234854"/>
                  </a:lnTo>
                  <a:lnTo>
                    <a:pt x="4528355" y="1204983"/>
                  </a:lnTo>
                  <a:lnTo>
                    <a:pt x="4530067" y="1202335"/>
                  </a:lnTo>
                  <a:lnTo>
                    <a:pt x="4531778" y="1190239"/>
                  </a:lnTo>
                  <a:lnTo>
                    <a:pt x="4533489" y="1237758"/>
                  </a:lnTo>
                  <a:lnTo>
                    <a:pt x="4535201" y="1296298"/>
                  </a:lnTo>
                  <a:lnTo>
                    <a:pt x="4536912" y="1266590"/>
                  </a:lnTo>
                  <a:lnTo>
                    <a:pt x="4538624" y="1261372"/>
                  </a:lnTo>
                  <a:lnTo>
                    <a:pt x="4540335" y="1284771"/>
                  </a:lnTo>
                  <a:lnTo>
                    <a:pt x="4542046" y="1322909"/>
                  </a:lnTo>
                  <a:lnTo>
                    <a:pt x="4543758" y="1319871"/>
                  </a:lnTo>
                  <a:lnTo>
                    <a:pt x="4545469" y="1308351"/>
                  </a:lnTo>
                  <a:lnTo>
                    <a:pt x="4547181" y="1305394"/>
                  </a:lnTo>
                  <a:lnTo>
                    <a:pt x="4548892" y="1298663"/>
                  </a:lnTo>
                  <a:lnTo>
                    <a:pt x="4550603" y="1245066"/>
                  </a:lnTo>
                  <a:lnTo>
                    <a:pt x="4552315" y="1177247"/>
                  </a:lnTo>
                  <a:lnTo>
                    <a:pt x="4554026" y="1230414"/>
                  </a:lnTo>
                  <a:lnTo>
                    <a:pt x="4555738" y="1257747"/>
                  </a:lnTo>
                  <a:lnTo>
                    <a:pt x="4557449" y="1285785"/>
                  </a:lnTo>
                  <a:lnTo>
                    <a:pt x="4559160" y="1278444"/>
                  </a:lnTo>
                  <a:lnTo>
                    <a:pt x="4560872" y="1286389"/>
                  </a:lnTo>
                  <a:lnTo>
                    <a:pt x="4562583" y="1296877"/>
                  </a:lnTo>
                  <a:lnTo>
                    <a:pt x="4564295" y="1337161"/>
                  </a:lnTo>
                  <a:lnTo>
                    <a:pt x="4566006" y="1356317"/>
                  </a:lnTo>
                  <a:lnTo>
                    <a:pt x="4567717" y="1309743"/>
                  </a:lnTo>
                  <a:lnTo>
                    <a:pt x="4569429" y="1302552"/>
                  </a:lnTo>
                  <a:lnTo>
                    <a:pt x="4571140" y="1348356"/>
                  </a:lnTo>
                  <a:lnTo>
                    <a:pt x="4572852" y="1363046"/>
                  </a:lnTo>
                  <a:lnTo>
                    <a:pt x="4574563" y="1324749"/>
                  </a:lnTo>
                  <a:lnTo>
                    <a:pt x="4576274" y="1240111"/>
                  </a:lnTo>
                  <a:lnTo>
                    <a:pt x="4577986" y="1334963"/>
                  </a:lnTo>
                  <a:lnTo>
                    <a:pt x="4579697" y="1364266"/>
                  </a:lnTo>
                  <a:lnTo>
                    <a:pt x="4581409" y="1368222"/>
                  </a:lnTo>
                  <a:lnTo>
                    <a:pt x="4583120" y="1334831"/>
                  </a:lnTo>
                  <a:lnTo>
                    <a:pt x="4584831" y="1387373"/>
                  </a:lnTo>
                  <a:lnTo>
                    <a:pt x="4586543" y="1372114"/>
                  </a:lnTo>
                  <a:lnTo>
                    <a:pt x="4588254" y="1386360"/>
                  </a:lnTo>
                  <a:lnTo>
                    <a:pt x="4589966" y="1384351"/>
                  </a:lnTo>
                  <a:lnTo>
                    <a:pt x="4591677" y="1379702"/>
                  </a:lnTo>
                  <a:lnTo>
                    <a:pt x="4593388" y="1356023"/>
                  </a:lnTo>
                  <a:lnTo>
                    <a:pt x="4595100" y="1330467"/>
                  </a:lnTo>
                  <a:lnTo>
                    <a:pt x="4596811" y="1309877"/>
                  </a:lnTo>
                  <a:lnTo>
                    <a:pt x="4598523" y="1268231"/>
                  </a:lnTo>
                  <a:lnTo>
                    <a:pt x="4600234" y="1277332"/>
                  </a:lnTo>
                  <a:lnTo>
                    <a:pt x="4601945" y="1294850"/>
                  </a:lnTo>
                  <a:lnTo>
                    <a:pt x="4603657" y="1284175"/>
                  </a:lnTo>
                  <a:lnTo>
                    <a:pt x="4605368" y="1287911"/>
                  </a:lnTo>
                  <a:lnTo>
                    <a:pt x="4607080" y="1252804"/>
                  </a:lnTo>
                  <a:lnTo>
                    <a:pt x="4608791" y="1133066"/>
                  </a:lnTo>
                  <a:lnTo>
                    <a:pt x="4610502" y="1087122"/>
                  </a:lnTo>
                  <a:lnTo>
                    <a:pt x="4612214" y="1175556"/>
                  </a:lnTo>
                  <a:lnTo>
                    <a:pt x="4613925" y="1176167"/>
                  </a:lnTo>
                  <a:lnTo>
                    <a:pt x="4615637" y="1153297"/>
                  </a:lnTo>
                  <a:lnTo>
                    <a:pt x="4617348" y="1184621"/>
                  </a:lnTo>
                  <a:lnTo>
                    <a:pt x="4619059" y="1190271"/>
                  </a:lnTo>
                  <a:lnTo>
                    <a:pt x="4620771" y="1204183"/>
                  </a:lnTo>
                  <a:lnTo>
                    <a:pt x="4622482" y="1189308"/>
                  </a:lnTo>
                  <a:lnTo>
                    <a:pt x="4624194" y="1211837"/>
                  </a:lnTo>
                  <a:lnTo>
                    <a:pt x="4625905" y="1234819"/>
                  </a:lnTo>
                  <a:lnTo>
                    <a:pt x="4627616" y="1239044"/>
                  </a:lnTo>
                  <a:lnTo>
                    <a:pt x="4629328" y="1274095"/>
                  </a:lnTo>
                  <a:lnTo>
                    <a:pt x="4631039" y="1270998"/>
                  </a:lnTo>
                  <a:lnTo>
                    <a:pt x="4632751" y="1263196"/>
                  </a:lnTo>
                  <a:lnTo>
                    <a:pt x="4634462" y="1270340"/>
                  </a:lnTo>
                  <a:lnTo>
                    <a:pt x="4636173" y="1213309"/>
                  </a:lnTo>
                  <a:lnTo>
                    <a:pt x="4637885" y="1188015"/>
                  </a:lnTo>
                  <a:lnTo>
                    <a:pt x="4639596" y="1168187"/>
                  </a:lnTo>
                  <a:lnTo>
                    <a:pt x="4641307" y="1147572"/>
                  </a:lnTo>
                  <a:lnTo>
                    <a:pt x="4643019" y="1097959"/>
                  </a:lnTo>
                  <a:lnTo>
                    <a:pt x="4644730" y="1145605"/>
                  </a:lnTo>
                  <a:lnTo>
                    <a:pt x="4646442" y="1222615"/>
                  </a:lnTo>
                  <a:lnTo>
                    <a:pt x="4648153" y="1219413"/>
                  </a:lnTo>
                  <a:lnTo>
                    <a:pt x="4649864" y="1239535"/>
                  </a:lnTo>
                  <a:lnTo>
                    <a:pt x="4651576" y="1214772"/>
                  </a:lnTo>
                  <a:lnTo>
                    <a:pt x="4653287" y="1209767"/>
                  </a:lnTo>
                  <a:lnTo>
                    <a:pt x="4654999" y="1161672"/>
                  </a:lnTo>
                  <a:lnTo>
                    <a:pt x="4656710" y="1134278"/>
                  </a:lnTo>
                  <a:lnTo>
                    <a:pt x="4658421" y="1186632"/>
                  </a:lnTo>
                  <a:lnTo>
                    <a:pt x="4660133" y="1259549"/>
                  </a:lnTo>
                  <a:lnTo>
                    <a:pt x="4661844" y="1349057"/>
                  </a:lnTo>
                  <a:lnTo>
                    <a:pt x="4663556" y="1323059"/>
                  </a:lnTo>
                  <a:lnTo>
                    <a:pt x="4665267" y="1314517"/>
                  </a:lnTo>
                  <a:lnTo>
                    <a:pt x="4666978" y="1350962"/>
                  </a:lnTo>
                  <a:lnTo>
                    <a:pt x="4668690" y="1292042"/>
                  </a:lnTo>
                  <a:lnTo>
                    <a:pt x="4670401" y="1322083"/>
                  </a:lnTo>
                  <a:lnTo>
                    <a:pt x="4672113" y="1272004"/>
                  </a:lnTo>
                  <a:lnTo>
                    <a:pt x="4673824" y="1177516"/>
                  </a:lnTo>
                  <a:lnTo>
                    <a:pt x="4675535" y="1160849"/>
                  </a:lnTo>
                  <a:lnTo>
                    <a:pt x="4677247" y="1085390"/>
                  </a:lnTo>
                  <a:lnTo>
                    <a:pt x="4678958" y="1214401"/>
                  </a:lnTo>
                  <a:lnTo>
                    <a:pt x="4680670" y="1200841"/>
                  </a:lnTo>
                  <a:lnTo>
                    <a:pt x="4682381" y="1243148"/>
                  </a:lnTo>
                  <a:lnTo>
                    <a:pt x="4684092" y="1298294"/>
                  </a:lnTo>
                  <a:lnTo>
                    <a:pt x="4685804" y="1309782"/>
                  </a:lnTo>
                  <a:lnTo>
                    <a:pt x="4687515" y="1386683"/>
                  </a:lnTo>
                  <a:lnTo>
                    <a:pt x="4689227" y="1382354"/>
                  </a:lnTo>
                  <a:lnTo>
                    <a:pt x="4690938" y="1359121"/>
                  </a:lnTo>
                  <a:lnTo>
                    <a:pt x="4692649" y="1313011"/>
                  </a:lnTo>
                  <a:lnTo>
                    <a:pt x="4694361" y="1302252"/>
                  </a:lnTo>
                  <a:lnTo>
                    <a:pt x="4696072" y="1314474"/>
                  </a:lnTo>
                  <a:lnTo>
                    <a:pt x="4697784" y="1200091"/>
                  </a:lnTo>
                  <a:lnTo>
                    <a:pt x="4699495" y="1135453"/>
                  </a:lnTo>
                  <a:lnTo>
                    <a:pt x="4701206" y="1137912"/>
                  </a:lnTo>
                  <a:lnTo>
                    <a:pt x="4702918" y="1246981"/>
                  </a:lnTo>
                  <a:lnTo>
                    <a:pt x="4704629" y="1245252"/>
                  </a:lnTo>
                  <a:lnTo>
                    <a:pt x="4706341" y="1243882"/>
                  </a:lnTo>
                  <a:lnTo>
                    <a:pt x="4708052" y="1210870"/>
                  </a:lnTo>
                  <a:lnTo>
                    <a:pt x="4709763" y="1152767"/>
                  </a:lnTo>
                  <a:lnTo>
                    <a:pt x="4711475" y="1109513"/>
                  </a:lnTo>
                  <a:lnTo>
                    <a:pt x="4713186" y="1120333"/>
                  </a:lnTo>
                  <a:lnTo>
                    <a:pt x="4714898" y="1157661"/>
                  </a:lnTo>
                  <a:lnTo>
                    <a:pt x="4716609" y="1172154"/>
                  </a:lnTo>
                  <a:lnTo>
                    <a:pt x="4718320" y="1263944"/>
                  </a:lnTo>
                  <a:lnTo>
                    <a:pt x="4720032" y="1196280"/>
                  </a:lnTo>
                  <a:lnTo>
                    <a:pt x="4721743" y="1244084"/>
                  </a:lnTo>
                  <a:lnTo>
                    <a:pt x="4723455" y="1221708"/>
                  </a:lnTo>
                  <a:lnTo>
                    <a:pt x="4725166" y="1289554"/>
                  </a:lnTo>
                  <a:lnTo>
                    <a:pt x="4726877" y="1314600"/>
                  </a:lnTo>
                  <a:lnTo>
                    <a:pt x="4728589" y="1340777"/>
                  </a:lnTo>
                  <a:lnTo>
                    <a:pt x="4730300" y="1375045"/>
                  </a:lnTo>
                  <a:lnTo>
                    <a:pt x="4732012" y="1382262"/>
                  </a:lnTo>
                  <a:lnTo>
                    <a:pt x="4733723" y="1388137"/>
                  </a:lnTo>
                  <a:lnTo>
                    <a:pt x="4735434" y="1391756"/>
                  </a:lnTo>
                  <a:lnTo>
                    <a:pt x="4737146" y="1376777"/>
                  </a:lnTo>
                  <a:lnTo>
                    <a:pt x="4738857" y="1408104"/>
                  </a:lnTo>
                  <a:lnTo>
                    <a:pt x="4740569" y="1407495"/>
                  </a:lnTo>
                  <a:lnTo>
                    <a:pt x="4742280" y="1434405"/>
                  </a:lnTo>
                  <a:lnTo>
                    <a:pt x="4743991" y="1402754"/>
                  </a:lnTo>
                  <a:lnTo>
                    <a:pt x="4745703" y="1416123"/>
                  </a:lnTo>
                  <a:lnTo>
                    <a:pt x="4747414" y="1391343"/>
                  </a:lnTo>
                  <a:lnTo>
                    <a:pt x="4749125" y="1378900"/>
                  </a:lnTo>
                  <a:lnTo>
                    <a:pt x="4750837" y="1394252"/>
                  </a:lnTo>
                  <a:lnTo>
                    <a:pt x="4752548" y="1410793"/>
                  </a:lnTo>
                  <a:lnTo>
                    <a:pt x="4754260" y="1435793"/>
                  </a:lnTo>
                  <a:lnTo>
                    <a:pt x="4755971" y="1460411"/>
                  </a:lnTo>
                  <a:lnTo>
                    <a:pt x="4757682" y="1453241"/>
                  </a:lnTo>
                  <a:lnTo>
                    <a:pt x="4759394" y="1458891"/>
                  </a:lnTo>
                  <a:lnTo>
                    <a:pt x="4761105" y="1461986"/>
                  </a:lnTo>
                  <a:lnTo>
                    <a:pt x="4761105" y="1461986"/>
                  </a:lnTo>
                  <a:lnTo>
                    <a:pt x="4762817" y="1461986"/>
                  </a:lnTo>
                  <a:lnTo>
                    <a:pt x="4764528" y="1461986"/>
                  </a:lnTo>
                  <a:lnTo>
                    <a:pt x="4766239" y="1461986"/>
                  </a:lnTo>
                  <a:lnTo>
                    <a:pt x="4767951" y="1461986"/>
                  </a:lnTo>
                  <a:lnTo>
                    <a:pt x="4769662" y="1461986"/>
                  </a:lnTo>
                  <a:lnTo>
                    <a:pt x="4771374" y="1458195"/>
                  </a:lnTo>
                  <a:lnTo>
                    <a:pt x="4773085" y="1436984"/>
                  </a:lnTo>
                  <a:lnTo>
                    <a:pt x="4774796" y="1404129"/>
                  </a:lnTo>
                  <a:lnTo>
                    <a:pt x="4776508" y="1403403"/>
                  </a:lnTo>
                  <a:lnTo>
                    <a:pt x="4778219" y="1370717"/>
                  </a:lnTo>
                  <a:lnTo>
                    <a:pt x="4779931" y="1349649"/>
                  </a:lnTo>
                  <a:lnTo>
                    <a:pt x="4781642" y="1319611"/>
                  </a:lnTo>
                  <a:lnTo>
                    <a:pt x="4783353" y="1280090"/>
                  </a:lnTo>
                  <a:lnTo>
                    <a:pt x="4785065" y="1214841"/>
                  </a:lnTo>
                  <a:lnTo>
                    <a:pt x="4786776" y="1166434"/>
                  </a:lnTo>
                  <a:lnTo>
                    <a:pt x="4788488" y="1248123"/>
                  </a:lnTo>
                  <a:lnTo>
                    <a:pt x="4790199" y="1273676"/>
                  </a:lnTo>
                  <a:lnTo>
                    <a:pt x="4791910" y="1351383"/>
                  </a:lnTo>
                  <a:lnTo>
                    <a:pt x="4793622" y="1328786"/>
                  </a:lnTo>
                  <a:lnTo>
                    <a:pt x="4795333" y="1199923"/>
                  </a:lnTo>
                  <a:lnTo>
                    <a:pt x="4797045" y="1313458"/>
                  </a:lnTo>
                  <a:lnTo>
                    <a:pt x="4798756" y="1331958"/>
                  </a:lnTo>
                  <a:lnTo>
                    <a:pt x="4800467" y="1409406"/>
                  </a:lnTo>
                  <a:lnTo>
                    <a:pt x="4802179" y="1375027"/>
                  </a:lnTo>
                  <a:lnTo>
                    <a:pt x="4803890" y="1360678"/>
                  </a:lnTo>
                  <a:lnTo>
                    <a:pt x="4805602" y="1392512"/>
                  </a:lnTo>
                  <a:lnTo>
                    <a:pt x="4807313" y="1334997"/>
                  </a:lnTo>
                  <a:lnTo>
                    <a:pt x="4809024" y="1363134"/>
                  </a:lnTo>
                  <a:lnTo>
                    <a:pt x="4810736" y="1367560"/>
                  </a:lnTo>
                  <a:lnTo>
                    <a:pt x="4812447" y="1318648"/>
                  </a:lnTo>
                  <a:lnTo>
                    <a:pt x="4814159" y="1265168"/>
                  </a:lnTo>
                  <a:lnTo>
                    <a:pt x="4815870" y="1320522"/>
                  </a:lnTo>
                  <a:lnTo>
                    <a:pt x="4817581" y="1356767"/>
                  </a:lnTo>
                  <a:lnTo>
                    <a:pt x="4819293" y="1350798"/>
                  </a:lnTo>
                  <a:lnTo>
                    <a:pt x="4821004" y="1317470"/>
                  </a:lnTo>
                  <a:lnTo>
                    <a:pt x="4822716" y="1271026"/>
                  </a:lnTo>
                  <a:lnTo>
                    <a:pt x="4824427" y="1269940"/>
                  </a:lnTo>
                  <a:lnTo>
                    <a:pt x="4826138" y="1283379"/>
                  </a:lnTo>
                  <a:lnTo>
                    <a:pt x="4827850" y="1217352"/>
                  </a:lnTo>
                  <a:lnTo>
                    <a:pt x="4829561" y="1194708"/>
                  </a:lnTo>
                  <a:lnTo>
                    <a:pt x="4831273" y="1216559"/>
                  </a:lnTo>
                  <a:lnTo>
                    <a:pt x="4832984" y="1304996"/>
                  </a:lnTo>
                  <a:lnTo>
                    <a:pt x="4834695" y="1321973"/>
                  </a:lnTo>
                  <a:lnTo>
                    <a:pt x="4836407" y="1265243"/>
                  </a:lnTo>
                  <a:lnTo>
                    <a:pt x="4838118" y="1174825"/>
                  </a:lnTo>
                  <a:lnTo>
                    <a:pt x="4839830" y="1087887"/>
                  </a:lnTo>
                  <a:lnTo>
                    <a:pt x="4841541" y="1074313"/>
                  </a:lnTo>
                  <a:lnTo>
                    <a:pt x="4843252" y="1068437"/>
                  </a:lnTo>
                  <a:lnTo>
                    <a:pt x="4844964" y="1039046"/>
                  </a:lnTo>
                  <a:lnTo>
                    <a:pt x="4846675" y="1127030"/>
                  </a:lnTo>
                  <a:lnTo>
                    <a:pt x="4848387" y="1094641"/>
                  </a:lnTo>
                  <a:lnTo>
                    <a:pt x="4850098" y="1197865"/>
                  </a:lnTo>
                  <a:lnTo>
                    <a:pt x="4851809" y="1243996"/>
                  </a:lnTo>
                  <a:lnTo>
                    <a:pt x="4853521" y="1249977"/>
                  </a:lnTo>
                  <a:lnTo>
                    <a:pt x="4855232" y="1243964"/>
                  </a:lnTo>
                  <a:lnTo>
                    <a:pt x="4856943" y="1227675"/>
                  </a:lnTo>
                  <a:lnTo>
                    <a:pt x="4858655" y="1197750"/>
                  </a:lnTo>
                  <a:lnTo>
                    <a:pt x="4860366" y="1236200"/>
                  </a:lnTo>
                  <a:lnTo>
                    <a:pt x="4862078" y="1226821"/>
                  </a:lnTo>
                  <a:lnTo>
                    <a:pt x="4863789" y="1254677"/>
                  </a:lnTo>
                  <a:lnTo>
                    <a:pt x="4865500" y="1274453"/>
                  </a:lnTo>
                  <a:lnTo>
                    <a:pt x="4867212" y="1275542"/>
                  </a:lnTo>
                  <a:lnTo>
                    <a:pt x="4868923" y="1250841"/>
                  </a:lnTo>
                  <a:lnTo>
                    <a:pt x="4870635" y="1236403"/>
                  </a:lnTo>
                  <a:lnTo>
                    <a:pt x="4872346" y="1130012"/>
                  </a:lnTo>
                  <a:lnTo>
                    <a:pt x="4874057" y="1120280"/>
                  </a:lnTo>
                  <a:lnTo>
                    <a:pt x="4875769" y="1076606"/>
                  </a:lnTo>
                  <a:lnTo>
                    <a:pt x="4877480" y="1090496"/>
                  </a:lnTo>
                  <a:lnTo>
                    <a:pt x="4879192" y="1196635"/>
                  </a:lnTo>
                  <a:lnTo>
                    <a:pt x="4880903" y="1164104"/>
                  </a:lnTo>
                  <a:lnTo>
                    <a:pt x="4882614" y="1071092"/>
                  </a:lnTo>
                  <a:lnTo>
                    <a:pt x="4884326" y="1074580"/>
                  </a:lnTo>
                  <a:lnTo>
                    <a:pt x="4886037" y="1131499"/>
                  </a:lnTo>
                  <a:lnTo>
                    <a:pt x="4887749" y="1168315"/>
                  </a:lnTo>
                  <a:lnTo>
                    <a:pt x="4889460" y="1212572"/>
                  </a:lnTo>
                  <a:lnTo>
                    <a:pt x="4891171" y="1217985"/>
                  </a:lnTo>
                  <a:lnTo>
                    <a:pt x="4892883" y="1207952"/>
                  </a:lnTo>
                  <a:lnTo>
                    <a:pt x="4894594" y="1144523"/>
                  </a:lnTo>
                  <a:lnTo>
                    <a:pt x="4896306" y="1120143"/>
                  </a:lnTo>
                  <a:lnTo>
                    <a:pt x="4898017" y="1132227"/>
                  </a:lnTo>
                  <a:lnTo>
                    <a:pt x="4899728" y="1096472"/>
                  </a:lnTo>
                  <a:lnTo>
                    <a:pt x="4901440" y="1116392"/>
                  </a:lnTo>
                  <a:lnTo>
                    <a:pt x="4903151" y="1230253"/>
                  </a:lnTo>
                  <a:lnTo>
                    <a:pt x="4904863" y="1240450"/>
                  </a:lnTo>
                  <a:lnTo>
                    <a:pt x="4906574" y="1194377"/>
                  </a:lnTo>
                  <a:lnTo>
                    <a:pt x="4908285" y="1168198"/>
                  </a:lnTo>
                  <a:lnTo>
                    <a:pt x="4909997" y="1169151"/>
                  </a:lnTo>
                  <a:lnTo>
                    <a:pt x="4911708" y="1235188"/>
                  </a:lnTo>
                  <a:lnTo>
                    <a:pt x="4913420" y="1231268"/>
                  </a:lnTo>
                  <a:lnTo>
                    <a:pt x="4915131" y="1277426"/>
                  </a:lnTo>
                  <a:lnTo>
                    <a:pt x="4916842" y="1332858"/>
                  </a:lnTo>
                  <a:lnTo>
                    <a:pt x="4918554" y="1344708"/>
                  </a:lnTo>
                  <a:lnTo>
                    <a:pt x="4920265" y="1330666"/>
                  </a:lnTo>
                  <a:lnTo>
                    <a:pt x="4921977" y="1345588"/>
                  </a:lnTo>
                  <a:lnTo>
                    <a:pt x="4923688" y="1334872"/>
                  </a:lnTo>
                  <a:lnTo>
                    <a:pt x="4925399" y="1328498"/>
                  </a:lnTo>
                  <a:lnTo>
                    <a:pt x="4927111" y="1358427"/>
                  </a:lnTo>
                  <a:lnTo>
                    <a:pt x="4928822" y="1361681"/>
                  </a:lnTo>
                  <a:lnTo>
                    <a:pt x="4930534" y="1367867"/>
                  </a:lnTo>
                  <a:lnTo>
                    <a:pt x="4932245" y="1379378"/>
                  </a:lnTo>
                  <a:lnTo>
                    <a:pt x="4933956" y="1402984"/>
                  </a:lnTo>
                  <a:lnTo>
                    <a:pt x="4935668" y="1414951"/>
                  </a:lnTo>
                  <a:lnTo>
                    <a:pt x="4937379" y="1430470"/>
                  </a:lnTo>
                  <a:lnTo>
                    <a:pt x="4939091" y="1433640"/>
                  </a:lnTo>
                  <a:lnTo>
                    <a:pt x="4940802" y="1432969"/>
                  </a:lnTo>
                  <a:lnTo>
                    <a:pt x="4942513" y="1416713"/>
                  </a:lnTo>
                  <a:lnTo>
                    <a:pt x="4944225" y="1417467"/>
                  </a:lnTo>
                  <a:lnTo>
                    <a:pt x="4945936" y="1407142"/>
                  </a:lnTo>
                  <a:lnTo>
                    <a:pt x="4947648" y="1407390"/>
                  </a:lnTo>
                  <a:lnTo>
                    <a:pt x="4949359" y="1393463"/>
                  </a:lnTo>
                  <a:lnTo>
                    <a:pt x="4951070" y="1378951"/>
                  </a:lnTo>
                  <a:lnTo>
                    <a:pt x="4952782" y="1363027"/>
                  </a:lnTo>
                  <a:lnTo>
                    <a:pt x="4954493" y="1345700"/>
                  </a:lnTo>
                  <a:lnTo>
                    <a:pt x="4956204" y="1368289"/>
                  </a:lnTo>
                  <a:lnTo>
                    <a:pt x="4957916" y="1389205"/>
                  </a:lnTo>
                  <a:lnTo>
                    <a:pt x="4959627" y="1392580"/>
                  </a:lnTo>
                  <a:lnTo>
                    <a:pt x="4961339" y="1370053"/>
                  </a:lnTo>
                  <a:lnTo>
                    <a:pt x="4963050" y="1329878"/>
                  </a:lnTo>
                  <a:lnTo>
                    <a:pt x="4964761" y="1288642"/>
                  </a:lnTo>
                  <a:lnTo>
                    <a:pt x="4966473" y="1233437"/>
                  </a:lnTo>
                  <a:lnTo>
                    <a:pt x="4968184" y="1155313"/>
                  </a:lnTo>
                  <a:lnTo>
                    <a:pt x="4969896" y="1120141"/>
                  </a:lnTo>
                  <a:lnTo>
                    <a:pt x="4971607" y="1048388"/>
                  </a:lnTo>
                  <a:lnTo>
                    <a:pt x="4973318" y="1054056"/>
                  </a:lnTo>
                  <a:lnTo>
                    <a:pt x="4975030" y="1122628"/>
                  </a:lnTo>
                  <a:lnTo>
                    <a:pt x="4976741" y="1082653"/>
                  </a:lnTo>
                  <a:lnTo>
                    <a:pt x="4978453" y="1056597"/>
                  </a:lnTo>
                  <a:lnTo>
                    <a:pt x="4980164" y="985289"/>
                  </a:lnTo>
                  <a:lnTo>
                    <a:pt x="4981875" y="1001339"/>
                  </a:lnTo>
                  <a:lnTo>
                    <a:pt x="4983587" y="1092276"/>
                  </a:lnTo>
                  <a:lnTo>
                    <a:pt x="4985298" y="1133898"/>
                  </a:lnTo>
                  <a:lnTo>
                    <a:pt x="4987010" y="1202838"/>
                  </a:lnTo>
                  <a:lnTo>
                    <a:pt x="4988721" y="1180051"/>
                  </a:lnTo>
                  <a:lnTo>
                    <a:pt x="4990432" y="1137048"/>
                  </a:lnTo>
                  <a:lnTo>
                    <a:pt x="4992144" y="1157966"/>
                  </a:lnTo>
                  <a:lnTo>
                    <a:pt x="4993855" y="1123024"/>
                  </a:lnTo>
                  <a:lnTo>
                    <a:pt x="4995567" y="1056353"/>
                  </a:lnTo>
                  <a:lnTo>
                    <a:pt x="4997278" y="1141713"/>
                  </a:lnTo>
                  <a:lnTo>
                    <a:pt x="4998989" y="1223625"/>
                  </a:lnTo>
                  <a:lnTo>
                    <a:pt x="5000701" y="1267684"/>
                  </a:lnTo>
                  <a:lnTo>
                    <a:pt x="5002412" y="1267329"/>
                  </a:lnTo>
                  <a:lnTo>
                    <a:pt x="5004124" y="1165803"/>
                  </a:lnTo>
                  <a:lnTo>
                    <a:pt x="5005835" y="1168711"/>
                  </a:lnTo>
                  <a:lnTo>
                    <a:pt x="5007546" y="1107350"/>
                  </a:lnTo>
                  <a:lnTo>
                    <a:pt x="5009258" y="1185794"/>
                  </a:lnTo>
                  <a:lnTo>
                    <a:pt x="5010969" y="1199683"/>
                  </a:lnTo>
                  <a:lnTo>
                    <a:pt x="5012681" y="1181107"/>
                  </a:lnTo>
                  <a:lnTo>
                    <a:pt x="5014392" y="1192887"/>
                  </a:lnTo>
                  <a:lnTo>
                    <a:pt x="5016103" y="1177939"/>
                  </a:lnTo>
                  <a:lnTo>
                    <a:pt x="5017815" y="1222741"/>
                  </a:lnTo>
                  <a:lnTo>
                    <a:pt x="5019526" y="1161538"/>
                  </a:lnTo>
                  <a:lnTo>
                    <a:pt x="5021238" y="1202381"/>
                  </a:lnTo>
                  <a:lnTo>
                    <a:pt x="5022949" y="1077165"/>
                  </a:lnTo>
                  <a:lnTo>
                    <a:pt x="5024660" y="979700"/>
                  </a:lnTo>
                  <a:lnTo>
                    <a:pt x="5026372" y="1078759"/>
                  </a:lnTo>
                  <a:lnTo>
                    <a:pt x="5028083" y="1058833"/>
                  </a:lnTo>
                  <a:lnTo>
                    <a:pt x="5029795" y="1087287"/>
                  </a:lnTo>
                  <a:lnTo>
                    <a:pt x="5031506" y="1124745"/>
                  </a:lnTo>
                  <a:lnTo>
                    <a:pt x="5033217" y="1205216"/>
                  </a:lnTo>
                  <a:lnTo>
                    <a:pt x="5034929" y="1262066"/>
                  </a:lnTo>
                  <a:lnTo>
                    <a:pt x="5036640" y="1279727"/>
                  </a:lnTo>
                  <a:lnTo>
                    <a:pt x="5038352" y="1258278"/>
                  </a:lnTo>
                  <a:lnTo>
                    <a:pt x="5040063" y="1335214"/>
                  </a:lnTo>
                  <a:lnTo>
                    <a:pt x="5041774" y="1363881"/>
                  </a:lnTo>
                  <a:lnTo>
                    <a:pt x="5043486" y="1374269"/>
                  </a:lnTo>
                  <a:lnTo>
                    <a:pt x="5045197" y="1352841"/>
                  </a:lnTo>
                  <a:lnTo>
                    <a:pt x="5046909" y="1342086"/>
                  </a:lnTo>
                  <a:lnTo>
                    <a:pt x="5048620" y="1272131"/>
                  </a:lnTo>
                  <a:lnTo>
                    <a:pt x="5050331" y="1177185"/>
                  </a:lnTo>
                  <a:lnTo>
                    <a:pt x="5052043" y="1184108"/>
                  </a:lnTo>
                  <a:lnTo>
                    <a:pt x="5053754" y="1275667"/>
                  </a:lnTo>
                  <a:lnTo>
                    <a:pt x="5055466" y="1289898"/>
                  </a:lnTo>
                  <a:lnTo>
                    <a:pt x="5057177" y="1294231"/>
                  </a:lnTo>
                  <a:lnTo>
                    <a:pt x="5058888" y="1263655"/>
                  </a:lnTo>
                  <a:lnTo>
                    <a:pt x="5060600" y="1270455"/>
                  </a:lnTo>
                  <a:lnTo>
                    <a:pt x="5062311" y="1263635"/>
                  </a:lnTo>
                  <a:lnTo>
                    <a:pt x="5064022" y="1247054"/>
                  </a:lnTo>
                  <a:lnTo>
                    <a:pt x="5065734" y="1204460"/>
                  </a:lnTo>
                  <a:lnTo>
                    <a:pt x="5067445" y="1226158"/>
                  </a:lnTo>
                  <a:lnTo>
                    <a:pt x="5069157" y="1255004"/>
                  </a:lnTo>
                  <a:lnTo>
                    <a:pt x="5070868" y="1260039"/>
                  </a:lnTo>
                  <a:lnTo>
                    <a:pt x="5072579" y="1314581"/>
                  </a:lnTo>
                  <a:lnTo>
                    <a:pt x="5074291" y="1273462"/>
                  </a:lnTo>
                  <a:lnTo>
                    <a:pt x="5076002" y="1253308"/>
                  </a:lnTo>
                  <a:lnTo>
                    <a:pt x="5077714" y="1238331"/>
                  </a:lnTo>
                  <a:lnTo>
                    <a:pt x="5079425" y="1350420"/>
                  </a:lnTo>
                  <a:lnTo>
                    <a:pt x="5081136" y="1355278"/>
                  </a:lnTo>
                  <a:lnTo>
                    <a:pt x="5082848" y="1345050"/>
                  </a:lnTo>
                  <a:lnTo>
                    <a:pt x="5084559" y="1371510"/>
                  </a:lnTo>
                  <a:lnTo>
                    <a:pt x="5086271" y="1377226"/>
                  </a:lnTo>
                  <a:lnTo>
                    <a:pt x="5087982" y="1388039"/>
                  </a:lnTo>
                  <a:lnTo>
                    <a:pt x="5089693" y="1375689"/>
                  </a:lnTo>
                  <a:lnTo>
                    <a:pt x="5091405" y="1360972"/>
                  </a:lnTo>
                  <a:lnTo>
                    <a:pt x="5093116" y="1316011"/>
                  </a:lnTo>
                  <a:lnTo>
                    <a:pt x="5094828" y="1192214"/>
                  </a:lnTo>
                  <a:lnTo>
                    <a:pt x="5096539" y="1207719"/>
                  </a:lnTo>
                  <a:lnTo>
                    <a:pt x="5098250" y="1117741"/>
                  </a:lnTo>
                  <a:lnTo>
                    <a:pt x="5099962" y="1135048"/>
                  </a:lnTo>
                  <a:lnTo>
                    <a:pt x="5101673" y="1140312"/>
                  </a:lnTo>
                  <a:lnTo>
                    <a:pt x="5103385" y="1273099"/>
                  </a:lnTo>
                  <a:lnTo>
                    <a:pt x="5105096" y="1274391"/>
                  </a:lnTo>
                  <a:lnTo>
                    <a:pt x="5106807" y="1289928"/>
                  </a:lnTo>
                  <a:lnTo>
                    <a:pt x="5108519" y="1324615"/>
                  </a:lnTo>
                  <a:lnTo>
                    <a:pt x="5110230" y="1330727"/>
                  </a:lnTo>
                  <a:lnTo>
                    <a:pt x="5111942" y="1326761"/>
                  </a:lnTo>
                  <a:lnTo>
                    <a:pt x="5113653" y="1303792"/>
                  </a:lnTo>
                  <a:lnTo>
                    <a:pt x="5115364" y="1294323"/>
                  </a:lnTo>
                  <a:lnTo>
                    <a:pt x="5117076" y="1311831"/>
                  </a:lnTo>
                  <a:lnTo>
                    <a:pt x="5118787" y="1360942"/>
                  </a:lnTo>
                  <a:lnTo>
                    <a:pt x="5120499" y="1374874"/>
                  </a:lnTo>
                  <a:lnTo>
                    <a:pt x="5122210" y="1371723"/>
                  </a:lnTo>
                  <a:lnTo>
                    <a:pt x="5123921" y="1372570"/>
                  </a:lnTo>
                  <a:lnTo>
                    <a:pt x="5125633" y="1387583"/>
                  </a:lnTo>
                  <a:lnTo>
                    <a:pt x="5127344" y="1364242"/>
                  </a:lnTo>
                  <a:lnTo>
                    <a:pt x="5129056" y="1336627"/>
                  </a:lnTo>
                  <a:lnTo>
                    <a:pt x="5130767" y="1350609"/>
                  </a:lnTo>
                  <a:lnTo>
                    <a:pt x="5132478" y="1346203"/>
                  </a:lnTo>
                  <a:lnTo>
                    <a:pt x="5134190" y="1374935"/>
                  </a:lnTo>
                  <a:lnTo>
                    <a:pt x="5135901" y="1375115"/>
                  </a:lnTo>
                  <a:lnTo>
                    <a:pt x="5137613" y="1314854"/>
                  </a:lnTo>
                  <a:lnTo>
                    <a:pt x="5139324" y="1223486"/>
                  </a:lnTo>
                  <a:lnTo>
                    <a:pt x="5141035" y="1218844"/>
                  </a:lnTo>
                  <a:lnTo>
                    <a:pt x="5142747" y="1299589"/>
                  </a:lnTo>
                  <a:lnTo>
                    <a:pt x="5144458" y="1278689"/>
                  </a:lnTo>
                  <a:lnTo>
                    <a:pt x="5146170" y="1301533"/>
                  </a:lnTo>
                  <a:lnTo>
                    <a:pt x="5147881" y="1294833"/>
                  </a:lnTo>
                  <a:lnTo>
                    <a:pt x="5149592" y="1297858"/>
                  </a:lnTo>
                  <a:lnTo>
                    <a:pt x="5151304" y="1294191"/>
                  </a:lnTo>
                  <a:lnTo>
                    <a:pt x="5153015" y="1303846"/>
                  </a:lnTo>
                  <a:lnTo>
                    <a:pt x="5154727" y="1295750"/>
                  </a:lnTo>
                  <a:lnTo>
                    <a:pt x="5156438" y="1258689"/>
                  </a:lnTo>
                  <a:lnTo>
                    <a:pt x="5158149" y="1288530"/>
                  </a:lnTo>
                  <a:lnTo>
                    <a:pt x="5159861" y="1361340"/>
                  </a:lnTo>
                  <a:lnTo>
                    <a:pt x="5161572" y="1383605"/>
                  </a:lnTo>
                  <a:lnTo>
                    <a:pt x="5163284" y="1398622"/>
                  </a:lnTo>
                  <a:lnTo>
                    <a:pt x="5164995" y="1341941"/>
                  </a:lnTo>
                  <a:lnTo>
                    <a:pt x="5166706" y="1316880"/>
                  </a:lnTo>
                  <a:lnTo>
                    <a:pt x="5168418" y="1374010"/>
                  </a:lnTo>
                  <a:lnTo>
                    <a:pt x="5170129" y="1408274"/>
                  </a:lnTo>
                  <a:lnTo>
                    <a:pt x="5171840" y="1431933"/>
                  </a:lnTo>
                  <a:lnTo>
                    <a:pt x="5173552" y="1391539"/>
                  </a:lnTo>
                  <a:lnTo>
                    <a:pt x="5175263" y="1411121"/>
                  </a:lnTo>
                  <a:lnTo>
                    <a:pt x="5176975" y="1421243"/>
                  </a:lnTo>
                  <a:lnTo>
                    <a:pt x="5178686" y="1430564"/>
                  </a:lnTo>
                  <a:lnTo>
                    <a:pt x="5180397" y="1403955"/>
                  </a:lnTo>
                  <a:lnTo>
                    <a:pt x="5182109" y="1356599"/>
                  </a:lnTo>
                  <a:lnTo>
                    <a:pt x="5183820" y="1346904"/>
                  </a:lnTo>
                  <a:lnTo>
                    <a:pt x="5185532" y="1378498"/>
                  </a:lnTo>
                  <a:lnTo>
                    <a:pt x="5187243" y="1382403"/>
                  </a:lnTo>
                  <a:lnTo>
                    <a:pt x="5188954" y="1395713"/>
                  </a:lnTo>
                  <a:lnTo>
                    <a:pt x="5190666" y="1421230"/>
                  </a:lnTo>
                  <a:lnTo>
                    <a:pt x="5192377" y="1399743"/>
                  </a:lnTo>
                  <a:lnTo>
                    <a:pt x="5194089" y="1437962"/>
                  </a:lnTo>
                  <a:lnTo>
                    <a:pt x="5195800" y="1437953"/>
                  </a:lnTo>
                  <a:lnTo>
                    <a:pt x="5197511" y="1453715"/>
                  </a:lnTo>
                  <a:lnTo>
                    <a:pt x="5199223" y="1461232"/>
                  </a:lnTo>
                  <a:lnTo>
                    <a:pt x="5200934" y="1460434"/>
                  </a:lnTo>
                  <a:lnTo>
                    <a:pt x="5202646" y="1461986"/>
                  </a:lnTo>
                  <a:lnTo>
                    <a:pt x="5202646" y="1461986"/>
                  </a:lnTo>
                  <a:lnTo>
                    <a:pt x="5204357" y="1457302"/>
                  </a:lnTo>
                  <a:lnTo>
                    <a:pt x="5206068" y="1459964"/>
                  </a:lnTo>
                  <a:lnTo>
                    <a:pt x="5207780" y="1448024"/>
                  </a:lnTo>
                  <a:lnTo>
                    <a:pt x="5209491" y="1452616"/>
                  </a:lnTo>
                  <a:lnTo>
                    <a:pt x="5211203" y="1451472"/>
                  </a:lnTo>
                  <a:lnTo>
                    <a:pt x="5212914" y="1439788"/>
                  </a:lnTo>
                  <a:lnTo>
                    <a:pt x="5214625" y="1436150"/>
                  </a:lnTo>
                  <a:lnTo>
                    <a:pt x="5216337" y="1451721"/>
                  </a:lnTo>
                  <a:lnTo>
                    <a:pt x="5218048" y="1428866"/>
                  </a:lnTo>
                  <a:lnTo>
                    <a:pt x="5219760" y="1446037"/>
                  </a:lnTo>
                  <a:lnTo>
                    <a:pt x="5221471" y="1420398"/>
                  </a:lnTo>
                  <a:lnTo>
                    <a:pt x="5223182" y="1411929"/>
                  </a:lnTo>
                  <a:lnTo>
                    <a:pt x="5224894" y="1429495"/>
                  </a:lnTo>
                  <a:lnTo>
                    <a:pt x="5226605" y="1366676"/>
                  </a:lnTo>
                  <a:lnTo>
                    <a:pt x="5228317" y="1314212"/>
                  </a:lnTo>
                  <a:lnTo>
                    <a:pt x="5230028" y="1332649"/>
                  </a:lnTo>
                  <a:lnTo>
                    <a:pt x="5231739" y="1382674"/>
                  </a:lnTo>
                  <a:lnTo>
                    <a:pt x="5233451" y="1398965"/>
                  </a:lnTo>
                  <a:lnTo>
                    <a:pt x="5235162" y="1317897"/>
                  </a:lnTo>
                  <a:lnTo>
                    <a:pt x="5236874" y="1329136"/>
                  </a:lnTo>
                  <a:lnTo>
                    <a:pt x="5238585" y="1321451"/>
                  </a:lnTo>
                  <a:lnTo>
                    <a:pt x="5240296" y="1353720"/>
                  </a:lnTo>
                  <a:lnTo>
                    <a:pt x="5242008" y="1409401"/>
                  </a:lnTo>
                  <a:lnTo>
                    <a:pt x="5243719" y="1350856"/>
                  </a:lnTo>
                  <a:lnTo>
                    <a:pt x="5245431" y="1405223"/>
                  </a:lnTo>
                  <a:lnTo>
                    <a:pt x="5247142" y="1442361"/>
                  </a:lnTo>
                  <a:lnTo>
                    <a:pt x="5248853" y="1432148"/>
                  </a:lnTo>
                  <a:lnTo>
                    <a:pt x="5250565" y="1436492"/>
                  </a:lnTo>
                  <a:lnTo>
                    <a:pt x="5252276" y="1436564"/>
                  </a:lnTo>
                  <a:lnTo>
                    <a:pt x="5253988" y="1431423"/>
                  </a:lnTo>
                  <a:lnTo>
                    <a:pt x="5255699" y="1427942"/>
                  </a:lnTo>
                  <a:lnTo>
                    <a:pt x="5257410" y="1432728"/>
                  </a:lnTo>
                  <a:lnTo>
                    <a:pt x="5259122" y="1419602"/>
                  </a:lnTo>
                  <a:lnTo>
                    <a:pt x="5260833" y="1417494"/>
                  </a:lnTo>
                  <a:lnTo>
                    <a:pt x="5262545" y="1439767"/>
                  </a:lnTo>
                  <a:lnTo>
                    <a:pt x="5264256" y="1416684"/>
                  </a:lnTo>
                  <a:lnTo>
                    <a:pt x="5265967" y="1420498"/>
                  </a:lnTo>
                  <a:lnTo>
                    <a:pt x="5267679" y="1414947"/>
                  </a:lnTo>
                  <a:lnTo>
                    <a:pt x="5269390" y="1369139"/>
                  </a:lnTo>
                  <a:lnTo>
                    <a:pt x="5271101" y="1344360"/>
                  </a:lnTo>
                  <a:lnTo>
                    <a:pt x="5272813" y="1340397"/>
                  </a:lnTo>
                  <a:lnTo>
                    <a:pt x="5274524" y="1398414"/>
                  </a:lnTo>
                  <a:lnTo>
                    <a:pt x="5276236" y="1389258"/>
                  </a:lnTo>
                  <a:lnTo>
                    <a:pt x="5277947" y="1376831"/>
                  </a:lnTo>
                  <a:lnTo>
                    <a:pt x="5279658" y="1381779"/>
                  </a:lnTo>
                  <a:lnTo>
                    <a:pt x="5281370" y="1346773"/>
                  </a:lnTo>
                  <a:lnTo>
                    <a:pt x="5283081" y="1342812"/>
                  </a:lnTo>
                  <a:lnTo>
                    <a:pt x="5284793" y="1351071"/>
                  </a:lnTo>
                  <a:lnTo>
                    <a:pt x="5286504" y="1332791"/>
                  </a:lnTo>
                  <a:lnTo>
                    <a:pt x="5288215" y="1356481"/>
                  </a:lnTo>
                  <a:lnTo>
                    <a:pt x="5289927" y="1362238"/>
                  </a:lnTo>
                  <a:lnTo>
                    <a:pt x="5291638" y="1354255"/>
                  </a:lnTo>
                  <a:lnTo>
                    <a:pt x="5293350" y="1346900"/>
                  </a:lnTo>
                  <a:lnTo>
                    <a:pt x="5295061" y="1351015"/>
                  </a:lnTo>
                  <a:lnTo>
                    <a:pt x="5296772" y="1334030"/>
                  </a:lnTo>
                  <a:lnTo>
                    <a:pt x="5298484" y="1343779"/>
                  </a:lnTo>
                  <a:lnTo>
                    <a:pt x="5300195" y="1367962"/>
                  </a:lnTo>
                  <a:lnTo>
                    <a:pt x="5301907" y="1410700"/>
                  </a:lnTo>
                  <a:lnTo>
                    <a:pt x="5303618" y="1432928"/>
                  </a:lnTo>
                  <a:lnTo>
                    <a:pt x="5305329" y="1424641"/>
                  </a:lnTo>
                  <a:lnTo>
                    <a:pt x="5307041" y="1442464"/>
                  </a:lnTo>
                  <a:lnTo>
                    <a:pt x="5308752" y="1420536"/>
                  </a:lnTo>
                  <a:lnTo>
                    <a:pt x="5310464" y="1398682"/>
                  </a:lnTo>
                  <a:lnTo>
                    <a:pt x="5312175" y="1418085"/>
                  </a:lnTo>
                  <a:lnTo>
                    <a:pt x="5313886" y="1420892"/>
                  </a:lnTo>
                  <a:lnTo>
                    <a:pt x="5315598" y="1414888"/>
                  </a:lnTo>
                  <a:lnTo>
                    <a:pt x="5317309" y="1426271"/>
                  </a:lnTo>
                  <a:lnTo>
                    <a:pt x="5319021" y="1422904"/>
                  </a:lnTo>
                  <a:lnTo>
                    <a:pt x="5320732" y="1457389"/>
                  </a:lnTo>
                  <a:lnTo>
                    <a:pt x="5322443" y="1461986"/>
                  </a:lnTo>
                  <a:lnTo>
                    <a:pt x="5322443" y="1461986"/>
                  </a:lnTo>
                  <a:lnTo>
                    <a:pt x="5324155" y="1427629"/>
                  </a:lnTo>
                  <a:lnTo>
                    <a:pt x="5325866" y="1428866"/>
                  </a:lnTo>
                  <a:lnTo>
                    <a:pt x="5327578" y="1398749"/>
                  </a:lnTo>
                  <a:lnTo>
                    <a:pt x="5329289" y="1402745"/>
                  </a:lnTo>
                  <a:lnTo>
                    <a:pt x="5331000" y="1386286"/>
                  </a:lnTo>
                  <a:lnTo>
                    <a:pt x="5332712" y="1342982"/>
                  </a:lnTo>
                  <a:lnTo>
                    <a:pt x="5334423" y="1332738"/>
                  </a:lnTo>
                  <a:lnTo>
                    <a:pt x="5336135" y="1317813"/>
                  </a:lnTo>
                  <a:lnTo>
                    <a:pt x="5337846" y="1373945"/>
                  </a:lnTo>
                  <a:lnTo>
                    <a:pt x="5339557" y="1342870"/>
                  </a:lnTo>
                  <a:lnTo>
                    <a:pt x="5341269" y="1281037"/>
                  </a:lnTo>
                  <a:lnTo>
                    <a:pt x="5342980" y="1166936"/>
                  </a:lnTo>
                  <a:lnTo>
                    <a:pt x="5344692" y="1122811"/>
                  </a:lnTo>
                  <a:lnTo>
                    <a:pt x="5346403" y="1178358"/>
                  </a:lnTo>
                  <a:lnTo>
                    <a:pt x="5348114" y="1231140"/>
                  </a:lnTo>
                  <a:lnTo>
                    <a:pt x="5349826" y="1252797"/>
                  </a:lnTo>
                  <a:lnTo>
                    <a:pt x="5351537" y="1274441"/>
                  </a:lnTo>
                  <a:lnTo>
                    <a:pt x="5353249" y="1241578"/>
                  </a:lnTo>
                  <a:lnTo>
                    <a:pt x="5354960" y="1246116"/>
                  </a:lnTo>
                  <a:lnTo>
                    <a:pt x="5356671" y="1241896"/>
                  </a:lnTo>
                  <a:lnTo>
                    <a:pt x="5358383" y="1213849"/>
                  </a:lnTo>
                  <a:lnTo>
                    <a:pt x="5360094" y="1214585"/>
                  </a:lnTo>
                  <a:lnTo>
                    <a:pt x="5361806" y="1216071"/>
                  </a:lnTo>
                  <a:lnTo>
                    <a:pt x="5363517" y="1211079"/>
                  </a:lnTo>
                  <a:lnTo>
                    <a:pt x="5365228" y="1191928"/>
                  </a:lnTo>
                  <a:lnTo>
                    <a:pt x="5366940" y="1105582"/>
                  </a:lnTo>
                  <a:lnTo>
                    <a:pt x="5368651" y="1060360"/>
                  </a:lnTo>
                  <a:lnTo>
                    <a:pt x="5370363" y="1023217"/>
                  </a:lnTo>
                  <a:lnTo>
                    <a:pt x="5372074" y="1093691"/>
                  </a:lnTo>
                  <a:lnTo>
                    <a:pt x="5373785" y="1063951"/>
                  </a:lnTo>
                  <a:lnTo>
                    <a:pt x="5375497" y="1057128"/>
                  </a:lnTo>
                  <a:lnTo>
                    <a:pt x="5377208" y="1097381"/>
                  </a:lnTo>
                  <a:lnTo>
                    <a:pt x="5378919" y="1165316"/>
                  </a:lnTo>
                  <a:lnTo>
                    <a:pt x="5380631" y="1180194"/>
                  </a:lnTo>
                  <a:lnTo>
                    <a:pt x="5382342" y="1149351"/>
                  </a:lnTo>
                  <a:lnTo>
                    <a:pt x="5384054" y="1116903"/>
                  </a:lnTo>
                  <a:lnTo>
                    <a:pt x="5385765" y="1186323"/>
                  </a:lnTo>
                  <a:lnTo>
                    <a:pt x="5387476" y="1160952"/>
                  </a:lnTo>
                  <a:lnTo>
                    <a:pt x="5389188" y="1158126"/>
                  </a:lnTo>
                  <a:lnTo>
                    <a:pt x="5390899" y="1280768"/>
                  </a:lnTo>
                  <a:lnTo>
                    <a:pt x="5392611" y="1351551"/>
                  </a:lnTo>
                  <a:lnTo>
                    <a:pt x="5394322" y="1335025"/>
                  </a:lnTo>
                  <a:lnTo>
                    <a:pt x="5396033" y="1252924"/>
                  </a:lnTo>
                  <a:lnTo>
                    <a:pt x="5397745" y="1280965"/>
                  </a:lnTo>
                  <a:lnTo>
                    <a:pt x="5399456" y="1328227"/>
                  </a:lnTo>
                  <a:lnTo>
                    <a:pt x="5401168" y="1334401"/>
                  </a:lnTo>
                  <a:lnTo>
                    <a:pt x="5402879" y="1284429"/>
                  </a:lnTo>
                  <a:lnTo>
                    <a:pt x="5404590" y="1284384"/>
                  </a:lnTo>
                  <a:lnTo>
                    <a:pt x="5406302" y="1208887"/>
                  </a:lnTo>
                  <a:lnTo>
                    <a:pt x="5408013" y="1182326"/>
                  </a:lnTo>
                  <a:lnTo>
                    <a:pt x="5409725" y="1199248"/>
                  </a:lnTo>
                  <a:lnTo>
                    <a:pt x="5411436" y="1214651"/>
                  </a:lnTo>
                  <a:lnTo>
                    <a:pt x="5413147" y="1284941"/>
                  </a:lnTo>
                  <a:lnTo>
                    <a:pt x="5414859" y="1291420"/>
                  </a:lnTo>
                  <a:lnTo>
                    <a:pt x="5416570" y="1276236"/>
                  </a:lnTo>
                  <a:lnTo>
                    <a:pt x="5418282" y="1264261"/>
                  </a:lnTo>
                  <a:lnTo>
                    <a:pt x="5419993" y="1298287"/>
                  </a:lnTo>
                  <a:lnTo>
                    <a:pt x="5421704" y="1315393"/>
                  </a:lnTo>
                  <a:lnTo>
                    <a:pt x="5423416" y="1329159"/>
                  </a:lnTo>
                  <a:lnTo>
                    <a:pt x="5425127" y="1296688"/>
                  </a:lnTo>
                  <a:lnTo>
                    <a:pt x="5426839" y="1285442"/>
                  </a:lnTo>
                  <a:lnTo>
                    <a:pt x="5428550" y="1294144"/>
                  </a:lnTo>
                  <a:lnTo>
                    <a:pt x="5430261" y="1248157"/>
                  </a:lnTo>
                  <a:lnTo>
                    <a:pt x="5431973" y="1225960"/>
                  </a:lnTo>
                  <a:lnTo>
                    <a:pt x="5433684" y="1278836"/>
                  </a:lnTo>
                  <a:lnTo>
                    <a:pt x="5435396" y="1317555"/>
                  </a:lnTo>
                  <a:lnTo>
                    <a:pt x="5437107" y="1284950"/>
                  </a:lnTo>
                  <a:lnTo>
                    <a:pt x="5438818" y="1286828"/>
                  </a:lnTo>
                  <a:lnTo>
                    <a:pt x="5440530" y="1283654"/>
                  </a:lnTo>
                  <a:lnTo>
                    <a:pt x="5442241" y="1260441"/>
                  </a:lnTo>
                  <a:lnTo>
                    <a:pt x="5443953" y="1251611"/>
                  </a:lnTo>
                  <a:lnTo>
                    <a:pt x="5445664" y="1140396"/>
                  </a:lnTo>
                  <a:lnTo>
                    <a:pt x="5447375" y="1074060"/>
                  </a:lnTo>
                  <a:lnTo>
                    <a:pt x="5449087" y="1024124"/>
                  </a:lnTo>
                  <a:lnTo>
                    <a:pt x="5450798" y="1076629"/>
                  </a:lnTo>
                  <a:lnTo>
                    <a:pt x="5452510" y="1032230"/>
                  </a:lnTo>
                  <a:lnTo>
                    <a:pt x="5454221" y="968187"/>
                  </a:lnTo>
                  <a:lnTo>
                    <a:pt x="5455932" y="1040058"/>
                  </a:lnTo>
                  <a:lnTo>
                    <a:pt x="5457644" y="1124004"/>
                  </a:lnTo>
                  <a:lnTo>
                    <a:pt x="5459355" y="1210164"/>
                  </a:lnTo>
                  <a:lnTo>
                    <a:pt x="5461067" y="1248435"/>
                  </a:lnTo>
                  <a:lnTo>
                    <a:pt x="5462778" y="1252890"/>
                  </a:lnTo>
                  <a:lnTo>
                    <a:pt x="5464489" y="1261735"/>
                  </a:lnTo>
                  <a:lnTo>
                    <a:pt x="5466201" y="1236725"/>
                  </a:lnTo>
                  <a:lnTo>
                    <a:pt x="5467912" y="1149171"/>
                  </a:lnTo>
                  <a:lnTo>
                    <a:pt x="5469624" y="1219179"/>
                  </a:lnTo>
                  <a:lnTo>
                    <a:pt x="5471335" y="1258138"/>
                  </a:lnTo>
                  <a:lnTo>
                    <a:pt x="5473046" y="1272300"/>
                  </a:lnTo>
                  <a:lnTo>
                    <a:pt x="5474758" y="1248895"/>
                  </a:lnTo>
                  <a:lnTo>
                    <a:pt x="5476469" y="1267818"/>
                  </a:lnTo>
                  <a:lnTo>
                    <a:pt x="5478181" y="1257638"/>
                  </a:lnTo>
                  <a:lnTo>
                    <a:pt x="5479892" y="1279075"/>
                  </a:lnTo>
                  <a:lnTo>
                    <a:pt x="5481603" y="1272600"/>
                  </a:lnTo>
                  <a:lnTo>
                    <a:pt x="5483315" y="1241693"/>
                  </a:lnTo>
                  <a:lnTo>
                    <a:pt x="5485026" y="1258259"/>
                  </a:lnTo>
                  <a:lnTo>
                    <a:pt x="5486737" y="1289880"/>
                  </a:lnTo>
                  <a:lnTo>
                    <a:pt x="5488449" y="1285728"/>
                  </a:lnTo>
                  <a:lnTo>
                    <a:pt x="5490160" y="1276484"/>
                  </a:lnTo>
                  <a:lnTo>
                    <a:pt x="5491872" y="1280845"/>
                  </a:lnTo>
                  <a:lnTo>
                    <a:pt x="5493583" y="1285994"/>
                  </a:lnTo>
                  <a:lnTo>
                    <a:pt x="5495294" y="1287823"/>
                  </a:lnTo>
                  <a:lnTo>
                    <a:pt x="5497006" y="1351917"/>
                  </a:lnTo>
                  <a:lnTo>
                    <a:pt x="5498717" y="1358992"/>
                  </a:lnTo>
                  <a:lnTo>
                    <a:pt x="5500429" y="1358384"/>
                  </a:lnTo>
                  <a:lnTo>
                    <a:pt x="5502140" y="1358060"/>
                  </a:lnTo>
                  <a:lnTo>
                    <a:pt x="5503851" y="1352656"/>
                  </a:lnTo>
                  <a:lnTo>
                    <a:pt x="5505563" y="1388005"/>
                  </a:lnTo>
                  <a:lnTo>
                    <a:pt x="5507274" y="1414700"/>
                  </a:lnTo>
                  <a:lnTo>
                    <a:pt x="5508986" y="1408412"/>
                  </a:lnTo>
                  <a:lnTo>
                    <a:pt x="5510697" y="1387548"/>
                  </a:lnTo>
                  <a:lnTo>
                    <a:pt x="5512408" y="1399830"/>
                  </a:lnTo>
                  <a:lnTo>
                    <a:pt x="5514120" y="1413442"/>
                  </a:lnTo>
                  <a:lnTo>
                    <a:pt x="5515831" y="1429734"/>
                  </a:lnTo>
                  <a:lnTo>
                    <a:pt x="5517543" y="1392020"/>
                  </a:lnTo>
                  <a:lnTo>
                    <a:pt x="5519254" y="1392036"/>
                  </a:lnTo>
                  <a:lnTo>
                    <a:pt x="5520965" y="1367836"/>
                  </a:lnTo>
                  <a:lnTo>
                    <a:pt x="5522677" y="1348418"/>
                  </a:lnTo>
                  <a:lnTo>
                    <a:pt x="5524388" y="1310692"/>
                  </a:lnTo>
                  <a:lnTo>
                    <a:pt x="5526100" y="1228136"/>
                  </a:lnTo>
                  <a:lnTo>
                    <a:pt x="5527811" y="1103192"/>
                  </a:lnTo>
                  <a:lnTo>
                    <a:pt x="5529522" y="1169321"/>
                  </a:lnTo>
                  <a:lnTo>
                    <a:pt x="5531234" y="1052367"/>
                  </a:lnTo>
                  <a:lnTo>
                    <a:pt x="5532945" y="1029563"/>
                  </a:lnTo>
                  <a:lnTo>
                    <a:pt x="5534657" y="911597"/>
                  </a:lnTo>
                  <a:lnTo>
                    <a:pt x="5536368" y="1005774"/>
                  </a:lnTo>
                  <a:lnTo>
                    <a:pt x="5538079" y="1006577"/>
                  </a:lnTo>
                  <a:lnTo>
                    <a:pt x="5539791" y="922220"/>
                  </a:lnTo>
                  <a:lnTo>
                    <a:pt x="5541502" y="921782"/>
                  </a:lnTo>
                  <a:lnTo>
                    <a:pt x="5543214" y="1014366"/>
                  </a:lnTo>
                  <a:lnTo>
                    <a:pt x="5544925" y="1140648"/>
                  </a:lnTo>
                  <a:lnTo>
                    <a:pt x="5546636" y="1194114"/>
                  </a:lnTo>
                  <a:lnTo>
                    <a:pt x="5548348" y="1177258"/>
                  </a:lnTo>
                  <a:lnTo>
                    <a:pt x="5550059" y="1205025"/>
                  </a:lnTo>
                  <a:lnTo>
                    <a:pt x="5551771" y="1250012"/>
                  </a:lnTo>
                  <a:lnTo>
                    <a:pt x="5553482" y="1255748"/>
                  </a:lnTo>
                  <a:lnTo>
                    <a:pt x="5555193" y="1264149"/>
                  </a:lnTo>
                  <a:lnTo>
                    <a:pt x="5556905" y="1271981"/>
                  </a:lnTo>
                  <a:lnTo>
                    <a:pt x="5558616" y="1319905"/>
                  </a:lnTo>
                  <a:lnTo>
                    <a:pt x="5560328" y="1300678"/>
                  </a:lnTo>
                  <a:lnTo>
                    <a:pt x="5562039" y="1175088"/>
                  </a:lnTo>
                  <a:lnTo>
                    <a:pt x="5563750" y="1140083"/>
                  </a:lnTo>
                  <a:lnTo>
                    <a:pt x="5565462" y="1048432"/>
                  </a:lnTo>
                  <a:lnTo>
                    <a:pt x="5567173" y="1149925"/>
                  </a:lnTo>
                  <a:lnTo>
                    <a:pt x="5568885" y="1116564"/>
                  </a:lnTo>
                  <a:lnTo>
                    <a:pt x="5570596" y="1082621"/>
                  </a:lnTo>
                  <a:lnTo>
                    <a:pt x="5572307" y="1168969"/>
                  </a:lnTo>
                  <a:lnTo>
                    <a:pt x="5574019" y="1189818"/>
                  </a:lnTo>
                  <a:lnTo>
                    <a:pt x="5575730" y="1261065"/>
                  </a:lnTo>
                  <a:lnTo>
                    <a:pt x="5577442" y="1208772"/>
                  </a:lnTo>
                  <a:lnTo>
                    <a:pt x="5579153" y="1281349"/>
                  </a:lnTo>
                  <a:lnTo>
                    <a:pt x="5580864" y="1293058"/>
                  </a:lnTo>
                  <a:lnTo>
                    <a:pt x="5582576" y="1343495"/>
                  </a:lnTo>
                  <a:lnTo>
                    <a:pt x="5584287" y="1304353"/>
                  </a:lnTo>
                  <a:lnTo>
                    <a:pt x="5585999" y="1298777"/>
                  </a:lnTo>
                  <a:lnTo>
                    <a:pt x="5587710" y="1192257"/>
                  </a:lnTo>
                  <a:lnTo>
                    <a:pt x="5589421" y="1137333"/>
                  </a:lnTo>
                  <a:lnTo>
                    <a:pt x="5591133" y="1121149"/>
                  </a:lnTo>
                  <a:lnTo>
                    <a:pt x="5592844" y="1148475"/>
                  </a:lnTo>
                  <a:lnTo>
                    <a:pt x="5594555" y="1201966"/>
                  </a:lnTo>
                  <a:lnTo>
                    <a:pt x="5596267" y="1243329"/>
                  </a:lnTo>
                  <a:lnTo>
                    <a:pt x="5597978" y="1239452"/>
                  </a:lnTo>
                  <a:lnTo>
                    <a:pt x="5599690" y="1196847"/>
                  </a:lnTo>
                  <a:lnTo>
                    <a:pt x="5601401" y="1143882"/>
                  </a:lnTo>
                  <a:lnTo>
                    <a:pt x="5603112" y="1152039"/>
                  </a:lnTo>
                  <a:lnTo>
                    <a:pt x="5604824" y="1266520"/>
                  </a:lnTo>
                  <a:lnTo>
                    <a:pt x="5606535" y="1294493"/>
                  </a:lnTo>
                  <a:lnTo>
                    <a:pt x="5608247" y="1328285"/>
                  </a:lnTo>
                  <a:lnTo>
                    <a:pt x="5609958" y="1394140"/>
                  </a:lnTo>
                  <a:lnTo>
                    <a:pt x="5611669" y="1361803"/>
                  </a:lnTo>
                  <a:lnTo>
                    <a:pt x="5613381" y="1345486"/>
                  </a:lnTo>
                  <a:lnTo>
                    <a:pt x="5615092" y="1363832"/>
                  </a:lnTo>
                  <a:lnTo>
                    <a:pt x="5616804" y="1353104"/>
                  </a:lnTo>
                  <a:lnTo>
                    <a:pt x="5618515" y="1346827"/>
                  </a:lnTo>
                  <a:lnTo>
                    <a:pt x="5620226" y="1379233"/>
                  </a:lnTo>
                  <a:lnTo>
                    <a:pt x="5621938" y="1392281"/>
                  </a:lnTo>
                  <a:lnTo>
                    <a:pt x="5623649" y="1454949"/>
                  </a:lnTo>
                  <a:lnTo>
                    <a:pt x="5625361" y="1444086"/>
                  </a:lnTo>
                  <a:lnTo>
                    <a:pt x="5627072" y="1453388"/>
                  </a:lnTo>
                  <a:lnTo>
                    <a:pt x="5628783" y="1442393"/>
                  </a:lnTo>
                  <a:lnTo>
                    <a:pt x="5630495" y="1436758"/>
                  </a:lnTo>
                  <a:lnTo>
                    <a:pt x="5632206" y="1455221"/>
                  </a:lnTo>
                  <a:lnTo>
                    <a:pt x="5633918" y="1441048"/>
                  </a:lnTo>
                  <a:lnTo>
                    <a:pt x="5635629" y="1452119"/>
                  </a:lnTo>
                  <a:lnTo>
                    <a:pt x="5637340" y="1441010"/>
                  </a:lnTo>
                  <a:lnTo>
                    <a:pt x="5639052" y="1437133"/>
                  </a:lnTo>
                  <a:lnTo>
                    <a:pt x="5640763" y="1411050"/>
                  </a:lnTo>
                  <a:lnTo>
                    <a:pt x="5642475" y="1436652"/>
                  </a:lnTo>
                  <a:lnTo>
                    <a:pt x="5644186" y="1446800"/>
                  </a:lnTo>
                  <a:lnTo>
                    <a:pt x="5645897" y="1401445"/>
                  </a:lnTo>
                  <a:lnTo>
                    <a:pt x="5647609" y="1376752"/>
                  </a:lnTo>
                  <a:lnTo>
                    <a:pt x="5649320" y="1371253"/>
                  </a:lnTo>
                  <a:lnTo>
                    <a:pt x="5651032" y="1334744"/>
                  </a:lnTo>
                  <a:lnTo>
                    <a:pt x="5652743" y="1295543"/>
                  </a:lnTo>
                  <a:lnTo>
                    <a:pt x="5654454" y="1308160"/>
                  </a:lnTo>
                  <a:lnTo>
                    <a:pt x="5656166" y="1275093"/>
                  </a:lnTo>
                  <a:lnTo>
                    <a:pt x="5657877" y="1292259"/>
                  </a:lnTo>
                  <a:lnTo>
                    <a:pt x="5659589" y="1220511"/>
                  </a:lnTo>
                  <a:lnTo>
                    <a:pt x="5661300" y="1204356"/>
                  </a:lnTo>
                  <a:lnTo>
                    <a:pt x="5663011" y="1216845"/>
                  </a:lnTo>
                  <a:lnTo>
                    <a:pt x="5664723" y="1223530"/>
                  </a:lnTo>
                  <a:lnTo>
                    <a:pt x="5666434" y="1234578"/>
                  </a:lnTo>
                  <a:lnTo>
                    <a:pt x="5668146" y="1237623"/>
                  </a:lnTo>
                  <a:lnTo>
                    <a:pt x="5669857" y="1254353"/>
                  </a:lnTo>
                  <a:lnTo>
                    <a:pt x="5671568" y="1261344"/>
                  </a:lnTo>
                  <a:lnTo>
                    <a:pt x="5673280" y="1251402"/>
                  </a:lnTo>
                  <a:lnTo>
                    <a:pt x="5674991" y="1251661"/>
                  </a:lnTo>
                  <a:lnTo>
                    <a:pt x="5676703" y="1220318"/>
                  </a:lnTo>
                  <a:lnTo>
                    <a:pt x="5678414" y="1149551"/>
                  </a:lnTo>
                  <a:lnTo>
                    <a:pt x="5680125" y="1109403"/>
                  </a:lnTo>
                  <a:lnTo>
                    <a:pt x="5681837" y="1163073"/>
                  </a:lnTo>
                  <a:lnTo>
                    <a:pt x="5683548" y="1219239"/>
                  </a:lnTo>
                  <a:lnTo>
                    <a:pt x="5685260" y="1224861"/>
                  </a:lnTo>
                  <a:lnTo>
                    <a:pt x="5686971" y="1290613"/>
                  </a:lnTo>
                  <a:lnTo>
                    <a:pt x="5688682" y="1282470"/>
                  </a:lnTo>
                  <a:lnTo>
                    <a:pt x="5690394" y="1323062"/>
                  </a:lnTo>
                  <a:lnTo>
                    <a:pt x="5692105" y="1312638"/>
                  </a:lnTo>
                  <a:lnTo>
                    <a:pt x="5693816" y="1300370"/>
                  </a:lnTo>
                  <a:lnTo>
                    <a:pt x="5695528" y="1277770"/>
                  </a:lnTo>
                  <a:lnTo>
                    <a:pt x="5697239" y="1335286"/>
                  </a:lnTo>
                  <a:lnTo>
                    <a:pt x="5698951" y="1398995"/>
                  </a:lnTo>
                  <a:lnTo>
                    <a:pt x="5700662" y="1392594"/>
                  </a:lnTo>
                  <a:lnTo>
                    <a:pt x="5702373" y="1376573"/>
                  </a:lnTo>
                  <a:lnTo>
                    <a:pt x="5704085" y="1366171"/>
                  </a:lnTo>
                  <a:lnTo>
                    <a:pt x="5705796" y="1366829"/>
                  </a:lnTo>
                  <a:lnTo>
                    <a:pt x="5707508" y="1341136"/>
                  </a:lnTo>
                  <a:lnTo>
                    <a:pt x="5709219" y="1312971"/>
                  </a:lnTo>
                  <a:lnTo>
                    <a:pt x="5710930" y="1262308"/>
                  </a:lnTo>
                  <a:lnTo>
                    <a:pt x="5712642" y="1246218"/>
                  </a:lnTo>
                  <a:lnTo>
                    <a:pt x="5714353" y="1193277"/>
                  </a:lnTo>
                  <a:lnTo>
                    <a:pt x="5716065" y="1141001"/>
                  </a:lnTo>
                  <a:lnTo>
                    <a:pt x="5717776" y="1088381"/>
                  </a:lnTo>
                  <a:lnTo>
                    <a:pt x="5719487" y="1030811"/>
                  </a:lnTo>
                  <a:lnTo>
                    <a:pt x="5721199" y="1058334"/>
                  </a:lnTo>
                  <a:lnTo>
                    <a:pt x="5722910" y="1086852"/>
                  </a:lnTo>
                  <a:lnTo>
                    <a:pt x="5724622" y="1049751"/>
                  </a:lnTo>
                  <a:lnTo>
                    <a:pt x="5726333" y="1051663"/>
                  </a:lnTo>
                  <a:lnTo>
                    <a:pt x="5728044" y="1125723"/>
                  </a:lnTo>
                  <a:lnTo>
                    <a:pt x="5729756" y="1195912"/>
                  </a:lnTo>
                  <a:lnTo>
                    <a:pt x="5731467" y="1246667"/>
                  </a:lnTo>
                  <a:lnTo>
                    <a:pt x="5733179" y="1264613"/>
                  </a:lnTo>
                  <a:lnTo>
                    <a:pt x="5734890" y="1331586"/>
                  </a:lnTo>
                  <a:lnTo>
                    <a:pt x="5736601" y="1361097"/>
                  </a:lnTo>
                  <a:lnTo>
                    <a:pt x="5738313" y="1349590"/>
                  </a:lnTo>
                  <a:lnTo>
                    <a:pt x="5740024" y="1347496"/>
                  </a:lnTo>
                  <a:lnTo>
                    <a:pt x="5741736" y="1290850"/>
                  </a:lnTo>
                  <a:lnTo>
                    <a:pt x="5743447" y="1239389"/>
                  </a:lnTo>
                  <a:lnTo>
                    <a:pt x="5745158" y="1304464"/>
                  </a:lnTo>
                  <a:lnTo>
                    <a:pt x="5746870" y="1314360"/>
                  </a:lnTo>
                  <a:lnTo>
                    <a:pt x="5748581" y="1357981"/>
                  </a:lnTo>
                  <a:lnTo>
                    <a:pt x="5750293" y="1349067"/>
                  </a:lnTo>
                  <a:lnTo>
                    <a:pt x="5752004" y="1407415"/>
                  </a:lnTo>
                  <a:lnTo>
                    <a:pt x="5753715" y="1404250"/>
                  </a:lnTo>
                  <a:lnTo>
                    <a:pt x="5755427" y="1423356"/>
                  </a:lnTo>
                  <a:lnTo>
                    <a:pt x="5757138" y="1415819"/>
                  </a:lnTo>
                  <a:lnTo>
                    <a:pt x="5758850" y="1393765"/>
                  </a:lnTo>
                  <a:lnTo>
                    <a:pt x="5760561" y="1413546"/>
                  </a:lnTo>
                  <a:lnTo>
                    <a:pt x="5762272" y="1420273"/>
                  </a:lnTo>
                  <a:lnTo>
                    <a:pt x="5763984" y="1409378"/>
                  </a:lnTo>
                  <a:lnTo>
                    <a:pt x="5765695" y="1404873"/>
                  </a:lnTo>
                  <a:lnTo>
                    <a:pt x="5767407" y="1391265"/>
                  </a:lnTo>
                  <a:lnTo>
                    <a:pt x="5769118" y="1370322"/>
                  </a:lnTo>
                  <a:lnTo>
                    <a:pt x="5770829" y="1375805"/>
                  </a:lnTo>
                  <a:lnTo>
                    <a:pt x="5772541" y="1367414"/>
                  </a:lnTo>
                  <a:lnTo>
                    <a:pt x="5774252" y="1316306"/>
                  </a:lnTo>
                  <a:lnTo>
                    <a:pt x="5775964" y="1339967"/>
                  </a:lnTo>
                  <a:lnTo>
                    <a:pt x="5777675" y="1330579"/>
                  </a:lnTo>
                  <a:lnTo>
                    <a:pt x="5779386" y="1349886"/>
                  </a:lnTo>
                  <a:lnTo>
                    <a:pt x="5781098" y="1354963"/>
                  </a:lnTo>
                  <a:lnTo>
                    <a:pt x="5782809" y="1358035"/>
                  </a:lnTo>
                  <a:lnTo>
                    <a:pt x="5784521" y="1337584"/>
                  </a:lnTo>
                  <a:lnTo>
                    <a:pt x="5786232" y="1294505"/>
                  </a:lnTo>
                  <a:lnTo>
                    <a:pt x="5787943" y="1284111"/>
                  </a:lnTo>
                  <a:lnTo>
                    <a:pt x="5789655" y="1271671"/>
                  </a:lnTo>
                  <a:lnTo>
                    <a:pt x="5791366" y="1306338"/>
                  </a:lnTo>
                  <a:lnTo>
                    <a:pt x="5793078" y="1337351"/>
                  </a:lnTo>
                  <a:lnTo>
                    <a:pt x="5794789" y="1344317"/>
                  </a:lnTo>
                  <a:lnTo>
                    <a:pt x="5796500" y="1361918"/>
                  </a:lnTo>
                  <a:lnTo>
                    <a:pt x="5798212" y="1360920"/>
                  </a:lnTo>
                  <a:lnTo>
                    <a:pt x="5799923" y="1329201"/>
                  </a:lnTo>
                  <a:lnTo>
                    <a:pt x="5801634" y="1325960"/>
                  </a:lnTo>
                  <a:lnTo>
                    <a:pt x="5803346" y="1327966"/>
                  </a:lnTo>
                  <a:lnTo>
                    <a:pt x="5805057" y="1292587"/>
                  </a:lnTo>
                  <a:lnTo>
                    <a:pt x="5806769" y="1310185"/>
                  </a:lnTo>
                  <a:lnTo>
                    <a:pt x="5808480" y="1348752"/>
                  </a:lnTo>
                  <a:lnTo>
                    <a:pt x="5810191" y="1348878"/>
                  </a:lnTo>
                  <a:lnTo>
                    <a:pt x="5811903" y="1341404"/>
                  </a:lnTo>
                  <a:lnTo>
                    <a:pt x="5813614" y="1304301"/>
                  </a:lnTo>
                  <a:lnTo>
                    <a:pt x="5815326" y="1268111"/>
                  </a:lnTo>
                  <a:lnTo>
                    <a:pt x="5817037" y="1242176"/>
                  </a:lnTo>
                  <a:lnTo>
                    <a:pt x="5818748" y="1280409"/>
                  </a:lnTo>
                  <a:lnTo>
                    <a:pt x="5820460" y="1214768"/>
                  </a:lnTo>
                  <a:lnTo>
                    <a:pt x="5822171" y="1190029"/>
                  </a:lnTo>
                  <a:lnTo>
                    <a:pt x="5823883" y="1200673"/>
                  </a:lnTo>
                  <a:lnTo>
                    <a:pt x="5825594" y="1344171"/>
                  </a:lnTo>
                  <a:lnTo>
                    <a:pt x="5827305" y="1249363"/>
                  </a:lnTo>
                  <a:lnTo>
                    <a:pt x="5829017" y="1263856"/>
                  </a:lnTo>
                  <a:lnTo>
                    <a:pt x="5830728" y="1224589"/>
                  </a:lnTo>
                  <a:lnTo>
                    <a:pt x="5832440" y="1282524"/>
                  </a:lnTo>
                  <a:lnTo>
                    <a:pt x="5834151" y="1245396"/>
                  </a:lnTo>
                  <a:lnTo>
                    <a:pt x="5835862" y="1257816"/>
                  </a:lnTo>
                  <a:lnTo>
                    <a:pt x="5837574" y="1278506"/>
                  </a:lnTo>
                  <a:lnTo>
                    <a:pt x="5839285" y="1282111"/>
                  </a:lnTo>
                  <a:lnTo>
                    <a:pt x="5840997" y="1282392"/>
                  </a:lnTo>
                  <a:lnTo>
                    <a:pt x="5842708" y="1336947"/>
                  </a:lnTo>
                  <a:lnTo>
                    <a:pt x="5844419" y="1348232"/>
                  </a:lnTo>
                  <a:lnTo>
                    <a:pt x="5846131" y="1344361"/>
                  </a:lnTo>
                  <a:lnTo>
                    <a:pt x="5847842" y="1329072"/>
                  </a:lnTo>
                  <a:lnTo>
                    <a:pt x="5849554" y="1257502"/>
                  </a:lnTo>
                  <a:lnTo>
                    <a:pt x="5851265" y="1237457"/>
                  </a:lnTo>
                  <a:lnTo>
                    <a:pt x="5852976" y="1240134"/>
                  </a:lnTo>
                  <a:lnTo>
                    <a:pt x="5854688" y="1327347"/>
                  </a:lnTo>
                  <a:lnTo>
                    <a:pt x="5856399" y="1392703"/>
                  </a:lnTo>
                  <a:lnTo>
                    <a:pt x="5858111" y="1374610"/>
                  </a:lnTo>
                  <a:lnTo>
                    <a:pt x="5859822" y="1398288"/>
                  </a:lnTo>
                  <a:lnTo>
                    <a:pt x="5861533" y="1388307"/>
                  </a:lnTo>
                  <a:lnTo>
                    <a:pt x="5863245" y="1403858"/>
                  </a:lnTo>
                  <a:lnTo>
                    <a:pt x="5864956" y="1389231"/>
                  </a:lnTo>
                  <a:lnTo>
                    <a:pt x="5866668" y="1391026"/>
                  </a:lnTo>
                  <a:lnTo>
                    <a:pt x="5868379" y="1388413"/>
                  </a:lnTo>
                  <a:lnTo>
                    <a:pt x="5870090" y="1401569"/>
                  </a:lnTo>
                  <a:lnTo>
                    <a:pt x="5871802" y="1387527"/>
                  </a:lnTo>
                  <a:lnTo>
                    <a:pt x="5873513" y="1384967"/>
                  </a:lnTo>
                  <a:lnTo>
                    <a:pt x="5875225" y="1375900"/>
                  </a:lnTo>
                  <a:lnTo>
                    <a:pt x="5876936" y="1368029"/>
                  </a:lnTo>
                  <a:lnTo>
                    <a:pt x="5878647" y="1352747"/>
                  </a:lnTo>
                  <a:lnTo>
                    <a:pt x="5880359" y="1353976"/>
                  </a:lnTo>
                  <a:lnTo>
                    <a:pt x="5882070" y="1316776"/>
                  </a:lnTo>
                  <a:lnTo>
                    <a:pt x="5883782" y="1234470"/>
                  </a:lnTo>
                  <a:lnTo>
                    <a:pt x="5885493" y="1228737"/>
                  </a:lnTo>
                  <a:lnTo>
                    <a:pt x="5887204" y="1301281"/>
                  </a:lnTo>
                  <a:lnTo>
                    <a:pt x="5888916" y="1283148"/>
                  </a:lnTo>
                  <a:lnTo>
                    <a:pt x="5890627" y="1251417"/>
                  </a:lnTo>
                  <a:lnTo>
                    <a:pt x="5892339" y="1233937"/>
                  </a:lnTo>
                  <a:lnTo>
                    <a:pt x="5894050" y="1179228"/>
                  </a:lnTo>
                  <a:lnTo>
                    <a:pt x="5895761" y="1190059"/>
                  </a:lnTo>
                  <a:lnTo>
                    <a:pt x="5897473" y="1185374"/>
                  </a:lnTo>
                  <a:lnTo>
                    <a:pt x="5899184" y="1145300"/>
                  </a:lnTo>
                  <a:lnTo>
                    <a:pt x="5900896" y="1233695"/>
                  </a:lnTo>
                  <a:lnTo>
                    <a:pt x="5902607" y="1327378"/>
                  </a:lnTo>
                  <a:lnTo>
                    <a:pt x="5904318" y="1355967"/>
                  </a:lnTo>
                  <a:lnTo>
                    <a:pt x="5906030" y="1364064"/>
                  </a:lnTo>
                  <a:lnTo>
                    <a:pt x="5907741" y="1358137"/>
                  </a:lnTo>
                  <a:lnTo>
                    <a:pt x="5909452" y="1368270"/>
                  </a:lnTo>
                  <a:lnTo>
                    <a:pt x="5911164" y="1403705"/>
                  </a:lnTo>
                  <a:lnTo>
                    <a:pt x="5912875" y="1383073"/>
                  </a:lnTo>
                  <a:lnTo>
                    <a:pt x="5914587" y="1353620"/>
                  </a:lnTo>
                  <a:lnTo>
                    <a:pt x="5916298" y="1357335"/>
                  </a:lnTo>
                  <a:lnTo>
                    <a:pt x="5918009" y="1363380"/>
                  </a:lnTo>
                  <a:lnTo>
                    <a:pt x="5919721" y="1333647"/>
                  </a:lnTo>
                  <a:lnTo>
                    <a:pt x="5921432" y="1323349"/>
                  </a:lnTo>
                  <a:lnTo>
                    <a:pt x="5923144" y="1274436"/>
                  </a:lnTo>
                  <a:lnTo>
                    <a:pt x="5924855" y="1253704"/>
                  </a:lnTo>
                  <a:lnTo>
                    <a:pt x="5926566" y="1292608"/>
                  </a:lnTo>
                  <a:lnTo>
                    <a:pt x="5928278" y="1315228"/>
                  </a:lnTo>
                  <a:lnTo>
                    <a:pt x="5929989" y="1310461"/>
                  </a:lnTo>
                  <a:lnTo>
                    <a:pt x="5931701" y="1304641"/>
                  </a:lnTo>
                  <a:lnTo>
                    <a:pt x="5933412" y="1275621"/>
                  </a:lnTo>
                  <a:lnTo>
                    <a:pt x="5935123" y="1239332"/>
                  </a:lnTo>
                  <a:lnTo>
                    <a:pt x="5936835" y="1248419"/>
                  </a:lnTo>
                  <a:lnTo>
                    <a:pt x="5938546" y="1251921"/>
                  </a:lnTo>
                  <a:lnTo>
                    <a:pt x="5940258" y="1245176"/>
                  </a:lnTo>
                  <a:lnTo>
                    <a:pt x="5941969" y="1228205"/>
                  </a:lnTo>
                  <a:lnTo>
                    <a:pt x="5943680" y="1254006"/>
                  </a:lnTo>
                  <a:lnTo>
                    <a:pt x="5945392" y="1250820"/>
                  </a:lnTo>
                  <a:lnTo>
                    <a:pt x="5947103" y="1144423"/>
                  </a:lnTo>
                  <a:lnTo>
                    <a:pt x="5948815" y="1096235"/>
                  </a:lnTo>
                  <a:lnTo>
                    <a:pt x="5950526" y="1185557"/>
                  </a:lnTo>
                  <a:lnTo>
                    <a:pt x="5952237" y="1261798"/>
                  </a:lnTo>
                  <a:lnTo>
                    <a:pt x="5953949" y="1302773"/>
                  </a:lnTo>
                  <a:lnTo>
                    <a:pt x="5955660" y="1333672"/>
                  </a:lnTo>
                  <a:lnTo>
                    <a:pt x="5957372" y="1387221"/>
                  </a:lnTo>
                  <a:lnTo>
                    <a:pt x="5959083" y="1433080"/>
                  </a:lnTo>
                  <a:lnTo>
                    <a:pt x="5960794" y="1447701"/>
                  </a:lnTo>
                  <a:lnTo>
                    <a:pt x="5962506" y="1388969"/>
                  </a:lnTo>
                  <a:lnTo>
                    <a:pt x="5964217" y="1409422"/>
                  </a:lnTo>
                  <a:lnTo>
                    <a:pt x="5965929" y="1416215"/>
                  </a:lnTo>
                  <a:lnTo>
                    <a:pt x="5967640" y="1374280"/>
                  </a:lnTo>
                  <a:lnTo>
                    <a:pt x="5969351" y="1292071"/>
                  </a:lnTo>
                  <a:lnTo>
                    <a:pt x="5971063" y="1321768"/>
                  </a:lnTo>
                  <a:lnTo>
                    <a:pt x="5972774" y="1372421"/>
                  </a:lnTo>
                  <a:lnTo>
                    <a:pt x="5974486" y="1389826"/>
                  </a:lnTo>
                  <a:lnTo>
                    <a:pt x="5976197" y="1377473"/>
                  </a:lnTo>
                  <a:lnTo>
                    <a:pt x="5977908" y="1395299"/>
                  </a:lnTo>
                  <a:lnTo>
                    <a:pt x="5979620" y="1324996"/>
                  </a:lnTo>
                  <a:lnTo>
                    <a:pt x="5981331" y="1353085"/>
                  </a:lnTo>
                  <a:lnTo>
                    <a:pt x="5983043" y="1261112"/>
                  </a:lnTo>
                  <a:lnTo>
                    <a:pt x="5984754" y="1241502"/>
                  </a:lnTo>
                  <a:lnTo>
                    <a:pt x="5986465" y="1225442"/>
                  </a:lnTo>
                  <a:lnTo>
                    <a:pt x="5988177" y="1295843"/>
                  </a:lnTo>
                  <a:lnTo>
                    <a:pt x="5989888" y="1342079"/>
                  </a:lnTo>
                  <a:lnTo>
                    <a:pt x="5991600" y="1327640"/>
                  </a:lnTo>
                  <a:lnTo>
                    <a:pt x="5993311" y="1346609"/>
                  </a:lnTo>
                  <a:lnTo>
                    <a:pt x="5995022" y="1314602"/>
                  </a:lnTo>
                  <a:lnTo>
                    <a:pt x="5996734" y="1293409"/>
                  </a:lnTo>
                  <a:lnTo>
                    <a:pt x="5998445" y="1317020"/>
                  </a:lnTo>
                  <a:lnTo>
                    <a:pt x="6000157" y="1287253"/>
                  </a:lnTo>
                  <a:lnTo>
                    <a:pt x="6001868" y="1349100"/>
                  </a:lnTo>
                  <a:lnTo>
                    <a:pt x="6003579" y="1308966"/>
                  </a:lnTo>
                  <a:lnTo>
                    <a:pt x="6005291" y="1330211"/>
                  </a:lnTo>
                  <a:lnTo>
                    <a:pt x="6007002" y="1295580"/>
                  </a:lnTo>
                  <a:lnTo>
                    <a:pt x="6008713" y="1225725"/>
                  </a:lnTo>
                  <a:lnTo>
                    <a:pt x="6010425" y="1257217"/>
                  </a:lnTo>
                  <a:lnTo>
                    <a:pt x="6012136" y="1096613"/>
                  </a:lnTo>
                  <a:lnTo>
                    <a:pt x="6013848" y="1133147"/>
                  </a:lnTo>
                  <a:lnTo>
                    <a:pt x="6015559" y="1218409"/>
                  </a:lnTo>
                  <a:lnTo>
                    <a:pt x="6017270" y="1193275"/>
                  </a:lnTo>
                  <a:lnTo>
                    <a:pt x="6018982" y="1292923"/>
                  </a:lnTo>
                  <a:lnTo>
                    <a:pt x="6020693" y="1308234"/>
                  </a:lnTo>
                  <a:lnTo>
                    <a:pt x="6022405" y="1329335"/>
                  </a:lnTo>
                  <a:lnTo>
                    <a:pt x="6024116" y="1339930"/>
                  </a:lnTo>
                  <a:lnTo>
                    <a:pt x="6025827" y="1266768"/>
                  </a:lnTo>
                  <a:lnTo>
                    <a:pt x="6027539" y="1294032"/>
                  </a:lnTo>
                  <a:lnTo>
                    <a:pt x="6029250" y="1218859"/>
                  </a:lnTo>
                  <a:lnTo>
                    <a:pt x="6030962" y="1214601"/>
                  </a:lnTo>
                  <a:lnTo>
                    <a:pt x="6032673" y="1189763"/>
                  </a:lnTo>
                  <a:lnTo>
                    <a:pt x="6034384" y="1191072"/>
                  </a:lnTo>
                  <a:lnTo>
                    <a:pt x="6036096" y="1215174"/>
                  </a:lnTo>
                  <a:lnTo>
                    <a:pt x="6037807" y="1186945"/>
                  </a:lnTo>
                  <a:lnTo>
                    <a:pt x="6039519" y="1141725"/>
                  </a:lnTo>
                  <a:lnTo>
                    <a:pt x="6041230" y="1148782"/>
                  </a:lnTo>
                  <a:lnTo>
                    <a:pt x="6042941" y="1066375"/>
                  </a:lnTo>
                  <a:lnTo>
                    <a:pt x="6044653" y="1041215"/>
                  </a:lnTo>
                  <a:lnTo>
                    <a:pt x="6046364" y="994734"/>
                  </a:lnTo>
                  <a:lnTo>
                    <a:pt x="6048076" y="1031113"/>
                  </a:lnTo>
                  <a:lnTo>
                    <a:pt x="6049787" y="1048900"/>
                  </a:lnTo>
                  <a:lnTo>
                    <a:pt x="6051498" y="956100"/>
                  </a:lnTo>
                  <a:lnTo>
                    <a:pt x="6053210" y="1039782"/>
                  </a:lnTo>
                  <a:lnTo>
                    <a:pt x="6054921" y="988908"/>
                  </a:lnTo>
                  <a:lnTo>
                    <a:pt x="6056633" y="968773"/>
                  </a:lnTo>
                  <a:lnTo>
                    <a:pt x="6058344" y="862180"/>
                  </a:lnTo>
                  <a:lnTo>
                    <a:pt x="6060055" y="900528"/>
                  </a:lnTo>
                  <a:lnTo>
                    <a:pt x="6061767" y="880927"/>
                  </a:lnTo>
                  <a:lnTo>
                    <a:pt x="6063478" y="857886"/>
                  </a:lnTo>
                  <a:lnTo>
                    <a:pt x="6065190" y="839085"/>
                  </a:lnTo>
                  <a:lnTo>
                    <a:pt x="6066901" y="799908"/>
                  </a:lnTo>
                  <a:lnTo>
                    <a:pt x="6068612" y="693607"/>
                  </a:lnTo>
                  <a:lnTo>
                    <a:pt x="6070324" y="640594"/>
                  </a:lnTo>
                  <a:lnTo>
                    <a:pt x="6072035" y="653487"/>
                  </a:lnTo>
                  <a:lnTo>
                    <a:pt x="6073747" y="596965"/>
                  </a:lnTo>
                  <a:lnTo>
                    <a:pt x="6075458" y="452097"/>
                  </a:lnTo>
                  <a:lnTo>
                    <a:pt x="6077169" y="466769"/>
                  </a:lnTo>
                  <a:lnTo>
                    <a:pt x="6078881" y="473802"/>
                  </a:lnTo>
                  <a:lnTo>
                    <a:pt x="6080592" y="477438"/>
                  </a:lnTo>
                  <a:lnTo>
                    <a:pt x="6082304" y="526113"/>
                  </a:lnTo>
                  <a:lnTo>
                    <a:pt x="6084015" y="561067"/>
                  </a:lnTo>
                  <a:lnTo>
                    <a:pt x="6085726" y="709976"/>
                  </a:lnTo>
                  <a:lnTo>
                    <a:pt x="6087438" y="730806"/>
                  </a:lnTo>
                  <a:lnTo>
                    <a:pt x="6089149" y="603285"/>
                  </a:lnTo>
                  <a:lnTo>
                    <a:pt x="6090861" y="771618"/>
                  </a:lnTo>
                  <a:lnTo>
                    <a:pt x="6092572" y="895906"/>
                  </a:lnTo>
                  <a:lnTo>
                    <a:pt x="6094283" y="826943"/>
                  </a:lnTo>
                  <a:lnTo>
                    <a:pt x="6095995" y="805951"/>
                  </a:lnTo>
                  <a:lnTo>
                    <a:pt x="6097706" y="878966"/>
                  </a:lnTo>
                  <a:lnTo>
                    <a:pt x="6099418" y="996522"/>
                  </a:lnTo>
                  <a:lnTo>
                    <a:pt x="6101129" y="1022592"/>
                  </a:lnTo>
                  <a:lnTo>
                    <a:pt x="6102840" y="909286"/>
                  </a:lnTo>
                  <a:lnTo>
                    <a:pt x="6104552" y="1049093"/>
                  </a:lnTo>
                  <a:lnTo>
                    <a:pt x="6106263" y="997311"/>
                  </a:lnTo>
                  <a:lnTo>
                    <a:pt x="6107975" y="1019543"/>
                  </a:lnTo>
                  <a:lnTo>
                    <a:pt x="6109686" y="1023871"/>
                  </a:lnTo>
                  <a:lnTo>
                    <a:pt x="6111397" y="901561"/>
                  </a:lnTo>
                  <a:lnTo>
                    <a:pt x="6113109" y="883045"/>
                  </a:lnTo>
                  <a:lnTo>
                    <a:pt x="6114820" y="838924"/>
                  </a:lnTo>
                  <a:lnTo>
                    <a:pt x="6116531" y="805774"/>
                  </a:lnTo>
                  <a:lnTo>
                    <a:pt x="6118243" y="731913"/>
                  </a:lnTo>
                  <a:lnTo>
                    <a:pt x="6119954" y="714309"/>
                  </a:lnTo>
                  <a:lnTo>
                    <a:pt x="6121666" y="793652"/>
                  </a:lnTo>
                  <a:lnTo>
                    <a:pt x="6123377" y="824338"/>
                  </a:lnTo>
                  <a:lnTo>
                    <a:pt x="6125088" y="792040"/>
                  </a:lnTo>
                  <a:lnTo>
                    <a:pt x="6126800" y="751770"/>
                  </a:lnTo>
                  <a:lnTo>
                    <a:pt x="6128511" y="710745"/>
                  </a:lnTo>
                  <a:lnTo>
                    <a:pt x="6130223" y="750337"/>
                  </a:lnTo>
                  <a:lnTo>
                    <a:pt x="6131934" y="789630"/>
                  </a:lnTo>
                  <a:lnTo>
                    <a:pt x="6133645" y="728785"/>
                  </a:lnTo>
                  <a:lnTo>
                    <a:pt x="6135357" y="799065"/>
                  </a:lnTo>
                  <a:lnTo>
                    <a:pt x="6137068" y="801237"/>
                  </a:lnTo>
                  <a:lnTo>
                    <a:pt x="6138780" y="729570"/>
                  </a:lnTo>
                  <a:lnTo>
                    <a:pt x="6140491" y="726804"/>
                  </a:lnTo>
                  <a:lnTo>
                    <a:pt x="6142202" y="767795"/>
                  </a:lnTo>
                  <a:lnTo>
                    <a:pt x="6143914" y="872045"/>
                  </a:lnTo>
                  <a:lnTo>
                    <a:pt x="6145625" y="937703"/>
                  </a:lnTo>
                  <a:lnTo>
                    <a:pt x="6147337" y="935625"/>
                  </a:lnTo>
                  <a:lnTo>
                    <a:pt x="6149048" y="1049313"/>
                  </a:lnTo>
                  <a:lnTo>
                    <a:pt x="6150759" y="1140505"/>
                  </a:lnTo>
                  <a:lnTo>
                    <a:pt x="6152471" y="1092412"/>
                  </a:lnTo>
                  <a:lnTo>
                    <a:pt x="6154182" y="1007360"/>
                  </a:lnTo>
                  <a:lnTo>
                    <a:pt x="6155894" y="977289"/>
                  </a:lnTo>
                  <a:lnTo>
                    <a:pt x="6157605" y="1090936"/>
                  </a:lnTo>
                  <a:lnTo>
                    <a:pt x="6159316" y="1140654"/>
                  </a:lnTo>
                  <a:lnTo>
                    <a:pt x="6161028" y="1059047"/>
                  </a:lnTo>
                  <a:lnTo>
                    <a:pt x="6162739" y="986379"/>
                  </a:lnTo>
                  <a:lnTo>
                    <a:pt x="6164451" y="955847"/>
                  </a:lnTo>
                  <a:lnTo>
                    <a:pt x="6166162" y="950051"/>
                  </a:lnTo>
                  <a:lnTo>
                    <a:pt x="6167873" y="908934"/>
                  </a:lnTo>
                  <a:lnTo>
                    <a:pt x="6169585" y="920013"/>
                  </a:lnTo>
                  <a:lnTo>
                    <a:pt x="6171296" y="932536"/>
                  </a:lnTo>
                  <a:lnTo>
                    <a:pt x="6173008" y="1019705"/>
                  </a:lnTo>
                  <a:lnTo>
                    <a:pt x="6174719" y="1168622"/>
                  </a:lnTo>
                  <a:lnTo>
                    <a:pt x="6176430" y="1158102"/>
                  </a:lnTo>
                  <a:lnTo>
                    <a:pt x="6178142" y="1194979"/>
                  </a:lnTo>
                  <a:lnTo>
                    <a:pt x="6179853" y="1188497"/>
                  </a:lnTo>
                  <a:lnTo>
                    <a:pt x="6181565" y="1174285"/>
                  </a:lnTo>
                  <a:lnTo>
                    <a:pt x="6183276" y="1218385"/>
                  </a:lnTo>
                  <a:lnTo>
                    <a:pt x="6184987" y="1199689"/>
                  </a:lnTo>
                  <a:lnTo>
                    <a:pt x="6186699" y="1077714"/>
                  </a:lnTo>
                  <a:lnTo>
                    <a:pt x="6188410" y="1070086"/>
                  </a:lnTo>
                  <a:lnTo>
                    <a:pt x="6190122" y="1204377"/>
                  </a:lnTo>
                  <a:lnTo>
                    <a:pt x="6191833" y="1216286"/>
                  </a:lnTo>
                  <a:lnTo>
                    <a:pt x="6193544" y="1207204"/>
                  </a:lnTo>
                  <a:lnTo>
                    <a:pt x="6195256" y="1204808"/>
                  </a:lnTo>
                  <a:lnTo>
                    <a:pt x="6196967" y="1207068"/>
                  </a:lnTo>
                  <a:lnTo>
                    <a:pt x="6198679" y="1180797"/>
                  </a:lnTo>
                  <a:lnTo>
                    <a:pt x="6200390" y="1085646"/>
                  </a:lnTo>
                  <a:lnTo>
                    <a:pt x="6202101" y="1070634"/>
                  </a:lnTo>
                  <a:lnTo>
                    <a:pt x="6203813" y="1043880"/>
                  </a:lnTo>
                  <a:lnTo>
                    <a:pt x="6205524" y="1053422"/>
                  </a:lnTo>
                  <a:lnTo>
                    <a:pt x="6207236" y="1040580"/>
                  </a:lnTo>
                  <a:lnTo>
                    <a:pt x="6208947" y="941541"/>
                  </a:lnTo>
                  <a:lnTo>
                    <a:pt x="6210658" y="925699"/>
                  </a:lnTo>
                  <a:lnTo>
                    <a:pt x="6212370" y="1037594"/>
                  </a:lnTo>
                  <a:lnTo>
                    <a:pt x="6214081" y="1104024"/>
                  </a:lnTo>
                  <a:lnTo>
                    <a:pt x="6215793" y="1172739"/>
                  </a:lnTo>
                  <a:lnTo>
                    <a:pt x="6217504" y="1220041"/>
                  </a:lnTo>
                  <a:lnTo>
                    <a:pt x="6219215" y="1196804"/>
                  </a:lnTo>
                  <a:lnTo>
                    <a:pt x="6220927" y="1194429"/>
                  </a:lnTo>
                  <a:lnTo>
                    <a:pt x="6222638" y="1152005"/>
                  </a:lnTo>
                  <a:lnTo>
                    <a:pt x="6224349" y="1094405"/>
                  </a:lnTo>
                  <a:lnTo>
                    <a:pt x="6226061" y="1047195"/>
                  </a:lnTo>
                  <a:lnTo>
                    <a:pt x="6227772" y="1019769"/>
                  </a:lnTo>
                  <a:lnTo>
                    <a:pt x="6229484" y="1044957"/>
                  </a:lnTo>
                  <a:lnTo>
                    <a:pt x="6231195" y="916941"/>
                  </a:lnTo>
                  <a:lnTo>
                    <a:pt x="6232906" y="960896"/>
                  </a:lnTo>
                  <a:lnTo>
                    <a:pt x="6234618" y="979057"/>
                  </a:lnTo>
                  <a:lnTo>
                    <a:pt x="6236329" y="970363"/>
                  </a:lnTo>
                  <a:lnTo>
                    <a:pt x="6238041" y="1033108"/>
                  </a:lnTo>
                  <a:lnTo>
                    <a:pt x="6239752" y="1022669"/>
                  </a:lnTo>
                  <a:lnTo>
                    <a:pt x="6241463" y="1039347"/>
                  </a:lnTo>
                  <a:lnTo>
                    <a:pt x="6243175" y="1058779"/>
                  </a:lnTo>
                  <a:lnTo>
                    <a:pt x="6244886" y="1046909"/>
                  </a:lnTo>
                  <a:lnTo>
                    <a:pt x="6246598" y="1131554"/>
                  </a:lnTo>
                  <a:lnTo>
                    <a:pt x="6248309" y="1192686"/>
                  </a:lnTo>
                  <a:lnTo>
                    <a:pt x="6250020" y="1233876"/>
                  </a:lnTo>
                  <a:lnTo>
                    <a:pt x="6251732" y="1325333"/>
                  </a:lnTo>
                  <a:lnTo>
                    <a:pt x="6253443" y="1306979"/>
                  </a:lnTo>
                  <a:lnTo>
                    <a:pt x="6255155" y="1319191"/>
                  </a:lnTo>
                  <a:lnTo>
                    <a:pt x="6256866" y="1334588"/>
                  </a:lnTo>
                  <a:lnTo>
                    <a:pt x="6258577" y="1340658"/>
                  </a:lnTo>
                  <a:lnTo>
                    <a:pt x="6260289" y="1339225"/>
                  </a:lnTo>
                  <a:lnTo>
                    <a:pt x="6262000" y="1287955"/>
                  </a:lnTo>
                  <a:lnTo>
                    <a:pt x="6263712" y="1165900"/>
                  </a:lnTo>
                  <a:lnTo>
                    <a:pt x="6265423" y="1178115"/>
                  </a:lnTo>
                  <a:lnTo>
                    <a:pt x="6267134" y="1260888"/>
                  </a:lnTo>
                  <a:lnTo>
                    <a:pt x="6268846" y="1261713"/>
                  </a:lnTo>
                  <a:lnTo>
                    <a:pt x="6270557" y="1216011"/>
                  </a:lnTo>
                  <a:lnTo>
                    <a:pt x="6272269" y="1252302"/>
                  </a:lnTo>
                  <a:lnTo>
                    <a:pt x="6273980" y="1180317"/>
                  </a:lnTo>
                  <a:lnTo>
                    <a:pt x="6275691" y="1104054"/>
                  </a:lnTo>
                  <a:lnTo>
                    <a:pt x="6277403" y="1071087"/>
                  </a:lnTo>
                  <a:lnTo>
                    <a:pt x="6279114" y="984348"/>
                  </a:lnTo>
                  <a:lnTo>
                    <a:pt x="6280826" y="1022686"/>
                  </a:lnTo>
                  <a:lnTo>
                    <a:pt x="6282537" y="1005646"/>
                  </a:lnTo>
                  <a:lnTo>
                    <a:pt x="6284248" y="1034021"/>
                  </a:lnTo>
                  <a:lnTo>
                    <a:pt x="6285960" y="1068492"/>
                  </a:lnTo>
                  <a:lnTo>
                    <a:pt x="6287671" y="1073157"/>
                  </a:lnTo>
                  <a:lnTo>
                    <a:pt x="6289383" y="1162405"/>
                  </a:lnTo>
                  <a:lnTo>
                    <a:pt x="6291094" y="1192363"/>
                  </a:lnTo>
                  <a:lnTo>
                    <a:pt x="6292805" y="1174331"/>
                  </a:lnTo>
                  <a:lnTo>
                    <a:pt x="6294517" y="1217658"/>
                  </a:lnTo>
                  <a:lnTo>
                    <a:pt x="6296228" y="1235177"/>
                  </a:lnTo>
                  <a:lnTo>
                    <a:pt x="6297940" y="1215730"/>
                  </a:lnTo>
                  <a:lnTo>
                    <a:pt x="6299651" y="1233250"/>
                  </a:lnTo>
                  <a:lnTo>
                    <a:pt x="6301362" y="1288016"/>
                  </a:lnTo>
                  <a:lnTo>
                    <a:pt x="6303074" y="1316910"/>
                  </a:lnTo>
                  <a:lnTo>
                    <a:pt x="6304785" y="1327163"/>
                  </a:lnTo>
                  <a:lnTo>
                    <a:pt x="6306497" y="1382213"/>
                  </a:lnTo>
                  <a:lnTo>
                    <a:pt x="6308208" y="1389223"/>
                  </a:lnTo>
                  <a:lnTo>
                    <a:pt x="6309919" y="1384608"/>
                  </a:lnTo>
                  <a:lnTo>
                    <a:pt x="6311631" y="1406849"/>
                  </a:lnTo>
                  <a:lnTo>
                    <a:pt x="6313342" y="1411773"/>
                  </a:lnTo>
                  <a:lnTo>
                    <a:pt x="6315054" y="1392689"/>
                  </a:lnTo>
                  <a:lnTo>
                    <a:pt x="6316765" y="1404897"/>
                  </a:lnTo>
                  <a:lnTo>
                    <a:pt x="6318476" y="1355637"/>
                  </a:lnTo>
                  <a:lnTo>
                    <a:pt x="6320188" y="1338746"/>
                  </a:lnTo>
                  <a:lnTo>
                    <a:pt x="6321899" y="1339354"/>
                  </a:lnTo>
                  <a:lnTo>
                    <a:pt x="6323611" y="1345184"/>
                  </a:lnTo>
                  <a:lnTo>
                    <a:pt x="6325322" y="1353521"/>
                  </a:lnTo>
                  <a:lnTo>
                    <a:pt x="6327033" y="1292959"/>
                  </a:lnTo>
                  <a:lnTo>
                    <a:pt x="6328745" y="1285706"/>
                  </a:lnTo>
                  <a:lnTo>
                    <a:pt x="6330456" y="1324276"/>
                  </a:lnTo>
                  <a:lnTo>
                    <a:pt x="6332167" y="1398085"/>
                  </a:lnTo>
                  <a:lnTo>
                    <a:pt x="6333879" y="1402750"/>
                  </a:lnTo>
                  <a:lnTo>
                    <a:pt x="6335590" y="1377786"/>
                  </a:lnTo>
                  <a:lnTo>
                    <a:pt x="6337302" y="1405587"/>
                  </a:lnTo>
                  <a:lnTo>
                    <a:pt x="6339013" y="1447630"/>
                  </a:lnTo>
                  <a:lnTo>
                    <a:pt x="6340724" y="1422265"/>
                  </a:lnTo>
                  <a:lnTo>
                    <a:pt x="6342436" y="1431025"/>
                  </a:lnTo>
                  <a:lnTo>
                    <a:pt x="6344147" y="1461986"/>
                  </a:lnTo>
                  <a:lnTo>
                    <a:pt x="6344147" y="1461986"/>
                  </a:lnTo>
                  <a:lnTo>
                    <a:pt x="6345859" y="1461986"/>
                  </a:lnTo>
                  <a:lnTo>
                    <a:pt x="6347570" y="1461986"/>
                  </a:lnTo>
                  <a:lnTo>
                    <a:pt x="6349281" y="1461986"/>
                  </a:lnTo>
                  <a:lnTo>
                    <a:pt x="6350993" y="1461986"/>
                  </a:lnTo>
                  <a:lnTo>
                    <a:pt x="6352704" y="1461986"/>
                  </a:lnTo>
                  <a:lnTo>
                    <a:pt x="6354416" y="1461986"/>
                  </a:lnTo>
                  <a:lnTo>
                    <a:pt x="6356127" y="1461986"/>
                  </a:lnTo>
                  <a:lnTo>
                    <a:pt x="6357838" y="1461986"/>
                  </a:lnTo>
                  <a:lnTo>
                    <a:pt x="6359550" y="1461986"/>
                  </a:lnTo>
                  <a:lnTo>
                    <a:pt x="6361261" y="1431077"/>
                  </a:lnTo>
                  <a:lnTo>
                    <a:pt x="6362973" y="1404300"/>
                  </a:lnTo>
                  <a:lnTo>
                    <a:pt x="6364684" y="1410638"/>
                  </a:lnTo>
                  <a:lnTo>
                    <a:pt x="6366395" y="1394934"/>
                  </a:lnTo>
                  <a:lnTo>
                    <a:pt x="6368107" y="1393006"/>
                  </a:lnTo>
                  <a:lnTo>
                    <a:pt x="6369818" y="1363909"/>
                  </a:lnTo>
                  <a:lnTo>
                    <a:pt x="6371530" y="1278008"/>
                  </a:lnTo>
                  <a:lnTo>
                    <a:pt x="6373241" y="1220626"/>
                  </a:lnTo>
                  <a:lnTo>
                    <a:pt x="6374952" y="1189503"/>
                  </a:lnTo>
                  <a:lnTo>
                    <a:pt x="6376664" y="1166750"/>
                  </a:lnTo>
                  <a:lnTo>
                    <a:pt x="6378375" y="1161814"/>
                  </a:lnTo>
                  <a:lnTo>
                    <a:pt x="6380087" y="1252580"/>
                  </a:lnTo>
                  <a:lnTo>
                    <a:pt x="6381798" y="1258877"/>
                  </a:lnTo>
                  <a:lnTo>
                    <a:pt x="6383509" y="1295293"/>
                  </a:lnTo>
                  <a:lnTo>
                    <a:pt x="6385221" y="1288833"/>
                  </a:lnTo>
                  <a:lnTo>
                    <a:pt x="6386932" y="1315238"/>
                  </a:lnTo>
                  <a:lnTo>
                    <a:pt x="6388644" y="1312189"/>
                  </a:lnTo>
                  <a:lnTo>
                    <a:pt x="6390355" y="1348842"/>
                  </a:lnTo>
                  <a:lnTo>
                    <a:pt x="6392066" y="1383019"/>
                  </a:lnTo>
                  <a:lnTo>
                    <a:pt x="6393778" y="1333118"/>
                  </a:lnTo>
                  <a:lnTo>
                    <a:pt x="6395489" y="1342397"/>
                  </a:lnTo>
                  <a:lnTo>
                    <a:pt x="6397201" y="1326054"/>
                  </a:lnTo>
                  <a:lnTo>
                    <a:pt x="6398912" y="1318959"/>
                  </a:lnTo>
                  <a:lnTo>
                    <a:pt x="6400623" y="1290528"/>
                  </a:lnTo>
                  <a:lnTo>
                    <a:pt x="6402335" y="1236645"/>
                  </a:lnTo>
                  <a:lnTo>
                    <a:pt x="6404046" y="1139045"/>
                  </a:lnTo>
                  <a:lnTo>
                    <a:pt x="6405758" y="1148488"/>
                  </a:lnTo>
                  <a:lnTo>
                    <a:pt x="6407469" y="1124306"/>
                  </a:lnTo>
                  <a:lnTo>
                    <a:pt x="6409180" y="1178213"/>
                  </a:lnTo>
                  <a:lnTo>
                    <a:pt x="6410892" y="1152640"/>
                  </a:lnTo>
                  <a:lnTo>
                    <a:pt x="6412603" y="1237179"/>
                  </a:lnTo>
                  <a:lnTo>
                    <a:pt x="6414315" y="1316867"/>
                  </a:lnTo>
                  <a:lnTo>
                    <a:pt x="6416026" y="1290622"/>
                  </a:lnTo>
                  <a:lnTo>
                    <a:pt x="6417737" y="1240140"/>
                  </a:lnTo>
                  <a:lnTo>
                    <a:pt x="6419449" y="1216310"/>
                  </a:lnTo>
                  <a:lnTo>
                    <a:pt x="6421160" y="1228951"/>
                  </a:lnTo>
                  <a:lnTo>
                    <a:pt x="6422872" y="1257293"/>
                  </a:lnTo>
                  <a:lnTo>
                    <a:pt x="6424583" y="1127879"/>
                  </a:lnTo>
                  <a:lnTo>
                    <a:pt x="6426294" y="1166583"/>
                  </a:lnTo>
                  <a:lnTo>
                    <a:pt x="6428006" y="1184570"/>
                  </a:lnTo>
                  <a:lnTo>
                    <a:pt x="6429717" y="1278121"/>
                  </a:lnTo>
                  <a:lnTo>
                    <a:pt x="6431428" y="1339623"/>
                  </a:lnTo>
                  <a:lnTo>
                    <a:pt x="6433140" y="1373532"/>
                  </a:lnTo>
                  <a:lnTo>
                    <a:pt x="6434851" y="1395232"/>
                  </a:lnTo>
                  <a:lnTo>
                    <a:pt x="6436563" y="1418325"/>
                  </a:lnTo>
                  <a:lnTo>
                    <a:pt x="6438274" y="1410811"/>
                  </a:lnTo>
                  <a:lnTo>
                    <a:pt x="6439985" y="1385460"/>
                  </a:lnTo>
                  <a:lnTo>
                    <a:pt x="6441697" y="1434150"/>
                  </a:lnTo>
                  <a:lnTo>
                    <a:pt x="6443408" y="1320174"/>
                  </a:lnTo>
                  <a:lnTo>
                    <a:pt x="6445120" y="1296887"/>
                  </a:lnTo>
                  <a:lnTo>
                    <a:pt x="6446831" y="1258355"/>
                  </a:lnTo>
                  <a:lnTo>
                    <a:pt x="6448542" y="1296866"/>
                  </a:lnTo>
                  <a:lnTo>
                    <a:pt x="6450254" y="1223121"/>
                  </a:lnTo>
                  <a:lnTo>
                    <a:pt x="6451965" y="1255166"/>
                  </a:lnTo>
                  <a:lnTo>
                    <a:pt x="6453677" y="1325084"/>
                  </a:lnTo>
                  <a:lnTo>
                    <a:pt x="6455388" y="1336091"/>
                  </a:lnTo>
                  <a:lnTo>
                    <a:pt x="6457099" y="1350907"/>
                  </a:lnTo>
                  <a:lnTo>
                    <a:pt x="6458811" y="1326614"/>
                  </a:lnTo>
                  <a:lnTo>
                    <a:pt x="6460522" y="1327289"/>
                  </a:lnTo>
                  <a:lnTo>
                    <a:pt x="6462234" y="1326883"/>
                  </a:lnTo>
                  <a:lnTo>
                    <a:pt x="6463945" y="1348377"/>
                  </a:lnTo>
                  <a:lnTo>
                    <a:pt x="6465656" y="1366423"/>
                  </a:lnTo>
                  <a:lnTo>
                    <a:pt x="6467368" y="1399910"/>
                  </a:lnTo>
                  <a:lnTo>
                    <a:pt x="6469079" y="1442342"/>
                  </a:lnTo>
                  <a:lnTo>
                    <a:pt x="6470791" y="1448826"/>
                  </a:lnTo>
                  <a:lnTo>
                    <a:pt x="6472502" y="1453390"/>
                  </a:lnTo>
                  <a:lnTo>
                    <a:pt x="6474213" y="1446917"/>
                  </a:lnTo>
                  <a:lnTo>
                    <a:pt x="6475925" y="1446729"/>
                  </a:lnTo>
                  <a:lnTo>
                    <a:pt x="6477636" y="1445503"/>
                  </a:lnTo>
                  <a:lnTo>
                    <a:pt x="6479348" y="1442583"/>
                  </a:lnTo>
                  <a:lnTo>
                    <a:pt x="6481059" y="1452124"/>
                  </a:lnTo>
                  <a:lnTo>
                    <a:pt x="6482770" y="1438868"/>
                  </a:lnTo>
                  <a:lnTo>
                    <a:pt x="6484482" y="1405277"/>
                  </a:lnTo>
                  <a:lnTo>
                    <a:pt x="6486193" y="1380236"/>
                  </a:lnTo>
                  <a:lnTo>
                    <a:pt x="6487905" y="1346105"/>
                  </a:lnTo>
                  <a:lnTo>
                    <a:pt x="6489616" y="1357665"/>
                  </a:lnTo>
                  <a:lnTo>
                    <a:pt x="6491327" y="1314952"/>
                  </a:lnTo>
                  <a:lnTo>
                    <a:pt x="6493039" y="1366250"/>
                  </a:lnTo>
                  <a:lnTo>
                    <a:pt x="6494750" y="1375063"/>
                  </a:lnTo>
                  <a:lnTo>
                    <a:pt x="6496462" y="1344608"/>
                  </a:lnTo>
                  <a:lnTo>
                    <a:pt x="6498173" y="1377019"/>
                  </a:lnTo>
                  <a:lnTo>
                    <a:pt x="6499884" y="1343812"/>
                  </a:lnTo>
                  <a:lnTo>
                    <a:pt x="6501596" y="1332960"/>
                  </a:lnTo>
                  <a:lnTo>
                    <a:pt x="6503307" y="1321031"/>
                  </a:lnTo>
                  <a:lnTo>
                    <a:pt x="6505019" y="1287577"/>
                  </a:lnTo>
                  <a:lnTo>
                    <a:pt x="6506730" y="1319078"/>
                  </a:lnTo>
                  <a:lnTo>
                    <a:pt x="6508441" y="1291937"/>
                  </a:lnTo>
                  <a:lnTo>
                    <a:pt x="6510153" y="1315434"/>
                  </a:lnTo>
                  <a:lnTo>
                    <a:pt x="6511864" y="1296573"/>
                  </a:lnTo>
                  <a:lnTo>
                    <a:pt x="6513576" y="1268915"/>
                  </a:lnTo>
                  <a:lnTo>
                    <a:pt x="6515287" y="1253670"/>
                  </a:lnTo>
                  <a:lnTo>
                    <a:pt x="6516998" y="1257162"/>
                  </a:lnTo>
                  <a:lnTo>
                    <a:pt x="6518710" y="1251829"/>
                  </a:lnTo>
                  <a:lnTo>
                    <a:pt x="6520421" y="1237733"/>
                  </a:lnTo>
                  <a:lnTo>
                    <a:pt x="6522133" y="1275297"/>
                  </a:lnTo>
                  <a:lnTo>
                    <a:pt x="6523844" y="1305964"/>
                  </a:lnTo>
                  <a:lnTo>
                    <a:pt x="6525555" y="1303140"/>
                  </a:lnTo>
                  <a:lnTo>
                    <a:pt x="6527267" y="1242406"/>
                  </a:lnTo>
                  <a:lnTo>
                    <a:pt x="6528978" y="1284553"/>
                  </a:lnTo>
                  <a:lnTo>
                    <a:pt x="6530690" y="1147570"/>
                  </a:lnTo>
                  <a:lnTo>
                    <a:pt x="6532401" y="1152672"/>
                  </a:lnTo>
                  <a:lnTo>
                    <a:pt x="6534112" y="1130000"/>
                  </a:lnTo>
                  <a:lnTo>
                    <a:pt x="6535824" y="1108567"/>
                  </a:lnTo>
                  <a:lnTo>
                    <a:pt x="6537535" y="1163742"/>
                  </a:lnTo>
                  <a:lnTo>
                    <a:pt x="6539246" y="1228033"/>
                  </a:lnTo>
                  <a:lnTo>
                    <a:pt x="6540958" y="1277775"/>
                  </a:lnTo>
                  <a:lnTo>
                    <a:pt x="6542669" y="1271102"/>
                  </a:lnTo>
                  <a:lnTo>
                    <a:pt x="6544381" y="1276705"/>
                  </a:lnTo>
                  <a:lnTo>
                    <a:pt x="6546092" y="1319388"/>
                  </a:lnTo>
                  <a:lnTo>
                    <a:pt x="6547803" y="1307168"/>
                  </a:lnTo>
                  <a:lnTo>
                    <a:pt x="6549515" y="1285637"/>
                  </a:lnTo>
                  <a:lnTo>
                    <a:pt x="6551226" y="1293777"/>
                  </a:lnTo>
                  <a:lnTo>
                    <a:pt x="6552938" y="1280088"/>
                  </a:lnTo>
                  <a:lnTo>
                    <a:pt x="6554649" y="1252596"/>
                  </a:lnTo>
                  <a:lnTo>
                    <a:pt x="6556360" y="1131343"/>
                  </a:lnTo>
                  <a:lnTo>
                    <a:pt x="6558072" y="1116544"/>
                  </a:lnTo>
                  <a:lnTo>
                    <a:pt x="6559783" y="1173045"/>
                  </a:lnTo>
                  <a:lnTo>
                    <a:pt x="6561495" y="1278342"/>
                  </a:lnTo>
                  <a:lnTo>
                    <a:pt x="6563206" y="1324699"/>
                  </a:lnTo>
                  <a:lnTo>
                    <a:pt x="6564917" y="1321620"/>
                  </a:lnTo>
                  <a:lnTo>
                    <a:pt x="6566629" y="1299300"/>
                  </a:lnTo>
                  <a:lnTo>
                    <a:pt x="6568340" y="1325779"/>
                  </a:lnTo>
                  <a:lnTo>
                    <a:pt x="6570052" y="1281506"/>
                  </a:lnTo>
                  <a:lnTo>
                    <a:pt x="6571763" y="1183015"/>
                  </a:lnTo>
                  <a:lnTo>
                    <a:pt x="6573474" y="1096741"/>
                  </a:lnTo>
                  <a:lnTo>
                    <a:pt x="6575186" y="1055335"/>
                  </a:lnTo>
                  <a:lnTo>
                    <a:pt x="6576897" y="1086100"/>
                  </a:lnTo>
                  <a:lnTo>
                    <a:pt x="6578609" y="1057592"/>
                  </a:lnTo>
                  <a:lnTo>
                    <a:pt x="6580320" y="1032176"/>
                  </a:lnTo>
                  <a:lnTo>
                    <a:pt x="6582031" y="1076761"/>
                  </a:lnTo>
                  <a:lnTo>
                    <a:pt x="6583743" y="1064960"/>
                  </a:lnTo>
                  <a:lnTo>
                    <a:pt x="6585454" y="1088210"/>
                  </a:lnTo>
                  <a:lnTo>
                    <a:pt x="6587166" y="1143715"/>
                  </a:lnTo>
                  <a:lnTo>
                    <a:pt x="6588877" y="1229728"/>
                  </a:lnTo>
                  <a:lnTo>
                    <a:pt x="6590588" y="1245763"/>
                  </a:lnTo>
                  <a:lnTo>
                    <a:pt x="6592300" y="1215417"/>
                  </a:lnTo>
                  <a:lnTo>
                    <a:pt x="6594011" y="1235492"/>
                  </a:lnTo>
                  <a:lnTo>
                    <a:pt x="6595723" y="1223640"/>
                  </a:lnTo>
                  <a:lnTo>
                    <a:pt x="6597434" y="1209259"/>
                  </a:lnTo>
                  <a:lnTo>
                    <a:pt x="6599145" y="1218953"/>
                  </a:lnTo>
                  <a:lnTo>
                    <a:pt x="6600857" y="1134724"/>
                  </a:lnTo>
                  <a:lnTo>
                    <a:pt x="6602568" y="1072394"/>
                  </a:lnTo>
                  <a:lnTo>
                    <a:pt x="6604280" y="995413"/>
                  </a:lnTo>
                  <a:lnTo>
                    <a:pt x="6605991" y="990475"/>
                  </a:lnTo>
                  <a:lnTo>
                    <a:pt x="6607702" y="1019791"/>
                  </a:lnTo>
                  <a:lnTo>
                    <a:pt x="6609414" y="945065"/>
                  </a:lnTo>
                  <a:lnTo>
                    <a:pt x="6611125" y="999315"/>
                  </a:lnTo>
                  <a:lnTo>
                    <a:pt x="6612837" y="1028438"/>
                  </a:lnTo>
                  <a:lnTo>
                    <a:pt x="6614548" y="1116854"/>
                  </a:lnTo>
                  <a:lnTo>
                    <a:pt x="6616259" y="1171984"/>
                  </a:lnTo>
                  <a:lnTo>
                    <a:pt x="6617971" y="1218331"/>
                  </a:lnTo>
                  <a:lnTo>
                    <a:pt x="6619682" y="1267116"/>
                  </a:lnTo>
                  <a:lnTo>
                    <a:pt x="6621394" y="1311025"/>
                  </a:lnTo>
                  <a:lnTo>
                    <a:pt x="6623105" y="1304137"/>
                  </a:lnTo>
                  <a:lnTo>
                    <a:pt x="6624816" y="1315302"/>
                  </a:lnTo>
                  <a:lnTo>
                    <a:pt x="6626528" y="1344139"/>
                  </a:lnTo>
                  <a:lnTo>
                    <a:pt x="6628239" y="1366305"/>
                  </a:lnTo>
                  <a:lnTo>
                    <a:pt x="6629951" y="1357244"/>
                  </a:lnTo>
                  <a:lnTo>
                    <a:pt x="6631662" y="1342054"/>
                  </a:lnTo>
                  <a:lnTo>
                    <a:pt x="6633373" y="1399526"/>
                  </a:lnTo>
                  <a:lnTo>
                    <a:pt x="6635085" y="1383955"/>
                  </a:lnTo>
                  <a:lnTo>
                    <a:pt x="6636796" y="1334143"/>
                  </a:lnTo>
                  <a:lnTo>
                    <a:pt x="6638508" y="1236597"/>
                  </a:lnTo>
                  <a:lnTo>
                    <a:pt x="6640219" y="1301196"/>
                  </a:lnTo>
                  <a:lnTo>
                    <a:pt x="6641930" y="1354132"/>
                  </a:lnTo>
                  <a:lnTo>
                    <a:pt x="6643642" y="1327991"/>
                  </a:lnTo>
                  <a:lnTo>
                    <a:pt x="6645353" y="1236601"/>
                  </a:lnTo>
                  <a:lnTo>
                    <a:pt x="6647064" y="1241558"/>
                  </a:lnTo>
                  <a:lnTo>
                    <a:pt x="6648776" y="1225364"/>
                  </a:lnTo>
                  <a:lnTo>
                    <a:pt x="6650487" y="1217388"/>
                  </a:lnTo>
                  <a:lnTo>
                    <a:pt x="6652199" y="1177095"/>
                  </a:lnTo>
                  <a:lnTo>
                    <a:pt x="6653910" y="1219274"/>
                  </a:lnTo>
                  <a:lnTo>
                    <a:pt x="6655621" y="1299993"/>
                  </a:lnTo>
                  <a:lnTo>
                    <a:pt x="6657333" y="1267127"/>
                  </a:lnTo>
                  <a:lnTo>
                    <a:pt x="6659044" y="1261441"/>
                  </a:lnTo>
                  <a:lnTo>
                    <a:pt x="6660756" y="1255679"/>
                  </a:lnTo>
                  <a:lnTo>
                    <a:pt x="6662467" y="1184520"/>
                  </a:lnTo>
                  <a:lnTo>
                    <a:pt x="6664178" y="1297947"/>
                  </a:lnTo>
                  <a:lnTo>
                    <a:pt x="6665890" y="1275713"/>
                  </a:lnTo>
                  <a:lnTo>
                    <a:pt x="6667601" y="1311321"/>
                  </a:lnTo>
                  <a:lnTo>
                    <a:pt x="6669313" y="1311695"/>
                  </a:lnTo>
                  <a:lnTo>
                    <a:pt x="6671024" y="1318261"/>
                  </a:lnTo>
                  <a:lnTo>
                    <a:pt x="6672735" y="1317517"/>
                  </a:lnTo>
                  <a:lnTo>
                    <a:pt x="6674447" y="1292906"/>
                  </a:lnTo>
                  <a:lnTo>
                    <a:pt x="6676158" y="1278571"/>
                  </a:lnTo>
                  <a:lnTo>
                    <a:pt x="6677870" y="1233898"/>
                  </a:lnTo>
                  <a:lnTo>
                    <a:pt x="6679581" y="1300315"/>
                  </a:lnTo>
                  <a:lnTo>
                    <a:pt x="6681292" y="1319248"/>
                  </a:lnTo>
                  <a:lnTo>
                    <a:pt x="6683004" y="1327387"/>
                  </a:lnTo>
                  <a:lnTo>
                    <a:pt x="6684715" y="1276191"/>
                  </a:lnTo>
                  <a:lnTo>
                    <a:pt x="6686427" y="1307958"/>
                  </a:lnTo>
                  <a:lnTo>
                    <a:pt x="6688138" y="1323556"/>
                  </a:lnTo>
                  <a:lnTo>
                    <a:pt x="6689849" y="1312759"/>
                  </a:lnTo>
                  <a:lnTo>
                    <a:pt x="6691561" y="1320213"/>
                  </a:lnTo>
                  <a:lnTo>
                    <a:pt x="6693272" y="1320361"/>
                  </a:lnTo>
                  <a:lnTo>
                    <a:pt x="6694984" y="1371199"/>
                  </a:lnTo>
                  <a:lnTo>
                    <a:pt x="6696695" y="1374450"/>
                  </a:lnTo>
                  <a:lnTo>
                    <a:pt x="6698406" y="1370439"/>
                  </a:lnTo>
                  <a:lnTo>
                    <a:pt x="6700118" y="1390192"/>
                  </a:lnTo>
                  <a:lnTo>
                    <a:pt x="6701829" y="1444863"/>
                  </a:lnTo>
                  <a:lnTo>
                    <a:pt x="6703541" y="1461986"/>
                  </a:lnTo>
                  <a:lnTo>
                    <a:pt x="6703541" y="1461986"/>
                  </a:lnTo>
                  <a:lnTo>
                    <a:pt x="6705252" y="1461986"/>
                  </a:lnTo>
                  <a:lnTo>
                    <a:pt x="6706963" y="1441147"/>
                  </a:lnTo>
                  <a:lnTo>
                    <a:pt x="6708675" y="1457537"/>
                  </a:lnTo>
                  <a:lnTo>
                    <a:pt x="6710386" y="1427844"/>
                  </a:lnTo>
                  <a:lnTo>
                    <a:pt x="6712098" y="1356354"/>
                  </a:lnTo>
                  <a:lnTo>
                    <a:pt x="6713809" y="1346065"/>
                  </a:lnTo>
                  <a:lnTo>
                    <a:pt x="6715520" y="1368297"/>
                  </a:lnTo>
                  <a:lnTo>
                    <a:pt x="6717232" y="1368504"/>
                  </a:lnTo>
                  <a:lnTo>
                    <a:pt x="6718943" y="1373780"/>
                  </a:lnTo>
                  <a:lnTo>
                    <a:pt x="6720655" y="1355636"/>
                  </a:lnTo>
                  <a:lnTo>
                    <a:pt x="6722366" y="1281057"/>
                  </a:lnTo>
                  <a:lnTo>
                    <a:pt x="6724077" y="1270379"/>
                  </a:lnTo>
                  <a:lnTo>
                    <a:pt x="6725789" y="1318440"/>
                  </a:lnTo>
                  <a:lnTo>
                    <a:pt x="6727500" y="1312957"/>
                  </a:lnTo>
                  <a:lnTo>
                    <a:pt x="6729212" y="1336743"/>
                  </a:lnTo>
                  <a:lnTo>
                    <a:pt x="6730923" y="1382847"/>
                  </a:lnTo>
                  <a:lnTo>
                    <a:pt x="6732634" y="1399667"/>
                  </a:lnTo>
                  <a:lnTo>
                    <a:pt x="6734346" y="1422572"/>
                  </a:lnTo>
                  <a:lnTo>
                    <a:pt x="6736057" y="1423247"/>
                  </a:lnTo>
                  <a:lnTo>
                    <a:pt x="6737769" y="1424047"/>
                  </a:lnTo>
                  <a:lnTo>
                    <a:pt x="6739480" y="1442979"/>
                  </a:lnTo>
                  <a:lnTo>
                    <a:pt x="6741191" y="1435612"/>
                  </a:lnTo>
                  <a:lnTo>
                    <a:pt x="6742903" y="1439746"/>
                  </a:lnTo>
                  <a:lnTo>
                    <a:pt x="6744614" y="1425858"/>
                  </a:lnTo>
                  <a:lnTo>
                    <a:pt x="6746325" y="1433651"/>
                  </a:lnTo>
                  <a:lnTo>
                    <a:pt x="6748037" y="1426249"/>
                  </a:lnTo>
                  <a:lnTo>
                    <a:pt x="6749748" y="1459785"/>
                  </a:lnTo>
                  <a:lnTo>
                    <a:pt x="6751460" y="1461986"/>
                  </a:lnTo>
                  <a:lnTo>
                    <a:pt x="6751460" y="1461986"/>
                  </a:lnTo>
                  <a:lnTo>
                    <a:pt x="6753171" y="1451549"/>
                  </a:lnTo>
                  <a:lnTo>
                    <a:pt x="6754882" y="1450653"/>
                  </a:lnTo>
                  <a:lnTo>
                    <a:pt x="6756594" y="1448205"/>
                  </a:lnTo>
                  <a:lnTo>
                    <a:pt x="6758305" y="1385373"/>
                  </a:lnTo>
                  <a:lnTo>
                    <a:pt x="6760017" y="1358983"/>
                  </a:lnTo>
                  <a:lnTo>
                    <a:pt x="6761728" y="1359169"/>
                  </a:lnTo>
                  <a:lnTo>
                    <a:pt x="6763439" y="1354972"/>
                  </a:lnTo>
                  <a:lnTo>
                    <a:pt x="6765151" y="1352708"/>
                  </a:lnTo>
                  <a:lnTo>
                    <a:pt x="6766862" y="1338267"/>
                  </a:lnTo>
                  <a:lnTo>
                    <a:pt x="6768574" y="1331932"/>
                  </a:lnTo>
                  <a:lnTo>
                    <a:pt x="6770285" y="1305479"/>
                  </a:lnTo>
                  <a:lnTo>
                    <a:pt x="6771996" y="1315739"/>
                  </a:lnTo>
                  <a:lnTo>
                    <a:pt x="6773708" y="1212089"/>
                  </a:lnTo>
                  <a:lnTo>
                    <a:pt x="6775419" y="1254770"/>
                  </a:lnTo>
                  <a:lnTo>
                    <a:pt x="6777131" y="1251934"/>
                  </a:lnTo>
                  <a:lnTo>
                    <a:pt x="6778842" y="1232032"/>
                  </a:lnTo>
                  <a:lnTo>
                    <a:pt x="6780553" y="1235891"/>
                  </a:lnTo>
                  <a:lnTo>
                    <a:pt x="6782265" y="1284282"/>
                  </a:lnTo>
                  <a:lnTo>
                    <a:pt x="6783976" y="1314318"/>
                  </a:lnTo>
                  <a:lnTo>
                    <a:pt x="6785688" y="1282785"/>
                  </a:lnTo>
                  <a:lnTo>
                    <a:pt x="6787399" y="1222321"/>
                  </a:lnTo>
                  <a:lnTo>
                    <a:pt x="6789110" y="1167680"/>
                  </a:lnTo>
                  <a:lnTo>
                    <a:pt x="6790822" y="1190454"/>
                  </a:lnTo>
                  <a:lnTo>
                    <a:pt x="6792533" y="1254382"/>
                  </a:lnTo>
                  <a:lnTo>
                    <a:pt x="6794245" y="1314835"/>
                  </a:lnTo>
                  <a:lnTo>
                    <a:pt x="6795956" y="1364492"/>
                  </a:lnTo>
                  <a:lnTo>
                    <a:pt x="6797667" y="1430135"/>
                  </a:lnTo>
                  <a:lnTo>
                    <a:pt x="6799379" y="1446133"/>
                  </a:lnTo>
                  <a:lnTo>
                    <a:pt x="6801090" y="1406988"/>
                  </a:lnTo>
                  <a:lnTo>
                    <a:pt x="6802802" y="1406586"/>
                  </a:lnTo>
                  <a:lnTo>
                    <a:pt x="6804513" y="1377371"/>
                  </a:lnTo>
                  <a:lnTo>
                    <a:pt x="6806224" y="1326784"/>
                  </a:lnTo>
                  <a:lnTo>
                    <a:pt x="6807936" y="1315146"/>
                  </a:lnTo>
                  <a:lnTo>
                    <a:pt x="6809647" y="1318409"/>
                  </a:lnTo>
                  <a:lnTo>
                    <a:pt x="6811359" y="1315495"/>
                  </a:lnTo>
                  <a:lnTo>
                    <a:pt x="6813070" y="1320400"/>
                  </a:lnTo>
                  <a:lnTo>
                    <a:pt x="6814781" y="1370316"/>
                  </a:lnTo>
                  <a:lnTo>
                    <a:pt x="6816493" y="1363359"/>
                  </a:lnTo>
                  <a:lnTo>
                    <a:pt x="6818204" y="1370108"/>
                  </a:lnTo>
                  <a:lnTo>
                    <a:pt x="6819916" y="1376453"/>
                  </a:lnTo>
                  <a:lnTo>
                    <a:pt x="6821627" y="1332219"/>
                  </a:lnTo>
                  <a:lnTo>
                    <a:pt x="6823338" y="1317186"/>
                  </a:lnTo>
                  <a:lnTo>
                    <a:pt x="6825050" y="1254531"/>
                  </a:lnTo>
                  <a:lnTo>
                    <a:pt x="6826761" y="1147196"/>
                  </a:lnTo>
                  <a:lnTo>
                    <a:pt x="6828473" y="1118624"/>
                  </a:lnTo>
                  <a:lnTo>
                    <a:pt x="6830184" y="1121444"/>
                  </a:lnTo>
                  <a:lnTo>
                    <a:pt x="6831895" y="1199874"/>
                  </a:lnTo>
                  <a:lnTo>
                    <a:pt x="6833607" y="1215989"/>
                  </a:lnTo>
                  <a:lnTo>
                    <a:pt x="6835318" y="1255318"/>
                  </a:lnTo>
                  <a:lnTo>
                    <a:pt x="6837030" y="1244567"/>
                  </a:lnTo>
                  <a:lnTo>
                    <a:pt x="6838741" y="1241459"/>
                  </a:lnTo>
                  <a:lnTo>
                    <a:pt x="6840452" y="1250752"/>
                  </a:lnTo>
                  <a:lnTo>
                    <a:pt x="6842164" y="1243975"/>
                  </a:lnTo>
                  <a:lnTo>
                    <a:pt x="6843875" y="1248662"/>
                  </a:lnTo>
                  <a:lnTo>
                    <a:pt x="6845587" y="1254523"/>
                  </a:lnTo>
                  <a:lnTo>
                    <a:pt x="6847298" y="1278166"/>
                  </a:lnTo>
                  <a:lnTo>
                    <a:pt x="6849009" y="1331037"/>
                  </a:lnTo>
                  <a:lnTo>
                    <a:pt x="6850721" y="1316469"/>
                  </a:lnTo>
                  <a:lnTo>
                    <a:pt x="6852432" y="1292860"/>
                  </a:lnTo>
                  <a:lnTo>
                    <a:pt x="6854143" y="1273521"/>
                  </a:lnTo>
                  <a:lnTo>
                    <a:pt x="6855855" y="1290223"/>
                  </a:lnTo>
                  <a:lnTo>
                    <a:pt x="6857566" y="1255151"/>
                  </a:lnTo>
                  <a:lnTo>
                    <a:pt x="6859278" y="1225889"/>
                  </a:lnTo>
                  <a:lnTo>
                    <a:pt x="6860989" y="1272121"/>
                  </a:lnTo>
                  <a:lnTo>
                    <a:pt x="6862700" y="1282005"/>
                  </a:lnTo>
                  <a:lnTo>
                    <a:pt x="6864412" y="1183753"/>
                  </a:lnTo>
                  <a:lnTo>
                    <a:pt x="6866123" y="1168564"/>
                  </a:lnTo>
                  <a:lnTo>
                    <a:pt x="6867835" y="1191353"/>
                  </a:lnTo>
                  <a:lnTo>
                    <a:pt x="6869546" y="1240304"/>
                  </a:lnTo>
                  <a:lnTo>
                    <a:pt x="6871257" y="1276654"/>
                  </a:lnTo>
                  <a:lnTo>
                    <a:pt x="6872969" y="1273064"/>
                  </a:lnTo>
                  <a:lnTo>
                    <a:pt x="6874680" y="1251956"/>
                  </a:lnTo>
                  <a:lnTo>
                    <a:pt x="6876392" y="1193694"/>
                  </a:lnTo>
                  <a:lnTo>
                    <a:pt x="6878103" y="1213469"/>
                  </a:lnTo>
                  <a:lnTo>
                    <a:pt x="6879814" y="1249416"/>
                  </a:lnTo>
                  <a:lnTo>
                    <a:pt x="6881526" y="1262666"/>
                  </a:lnTo>
                  <a:lnTo>
                    <a:pt x="6883237" y="1242786"/>
                  </a:lnTo>
                  <a:lnTo>
                    <a:pt x="6884949" y="1314757"/>
                  </a:lnTo>
                  <a:lnTo>
                    <a:pt x="6886660" y="1318941"/>
                  </a:lnTo>
                  <a:lnTo>
                    <a:pt x="6888371" y="1305840"/>
                  </a:lnTo>
                  <a:lnTo>
                    <a:pt x="6890083" y="1287946"/>
                  </a:lnTo>
                  <a:lnTo>
                    <a:pt x="6891794" y="1321313"/>
                  </a:lnTo>
                  <a:lnTo>
                    <a:pt x="6893506" y="1401537"/>
                  </a:lnTo>
                  <a:lnTo>
                    <a:pt x="6895217" y="1323256"/>
                  </a:lnTo>
                  <a:lnTo>
                    <a:pt x="6896928" y="1254134"/>
                  </a:lnTo>
                  <a:lnTo>
                    <a:pt x="6898640" y="1266096"/>
                  </a:lnTo>
                  <a:lnTo>
                    <a:pt x="6900351" y="1321234"/>
                  </a:lnTo>
                  <a:lnTo>
                    <a:pt x="6902063" y="1333579"/>
                  </a:lnTo>
                  <a:lnTo>
                    <a:pt x="6903774" y="1325336"/>
                  </a:lnTo>
                  <a:lnTo>
                    <a:pt x="6905485" y="1297324"/>
                  </a:lnTo>
                  <a:lnTo>
                    <a:pt x="6907197" y="1313374"/>
                  </a:lnTo>
                  <a:lnTo>
                    <a:pt x="6908908" y="1292907"/>
                  </a:lnTo>
                  <a:lnTo>
                    <a:pt x="6910620" y="1285567"/>
                  </a:lnTo>
                  <a:lnTo>
                    <a:pt x="6912331" y="1307081"/>
                  </a:lnTo>
                  <a:lnTo>
                    <a:pt x="6914042" y="1324902"/>
                  </a:lnTo>
                  <a:lnTo>
                    <a:pt x="6915754" y="1346994"/>
                  </a:lnTo>
                  <a:lnTo>
                    <a:pt x="6917465" y="1378220"/>
                  </a:lnTo>
                  <a:lnTo>
                    <a:pt x="6919177" y="1381230"/>
                  </a:lnTo>
                  <a:lnTo>
                    <a:pt x="6920888" y="1361365"/>
                  </a:lnTo>
                  <a:lnTo>
                    <a:pt x="6922599" y="1344752"/>
                  </a:lnTo>
                  <a:lnTo>
                    <a:pt x="6924311" y="1331901"/>
                  </a:lnTo>
                  <a:lnTo>
                    <a:pt x="6926022" y="1314390"/>
                  </a:lnTo>
                  <a:lnTo>
                    <a:pt x="6927734" y="1318645"/>
                  </a:lnTo>
                  <a:lnTo>
                    <a:pt x="6929445" y="1294626"/>
                  </a:lnTo>
                  <a:lnTo>
                    <a:pt x="6931156" y="1344882"/>
                  </a:lnTo>
                  <a:lnTo>
                    <a:pt x="6932868" y="1379662"/>
                  </a:lnTo>
                  <a:lnTo>
                    <a:pt x="6934579" y="1378933"/>
                  </a:lnTo>
                  <a:lnTo>
                    <a:pt x="6936291" y="1390034"/>
                  </a:lnTo>
                  <a:lnTo>
                    <a:pt x="6938002" y="1384508"/>
                  </a:lnTo>
                  <a:lnTo>
                    <a:pt x="6939713" y="1369928"/>
                  </a:lnTo>
                  <a:lnTo>
                    <a:pt x="6941425" y="1352103"/>
                  </a:lnTo>
                  <a:lnTo>
                    <a:pt x="6943136" y="1298583"/>
                  </a:lnTo>
                  <a:lnTo>
                    <a:pt x="6944848" y="1224573"/>
                  </a:lnTo>
                  <a:lnTo>
                    <a:pt x="6946559" y="1168622"/>
                  </a:lnTo>
                  <a:lnTo>
                    <a:pt x="6948270" y="1157198"/>
                  </a:lnTo>
                  <a:lnTo>
                    <a:pt x="6949982" y="1138226"/>
                  </a:lnTo>
                  <a:lnTo>
                    <a:pt x="6951693" y="1187679"/>
                  </a:lnTo>
                  <a:lnTo>
                    <a:pt x="6953405" y="1266236"/>
                  </a:lnTo>
                  <a:lnTo>
                    <a:pt x="6955116" y="1268246"/>
                  </a:lnTo>
                  <a:lnTo>
                    <a:pt x="6956827" y="1302191"/>
                  </a:lnTo>
                  <a:lnTo>
                    <a:pt x="6958539" y="1296148"/>
                  </a:lnTo>
                  <a:lnTo>
                    <a:pt x="6960250" y="1305449"/>
                  </a:lnTo>
                  <a:lnTo>
                    <a:pt x="6961961" y="1343347"/>
                  </a:lnTo>
                  <a:lnTo>
                    <a:pt x="6963673" y="1362854"/>
                  </a:lnTo>
                  <a:lnTo>
                    <a:pt x="6965384" y="1403321"/>
                  </a:lnTo>
                  <a:lnTo>
                    <a:pt x="6967096" y="1417817"/>
                  </a:lnTo>
                  <a:lnTo>
                    <a:pt x="6968807" y="1396150"/>
                  </a:lnTo>
                  <a:lnTo>
                    <a:pt x="6970518" y="1391183"/>
                  </a:lnTo>
                  <a:lnTo>
                    <a:pt x="6972230" y="1412451"/>
                  </a:lnTo>
                  <a:lnTo>
                    <a:pt x="6973941" y="1440347"/>
                  </a:lnTo>
                  <a:lnTo>
                    <a:pt x="6975653" y="1461986"/>
                  </a:lnTo>
                  <a:lnTo>
                    <a:pt x="6975653" y="1461986"/>
                  </a:lnTo>
                  <a:lnTo>
                    <a:pt x="6977364" y="1434665"/>
                  </a:lnTo>
                  <a:lnTo>
                    <a:pt x="6979075" y="1446176"/>
                  </a:lnTo>
                  <a:lnTo>
                    <a:pt x="6980787" y="1452212"/>
                  </a:lnTo>
                  <a:lnTo>
                    <a:pt x="6982498" y="1453061"/>
                  </a:lnTo>
                  <a:lnTo>
                    <a:pt x="6984210" y="1444205"/>
                  </a:lnTo>
                  <a:lnTo>
                    <a:pt x="6985921" y="1457691"/>
                  </a:lnTo>
                  <a:lnTo>
                    <a:pt x="6987632" y="1459710"/>
                  </a:lnTo>
                  <a:lnTo>
                    <a:pt x="6989344" y="1446923"/>
                  </a:lnTo>
                  <a:lnTo>
                    <a:pt x="6991055" y="1436300"/>
                  </a:lnTo>
                  <a:lnTo>
                    <a:pt x="6992767" y="1419792"/>
                  </a:lnTo>
                  <a:lnTo>
                    <a:pt x="6994478" y="1407557"/>
                  </a:lnTo>
                  <a:lnTo>
                    <a:pt x="6996189" y="1421245"/>
                  </a:lnTo>
                  <a:lnTo>
                    <a:pt x="6997901" y="1419638"/>
                  </a:lnTo>
                  <a:lnTo>
                    <a:pt x="6999612" y="1426370"/>
                  </a:lnTo>
                  <a:lnTo>
                    <a:pt x="7001324" y="1418303"/>
                  </a:lnTo>
                  <a:lnTo>
                    <a:pt x="7003035" y="1429108"/>
                  </a:lnTo>
                  <a:lnTo>
                    <a:pt x="7004746" y="1406799"/>
                  </a:lnTo>
                  <a:lnTo>
                    <a:pt x="7006458" y="1394148"/>
                  </a:lnTo>
                  <a:lnTo>
                    <a:pt x="7008169" y="1365315"/>
                  </a:lnTo>
                  <a:lnTo>
                    <a:pt x="7009881" y="1339799"/>
                  </a:lnTo>
                  <a:lnTo>
                    <a:pt x="7011592" y="1342467"/>
                  </a:lnTo>
                  <a:lnTo>
                    <a:pt x="7013303" y="1351818"/>
                  </a:lnTo>
                  <a:lnTo>
                    <a:pt x="7015015" y="1372667"/>
                  </a:lnTo>
                  <a:lnTo>
                    <a:pt x="7016726" y="1386474"/>
                  </a:lnTo>
                  <a:lnTo>
                    <a:pt x="7018438" y="1355549"/>
                  </a:lnTo>
                  <a:lnTo>
                    <a:pt x="7020149" y="1368281"/>
                  </a:lnTo>
                  <a:lnTo>
                    <a:pt x="7021860" y="1354793"/>
                  </a:lnTo>
                  <a:lnTo>
                    <a:pt x="7023572" y="1299659"/>
                  </a:lnTo>
                  <a:lnTo>
                    <a:pt x="7025283" y="1276841"/>
                  </a:lnTo>
                  <a:lnTo>
                    <a:pt x="7026995" y="1289313"/>
                  </a:lnTo>
                  <a:lnTo>
                    <a:pt x="7028706" y="1339019"/>
                  </a:lnTo>
                  <a:lnTo>
                    <a:pt x="7030417" y="1372624"/>
                  </a:lnTo>
                  <a:lnTo>
                    <a:pt x="7032129" y="1364535"/>
                  </a:lnTo>
                  <a:lnTo>
                    <a:pt x="7033840" y="1410089"/>
                  </a:lnTo>
                  <a:lnTo>
                    <a:pt x="7035552" y="1398486"/>
                  </a:lnTo>
                  <a:lnTo>
                    <a:pt x="7037263" y="1408545"/>
                  </a:lnTo>
                  <a:lnTo>
                    <a:pt x="7038974" y="1404405"/>
                  </a:lnTo>
                  <a:lnTo>
                    <a:pt x="7040686" y="1419014"/>
                  </a:lnTo>
                  <a:lnTo>
                    <a:pt x="7042397" y="1423840"/>
                  </a:lnTo>
                  <a:lnTo>
                    <a:pt x="7044109" y="1414268"/>
                  </a:lnTo>
                  <a:lnTo>
                    <a:pt x="7045820" y="1390610"/>
                  </a:lnTo>
                  <a:lnTo>
                    <a:pt x="7047531" y="1376103"/>
                  </a:lnTo>
                  <a:lnTo>
                    <a:pt x="7049243" y="1411160"/>
                  </a:lnTo>
                  <a:lnTo>
                    <a:pt x="7050954" y="1448269"/>
                  </a:lnTo>
                  <a:lnTo>
                    <a:pt x="7052666" y="1414508"/>
                  </a:lnTo>
                  <a:lnTo>
                    <a:pt x="7054377" y="1426164"/>
                  </a:lnTo>
                  <a:lnTo>
                    <a:pt x="7056088" y="1422347"/>
                  </a:lnTo>
                  <a:lnTo>
                    <a:pt x="7057800" y="1429315"/>
                  </a:lnTo>
                  <a:lnTo>
                    <a:pt x="7059511" y="1437822"/>
                  </a:lnTo>
                  <a:lnTo>
                    <a:pt x="7061223" y="1409197"/>
                  </a:lnTo>
                  <a:lnTo>
                    <a:pt x="7062934" y="1429401"/>
                  </a:lnTo>
                  <a:lnTo>
                    <a:pt x="7064645" y="1406867"/>
                  </a:lnTo>
                  <a:lnTo>
                    <a:pt x="7066357" y="1414867"/>
                  </a:lnTo>
                  <a:lnTo>
                    <a:pt x="7068068" y="1387683"/>
                  </a:lnTo>
                  <a:lnTo>
                    <a:pt x="7069779" y="1364457"/>
                  </a:lnTo>
                  <a:lnTo>
                    <a:pt x="7071491" y="1323788"/>
                  </a:lnTo>
                  <a:lnTo>
                    <a:pt x="7073202" y="1271672"/>
                  </a:lnTo>
                  <a:lnTo>
                    <a:pt x="7074914" y="1235098"/>
                  </a:lnTo>
                  <a:lnTo>
                    <a:pt x="7076625" y="1136356"/>
                  </a:lnTo>
                  <a:lnTo>
                    <a:pt x="7078336" y="1071274"/>
                  </a:lnTo>
                  <a:lnTo>
                    <a:pt x="7080048" y="1080914"/>
                  </a:lnTo>
                  <a:lnTo>
                    <a:pt x="7081759" y="1136551"/>
                  </a:lnTo>
                  <a:lnTo>
                    <a:pt x="7083471" y="1112843"/>
                  </a:lnTo>
                  <a:lnTo>
                    <a:pt x="7085182" y="1085426"/>
                  </a:lnTo>
                  <a:lnTo>
                    <a:pt x="7086893" y="1099699"/>
                  </a:lnTo>
                  <a:lnTo>
                    <a:pt x="7088605" y="1163148"/>
                  </a:lnTo>
                  <a:lnTo>
                    <a:pt x="7090316" y="1115524"/>
                  </a:lnTo>
                  <a:lnTo>
                    <a:pt x="7092028" y="1060811"/>
                  </a:lnTo>
                  <a:lnTo>
                    <a:pt x="7093739" y="1069714"/>
                  </a:lnTo>
                  <a:lnTo>
                    <a:pt x="7095450" y="1144759"/>
                  </a:lnTo>
                  <a:lnTo>
                    <a:pt x="7097162" y="1205261"/>
                  </a:lnTo>
                  <a:lnTo>
                    <a:pt x="7098873" y="1252920"/>
                  </a:lnTo>
                  <a:lnTo>
                    <a:pt x="7100585" y="1289149"/>
                  </a:lnTo>
                  <a:lnTo>
                    <a:pt x="7102296" y="1345801"/>
                  </a:lnTo>
                  <a:lnTo>
                    <a:pt x="7104007" y="1374629"/>
                  </a:lnTo>
                  <a:lnTo>
                    <a:pt x="7105719" y="1352936"/>
                  </a:lnTo>
                  <a:lnTo>
                    <a:pt x="7107430" y="1365701"/>
                  </a:lnTo>
                  <a:lnTo>
                    <a:pt x="7109142" y="1338309"/>
                  </a:lnTo>
                  <a:lnTo>
                    <a:pt x="7110853" y="1354338"/>
                  </a:lnTo>
                  <a:lnTo>
                    <a:pt x="7112564" y="1391265"/>
                  </a:lnTo>
                  <a:lnTo>
                    <a:pt x="7114276" y="1412107"/>
                  </a:lnTo>
                  <a:lnTo>
                    <a:pt x="7115987" y="1434457"/>
                  </a:lnTo>
                  <a:lnTo>
                    <a:pt x="7117699" y="1431657"/>
                  </a:lnTo>
                  <a:lnTo>
                    <a:pt x="7119410" y="1451925"/>
                  </a:lnTo>
                  <a:lnTo>
                    <a:pt x="7121121" y="1446807"/>
                  </a:lnTo>
                  <a:lnTo>
                    <a:pt x="7122833" y="1408612"/>
                  </a:lnTo>
                  <a:lnTo>
                    <a:pt x="7124544" y="1403087"/>
                  </a:lnTo>
                  <a:lnTo>
                    <a:pt x="7126256" y="1424126"/>
                  </a:lnTo>
                  <a:lnTo>
                    <a:pt x="7127967" y="1425681"/>
                  </a:lnTo>
                  <a:lnTo>
                    <a:pt x="7129678" y="1408364"/>
                  </a:lnTo>
                  <a:lnTo>
                    <a:pt x="7131390" y="1376901"/>
                  </a:lnTo>
                  <a:lnTo>
                    <a:pt x="7133101" y="1365575"/>
                  </a:lnTo>
                  <a:lnTo>
                    <a:pt x="7134813" y="1335908"/>
                  </a:lnTo>
                  <a:lnTo>
                    <a:pt x="7136524" y="1318472"/>
                  </a:lnTo>
                  <a:lnTo>
                    <a:pt x="7138235" y="1320995"/>
                  </a:lnTo>
                  <a:lnTo>
                    <a:pt x="7139947" y="1302992"/>
                  </a:lnTo>
                  <a:lnTo>
                    <a:pt x="7141658" y="1258449"/>
                  </a:lnTo>
                  <a:lnTo>
                    <a:pt x="7143370" y="1240243"/>
                  </a:lnTo>
                  <a:lnTo>
                    <a:pt x="7145081" y="1147570"/>
                  </a:lnTo>
                  <a:lnTo>
                    <a:pt x="7146792" y="1145297"/>
                  </a:lnTo>
                  <a:lnTo>
                    <a:pt x="7148504" y="1050075"/>
                  </a:lnTo>
                  <a:lnTo>
                    <a:pt x="7150215" y="1052258"/>
                  </a:lnTo>
                  <a:lnTo>
                    <a:pt x="7151927" y="1035098"/>
                  </a:lnTo>
                  <a:lnTo>
                    <a:pt x="7153638" y="1066658"/>
                  </a:lnTo>
                  <a:lnTo>
                    <a:pt x="7155349" y="1078582"/>
                  </a:lnTo>
                  <a:lnTo>
                    <a:pt x="7157061" y="1054167"/>
                  </a:lnTo>
                  <a:lnTo>
                    <a:pt x="7158772" y="1134713"/>
                  </a:lnTo>
                  <a:lnTo>
                    <a:pt x="7160484" y="1204429"/>
                  </a:lnTo>
                  <a:lnTo>
                    <a:pt x="7162195" y="1250778"/>
                  </a:lnTo>
                  <a:lnTo>
                    <a:pt x="7163906" y="1274821"/>
                  </a:lnTo>
                  <a:lnTo>
                    <a:pt x="7165618" y="1251731"/>
                  </a:lnTo>
                  <a:lnTo>
                    <a:pt x="7167329" y="1231870"/>
                  </a:lnTo>
                  <a:lnTo>
                    <a:pt x="7169040" y="1300069"/>
                  </a:lnTo>
                  <a:lnTo>
                    <a:pt x="7170752" y="1308920"/>
                  </a:lnTo>
                  <a:lnTo>
                    <a:pt x="7172463" y="1312443"/>
                  </a:lnTo>
                  <a:lnTo>
                    <a:pt x="7174175" y="1275769"/>
                  </a:lnTo>
                  <a:lnTo>
                    <a:pt x="7175886" y="1265648"/>
                  </a:lnTo>
                  <a:lnTo>
                    <a:pt x="7177597" y="1150912"/>
                  </a:lnTo>
                  <a:lnTo>
                    <a:pt x="7179309" y="1172480"/>
                  </a:lnTo>
                  <a:lnTo>
                    <a:pt x="7181020" y="1188456"/>
                  </a:lnTo>
                  <a:lnTo>
                    <a:pt x="7182732" y="1195893"/>
                  </a:lnTo>
                  <a:lnTo>
                    <a:pt x="7184443" y="1260782"/>
                  </a:lnTo>
                  <a:lnTo>
                    <a:pt x="7186154" y="1166207"/>
                  </a:lnTo>
                  <a:lnTo>
                    <a:pt x="7187866" y="1117140"/>
                  </a:lnTo>
                  <a:lnTo>
                    <a:pt x="7189577" y="1128350"/>
                  </a:lnTo>
                  <a:lnTo>
                    <a:pt x="7191289" y="1166624"/>
                  </a:lnTo>
                  <a:lnTo>
                    <a:pt x="7193000" y="1204875"/>
                  </a:lnTo>
                  <a:lnTo>
                    <a:pt x="7194711" y="1182805"/>
                  </a:lnTo>
                  <a:lnTo>
                    <a:pt x="7196423" y="1170125"/>
                  </a:lnTo>
                  <a:lnTo>
                    <a:pt x="7198134" y="1207908"/>
                  </a:lnTo>
                  <a:lnTo>
                    <a:pt x="7199846" y="1265635"/>
                  </a:lnTo>
                  <a:lnTo>
                    <a:pt x="7201557" y="1278218"/>
                  </a:lnTo>
                  <a:lnTo>
                    <a:pt x="7203268" y="1244440"/>
                  </a:lnTo>
                  <a:lnTo>
                    <a:pt x="7204980" y="1203639"/>
                  </a:lnTo>
                  <a:lnTo>
                    <a:pt x="7206691" y="1245701"/>
                  </a:lnTo>
                  <a:lnTo>
                    <a:pt x="7208403" y="1291365"/>
                  </a:lnTo>
                  <a:lnTo>
                    <a:pt x="7210114" y="1248012"/>
                  </a:lnTo>
                  <a:lnTo>
                    <a:pt x="7211825" y="1244230"/>
                  </a:lnTo>
                  <a:lnTo>
                    <a:pt x="7213537" y="1296034"/>
                  </a:lnTo>
                  <a:lnTo>
                    <a:pt x="7215248" y="1251502"/>
                  </a:lnTo>
                  <a:lnTo>
                    <a:pt x="7216960" y="1137466"/>
                  </a:lnTo>
                  <a:lnTo>
                    <a:pt x="7218671" y="1078376"/>
                  </a:lnTo>
                  <a:lnTo>
                    <a:pt x="7220382" y="1110006"/>
                  </a:lnTo>
                  <a:lnTo>
                    <a:pt x="7222094" y="1194213"/>
                  </a:lnTo>
                  <a:lnTo>
                    <a:pt x="7223805" y="1216020"/>
                  </a:lnTo>
                  <a:lnTo>
                    <a:pt x="7225517" y="1189792"/>
                  </a:lnTo>
                  <a:lnTo>
                    <a:pt x="7227228" y="1176205"/>
                  </a:lnTo>
                  <a:lnTo>
                    <a:pt x="7228939" y="1160418"/>
                  </a:lnTo>
                  <a:lnTo>
                    <a:pt x="7230651" y="1236433"/>
                  </a:lnTo>
                  <a:lnTo>
                    <a:pt x="7232362" y="1260325"/>
                  </a:lnTo>
                  <a:lnTo>
                    <a:pt x="7234074" y="1283529"/>
                  </a:lnTo>
                  <a:lnTo>
                    <a:pt x="7235785" y="1262917"/>
                  </a:lnTo>
                  <a:lnTo>
                    <a:pt x="7237496" y="1298920"/>
                  </a:lnTo>
                  <a:lnTo>
                    <a:pt x="7239208" y="1336208"/>
                  </a:lnTo>
                  <a:lnTo>
                    <a:pt x="7240919" y="1327327"/>
                  </a:lnTo>
                  <a:lnTo>
                    <a:pt x="7242631" y="1320961"/>
                  </a:lnTo>
                  <a:lnTo>
                    <a:pt x="7244342" y="1316183"/>
                  </a:lnTo>
                  <a:lnTo>
                    <a:pt x="7246053" y="1303505"/>
                  </a:lnTo>
                  <a:lnTo>
                    <a:pt x="7247765" y="1295381"/>
                  </a:lnTo>
                  <a:lnTo>
                    <a:pt x="7249476" y="1191982"/>
                  </a:lnTo>
                  <a:lnTo>
                    <a:pt x="7251188" y="1190292"/>
                  </a:lnTo>
                  <a:lnTo>
                    <a:pt x="7252899" y="1226882"/>
                  </a:lnTo>
                  <a:lnTo>
                    <a:pt x="7254610" y="1287131"/>
                  </a:lnTo>
                  <a:lnTo>
                    <a:pt x="7256322" y="1262793"/>
                  </a:lnTo>
                  <a:lnTo>
                    <a:pt x="7258033" y="1265606"/>
                  </a:lnTo>
                  <a:lnTo>
                    <a:pt x="7259745" y="1190767"/>
                  </a:lnTo>
                  <a:lnTo>
                    <a:pt x="7261456" y="1174713"/>
                  </a:lnTo>
                  <a:lnTo>
                    <a:pt x="7263167" y="1206676"/>
                  </a:lnTo>
                  <a:lnTo>
                    <a:pt x="7264879" y="1274208"/>
                  </a:lnTo>
                  <a:lnTo>
                    <a:pt x="7266590" y="1285747"/>
                  </a:lnTo>
                  <a:lnTo>
                    <a:pt x="7268302" y="1236155"/>
                  </a:lnTo>
                  <a:lnTo>
                    <a:pt x="7270013" y="1226687"/>
                  </a:lnTo>
                  <a:lnTo>
                    <a:pt x="7271724" y="1247688"/>
                  </a:lnTo>
                  <a:lnTo>
                    <a:pt x="7273436" y="1277482"/>
                  </a:lnTo>
                  <a:lnTo>
                    <a:pt x="7275147" y="1283512"/>
                  </a:lnTo>
                  <a:lnTo>
                    <a:pt x="7276858" y="1297092"/>
                  </a:lnTo>
                  <a:lnTo>
                    <a:pt x="7278570" y="1281743"/>
                  </a:lnTo>
                  <a:lnTo>
                    <a:pt x="7280281" y="1268618"/>
                  </a:lnTo>
                  <a:lnTo>
                    <a:pt x="7281993" y="1233644"/>
                  </a:lnTo>
                  <a:lnTo>
                    <a:pt x="7283704" y="1183422"/>
                  </a:lnTo>
                  <a:lnTo>
                    <a:pt x="7285415" y="1146364"/>
                  </a:lnTo>
                  <a:lnTo>
                    <a:pt x="7287127" y="1134087"/>
                  </a:lnTo>
                  <a:lnTo>
                    <a:pt x="7288838" y="1100859"/>
                  </a:lnTo>
                  <a:lnTo>
                    <a:pt x="7290550" y="1141497"/>
                  </a:lnTo>
                  <a:lnTo>
                    <a:pt x="7292261" y="1221837"/>
                  </a:lnTo>
                  <a:lnTo>
                    <a:pt x="7293972" y="1218180"/>
                  </a:lnTo>
                  <a:lnTo>
                    <a:pt x="7295684" y="1201637"/>
                  </a:lnTo>
                  <a:lnTo>
                    <a:pt x="7297395" y="1123321"/>
                  </a:lnTo>
                  <a:lnTo>
                    <a:pt x="7299107" y="1051291"/>
                  </a:lnTo>
                  <a:lnTo>
                    <a:pt x="7300818" y="1021071"/>
                  </a:lnTo>
                  <a:lnTo>
                    <a:pt x="7302529" y="994240"/>
                  </a:lnTo>
                  <a:lnTo>
                    <a:pt x="7304241" y="1013332"/>
                  </a:lnTo>
                  <a:lnTo>
                    <a:pt x="7305952" y="1018041"/>
                  </a:lnTo>
                  <a:lnTo>
                    <a:pt x="7307664" y="1019285"/>
                  </a:lnTo>
                  <a:lnTo>
                    <a:pt x="7309375" y="1112704"/>
                  </a:lnTo>
                  <a:lnTo>
                    <a:pt x="7311086" y="1202505"/>
                  </a:lnTo>
                  <a:lnTo>
                    <a:pt x="7312798" y="1280982"/>
                  </a:lnTo>
                  <a:lnTo>
                    <a:pt x="7314509" y="1301247"/>
                  </a:lnTo>
                  <a:lnTo>
                    <a:pt x="7316221" y="1340077"/>
                  </a:lnTo>
                  <a:lnTo>
                    <a:pt x="7317932" y="1379307"/>
                  </a:lnTo>
                  <a:lnTo>
                    <a:pt x="7319643" y="1414501"/>
                  </a:lnTo>
                  <a:lnTo>
                    <a:pt x="7321355" y="1437552"/>
                  </a:lnTo>
                  <a:lnTo>
                    <a:pt x="7323066" y="1461986"/>
                  </a:lnTo>
                  <a:lnTo>
                    <a:pt x="7323066" y="1461986"/>
                  </a:lnTo>
                  <a:lnTo>
                    <a:pt x="7324778" y="1461986"/>
                  </a:lnTo>
                  <a:lnTo>
                    <a:pt x="7326489" y="1461986"/>
                  </a:lnTo>
                  <a:lnTo>
                    <a:pt x="7328200" y="1461986"/>
                  </a:lnTo>
                  <a:lnTo>
                    <a:pt x="7329912" y="1461986"/>
                  </a:lnTo>
                  <a:lnTo>
                    <a:pt x="7331623" y="1461986"/>
                  </a:lnTo>
                  <a:lnTo>
                    <a:pt x="7333335" y="1461986"/>
                  </a:lnTo>
                  <a:lnTo>
                    <a:pt x="7335046" y="1461986"/>
                  </a:lnTo>
                  <a:lnTo>
                    <a:pt x="7336757" y="1451484"/>
                  </a:lnTo>
                  <a:lnTo>
                    <a:pt x="7338469" y="1444821"/>
                  </a:lnTo>
                  <a:lnTo>
                    <a:pt x="7340180" y="1406630"/>
                  </a:lnTo>
                  <a:lnTo>
                    <a:pt x="7341892" y="1399993"/>
                  </a:lnTo>
                  <a:lnTo>
                    <a:pt x="7343603" y="1373042"/>
                  </a:lnTo>
                  <a:lnTo>
                    <a:pt x="7345314" y="1377567"/>
                  </a:lnTo>
                  <a:lnTo>
                    <a:pt x="7347026" y="1365745"/>
                  </a:lnTo>
                  <a:lnTo>
                    <a:pt x="7348737" y="1322982"/>
                  </a:lnTo>
                  <a:lnTo>
                    <a:pt x="7350449" y="1329752"/>
                  </a:lnTo>
                  <a:lnTo>
                    <a:pt x="7352160" y="1354056"/>
                  </a:lnTo>
                  <a:lnTo>
                    <a:pt x="7353871" y="1329615"/>
                  </a:lnTo>
                  <a:lnTo>
                    <a:pt x="7355583" y="1295007"/>
                  </a:lnTo>
                  <a:lnTo>
                    <a:pt x="7357294" y="1321799"/>
                  </a:lnTo>
                  <a:lnTo>
                    <a:pt x="7359006" y="1349102"/>
                  </a:lnTo>
                  <a:lnTo>
                    <a:pt x="7360717" y="1333652"/>
                  </a:lnTo>
                  <a:lnTo>
                    <a:pt x="7362428" y="1328042"/>
                  </a:lnTo>
                  <a:lnTo>
                    <a:pt x="7364140" y="1377957"/>
                  </a:lnTo>
                  <a:lnTo>
                    <a:pt x="7365851" y="1366978"/>
                  </a:lnTo>
                  <a:lnTo>
                    <a:pt x="7367563" y="1365175"/>
                  </a:lnTo>
                  <a:lnTo>
                    <a:pt x="7369274" y="1331313"/>
                  </a:lnTo>
                  <a:lnTo>
                    <a:pt x="7370985" y="1291828"/>
                  </a:lnTo>
                  <a:lnTo>
                    <a:pt x="7372697" y="1241254"/>
                  </a:lnTo>
                  <a:lnTo>
                    <a:pt x="7374408" y="1328747"/>
                  </a:lnTo>
                  <a:lnTo>
                    <a:pt x="7376120" y="1310601"/>
                  </a:lnTo>
                  <a:lnTo>
                    <a:pt x="7377831" y="1330797"/>
                  </a:lnTo>
                  <a:lnTo>
                    <a:pt x="7379542" y="1307831"/>
                  </a:lnTo>
                  <a:lnTo>
                    <a:pt x="7381254" y="1309716"/>
                  </a:lnTo>
                  <a:lnTo>
                    <a:pt x="7382965" y="1326070"/>
                  </a:lnTo>
                  <a:lnTo>
                    <a:pt x="7384676" y="1295627"/>
                  </a:lnTo>
                  <a:lnTo>
                    <a:pt x="7386388" y="1270119"/>
                  </a:lnTo>
                  <a:lnTo>
                    <a:pt x="7388099" y="1275457"/>
                  </a:lnTo>
                  <a:lnTo>
                    <a:pt x="7389811" y="1225890"/>
                  </a:lnTo>
                  <a:lnTo>
                    <a:pt x="7391522" y="1238703"/>
                  </a:lnTo>
                  <a:lnTo>
                    <a:pt x="7393233" y="1182090"/>
                  </a:lnTo>
                  <a:lnTo>
                    <a:pt x="7394945" y="1192217"/>
                  </a:lnTo>
                  <a:lnTo>
                    <a:pt x="7396656" y="1212350"/>
                  </a:lnTo>
                  <a:lnTo>
                    <a:pt x="7398368" y="1185769"/>
                  </a:lnTo>
                  <a:lnTo>
                    <a:pt x="7400079" y="1084706"/>
                  </a:lnTo>
                  <a:lnTo>
                    <a:pt x="7401790" y="996331"/>
                  </a:lnTo>
                  <a:lnTo>
                    <a:pt x="7403502" y="1060197"/>
                  </a:lnTo>
                  <a:lnTo>
                    <a:pt x="7405213" y="1065707"/>
                  </a:lnTo>
                  <a:lnTo>
                    <a:pt x="7406925" y="1000059"/>
                  </a:lnTo>
                  <a:lnTo>
                    <a:pt x="7408636" y="959274"/>
                  </a:lnTo>
                  <a:lnTo>
                    <a:pt x="7410347" y="988638"/>
                  </a:lnTo>
                  <a:lnTo>
                    <a:pt x="7412059" y="1120948"/>
                  </a:lnTo>
                  <a:lnTo>
                    <a:pt x="7413770" y="1132522"/>
                  </a:lnTo>
                  <a:lnTo>
                    <a:pt x="7415482" y="1167531"/>
                  </a:lnTo>
                  <a:lnTo>
                    <a:pt x="7417193" y="1205540"/>
                  </a:lnTo>
                  <a:lnTo>
                    <a:pt x="7418904" y="1238902"/>
                  </a:lnTo>
                  <a:lnTo>
                    <a:pt x="7420616" y="1273481"/>
                  </a:lnTo>
                  <a:lnTo>
                    <a:pt x="7422327" y="1304514"/>
                  </a:lnTo>
                  <a:lnTo>
                    <a:pt x="7424039" y="1317849"/>
                  </a:lnTo>
                  <a:lnTo>
                    <a:pt x="7425750" y="1350213"/>
                  </a:lnTo>
                  <a:lnTo>
                    <a:pt x="7427461" y="1363389"/>
                  </a:lnTo>
                  <a:lnTo>
                    <a:pt x="7429173" y="1360006"/>
                  </a:lnTo>
                  <a:lnTo>
                    <a:pt x="7430884" y="1337358"/>
                  </a:lnTo>
                  <a:lnTo>
                    <a:pt x="7432596" y="1352543"/>
                  </a:lnTo>
                  <a:lnTo>
                    <a:pt x="7434307" y="1358892"/>
                  </a:lnTo>
                  <a:lnTo>
                    <a:pt x="7436018" y="1356664"/>
                  </a:lnTo>
                  <a:lnTo>
                    <a:pt x="7437730" y="1332831"/>
                  </a:lnTo>
                  <a:lnTo>
                    <a:pt x="7439441" y="1305625"/>
                  </a:lnTo>
                  <a:lnTo>
                    <a:pt x="7441153" y="1223155"/>
                  </a:lnTo>
                  <a:lnTo>
                    <a:pt x="7442864" y="1250058"/>
                  </a:lnTo>
                  <a:lnTo>
                    <a:pt x="7444575" y="1304640"/>
                  </a:lnTo>
                  <a:lnTo>
                    <a:pt x="7446287" y="1331937"/>
                  </a:lnTo>
                  <a:lnTo>
                    <a:pt x="7447998" y="1352654"/>
                  </a:lnTo>
                  <a:lnTo>
                    <a:pt x="7449710" y="1383954"/>
                  </a:lnTo>
                  <a:lnTo>
                    <a:pt x="7451421" y="1388745"/>
                  </a:lnTo>
                  <a:lnTo>
                    <a:pt x="7453132" y="1390715"/>
                  </a:lnTo>
                  <a:lnTo>
                    <a:pt x="7454844" y="1369000"/>
                  </a:lnTo>
                  <a:lnTo>
                    <a:pt x="7456555" y="1385675"/>
                  </a:lnTo>
                  <a:lnTo>
                    <a:pt x="7458267" y="1379413"/>
                  </a:lnTo>
                  <a:lnTo>
                    <a:pt x="7459978" y="1361272"/>
                  </a:lnTo>
                  <a:lnTo>
                    <a:pt x="7461689" y="1350693"/>
                  </a:lnTo>
                  <a:lnTo>
                    <a:pt x="7463401" y="1331105"/>
                  </a:lnTo>
                  <a:lnTo>
                    <a:pt x="7465112" y="1398476"/>
                  </a:lnTo>
                  <a:lnTo>
                    <a:pt x="7466824" y="1395032"/>
                  </a:lnTo>
                  <a:lnTo>
                    <a:pt x="7468535" y="1388995"/>
                  </a:lnTo>
                  <a:lnTo>
                    <a:pt x="7470246" y="1379530"/>
                  </a:lnTo>
                  <a:lnTo>
                    <a:pt x="7471958" y="1331785"/>
                  </a:lnTo>
                  <a:lnTo>
                    <a:pt x="7473669" y="1319109"/>
                  </a:lnTo>
                  <a:lnTo>
                    <a:pt x="7475381" y="1308741"/>
                  </a:lnTo>
                  <a:lnTo>
                    <a:pt x="7477092" y="1304915"/>
                  </a:lnTo>
                  <a:lnTo>
                    <a:pt x="7478803" y="1213053"/>
                  </a:lnTo>
                  <a:lnTo>
                    <a:pt x="7480515" y="1261699"/>
                  </a:lnTo>
                  <a:lnTo>
                    <a:pt x="7482226" y="1230295"/>
                  </a:lnTo>
                  <a:lnTo>
                    <a:pt x="7483938" y="1233030"/>
                  </a:lnTo>
                  <a:lnTo>
                    <a:pt x="7485649" y="1287444"/>
                  </a:lnTo>
                  <a:lnTo>
                    <a:pt x="7487360" y="1310589"/>
                  </a:lnTo>
                  <a:lnTo>
                    <a:pt x="7489072" y="1357539"/>
                  </a:lnTo>
                  <a:lnTo>
                    <a:pt x="7490783" y="1333960"/>
                  </a:lnTo>
                  <a:lnTo>
                    <a:pt x="7492494" y="1365228"/>
                  </a:lnTo>
                  <a:lnTo>
                    <a:pt x="7494206" y="1371813"/>
                  </a:lnTo>
                  <a:lnTo>
                    <a:pt x="7495917" y="1375162"/>
                  </a:lnTo>
                  <a:lnTo>
                    <a:pt x="7497629" y="1380135"/>
                  </a:lnTo>
                  <a:lnTo>
                    <a:pt x="7499340" y="1324727"/>
                  </a:lnTo>
                  <a:lnTo>
                    <a:pt x="7501051" y="1299620"/>
                  </a:lnTo>
                  <a:lnTo>
                    <a:pt x="7502763" y="1242567"/>
                  </a:lnTo>
                  <a:lnTo>
                    <a:pt x="7504474" y="1202509"/>
                  </a:lnTo>
                  <a:lnTo>
                    <a:pt x="7506186" y="1212346"/>
                  </a:lnTo>
                  <a:lnTo>
                    <a:pt x="7507897" y="1150219"/>
                  </a:lnTo>
                  <a:lnTo>
                    <a:pt x="7509608" y="1112216"/>
                  </a:lnTo>
                  <a:lnTo>
                    <a:pt x="7511320" y="1224869"/>
                  </a:lnTo>
                  <a:lnTo>
                    <a:pt x="7513031" y="1193879"/>
                  </a:lnTo>
                  <a:lnTo>
                    <a:pt x="7514743" y="1163449"/>
                  </a:lnTo>
                  <a:lnTo>
                    <a:pt x="7516454" y="1094650"/>
                  </a:lnTo>
                  <a:lnTo>
                    <a:pt x="7518165" y="1092091"/>
                  </a:lnTo>
                  <a:lnTo>
                    <a:pt x="7519877" y="1117963"/>
                  </a:lnTo>
                  <a:lnTo>
                    <a:pt x="7521588" y="1146344"/>
                  </a:lnTo>
                  <a:lnTo>
                    <a:pt x="7523300" y="1225893"/>
                  </a:lnTo>
                  <a:lnTo>
                    <a:pt x="7525011" y="1239450"/>
                  </a:lnTo>
                  <a:lnTo>
                    <a:pt x="7526722" y="1231544"/>
                  </a:lnTo>
                  <a:lnTo>
                    <a:pt x="7528434" y="1133372"/>
                  </a:lnTo>
                  <a:lnTo>
                    <a:pt x="7530145" y="1103990"/>
                  </a:lnTo>
                  <a:lnTo>
                    <a:pt x="7531857" y="1099178"/>
                  </a:lnTo>
                  <a:lnTo>
                    <a:pt x="7533568" y="1125089"/>
                  </a:lnTo>
                  <a:lnTo>
                    <a:pt x="7535279" y="1154699"/>
                  </a:lnTo>
                  <a:lnTo>
                    <a:pt x="7536991" y="1139959"/>
                  </a:lnTo>
                  <a:lnTo>
                    <a:pt x="7538702" y="1105245"/>
                  </a:lnTo>
                  <a:lnTo>
                    <a:pt x="7540414" y="1146725"/>
                  </a:lnTo>
                  <a:lnTo>
                    <a:pt x="7542125" y="1253355"/>
                  </a:lnTo>
                  <a:lnTo>
                    <a:pt x="7543836" y="1230465"/>
                  </a:lnTo>
                  <a:lnTo>
                    <a:pt x="7545548" y="1290953"/>
                  </a:lnTo>
                  <a:lnTo>
                    <a:pt x="7547259" y="1328899"/>
                  </a:lnTo>
                  <a:lnTo>
                    <a:pt x="7548971" y="1369561"/>
                  </a:lnTo>
                  <a:lnTo>
                    <a:pt x="7550682" y="1373372"/>
                  </a:lnTo>
                  <a:lnTo>
                    <a:pt x="7552393" y="1374544"/>
                  </a:lnTo>
                  <a:lnTo>
                    <a:pt x="7554105" y="1401177"/>
                  </a:lnTo>
                  <a:lnTo>
                    <a:pt x="7555816" y="1385504"/>
                  </a:lnTo>
                  <a:lnTo>
                    <a:pt x="7557528" y="1385925"/>
                  </a:lnTo>
                  <a:lnTo>
                    <a:pt x="7559239" y="1372803"/>
                  </a:lnTo>
                  <a:lnTo>
                    <a:pt x="7560950" y="1399992"/>
                  </a:lnTo>
                  <a:lnTo>
                    <a:pt x="7562662" y="1453401"/>
                  </a:lnTo>
                  <a:lnTo>
                    <a:pt x="7564373" y="1453048"/>
                  </a:lnTo>
                  <a:lnTo>
                    <a:pt x="7566085" y="1461986"/>
                  </a:lnTo>
                  <a:lnTo>
                    <a:pt x="7566085" y="1461986"/>
                  </a:lnTo>
                  <a:lnTo>
                    <a:pt x="7567796" y="1450494"/>
                  </a:lnTo>
                  <a:lnTo>
                    <a:pt x="7569507" y="1455886"/>
                  </a:lnTo>
                  <a:lnTo>
                    <a:pt x="7571219" y="1453182"/>
                  </a:lnTo>
                  <a:lnTo>
                    <a:pt x="7572930" y="1440776"/>
                  </a:lnTo>
                  <a:lnTo>
                    <a:pt x="7574642" y="1455171"/>
                  </a:lnTo>
                  <a:lnTo>
                    <a:pt x="7576353" y="1453685"/>
                  </a:lnTo>
                  <a:lnTo>
                    <a:pt x="7578064" y="1433140"/>
                  </a:lnTo>
                  <a:lnTo>
                    <a:pt x="7579776" y="1433995"/>
                  </a:lnTo>
                  <a:lnTo>
                    <a:pt x="7581487" y="1423036"/>
                  </a:lnTo>
                  <a:lnTo>
                    <a:pt x="7583199" y="1412108"/>
                  </a:lnTo>
                  <a:lnTo>
                    <a:pt x="7584910" y="1406603"/>
                  </a:lnTo>
                  <a:lnTo>
                    <a:pt x="7586621" y="1434591"/>
                  </a:lnTo>
                  <a:lnTo>
                    <a:pt x="7588333" y="1410452"/>
                  </a:lnTo>
                  <a:lnTo>
                    <a:pt x="7590044" y="1423867"/>
                  </a:lnTo>
                  <a:lnTo>
                    <a:pt x="7591755" y="1380720"/>
                  </a:lnTo>
                  <a:lnTo>
                    <a:pt x="7593467" y="1345236"/>
                  </a:lnTo>
                  <a:lnTo>
                    <a:pt x="7595178" y="1356721"/>
                  </a:lnTo>
                  <a:lnTo>
                    <a:pt x="7596890" y="1311690"/>
                  </a:lnTo>
                  <a:lnTo>
                    <a:pt x="7598601" y="1307503"/>
                  </a:lnTo>
                  <a:lnTo>
                    <a:pt x="7600312" y="1255322"/>
                  </a:lnTo>
                  <a:lnTo>
                    <a:pt x="7602024" y="1206822"/>
                  </a:lnTo>
                  <a:lnTo>
                    <a:pt x="7603735" y="1220249"/>
                  </a:lnTo>
                  <a:lnTo>
                    <a:pt x="7605447" y="1180727"/>
                  </a:lnTo>
                  <a:lnTo>
                    <a:pt x="7607158" y="1117948"/>
                  </a:lnTo>
                  <a:lnTo>
                    <a:pt x="7608869" y="1124741"/>
                  </a:lnTo>
                  <a:lnTo>
                    <a:pt x="7610581" y="1244953"/>
                  </a:lnTo>
                  <a:lnTo>
                    <a:pt x="7612292" y="1235024"/>
                  </a:lnTo>
                  <a:lnTo>
                    <a:pt x="7614004" y="1272381"/>
                  </a:lnTo>
                  <a:lnTo>
                    <a:pt x="7615715" y="1251897"/>
                  </a:lnTo>
                  <a:lnTo>
                    <a:pt x="7617426" y="1219788"/>
                  </a:lnTo>
                  <a:lnTo>
                    <a:pt x="7619138" y="1233435"/>
                  </a:lnTo>
                  <a:lnTo>
                    <a:pt x="7620849" y="1173322"/>
                  </a:lnTo>
                  <a:lnTo>
                    <a:pt x="7622561" y="1144756"/>
                  </a:lnTo>
                  <a:lnTo>
                    <a:pt x="7624272" y="1174832"/>
                  </a:lnTo>
                  <a:lnTo>
                    <a:pt x="7625983" y="1206786"/>
                  </a:lnTo>
                  <a:lnTo>
                    <a:pt x="7627695" y="1175188"/>
                  </a:lnTo>
                  <a:lnTo>
                    <a:pt x="7629406" y="1162240"/>
                  </a:lnTo>
                  <a:lnTo>
                    <a:pt x="7631118" y="1193061"/>
                  </a:lnTo>
                  <a:lnTo>
                    <a:pt x="7632829" y="1227199"/>
                  </a:lnTo>
                  <a:lnTo>
                    <a:pt x="7634540" y="1216717"/>
                  </a:lnTo>
                  <a:lnTo>
                    <a:pt x="7636252" y="1232505"/>
                  </a:lnTo>
                  <a:lnTo>
                    <a:pt x="7637963" y="1265376"/>
                  </a:lnTo>
                  <a:lnTo>
                    <a:pt x="7639675" y="1199249"/>
                  </a:lnTo>
                  <a:lnTo>
                    <a:pt x="7641386" y="1160254"/>
                  </a:lnTo>
                  <a:lnTo>
                    <a:pt x="7643097" y="1169381"/>
                  </a:lnTo>
                  <a:lnTo>
                    <a:pt x="7644809" y="1231331"/>
                  </a:lnTo>
                  <a:lnTo>
                    <a:pt x="7646520" y="1276089"/>
                  </a:lnTo>
                  <a:lnTo>
                    <a:pt x="7648232" y="1239146"/>
                  </a:lnTo>
                  <a:lnTo>
                    <a:pt x="7649943" y="1263053"/>
                  </a:lnTo>
                  <a:lnTo>
                    <a:pt x="7651654" y="1269584"/>
                  </a:lnTo>
                  <a:lnTo>
                    <a:pt x="7653366" y="1241090"/>
                  </a:lnTo>
                  <a:lnTo>
                    <a:pt x="7655077" y="1263996"/>
                  </a:lnTo>
                  <a:lnTo>
                    <a:pt x="7656789" y="1194454"/>
                  </a:lnTo>
                  <a:lnTo>
                    <a:pt x="7658500" y="1258594"/>
                  </a:lnTo>
                  <a:lnTo>
                    <a:pt x="7660211" y="1258074"/>
                  </a:lnTo>
                  <a:lnTo>
                    <a:pt x="7661923" y="1318034"/>
                  </a:lnTo>
                  <a:lnTo>
                    <a:pt x="7663634" y="1292827"/>
                  </a:lnTo>
                  <a:lnTo>
                    <a:pt x="7665346" y="1199270"/>
                  </a:lnTo>
                  <a:lnTo>
                    <a:pt x="7667057" y="1171831"/>
                  </a:lnTo>
                  <a:lnTo>
                    <a:pt x="7668768" y="1276409"/>
                  </a:lnTo>
                  <a:lnTo>
                    <a:pt x="7670480" y="1307582"/>
                  </a:lnTo>
                  <a:lnTo>
                    <a:pt x="7672191" y="1268881"/>
                  </a:lnTo>
                  <a:lnTo>
                    <a:pt x="7673903" y="1230390"/>
                  </a:lnTo>
                  <a:lnTo>
                    <a:pt x="7675614" y="1107075"/>
                  </a:lnTo>
                  <a:lnTo>
                    <a:pt x="7677325" y="1062188"/>
                  </a:lnTo>
                  <a:lnTo>
                    <a:pt x="7679037" y="1107733"/>
                  </a:lnTo>
                  <a:lnTo>
                    <a:pt x="7680748" y="1104213"/>
                  </a:lnTo>
                  <a:lnTo>
                    <a:pt x="7682460" y="1127749"/>
                  </a:lnTo>
                  <a:lnTo>
                    <a:pt x="7684171" y="1157493"/>
                  </a:lnTo>
                  <a:lnTo>
                    <a:pt x="7685882" y="1129924"/>
                  </a:lnTo>
                  <a:lnTo>
                    <a:pt x="7687594" y="1087053"/>
                  </a:lnTo>
                  <a:lnTo>
                    <a:pt x="7689305" y="1037110"/>
                  </a:lnTo>
                  <a:lnTo>
                    <a:pt x="7691017" y="955818"/>
                  </a:lnTo>
                  <a:lnTo>
                    <a:pt x="7692728" y="965872"/>
                  </a:lnTo>
                  <a:lnTo>
                    <a:pt x="7694439" y="976653"/>
                  </a:lnTo>
                  <a:lnTo>
                    <a:pt x="7696151" y="1107677"/>
                  </a:lnTo>
                  <a:lnTo>
                    <a:pt x="7697862" y="1240193"/>
                  </a:lnTo>
                  <a:lnTo>
                    <a:pt x="7699573" y="1284116"/>
                  </a:lnTo>
                  <a:lnTo>
                    <a:pt x="7701285" y="1296659"/>
                  </a:lnTo>
                  <a:lnTo>
                    <a:pt x="7702996" y="1253247"/>
                  </a:lnTo>
                  <a:lnTo>
                    <a:pt x="7704708" y="1256305"/>
                  </a:lnTo>
                  <a:lnTo>
                    <a:pt x="7706419" y="1276739"/>
                  </a:lnTo>
                  <a:lnTo>
                    <a:pt x="7708130" y="1326114"/>
                  </a:lnTo>
                  <a:lnTo>
                    <a:pt x="7709842" y="1338090"/>
                  </a:lnTo>
                  <a:lnTo>
                    <a:pt x="7711553" y="1358149"/>
                  </a:lnTo>
                  <a:lnTo>
                    <a:pt x="7713265" y="1355558"/>
                  </a:lnTo>
                  <a:lnTo>
                    <a:pt x="7714976" y="1326613"/>
                  </a:lnTo>
                  <a:lnTo>
                    <a:pt x="7716687" y="1308449"/>
                  </a:lnTo>
                  <a:lnTo>
                    <a:pt x="7718399" y="1238912"/>
                  </a:lnTo>
                  <a:lnTo>
                    <a:pt x="7720110" y="1106140"/>
                  </a:lnTo>
                  <a:lnTo>
                    <a:pt x="7721822" y="990167"/>
                  </a:lnTo>
                  <a:lnTo>
                    <a:pt x="7723533" y="1040819"/>
                  </a:lnTo>
                  <a:lnTo>
                    <a:pt x="7725244" y="1074535"/>
                  </a:lnTo>
                  <a:lnTo>
                    <a:pt x="7726956" y="1077585"/>
                  </a:lnTo>
                  <a:lnTo>
                    <a:pt x="7728667" y="1184872"/>
                  </a:lnTo>
                  <a:lnTo>
                    <a:pt x="7730379" y="1109703"/>
                  </a:lnTo>
                  <a:lnTo>
                    <a:pt x="7732090" y="1154248"/>
                  </a:lnTo>
                  <a:lnTo>
                    <a:pt x="7733801" y="1180178"/>
                  </a:lnTo>
                  <a:lnTo>
                    <a:pt x="7735513" y="1183364"/>
                  </a:lnTo>
                  <a:lnTo>
                    <a:pt x="7737224" y="1096378"/>
                  </a:lnTo>
                  <a:lnTo>
                    <a:pt x="7738936" y="1089620"/>
                  </a:lnTo>
                  <a:lnTo>
                    <a:pt x="7740647" y="1089748"/>
                  </a:lnTo>
                  <a:lnTo>
                    <a:pt x="7742358" y="1165323"/>
                  </a:lnTo>
                  <a:lnTo>
                    <a:pt x="7744070" y="1211839"/>
                  </a:lnTo>
                  <a:lnTo>
                    <a:pt x="7745781" y="1294580"/>
                  </a:lnTo>
                  <a:lnTo>
                    <a:pt x="7747493" y="1348035"/>
                  </a:lnTo>
                  <a:lnTo>
                    <a:pt x="7749204" y="1330378"/>
                  </a:lnTo>
                  <a:lnTo>
                    <a:pt x="7750915" y="1352857"/>
                  </a:lnTo>
                  <a:lnTo>
                    <a:pt x="7752627" y="1287385"/>
                  </a:lnTo>
                  <a:lnTo>
                    <a:pt x="7754338" y="1263287"/>
                  </a:lnTo>
                  <a:lnTo>
                    <a:pt x="7756050" y="1308724"/>
                  </a:lnTo>
                  <a:lnTo>
                    <a:pt x="7757761" y="1279039"/>
                  </a:lnTo>
                  <a:lnTo>
                    <a:pt x="7759472" y="1290898"/>
                  </a:lnTo>
                  <a:lnTo>
                    <a:pt x="7761184" y="1241321"/>
                  </a:lnTo>
                  <a:lnTo>
                    <a:pt x="7762895" y="1190193"/>
                  </a:lnTo>
                  <a:lnTo>
                    <a:pt x="7764607" y="1161238"/>
                  </a:lnTo>
                  <a:lnTo>
                    <a:pt x="7766318" y="1219547"/>
                  </a:lnTo>
                  <a:lnTo>
                    <a:pt x="7768029" y="1245595"/>
                  </a:lnTo>
                  <a:lnTo>
                    <a:pt x="7769741" y="1226608"/>
                  </a:lnTo>
                  <a:lnTo>
                    <a:pt x="7771452" y="1209493"/>
                  </a:lnTo>
                  <a:lnTo>
                    <a:pt x="7773164" y="1132770"/>
                  </a:lnTo>
                  <a:lnTo>
                    <a:pt x="7774875" y="1094946"/>
                  </a:lnTo>
                  <a:lnTo>
                    <a:pt x="7776586" y="1117520"/>
                  </a:lnTo>
                  <a:lnTo>
                    <a:pt x="7778298" y="1185370"/>
                  </a:lnTo>
                  <a:lnTo>
                    <a:pt x="7780009" y="1188162"/>
                  </a:lnTo>
                  <a:lnTo>
                    <a:pt x="7781721" y="1213960"/>
                  </a:lnTo>
                  <a:lnTo>
                    <a:pt x="7783432" y="1158085"/>
                  </a:lnTo>
                  <a:lnTo>
                    <a:pt x="7785143" y="1130289"/>
                  </a:lnTo>
                  <a:lnTo>
                    <a:pt x="7786855" y="1157608"/>
                  </a:lnTo>
                  <a:lnTo>
                    <a:pt x="7788566" y="1203923"/>
                  </a:lnTo>
                  <a:lnTo>
                    <a:pt x="7790278" y="1274159"/>
                  </a:lnTo>
                  <a:lnTo>
                    <a:pt x="7791989" y="1285965"/>
                  </a:lnTo>
                  <a:lnTo>
                    <a:pt x="7793700" y="1346870"/>
                  </a:lnTo>
                  <a:lnTo>
                    <a:pt x="7795412" y="1348331"/>
                  </a:lnTo>
                  <a:lnTo>
                    <a:pt x="7797123" y="1343192"/>
                  </a:lnTo>
                  <a:lnTo>
                    <a:pt x="7798835" y="1312882"/>
                  </a:lnTo>
                  <a:lnTo>
                    <a:pt x="7800546" y="1315842"/>
                  </a:lnTo>
                  <a:lnTo>
                    <a:pt x="7802257" y="1326381"/>
                  </a:lnTo>
                  <a:lnTo>
                    <a:pt x="7803969" y="1334477"/>
                  </a:lnTo>
                  <a:lnTo>
                    <a:pt x="7805680" y="1293043"/>
                  </a:lnTo>
                  <a:lnTo>
                    <a:pt x="7807391" y="1301592"/>
                  </a:lnTo>
                  <a:lnTo>
                    <a:pt x="7809103" y="1305883"/>
                  </a:lnTo>
                  <a:lnTo>
                    <a:pt x="7810814" y="1310895"/>
                  </a:lnTo>
                  <a:lnTo>
                    <a:pt x="7812526" y="1284035"/>
                  </a:lnTo>
                  <a:lnTo>
                    <a:pt x="7814237" y="1264189"/>
                  </a:lnTo>
                  <a:lnTo>
                    <a:pt x="7815948" y="1325865"/>
                  </a:lnTo>
                  <a:lnTo>
                    <a:pt x="7817660" y="1303049"/>
                  </a:lnTo>
                  <a:lnTo>
                    <a:pt x="7819371" y="1235589"/>
                  </a:lnTo>
                  <a:lnTo>
                    <a:pt x="7821083" y="1183711"/>
                  </a:lnTo>
                  <a:lnTo>
                    <a:pt x="7822794" y="1208122"/>
                  </a:lnTo>
                  <a:lnTo>
                    <a:pt x="7824505" y="1308702"/>
                  </a:lnTo>
                  <a:lnTo>
                    <a:pt x="7826217" y="1283570"/>
                  </a:lnTo>
                  <a:lnTo>
                    <a:pt x="7827928" y="1317748"/>
                  </a:lnTo>
                  <a:lnTo>
                    <a:pt x="7829640" y="1246686"/>
                  </a:lnTo>
                  <a:lnTo>
                    <a:pt x="7831351" y="1208367"/>
                  </a:lnTo>
                  <a:lnTo>
                    <a:pt x="7833062" y="1232212"/>
                  </a:lnTo>
                  <a:lnTo>
                    <a:pt x="7834774" y="1273043"/>
                  </a:lnTo>
                  <a:lnTo>
                    <a:pt x="7836485" y="1289111"/>
                  </a:lnTo>
                  <a:lnTo>
                    <a:pt x="7838197" y="1278283"/>
                  </a:lnTo>
                  <a:lnTo>
                    <a:pt x="7839908" y="1293853"/>
                  </a:lnTo>
                  <a:lnTo>
                    <a:pt x="7841619" y="1258774"/>
                  </a:lnTo>
                  <a:lnTo>
                    <a:pt x="7843331" y="1247466"/>
                  </a:lnTo>
                  <a:lnTo>
                    <a:pt x="7845042" y="1190685"/>
                  </a:lnTo>
                  <a:lnTo>
                    <a:pt x="7846754" y="1191145"/>
                  </a:lnTo>
                  <a:lnTo>
                    <a:pt x="7848465" y="1202860"/>
                  </a:lnTo>
                  <a:lnTo>
                    <a:pt x="7850176" y="1191304"/>
                  </a:lnTo>
                  <a:lnTo>
                    <a:pt x="7851888" y="1203220"/>
                  </a:lnTo>
                  <a:lnTo>
                    <a:pt x="7853599" y="1199247"/>
                  </a:lnTo>
                  <a:lnTo>
                    <a:pt x="7855311" y="1184984"/>
                  </a:lnTo>
                  <a:lnTo>
                    <a:pt x="7857022" y="1070879"/>
                  </a:lnTo>
                  <a:lnTo>
                    <a:pt x="7858733" y="1009757"/>
                  </a:lnTo>
                  <a:lnTo>
                    <a:pt x="7860445" y="1046907"/>
                  </a:lnTo>
                  <a:lnTo>
                    <a:pt x="7862156" y="1009499"/>
                  </a:lnTo>
                  <a:lnTo>
                    <a:pt x="7863868" y="1111165"/>
                  </a:lnTo>
                  <a:lnTo>
                    <a:pt x="7865579" y="1154848"/>
                  </a:lnTo>
                  <a:lnTo>
                    <a:pt x="7867290" y="1178156"/>
                  </a:lnTo>
                  <a:lnTo>
                    <a:pt x="7869002" y="1191292"/>
                  </a:lnTo>
                  <a:lnTo>
                    <a:pt x="7870713" y="1172952"/>
                  </a:lnTo>
                  <a:lnTo>
                    <a:pt x="7872425" y="1151371"/>
                  </a:lnTo>
                  <a:lnTo>
                    <a:pt x="7874136" y="1053316"/>
                  </a:lnTo>
                  <a:lnTo>
                    <a:pt x="7875847" y="932066"/>
                  </a:lnTo>
                  <a:lnTo>
                    <a:pt x="7877559" y="864194"/>
                  </a:lnTo>
                  <a:lnTo>
                    <a:pt x="7879270" y="877194"/>
                  </a:lnTo>
                  <a:lnTo>
                    <a:pt x="7880982" y="837442"/>
                  </a:lnTo>
                  <a:lnTo>
                    <a:pt x="7882693" y="805857"/>
                  </a:lnTo>
                  <a:lnTo>
                    <a:pt x="7884404" y="854268"/>
                  </a:lnTo>
                  <a:lnTo>
                    <a:pt x="7886116" y="847167"/>
                  </a:lnTo>
                  <a:lnTo>
                    <a:pt x="7887827" y="885206"/>
                  </a:lnTo>
                  <a:lnTo>
                    <a:pt x="7889539" y="962676"/>
                  </a:lnTo>
                  <a:lnTo>
                    <a:pt x="7891250" y="1060747"/>
                  </a:lnTo>
                  <a:lnTo>
                    <a:pt x="7892961" y="1129691"/>
                  </a:lnTo>
                  <a:lnTo>
                    <a:pt x="7894673" y="1161737"/>
                  </a:lnTo>
                  <a:lnTo>
                    <a:pt x="7896384" y="1166323"/>
                  </a:lnTo>
                  <a:lnTo>
                    <a:pt x="7898096" y="1133203"/>
                  </a:lnTo>
                  <a:lnTo>
                    <a:pt x="7899807" y="1068712"/>
                  </a:lnTo>
                  <a:lnTo>
                    <a:pt x="7901518" y="1091513"/>
                  </a:lnTo>
                  <a:lnTo>
                    <a:pt x="7903230" y="1061593"/>
                  </a:lnTo>
                  <a:lnTo>
                    <a:pt x="7904941" y="1036543"/>
                  </a:lnTo>
                  <a:lnTo>
                    <a:pt x="7906652" y="914932"/>
                  </a:lnTo>
                  <a:lnTo>
                    <a:pt x="7908364" y="965352"/>
                  </a:lnTo>
                  <a:lnTo>
                    <a:pt x="7910075" y="957875"/>
                  </a:lnTo>
                  <a:lnTo>
                    <a:pt x="7911787" y="1046742"/>
                  </a:lnTo>
                  <a:lnTo>
                    <a:pt x="7913498" y="1140179"/>
                  </a:lnTo>
                  <a:lnTo>
                    <a:pt x="7915209" y="1169212"/>
                  </a:lnTo>
                  <a:lnTo>
                    <a:pt x="7916921" y="1230741"/>
                  </a:lnTo>
                  <a:lnTo>
                    <a:pt x="7918632" y="1271212"/>
                  </a:lnTo>
                  <a:lnTo>
                    <a:pt x="7920344" y="1288881"/>
                  </a:lnTo>
                  <a:lnTo>
                    <a:pt x="7922055" y="1291969"/>
                  </a:lnTo>
                  <a:lnTo>
                    <a:pt x="7923766" y="1309893"/>
                  </a:lnTo>
                  <a:lnTo>
                    <a:pt x="7925478" y="1317407"/>
                  </a:lnTo>
                  <a:lnTo>
                    <a:pt x="7927189" y="1322343"/>
                  </a:lnTo>
                  <a:lnTo>
                    <a:pt x="7928901" y="1309768"/>
                  </a:lnTo>
                  <a:lnTo>
                    <a:pt x="7930612" y="1317459"/>
                  </a:lnTo>
                  <a:lnTo>
                    <a:pt x="7932323" y="1238679"/>
                  </a:lnTo>
                  <a:lnTo>
                    <a:pt x="7934035" y="1164576"/>
                  </a:lnTo>
                  <a:lnTo>
                    <a:pt x="7935746" y="1131266"/>
                  </a:lnTo>
                  <a:lnTo>
                    <a:pt x="7937458" y="1090310"/>
                  </a:lnTo>
                  <a:lnTo>
                    <a:pt x="7939169" y="1016696"/>
                  </a:lnTo>
                  <a:lnTo>
                    <a:pt x="7940880" y="959312"/>
                  </a:lnTo>
                  <a:lnTo>
                    <a:pt x="7942592" y="949945"/>
                  </a:lnTo>
                  <a:lnTo>
                    <a:pt x="7944303" y="864864"/>
                  </a:lnTo>
                  <a:lnTo>
                    <a:pt x="7946015" y="878623"/>
                  </a:lnTo>
                  <a:lnTo>
                    <a:pt x="7947726" y="920800"/>
                  </a:lnTo>
                  <a:lnTo>
                    <a:pt x="7949437" y="847954"/>
                  </a:lnTo>
                  <a:lnTo>
                    <a:pt x="7951149" y="883468"/>
                  </a:lnTo>
                  <a:lnTo>
                    <a:pt x="7952860" y="875673"/>
                  </a:lnTo>
                  <a:lnTo>
                    <a:pt x="7954572" y="916499"/>
                  </a:lnTo>
                  <a:lnTo>
                    <a:pt x="7956283" y="992410"/>
                  </a:lnTo>
                  <a:lnTo>
                    <a:pt x="7957994" y="965860"/>
                  </a:lnTo>
                  <a:lnTo>
                    <a:pt x="7959706" y="1003943"/>
                  </a:lnTo>
                  <a:lnTo>
                    <a:pt x="7961417" y="1074626"/>
                  </a:lnTo>
                  <a:lnTo>
                    <a:pt x="7963129" y="1162546"/>
                  </a:lnTo>
                  <a:lnTo>
                    <a:pt x="7964840" y="1228111"/>
                  </a:lnTo>
                  <a:lnTo>
                    <a:pt x="7966551" y="1302372"/>
                  </a:lnTo>
                  <a:lnTo>
                    <a:pt x="7968263" y="1308620"/>
                  </a:lnTo>
                  <a:lnTo>
                    <a:pt x="7969974" y="1308152"/>
                  </a:lnTo>
                  <a:lnTo>
                    <a:pt x="7971686" y="1276902"/>
                  </a:lnTo>
                  <a:lnTo>
                    <a:pt x="7973397" y="1295875"/>
                  </a:lnTo>
                  <a:lnTo>
                    <a:pt x="7975108" y="1301577"/>
                  </a:lnTo>
                  <a:lnTo>
                    <a:pt x="7976820" y="1250281"/>
                  </a:lnTo>
                  <a:lnTo>
                    <a:pt x="7978531" y="1272970"/>
                  </a:lnTo>
                  <a:lnTo>
                    <a:pt x="7980243" y="1272398"/>
                  </a:lnTo>
                  <a:lnTo>
                    <a:pt x="7981954" y="1271093"/>
                  </a:lnTo>
                  <a:lnTo>
                    <a:pt x="7983665" y="1127683"/>
                  </a:lnTo>
                  <a:lnTo>
                    <a:pt x="7985377" y="1047075"/>
                  </a:lnTo>
                  <a:lnTo>
                    <a:pt x="7987088" y="1090867"/>
                  </a:lnTo>
                  <a:lnTo>
                    <a:pt x="7988800" y="1236355"/>
                  </a:lnTo>
                  <a:lnTo>
                    <a:pt x="7990511" y="1209200"/>
                  </a:lnTo>
                  <a:lnTo>
                    <a:pt x="7992222" y="1269094"/>
                  </a:lnTo>
                  <a:lnTo>
                    <a:pt x="7993934" y="1277636"/>
                  </a:lnTo>
                  <a:lnTo>
                    <a:pt x="7995645" y="1254322"/>
                  </a:lnTo>
                  <a:lnTo>
                    <a:pt x="7997357" y="1171989"/>
                  </a:lnTo>
                  <a:lnTo>
                    <a:pt x="7999068" y="1080145"/>
                  </a:lnTo>
                  <a:lnTo>
                    <a:pt x="8000779" y="1047906"/>
                  </a:lnTo>
                  <a:lnTo>
                    <a:pt x="8002491" y="1095291"/>
                  </a:lnTo>
                  <a:lnTo>
                    <a:pt x="8004202" y="1199921"/>
                  </a:lnTo>
                  <a:lnTo>
                    <a:pt x="8005914" y="1171316"/>
                  </a:lnTo>
                  <a:lnTo>
                    <a:pt x="8007625" y="1067467"/>
                  </a:lnTo>
                  <a:lnTo>
                    <a:pt x="8009336" y="1112537"/>
                  </a:lnTo>
                  <a:lnTo>
                    <a:pt x="8011048" y="1217751"/>
                  </a:lnTo>
                  <a:lnTo>
                    <a:pt x="8012759" y="1263694"/>
                  </a:lnTo>
                  <a:lnTo>
                    <a:pt x="8014470" y="1239586"/>
                  </a:lnTo>
                  <a:lnTo>
                    <a:pt x="8016182" y="1180925"/>
                  </a:lnTo>
                  <a:lnTo>
                    <a:pt x="8017893" y="1174978"/>
                  </a:lnTo>
                  <a:lnTo>
                    <a:pt x="8019605" y="1220968"/>
                  </a:lnTo>
                  <a:lnTo>
                    <a:pt x="8021316" y="1154877"/>
                  </a:lnTo>
                  <a:lnTo>
                    <a:pt x="8023027" y="1088470"/>
                  </a:lnTo>
                  <a:lnTo>
                    <a:pt x="8024739" y="1078573"/>
                  </a:lnTo>
                  <a:lnTo>
                    <a:pt x="8026450" y="1127559"/>
                  </a:lnTo>
                  <a:lnTo>
                    <a:pt x="8028162" y="1154672"/>
                  </a:lnTo>
                  <a:lnTo>
                    <a:pt x="8029873" y="1147106"/>
                  </a:lnTo>
                  <a:lnTo>
                    <a:pt x="8031584" y="1253766"/>
                  </a:lnTo>
                  <a:lnTo>
                    <a:pt x="8033296" y="1270794"/>
                  </a:lnTo>
                  <a:lnTo>
                    <a:pt x="8035007" y="1292865"/>
                  </a:lnTo>
                  <a:lnTo>
                    <a:pt x="8036719" y="1278672"/>
                  </a:lnTo>
                  <a:lnTo>
                    <a:pt x="8038430" y="1227428"/>
                  </a:lnTo>
                  <a:lnTo>
                    <a:pt x="8040141" y="1297465"/>
                  </a:lnTo>
                  <a:lnTo>
                    <a:pt x="8041853" y="1288595"/>
                  </a:lnTo>
                  <a:lnTo>
                    <a:pt x="8043564" y="1348649"/>
                  </a:lnTo>
                  <a:lnTo>
                    <a:pt x="8045276" y="1293414"/>
                  </a:lnTo>
                  <a:lnTo>
                    <a:pt x="8046987" y="1342220"/>
                  </a:lnTo>
                  <a:lnTo>
                    <a:pt x="8048698" y="1354806"/>
                  </a:lnTo>
                  <a:lnTo>
                    <a:pt x="8050410" y="1341071"/>
                  </a:lnTo>
                  <a:lnTo>
                    <a:pt x="8052121" y="1375642"/>
                  </a:lnTo>
                  <a:lnTo>
                    <a:pt x="8053833" y="1348120"/>
                  </a:lnTo>
                  <a:lnTo>
                    <a:pt x="8055544" y="1323020"/>
                  </a:lnTo>
                  <a:lnTo>
                    <a:pt x="8057255" y="1299300"/>
                  </a:lnTo>
                  <a:lnTo>
                    <a:pt x="8058967" y="1284633"/>
                  </a:lnTo>
                  <a:lnTo>
                    <a:pt x="8060678" y="1297724"/>
                  </a:lnTo>
                  <a:lnTo>
                    <a:pt x="8062390" y="1300949"/>
                  </a:lnTo>
                  <a:lnTo>
                    <a:pt x="8064101" y="1314488"/>
                  </a:lnTo>
                  <a:lnTo>
                    <a:pt x="8065812" y="1285985"/>
                  </a:lnTo>
                  <a:lnTo>
                    <a:pt x="8067524" y="1177364"/>
                  </a:lnTo>
                  <a:lnTo>
                    <a:pt x="8069235" y="1114856"/>
                  </a:lnTo>
                  <a:lnTo>
                    <a:pt x="8070947" y="1208243"/>
                  </a:lnTo>
                  <a:lnTo>
                    <a:pt x="8072658" y="1178540"/>
                  </a:lnTo>
                  <a:lnTo>
                    <a:pt x="8074369" y="1193184"/>
                  </a:lnTo>
                  <a:lnTo>
                    <a:pt x="8076081" y="1201698"/>
                  </a:lnTo>
                  <a:lnTo>
                    <a:pt x="8077792" y="1136994"/>
                  </a:lnTo>
                  <a:lnTo>
                    <a:pt x="8079504" y="1171354"/>
                  </a:lnTo>
                  <a:lnTo>
                    <a:pt x="8081215" y="1172426"/>
                  </a:lnTo>
                  <a:lnTo>
                    <a:pt x="8082926" y="1233469"/>
                  </a:lnTo>
                  <a:lnTo>
                    <a:pt x="8084638" y="1240633"/>
                  </a:lnTo>
                  <a:lnTo>
                    <a:pt x="8086349" y="1210976"/>
                  </a:lnTo>
                  <a:lnTo>
                    <a:pt x="8088061" y="1199024"/>
                  </a:lnTo>
                  <a:lnTo>
                    <a:pt x="8089772" y="1254040"/>
                  </a:lnTo>
                  <a:lnTo>
                    <a:pt x="8091483" y="1282583"/>
                  </a:lnTo>
                  <a:lnTo>
                    <a:pt x="8093195" y="1266327"/>
                  </a:lnTo>
                  <a:lnTo>
                    <a:pt x="8094906" y="1280370"/>
                  </a:lnTo>
                  <a:lnTo>
                    <a:pt x="8096618" y="1288606"/>
                  </a:lnTo>
                  <a:lnTo>
                    <a:pt x="8098329" y="1293331"/>
                  </a:lnTo>
                  <a:lnTo>
                    <a:pt x="8100040" y="1267799"/>
                  </a:lnTo>
                  <a:lnTo>
                    <a:pt x="8101752" y="1258244"/>
                  </a:lnTo>
                  <a:lnTo>
                    <a:pt x="8103463" y="1137588"/>
                  </a:lnTo>
                  <a:lnTo>
                    <a:pt x="8105175" y="1051975"/>
                  </a:lnTo>
                  <a:lnTo>
                    <a:pt x="8106886" y="1050952"/>
                  </a:lnTo>
                  <a:lnTo>
                    <a:pt x="8108597" y="1005895"/>
                  </a:lnTo>
                  <a:lnTo>
                    <a:pt x="8110309" y="1071923"/>
                  </a:lnTo>
                  <a:lnTo>
                    <a:pt x="8112020" y="1050481"/>
                  </a:lnTo>
                  <a:lnTo>
                    <a:pt x="8113732" y="1049396"/>
                  </a:lnTo>
                  <a:lnTo>
                    <a:pt x="8115443" y="983260"/>
                  </a:lnTo>
                  <a:lnTo>
                    <a:pt x="8117154" y="1027340"/>
                  </a:lnTo>
                  <a:lnTo>
                    <a:pt x="8118866" y="951093"/>
                  </a:lnTo>
                  <a:lnTo>
                    <a:pt x="8120577" y="937597"/>
                  </a:lnTo>
                  <a:lnTo>
                    <a:pt x="8122288" y="906692"/>
                  </a:lnTo>
                  <a:lnTo>
                    <a:pt x="8124000" y="921361"/>
                  </a:lnTo>
                  <a:lnTo>
                    <a:pt x="8125711" y="1007432"/>
                  </a:lnTo>
                  <a:lnTo>
                    <a:pt x="8127423" y="978739"/>
                  </a:lnTo>
                  <a:lnTo>
                    <a:pt x="8129134" y="1027272"/>
                  </a:lnTo>
                  <a:lnTo>
                    <a:pt x="8130845" y="1088808"/>
                  </a:lnTo>
                  <a:lnTo>
                    <a:pt x="8132557" y="1150590"/>
                  </a:lnTo>
                  <a:lnTo>
                    <a:pt x="8134268" y="1186571"/>
                  </a:lnTo>
                  <a:lnTo>
                    <a:pt x="8135980" y="1162221"/>
                  </a:lnTo>
                  <a:lnTo>
                    <a:pt x="8137691" y="1143825"/>
                  </a:lnTo>
                  <a:lnTo>
                    <a:pt x="8139402" y="1187600"/>
                  </a:lnTo>
                  <a:lnTo>
                    <a:pt x="8141114" y="1056216"/>
                  </a:lnTo>
                  <a:lnTo>
                    <a:pt x="8142825" y="1041521"/>
                  </a:lnTo>
                  <a:lnTo>
                    <a:pt x="8144537" y="1044863"/>
                  </a:lnTo>
                  <a:lnTo>
                    <a:pt x="8146248" y="1039003"/>
                  </a:lnTo>
                  <a:lnTo>
                    <a:pt x="8147959" y="983812"/>
                  </a:lnTo>
                  <a:lnTo>
                    <a:pt x="8149671" y="1081718"/>
                  </a:lnTo>
                  <a:lnTo>
                    <a:pt x="8151382" y="1220201"/>
                  </a:lnTo>
                  <a:lnTo>
                    <a:pt x="8153094" y="1232630"/>
                  </a:lnTo>
                  <a:lnTo>
                    <a:pt x="8154805" y="1221922"/>
                  </a:lnTo>
                  <a:lnTo>
                    <a:pt x="8156516" y="1069307"/>
                  </a:lnTo>
                  <a:lnTo>
                    <a:pt x="8158228" y="1067330"/>
                  </a:lnTo>
                  <a:lnTo>
                    <a:pt x="8159939" y="1056430"/>
                  </a:lnTo>
                  <a:lnTo>
                    <a:pt x="8161651" y="1024443"/>
                  </a:lnTo>
                  <a:lnTo>
                    <a:pt x="8163362" y="965595"/>
                  </a:lnTo>
                  <a:lnTo>
                    <a:pt x="8165073" y="962320"/>
                  </a:lnTo>
                  <a:lnTo>
                    <a:pt x="8166785" y="1020383"/>
                  </a:lnTo>
                  <a:lnTo>
                    <a:pt x="8168496" y="971519"/>
                  </a:lnTo>
                  <a:lnTo>
                    <a:pt x="8170208" y="1004673"/>
                  </a:lnTo>
                  <a:lnTo>
                    <a:pt x="8171919" y="961037"/>
                  </a:lnTo>
                  <a:lnTo>
                    <a:pt x="8173630" y="917661"/>
                  </a:lnTo>
                  <a:lnTo>
                    <a:pt x="8175342" y="944816"/>
                  </a:lnTo>
                  <a:lnTo>
                    <a:pt x="8177053" y="998931"/>
                  </a:lnTo>
                  <a:lnTo>
                    <a:pt x="8178765" y="1027044"/>
                  </a:lnTo>
                  <a:lnTo>
                    <a:pt x="8180476" y="1004017"/>
                  </a:lnTo>
                  <a:lnTo>
                    <a:pt x="8182187" y="933249"/>
                  </a:lnTo>
                  <a:lnTo>
                    <a:pt x="8183899" y="1015761"/>
                  </a:lnTo>
                  <a:lnTo>
                    <a:pt x="8185610" y="1057687"/>
                  </a:lnTo>
                  <a:lnTo>
                    <a:pt x="8187322" y="1117728"/>
                  </a:lnTo>
                  <a:lnTo>
                    <a:pt x="8189033" y="1204924"/>
                  </a:lnTo>
                  <a:lnTo>
                    <a:pt x="8190744" y="1190893"/>
                  </a:lnTo>
                  <a:lnTo>
                    <a:pt x="8192456" y="1211437"/>
                  </a:lnTo>
                  <a:lnTo>
                    <a:pt x="8194167" y="1212350"/>
                  </a:lnTo>
                  <a:lnTo>
                    <a:pt x="8195879" y="1205577"/>
                  </a:lnTo>
                  <a:lnTo>
                    <a:pt x="8197590" y="1199238"/>
                  </a:lnTo>
                  <a:lnTo>
                    <a:pt x="8199301" y="1294227"/>
                  </a:lnTo>
                  <a:lnTo>
                    <a:pt x="8201013" y="1251651"/>
                  </a:lnTo>
                  <a:lnTo>
                    <a:pt x="8202724" y="1181908"/>
                  </a:lnTo>
                  <a:lnTo>
                    <a:pt x="8204436" y="1240039"/>
                  </a:lnTo>
                  <a:lnTo>
                    <a:pt x="8206147" y="1340499"/>
                  </a:lnTo>
                  <a:lnTo>
                    <a:pt x="8207858" y="1361042"/>
                  </a:lnTo>
                  <a:lnTo>
                    <a:pt x="8209570" y="1330892"/>
                  </a:lnTo>
                  <a:lnTo>
                    <a:pt x="8211281" y="1339456"/>
                  </a:lnTo>
                  <a:lnTo>
                    <a:pt x="8212993" y="1356750"/>
                  </a:lnTo>
                  <a:lnTo>
                    <a:pt x="8214704" y="1358609"/>
                  </a:lnTo>
                  <a:lnTo>
                    <a:pt x="8216415" y="1333449"/>
                  </a:lnTo>
                  <a:lnTo>
                    <a:pt x="8218127" y="1266756"/>
                  </a:lnTo>
                  <a:lnTo>
                    <a:pt x="8219838" y="1310422"/>
                  </a:lnTo>
                  <a:lnTo>
                    <a:pt x="8221550" y="1378208"/>
                  </a:lnTo>
                  <a:lnTo>
                    <a:pt x="8223261" y="1372103"/>
                  </a:lnTo>
                  <a:lnTo>
                    <a:pt x="8224972" y="1311428"/>
                  </a:lnTo>
                  <a:lnTo>
                    <a:pt x="8226684" y="1266976"/>
                  </a:lnTo>
                  <a:lnTo>
                    <a:pt x="8228395" y="1155948"/>
                  </a:lnTo>
                  <a:lnTo>
                    <a:pt x="8230106" y="1085887"/>
                  </a:lnTo>
                  <a:lnTo>
                    <a:pt x="8231818" y="1064752"/>
                  </a:lnTo>
                  <a:lnTo>
                    <a:pt x="8233529" y="1080415"/>
                  </a:lnTo>
                  <a:lnTo>
                    <a:pt x="8235241" y="1162892"/>
                  </a:lnTo>
                  <a:lnTo>
                    <a:pt x="8236952" y="1157421"/>
                  </a:lnTo>
                  <a:lnTo>
                    <a:pt x="8238663" y="1066155"/>
                  </a:lnTo>
                  <a:lnTo>
                    <a:pt x="8240375" y="1081617"/>
                  </a:lnTo>
                  <a:lnTo>
                    <a:pt x="8242086" y="1096328"/>
                  </a:lnTo>
                  <a:lnTo>
                    <a:pt x="8243798" y="1009413"/>
                  </a:lnTo>
                  <a:lnTo>
                    <a:pt x="8245509" y="1002519"/>
                  </a:lnTo>
                  <a:lnTo>
                    <a:pt x="8247220" y="1004096"/>
                  </a:lnTo>
                  <a:lnTo>
                    <a:pt x="8248932" y="973271"/>
                  </a:lnTo>
                  <a:lnTo>
                    <a:pt x="8250643" y="1032175"/>
                  </a:lnTo>
                  <a:lnTo>
                    <a:pt x="8252355" y="949139"/>
                  </a:lnTo>
                  <a:lnTo>
                    <a:pt x="8254066" y="971702"/>
                  </a:lnTo>
                  <a:lnTo>
                    <a:pt x="8255777" y="1048790"/>
                  </a:lnTo>
                  <a:lnTo>
                    <a:pt x="8257489" y="1130742"/>
                  </a:lnTo>
                  <a:lnTo>
                    <a:pt x="8259200" y="1232937"/>
                  </a:lnTo>
                  <a:lnTo>
                    <a:pt x="8260912" y="1215788"/>
                  </a:lnTo>
                  <a:lnTo>
                    <a:pt x="8262623" y="1195949"/>
                  </a:lnTo>
                  <a:lnTo>
                    <a:pt x="8264334" y="1145595"/>
                  </a:lnTo>
                  <a:lnTo>
                    <a:pt x="8266046" y="1095207"/>
                  </a:lnTo>
                  <a:lnTo>
                    <a:pt x="8267757" y="1144437"/>
                  </a:lnTo>
                  <a:lnTo>
                    <a:pt x="8269469" y="1124130"/>
                  </a:lnTo>
                  <a:lnTo>
                    <a:pt x="8271180" y="1067249"/>
                  </a:lnTo>
                  <a:lnTo>
                    <a:pt x="8272891" y="1121820"/>
                  </a:lnTo>
                  <a:lnTo>
                    <a:pt x="8274603" y="1197623"/>
                  </a:lnTo>
                  <a:lnTo>
                    <a:pt x="8276314" y="1253513"/>
                  </a:lnTo>
                  <a:lnTo>
                    <a:pt x="8278026" y="1266359"/>
                  </a:lnTo>
                  <a:lnTo>
                    <a:pt x="8279737" y="1276246"/>
                  </a:lnTo>
                  <a:lnTo>
                    <a:pt x="8281448" y="1261754"/>
                  </a:lnTo>
                  <a:lnTo>
                    <a:pt x="8283160" y="1256611"/>
                  </a:lnTo>
                  <a:lnTo>
                    <a:pt x="8284871" y="1259095"/>
                  </a:lnTo>
                  <a:lnTo>
                    <a:pt x="8286583" y="1278415"/>
                  </a:lnTo>
                  <a:lnTo>
                    <a:pt x="8288294" y="1252320"/>
                  </a:lnTo>
                  <a:lnTo>
                    <a:pt x="8290005" y="1243841"/>
                  </a:lnTo>
                  <a:lnTo>
                    <a:pt x="8291717" y="1245840"/>
                  </a:lnTo>
                  <a:lnTo>
                    <a:pt x="8293428" y="1249168"/>
                  </a:lnTo>
                  <a:lnTo>
                    <a:pt x="8295140" y="1255348"/>
                  </a:lnTo>
                  <a:lnTo>
                    <a:pt x="8296851" y="1153818"/>
                  </a:lnTo>
                  <a:lnTo>
                    <a:pt x="8298562" y="1176504"/>
                  </a:lnTo>
                  <a:lnTo>
                    <a:pt x="8300274" y="1257963"/>
                  </a:lnTo>
                  <a:lnTo>
                    <a:pt x="8301985" y="1300761"/>
                  </a:lnTo>
                  <a:lnTo>
                    <a:pt x="8303697" y="1296490"/>
                  </a:lnTo>
                  <a:lnTo>
                    <a:pt x="8305408" y="1307736"/>
                  </a:lnTo>
                  <a:lnTo>
                    <a:pt x="8307119" y="1321547"/>
                  </a:lnTo>
                  <a:lnTo>
                    <a:pt x="8308831" y="1326687"/>
                  </a:lnTo>
                  <a:lnTo>
                    <a:pt x="8310542" y="1322041"/>
                  </a:lnTo>
                  <a:lnTo>
                    <a:pt x="8312254" y="1310697"/>
                  </a:lnTo>
                  <a:lnTo>
                    <a:pt x="8313965" y="1287892"/>
                  </a:lnTo>
                  <a:lnTo>
                    <a:pt x="8315676" y="1365955"/>
                  </a:lnTo>
                  <a:lnTo>
                    <a:pt x="8317388" y="1383314"/>
                  </a:lnTo>
                  <a:lnTo>
                    <a:pt x="8319099" y="1335935"/>
                  </a:lnTo>
                  <a:lnTo>
                    <a:pt x="8320811" y="1363783"/>
                  </a:lnTo>
                  <a:lnTo>
                    <a:pt x="8322522" y="1365851"/>
                  </a:lnTo>
                  <a:lnTo>
                    <a:pt x="8324233" y="1386455"/>
                  </a:lnTo>
                  <a:lnTo>
                    <a:pt x="8325945" y="1330014"/>
                  </a:lnTo>
                  <a:lnTo>
                    <a:pt x="8327656" y="1317005"/>
                  </a:lnTo>
                  <a:lnTo>
                    <a:pt x="8329367" y="1229489"/>
                  </a:lnTo>
                  <a:lnTo>
                    <a:pt x="8331079" y="1243120"/>
                  </a:lnTo>
                  <a:lnTo>
                    <a:pt x="8332790" y="1338354"/>
                  </a:lnTo>
                  <a:lnTo>
                    <a:pt x="8334502" y="1359912"/>
                  </a:lnTo>
                  <a:lnTo>
                    <a:pt x="8336213" y="1368573"/>
                  </a:lnTo>
                  <a:lnTo>
                    <a:pt x="8337924" y="1426777"/>
                  </a:lnTo>
                  <a:lnTo>
                    <a:pt x="8339636" y="1443802"/>
                  </a:lnTo>
                  <a:lnTo>
                    <a:pt x="8341347" y="1461986"/>
                  </a:lnTo>
                  <a:lnTo>
                    <a:pt x="8341347" y="1461986"/>
                  </a:lnTo>
                  <a:lnTo>
                    <a:pt x="8343059" y="1458840"/>
                  </a:lnTo>
                  <a:lnTo>
                    <a:pt x="8344770" y="1461986"/>
                  </a:lnTo>
                  <a:lnTo>
                    <a:pt x="8344770" y="1461986"/>
                  </a:lnTo>
                  <a:lnTo>
                    <a:pt x="8346481" y="1461986"/>
                  </a:lnTo>
                  <a:lnTo>
                    <a:pt x="8348193" y="1461986"/>
                  </a:lnTo>
                  <a:lnTo>
                    <a:pt x="8349904" y="1461986"/>
                  </a:lnTo>
                  <a:lnTo>
                    <a:pt x="8351616" y="1461986"/>
                  </a:lnTo>
                  <a:lnTo>
                    <a:pt x="8353327" y="1441257"/>
                  </a:lnTo>
                  <a:lnTo>
                    <a:pt x="8355038" y="1414534"/>
                  </a:lnTo>
                  <a:lnTo>
                    <a:pt x="8356750" y="1390044"/>
                  </a:lnTo>
                  <a:lnTo>
                    <a:pt x="8358461" y="1353846"/>
                  </a:lnTo>
                  <a:lnTo>
                    <a:pt x="8360173" y="1335584"/>
                  </a:lnTo>
                  <a:lnTo>
                    <a:pt x="8361884" y="1311626"/>
                  </a:lnTo>
                  <a:lnTo>
                    <a:pt x="8363595" y="1336339"/>
                  </a:lnTo>
                  <a:lnTo>
                    <a:pt x="8365307" y="1313633"/>
                  </a:lnTo>
                  <a:lnTo>
                    <a:pt x="8367018" y="1304566"/>
                  </a:lnTo>
                  <a:lnTo>
                    <a:pt x="8368730" y="1320636"/>
                  </a:lnTo>
                  <a:lnTo>
                    <a:pt x="8370441" y="1352059"/>
                  </a:lnTo>
                  <a:lnTo>
                    <a:pt x="8372152" y="1381379"/>
                  </a:lnTo>
                  <a:lnTo>
                    <a:pt x="8373864" y="1352318"/>
                  </a:lnTo>
                  <a:lnTo>
                    <a:pt x="8375575" y="1323000"/>
                  </a:lnTo>
                  <a:lnTo>
                    <a:pt x="8377287" y="1334765"/>
                  </a:lnTo>
                  <a:lnTo>
                    <a:pt x="8378998" y="1232174"/>
                  </a:lnTo>
                  <a:lnTo>
                    <a:pt x="8380709" y="1144215"/>
                  </a:lnTo>
                  <a:lnTo>
                    <a:pt x="8382421" y="1112687"/>
                  </a:lnTo>
                  <a:lnTo>
                    <a:pt x="8384132" y="1118888"/>
                  </a:lnTo>
                  <a:lnTo>
                    <a:pt x="8385844" y="1277188"/>
                  </a:lnTo>
                  <a:lnTo>
                    <a:pt x="8387555" y="1235831"/>
                  </a:lnTo>
                  <a:lnTo>
                    <a:pt x="8389266" y="1197848"/>
                  </a:lnTo>
                  <a:lnTo>
                    <a:pt x="8390978" y="1156774"/>
                  </a:lnTo>
                  <a:lnTo>
                    <a:pt x="8392689" y="1256527"/>
                  </a:lnTo>
                  <a:lnTo>
                    <a:pt x="8394401" y="1245901"/>
                  </a:lnTo>
                  <a:lnTo>
                    <a:pt x="8396112" y="1127121"/>
                  </a:lnTo>
                  <a:lnTo>
                    <a:pt x="8397823" y="1105663"/>
                  </a:lnTo>
                  <a:lnTo>
                    <a:pt x="8399535" y="1214687"/>
                  </a:lnTo>
                  <a:lnTo>
                    <a:pt x="8401246" y="1257557"/>
                  </a:lnTo>
                  <a:lnTo>
                    <a:pt x="8402958" y="1158320"/>
                  </a:lnTo>
                  <a:lnTo>
                    <a:pt x="8404669" y="1150953"/>
                  </a:lnTo>
                  <a:lnTo>
                    <a:pt x="8406380" y="1157427"/>
                  </a:lnTo>
                  <a:lnTo>
                    <a:pt x="8408092" y="1270537"/>
                  </a:lnTo>
                  <a:lnTo>
                    <a:pt x="8409803" y="1254713"/>
                  </a:lnTo>
                  <a:lnTo>
                    <a:pt x="8411515" y="1232592"/>
                  </a:lnTo>
                  <a:lnTo>
                    <a:pt x="8413226" y="1295949"/>
                  </a:lnTo>
                  <a:lnTo>
                    <a:pt x="8414937" y="1310761"/>
                  </a:lnTo>
                  <a:lnTo>
                    <a:pt x="8416649" y="1342956"/>
                  </a:lnTo>
                  <a:lnTo>
                    <a:pt x="8418360" y="1350362"/>
                  </a:lnTo>
                  <a:lnTo>
                    <a:pt x="8420072" y="1368904"/>
                  </a:lnTo>
                  <a:lnTo>
                    <a:pt x="8421783" y="1411167"/>
                  </a:lnTo>
                  <a:lnTo>
                    <a:pt x="8423494" y="1424348"/>
                  </a:lnTo>
                  <a:lnTo>
                    <a:pt x="8425206" y="1435270"/>
                  </a:lnTo>
                  <a:lnTo>
                    <a:pt x="8426917" y="1405053"/>
                  </a:lnTo>
                  <a:lnTo>
                    <a:pt x="8428629" y="1385269"/>
                  </a:lnTo>
                  <a:lnTo>
                    <a:pt x="8430340" y="1324797"/>
                  </a:lnTo>
                  <a:lnTo>
                    <a:pt x="8432051" y="1306279"/>
                  </a:lnTo>
                  <a:lnTo>
                    <a:pt x="8433763" y="1372397"/>
                  </a:lnTo>
                  <a:lnTo>
                    <a:pt x="8435474" y="1419565"/>
                  </a:lnTo>
                  <a:lnTo>
                    <a:pt x="8437185" y="1402791"/>
                  </a:lnTo>
                  <a:lnTo>
                    <a:pt x="8438897" y="1441571"/>
                  </a:lnTo>
                  <a:lnTo>
                    <a:pt x="8440608" y="1460233"/>
                  </a:lnTo>
                  <a:lnTo>
                    <a:pt x="8442320" y="1453527"/>
                  </a:lnTo>
                  <a:lnTo>
                    <a:pt x="8444031" y="1450096"/>
                  </a:lnTo>
                  <a:lnTo>
                    <a:pt x="8445742" y="1448126"/>
                  </a:lnTo>
                  <a:lnTo>
                    <a:pt x="8447454" y="1461986"/>
                  </a:lnTo>
                  <a:lnTo>
                    <a:pt x="8447454" y="1461986"/>
                  </a:lnTo>
                  <a:lnTo>
                    <a:pt x="8449165" y="1444165"/>
                  </a:lnTo>
                  <a:lnTo>
                    <a:pt x="8450877" y="1420692"/>
                  </a:lnTo>
                  <a:lnTo>
                    <a:pt x="8452588" y="1383345"/>
                  </a:lnTo>
                  <a:lnTo>
                    <a:pt x="8454299" y="1371355"/>
                  </a:lnTo>
                  <a:lnTo>
                    <a:pt x="8456011" y="1394165"/>
                  </a:lnTo>
                  <a:lnTo>
                    <a:pt x="8457722" y="1364524"/>
                  </a:lnTo>
                  <a:lnTo>
                    <a:pt x="8459434" y="1344800"/>
                  </a:lnTo>
                  <a:lnTo>
                    <a:pt x="8461145" y="1406776"/>
                  </a:lnTo>
                  <a:lnTo>
                    <a:pt x="8462856" y="1387931"/>
                  </a:lnTo>
                  <a:lnTo>
                    <a:pt x="8464568" y="1423088"/>
                  </a:lnTo>
                  <a:lnTo>
                    <a:pt x="8466279" y="1370887"/>
                  </a:lnTo>
                  <a:lnTo>
                    <a:pt x="8467991" y="1350292"/>
                  </a:lnTo>
                  <a:lnTo>
                    <a:pt x="8469702" y="1250142"/>
                  </a:lnTo>
                  <a:lnTo>
                    <a:pt x="8471413" y="1250156"/>
                  </a:lnTo>
                  <a:lnTo>
                    <a:pt x="8473125" y="1276234"/>
                  </a:lnTo>
                  <a:lnTo>
                    <a:pt x="8474836" y="1267760"/>
                  </a:lnTo>
                  <a:lnTo>
                    <a:pt x="8476548" y="1296926"/>
                  </a:lnTo>
                  <a:lnTo>
                    <a:pt x="8478259" y="1318008"/>
                  </a:lnTo>
                  <a:lnTo>
                    <a:pt x="8479970" y="1280408"/>
                  </a:lnTo>
                  <a:lnTo>
                    <a:pt x="8481682" y="1284375"/>
                  </a:lnTo>
                  <a:lnTo>
                    <a:pt x="8483393" y="1301992"/>
                  </a:lnTo>
                  <a:lnTo>
                    <a:pt x="8485105" y="1393345"/>
                  </a:lnTo>
                  <a:lnTo>
                    <a:pt x="8486816" y="1367995"/>
                  </a:lnTo>
                  <a:lnTo>
                    <a:pt x="8488527" y="1377935"/>
                  </a:lnTo>
                  <a:lnTo>
                    <a:pt x="8490239" y="1370501"/>
                  </a:lnTo>
                  <a:lnTo>
                    <a:pt x="8491950" y="1344284"/>
                  </a:lnTo>
                  <a:lnTo>
                    <a:pt x="8493662" y="1332122"/>
                  </a:lnTo>
                  <a:lnTo>
                    <a:pt x="8495373" y="1290802"/>
                  </a:lnTo>
                  <a:lnTo>
                    <a:pt x="8497084" y="1290877"/>
                  </a:lnTo>
                  <a:lnTo>
                    <a:pt x="8498796" y="1257561"/>
                  </a:lnTo>
                  <a:lnTo>
                    <a:pt x="8500507" y="1263154"/>
                  </a:lnTo>
                  <a:lnTo>
                    <a:pt x="8502219" y="1299454"/>
                  </a:lnTo>
                  <a:lnTo>
                    <a:pt x="8503930" y="1266530"/>
                  </a:lnTo>
                  <a:lnTo>
                    <a:pt x="8505641" y="1275547"/>
                  </a:lnTo>
                  <a:lnTo>
                    <a:pt x="8507353" y="1238810"/>
                  </a:lnTo>
                  <a:lnTo>
                    <a:pt x="8509064" y="1221464"/>
                  </a:lnTo>
                  <a:lnTo>
                    <a:pt x="8510776" y="1276200"/>
                  </a:lnTo>
                  <a:lnTo>
                    <a:pt x="8512487" y="1233340"/>
                  </a:lnTo>
                  <a:lnTo>
                    <a:pt x="8514198" y="1290259"/>
                  </a:lnTo>
                  <a:lnTo>
                    <a:pt x="8515910" y="1294937"/>
                  </a:lnTo>
                  <a:lnTo>
                    <a:pt x="8517621" y="1311665"/>
                  </a:lnTo>
                  <a:lnTo>
                    <a:pt x="8519333" y="1310213"/>
                  </a:lnTo>
                  <a:lnTo>
                    <a:pt x="8521044" y="1264997"/>
                  </a:lnTo>
                  <a:lnTo>
                    <a:pt x="8522755" y="1171444"/>
                  </a:lnTo>
                  <a:lnTo>
                    <a:pt x="8524467" y="1114939"/>
                  </a:lnTo>
                  <a:lnTo>
                    <a:pt x="8526178" y="1139387"/>
                  </a:lnTo>
                  <a:lnTo>
                    <a:pt x="8527890" y="1165644"/>
                  </a:lnTo>
                  <a:lnTo>
                    <a:pt x="8529601" y="1051302"/>
                  </a:lnTo>
                  <a:lnTo>
                    <a:pt x="8531312" y="1115819"/>
                  </a:lnTo>
                  <a:lnTo>
                    <a:pt x="8533024" y="1154751"/>
                  </a:lnTo>
                  <a:lnTo>
                    <a:pt x="8534735" y="1166376"/>
                  </a:lnTo>
                  <a:lnTo>
                    <a:pt x="8536447" y="1238624"/>
                  </a:lnTo>
                  <a:lnTo>
                    <a:pt x="8538158" y="1217271"/>
                  </a:lnTo>
                  <a:lnTo>
                    <a:pt x="8539869" y="1229843"/>
                  </a:lnTo>
                  <a:lnTo>
                    <a:pt x="8541581" y="1237381"/>
                  </a:lnTo>
                  <a:lnTo>
                    <a:pt x="8543292" y="1257711"/>
                  </a:lnTo>
                  <a:lnTo>
                    <a:pt x="8545003" y="1182958"/>
                  </a:lnTo>
                  <a:lnTo>
                    <a:pt x="8546715" y="1165719"/>
                  </a:lnTo>
                  <a:lnTo>
                    <a:pt x="8548426" y="1192623"/>
                  </a:lnTo>
                  <a:lnTo>
                    <a:pt x="8550138" y="1304657"/>
                  </a:lnTo>
                  <a:lnTo>
                    <a:pt x="8551849" y="1302096"/>
                  </a:lnTo>
                  <a:lnTo>
                    <a:pt x="8553560" y="1314106"/>
                  </a:lnTo>
                  <a:lnTo>
                    <a:pt x="8553560" y="131410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51849" y="0"/>
                  </a:lnTo>
                  <a:lnTo>
                    <a:pt x="8550138" y="0"/>
                  </a:lnTo>
                  <a:lnTo>
                    <a:pt x="8548426" y="0"/>
                  </a:lnTo>
                  <a:lnTo>
                    <a:pt x="8546715" y="0"/>
                  </a:lnTo>
                  <a:lnTo>
                    <a:pt x="8545003" y="0"/>
                  </a:lnTo>
                  <a:lnTo>
                    <a:pt x="8543292" y="0"/>
                  </a:lnTo>
                  <a:lnTo>
                    <a:pt x="8541581" y="0"/>
                  </a:lnTo>
                  <a:lnTo>
                    <a:pt x="8539869" y="0"/>
                  </a:lnTo>
                  <a:lnTo>
                    <a:pt x="8538158" y="0"/>
                  </a:lnTo>
                  <a:lnTo>
                    <a:pt x="8536447" y="0"/>
                  </a:lnTo>
                  <a:lnTo>
                    <a:pt x="8534735" y="0"/>
                  </a:lnTo>
                  <a:lnTo>
                    <a:pt x="8533024" y="0"/>
                  </a:lnTo>
                  <a:lnTo>
                    <a:pt x="8531312" y="0"/>
                  </a:lnTo>
                  <a:lnTo>
                    <a:pt x="8529601" y="0"/>
                  </a:lnTo>
                  <a:lnTo>
                    <a:pt x="8527890" y="0"/>
                  </a:lnTo>
                  <a:lnTo>
                    <a:pt x="8526178" y="0"/>
                  </a:lnTo>
                  <a:lnTo>
                    <a:pt x="8524467" y="0"/>
                  </a:lnTo>
                  <a:lnTo>
                    <a:pt x="8522755" y="0"/>
                  </a:lnTo>
                  <a:lnTo>
                    <a:pt x="8521044" y="0"/>
                  </a:lnTo>
                  <a:lnTo>
                    <a:pt x="8519333" y="0"/>
                  </a:lnTo>
                  <a:lnTo>
                    <a:pt x="8517621" y="0"/>
                  </a:lnTo>
                  <a:lnTo>
                    <a:pt x="8515910" y="0"/>
                  </a:lnTo>
                  <a:lnTo>
                    <a:pt x="8514198" y="0"/>
                  </a:lnTo>
                  <a:lnTo>
                    <a:pt x="8512487" y="0"/>
                  </a:lnTo>
                  <a:lnTo>
                    <a:pt x="8510776" y="0"/>
                  </a:lnTo>
                  <a:lnTo>
                    <a:pt x="8509064" y="0"/>
                  </a:lnTo>
                  <a:lnTo>
                    <a:pt x="8507353" y="0"/>
                  </a:lnTo>
                  <a:lnTo>
                    <a:pt x="8505641" y="0"/>
                  </a:lnTo>
                  <a:lnTo>
                    <a:pt x="8503930" y="0"/>
                  </a:lnTo>
                  <a:lnTo>
                    <a:pt x="8502219" y="0"/>
                  </a:lnTo>
                  <a:lnTo>
                    <a:pt x="8500507" y="0"/>
                  </a:lnTo>
                  <a:lnTo>
                    <a:pt x="8498796" y="0"/>
                  </a:lnTo>
                  <a:lnTo>
                    <a:pt x="8497084" y="0"/>
                  </a:lnTo>
                  <a:lnTo>
                    <a:pt x="8495373" y="0"/>
                  </a:lnTo>
                  <a:lnTo>
                    <a:pt x="8493662" y="0"/>
                  </a:lnTo>
                  <a:lnTo>
                    <a:pt x="8491950" y="0"/>
                  </a:lnTo>
                  <a:lnTo>
                    <a:pt x="8490239" y="0"/>
                  </a:lnTo>
                  <a:lnTo>
                    <a:pt x="8488527" y="0"/>
                  </a:lnTo>
                  <a:lnTo>
                    <a:pt x="8486816" y="0"/>
                  </a:lnTo>
                  <a:lnTo>
                    <a:pt x="8485105" y="0"/>
                  </a:lnTo>
                  <a:lnTo>
                    <a:pt x="8483393" y="0"/>
                  </a:lnTo>
                  <a:lnTo>
                    <a:pt x="8481682" y="0"/>
                  </a:lnTo>
                  <a:lnTo>
                    <a:pt x="8479970" y="0"/>
                  </a:lnTo>
                  <a:lnTo>
                    <a:pt x="8478259" y="0"/>
                  </a:lnTo>
                  <a:lnTo>
                    <a:pt x="8476548" y="0"/>
                  </a:lnTo>
                  <a:lnTo>
                    <a:pt x="8474836" y="0"/>
                  </a:lnTo>
                  <a:lnTo>
                    <a:pt x="8473125" y="0"/>
                  </a:lnTo>
                  <a:lnTo>
                    <a:pt x="8471413" y="0"/>
                  </a:lnTo>
                  <a:lnTo>
                    <a:pt x="8469702" y="0"/>
                  </a:lnTo>
                  <a:lnTo>
                    <a:pt x="8467991" y="0"/>
                  </a:lnTo>
                  <a:lnTo>
                    <a:pt x="8466279" y="0"/>
                  </a:lnTo>
                  <a:lnTo>
                    <a:pt x="8464568" y="0"/>
                  </a:lnTo>
                  <a:lnTo>
                    <a:pt x="8462856" y="0"/>
                  </a:lnTo>
                  <a:lnTo>
                    <a:pt x="8461145" y="0"/>
                  </a:lnTo>
                  <a:lnTo>
                    <a:pt x="8459434" y="0"/>
                  </a:lnTo>
                  <a:lnTo>
                    <a:pt x="8457722" y="0"/>
                  </a:lnTo>
                  <a:lnTo>
                    <a:pt x="8456011" y="0"/>
                  </a:lnTo>
                  <a:lnTo>
                    <a:pt x="8454299" y="0"/>
                  </a:lnTo>
                  <a:lnTo>
                    <a:pt x="8452588" y="0"/>
                  </a:lnTo>
                  <a:lnTo>
                    <a:pt x="8450877" y="0"/>
                  </a:lnTo>
                  <a:lnTo>
                    <a:pt x="8449165" y="0"/>
                  </a:lnTo>
                  <a:lnTo>
                    <a:pt x="8447454" y="0"/>
                  </a:lnTo>
                  <a:lnTo>
                    <a:pt x="8445742" y="0"/>
                  </a:lnTo>
                  <a:lnTo>
                    <a:pt x="8444031" y="0"/>
                  </a:lnTo>
                  <a:lnTo>
                    <a:pt x="8442320" y="0"/>
                  </a:lnTo>
                  <a:lnTo>
                    <a:pt x="8440608" y="0"/>
                  </a:lnTo>
                  <a:lnTo>
                    <a:pt x="8438897" y="0"/>
                  </a:lnTo>
                  <a:lnTo>
                    <a:pt x="8437185" y="0"/>
                  </a:lnTo>
                  <a:lnTo>
                    <a:pt x="8435474" y="0"/>
                  </a:lnTo>
                  <a:lnTo>
                    <a:pt x="8433763" y="0"/>
                  </a:lnTo>
                  <a:lnTo>
                    <a:pt x="8432051" y="0"/>
                  </a:lnTo>
                  <a:lnTo>
                    <a:pt x="8430340" y="0"/>
                  </a:lnTo>
                  <a:lnTo>
                    <a:pt x="8428629" y="0"/>
                  </a:lnTo>
                  <a:lnTo>
                    <a:pt x="8426917" y="0"/>
                  </a:lnTo>
                  <a:lnTo>
                    <a:pt x="8425206" y="0"/>
                  </a:lnTo>
                  <a:lnTo>
                    <a:pt x="8423494" y="0"/>
                  </a:lnTo>
                  <a:lnTo>
                    <a:pt x="8421783" y="0"/>
                  </a:lnTo>
                  <a:lnTo>
                    <a:pt x="8420072" y="0"/>
                  </a:lnTo>
                  <a:lnTo>
                    <a:pt x="8418360" y="0"/>
                  </a:lnTo>
                  <a:lnTo>
                    <a:pt x="8416649" y="0"/>
                  </a:lnTo>
                  <a:lnTo>
                    <a:pt x="8414937" y="0"/>
                  </a:lnTo>
                  <a:lnTo>
                    <a:pt x="8413226" y="0"/>
                  </a:lnTo>
                  <a:lnTo>
                    <a:pt x="8411515" y="0"/>
                  </a:lnTo>
                  <a:lnTo>
                    <a:pt x="8409803" y="0"/>
                  </a:lnTo>
                  <a:lnTo>
                    <a:pt x="8408092" y="0"/>
                  </a:lnTo>
                  <a:lnTo>
                    <a:pt x="8406380" y="0"/>
                  </a:lnTo>
                  <a:lnTo>
                    <a:pt x="8404669" y="0"/>
                  </a:lnTo>
                  <a:lnTo>
                    <a:pt x="8402958" y="0"/>
                  </a:lnTo>
                  <a:lnTo>
                    <a:pt x="8401246" y="0"/>
                  </a:lnTo>
                  <a:lnTo>
                    <a:pt x="8399535" y="0"/>
                  </a:lnTo>
                  <a:lnTo>
                    <a:pt x="8397823" y="0"/>
                  </a:lnTo>
                  <a:lnTo>
                    <a:pt x="8396112" y="0"/>
                  </a:lnTo>
                  <a:lnTo>
                    <a:pt x="8394401" y="0"/>
                  </a:lnTo>
                  <a:lnTo>
                    <a:pt x="8392689" y="0"/>
                  </a:lnTo>
                  <a:lnTo>
                    <a:pt x="8390978" y="0"/>
                  </a:lnTo>
                  <a:lnTo>
                    <a:pt x="8389266" y="0"/>
                  </a:lnTo>
                  <a:lnTo>
                    <a:pt x="8387555" y="0"/>
                  </a:lnTo>
                  <a:lnTo>
                    <a:pt x="8385844" y="0"/>
                  </a:lnTo>
                  <a:lnTo>
                    <a:pt x="8384132" y="0"/>
                  </a:lnTo>
                  <a:lnTo>
                    <a:pt x="8382421" y="0"/>
                  </a:lnTo>
                  <a:lnTo>
                    <a:pt x="8380709" y="0"/>
                  </a:lnTo>
                  <a:lnTo>
                    <a:pt x="8378998" y="0"/>
                  </a:lnTo>
                  <a:lnTo>
                    <a:pt x="8377287" y="0"/>
                  </a:lnTo>
                  <a:lnTo>
                    <a:pt x="8375575" y="0"/>
                  </a:lnTo>
                  <a:lnTo>
                    <a:pt x="8373864" y="0"/>
                  </a:lnTo>
                  <a:lnTo>
                    <a:pt x="8372152" y="0"/>
                  </a:lnTo>
                  <a:lnTo>
                    <a:pt x="8370441" y="0"/>
                  </a:lnTo>
                  <a:lnTo>
                    <a:pt x="8368730" y="0"/>
                  </a:lnTo>
                  <a:lnTo>
                    <a:pt x="8367018" y="0"/>
                  </a:lnTo>
                  <a:lnTo>
                    <a:pt x="8365307" y="0"/>
                  </a:lnTo>
                  <a:lnTo>
                    <a:pt x="8363595" y="0"/>
                  </a:lnTo>
                  <a:lnTo>
                    <a:pt x="8361884" y="0"/>
                  </a:lnTo>
                  <a:lnTo>
                    <a:pt x="8360173" y="0"/>
                  </a:lnTo>
                  <a:lnTo>
                    <a:pt x="8358461" y="0"/>
                  </a:lnTo>
                  <a:lnTo>
                    <a:pt x="8356750" y="0"/>
                  </a:lnTo>
                  <a:lnTo>
                    <a:pt x="8355038" y="0"/>
                  </a:lnTo>
                  <a:lnTo>
                    <a:pt x="8353327" y="0"/>
                  </a:lnTo>
                  <a:lnTo>
                    <a:pt x="8351616" y="0"/>
                  </a:lnTo>
                  <a:lnTo>
                    <a:pt x="8349904" y="0"/>
                  </a:lnTo>
                  <a:lnTo>
                    <a:pt x="8348193" y="0"/>
                  </a:lnTo>
                  <a:lnTo>
                    <a:pt x="8346481" y="0"/>
                  </a:lnTo>
                  <a:lnTo>
                    <a:pt x="8344770" y="0"/>
                  </a:lnTo>
                  <a:lnTo>
                    <a:pt x="8343059" y="0"/>
                  </a:lnTo>
                  <a:lnTo>
                    <a:pt x="8341347" y="0"/>
                  </a:lnTo>
                  <a:lnTo>
                    <a:pt x="8339636" y="0"/>
                  </a:lnTo>
                  <a:lnTo>
                    <a:pt x="8337924" y="0"/>
                  </a:lnTo>
                  <a:lnTo>
                    <a:pt x="8336213" y="0"/>
                  </a:lnTo>
                  <a:lnTo>
                    <a:pt x="8334502" y="0"/>
                  </a:lnTo>
                  <a:lnTo>
                    <a:pt x="8332790" y="0"/>
                  </a:lnTo>
                  <a:lnTo>
                    <a:pt x="8331079" y="0"/>
                  </a:lnTo>
                  <a:lnTo>
                    <a:pt x="8329367" y="0"/>
                  </a:lnTo>
                  <a:lnTo>
                    <a:pt x="8327656" y="0"/>
                  </a:lnTo>
                  <a:lnTo>
                    <a:pt x="8325945" y="0"/>
                  </a:lnTo>
                  <a:lnTo>
                    <a:pt x="8324233" y="0"/>
                  </a:lnTo>
                  <a:lnTo>
                    <a:pt x="8322522" y="0"/>
                  </a:lnTo>
                  <a:lnTo>
                    <a:pt x="8320811" y="0"/>
                  </a:lnTo>
                  <a:lnTo>
                    <a:pt x="8319099" y="0"/>
                  </a:lnTo>
                  <a:lnTo>
                    <a:pt x="8317388" y="0"/>
                  </a:lnTo>
                  <a:lnTo>
                    <a:pt x="8315676" y="0"/>
                  </a:lnTo>
                  <a:lnTo>
                    <a:pt x="8313965" y="0"/>
                  </a:lnTo>
                  <a:lnTo>
                    <a:pt x="8312254" y="0"/>
                  </a:lnTo>
                  <a:lnTo>
                    <a:pt x="8310542" y="0"/>
                  </a:lnTo>
                  <a:lnTo>
                    <a:pt x="8308831" y="0"/>
                  </a:lnTo>
                  <a:lnTo>
                    <a:pt x="8307119" y="0"/>
                  </a:lnTo>
                  <a:lnTo>
                    <a:pt x="8305408" y="0"/>
                  </a:lnTo>
                  <a:lnTo>
                    <a:pt x="8303697" y="0"/>
                  </a:lnTo>
                  <a:lnTo>
                    <a:pt x="8301985" y="0"/>
                  </a:lnTo>
                  <a:lnTo>
                    <a:pt x="8300274" y="0"/>
                  </a:lnTo>
                  <a:lnTo>
                    <a:pt x="8298562" y="0"/>
                  </a:lnTo>
                  <a:lnTo>
                    <a:pt x="8296851" y="0"/>
                  </a:lnTo>
                  <a:lnTo>
                    <a:pt x="8295140" y="0"/>
                  </a:lnTo>
                  <a:lnTo>
                    <a:pt x="8293428" y="0"/>
                  </a:lnTo>
                  <a:lnTo>
                    <a:pt x="8291717" y="0"/>
                  </a:lnTo>
                  <a:lnTo>
                    <a:pt x="8290005" y="0"/>
                  </a:lnTo>
                  <a:lnTo>
                    <a:pt x="8288294" y="0"/>
                  </a:lnTo>
                  <a:lnTo>
                    <a:pt x="8286583" y="0"/>
                  </a:lnTo>
                  <a:lnTo>
                    <a:pt x="8284871" y="0"/>
                  </a:lnTo>
                  <a:lnTo>
                    <a:pt x="8283160" y="0"/>
                  </a:lnTo>
                  <a:lnTo>
                    <a:pt x="8281448" y="0"/>
                  </a:lnTo>
                  <a:lnTo>
                    <a:pt x="8279737" y="0"/>
                  </a:lnTo>
                  <a:lnTo>
                    <a:pt x="8278026" y="0"/>
                  </a:lnTo>
                  <a:lnTo>
                    <a:pt x="8276314" y="0"/>
                  </a:lnTo>
                  <a:lnTo>
                    <a:pt x="8274603" y="0"/>
                  </a:lnTo>
                  <a:lnTo>
                    <a:pt x="8272891" y="0"/>
                  </a:lnTo>
                  <a:lnTo>
                    <a:pt x="8271180" y="0"/>
                  </a:lnTo>
                  <a:lnTo>
                    <a:pt x="8269469" y="0"/>
                  </a:lnTo>
                  <a:lnTo>
                    <a:pt x="8267757" y="0"/>
                  </a:lnTo>
                  <a:lnTo>
                    <a:pt x="8266046" y="0"/>
                  </a:lnTo>
                  <a:lnTo>
                    <a:pt x="8264334" y="0"/>
                  </a:lnTo>
                  <a:lnTo>
                    <a:pt x="8262623" y="0"/>
                  </a:lnTo>
                  <a:lnTo>
                    <a:pt x="8260912" y="0"/>
                  </a:lnTo>
                  <a:lnTo>
                    <a:pt x="8259200" y="0"/>
                  </a:lnTo>
                  <a:lnTo>
                    <a:pt x="8257489" y="0"/>
                  </a:lnTo>
                  <a:lnTo>
                    <a:pt x="8255777" y="0"/>
                  </a:lnTo>
                  <a:lnTo>
                    <a:pt x="8254066" y="0"/>
                  </a:lnTo>
                  <a:lnTo>
                    <a:pt x="8252355" y="0"/>
                  </a:lnTo>
                  <a:lnTo>
                    <a:pt x="8250643" y="0"/>
                  </a:lnTo>
                  <a:lnTo>
                    <a:pt x="8248932" y="0"/>
                  </a:lnTo>
                  <a:lnTo>
                    <a:pt x="8247220" y="0"/>
                  </a:lnTo>
                  <a:lnTo>
                    <a:pt x="8245509" y="0"/>
                  </a:lnTo>
                  <a:lnTo>
                    <a:pt x="8243798" y="0"/>
                  </a:lnTo>
                  <a:lnTo>
                    <a:pt x="8242086" y="0"/>
                  </a:lnTo>
                  <a:lnTo>
                    <a:pt x="8240375" y="0"/>
                  </a:lnTo>
                  <a:lnTo>
                    <a:pt x="8238663" y="0"/>
                  </a:lnTo>
                  <a:lnTo>
                    <a:pt x="8236952" y="0"/>
                  </a:lnTo>
                  <a:lnTo>
                    <a:pt x="8235241" y="0"/>
                  </a:lnTo>
                  <a:lnTo>
                    <a:pt x="8233529" y="0"/>
                  </a:lnTo>
                  <a:lnTo>
                    <a:pt x="8231818" y="0"/>
                  </a:lnTo>
                  <a:lnTo>
                    <a:pt x="8230106" y="0"/>
                  </a:lnTo>
                  <a:lnTo>
                    <a:pt x="8228395" y="0"/>
                  </a:lnTo>
                  <a:lnTo>
                    <a:pt x="8226684" y="0"/>
                  </a:lnTo>
                  <a:lnTo>
                    <a:pt x="8224972" y="0"/>
                  </a:lnTo>
                  <a:lnTo>
                    <a:pt x="8223261" y="0"/>
                  </a:lnTo>
                  <a:lnTo>
                    <a:pt x="8221550" y="0"/>
                  </a:lnTo>
                  <a:lnTo>
                    <a:pt x="8219838" y="0"/>
                  </a:lnTo>
                  <a:lnTo>
                    <a:pt x="8218127" y="0"/>
                  </a:lnTo>
                  <a:lnTo>
                    <a:pt x="8216415" y="0"/>
                  </a:lnTo>
                  <a:lnTo>
                    <a:pt x="8214704" y="0"/>
                  </a:lnTo>
                  <a:lnTo>
                    <a:pt x="8212993" y="0"/>
                  </a:lnTo>
                  <a:lnTo>
                    <a:pt x="8211281" y="0"/>
                  </a:lnTo>
                  <a:lnTo>
                    <a:pt x="8209570" y="0"/>
                  </a:lnTo>
                  <a:lnTo>
                    <a:pt x="8207858" y="0"/>
                  </a:lnTo>
                  <a:lnTo>
                    <a:pt x="8206147" y="0"/>
                  </a:lnTo>
                  <a:lnTo>
                    <a:pt x="8204436" y="0"/>
                  </a:lnTo>
                  <a:lnTo>
                    <a:pt x="8202724" y="0"/>
                  </a:lnTo>
                  <a:lnTo>
                    <a:pt x="8201013" y="0"/>
                  </a:lnTo>
                  <a:lnTo>
                    <a:pt x="8199301" y="0"/>
                  </a:lnTo>
                  <a:lnTo>
                    <a:pt x="8197590" y="0"/>
                  </a:lnTo>
                  <a:lnTo>
                    <a:pt x="8195879" y="0"/>
                  </a:lnTo>
                  <a:lnTo>
                    <a:pt x="8194167" y="0"/>
                  </a:lnTo>
                  <a:lnTo>
                    <a:pt x="8192456" y="0"/>
                  </a:lnTo>
                  <a:lnTo>
                    <a:pt x="8190744" y="0"/>
                  </a:lnTo>
                  <a:lnTo>
                    <a:pt x="8189033" y="0"/>
                  </a:lnTo>
                  <a:lnTo>
                    <a:pt x="8187322" y="0"/>
                  </a:lnTo>
                  <a:lnTo>
                    <a:pt x="8185610" y="0"/>
                  </a:lnTo>
                  <a:lnTo>
                    <a:pt x="8183899" y="0"/>
                  </a:lnTo>
                  <a:lnTo>
                    <a:pt x="8182187" y="0"/>
                  </a:lnTo>
                  <a:lnTo>
                    <a:pt x="8180476" y="0"/>
                  </a:lnTo>
                  <a:lnTo>
                    <a:pt x="8178765" y="0"/>
                  </a:lnTo>
                  <a:lnTo>
                    <a:pt x="8177053" y="0"/>
                  </a:lnTo>
                  <a:lnTo>
                    <a:pt x="8175342" y="0"/>
                  </a:lnTo>
                  <a:lnTo>
                    <a:pt x="8173630" y="0"/>
                  </a:lnTo>
                  <a:lnTo>
                    <a:pt x="8171919" y="0"/>
                  </a:lnTo>
                  <a:lnTo>
                    <a:pt x="8170208" y="0"/>
                  </a:lnTo>
                  <a:lnTo>
                    <a:pt x="8168496" y="0"/>
                  </a:lnTo>
                  <a:lnTo>
                    <a:pt x="8166785" y="0"/>
                  </a:lnTo>
                  <a:lnTo>
                    <a:pt x="8165073" y="0"/>
                  </a:lnTo>
                  <a:lnTo>
                    <a:pt x="8163362" y="0"/>
                  </a:lnTo>
                  <a:lnTo>
                    <a:pt x="8161651" y="0"/>
                  </a:lnTo>
                  <a:lnTo>
                    <a:pt x="8159939" y="0"/>
                  </a:lnTo>
                  <a:lnTo>
                    <a:pt x="8158228" y="0"/>
                  </a:lnTo>
                  <a:lnTo>
                    <a:pt x="8156516" y="0"/>
                  </a:lnTo>
                  <a:lnTo>
                    <a:pt x="8154805" y="0"/>
                  </a:lnTo>
                  <a:lnTo>
                    <a:pt x="8153094" y="0"/>
                  </a:lnTo>
                  <a:lnTo>
                    <a:pt x="8151382" y="0"/>
                  </a:lnTo>
                  <a:lnTo>
                    <a:pt x="8149671" y="0"/>
                  </a:lnTo>
                  <a:lnTo>
                    <a:pt x="8147959" y="0"/>
                  </a:lnTo>
                  <a:lnTo>
                    <a:pt x="8146248" y="0"/>
                  </a:lnTo>
                  <a:lnTo>
                    <a:pt x="8144537" y="0"/>
                  </a:lnTo>
                  <a:lnTo>
                    <a:pt x="8142825" y="0"/>
                  </a:lnTo>
                  <a:lnTo>
                    <a:pt x="8141114" y="0"/>
                  </a:lnTo>
                  <a:lnTo>
                    <a:pt x="8139402" y="0"/>
                  </a:lnTo>
                  <a:lnTo>
                    <a:pt x="8137691" y="0"/>
                  </a:lnTo>
                  <a:lnTo>
                    <a:pt x="8135980" y="0"/>
                  </a:lnTo>
                  <a:lnTo>
                    <a:pt x="8134268" y="0"/>
                  </a:lnTo>
                  <a:lnTo>
                    <a:pt x="8132557" y="0"/>
                  </a:lnTo>
                  <a:lnTo>
                    <a:pt x="8130845" y="0"/>
                  </a:lnTo>
                  <a:lnTo>
                    <a:pt x="8129134" y="0"/>
                  </a:lnTo>
                  <a:lnTo>
                    <a:pt x="8127423" y="0"/>
                  </a:lnTo>
                  <a:lnTo>
                    <a:pt x="8125711" y="0"/>
                  </a:lnTo>
                  <a:lnTo>
                    <a:pt x="8124000" y="0"/>
                  </a:lnTo>
                  <a:lnTo>
                    <a:pt x="8122288" y="0"/>
                  </a:lnTo>
                  <a:lnTo>
                    <a:pt x="8120577" y="0"/>
                  </a:lnTo>
                  <a:lnTo>
                    <a:pt x="8118866" y="0"/>
                  </a:lnTo>
                  <a:lnTo>
                    <a:pt x="8117154" y="0"/>
                  </a:lnTo>
                  <a:lnTo>
                    <a:pt x="8115443" y="0"/>
                  </a:lnTo>
                  <a:lnTo>
                    <a:pt x="8113732" y="0"/>
                  </a:lnTo>
                  <a:lnTo>
                    <a:pt x="8112020" y="0"/>
                  </a:lnTo>
                  <a:lnTo>
                    <a:pt x="8110309" y="0"/>
                  </a:lnTo>
                  <a:lnTo>
                    <a:pt x="8108597" y="0"/>
                  </a:lnTo>
                  <a:lnTo>
                    <a:pt x="8106886" y="0"/>
                  </a:lnTo>
                  <a:lnTo>
                    <a:pt x="8105175" y="0"/>
                  </a:lnTo>
                  <a:lnTo>
                    <a:pt x="8103463" y="0"/>
                  </a:lnTo>
                  <a:lnTo>
                    <a:pt x="8101752" y="0"/>
                  </a:lnTo>
                  <a:lnTo>
                    <a:pt x="8100040" y="0"/>
                  </a:lnTo>
                  <a:lnTo>
                    <a:pt x="8098329" y="0"/>
                  </a:lnTo>
                  <a:lnTo>
                    <a:pt x="8096618" y="0"/>
                  </a:lnTo>
                  <a:lnTo>
                    <a:pt x="8094906" y="0"/>
                  </a:lnTo>
                  <a:lnTo>
                    <a:pt x="8093195" y="0"/>
                  </a:lnTo>
                  <a:lnTo>
                    <a:pt x="8091483" y="0"/>
                  </a:lnTo>
                  <a:lnTo>
                    <a:pt x="8089772" y="0"/>
                  </a:lnTo>
                  <a:lnTo>
                    <a:pt x="8088061" y="0"/>
                  </a:lnTo>
                  <a:lnTo>
                    <a:pt x="8086349" y="0"/>
                  </a:lnTo>
                  <a:lnTo>
                    <a:pt x="8084638" y="0"/>
                  </a:lnTo>
                  <a:lnTo>
                    <a:pt x="8082926" y="0"/>
                  </a:lnTo>
                  <a:lnTo>
                    <a:pt x="8081215" y="0"/>
                  </a:lnTo>
                  <a:lnTo>
                    <a:pt x="8079504" y="0"/>
                  </a:lnTo>
                  <a:lnTo>
                    <a:pt x="8077792" y="0"/>
                  </a:lnTo>
                  <a:lnTo>
                    <a:pt x="8076081" y="0"/>
                  </a:lnTo>
                  <a:lnTo>
                    <a:pt x="8074369" y="0"/>
                  </a:lnTo>
                  <a:lnTo>
                    <a:pt x="8072658" y="0"/>
                  </a:lnTo>
                  <a:lnTo>
                    <a:pt x="8070947" y="0"/>
                  </a:lnTo>
                  <a:lnTo>
                    <a:pt x="8069235" y="0"/>
                  </a:lnTo>
                  <a:lnTo>
                    <a:pt x="8067524" y="0"/>
                  </a:lnTo>
                  <a:lnTo>
                    <a:pt x="8065812" y="0"/>
                  </a:lnTo>
                  <a:lnTo>
                    <a:pt x="8064101" y="0"/>
                  </a:lnTo>
                  <a:lnTo>
                    <a:pt x="8062390" y="0"/>
                  </a:lnTo>
                  <a:lnTo>
                    <a:pt x="8060678" y="0"/>
                  </a:lnTo>
                  <a:lnTo>
                    <a:pt x="8058967" y="0"/>
                  </a:lnTo>
                  <a:lnTo>
                    <a:pt x="8057255" y="0"/>
                  </a:lnTo>
                  <a:lnTo>
                    <a:pt x="8055544" y="0"/>
                  </a:lnTo>
                  <a:lnTo>
                    <a:pt x="8053833" y="0"/>
                  </a:lnTo>
                  <a:lnTo>
                    <a:pt x="8052121" y="0"/>
                  </a:lnTo>
                  <a:lnTo>
                    <a:pt x="8050410" y="0"/>
                  </a:lnTo>
                  <a:lnTo>
                    <a:pt x="8048698" y="0"/>
                  </a:lnTo>
                  <a:lnTo>
                    <a:pt x="8046987" y="0"/>
                  </a:lnTo>
                  <a:lnTo>
                    <a:pt x="8045276" y="0"/>
                  </a:lnTo>
                  <a:lnTo>
                    <a:pt x="8043564" y="0"/>
                  </a:lnTo>
                  <a:lnTo>
                    <a:pt x="8041853" y="0"/>
                  </a:lnTo>
                  <a:lnTo>
                    <a:pt x="8040141" y="0"/>
                  </a:lnTo>
                  <a:lnTo>
                    <a:pt x="8038430" y="0"/>
                  </a:lnTo>
                  <a:lnTo>
                    <a:pt x="8036719" y="0"/>
                  </a:lnTo>
                  <a:lnTo>
                    <a:pt x="8035007" y="0"/>
                  </a:lnTo>
                  <a:lnTo>
                    <a:pt x="8033296" y="0"/>
                  </a:lnTo>
                  <a:lnTo>
                    <a:pt x="8031584" y="0"/>
                  </a:lnTo>
                  <a:lnTo>
                    <a:pt x="8029873" y="0"/>
                  </a:lnTo>
                  <a:lnTo>
                    <a:pt x="8028162" y="0"/>
                  </a:lnTo>
                  <a:lnTo>
                    <a:pt x="8026450" y="0"/>
                  </a:lnTo>
                  <a:lnTo>
                    <a:pt x="8024739" y="0"/>
                  </a:lnTo>
                  <a:lnTo>
                    <a:pt x="8023027" y="0"/>
                  </a:lnTo>
                  <a:lnTo>
                    <a:pt x="8021316" y="0"/>
                  </a:lnTo>
                  <a:lnTo>
                    <a:pt x="8019605" y="0"/>
                  </a:lnTo>
                  <a:lnTo>
                    <a:pt x="8017893" y="0"/>
                  </a:lnTo>
                  <a:lnTo>
                    <a:pt x="8016182" y="0"/>
                  </a:lnTo>
                  <a:lnTo>
                    <a:pt x="8014470" y="0"/>
                  </a:lnTo>
                  <a:lnTo>
                    <a:pt x="8012759" y="0"/>
                  </a:lnTo>
                  <a:lnTo>
                    <a:pt x="8011048" y="0"/>
                  </a:lnTo>
                  <a:lnTo>
                    <a:pt x="8009336" y="0"/>
                  </a:lnTo>
                  <a:lnTo>
                    <a:pt x="8007625" y="0"/>
                  </a:lnTo>
                  <a:lnTo>
                    <a:pt x="8005914" y="0"/>
                  </a:lnTo>
                  <a:lnTo>
                    <a:pt x="8004202" y="0"/>
                  </a:lnTo>
                  <a:lnTo>
                    <a:pt x="8002491" y="0"/>
                  </a:lnTo>
                  <a:lnTo>
                    <a:pt x="8000779" y="0"/>
                  </a:lnTo>
                  <a:lnTo>
                    <a:pt x="7999068" y="0"/>
                  </a:lnTo>
                  <a:lnTo>
                    <a:pt x="7997357" y="0"/>
                  </a:lnTo>
                  <a:lnTo>
                    <a:pt x="7995645" y="0"/>
                  </a:lnTo>
                  <a:lnTo>
                    <a:pt x="7993934" y="0"/>
                  </a:lnTo>
                  <a:lnTo>
                    <a:pt x="7992222" y="0"/>
                  </a:lnTo>
                  <a:lnTo>
                    <a:pt x="7990511" y="0"/>
                  </a:lnTo>
                  <a:lnTo>
                    <a:pt x="7988800" y="0"/>
                  </a:lnTo>
                  <a:lnTo>
                    <a:pt x="7987088" y="0"/>
                  </a:lnTo>
                  <a:lnTo>
                    <a:pt x="7985377" y="0"/>
                  </a:lnTo>
                  <a:lnTo>
                    <a:pt x="7983665" y="0"/>
                  </a:lnTo>
                  <a:lnTo>
                    <a:pt x="7981954" y="0"/>
                  </a:lnTo>
                  <a:lnTo>
                    <a:pt x="7980243" y="0"/>
                  </a:lnTo>
                  <a:lnTo>
                    <a:pt x="7978531" y="0"/>
                  </a:lnTo>
                  <a:lnTo>
                    <a:pt x="7976820" y="0"/>
                  </a:lnTo>
                  <a:lnTo>
                    <a:pt x="7975108" y="0"/>
                  </a:lnTo>
                  <a:lnTo>
                    <a:pt x="7973397" y="0"/>
                  </a:lnTo>
                  <a:lnTo>
                    <a:pt x="7971686" y="0"/>
                  </a:lnTo>
                  <a:lnTo>
                    <a:pt x="7969974" y="0"/>
                  </a:lnTo>
                  <a:lnTo>
                    <a:pt x="7968263" y="0"/>
                  </a:lnTo>
                  <a:lnTo>
                    <a:pt x="7966551" y="0"/>
                  </a:lnTo>
                  <a:lnTo>
                    <a:pt x="7964840" y="0"/>
                  </a:lnTo>
                  <a:lnTo>
                    <a:pt x="7963129" y="0"/>
                  </a:lnTo>
                  <a:lnTo>
                    <a:pt x="7961417" y="0"/>
                  </a:lnTo>
                  <a:lnTo>
                    <a:pt x="7959706" y="0"/>
                  </a:lnTo>
                  <a:lnTo>
                    <a:pt x="7957994" y="0"/>
                  </a:lnTo>
                  <a:lnTo>
                    <a:pt x="7956283" y="0"/>
                  </a:lnTo>
                  <a:lnTo>
                    <a:pt x="7954572" y="0"/>
                  </a:lnTo>
                  <a:lnTo>
                    <a:pt x="7952860" y="0"/>
                  </a:lnTo>
                  <a:lnTo>
                    <a:pt x="7951149" y="0"/>
                  </a:lnTo>
                  <a:lnTo>
                    <a:pt x="7949437" y="0"/>
                  </a:lnTo>
                  <a:lnTo>
                    <a:pt x="7947726" y="0"/>
                  </a:lnTo>
                  <a:lnTo>
                    <a:pt x="7946015" y="0"/>
                  </a:lnTo>
                  <a:lnTo>
                    <a:pt x="7944303" y="0"/>
                  </a:lnTo>
                  <a:lnTo>
                    <a:pt x="7942592" y="0"/>
                  </a:lnTo>
                  <a:lnTo>
                    <a:pt x="7940880" y="0"/>
                  </a:lnTo>
                  <a:lnTo>
                    <a:pt x="7939169" y="0"/>
                  </a:lnTo>
                  <a:lnTo>
                    <a:pt x="7937458" y="0"/>
                  </a:lnTo>
                  <a:lnTo>
                    <a:pt x="7935746" y="0"/>
                  </a:lnTo>
                  <a:lnTo>
                    <a:pt x="7934035" y="0"/>
                  </a:lnTo>
                  <a:lnTo>
                    <a:pt x="7932323" y="0"/>
                  </a:lnTo>
                  <a:lnTo>
                    <a:pt x="7930612" y="0"/>
                  </a:lnTo>
                  <a:lnTo>
                    <a:pt x="7928901" y="0"/>
                  </a:lnTo>
                  <a:lnTo>
                    <a:pt x="7927189" y="0"/>
                  </a:lnTo>
                  <a:lnTo>
                    <a:pt x="7925478" y="0"/>
                  </a:lnTo>
                  <a:lnTo>
                    <a:pt x="7923766" y="0"/>
                  </a:lnTo>
                  <a:lnTo>
                    <a:pt x="7922055" y="0"/>
                  </a:lnTo>
                  <a:lnTo>
                    <a:pt x="7920344" y="0"/>
                  </a:lnTo>
                  <a:lnTo>
                    <a:pt x="7918632" y="0"/>
                  </a:lnTo>
                  <a:lnTo>
                    <a:pt x="7916921" y="0"/>
                  </a:lnTo>
                  <a:lnTo>
                    <a:pt x="7915209" y="0"/>
                  </a:lnTo>
                  <a:lnTo>
                    <a:pt x="7913498" y="0"/>
                  </a:lnTo>
                  <a:lnTo>
                    <a:pt x="7911787" y="0"/>
                  </a:lnTo>
                  <a:lnTo>
                    <a:pt x="7910075" y="0"/>
                  </a:lnTo>
                  <a:lnTo>
                    <a:pt x="7908364" y="0"/>
                  </a:lnTo>
                  <a:lnTo>
                    <a:pt x="7906652" y="0"/>
                  </a:lnTo>
                  <a:lnTo>
                    <a:pt x="7904941" y="0"/>
                  </a:lnTo>
                  <a:lnTo>
                    <a:pt x="7903230" y="0"/>
                  </a:lnTo>
                  <a:lnTo>
                    <a:pt x="7901518" y="0"/>
                  </a:lnTo>
                  <a:lnTo>
                    <a:pt x="7899807" y="0"/>
                  </a:lnTo>
                  <a:lnTo>
                    <a:pt x="7898096" y="0"/>
                  </a:lnTo>
                  <a:lnTo>
                    <a:pt x="7896384" y="0"/>
                  </a:lnTo>
                  <a:lnTo>
                    <a:pt x="7894673" y="0"/>
                  </a:lnTo>
                  <a:lnTo>
                    <a:pt x="7892961" y="0"/>
                  </a:lnTo>
                  <a:lnTo>
                    <a:pt x="7891250" y="0"/>
                  </a:lnTo>
                  <a:lnTo>
                    <a:pt x="7889539" y="0"/>
                  </a:lnTo>
                  <a:lnTo>
                    <a:pt x="7887827" y="0"/>
                  </a:lnTo>
                  <a:lnTo>
                    <a:pt x="7886116" y="0"/>
                  </a:lnTo>
                  <a:lnTo>
                    <a:pt x="7884404" y="0"/>
                  </a:lnTo>
                  <a:lnTo>
                    <a:pt x="7882693" y="0"/>
                  </a:lnTo>
                  <a:lnTo>
                    <a:pt x="7880982" y="0"/>
                  </a:lnTo>
                  <a:lnTo>
                    <a:pt x="7879270" y="0"/>
                  </a:lnTo>
                  <a:lnTo>
                    <a:pt x="7877559" y="0"/>
                  </a:lnTo>
                  <a:lnTo>
                    <a:pt x="7875847" y="0"/>
                  </a:lnTo>
                  <a:lnTo>
                    <a:pt x="7874136" y="0"/>
                  </a:lnTo>
                  <a:lnTo>
                    <a:pt x="7872425" y="0"/>
                  </a:lnTo>
                  <a:lnTo>
                    <a:pt x="7870713" y="0"/>
                  </a:lnTo>
                  <a:lnTo>
                    <a:pt x="7869002" y="0"/>
                  </a:lnTo>
                  <a:lnTo>
                    <a:pt x="7867290" y="0"/>
                  </a:lnTo>
                  <a:lnTo>
                    <a:pt x="7865579" y="0"/>
                  </a:lnTo>
                  <a:lnTo>
                    <a:pt x="7863868" y="0"/>
                  </a:lnTo>
                  <a:lnTo>
                    <a:pt x="7862156" y="0"/>
                  </a:lnTo>
                  <a:lnTo>
                    <a:pt x="7860445" y="0"/>
                  </a:lnTo>
                  <a:lnTo>
                    <a:pt x="7858733" y="0"/>
                  </a:lnTo>
                  <a:lnTo>
                    <a:pt x="7857022" y="0"/>
                  </a:lnTo>
                  <a:lnTo>
                    <a:pt x="7855311" y="0"/>
                  </a:lnTo>
                  <a:lnTo>
                    <a:pt x="7853599" y="0"/>
                  </a:lnTo>
                  <a:lnTo>
                    <a:pt x="7851888" y="0"/>
                  </a:lnTo>
                  <a:lnTo>
                    <a:pt x="7850176" y="0"/>
                  </a:lnTo>
                  <a:lnTo>
                    <a:pt x="7848465" y="0"/>
                  </a:lnTo>
                  <a:lnTo>
                    <a:pt x="7846754" y="0"/>
                  </a:lnTo>
                  <a:lnTo>
                    <a:pt x="7845042" y="0"/>
                  </a:lnTo>
                  <a:lnTo>
                    <a:pt x="7843331" y="0"/>
                  </a:lnTo>
                  <a:lnTo>
                    <a:pt x="7841619" y="0"/>
                  </a:lnTo>
                  <a:lnTo>
                    <a:pt x="7839908" y="0"/>
                  </a:lnTo>
                  <a:lnTo>
                    <a:pt x="7838197" y="0"/>
                  </a:lnTo>
                  <a:lnTo>
                    <a:pt x="7836485" y="0"/>
                  </a:lnTo>
                  <a:lnTo>
                    <a:pt x="7834774" y="0"/>
                  </a:lnTo>
                  <a:lnTo>
                    <a:pt x="7833062" y="0"/>
                  </a:lnTo>
                  <a:lnTo>
                    <a:pt x="7831351" y="0"/>
                  </a:lnTo>
                  <a:lnTo>
                    <a:pt x="7829640" y="0"/>
                  </a:lnTo>
                  <a:lnTo>
                    <a:pt x="7827928" y="0"/>
                  </a:lnTo>
                  <a:lnTo>
                    <a:pt x="7826217" y="0"/>
                  </a:lnTo>
                  <a:lnTo>
                    <a:pt x="7824505" y="0"/>
                  </a:lnTo>
                  <a:lnTo>
                    <a:pt x="7822794" y="0"/>
                  </a:lnTo>
                  <a:lnTo>
                    <a:pt x="7821083" y="0"/>
                  </a:lnTo>
                  <a:lnTo>
                    <a:pt x="7819371" y="0"/>
                  </a:lnTo>
                  <a:lnTo>
                    <a:pt x="7817660" y="0"/>
                  </a:lnTo>
                  <a:lnTo>
                    <a:pt x="7815948" y="0"/>
                  </a:lnTo>
                  <a:lnTo>
                    <a:pt x="7814237" y="0"/>
                  </a:lnTo>
                  <a:lnTo>
                    <a:pt x="7812526" y="0"/>
                  </a:lnTo>
                  <a:lnTo>
                    <a:pt x="7810814" y="0"/>
                  </a:lnTo>
                  <a:lnTo>
                    <a:pt x="7809103" y="0"/>
                  </a:lnTo>
                  <a:lnTo>
                    <a:pt x="7807391" y="0"/>
                  </a:lnTo>
                  <a:lnTo>
                    <a:pt x="7805680" y="0"/>
                  </a:lnTo>
                  <a:lnTo>
                    <a:pt x="7803969" y="0"/>
                  </a:lnTo>
                  <a:lnTo>
                    <a:pt x="7802257" y="0"/>
                  </a:lnTo>
                  <a:lnTo>
                    <a:pt x="7800546" y="0"/>
                  </a:lnTo>
                  <a:lnTo>
                    <a:pt x="7798835" y="0"/>
                  </a:lnTo>
                  <a:lnTo>
                    <a:pt x="7797123" y="0"/>
                  </a:lnTo>
                  <a:lnTo>
                    <a:pt x="7795412" y="0"/>
                  </a:lnTo>
                  <a:lnTo>
                    <a:pt x="7793700" y="0"/>
                  </a:lnTo>
                  <a:lnTo>
                    <a:pt x="7791989" y="0"/>
                  </a:lnTo>
                  <a:lnTo>
                    <a:pt x="7790278" y="0"/>
                  </a:lnTo>
                  <a:lnTo>
                    <a:pt x="7788566" y="0"/>
                  </a:lnTo>
                  <a:lnTo>
                    <a:pt x="7786855" y="0"/>
                  </a:lnTo>
                  <a:lnTo>
                    <a:pt x="7785143" y="0"/>
                  </a:lnTo>
                  <a:lnTo>
                    <a:pt x="7783432" y="0"/>
                  </a:lnTo>
                  <a:lnTo>
                    <a:pt x="7781721" y="0"/>
                  </a:lnTo>
                  <a:lnTo>
                    <a:pt x="7780009" y="0"/>
                  </a:lnTo>
                  <a:lnTo>
                    <a:pt x="7778298" y="0"/>
                  </a:lnTo>
                  <a:lnTo>
                    <a:pt x="7776586" y="0"/>
                  </a:lnTo>
                  <a:lnTo>
                    <a:pt x="7774875" y="0"/>
                  </a:lnTo>
                  <a:lnTo>
                    <a:pt x="7773164" y="0"/>
                  </a:lnTo>
                  <a:lnTo>
                    <a:pt x="7771452" y="0"/>
                  </a:lnTo>
                  <a:lnTo>
                    <a:pt x="7769741" y="0"/>
                  </a:lnTo>
                  <a:lnTo>
                    <a:pt x="7768029" y="0"/>
                  </a:lnTo>
                  <a:lnTo>
                    <a:pt x="7766318" y="0"/>
                  </a:lnTo>
                  <a:lnTo>
                    <a:pt x="7764607" y="0"/>
                  </a:lnTo>
                  <a:lnTo>
                    <a:pt x="7762895" y="0"/>
                  </a:lnTo>
                  <a:lnTo>
                    <a:pt x="7761184" y="0"/>
                  </a:lnTo>
                  <a:lnTo>
                    <a:pt x="7759472" y="0"/>
                  </a:lnTo>
                  <a:lnTo>
                    <a:pt x="7757761" y="0"/>
                  </a:lnTo>
                  <a:lnTo>
                    <a:pt x="7756050" y="0"/>
                  </a:lnTo>
                  <a:lnTo>
                    <a:pt x="7754338" y="0"/>
                  </a:lnTo>
                  <a:lnTo>
                    <a:pt x="7752627" y="0"/>
                  </a:lnTo>
                  <a:lnTo>
                    <a:pt x="7750915" y="0"/>
                  </a:lnTo>
                  <a:lnTo>
                    <a:pt x="7749204" y="0"/>
                  </a:lnTo>
                  <a:lnTo>
                    <a:pt x="7747493" y="0"/>
                  </a:lnTo>
                  <a:lnTo>
                    <a:pt x="7745781" y="0"/>
                  </a:lnTo>
                  <a:lnTo>
                    <a:pt x="7744070" y="0"/>
                  </a:lnTo>
                  <a:lnTo>
                    <a:pt x="7742358" y="0"/>
                  </a:lnTo>
                  <a:lnTo>
                    <a:pt x="7740647" y="0"/>
                  </a:lnTo>
                  <a:lnTo>
                    <a:pt x="7738936" y="0"/>
                  </a:lnTo>
                  <a:lnTo>
                    <a:pt x="7737224" y="0"/>
                  </a:lnTo>
                  <a:lnTo>
                    <a:pt x="7735513" y="0"/>
                  </a:lnTo>
                  <a:lnTo>
                    <a:pt x="7733801" y="0"/>
                  </a:lnTo>
                  <a:lnTo>
                    <a:pt x="7732090" y="0"/>
                  </a:lnTo>
                  <a:lnTo>
                    <a:pt x="7730379" y="0"/>
                  </a:lnTo>
                  <a:lnTo>
                    <a:pt x="7728667" y="0"/>
                  </a:lnTo>
                  <a:lnTo>
                    <a:pt x="7726956" y="0"/>
                  </a:lnTo>
                  <a:lnTo>
                    <a:pt x="7725244" y="0"/>
                  </a:lnTo>
                  <a:lnTo>
                    <a:pt x="7723533" y="0"/>
                  </a:lnTo>
                  <a:lnTo>
                    <a:pt x="7721822" y="0"/>
                  </a:lnTo>
                  <a:lnTo>
                    <a:pt x="7720110" y="0"/>
                  </a:lnTo>
                  <a:lnTo>
                    <a:pt x="7718399" y="0"/>
                  </a:lnTo>
                  <a:lnTo>
                    <a:pt x="7716687" y="0"/>
                  </a:lnTo>
                  <a:lnTo>
                    <a:pt x="7714976" y="0"/>
                  </a:lnTo>
                  <a:lnTo>
                    <a:pt x="7713265" y="0"/>
                  </a:lnTo>
                  <a:lnTo>
                    <a:pt x="7711553" y="0"/>
                  </a:lnTo>
                  <a:lnTo>
                    <a:pt x="7709842" y="0"/>
                  </a:lnTo>
                  <a:lnTo>
                    <a:pt x="7708130" y="0"/>
                  </a:lnTo>
                  <a:lnTo>
                    <a:pt x="7706419" y="0"/>
                  </a:lnTo>
                  <a:lnTo>
                    <a:pt x="7704708" y="0"/>
                  </a:lnTo>
                  <a:lnTo>
                    <a:pt x="7702996" y="0"/>
                  </a:lnTo>
                  <a:lnTo>
                    <a:pt x="7701285" y="0"/>
                  </a:lnTo>
                  <a:lnTo>
                    <a:pt x="7699573" y="0"/>
                  </a:lnTo>
                  <a:lnTo>
                    <a:pt x="7697862" y="0"/>
                  </a:lnTo>
                  <a:lnTo>
                    <a:pt x="7696151" y="0"/>
                  </a:lnTo>
                  <a:lnTo>
                    <a:pt x="7694439" y="0"/>
                  </a:lnTo>
                  <a:lnTo>
                    <a:pt x="7692728" y="0"/>
                  </a:lnTo>
                  <a:lnTo>
                    <a:pt x="7691017" y="0"/>
                  </a:lnTo>
                  <a:lnTo>
                    <a:pt x="7689305" y="0"/>
                  </a:lnTo>
                  <a:lnTo>
                    <a:pt x="7687594" y="0"/>
                  </a:lnTo>
                  <a:lnTo>
                    <a:pt x="7685882" y="0"/>
                  </a:lnTo>
                  <a:lnTo>
                    <a:pt x="7684171" y="0"/>
                  </a:lnTo>
                  <a:lnTo>
                    <a:pt x="7682460" y="0"/>
                  </a:lnTo>
                  <a:lnTo>
                    <a:pt x="7680748" y="0"/>
                  </a:lnTo>
                  <a:lnTo>
                    <a:pt x="7679037" y="0"/>
                  </a:lnTo>
                  <a:lnTo>
                    <a:pt x="7677325" y="0"/>
                  </a:lnTo>
                  <a:lnTo>
                    <a:pt x="7675614" y="0"/>
                  </a:lnTo>
                  <a:lnTo>
                    <a:pt x="7673903" y="0"/>
                  </a:lnTo>
                  <a:lnTo>
                    <a:pt x="7672191" y="0"/>
                  </a:lnTo>
                  <a:lnTo>
                    <a:pt x="7670480" y="0"/>
                  </a:lnTo>
                  <a:lnTo>
                    <a:pt x="7668768" y="0"/>
                  </a:lnTo>
                  <a:lnTo>
                    <a:pt x="7667057" y="0"/>
                  </a:lnTo>
                  <a:lnTo>
                    <a:pt x="7665346" y="0"/>
                  </a:lnTo>
                  <a:lnTo>
                    <a:pt x="7663634" y="0"/>
                  </a:lnTo>
                  <a:lnTo>
                    <a:pt x="7661923" y="0"/>
                  </a:lnTo>
                  <a:lnTo>
                    <a:pt x="7660211" y="0"/>
                  </a:lnTo>
                  <a:lnTo>
                    <a:pt x="7658500" y="0"/>
                  </a:lnTo>
                  <a:lnTo>
                    <a:pt x="7656789" y="0"/>
                  </a:lnTo>
                  <a:lnTo>
                    <a:pt x="7655077" y="0"/>
                  </a:lnTo>
                  <a:lnTo>
                    <a:pt x="7653366" y="0"/>
                  </a:lnTo>
                  <a:lnTo>
                    <a:pt x="7651654" y="0"/>
                  </a:lnTo>
                  <a:lnTo>
                    <a:pt x="7649943" y="0"/>
                  </a:lnTo>
                  <a:lnTo>
                    <a:pt x="7648232" y="0"/>
                  </a:lnTo>
                  <a:lnTo>
                    <a:pt x="7646520" y="0"/>
                  </a:lnTo>
                  <a:lnTo>
                    <a:pt x="7644809" y="0"/>
                  </a:lnTo>
                  <a:lnTo>
                    <a:pt x="7643097" y="0"/>
                  </a:lnTo>
                  <a:lnTo>
                    <a:pt x="7641386" y="0"/>
                  </a:lnTo>
                  <a:lnTo>
                    <a:pt x="7639675" y="0"/>
                  </a:lnTo>
                  <a:lnTo>
                    <a:pt x="7637963" y="0"/>
                  </a:lnTo>
                  <a:lnTo>
                    <a:pt x="7636252" y="0"/>
                  </a:lnTo>
                  <a:lnTo>
                    <a:pt x="7634540" y="0"/>
                  </a:lnTo>
                  <a:lnTo>
                    <a:pt x="7632829" y="0"/>
                  </a:lnTo>
                  <a:lnTo>
                    <a:pt x="7631118" y="0"/>
                  </a:lnTo>
                  <a:lnTo>
                    <a:pt x="7629406" y="0"/>
                  </a:lnTo>
                  <a:lnTo>
                    <a:pt x="7627695" y="0"/>
                  </a:lnTo>
                  <a:lnTo>
                    <a:pt x="7625983" y="0"/>
                  </a:lnTo>
                  <a:lnTo>
                    <a:pt x="7624272" y="0"/>
                  </a:lnTo>
                  <a:lnTo>
                    <a:pt x="7622561" y="0"/>
                  </a:lnTo>
                  <a:lnTo>
                    <a:pt x="7620849" y="0"/>
                  </a:lnTo>
                  <a:lnTo>
                    <a:pt x="7619138" y="0"/>
                  </a:lnTo>
                  <a:lnTo>
                    <a:pt x="7617426" y="0"/>
                  </a:lnTo>
                  <a:lnTo>
                    <a:pt x="7615715" y="0"/>
                  </a:lnTo>
                  <a:lnTo>
                    <a:pt x="7614004" y="0"/>
                  </a:lnTo>
                  <a:lnTo>
                    <a:pt x="7612292" y="0"/>
                  </a:lnTo>
                  <a:lnTo>
                    <a:pt x="7610581" y="0"/>
                  </a:lnTo>
                  <a:lnTo>
                    <a:pt x="7608869" y="0"/>
                  </a:lnTo>
                  <a:lnTo>
                    <a:pt x="7607158" y="0"/>
                  </a:lnTo>
                  <a:lnTo>
                    <a:pt x="7605447" y="0"/>
                  </a:lnTo>
                  <a:lnTo>
                    <a:pt x="7603735" y="0"/>
                  </a:lnTo>
                  <a:lnTo>
                    <a:pt x="7602024" y="0"/>
                  </a:lnTo>
                  <a:lnTo>
                    <a:pt x="7600312" y="0"/>
                  </a:lnTo>
                  <a:lnTo>
                    <a:pt x="7598601" y="0"/>
                  </a:lnTo>
                  <a:lnTo>
                    <a:pt x="7596890" y="0"/>
                  </a:lnTo>
                  <a:lnTo>
                    <a:pt x="7595178" y="0"/>
                  </a:lnTo>
                  <a:lnTo>
                    <a:pt x="7593467" y="0"/>
                  </a:lnTo>
                  <a:lnTo>
                    <a:pt x="7591755" y="0"/>
                  </a:lnTo>
                  <a:lnTo>
                    <a:pt x="7590044" y="0"/>
                  </a:lnTo>
                  <a:lnTo>
                    <a:pt x="7588333" y="0"/>
                  </a:lnTo>
                  <a:lnTo>
                    <a:pt x="7586621" y="0"/>
                  </a:lnTo>
                  <a:lnTo>
                    <a:pt x="7584910" y="0"/>
                  </a:lnTo>
                  <a:lnTo>
                    <a:pt x="7583199" y="0"/>
                  </a:lnTo>
                  <a:lnTo>
                    <a:pt x="7581487" y="0"/>
                  </a:lnTo>
                  <a:lnTo>
                    <a:pt x="7579776" y="0"/>
                  </a:lnTo>
                  <a:lnTo>
                    <a:pt x="7578064" y="0"/>
                  </a:lnTo>
                  <a:lnTo>
                    <a:pt x="7576353" y="0"/>
                  </a:lnTo>
                  <a:lnTo>
                    <a:pt x="7574642" y="0"/>
                  </a:lnTo>
                  <a:lnTo>
                    <a:pt x="7572930" y="0"/>
                  </a:lnTo>
                  <a:lnTo>
                    <a:pt x="7571219" y="0"/>
                  </a:lnTo>
                  <a:lnTo>
                    <a:pt x="7569507" y="0"/>
                  </a:lnTo>
                  <a:lnTo>
                    <a:pt x="7567796" y="0"/>
                  </a:lnTo>
                  <a:lnTo>
                    <a:pt x="7566085" y="0"/>
                  </a:lnTo>
                  <a:lnTo>
                    <a:pt x="7564373" y="0"/>
                  </a:lnTo>
                  <a:lnTo>
                    <a:pt x="7562662" y="0"/>
                  </a:lnTo>
                  <a:lnTo>
                    <a:pt x="7560950" y="0"/>
                  </a:lnTo>
                  <a:lnTo>
                    <a:pt x="7559239" y="0"/>
                  </a:lnTo>
                  <a:lnTo>
                    <a:pt x="7557528" y="0"/>
                  </a:lnTo>
                  <a:lnTo>
                    <a:pt x="7555816" y="0"/>
                  </a:lnTo>
                  <a:lnTo>
                    <a:pt x="7554105" y="0"/>
                  </a:lnTo>
                  <a:lnTo>
                    <a:pt x="7552393" y="0"/>
                  </a:lnTo>
                  <a:lnTo>
                    <a:pt x="7550682" y="0"/>
                  </a:lnTo>
                  <a:lnTo>
                    <a:pt x="7548971" y="0"/>
                  </a:lnTo>
                  <a:lnTo>
                    <a:pt x="7547259" y="0"/>
                  </a:lnTo>
                  <a:lnTo>
                    <a:pt x="7545548" y="0"/>
                  </a:lnTo>
                  <a:lnTo>
                    <a:pt x="7543836" y="0"/>
                  </a:lnTo>
                  <a:lnTo>
                    <a:pt x="7542125" y="0"/>
                  </a:lnTo>
                  <a:lnTo>
                    <a:pt x="7540414" y="0"/>
                  </a:lnTo>
                  <a:lnTo>
                    <a:pt x="7538702" y="0"/>
                  </a:lnTo>
                  <a:lnTo>
                    <a:pt x="7536991" y="0"/>
                  </a:lnTo>
                  <a:lnTo>
                    <a:pt x="7535279" y="0"/>
                  </a:lnTo>
                  <a:lnTo>
                    <a:pt x="7533568" y="0"/>
                  </a:lnTo>
                  <a:lnTo>
                    <a:pt x="7531857" y="0"/>
                  </a:lnTo>
                  <a:lnTo>
                    <a:pt x="7530145" y="0"/>
                  </a:lnTo>
                  <a:lnTo>
                    <a:pt x="7528434" y="0"/>
                  </a:lnTo>
                  <a:lnTo>
                    <a:pt x="7526722" y="0"/>
                  </a:lnTo>
                  <a:lnTo>
                    <a:pt x="7525011" y="0"/>
                  </a:lnTo>
                  <a:lnTo>
                    <a:pt x="7523300" y="0"/>
                  </a:lnTo>
                  <a:lnTo>
                    <a:pt x="7521588" y="0"/>
                  </a:lnTo>
                  <a:lnTo>
                    <a:pt x="7519877" y="0"/>
                  </a:lnTo>
                  <a:lnTo>
                    <a:pt x="7518165" y="0"/>
                  </a:lnTo>
                  <a:lnTo>
                    <a:pt x="7516454" y="0"/>
                  </a:lnTo>
                  <a:lnTo>
                    <a:pt x="7514743" y="0"/>
                  </a:lnTo>
                  <a:lnTo>
                    <a:pt x="7513031" y="0"/>
                  </a:lnTo>
                  <a:lnTo>
                    <a:pt x="7511320" y="0"/>
                  </a:lnTo>
                  <a:lnTo>
                    <a:pt x="7509608" y="0"/>
                  </a:lnTo>
                  <a:lnTo>
                    <a:pt x="7507897" y="0"/>
                  </a:lnTo>
                  <a:lnTo>
                    <a:pt x="7506186" y="0"/>
                  </a:lnTo>
                  <a:lnTo>
                    <a:pt x="7504474" y="0"/>
                  </a:lnTo>
                  <a:lnTo>
                    <a:pt x="7502763" y="0"/>
                  </a:lnTo>
                  <a:lnTo>
                    <a:pt x="7501051" y="0"/>
                  </a:lnTo>
                  <a:lnTo>
                    <a:pt x="7499340" y="0"/>
                  </a:lnTo>
                  <a:lnTo>
                    <a:pt x="7497629" y="0"/>
                  </a:lnTo>
                  <a:lnTo>
                    <a:pt x="7495917" y="0"/>
                  </a:lnTo>
                  <a:lnTo>
                    <a:pt x="7494206" y="0"/>
                  </a:lnTo>
                  <a:lnTo>
                    <a:pt x="7492494" y="0"/>
                  </a:lnTo>
                  <a:lnTo>
                    <a:pt x="7490783" y="0"/>
                  </a:lnTo>
                  <a:lnTo>
                    <a:pt x="7489072" y="0"/>
                  </a:lnTo>
                  <a:lnTo>
                    <a:pt x="7487360" y="0"/>
                  </a:lnTo>
                  <a:lnTo>
                    <a:pt x="7485649" y="0"/>
                  </a:lnTo>
                  <a:lnTo>
                    <a:pt x="7483938" y="0"/>
                  </a:lnTo>
                  <a:lnTo>
                    <a:pt x="7482226" y="0"/>
                  </a:lnTo>
                  <a:lnTo>
                    <a:pt x="7480515" y="0"/>
                  </a:lnTo>
                  <a:lnTo>
                    <a:pt x="7478803" y="0"/>
                  </a:lnTo>
                  <a:lnTo>
                    <a:pt x="7477092" y="0"/>
                  </a:lnTo>
                  <a:lnTo>
                    <a:pt x="7475381" y="0"/>
                  </a:lnTo>
                  <a:lnTo>
                    <a:pt x="7473669" y="0"/>
                  </a:lnTo>
                  <a:lnTo>
                    <a:pt x="7471958" y="0"/>
                  </a:lnTo>
                  <a:lnTo>
                    <a:pt x="7470246" y="0"/>
                  </a:lnTo>
                  <a:lnTo>
                    <a:pt x="7468535" y="0"/>
                  </a:lnTo>
                  <a:lnTo>
                    <a:pt x="7466824" y="0"/>
                  </a:lnTo>
                  <a:lnTo>
                    <a:pt x="7465112" y="0"/>
                  </a:lnTo>
                  <a:lnTo>
                    <a:pt x="7463401" y="0"/>
                  </a:lnTo>
                  <a:lnTo>
                    <a:pt x="7461689" y="0"/>
                  </a:lnTo>
                  <a:lnTo>
                    <a:pt x="7459978" y="0"/>
                  </a:lnTo>
                  <a:lnTo>
                    <a:pt x="7458267" y="0"/>
                  </a:lnTo>
                  <a:lnTo>
                    <a:pt x="7456555" y="0"/>
                  </a:lnTo>
                  <a:lnTo>
                    <a:pt x="7454844" y="0"/>
                  </a:lnTo>
                  <a:lnTo>
                    <a:pt x="7453132" y="0"/>
                  </a:lnTo>
                  <a:lnTo>
                    <a:pt x="7451421" y="0"/>
                  </a:lnTo>
                  <a:lnTo>
                    <a:pt x="7449710" y="0"/>
                  </a:lnTo>
                  <a:lnTo>
                    <a:pt x="7447998" y="0"/>
                  </a:lnTo>
                  <a:lnTo>
                    <a:pt x="7446287" y="0"/>
                  </a:lnTo>
                  <a:lnTo>
                    <a:pt x="7444575" y="0"/>
                  </a:lnTo>
                  <a:lnTo>
                    <a:pt x="7442864" y="0"/>
                  </a:lnTo>
                  <a:lnTo>
                    <a:pt x="7441153" y="0"/>
                  </a:lnTo>
                  <a:lnTo>
                    <a:pt x="7439441" y="0"/>
                  </a:lnTo>
                  <a:lnTo>
                    <a:pt x="7437730" y="0"/>
                  </a:lnTo>
                  <a:lnTo>
                    <a:pt x="7436018" y="0"/>
                  </a:lnTo>
                  <a:lnTo>
                    <a:pt x="7434307" y="0"/>
                  </a:lnTo>
                  <a:lnTo>
                    <a:pt x="7432596" y="0"/>
                  </a:lnTo>
                  <a:lnTo>
                    <a:pt x="7430884" y="0"/>
                  </a:lnTo>
                  <a:lnTo>
                    <a:pt x="7429173" y="0"/>
                  </a:lnTo>
                  <a:lnTo>
                    <a:pt x="7427461" y="0"/>
                  </a:lnTo>
                  <a:lnTo>
                    <a:pt x="7425750" y="0"/>
                  </a:lnTo>
                  <a:lnTo>
                    <a:pt x="7424039" y="0"/>
                  </a:lnTo>
                  <a:lnTo>
                    <a:pt x="7422327" y="0"/>
                  </a:lnTo>
                  <a:lnTo>
                    <a:pt x="7420616" y="0"/>
                  </a:lnTo>
                  <a:lnTo>
                    <a:pt x="7418904" y="0"/>
                  </a:lnTo>
                  <a:lnTo>
                    <a:pt x="7417193" y="0"/>
                  </a:lnTo>
                  <a:lnTo>
                    <a:pt x="7415482" y="0"/>
                  </a:lnTo>
                  <a:lnTo>
                    <a:pt x="7413770" y="0"/>
                  </a:lnTo>
                  <a:lnTo>
                    <a:pt x="7412059" y="0"/>
                  </a:lnTo>
                  <a:lnTo>
                    <a:pt x="7410347" y="0"/>
                  </a:lnTo>
                  <a:lnTo>
                    <a:pt x="7408636" y="0"/>
                  </a:lnTo>
                  <a:lnTo>
                    <a:pt x="7406925" y="0"/>
                  </a:lnTo>
                  <a:lnTo>
                    <a:pt x="7405213" y="0"/>
                  </a:lnTo>
                  <a:lnTo>
                    <a:pt x="7403502" y="0"/>
                  </a:lnTo>
                  <a:lnTo>
                    <a:pt x="7401790" y="0"/>
                  </a:lnTo>
                  <a:lnTo>
                    <a:pt x="7400079" y="0"/>
                  </a:lnTo>
                  <a:lnTo>
                    <a:pt x="7398368" y="0"/>
                  </a:lnTo>
                  <a:lnTo>
                    <a:pt x="7396656" y="0"/>
                  </a:lnTo>
                  <a:lnTo>
                    <a:pt x="7394945" y="0"/>
                  </a:lnTo>
                  <a:lnTo>
                    <a:pt x="7393233" y="0"/>
                  </a:lnTo>
                  <a:lnTo>
                    <a:pt x="7391522" y="0"/>
                  </a:lnTo>
                  <a:lnTo>
                    <a:pt x="7389811" y="0"/>
                  </a:lnTo>
                  <a:lnTo>
                    <a:pt x="7388099" y="0"/>
                  </a:lnTo>
                  <a:lnTo>
                    <a:pt x="7386388" y="0"/>
                  </a:lnTo>
                  <a:lnTo>
                    <a:pt x="7384676" y="0"/>
                  </a:lnTo>
                  <a:lnTo>
                    <a:pt x="7382965" y="0"/>
                  </a:lnTo>
                  <a:lnTo>
                    <a:pt x="7381254" y="0"/>
                  </a:lnTo>
                  <a:lnTo>
                    <a:pt x="7379542" y="0"/>
                  </a:lnTo>
                  <a:lnTo>
                    <a:pt x="7377831" y="0"/>
                  </a:lnTo>
                  <a:lnTo>
                    <a:pt x="7376120" y="0"/>
                  </a:lnTo>
                  <a:lnTo>
                    <a:pt x="7374408" y="0"/>
                  </a:lnTo>
                  <a:lnTo>
                    <a:pt x="7372697" y="0"/>
                  </a:lnTo>
                  <a:lnTo>
                    <a:pt x="7370985" y="0"/>
                  </a:lnTo>
                  <a:lnTo>
                    <a:pt x="7369274" y="0"/>
                  </a:lnTo>
                  <a:lnTo>
                    <a:pt x="7367563" y="0"/>
                  </a:lnTo>
                  <a:lnTo>
                    <a:pt x="7365851" y="0"/>
                  </a:lnTo>
                  <a:lnTo>
                    <a:pt x="7364140" y="0"/>
                  </a:lnTo>
                  <a:lnTo>
                    <a:pt x="7362428" y="0"/>
                  </a:lnTo>
                  <a:lnTo>
                    <a:pt x="7360717" y="0"/>
                  </a:lnTo>
                  <a:lnTo>
                    <a:pt x="7359006" y="0"/>
                  </a:lnTo>
                  <a:lnTo>
                    <a:pt x="7357294" y="0"/>
                  </a:lnTo>
                  <a:lnTo>
                    <a:pt x="7355583" y="0"/>
                  </a:lnTo>
                  <a:lnTo>
                    <a:pt x="7353871" y="0"/>
                  </a:lnTo>
                  <a:lnTo>
                    <a:pt x="7352160" y="0"/>
                  </a:lnTo>
                  <a:lnTo>
                    <a:pt x="7350449" y="0"/>
                  </a:lnTo>
                  <a:lnTo>
                    <a:pt x="7348737" y="0"/>
                  </a:lnTo>
                  <a:lnTo>
                    <a:pt x="7347026" y="0"/>
                  </a:lnTo>
                  <a:lnTo>
                    <a:pt x="7345314" y="0"/>
                  </a:lnTo>
                  <a:lnTo>
                    <a:pt x="7343603" y="0"/>
                  </a:lnTo>
                  <a:lnTo>
                    <a:pt x="7341892" y="0"/>
                  </a:lnTo>
                  <a:lnTo>
                    <a:pt x="7340180" y="0"/>
                  </a:lnTo>
                  <a:lnTo>
                    <a:pt x="7338469" y="0"/>
                  </a:lnTo>
                  <a:lnTo>
                    <a:pt x="7336757" y="0"/>
                  </a:lnTo>
                  <a:lnTo>
                    <a:pt x="7335046" y="0"/>
                  </a:lnTo>
                  <a:lnTo>
                    <a:pt x="7333335" y="0"/>
                  </a:lnTo>
                  <a:lnTo>
                    <a:pt x="7331623" y="0"/>
                  </a:lnTo>
                  <a:lnTo>
                    <a:pt x="7329912" y="0"/>
                  </a:lnTo>
                  <a:lnTo>
                    <a:pt x="7328200" y="0"/>
                  </a:lnTo>
                  <a:lnTo>
                    <a:pt x="7326489" y="0"/>
                  </a:lnTo>
                  <a:lnTo>
                    <a:pt x="7324778" y="0"/>
                  </a:lnTo>
                  <a:lnTo>
                    <a:pt x="7323066" y="0"/>
                  </a:lnTo>
                  <a:lnTo>
                    <a:pt x="7321355" y="0"/>
                  </a:lnTo>
                  <a:lnTo>
                    <a:pt x="7319643" y="0"/>
                  </a:lnTo>
                  <a:lnTo>
                    <a:pt x="7317932" y="0"/>
                  </a:lnTo>
                  <a:lnTo>
                    <a:pt x="7316221" y="0"/>
                  </a:lnTo>
                  <a:lnTo>
                    <a:pt x="7314509" y="0"/>
                  </a:lnTo>
                  <a:lnTo>
                    <a:pt x="7312798" y="0"/>
                  </a:lnTo>
                  <a:lnTo>
                    <a:pt x="7311086" y="0"/>
                  </a:lnTo>
                  <a:lnTo>
                    <a:pt x="7309375" y="0"/>
                  </a:lnTo>
                  <a:lnTo>
                    <a:pt x="7307664" y="0"/>
                  </a:lnTo>
                  <a:lnTo>
                    <a:pt x="7305952" y="0"/>
                  </a:lnTo>
                  <a:lnTo>
                    <a:pt x="7304241" y="0"/>
                  </a:lnTo>
                  <a:lnTo>
                    <a:pt x="7302529" y="0"/>
                  </a:lnTo>
                  <a:lnTo>
                    <a:pt x="7300818" y="0"/>
                  </a:lnTo>
                  <a:lnTo>
                    <a:pt x="7299107" y="0"/>
                  </a:lnTo>
                  <a:lnTo>
                    <a:pt x="7297395" y="0"/>
                  </a:lnTo>
                  <a:lnTo>
                    <a:pt x="7295684" y="0"/>
                  </a:lnTo>
                  <a:lnTo>
                    <a:pt x="7293972" y="0"/>
                  </a:lnTo>
                  <a:lnTo>
                    <a:pt x="7292261" y="0"/>
                  </a:lnTo>
                  <a:lnTo>
                    <a:pt x="7290550" y="0"/>
                  </a:lnTo>
                  <a:lnTo>
                    <a:pt x="7288838" y="0"/>
                  </a:lnTo>
                  <a:lnTo>
                    <a:pt x="7287127" y="0"/>
                  </a:lnTo>
                  <a:lnTo>
                    <a:pt x="7285415" y="0"/>
                  </a:lnTo>
                  <a:lnTo>
                    <a:pt x="7283704" y="0"/>
                  </a:lnTo>
                  <a:lnTo>
                    <a:pt x="7281993" y="0"/>
                  </a:lnTo>
                  <a:lnTo>
                    <a:pt x="7280281" y="0"/>
                  </a:lnTo>
                  <a:lnTo>
                    <a:pt x="7278570" y="0"/>
                  </a:lnTo>
                  <a:lnTo>
                    <a:pt x="7276858" y="0"/>
                  </a:lnTo>
                  <a:lnTo>
                    <a:pt x="7275147" y="0"/>
                  </a:lnTo>
                  <a:lnTo>
                    <a:pt x="7273436" y="0"/>
                  </a:lnTo>
                  <a:lnTo>
                    <a:pt x="7271724" y="0"/>
                  </a:lnTo>
                  <a:lnTo>
                    <a:pt x="7270013" y="0"/>
                  </a:lnTo>
                  <a:lnTo>
                    <a:pt x="7268302" y="0"/>
                  </a:lnTo>
                  <a:lnTo>
                    <a:pt x="7266590" y="0"/>
                  </a:lnTo>
                  <a:lnTo>
                    <a:pt x="7264879" y="0"/>
                  </a:lnTo>
                  <a:lnTo>
                    <a:pt x="7263167" y="0"/>
                  </a:lnTo>
                  <a:lnTo>
                    <a:pt x="7261456" y="0"/>
                  </a:lnTo>
                  <a:lnTo>
                    <a:pt x="7259745" y="0"/>
                  </a:lnTo>
                  <a:lnTo>
                    <a:pt x="7258033" y="0"/>
                  </a:lnTo>
                  <a:lnTo>
                    <a:pt x="7256322" y="0"/>
                  </a:lnTo>
                  <a:lnTo>
                    <a:pt x="7254610" y="0"/>
                  </a:lnTo>
                  <a:lnTo>
                    <a:pt x="7252899" y="0"/>
                  </a:lnTo>
                  <a:lnTo>
                    <a:pt x="7251188" y="0"/>
                  </a:lnTo>
                  <a:lnTo>
                    <a:pt x="7249476" y="0"/>
                  </a:lnTo>
                  <a:lnTo>
                    <a:pt x="7247765" y="0"/>
                  </a:lnTo>
                  <a:lnTo>
                    <a:pt x="7246053" y="0"/>
                  </a:lnTo>
                  <a:lnTo>
                    <a:pt x="7244342" y="0"/>
                  </a:lnTo>
                  <a:lnTo>
                    <a:pt x="7242631" y="0"/>
                  </a:lnTo>
                  <a:lnTo>
                    <a:pt x="7240919" y="0"/>
                  </a:lnTo>
                  <a:lnTo>
                    <a:pt x="7239208" y="0"/>
                  </a:lnTo>
                  <a:lnTo>
                    <a:pt x="7237496" y="0"/>
                  </a:lnTo>
                  <a:lnTo>
                    <a:pt x="7235785" y="0"/>
                  </a:lnTo>
                  <a:lnTo>
                    <a:pt x="7234074" y="0"/>
                  </a:lnTo>
                  <a:lnTo>
                    <a:pt x="7232362" y="0"/>
                  </a:lnTo>
                  <a:lnTo>
                    <a:pt x="7230651" y="0"/>
                  </a:lnTo>
                  <a:lnTo>
                    <a:pt x="7228939" y="0"/>
                  </a:lnTo>
                  <a:lnTo>
                    <a:pt x="7227228" y="0"/>
                  </a:lnTo>
                  <a:lnTo>
                    <a:pt x="7225517" y="0"/>
                  </a:lnTo>
                  <a:lnTo>
                    <a:pt x="7223805" y="0"/>
                  </a:lnTo>
                  <a:lnTo>
                    <a:pt x="7222094" y="0"/>
                  </a:lnTo>
                  <a:lnTo>
                    <a:pt x="7220382" y="0"/>
                  </a:lnTo>
                  <a:lnTo>
                    <a:pt x="7218671" y="0"/>
                  </a:lnTo>
                  <a:lnTo>
                    <a:pt x="7216960" y="0"/>
                  </a:lnTo>
                  <a:lnTo>
                    <a:pt x="7215248" y="0"/>
                  </a:lnTo>
                  <a:lnTo>
                    <a:pt x="7213537" y="0"/>
                  </a:lnTo>
                  <a:lnTo>
                    <a:pt x="7211825" y="0"/>
                  </a:lnTo>
                  <a:lnTo>
                    <a:pt x="7210114" y="0"/>
                  </a:lnTo>
                  <a:lnTo>
                    <a:pt x="7208403" y="0"/>
                  </a:lnTo>
                  <a:lnTo>
                    <a:pt x="7206691" y="0"/>
                  </a:lnTo>
                  <a:lnTo>
                    <a:pt x="7204980" y="0"/>
                  </a:lnTo>
                  <a:lnTo>
                    <a:pt x="7203268" y="0"/>
                  </a:lnTo>
                  <a:lnTo>
                    <a:pt x="7201557" y="0"/>
                  </a:lnTo>
                  <a:lnTo>
                    <a:pt x="7199846" y="0"/>
                  </a:lnTo>
                  <a:lnTo>
                    <a:pt x="7198134" y="0"/>
                  </a:lnTo>
                  <a:lnTo>
                    <a:pt x="7196423" y="0"/>
                  </a:lnTo>
                  <a:lnTo>
                    <a:pt x="7194711" y="0"/>
                  </a:lnTo>
                  <a:lnTo>
                    <a:pt x="7193000" y="0"/>
                  </a:lnTo>
                  <a:lnTo>
                    <a:pt x="7191289" y="0"/>
                  </a:lnTo>
                  <a:lnTo>
                    <a:pt x="7189577" y="0"/>
                  </a:lnTo>
                  <a:lnTo>
                    <a:pt x="7187866" y="0"/>
                  </a:lnTo>
                  <a:lnTo>
                    <a:pt x="7186154" y="0"/>
                  </a:lnTo>
                  <a:lnTo>
                    <a:pt x="7184443" y="0"/>
                  </a:lnTo>
                  <a:lnTo>
                    <a:pt x="7182732" y="0"/>
                  </a:lnTo>
                  <a:lnTo>
                    <a:pt x="7181020" y="0"/>
                  </a:lnTo>
                  <a:lnTo>
                    <a:pt x="7179309" y="0"/>
                  </a:lnTo>
                  <a:lnTo>
                    <a:pt x="7177597" y="0"/>
                  </a:lnTo>
                  <a:lnTo>
                    <a:pt x="7175886" y="0"/>
                  </a:lnTo>
                  <a:lnTo>
                    <a:pt x="7174175" y="0"/>
                  </a:lnTo>
                  <a:lnTo>
                    <a:pt x="7172463" y="0"/>
                  </a:lnTo>
                  <a:lnTo>
                    <a:pt x="7170752" y="0"/>
                  </a:lnTo>
                  <a:lnTo>
                    <a:pt x="7169040" y="0"/>
                  </a:lnTo>
                  <a:lnTo>
                    <a:pt x="7167329" y="0"/>
                  </a:lnTo>
                  <a:lnTo>
                    <a:pt x="7165618" y="0"/>
                  </a:lnTo>
                  <a:lnTo>
                    <a:pt x="7163906" y="0"/>
                  </a:lnTo>
                  <a:lnTo>
                    <a:pt x="7162195" y="0"/>
                  </a:lnTo>
                  <a:lnTo>
                    <a:pt x="7160484" y="0"/>
                  </a:lnTo>
                  <a:lnTo>
                    <a:pt x="7158772" y="0"/>
                  </a:lnTo>
                  <a:lnTo>
                    <a:pt x="7157061" y="0"/>
                  </a:lnTo>
                  <a:lnTo>
                    <a:pt x="7155349" y="0"/>
                  </a:lnTo>
                  <a:lnTo>
                    <a:pt x="7153638" y="0"/>
                  </a:lnTo>
                  <a:lnTo>
                    <a:pt x="7151927" y="0"/>
                  </a:lnTo>
                  <a:lnTo>
                    <a:pt x="7150215" y="0"/>
                  </a:lnTo>
                  <a:lnTo>
                    <a:pt x="7148504" y="0"/>
                  </a:lnTo>
                  <a:lnTo>
                    <a:pt x="7146792" y="0"/>
                  </a:lnTo>
                  <a:lnTo>
                    <a:pt x="7145081" y="0"/>
                  </a:lnTo>
                  <a:lnTo>
                    <a:pt x="7143370" y="0"/>
                  </a:lnTo>
                  <a:lnTo>
                    <a:pt x="7141658" y="0"/>
                  </a:lnTo>
                  <a:lnTo>
                    <a:pt x="7139947" y="0"/>
                  </a:lnTo>
                  <a:lnTo>
                    <a:pt x="7138235" y="0"/>
                  </a:lnTo>
                  <a:lnTo>
                    <a:pt x="7136524" y="0"/>
                  </a:lnTo>
                  <a:lnTo>
                    <a:pt x="7134813" y="0"/>
                  </a:lnTo>
                  <a:lnTo>
                    <a:pt x="7133101" y="0"/>
                  </a:lnTo>
                  <a:lnTo>
                    <a:pt x="7131390" y="0"/>
                  </a:lnTo>
                  <a:lnTo>
                    <a:pt x="7129678" y="0"/>
                  </a:lnTo>
                  <a:lnTo>
                    <a:pt x="7127967" y="0"/>
                  </a:lnTo>
                  <a:lnTo>
                    <a:pt x="7126256" y="0"/>
                  </a:lnTo>
                  <a:lnTo>
                    <a:pt x="7124544" y="0"/>
                  </a:lnTo>
                  <a:lnTo>
                    <a:pt x="7122833" y="0"/>
                  </a:lnTo>
                  <a:lnTo>
                    <a:pt x="7121121" y="0"/>
                  </a:lnTo>
                  <a:lnTo>
                    <a:pt x="7119410" y="0"/>
                  </a:lnTo>
                  <a:lnTo>
                    <a:pt x="7117699" y="0"/>
                  </a:lnTo>
                  <a:lnTo>
                    <a:pt x="7115987" y="0"/>
                  </a:lnTo>
                  <a:lnTo>
                    <a:pt x="7114276" y="0"/>
                  </a:lnTo>
                  <a:lnTo>
                    <a:pt x="7112564" y="0"/>
                  </a:lnTo>
                  <a:lnTo>
                    <a:pt x="7110853" y="0"/>
                  </a:lnTo>
                  <a:lnTo>
                    <a:pt x="7109142" y="0"/>
                  </a:lnTo>
                  <a:lnTo>
                    <a:pt x="7107430" y="0"/>
                  </a:lnTo>
                  <a:lnTo>
                    <a:pt x="7105719" y="0"/>
                  </a:lnTo>
                  <a:lnTo>
                    <a:pt x="7104007" y="0"/>
                  </a:lnTo>
                  <a:lnTo>
                    <a:pt x="7102296" y="0"/>
                  </a:lnTo>
                  <a:lnTo>
                    <a:pt x="7100585" y="0"/>
                  </a:lnTo>
                  <a:lnTo>
                    <a:pt x="7098873" y="0"/>
                  </a:lnTo>
                  <a:lnTo>
                    <a:pt x="7097162" y="0"/>
                  </a:lnTo>
                  <a:lnTo>
                    <a:pt x="7095450" y="0"/>
                  </a:lnTo>
                  <a:lnTo>
                    <a:pt x="7093739" y="0"/>
                  </a:lnTo>
                  <a:lnTo>
                    <a:pt x="7092028" y="0"/>
                  </a:lnTo>
                  <a:lnTo>
                    <a:pt x="7090316" y="0"/>
                  </a:lnTo>
                  <a:lnTo>
                    <a:pt x="7088605" y="0"/>
                  </a:lnTo>
                  <a:lnTo>
                    <a:pt x="7086893" y="0"/>
                  </a:lnTo>
                  <a:lnTo>
                    <a:pt x="7085182" y="0"/>
                  </a:lnTo>
                  <a:lnTo>
                    <a:pt x="7083471" y="0"/>
                  </a:lnTo>
                  <a:lnTo>
                    <a:pt x="7081759" y="0"/>
                  </a:lnTo>
                  <a:lnTo>
                    <a:pt x="7080048" y="0"/>
                  </a:lnTo>
                  <a:lnTo>
                    <a:pt x="7078336" y="0"/>
                  </a:lnTo>
                  <a:lnTo>
                    <a:pt x="7076625" y="0"/>
                  </a:lnTo>
                  <a:lnTo>
                    <a:pt x="7074914" y="0"/>
                  </a:lnTo>
                  <a:lnTo>
                    <a:pt x="7073202" y="0"/>
                  </a:lnTo>
                  <a:lnTo>
                    <a:pt x="7071491" y="0"/>
                  </a:lnTo>
                  <a:lnTo>
                    <a:pt x="7069779" y="0"/>
                  </a:lnTo>
                  <a:lnTo>
                    <a:pt x="7068068" y="0"/>
                  </a:lnTo>
                  <a:lnTo>
                    <a:pt x="7066357" y="0"/>
                  </a:lnTo>
                  <a:lnTo>
                    <a:pt x="7064645" y="0"/>
                  </a:lnTo>
                  <a:lnTo>
                    <a:pt x="7062934" y="0"/>
                  </a:lnTo>
                  <a:lnTo>
                    <a:pt x="7061223" y="0"/>
                  </a:lnTo>
                  <a:lnTo>
                    <a:pt x="7059511" y="0"/>
                  </a:lnTo>
                  <a:lnTo>
                    <a:pt x="7057800" y="0"/>
                  </a:lnTo>
                  <a:lnTo>
                    <a:pt x="7056088" y="0"/>
                  </a:lnTo>
                  <a:lnTo>
                    <a:pt x="7054377" y="0"/>
                  </a:lnTo>
                  <a:lnTo>
                    <a:pt x="7052666" y="0"/>
                  </a:lnTo>
                  <a:lnTo>
                    <a:pt x="7050954" y="0"/>
                  </a:lnTo>
                  <a:lnTo>
                    <a:pt x="7049243" y="0"/>
                  </a:lnTo>
                  <a:lnTo>
                    <a:pt x="7047531" y="0"/>
                  </a:lnTo>
                  <a:lnTo>
                    <a:pt x="7045820" y="0"/>
                  </a:lnTo>
                  <a:lnTo>
                    <a:pt x="7044109" y="0"/>
                  </a:lnTo>
                  <a:lnTo>
                    <a:pt x="7042397" y="0"/>
                  </a:lnTo>
                  <a:lnTo>
                    <a:pt x="7040686" y="0"/>
                  </a:lnTo>
                  <a:lnTo>
                    <a:pt x="7038974" y="0"/>
                  </a:lnTo>
                  <a:lnTo>
                    <a:pt x="7037263" y="0"/>
                  </a:lnTo>
                  <a:lnTo>
                    <a:pt x="7035552" y="0"/>
                  </a:lnTo>
                  <a:lnTo>
                    <a:pt x="7033840" y="0"/>
                  </a:lnTo>
                  <a:lnTo>
                    <a:pt x="7032129" y="0"/>
                  </a:lnTo>
                  <a:lnTo>
                    <a:pt x="7030417" y="0"/>
                  </a:lnTo>
                  <a:lnTo>
                    <a:pt x="7028706" y="0"/>
                  </a:lnTo>
                  <a:lnTo>
                    <a:pt x="7026995" y="0"/>
                  </a:lnTo>
                  <a:lnTo>
                    <a:pt x="7025283" y="0"/>
                  </a:lnTo>
                  <a:lnTo>
                    <a:pt x="7023572" y="0"/>
                  </a:lnTo>
                  <a:lnTo>
                    <a:pt x="7021860" y="0"/>
                  </a:lnTo>
                  <a:lnTo>
                    <a:pt x="7020149" y="0"/>
                  </a:lnTo>
                  <a:lnTo>
                    <a:pt x="7018438" y="0"/>
                  </a:lnTo>
                  <a:lnTo>
                    <a:pt x="7016726" y="0"/>
                  </a:lnTo>
                  <a:lnTo>
                    <a:pt x="7015015" y="0"/>
                  </a:lnTo>
                  <a:lnTo>
                    <a:pt x="7013303" y="0"/>
                  </a:lnTo>
                  <a:lnTo>
                    <a:pt x="7011592" y="0"/>
                  </a:lnTo>
                  <a:lnTo>
                    <a:pt x="7009881" y="0"/>
                  </a:lnTo>
                  <a:lnTo>
                    <a:pt x="7008169" y="0"/>
                  </a:lnTo>
                  <a:lnTo>
                    <a:pt x="7006458" y="0"/>
                  </a:lnTo>
                  <a:lnTo>
                    <a:pt x="7004746" y="0"/>
                  </a:lnTo>
                  <a:lnTo>
                    <a:pt x="7003035" y="0"/>
                  </a:lnTo>
                  <a:lnTo>
                    <a:pt x="7001324" y="0"/>
                  </a:lnTo>
                  <a:lnTo>
                    <a:pt x="6999612" y="0"/>
                  </a:lnTo>
                  <a:lnTo>
                    <a:pt x="6997901" y="0"/>
                  </a:lnTo>
                  <a:lnTo>
                    <a:pt x="6996189" y="0"/>
                  </a:lnTo>
                  <a:lnTo>
                    <a:pt x="6994478" y="0"/>
                  </a:lnTo>
                  <a:lnTo>
                    <a:pt x="6992767" y="0"/>
                  </a:lnTo>
                  <a:lnTo>
                    <a:pt x="6991055" y="0"/>
                  </a:lnTo>
                  <a:lnTo>
                    <a:pt x="6989344" y="0"/>
                  </a:lnTo>
                  <a:lnTo>
                    <a:pt x="6987632" y="0"/>
                  </a:lnTo>
                  <a:lnTo>
                    <a:pt x="6985921" y="0"/>
                  </a:lnTo>
                  <a:lnTo>
                    <a:pt x="6984210" y="0"/>
                  </a:lnTo>
                  <a:lnTo>
                    <a:pt x="6982498" y="0"/>
                  </a:lnTo>
                  <a:lnTo>
                    <a:pt x="6980787" y="0"/>
                  </a:lnTo>
                  <a:lnTo>
                    <a:pt x="6979075" y="0"/>
                  </a:lnTo>
                  <a:lnTo>
                    <a:pt x="6977364" y="0"/>
                  </a:lnTo>
                  <a:lnTo>
                    <a:pt x="6975653" y="0"/>
                  </a:lnTo>
                  <a:lnTo>
                    <a:pt x="6973941" y="0"/>
                  </a:lnTo>
                  <a:lnTo>
                    <a:pt x="6972230" y="0"/>
                  </a:lnTo>
                  <a:lnTo>
                    <a:pt x="6970518" y="0"/>
                  </a:lnTo>
                  <a:lnTo>
                    <a:pt x="6968807" y="0"/>
                  </a:lnTo>
                  <a:lnTo>
                    <a:pt x="6967096" y="0"/>
                  </a:lnTo>
                  <a:lnTo>
                    <a:pt x="6965384" y="0"/>
                  </a:lnTo>
                  <a:lnTo>
                    <a:pt x="6963673" y="0"/>
                  </a:lnTo>
                  <a:lnTo>
                    <a:pt x="6961961" y="0"/>
                  </a:lnTo>
                  <a:lnTo>
                    <a:pt x="6960250" y="0"/>
                  </a:lnTo>
                  <a:lnTo>
                    <a:pt x="6958539" y="0"/>
                  </a:lnTo>
                  <a:lnTo>
                    <a:pt x="6956827" y="0"/>
                  </a:lnTo>
                  <a:lnTo>
                    <a:pt x="6955116" y="0"/>
                  </a:lnTo>
                  <a:lnTo>
                    <a:pt x="6953405" y="0"/>
                  </a:lnTo>
                  <a:lnTo>
                    <a:pt x="6951693" y="0"/>
                  </a:lnTo>
                  <a:lnTo>
                    <a:pt x="6949982" y="0"/>
                  </a:lnTo>
                  <a:lnTo>
                    <a:pt x="6948270" y="0"/>
                  </a:lnTo>
                  <a:lnTo>
                    <a:pt x="6946559" y="0"/>
                  </a:lnTo>
                  <a:lnTo>
                    <a:pt x="6944848" y="0"/>
                  </a:lnTo>
                  <a:lnTo>
                    <a:pt x="6943136" y="0"/>
                  </a:lnTo>
                  <a:lnTo>
                    <a:pt x="6941425" y="0"/>
                  </a:lnTo>
                  <a:lnTo>
                    <a:pt x="6939713" y="0"/>
                  </a:lnTo>
                  <a:lnTo>
                    <a:pt x="6938002" y="0"/>
                  </a:lnTo>
                  <a:lnTo>
                    <a:pt x="6936291" y="0"/>
                  </a:lnTo>
                  <a:lnTo>
                    <a:pt x="6934579" y="0"/>
                  </a:lnTo>
                  <a:lnTo>
                    <a:pt x="6932868" y="0"/>
                  </a:lnTo>
                  <a:lnTo>
                    <a:pt x="6931156" y="0"/>
                  </a:lnTo>
                  <a:lnTo>
                    <a:pt x="6929445" y="0"/>
                  </a:lnTo>
                  <a:lnTo>
                    <a:pt x="6927734" y="0"/>
                  </a:lnTo>
                  <a:lnTo>
                    <a:pt x="6926022" y="0"/>
                  </a:lnTo>
                  <a:lnTo>
                    <a:pt x="6924311" y="0"/>
                  </a:lnTo>
                  <a:lnTo>
                    <a:pt x="6922599" y="0"/>
                  </a:lnTo>
                  <a:lnTo>
                    <a:pt x="6920888" y="0"/>
                  </a:lnTo>
                  <a:lnTo>
                    <a:pt x="6919177" y="0"/>
                  </a:lnTo>
                  <a:lnTo>
                    <a:pt x="6917465" y="0"/>
                  </a:lnTo>
                  <a:lnTo>
                    <a:pt x="6915754" y="0"/>
                  </a:lnTo>
                  <a:lnTo>
                    <a:pt x="6914042" y="0"/>
                  </a:lnTo>
                  <a:lnTo>
                    <a:pt x="6912331" y="0"/>
                  </a:lnTo>
                  <a:lnTo>
                    <a:pt x="6910620" y="0"/>
                  </a:lnTo>
                  <a:lnTo>
                    <a:pt x="6908908" y="0"/>
                  </a:lnTo>
                  <a:lnTo>
                    <a:pt x="6907197" y="0"/>
                  </a:lnTo>
                  <a:lnTo>
                    <a:pt x="6905485" y="0"/>
                  </a:lnTo>
                  <a:lnTo>
                    <a:pt x="6903774" y="0"/>
                  </a:lnTo>
                  <a:lnTo>
                    <a:pt x="6902063" y="0"/>
                  </a:lnTo>
                  <a:lnTo>
                    <a:pt x="6900351" y="0"/>
                  </a:lnTo>
                  <a:lnTo>
                    <a:pt x="6898640" y="0"/>
                  </a:lnTo>
                  <a:lnTo>
                    <a:pt x="6896928" y="0"/>
                  </a:lnTo>
                  <a:lnTo>
                    <a:pt x="6895217" y="0"/>
                  </a:lnTo>
                  <a:lnTo>
                    <a:pt x="6893506" y="0"/>
                  </a:lnTo>
                  <a:lnTo>
                    <a:pt x="6891794" y="0"/>
                  </a:lnTo>
                  <a:lnTo>
                    <a:pt x="6890083" y="0"/>
                  </a:lnTo>
                  <a:lnTo>
                    <a:pt x="6888371" y="0"/>
                  </a:lnTo>
                  <a:lnTo>
                    <a:pt x="6886660" y="0"/>
                  </a:lnTo>
                  <a:lnTo>
                    <a:pt x="6884949" y="0"/>
                  </a:lnTo>
                  <a:lnTo>
                    <a:pt x="6883237" y="0"/>
                  </a:lnTo>
                  <a:lnTo>
                    <a:pt x="6881526" y="0"/>
                  </a:lnTo>
                  <a:lnTo>
                    <a:pt x="6879814" y="0"/>
                  </a:lnTo>
                  <a:lnTo>
                    <a:pt x="6878103" y="0"/>
                  </a:lnTo>
                  <a:lnTo>
                    <a:pt x="6876392" y="0"/>
                  </a:lnTo>
                  <a:lnTo>
                    <a:pt x="6874680" y="0"/>
                  </a:lnTo>
                  <a:lnTo>
                    <a:pt x="6872969" y="0"/>
                  </a:lnTo>
                  <a:lnTo>
                    <a:pt x="6871257" y="0"/>
                  </a:lnTo>
                  <a:lnTo>
                    <a:pt x="6869546" y="0"/>
                  </a:lnTo>
                  <a:lnTo>
                    <a:pt x="6867835" y="0"/>
                  </a:lnTo>
                  <a:lnTo>
                    <a:pt x="6866123" y="0"/>
                  </a:lnTo>
                  <a:lnTo>
                    <a:pt x="6864412" y="0"/>
                  </a:lnTo>
                  <a:lnTo>
                    <a:pt x="6862700" y="0"/>
                  </a:lnTo>
                  <a:lnTo>
                    <a:pt x="6860989" y="0"/>
                  </a:lnTo>
                  <a:lnTo>
                    <a:pt x="6859278" y="0"/>
                  </a:lnTo>
                  <a:lnTo>
                    <a:pt x="6857566" y="0"/>
                  </a:lnTo>
                  <a:lnTo>
                    <a:pt x="6855855" y="0"/>
                  </a:lnTo>
                  <a:lnTo>
                    <a:pt x="6854143" y="0"/>
                  </a:lnTo>
                  <a:lnTo>
                    <a:pt x="6852432" y="0"/>
                  </a:lnTo>
                  <a:lnTo>
                    <a:pt x="6850721" y="0"/>
                  </a:lnTo>
                  <a:lnTo>
                    <a:pt x="6849009" y="0"/>
                  </a:lnTo>
                  <a:lnTo>
                    <a:pt x="6847298" y="0"/>
                  </a:lnTo>
                  <a:lnTo>
                    <a:pt x="6845587" y="0"/>
                  </a:lnTo>
                  <a:lnTo>
                    <a:pt x="6843875" y="0"/>
                  </a:lnTo>
                  <a:lnTo>
                    <a:pt x="6842164" y="0"/>
                  </a:lnTo>
                  <a:lnTo>
                    <a:pt x="6840452" y="0"/>
                  </a:lnTo>
                  <a:lnTo>
                    <a:pt x="6838741" y="0"/>
                  </a:lnTo>
                  <a:lnTo>
                    <a:pt x="6837030" y="0"/>
                  </a:lnTo>
                  <a:lnTo>
                    <a:pt x="6835318" y="0"/>
                  </a:lnTo>
                  <a:lnTo>
                    <a:pt x="6833607" y="0"/>
                  </a:lnTo>
                  <a:lnTo>
                    <a:pt x="6831895" y="0"/>
                  </a:lnTo>
                  <a:lnTo>
                    <a:pt x="6830184" y="0"/>
                  </a:lnTo>
                  <a:lnTo>
                    <a:pt x="6828473" y="0"/>
                  </a:lnTo>
                  <a:lnTo>
                    <a:pt x="6826761" y="0"/>
                  </a:lnTo>
                  <a:lnTo>
                    <a:pt x="6825050" y="0"/>
                  </a:lnTo>
                  <a:lnTo>
                    <a:pt x="6823338" y="0"/>
                  </a:lnTo>
                  <a:lnTo>
                    <a:pt x="6821627" y="0"/>
                  </a:lnTo>
                  <a:lnTo>
                    <a:pt x="6819916" y="0"/>
                  </a:lnTo>
                  <a:lnTo>
                    <a:pt x="6818204" y="0"/>
                  </a:lnTo>
                  <a:lnTo>
                    <a:pt x="6816493" y="0"/>
                  </a:lnTo>
                  <a:lnTo>
                    <a:pt x="6814781" y="0"/>
                  </a:lnTo>
                  <a:lnTo>
                    <a:pt x="6813070" y="0"/>
                  </a:lnTo>
                  <a:lnTo>
                    <a:pt x="6811359" y="0"/>
                  </a:lnTo>
                  <a:lnTo>
                    <a:pt x="6809647" y="0"/>
                  </a:lnTo>
                  <a:lnTo>
                    <a:pt x="6807936" y="0"/>
                  </a:lnTo>
                  <a:lnTo>
                    <a:pt x="6806224" y="0"/>
                  </a:lnTo>
                  <a:lnTo>
                    <a:pt x="6804513" y="0"/>
                  </a:lnTo>
                  <a:lnTo>
                    <a:pt x="6802802" y="0"/>
                  </a:lnTo>
                  <a:lnTo>
                    <a:pt x="6801090" y="0"/>
                  </a:lnTo>
                  <a:lnTo>
                    <a:pt x="6799379" y="0"/>
                  </a:lnTo>
                  <a:lnTo>
                    <a:pt x="6797667" y="0"/>
                  </a:lnTo>
                  <a:lnTo>
                    <a:pt x="6795956" y="0"/>
                  </a:lnTo>
                  <a:lnTo>
                    <a:pt x="6794245" y="0"/>
                  </a:lnTo>
                  <a:lnTo>
                    <a:pt x="6792533" y="0"/>
                  </a:lnTo>
                  <a:lnTo>
                    <a:pt x="6790822" y="0"/>
                  </a:lnTo>
                  <a:lnTo>
                    <a:pt x="6789110" y="0"/>
                  </a:lnTo>
                  <a:lnTo>
                    <a:pt x="6787399" y="0"/>
                  </a:lnTo>
                  <a:lnTo>
                    <a:pt x="6785688" y="0"/>
                  </a:lnTo>
                  <a:lnTo>
                    <a:pt x="6783976" y="0"/>
                  </a:lnTo>
                  <a:lnTo>
                    <a:pt x="6782265" y="0"/>
                  </a:lnTo>
                  <a:lnTo>
                    <a:pt x="6780553" y="0"/>
                  </a:lnTo>
                  <a:lnTo>
                    <a:pt x="6778842" y="0"/>
                  </a:lnTo>
                  <a:lnTo>
                    <a:pt x="6777131" y="0"/>
                  </a:lnTo>
                  <a:lnTo>
                    <a:pt x="6775419" y="0"/>
                  </a:lnTo>
                  <a:lnTo>
                    <a:pt x="6773708" y="0"/>
                  </a:lnTo>
                  <a:lnTo>
                    <a:pt x="6771996" y="0"/>
                  </a:lnTo>
                  <a:lnTo>
                    <a:pt x="6770285" y="0"/>
                  </a:lnTo>
                  <a:lnTo>
                    <a:pt x="6768574" y="0"/>
                  </a:lnTo>
                  <a:lnTo>
                    <a:pt x="6766862" y="0"/>
                  </a:lnTo>
                  <a:lnTo>
                    <a:pt x="6765151" y="0"/>
                  </a:lnTo>
                  <a:lnTo>
                    <a:pt x="6763439" y="0"/>
                  </a:lnTo>
                  <a:lnTo>
                    <a:pt x="6761728" y="0"/>
                  </a:lnTo>
                  <a:lnTo>
                    <a:pt x="6760017" y="0"/>
                  </a:lnTo>
                  <a:lnTo>
                    <a:pt x="6758305" y="0"/>
                  </a:lnTo>
                  <a:lnTo>
                    <a:pt x="6756594" y="0"/>
                  </a:lnTo>
                  <a:lnTo>
                    <a:pt x="6754882" y="0"/>
                  </a:lnTo>
                  <a:lnTo>
                    <a:pt x="6753171" y="0"/>
                  </a:lnTo>
                  <a:lnTo>
                    <a:pt x="6751460" y="0"/>
                  </a:lnTo>
                  <a:lnTo>
                    <a:pt x="6749748" y="0"/>
                  </a:lnTo>
                  <a:lnTo>
                    <a:pt x="6748037" y="0"/>
                  </a:lnTo>
                  <a:lnTo>
                    <a:pt x="6746325" y="0"/>
                  </a:lnTo>
                  <a:lnTo>
                    <a:pt x="6744614" y="0"/>
                  </a:lnTo>
                  <a:lnTo>
                    <a:pt x="6742903" y="0"/>
                  </a:lnTo>
                  <a:lnTo>
                    <a:pt x="6741191" y="0"/>
                  </a:lnTo>
                  <a:lnTo>
                    <a:pt x="6739480" y="0"/>
                  </a:lnTo>
                  <a:lnTo>
                    <a:pt x="6737769" y="0"/>
                  </a:lnTo>
                  <a:lnTo>
                    <a:pt x="6736057" y="0"/>
                  </a:lnTo>
                  <a:lnTo>
                    <a:pt x="6734346" y="0"/>
                  </a:lnTo>
                  <a:lnTo>
                    <a:pt x="6732634" y="0"/>
                  </a:lnTo>
                  <a:lnTo>
                    <a:pt x="6730923" y="0"/>
                  </a:lnTo>
                  <a:lnTo>
                    <a:pt x="6729212" y="0"/>
                  </a:lnTo>
                  <a:lnTo>
                    <a:pt x="6727500" y="0"/>
                  </a:lnTo>
                  <a:lnTo>
                    <a:pt x="6725789" y="0"/>
                  </a:lnTo>
                  <a:lnTo>
                    <a:pt x="6724077" y="0"/>
                  </a:lnTo>
                  <a:lnTo>
                    <a:pt x="6722366" y="0"/>
                  </a:lnTo>
                  <a:lnTo>
                    <a:pt x="6720655" y="0"/>
                  </a:lnTo>
                  <a:lnTo>
                    <a:pt x="6718943" y="0"/>
                  </a:lnTo>
                  <a:lnTo>
                    <a:pt x="6717232" y="0"/>
                  </a:lnTo>
                  <a:lnTo>
                    <a:pt x="6715520" y="0"/>
                  </a:lnTo>
                  <a:lnTo>
                    <a:pt x="6713809" y="0"/>
                  </a:lnTo>
                  <a:lnTo>
                    <a:pt x="6712098" y="0"/>
                  </a:lnTo>
                  <a:lnTo>
                    <a:pt x="6710386" y="0"/>
                  </a:lnTo>
                  <a:lnTo>
                    <a:pt x="6708675" y="0"/>
                  </a:lnTo>
                  <a:lnTo>
                    <a:pt x="6706963" y="0"/>
                  </a:lnTo>
                  <a:lnTo>
                    <a:pt x="6705252" y="0"/>
                  </a:lnTo>
                  <a:lnTo>
                    <a:pt x="6703541" y="0"/>
                  </a:lnTo>
                  <a:lnTo>
                    <a:pt x="6701829" y="0"/>
                  </a:lnTo>
                  <a:lnTo>
                    <a:pt x="6700118" y="0"/>
                  </a:lnTo>
                  <a:lnTo>
                    <a:pt x="6698406" y="0"/>
                  </a:lnTo>
                  <a:lnTo>
                    <a:pt x="6696695" y="0"/>
                  </a:lnTo>
                  <a:lnTo>
                    <a:pt x="6694984" y="0"/>
                  </a:lnTo>
                  <a:lnTo>
                    <a:pt x="6693272" y="0"/>
                  </a:lnTo>
                  <a:lnTo>
                    <a:pt x="6691561" y="0"/>
                  </a:lnTo>
                  <a:lnTo>
                    <a:pt x="6689849" y="0"/>
                  </a:lnTo>
                  <a:lnTo>
                    <a:pt x="6688138" y="0"/>
                  </a:lnTo>
                  <a:lnTo>
                    <a:pt x="6686427" y="0"/>
                  </a:lnTo>
                  <a:lnTo>
                    <a:pt x="6684715" y="0"/>
                  </a:lnTo>
                  <a:lnTo>
                    <a:pt x="6683004" y="0"/>
                  </a:lnTo>
                  <a:lnTo>
                    <a:pt x="6681292" y="0"/>
                  </a:lnTo>
                  <a:lnTo>
                    <a:pt x="6679581" y="0"/>
                  </a:lnTo>
                  <a:lnTo>
                    <a:pt x="6677870" y="0"/>
                  </a:lnTo>
                  <a:lnTo>
                    <a:pt x="6676158" y="0"/>
                  </a:lnTo>
                  <a:lnTo>
                    <a:pt x="6674447" y="0"/>
                  </a:lnTo>
                  <a:lnTo>
                    <a:pt x="6672735" y="0"/>
                  </a:lnTo>
                  <a:lnTo>
                    <a:pt x="6671024" y="0"/>
                  </a:lnTo>
                  <a:lnTo>
                    <a:pt x="6669313" y="0"/>
                  </a:lnTo>
                  <a:lnTo>
                    <a:pt x="6667601" y="0"/>
                  </a:lnTo>
                  <a:lnTo>
                    <a:pt x="6665890" y="0"/>
                  </a:lnTo>
                  <a:lnTo>
                    <a:pt x="6664178" y="0"/>
                  </a:lnTo>
                  <a:lnTo>
                    <a:pt x="6662467" y="0"/>
                  </a:lnTo>
                  <a:lnTo>
                    <a:pt x="6660756" y="0"/>
                  </a:lnTo>
                  <a:lnTo>
                    <a:pt x="6659044" y="0"/>
                  </a:lnTo>
                  <a:lnTo>
                    <a:pt x="6657333" y="0"/>
                  </a:lnTo>
                  <a:lnTo>
                    <a:pt x="6655621" y="0"/>
                  </a:lnTo>
                  <a:lnTo>
                    <a:pt x="6653910" y="0"/>
                  </a:lnTo>
                  <a:lnTo>
                    <a:pt x="6652199" y="0"/>
                  </a:lnTo>
                  <a:lnTo>
                    <a:pt x="6650487" y="0"/>
                  </a:lnTo>
                  <a:lnTo>
                    <a:pt x="6648776" y="0"/>
                  </a:lnTo>
                  <a:lnTo>
                    <a:pt x="6647064" y="0"/>
                  </a:lnTo>
                  <a:lnTo>
                    <a:pt x="6645353" y="0"/>
                  </a:lnTo>
                  <a:lnTo>
                    <a:pt x="6643642" y="0"/>
                  </a:lnTo>
                  <a:lnTo>
                    <a:pt x="6641930" y="0"/>
                  </a:lnTo>
                  <a:lnTo>
                    <a:pt x="6640219" y="0"/>
                  </a:lnTo>
                  <a:lnTo>
                    <a:pt x="6638508" y="0"/>
                  </a:lnTo>
                  <a:lnTo>
                    <a:pt x="6636796" y="0"/>
                  </a:lnTo>
                  <a:lnTo>
                    <a:pt x="6635085" y="0"/>
                  </a:lnTo>
                  <a:lnTo>
                    <a:pt x="6633373" y="0"/>
                  </a:lnTo>
                  <a:lnTo>
                    <a:pt x="6631662" y="0"/>
                  </a:lnTo>
                  <a:lnTo>
                    <a:pt x="6629951" y="0"/>
                  </a:lnTo>
                  <a:lnTo>
                    <a:pt x="6628239" y="0"/>
                  </a:lnTo>
                  <a:lnTo>
                    <a:pt x="6626528" y="0"/>
                  </a:lnTo>
                  <a:lnTo>
                    <a:pt x="6624816" y="0"/>
                  </a:lnTo>
                  <a:lnTo>
                    <a:pt x="6623105" y="0"/>
                  </a:lnTo>
                  <a:lnTo>
                    <a:pt x="6621394" y="0"/>
                  </a:lnTo>
                  <a:lnTo>
                    <a:pt x="6619682" y="0"/>
                  </a:lnTo>
                  <a:lnTo>
                    <a:pt x="6617971" y="0"/>
                  </a:lnTo>
                  <a:lnTo>
                    <a:pt x="6616259" y="0"/>
                  </a:lnTo>
                  <a:lnTo>
                    <a:pt x="6614548" y="0"/>
                  </a:lnTo>
                  <a:lnTo>
                    <a:pt x="6612837" y="0"/>
                  </a:lnTo>
                  <a:lnTo>
                    <a:pt x="6611125" y="0"/>
                  </a:lnTo>
                  <a:lnTo>
                    <a:pt x="6609414" y="0"/>
                  </a:lnTo>
                  <a:lnTo>
                    <a:pt x="6607702" y="0"/>
                  </a:lnTo>
                  <a:lnTo>
                    <a:pt x="6605991" y="0"/>
                  </a:lnTo>
                  <a:lnTo>
                    <a:pt x="6604280" y="0"/>
                  </a:lnTo>
                  <a:lnTo>
                    <a:pt x="6602568" y="0"/>
                  </a:lnTo>
                  <a:lnTo>
                    <a:pt x="6600857" y="0"/>
                  </a:lnTo>
                  <a:lnTo>
                    <a:pt x="6599145" y="0"/>
                  </a:lnTo>
                  <a:lnTo>
                    <a:pt x="6597434" y="0"/>
                  </a:lnTo>
                  <a:lnTo>
                    <a:pt x="6595723" y="0"/>
                  </a:lnTo>
                  <a:lnTo>
                    <a:pt x="6594011" y="0"/>
                  </a:lnTo>
                  <a:lnTo>
                    <a:pt x="6592300" y="0"/>
                  </a:lnTo>
                  <a:lnTo>
                    <a:pt x="6590588" y="0"/>
                  </a:lnTo>
                  <a:lnTo>
                    <a:pt x="6588877" y="0"/>
                  </a:lnTo>
                  <a:lnTo>
                    <a:pt x="6587166" y="0"/>
                  </a:lnTo>
                  <a:lnTo>
                    <a:pt x="6585454" y="0"/>
                  </a:lnTo>
                  <a:lnTo>
                    <a:pt x="6583743" y="0"/>
                  </a:lnTo>
                  <a:lnTo>
                    <a:pt x="6582031" y="0"/>
                  </a:lnTo>
                  <a:lnTo>
                    <a:pt x="6580320" y="0"/>
                  </a:lnTo>
                  <a:lnTo>
                    <a:pt x="6578609" y="0"/>
                  </a:lnTo>
                  <a:lnTo>
                    <a:pt x="6576897" y="0"/>
                  </a:lnTo>
                  <a:lnTo>
                    <a:pt x="6575186" y="0"/>
                  </a:lnTo>
                  <a:lnTo>
                    <a:pt x="6573474" y="0"/>
                  </a:lnTo>
                  <a:lnTo>
                    <a:pt x="6571763" y="0"/>
                  </a:lnTo>
                  <a:lnTo>
                    <a:pt x="6570052" y="0"/>
                  </a:lnTo>
                  <a:lnTo>
                    <a:pt x="6568340" y="0"/>
                  </a:lnTo>
                  <a:lnTo>
                    <a:pt x="6566629" y="0"/>
                  </a:lnTo>
                  <a:lnTo>
                    <a:pt x="6564917" y="0"/>
                  </a:lnTo>
                  <a:lnTo>
                    <a:pt x="6563206" y="0"/>
                  </a:lnTo>
                  <a:lnTo>
                    <a:pt x="6561495" y="0"/>
                  </a:lnTo>
                  <a:lnTo>
                    <a:pt x="6559783" y="0"/>
                  </a:lnTo>
                  <a:lnTo>
                    <a:pt x="6558072" y="0"/>
                  </a:lnTo>
                  <a:lnTo>
                    <a:pt x="6556360" y="0"/>
                  </a:lnTo>
                  <a:lnTo>
                    <a:pt x="6554649" y="0"/>
                  </a:lnTo>
                  <a:lnTo>
                    <a:pt x="6552938" y="0"/>
                  </a:lnTo>
                  <a:lnTo>
                    <a:pt x="6551226" y="0"/>
                  </a:lnTo>
                  <a:lnTo>
                    <a:pt x="6549515" y="0"/>
                  </a:lnTo>
                  <a:lnTo>
                    <a:pt x="6547803" y="0"/>
                  </a:lnTo>
                  <a:lnTo>
                    <a:pt x="6546092" y="0"/>
                  </a:lnTo>
                  <a:lnTo>
                    <a:pt x="6544381" y="0"/>
                  </a:lnTo>
                  <a:lnTo>
                    <a:pt x="6542669" y="0"/>
                  </a:lnTo>
                  <a:lnTo>
                    <a:pt x="6540958" y="0"/>
                  </a:lnTo>
                  <a:lnTo>
                    <a:pt x="6539246" y="0"/>
                  </a:lnTo>
                  <a:lnTo>
                    <a:pt x="6537535" y="0"/>
                  </a:lnTo>
                  <a:lnTo>
                    <a:pt x="6535824" y="0"/>
                  </a:lnTo>
                  <a:lnTo>
                    <a:pt x="6534112" y="0"/>
                  </a:lnTo>
                  <a:lnTo>
                    <a:pt x="6532401" y="0"/>
                  </a:lnTo>
                  <a:lnTo>
                    <a:pt x="6530690" y="0"/>
                  </a:lnTo>
                  <a:lnTo>
                    <a:pt x="6528978" y="0"/>
                  </a:lnTo>
                  <a:lnTo>
                    <a:pt x="6527267" y="0"/>
                  </a:lnTo>
                  <a:lnTo>
                    <a:pt x="6525555" y="0"/>
                  </a:lnTo>
                  <a:lnTo>
                    <a:pt x="6523844" y="0"/>
                  </a:lnTo>
                  <a:lnTo>
                    <a:pt x="6522133" y="0"/>
                  </a:lnTo>
                  <a:lnTo>
                    <a:pt x="6520421" y="0"/>
                  </a:lnTo>
                  <a:lnTo>
                    <a:pt x="6518710" y="0"/>
                  </a:lnTo>
                  <a:lnTo>
                    <a:pt x="6516998" y="0"/>
                  </a:lnTo>
                  <a:lnTo>
                    <a:pt x="6515287" y="0"/>
                  </a:lnTo>
                  <a:lnTo>
                    <a:pt x="6513576" y="0"/>
                  </a:lnTo>
                  <a:lnTo>
                    <a:pt x="6511864" y="0"/>
                  </a:lnTo>
                  <a:lnTo>
                    <a:pt x="6510153" y="0"/>
                  </a:lnTo>
                  <a:lnTo>
                    <a:pt x="6508441" y="0"/>
                  </a:lnTo>
                  <a:lnTo>
                    <a:pt x="6506730" y="0"/>
                  </a:lnTo>
                  <a:lnTo>
                    <a:pt x="6505019" y="0"/>
                  </a:lnTo>
                  <a:lnTo>
                    <a:pt x="6503307" y="0"/>
                  </a:lnTo>
                  <a:lnTo>
                    <a:pt x="6501596" y="0"/>
                  </a:lnTo>
                  <a:lnTo>
                    <a:pt x="6499884" y="0"/>
                  </a:lnTo>
                  <a:lnTo>
                    <a:pt x="6498173" y="0"/>
                  </a:lnTo>
                  <a:lnTo>
                    <a:pt x="6496462" y="0"/>
                  </a:lnTo>
                  <a:lnTo>
                    <a:pt x="6494750" y="0"/>
                  </a:lnTo>
                  <a:lnTo>
                    <a:pt x="6493039" y="0"/>
                  </a:lnTo>
                  <a:lnTo>
                    <a:pt x="6491327" y="0"/>
                  </a:lnTo>
                  <a:lnTo>
                    <a:pt x="6489616" y="0"/>
                  </a:lnTo>
                  <a:lnTo>
                    <a:pt x="6487905" y="0"/>
                  </a:lnTo>
                  <a:lnTo>
                    <a:pt x="6486193" y="0"/>
                  </a:lnTo>
                  <a:lnTo>
                    <a:pt x="6484482" y="0"/>
                  </a:lnTo>
                  <a:lnTo>
                    <a:pt x="6482770" y="0"/>
                  </a:lnTo>
                  <a:lnTo>
                    <a:pt x="6481059" y="0"/>
                  </a:lnTo>
                  <a:lnTo>
                    <a:pt x="6479348" y="0"/>
                  </a:lnTo>
                  <a:lnTo>
                    <a:pt x="6477636" y="0"/>
                  </a:lnTo>
                  <a:lnTo>
                    <a:pt x="6475925" y="0"/>
                  </a:lnTo>
                  <a:lnTo>
                    <a:pt x="6474213" y="0"/>
                  </a:lnTo>
                  <a:lnTo>
                    <a:pt x="6472502" y="0"/>
                  </a:lnTo>
                  <a:lnTo>
                    <a:pt x="6470791" y="0"/>
                  </a:lnTo>
                  <a:lnTo>
                    <a:pt x="6469079" y="0"/>
                  </a:lnTo>
                  <a:lnTo>
                    <a:pt x="6467368" y="0"/>
                  </a:lnTo>
                  <a:lnTo>
                    <a:pt x="6465656" y="0"/>
                  </a:lnTo>
                  <a:lnTo>
                    <a:pt x="6463945" y="0"/>
                  </a:lnTo>
                  <a:lnTo>
                    <a:pt x="6462234" y="0"/>
                  </a:lnTo>
                  <a:lnTo>
                    <a:pt x="6460522" y="0"/>
                  </a:lnTo>
                  <a:lnTo>
                    <a:pt x="6458811" y="0"/>
                  </a:lnTo>
                  <a:lnTo>
                    <a:pt x="6457099" y="0"/>
                  </a:lnTo>
                  <a:lnTo>
                    <a:pt x="6455388" y="0"/>
                  </a:lnTo>
                  <a:lnTo>
                    <a:pt x="6453677" y="0"/>
                  </a:lnTo>
                  <a:lnTo>
                    <a:pt x="6451965" y="0"/>
                  </a:lnTo>
                  <a:lnTo>
                    <a:pt x="6450254" y="0"/>
                  </a:lnTo>
                  <a:lnTo>
                    <a:pt x="6448542" y="0"/>
                  </a:lnTo>
                  <a:lnTo>
                    <a:pt x="6446831" y="0"/>
                  </a:lnTo>
                  <a:lnTo>
                    <a:pt x="6445120" y="0"/>
                  </a:lnTo>
                  <a:lnTo>
                    <a:pt x="6443408" y="0"/>
                  </a:lnTo>
                  <a:lnTo>
                    <a:pt x="6441697" y="0"/>
                  </a:lnTo>
                  <a:lnTo>
                    <a:pt x="6439985" y="0"/>
                  </a:lnTo>
                  <a:lnTo>
                    <a:pt x="6438274" y="0"/>
                  </a:lnTo>
                  <a:lnTo>
                    <a:pt x="6436563" y="0"/>
                  </a:lnTo>
                  <a:lnTo>
                    <a:pt x="6434851" y="0"/>
                  </a:lnTo>
                  <a:lnTo>
                    <a:pt x="6433140" y="0"/>
                  </a:lnTo>
                  <a:lnTo>
                    <a:pt x="6431428" y="0"/>
                  </a:lnTo>
                  <a:lnTo>
                    <a:pt x="6429717" y="0"/>
                  </a:lnTo>
                  <a:lnTo>
                    <a:pt x="6428006" y="0"/>
                  </a:lnTo>
                  <a:lnTo>
                    <a:pt x="6426294" y="0"/>
                  </a:lnTo>
                  <a:lnTo>
                    <a:pt x="6424583" y="0"/>
                  </a:lnTo>
                  <a:lnTo>
                    <a:pt x="6422872" y="0"/>
                  </a:lnTo>
                  <a:lnTo>
                    <a:pt x="6421160" y="0"/>
                  </a:lnTo>
                  <a:lnTo>
                    <a:pt x="6419449" y="0"/>
                  </a:lnTo>
                  <a:lnTo>
                    <a:pt x="6417737" y="0"/>
                  </a:lnTo>
                  <a:lnTo>
                    <a:pt x="6416026" y="0"/>
                  </a:lnTo>
                  <a:lnTo>
                    <a:pt x="6414315" y="0"/>
                  </a:lnTo>
                  <a:lnTo>
                    <a:pt x="6412603" y="0"/>
                  </a:lnTo>
                  <a:lnTo>
                    <a:pt x="6410892" y="0"/>
                  </a:lnTo>
                  <a:lnTo>
                    <a:pt x="6409180" y="0"/>
                  </a:lnTo>
                  <a:lnTo>
                    <a:pt x="6407469" y="0"/>
                  </a:lnTo>
                  <a:lnTo>
                    <a:pt x="6405758" y="0"/>
                  </a:lnTo>
                  <a:lnTo>
                    <a:pt x="6404046" y="0"/>
                  </a:lnTo>
                  <a:lnTo>
                    <a:pt x="6402335" y="0"/>
                  </a:lnTo>
                  <a:lnTo>
                    <a:pt x="6400623" y="0"/>
                  </a:lnTo>
                  <a:lnTo>
                    <a:pt x="6398912" y="0"/>
                  </a:lnTo>
                  <a:lnTo>
                    <a:pt x="6397201" y="0"/>
                  </a:lnTo>
                  <a:lnTo>
                    <a:pt x="6395489" y="0"/>
                  </a:lnTo>
                  <a:lnTo>
                    <a:pt x="6393778" y="0"/>
                  </a:lnTo>
                  <a:lnTo>
                    <a:pt x="6392066" y="0"/>
                  </a:lnTo>
                  <a:lnTo>
                    <a:pt x="6390355" y="0"/>
                  </a:lnTo>
                  <a:lnTo>
                    <a:pt x="6388644" y="0"/>
                  </a:lnTo>
                  <a:lnTo>
                    <a:pt x="6386932" y="0"/>
                  </a:lnTo>
                  <a:lnTo>
                    <a:pt x="6385221" y="0"/>
                  </a:lnTo>
                  <a:lnTo>
                    <a:pt x="6383509" y="0"/>
                  </a:lnTo>
                  <a:lnTo>
                    <a:pt x="6381798" y="0"/>
                  </a:lnTo>
                  <a:lnTo>
                    <a:pt x="6380087" y="0"/>
                  </a:lnTo>
                  <a:lnTo>
                    <a:pt x="6378375" y="0"/>
                  </a:lnTo>
                  <a:lnTo>
                    <a:pt x="6376664" y="0"/>
                  </a:lnTo>
                  <a:lnTo>
                    <a:pt x="6374952" y="0"/>
                  </a:lnTo>
                  <a:lnTo>
                    <a:pt x="6373241" y="0"/>
                  </a:lnTo>
                  <a:lnTo>
                    <a:pt x="6371530" y="0"/>
                  </a:lnTo>
                  <a:lnTo>
                    <a:pt x="6369818" y="0"/>
                  </a:lnTo>
                  <a:lnTo>
                    <a:pt x="6368107" y="0"/>
                  </a:lnTo>
                  <a:lnTo>
                    <a:pt x="6366395" y="0"/>
                  </a:lnTo>
                  <a:lnTo>
                    <a:pt x="6364684" y="0"/>
                  </a:lnTo>
                  <a:lnTo>
                    <a:pt x="6362973" y="0"/>
                  </a:lnTo>
                  <a:lnTo>
                    <a:pt x="6361261" y="0"/>
                  </a:lnTo>
                  <a:lnTo>
                    <a:pt x="6359550" y="0"/>
                  </a:lnTo>
                  <a:lnTo>
                    <a:pt x="6357838" y="0"/>
                  </a:lnTo>
                  <a:lnTo>
                    <a:pt x="6356127" y="0"/>
                  </a:lnTo>
                  <a:lnTo>
                    <a:pt x="6354416" y="0"/>
                  </a:lnTo>
                  <a:lnTo>
                    <a:pt x="6352704" y="0"/>
                  </a:lnTo>
                  <a:lnTo>
                    <a:pt x="6350993" y="0"/>
                  </a:lnTo>
                  <a:lnTo>
                    <a:pt x="6349281" y="0"/>
                  </a:lnTo>
                  <a:lnTo>
                    <a:pt x="6347570" y="0"/>
                  </a:lnTo>
                  <a:lnTo>
                    <a:pt x="6345859" y="0"/>
                  </a:lnTo>
                  <a:lnTo>
                    <a:pt x="6344147" y="0"/>
                  </a:lnTo>
                  <a:lnTo>
                    <a:pt x="6342436" y="0"/>
                  </a:lnTo>
                  <a:lnTo>
                    <a:pt x="6340724" y="0"/>
                  </a:lnTo>
                  <a:lnTo>
                    <a:pt x="6339013" y="0"/>
                  </a:lnTo>
                  <a:lnTo>
                    <a:pt x="6337302" y="0"/>
                  </a:lnTo>
                  <a:lnTo>
                    <a:pt x="6335590" y="0"/>
                  </a:lnTo>
                  <a:lnTo>
                    <a:pt x="6333879" y="0"/>
                  </a:lnTo>
                  <a:lnTo>
                    <a:pt x="6332167" y="0"/>
                  </a:lnTo>
                  <a:lnTo>
                    <a:pt x="6330456" y="0"/>
                  </a:lnTo>
                  <a:lnTo>
                    <a:pt x="6328745" y="0"/>
                  </a:lnTo>
                  <a:lnTo>
                    <a:pt x="6327033" y="0"/>
                  </a:lnTo>
                  <a:lnTo>
                    <a:pt x="6325322" y="0"/>
                  </a:lnTo>
                  <a:lnTo>
                    <a:pt x="6323611" y="0"/>
                  </a:lnTo>
                  <a:lnTo>
                    <a:pt x="6321899" y="0"/>
                  </a:lnTo>
                  <a:lnTo>
                    <a:pt x="6320188" y="0"/>
                  </a:lnTo>
                  <a:lnTo>
                    <a:pt x="6318476" y="0"/>
                  </a:lnTo>
                  <a:lnTo>
                    <a:pt x="6316765" y="0"/>
                  </a:lnTo>
                  <a:lnTo>
                    <a:pt x="6315054" y="0"/>
                  </a:lnTo>
                  <a:lnTo>
                    <a:pt x="6313342" y="0"/>
                  </a:lnTo>
                  <a:lnTo>
                    <a:pt x="6311631" y="0"/>
                  </a:lnTo>
                  <a:lnTo>
                    <a:pt x="6309919" y="0"/>
                  </a:lnTo>
                  <a:lnTo>
                    <a:pt x="6308208" y="0"/>
                  </a:lnTo>
                  <a:lnTo>
                    <a:pt x="6306497" y="0"/>
                  </a:lnTo>
                  <a:lnTo>
                    <a:pt x="6304785" y="0"/>
                  </a:lnTo>
                  <a:lnTo>
                    <a:pt x="6303074" y="0"/>
                  </a:lnTo>
                  <a:lnTo>
                    <a:pt x="6301362" y="0"/>
                  </a:lnTo>
                  <a:lnTo>
                    <a:pt x="6299651" y="0"/>
                  </a:lnTo>
                  <a:lnTo>
                    <a:pt x="6297940" y="0"/>
                  </a:lnTo>
                  <a:lnTo>
                    <a:pt x="6296228" y="0"/>
                  </a:lnTo>
                  <a:lnTo>
                    <a:pt x="6294517" y="0"/>
                  </a:lnTo>
                  <a:lnTo>
                    <a:pt x="6292805" y="0"/>
                  </a:lnTo>
                  <a:lnTo>
                    <a:pt x="6291094" y="0"/>
                  </a:lnTo>
                  <a:lnTo>
                    <a:pt x="6289383" y="0"/>
                  </a:lnTo>
                  <a:lnTo>
                    <a:pt x="6287671" y="0"/>
                  </a:lnTo>
                  <a:lnTo>
                    <a:pt x="6285960" y="0"/>
                  </a:lnTo>
                  <a:lnTo>
                    <a:pt x="6284248" y="0"/>
                  </a:lnTo>
                  <a:lnTo>
                    <a:pt x="6282537" y="0"/>
                  </a:lnTo>
                  <a:lnTo>
                    <a:pt x="6280826" y="0"/>
                  </a:lnTo>
                  <a:lnTo>
                    <a:pt x="6279114" y="0"/>
                  </a:lnTo>
                  <a:lnTo>
                    <a:pt x="6277403" y="0"/>
                  </a:lnTo>
                  <a:lnTo>
                    <a:pt x="6275691" y="0"/>
                  </a:lnTo>
                  <a:lnTo>
                    <a:pt x="6273980" y="0"/>
                  </a:lnTo>
                  <a:lnTo>
                    <a:pt x="6272269" y="0"/>
                  </a:lnTo>
                  <a:lnTo>
                    <a:pt x="6270557" y="0"/>
                  </a:lnTo>
                  <a:lnTo>
                    <a:pt x="6268846" y="0"/>
                  </a:lnTo>
                  <a:lnTo>
                    <a:pt x="6267134" y="0"/>
                  </a:lnTo>
                  <a:lnTo>
                    <a:pt x="6265423" y="0"/>
                  </a:lnTo>
                  <a:lnTo>
                    <a:pt x="6263712" y="0"/>
                  </a:lnTo>
                  <a:lnTo>
                    <a:pt x="6262000" y="0"/>
                  </a:lnTo>
                  <a:lnTo>
                    <a:pt x="6260289" y="0"/>
                  </a:lnTo>
                  <a:lnTo>
                    <a:pt x="6258577" y="0"/>
                  </a:lnTo>
                  <a:lnTo>
                    <a:pt x="6256866" y="0"/>
                  </a:lnTo>
                  <a:lnTo>
                    <a:pt x="6255155" y="0"/>
                  </a:lnTo>
                  <a:lnTo>
                    <a:pt x="6253443" y="0"/>
                  </a:lnTo>
                  <a:lnTo>
                    <a:pt x="6251732" y="0"/>
                  </a:lnTo>
                  <a:lnTo>
                    <a:pt x="6250020" y="0"/>
                  </a:lnTo>
                  <a:lnTo>
                    <a:pt x="6248309" y="0"/>
                  </a:lnTo>
                  <a:lnTo>
                    <a:pt x="6246598" y="0"/>
                  </a:lnTo>
                  <a:lnTo>
                    <a:pt x="6244886" y="0"/>
                  </a:lnTo>
                  <a:lnTo>
                    <a:pt x="6243175" y="0"/>
                  </a:lnTo>
                  <a:lnTo>
                    <a:pt x="6241463" y="0"/>
                  </a:lnTo>
                  <a:lnTo>
                    <a:pt x="6239752" y="0"/>
                  </a:lnTo>
                  <a:lnTo>
                    <a:pt x="6238041" y="0"/>
                  </a:lnTo>
                  <a:lnTo>
                    <a:pt x="6236329" y="0"/>
                  </a:lnTo>
                  <a:lnTo>
                    <a:pt x="6234618" y="0"/>
                  </a:lnTo>
                  <a:lnTo>
                    <a:pt x="6232906" y="0"/>
                  </a:lnTo>
                  <a:lnTo>
                    <a:pt x="6231195" y="0"/>
                  </a:lnTo>
                  <a:lnTo>
                    <a:pt x="6229484" y="0"/>
                  </a:lnTo>
                  <a:lnTo>
                    <a:pt x="6227772" y="0"/>
                  </a:lnTo>
                  <a:lnTo>
                    <a:pt x="6226061" y="0"/>
                  </a:lnTo>
                  <a:lnTo>
                    <a:pt x="6224349" y="0"/>
                  </a:lnTo>
                  <a:lnTo>
                    <a:pt x="6222638" y="0"/>
                  </a:lnTo>
                  <a:lnTo>
                    <a:pt x="6220927" y="0"/>
                  </a:lnTo>
                  <a:lnTo>
                    <a:pt x="6219215" y="0"/>
                  </a:lnTo>
                  <a:lnTo>
                    <a:pt x="6217504" y="0"/>
                  </a:lnTo>
                  <a:lnTo>
                    <a:pt x="6215793" y="0"/>
                  </a:lnTo>
                  <a:lnTo>
                    <a:pt x="6214081" y="0"/>
                  </a:lnTo>
                  <a:lnTo>
                    <a:pt x="6212370" y="0"/>
                  </a:lnTo>
                  <a:lnTo>
                    <a:pt x="6210658" y="0"/>
                  </a:lnTo>
                  <a:lnTo>
                    <a:pt x="6208947" y="0"/>
                  </a:lnTo>
                  <a:lnTo>
                    <a:pt x="6207236" y="0"/>
                  </a:lnTo>
                  <a:lnTo>
                    <a:pt x="6205524" y="0"/>
                  </a:lnTo>
                  <a:lnTo>
                    <a:pt x="6203813" y="0"/>
                  </a:lnTo>
                  <a:lnTo>
                    <a:pt x="6202101" y="0"/>
                  </a:lnTo>
                  <a:lnTo>
                    <a:pt x="6200390" y="0"/>
                  </a:lnTo>
                  <a:lnTo>
                    <a:pt x="6198679" y="0"/>
                  </a:lnTo>
                  <a:lnTo>
                    <a:pt x="6196967" y="0"/>
                  </a:lnTo>
                  <a:lnTo>
                    <a:pt x="6195256" y="0"/>
                  </a:lnTo>
                  <a:lnTo>
                    <a:pt x="6193544" y="0"/>
                  </a:lnTo>
                  <a:lnTo>
                    <a:pt x="6191833" y="0"/>
                  </a:lnTo>
                  <a:lnTo>
                    <a:pt x="6190122" y="0"/>
                  </a:lnTo>
                  <a:lnTo>
                    <a:pt x="6188410" y="0"/>
                  </a:lnTo>
                  <a:lnTo>
                    <a:pt x="6186699" y="0"/>
                  </a:lnTo>
                  <a:lnTo>
                    <a:pt x="6184987" y="0"/>
                  </a:lnTo>
                  <a:lnTo>
                    <a:pt x="6183276" y="0"/>
                  </a:lnTo>
                  <a:lnTo>
                    <a:pt x="6181565" y="0"/>
                  </a:lnTo>
                  <a:lnTo>
                    <a:pt x="6179853" y="0"/>
                  </a:lnTo>
                  <a:lnTo>
                    <a:pt x="6178142" y="0"/>
                  </a:lnTo>
                  <a:lnTo>
                    <a:pt x="6176430" y="0"/>
                  </a:lnTo>
                  <a:lnTo>
                    <a:pt x="6174719" y="0"/>
                  </a:lnTo>
                  <a:lnTo>
                    <a:pt x="6173008" y="0"/>
                  </a:lnTo>
                  <a:lnTo>
                    <a:pt x="6171296" y="0"/>
                  </a:lnTo>
                  <a:lnTo>
                    <a:pt x="6169585" y="0"/>
                  </a:lnTo>
                  <a:lnTo>
                    <a:pt x="6167873" y="0"/>
                  </a:lnTo>
                  <a:lnTo>
                    <a:pt x="6166162" y="0"/>
                  </a:lnTo>
                  <a:lnTo>
                    <a:pt x="6164451" y="0"/>
                  </a:lnTo>
                  <a:lnTo>
                    <a:pt x="6162739" y="0"/>
                  </a:lnTo>
                  <a:lnTo>
                    <a:pt x="6161028" y="0"/>
                  </a:lnTo>
                  <a:lnTo>
                    <a:pt x="6159316" y="0"/>
                  </a:lnTo>
                  <a:lnTo>
                    <a:pt x="6157605" y="0"/>
                  </a:lnTo>
                  <a:lnTo>
                    <a:pt x="6155894" y="0"/>
                  </a:lnTo>
                  <a:lnTo>
                    <a:pt x="6154182" y="0"/>
                  </a:lnTo>
                  <a:lnTo>
                    <a:pt x="6152471" y="0"/>
                  </a:lnTo>
                  <a:lnTo>
                    <a:pt x="6150759" y="0"/>
                  </a:lnTo>
                  <a:lnTo>
                    <a:pt x="6149048" y="0"/>
                  </a:lnTo>
                  <a:lnTo>
                    <a:pt x="6147337" y="0"/>
                  </a:lnTo>
                  <a:lnTo>
                    <a:pt x="6145625" y="0"/>
                  </a:lnTo>
                  <a:lnTo>
                    <a:pt x="6143914" y="0"/>
                  </a:lnTo>
                  <a:lnTo>
                    <a:pt x="6142202" y="0"/>
                  </a:lnTo>
                  <a:lnTo>
                    <a:pt x="6140491" y="0"/>
                  </a:lnTo>
                  <a:lnTo>
                    <a:pt x="6138780" y="0"/>
                  </a:lnTo>
                  <a:lnTo>
                    <a:pt x="6137068" y="0"/>
                  </a:lnTo>
                  <a:lnTo>
                    <a:pt x="6135357" y="0"/>
                  </a:lnTo>
                  <a:lnTo>
                    <a:pt x="6133645" y="0"/>
                  </a:lnTo>
                  <a:lnTo>
                    <a:pt x="6131934" y="0"/>
                  </a:lnTo>
                  <a:lnTo>
                    <a:pt x="6130223" y="0"/>
                  </a:lnTo>
                  <a:lnTo>
                    <a:pt x="6128511" y="0"/>
                  </a:lnTo>
                  <a:lnTo>
                    <a:pt x="6126800" y="0"/>
                  </a:lnTo>
                  <a:lnTo>
                    <a:pt x="6125088" y="0"/>
                  </a:lnTo>
                  <a:lnTo>
                    <a:pt x="6123377" y="0"/>
                  </a:lnTo>
                  <a:lnTo>
                    <a:pt x="6121666" y="0"/>
                  </a:lnTo>
                  <a:lnTo>
                    <a:pt x="6119954" y="0"/>
                  </a:lnTo>
                  <a:lnTo>
                    <a:pt x="6118243" y="0"/>
                  </a:lnTo>
                  <a:lnTo>
                    <a:pt x="6116531" y="0"/>
                  </a:lnTo>
                  <a:lnTo>
                    <a:pt x="6114820" y="0"/>
                  </a:lnTo>
                  <a:lnTo>
                    <a:pt x="6113109" y="0"/>
                  </a:lnTo>
                  <a:lnTo>
                    <a:pt x="6111397" y="0"/>
                  </a:lnTo>
                  <a:lnTo>
                    <a:pt x="6109686" y="0"/>
                  </a:lnTo>
                  <a:lnTo>
                    <a:pt x="6107975" y="0"/>
                  </a:lnTo>
                  <a:lnTo>
                    <a:pt x="6106263" y="0"/>
                  </a:lnTo>
                  <a:lnTo>
                    <a:pt x="6104552" y="0"/>
                  </a:lnTo>
                  <a:lnTo>
                    <a:pt x="6102840" y="0"/>
                  </a:lnTo>
                  <a:lnTo>
                    <a:pt x="6101129" y="0"/>
                  </a:lnTo>
                  <a:lnTo>
                    <a:pt x="6099418" y="0"/>
                  </a:lnTo>
                  <a:lnTo>
                    <a:pt x="6097706" y="0"/>
                  </a:lnTo>
                  <a:lnTo>
                    <a:pt x="6095995" y="0"/>
                  </a:lnTo>
                  <a:lnTo>
                    <a:pt x="6094283" y="0"/>
                  </a:lnTo>
                  <a:lnTo>
                    <a:pt x="6092572" y="0"/>
                  </a:lnTo>
                  <a:lnTo>
                    <a:pt x="6090861" y="0"/>
                  </a:lnTo>
                  <a:lnTo>
                    <a:pt x="6089149" y="0"/>
                  </a:lnTo>
                  <a:lnTo>
                    <a:pt x="6087438" y="0"/>
                  </a:lnTo>
                  <a:lnTo>
                    <a:pt x="6085726" y="0"/>
                  </a:lnTo>
                  <a:lnTo>
                    <a:pt x="6084015" y="0"/>
                  </a:lnTo>
                  <a:lnTo>
                    <a:pt x="6082304" y="0"/>
                  </a:lnTo>
                  <a:lnTo>
                    <a:pt x="6080592" y="0"/>
                  </a:lnTo>
                  <a:lnTo>
                    <a:pt x="6078881" y="0"/>
                  </a:lnTo>
                  <a:lnTo>
                    <a:pt x="6077169" y="0"/>
                  </a:lnTo>
                  <a:lnTo>
                    <a:pt x="6075458" y="0"/>
                  </a:lnTo>
                  <a:lnTo>
                    <a:pt x="6073747" y="0"/>
                  </a:lnTo>
                  <a:lnTo>
                    <a:pt x="6072035" y="0"/>
                  </a:lnTo>
                  <a:lnTo>
                    <a:pt x="6070324" y="0"/>
                  </a:lnTo>
                  <a:lnTo>
                    <a:pt x="6068612" y="0"/>
                  </a:lnTo>
                  <a:lnTo>
                    <a:pt x="6066901" y="0"/>
                  </a:lnTo>
                  <a:lnTo>
                    <a:pt x="6065190" y="0"/>
                  </a:lnTo>
                  <a:lnTo>
                    <a:pt x="6063478" y="0"/>
                  </a:lnTo>
                  <a:lnTo>
                    <a:pt x="6061767" y="0"/>
                  </a:lnTo>
                  <a:lnTo>
                    <a:pt x="6060055" y="0"/>
                  </a:lnTo>
                  <a:lnTo>
                    <a:pt x="6058344" y="0"/>
                  </a:lnTo>
                  <a:lnTo>
                    <a:pt x="6056633" y="0"/>
                  </a:lnTo>
                  <a:lnTo>
                    <a:pt x="6054921" y="0"/>
                  </a:lnTo>
                  <a:lnTo>
                    <a:pt x="6053210" y="0"/>
                  </a:lnTo>
                  <a:lnTo>
                    <a:pt x="6051498" y="0"/>
                  </a:lnTo>
                  <a:lnTo>
                    <a:pt x="6049787" y="0"/>
                  </a:lnTo>
                  <a:lnTo>
                    <a:pt x="6048076" y="0"/>
                  </a:lnTo>
                  <a:lnTo>
                    <a:pt x="6046364" y="0"/>
                  </a:lnTo>
                  <a:lnTo>
                    <a:pt x="6044653" y="0"/>
                  </a:lnTo>
                  <a:lnTo>
                    <a:pt x="6042941" y="0"/>
                  </a:lnTo>
                  <a:lnTo>
                    <a:pt x="6041230" y="0"/>
                  </a:lnTo>
                  <a:lnTo>
                    <a:pt x="6039519" y="0"/>
                  </a:lnTo>
                  <a:lnTo>
                    <a:pt x="6037807" y="0"/>
                  </a:lnTo>
                  <a:lnTo>
                    <a:pt x="6036096" y="0"/>
                  </a:lnTo>
                  <a:lnTo>
                    <a:pt x="6034384" y="0"/>
                  </a:lnTo>
                  <a:lnTo>
                    <a:pt x="6032673" y="0"/>
                  </a:lnTo>
                  <a:lnTo>
                    <a:pt x="6030962" y="0"/>
                  </a:lnTo>
                  <a:lnTo>
                    <a:pt x="6029250" y="0"/>
                  </a:lnTo>
                  <a:lnTo>
                    <a:pt x="6027539" y="0"/>
                  </a:lnTo>
                  <a:lnTo>
                    <a:pt x="6025827" y="0"/>
                  </a:lnTo>
                  <a:lnTo>
                    <a:pt x="6024116" y="0"/>
                  </a:lnTo>
                  <a:lnTo>
                    <a:pt x="6022405" y="0"/>
                  </a:lnTo>
                  <a:lnTo>
                    <a:pt x="6020693" y="0"/>
                  </a:lnTo>
                  <a:lnTo>
                    <a:pt x="6018982" y="0"/>
                  </a:lnTo>
                  <a:lnTo>
                    <a:pt x="6017270" y="0"/>
                  </a:lnTo>
                  <a:lnTo>
                    <a:pt x="6015559" y="0"/>
                  </a:lnTo>
                  <a:lnTo>
                    <a:pt x="6013848" y="0"/>
                  </a:lnTo>
                  <a:lnTo>
                    <a:pt x="6012136" y="0"/>
                  </a:lnTo>
                  <a:lnTo>
                    <a:pt x="6010425" y="0"/>
                  </a:lnTo>
                  <a:lnTo>
                    <a:pt x="6008713" y="0"/>
                  </a:lnTo>
                  <a:lnTo>
                    <a:pt x="6007002" y="0"/>
                  </a:lnTo>
                  <a:lnTo>
                    <a:pt x="6005291" y="0"/>
                  </a:lnTo>
                  <a:lnTo>
                    <a:pt x="6003579" y="0"/>
                  </a:lnTo>
                  <a:lnTo>
                    <a:pt x="6001868" y="0"/>
                  </a:lnTo>
                  <a:lnTo>
                    <a:pt x="6000157" y="0"/>
                  </a:lnTo>
                  <a:lnTo>
                    <a:pt x="5998445" y="0"/>
                  </a:lnTo>
                  <a:lnTo>
                    <a:pt x="5996734" y="0"/>
                  </a:lnTo>
                  <a:lnTo>
                    <a:pt x="5995022" y="0"/>
                  </a:lnTo>
                  <a:lnTo>
                    <a:pt x="5993311" y="0"/>
                  </a:lnTo>
                  <a:lnTo>
                    <a:pt x="5991600" y="0"/>
                  </a:lnTo>
                  <a:lnTo>
                    <a:pt x="5989888" y="0"/>
                  </a:lnTo>
                  <a:lnTo>
                    <a:pt x="5988177" y="0"/>
                  </a:lnTo>
                  <a:lnTo>
                    <a:pt x="5986465" y="0"/>
                  </a:lnTo>
                  <a:lnTo>
                    <a:pt x="5984754" y="0"/>
                  </a:lnTo>
                  <a:lnTo>
                    <a:pt x="5983043" y="0"/>
                  </a:lnTo>
                  <a:lnTo>
                    <a:pt x="5981331" y="0"/>
                  </a:lnTo>
                  <a:lnTo>
                    <a:pt x="5979620" y="0"/>
                  </a:lnTo>
                  <a:lnTo>
                    <a:pt x="5977908" y="0"/>
                  </a:lnTo>
                  <a:lnTo>
                    <a:pt x="5976197" y="0"/>
                  </a:lnTo>
                  <a:lnTo>
                    <a:pt x="5974486" y="0"/>
                  </a:lnTo>
                  <a:lnTo>
                    <a:pt x="5972774" y="0"/>
                  </a:lnTo>
                  <a:lnTo>
                    <a:pt x="5971063" y="0"/>
                  </a:lnTo>
                  <a:lnTo>
                    <a:pt x="5969351" y="0"/>
                  </a:lnTo>
                  <a:lnTo>
                    <a:pt x="5967640" y="0"/>
                  </a:lnTo>
                  <a:lnTo>
                    <a:pt x="5965929" y="0"/>
                  </a:lnTo>
                  <a:lnTo>
                    <a:pt x="5964217" y="0"/>
                  </a:lnTo>
                  <a:lnTo>
                    <a:pt x="5962506" y="0"/>
                  </a:lnTo>
                  <a:lnTo>
                    <a:pt x="5960794" y="0"/>
                  </a:lnTo>
                  <a:lnTo>
                    <a:pt x="5959083" y="0"/>
                  </a:lnTo>
                  <a:lnTo>
                    <a:pt x="5957372" y="0"/>
                  </a:lnTo>
                  <a:lnTo>
                    <a:pt x="5955660" y="0"/>
                  </a:lnTo>
                  <a:lnTo>
                    <a:pt x="5953949" y="0"/>
                  </a:lnTo>
                  <a:lnTo>
                    <a:pt x="5952237" y="0"/>
                  </a:lnTo>
                  <a:lnTo>
                    <a:pt x="5950526" y="0"/>
                  </a:lnTo>
                  <a:lnTo>
                    <a:pt x="5948815" y="0"/>
                  </a:lnTo>
                  <a:lnTo>
                    <a:pt x="5947103" y="0"/>
                  </a:lnTo>
                  <a:lnTo>
                    <a:pt x="5945392" y="0"/>
                  </a:lnTo>
                  <a:lnTo>
                    <a:pt x="5943680" y="0"/>
                  </a:lnTo>
                  <a:lnTo>
                    <a:pt x="5941969" y="0"/>
                  </a:lnTo>
                  <a:lnTo>
                    <a:pt x="5940258" y="0"/>
                  </a:lnTo>
                  <a:lnTo>
                    <a:pt x="5938546" y="0"/>
                  </a:lnTo>
                  <a:lnTo>
                    <a:pt x="5936835" y="0"/>
                  </a:lnTo>
                  <a:lnTo>
                    <a:pt x="5935123" y="0"/>
                  </a:lnTo>
                  <a:lnTo>
                    <a:pt x="5933412" y="0"/>
                  </a:lnTo>
                  <a:lnTo>
                    <a:pt x="5931701" y="0"/>
                  </a:lnTo>
                  <a:lnTo>
                    <a:pt x="5929989" y="0"/>
                  </a:lnTo>
                  <a:lnTo>
                    <a:pt x="5928278" y="0"/>
                  </a:lnTo>
                  <a:lnTo>
                    <a:pt x="5926566" y="0"/>
                  </a:lnTo>
                  <a:lnTo>
                    <a:pt x="5924855" y="0"/>
                  </a:lnTo>
                  <a:lnTo>
                    <a:pt x="5923144" y="0"/>
                  </a:lnTo>
                  <a:lnTo>
                    <a:pt x="5921432" y="0"/>
                  </a:lnTo>
                  <a:lnTo>
                    <a:pt x="5919721" y="0"/>
                  </a:lnTo>
                  <a:lnTo>
                    <a:pt x="5918009" y="0"/>
                  </a:lnTo>
                  <a:lnTo>
                    <a:pt x="5916298" y="0"/>
                  </a:lnTo>
                  <a:lnTo>
                    <a:pt x="5914587" y="0"/>
                  </a:lnTo>
                  <a:lnTo>
                    <a:pt x="5912875" y="0"/>
                  </a:lnTo>
                  <a:lnTo>
                    <a:pt x="5911164" y="0"/>
                  </a:lnTo>
                  <a:lnTo>
                    <a:pt x="5909452" y="0"/>
                  </a:lnTo>
                  <a:lnTo>
                    <a:pt x="5907741" y="0"/>
                  </a:lnTo>
                  <a:lnTo>
                    <a:pt x="5906030" y="0"/>
                  </a:lnTo>
                  <a:lnTo>
                    <a:pt x="5904318" y="0"/>
                  </a:lnTo>
                  <a:lnTo>
                    <a:pt x="5902607" y="0"/>
                  </a:lnTo>
                  <a:lnTo>
                    <a:pt x="5900896" y="0"/>
                  </a:lnTo>
                  <a:lnTo>
                    <a:pt x="5899184" y="0"/>
                  </a:lnTo>
                  <a:lnTo>
                    <a:pt x="5897473" y="0"/>
                  </a:lnTo>
                  <a:lnTo>
                    <a:pt x="5895761" y="0"/>
                  </a:lnTo>
                  <a:lnTo>
                    <a:pt x="5894050" y="0"/>
                  </a:lnTo>
                  <a:lnTo>
                    <a:pt x="5892339" y="0"/>
                  </a:lnTo>
                  <a:lnTo>
                    <a:pt x="5890627" y="0"/>
                  </a:lnTo>
                  <a:lnTo>
                    <a:pt x="5888916" y="0"/>
                  </a:lnTo>
                  <a:lnTo>
                    <a:pt x="5887204" y="0"/>
                  </a:lnTo>
                  <a:lnTo>
                    <a:pt x="5885493" y="0"/>
                  </a:lnTo>
                  <a:lnTo>
                    <a:pt x="5883782" y="0"/>
                  </a:lnTo>
                  <a:lnTo>
                    <a:pt x="5882070" y="0"/>
                  </a:lnTo>
                  <a:lnTo>
                    <a:pt x="5880359" y="0"/>
                  </a:lnTo>
                  <a:lnTo>
                    <a:pt x="5878647" y="0"/>
                  </a:lnTo>
                  <a:lnTo>
                    <a:pt x="5876936" y="0"/>
                  </a:lnTo>
                  <a:lnTo>
                    <a:pt x="5875225" y="0"/>
                  </a:lnTo>
                  <a:lnTo>
                    <a:pt x="5873513" y="0"/>
                  </a:lnTo>
                  <a:lnTo>
                    <a:pt x="5871802" y="0"/>
                  </a:lnTo>
                  <a:lnTo>
                    <a:pt x="5870090" y="0"/>
                  </a:lnTo>
                  <a:lnTo>
                    <a:pt x="5868379" y="0"/>
                  </a:lnTo>
                  <a:lnTo>
                    <a:pt x="5866668" y="0"/>
                  </a:lnTo>
                  <a:lnTo>
                    <a:pt x="5864956" y="0"/>
                  </a:lnTo>
                  <a:lnTo>
                    <a:pt x="5863245" y="0"/>
                  </a:lnTo>
                  <a:lnTo>
                    <a:pt x="5861533" y="0"/>
                  </a:lnTo>
                  <a:lnTo>
                    <a:pt x="5859822" y="0"/>
                  </a:lnTo>
                  <a:lnTo>
                    <a:pt x="5858111" y="0"/>
                  </a:lnTo>
                  <a:lnTo>
                    <a:pt x="5856399" y="0"/>
                  </a:lnTo>
                  <a:lnTo>
                    <a:pt x="5854688" y="0"/>
                  </a:lnTo>
                  <a:lnTo>
                    <a:pt x="5852976" y="0"/>
                  </a:lnTo>
                  <a:lnTo>
                    <a:pt x="5851265" y="0"/>
                  </a:lnTo>
                  <a:lnTo>
                    <a:pt x="5849554" y="0"/>
                  </a:lnTo>
                  <a:lnTo>
                    <a:pt x="5847842" y="0"/>
                  </a:lnTo>
                  <a:lnTo>
                    <a:pt x="5846131" y="0"/>
                  </a:lnTo>
                  <a:lnTo>
                    <a:pt x="5844419" y="0"/>
                  </a:lnTo>
                  <a:lnTo>
                    <a:pt x="5842708" y="0"/>
                  </a:lnTo>
                  <a:lnTo>
                    <a:pt x="5840997" y="0"/>
                  </a:lnTo>
                  <a:lnTo>
                    <a:pt x="5839285" y="0"/>
                  </a:lnTo>
                  <a:lnTo>
                    <a:pt x="5837574" y="0"/>
                  </a:lnTo>
                  <a:lnTo>
                    <a:pt x="5835862" y="0"/>
                  </a:lnTo>
                  <a:lnTo>
                    <a:pt x="5834151" y="0"/>
                  </a:lnTo>
                  <a:lnTo>
                    <a:pt x="5832440" y="0"/>
                  </a:lnTo>
                  <a:lnTo>
                    <a:pt x="5830728" y="0"/>
                  </a:lnTo>
                  <a:lnTo>
                    <a:pt x="5829017" y="0"/>
                  </a:lnTo>
                  <a:lnTo>
                    <a:pt x="5827305" y="0"/>
                  </a:lnTo>
                  <a:lnTo>
                    <a:pt x="5825594" y="0"/>
                  </a:lnTo>
                  <a:lnTo>
                    <a:pt x="5823883" y="0"/>
                  </a:lnTo>
                  <a:lnTo>
                    <a:pt x="5822171" y="0"/>
                  </a:lnTo>
                  <a:lnTo>
                    <a:pt x="5820460" y="0"/>
                  </a:lnTo>
                  <a:lnTo>
                    <a:pt x="5818748" y="0"/>
                  </a:lnTo>
                  <a:lnTo>
                    <a:pt x="5817037" y="0"/>
                  </a:lnTo>
                  <a:lnTo>
                    <a:pt x="5815326" y="0"/>
                  </a:lnTo>
                  <a:lnTo>
                    <a:pt x="5813614" y="0"/>
                  </a:lnTo>
                  <a:lnTo>
                    <a:pt x="5811903" y="0"/>
                  </a:lnTo>
                  <a:lnTo>
                    <a:pt x="5810191" y="0"/>
                  </a:lnTo>
                  <a:lnTo>
                    <a:pt x="5808480" y="0"/>
                  </a:lnTo>
                  <a:lnTo>
                    <a:pt x="5806769" y="0"/>
                  </a:lnTo>
                  <a:lnTo>
                    <a:pt x="5805057" y="0"/>
                  </a:lnTo>
                  <a:lnTo>
                    <a:pt x="5803346" y="0"/>
                  </a:lnTo>
                  <a:lnTo>
                    <a:pt x="5801634" y="0"/>
                  </a:lnTo>
                  <a:lnTo>
                    <a:pt x="5799923" y="0"/>
                  </a:lnTo>
                  <a:lnTo>
                    <a:pt x="5798212" y="0"/>
                  </a:lnTo>
                  <a:lnTo>
                    <a:pt x="5796500" y="0"/>
                  </a:lnTo>
                  <a:lnTo>
                    <a:pt x="5794789" y="0"/>
                  </a:lnTo>
                  <a:lnTo>
                    <a:pt x="5793078" y="0"/>
                  </a:lnTo>
                  <a:lnTo>
                    <a:pt x="5791366" y="0"/>
                  </a:lnTo>
                  <a:lnTo>
                    <a:pt x="5789655" y="0"/>
                  </a:lnTo>
                  <a:lnTo>
                    <a:pt x="5787943" y="0"/>
                  </a:lnTo>
                  <a:lnTo>
                    <a:pt x="5786232" y="0"/>
                  </a:lnTo>
                  <a:lnTo>
                    <a:pt x="5784521" y="0"/>
                  </a:lnTo>
                  <a:lnTo>
                    <a:pt x="5782809" y="0"/>
                  </a:lnTo>
                  <a:lnTo>
                    <a:pt x="5781098" y="0"/>
                  </a:lnTo>
                  <a:lnTo>
                    <a:pt x="5779386" y="0"/>
                  </a:lnTo>
                  <a:lnTo>
                    <a:pt x="5777675" y="0"/>
                  </a:lnTo>
                  <a:lnTo>
                    <a:pt x="5775964" y="0"/>
                  </a:lnTo>
                  <a:lnTo>
                    <a:pt x="5774252" y="0"/>
                  </a:lnTo>
                  <a:lnTo>
                    <a:pt x="5772541" y="0"/>
                  </a:lnTo>
                  <a:lnTo>
                    <a:pt x="5770829" y="0"/>
                  </a:lnTo>
                  <a:lnTo>
                    <a:pt x="5769118" y="0"/>
                  </a:lnTo>
                  <a:lnTo>
                    <a:pt x="5767407" y="0"/>
                  </a:lnTo>
                  <a:lnTo>
                    <a:pt x="5765695" y="0"/>
                  </a:lnTo>
                  <a:lnTo>
                    <a:pt x="5763984" y="0"/>
                  </a:lnTo>
                  <a:lnTo>
                    <a:pt x="5762272" y="0"/>
                  </a:lnTo>
                  <a:lnTo>
                    <a:pt x="5760561" y="0"/>
                  </a:lnTo>
                  <a:lnTo>
                    <a:pt x="5758850" y="0"/>
                  </a:lnTo>
                  <a:lnTo>
                    <a:pt x="5757138" y="0"/>
                  </a:lnTo>
                  <a:lnTo>
                    <a:pt x="5755427" y="0"/>
                  </a:lnTo>
                  <a:lnTo>
                    <a:pt x="5753715" y="0"/>
                  </a:lnTo>
                  <a:lnTo>
                    <a:pt x="5752004" y="0"/>
                  </a:lnTo>
                  <a:lnTo>
                    <a:pt x="5750293" y="0"/>
                  </a:lnTo>
                  <a:lnTo>
                    <a:pt x="5748581" y="0"/>
                  </a:lnTo>
                  <a:lnTo>
                    <a:pt x="5746870" y="0"/>
                  </a:lnTo>
                  <a:lnTo>
                    <a:pt x="5745158" y="0"/>
                  </a:lnTo>
                  <a:lnTo>
                    <a:pt x="5743447" y="0"/>
                  </a:lnTo>
                  <a:lnTo>
                    <a:pt x="5741736" y="0"/>
                  </a:lnTo>
                  <a:lnTo>
                    <a:pt x="5740024" y="0"/>
                  </a:lnTo>
                  <a:lnTo>
                    <a:pt x="5738313" y="0"/>
                  </a:lnTo>
                  <a:lnTo>
                    <a:pt x="5736601" y="0"/>
                  </a:lnTo>
                  <a:lnTo>
                    <a:pt x="5734890" y="0"/>
                  </a:lnTo>
                  <a:lnTo>
                    <a:pt x="5733179" y="0"/>
                  </a:lnTo>
                  <a:lnTo>
                    <a:pt x="5731467" y="0"/>
                  </a:lnTo>
                  <a:lnTo>
                    <a:pt x="5729756" y="0"/>
                  </a:lnTo>
                  <a:lnTo>
                    <a:pt x="5728044" y="0"/>
                  </a:lnTo>
                  <a:lnTo>
                    <a:pt x="5726333" y="0"/>
                  </a:lnTo>
                  <a:lnTo>
                    <a:pt x="5724622" y="0"/>
                  </a:lnTo>
                  <a:lnTo>
                    <a:pt x="5722910" y="0"/>
                  </a:lnTo>
                  <a:lnTo>
                    <a:pt x="5721199" y="0"/>
                  </a:lnTo>
                  <a:lnTo>
                    <a:pt x="5719487" y="0"/>
                  </a:lnTo>
                  <a:lnTo>
                    <a:pt x="5717776" y="0"/>
                  </a:lnTo>
                  <a:lnTo>
                    <a:pt x="5716065" y="0"/>
                  </a:lnTo>
                  <a:lnTo>
                    <a:pt x="5714353" y="0"/>
                  </a:lnTo>
                  <a:lnTo>
                    <a:pt x="5712642" y="0"/>
                  </a:lnTo>
                  <a:lnTo>
                    <a:pt x="5710930" y="0"/>
                  </a:lnTo>
                  <a:lnTo>
                    <a:pt x="5709219" y="0"/>
                  </a:lnTo>
                  <a:lnTo>
                    <a:pt x="5707508" y="0"/>
                  </a:lnTo>
                  <a:lnTo>
                    <a:pt x="5705796" y="0"/>
                  </a:lnTo>
                  <a:lnTo>
                    <a:pt x="5704085" y="0"/>
                  </a:lnTo>
                  <a:lnTo>
                    <a:pt x="5702373" y="0"/>
                  </a:lnTo>
                  <a:lnTo>
                    <a:pt x="5700662" y="0"/>
                  </a:lnTo>
                  <a:lnTo>
                    <a:pt x="5698951" y="0"/>
                  </a:lnTo>
                  <a:lnTo>
                    <a:pt x="5697239" y="0"/>
                  </a:lnTo>
                  <a:lnTo>
                    <a:pt x="5695528" y="0"/>
                  </a:lnTo>
                  <a:lnTo>
                    <a:pt x="5693816" y="0"/>
                  </a:lnTo>
                  <a:lnTo>
                    <a:pt x="5692105" y="0"/>
                  </a:lnTo>
                  <a:lnTo>
                    <a:pt x="5690394" y="0"/>
                  </a:lnTo>
                  <a:lnTo>
                    <a:pt x="5688682" y="0"/>
                  </a:lnTo>
                  <a:lnTo>
                    <a:pt x="5686971" y="0"/>
                  </a:lnTo>
                  <a:lnTo>
                    <a:pt x="5685260" y="0"/>
                  </a:lnTo>
                  <a:lnTo>
                    <a:pt x="5683548" y="0"/>
                  </a:lnTo>
                  <a:lnTo>
                    <a:pt x="5681837" y="0"/>
                  </a:lnTo>
                  <a:lnTo>
                    <a:pt x="5680125" y="0"/>
                  </a:lnTo>
                  <a:lnTo>
                    <a:pt x="5678414" y="0"/>
                  </a:lnTo>
                  <a:lnTo>
                    <a:pt x="5676703" y="0"/>
                  </a:lnTo>
                  <a:lnTo>
                    <a:pt x="5674991" y="0"/>
                  </a:lnTo>
                  <a:lnTo>
                    <a:pt x="5673280" y="0"/>
                  </a:lnTo>
                  <a:lnTo>
                    <a:pt x="5671568" y="0"/>
                  </a:lnTo>
                  <a:lnTo>
                    <a:pt x="5669857" y="0"/>
                  </a:lnTo>
                  <a:lnTo>
                    <a:pt x="5668146" y="0"/>
                  </a:lnTo>
                  <a:lnTo>
                    <a:pt x="5666434" y="0"/>
                  </a:lnTo>
                  <a:lnTo>
                    <a:pt x="5664723" y="0"/>
                  </a:lnTo>
                  <a:lnTo>
                    <a:pt x="5663011" y="0"/>
                  </a:lnTo>
                  <a:lnTo>
                    <a:pt x="5661300" y="0"/>
                  </a:lnTo>
                  <a:lnTo>
                    <a:pt x="5659589" y="0"/>
                  </a:lnTo>
                  <a:lnTo>
                    <a:pt x="5657877" y="0"/>
                  </a:lnTo>
                  <a:lnTo>
                    <a:pt x="5656166" y="0"/>
                  </a:lnTo>
                  <a:lnTo>
                    <a:pt x="5654454" y="0"/>
                  </a:lnTo>
                  <a:lnTo>
                    <a:pt x="5652743" y="0"/>
                  </a:lnTo>
                  <a:lnTo>
                    <a:pt x="5651032" y="0"/>
                  </a:lnTo>
                  <a:lnTo>
                    <a:pt x="5649320" y="0"/>
                  </a:lnTo>
                  <a:lnTo>
                    <a:pt x="5647609" y="0"/>
                  </a:lnTo>
                  <a:lnTo>
                    <a:pt x="5645897" y="0"/>
                  </a:lnTo>
                  <a:lnTo>
                    <a:pt x="5644186" y="0"/>
                  </a:lnTo>
                  <a:lnTo>
                    <a:pt x="5642475" y="0"/>
                  </a:lnTo>
                  <a:lnTo>
                    <a:pt x="5640763" y="0"/>
                  </a:lnTo>
                  <a:lnTo>
                    <a:pt x="5639052" y="0"/>
                  </a:lnTo>
                  <a:lnTo>
                    <a:pt x="5637340" y="0"/>
                  </a:lnTo>
                  <a:lnTo>
                    <a:pt x="5635629" y="0"/>
                  </a:lnTo>
                  <a:lnTo>
                    <a:pt x="5633918" y="0"/>
                  </a:lnTo>
                  <a:lnTo>
                    <a:pt x="5632206" y="0"/>
                  </a:lnTo>
                  <a:lnTo>
                    <a:pt x="5630495" y="0"/>
                  </a:lnTo>
                  <a:lnTo>
                    <a:pt x="5628783" y="0"/>
                  </a:lnTo>
                  <a:lnTo>
                    <a:pt x="5627072" y="0"/>
                  </a:lnTo>
                  <a:lnTo>
                    <a:pt x="5625361" y="0"/>
                  </a:lnTo>
                  <a:lnTo>
                    <a:pt x="5623649" y="0"/>
                  </a:lnTo>
                  <a:lnTo>
                    <a:pt x="5621938" y="0"/>
                  </a:lnTo>
                  <a:lnTo>
                    <a:pt x="5620226" y="0"/>
                  </a:lnTo>
                  <a:lnTo>
                    <a:pt x="5618515" y="0"/>
                  </a:lnTo>
                  <a:lnTo>
                    <a:pt x="5616804" y="0"/>
                  </a:lnTo>
                  <a:lnTo>
                    <a:pt x="5615092" y="0"/>
                  </a:lnTo>
                  <a:lnTo>
                    <a:pt x="5613381" y="0"/>
                  </a:lnTo>
                  <a:lnTo>
                    <a:pt x="5611669" y="0"/>
                  </a:lnTo>
                  <a:lnTo>
                    <a:pt x="5609958" y="0"/>
                  </a:lnTo>
                  <a:lnTo>
                    <a:pt x="5608247" y="0"/>
                  </a:lnTo>
                  <a:lnTo>
                    <a:pt x="5606535" y="0"/>
                  </a:lnTo>
                  <a:lnTo>
                    <a:pt x="5604824" y="0"/>
                  </a:lnTo>
                  <a:lnTo>
                    <a:pt x="5603112" y="0"/>
                  </a:lnTo>
                  <a:lnTo>
                    <a:pt x="5601401" y="0"/>
                  </a:lnTo>
                  <a:lnTo>
                    <a:pt x="5599690" y="0"/>
                  </a:lnTo>
                  <a:lnTo>
                    <a:pt x="5597978" y="0"/>
                  </a:lnTo>
                  <a:lnTo>
                    <a:pt x="5596267" y="0"/>
                  </a:lnTo>
                  <a:lnTo>
                    <a:pt x="5594555" y="0"/>
                  </a:lnTo>
                  <a:lnTo>
                    <a:pt x="5592844" y="0"/>
                  </a:lnTo>
                  <a:lnTo>
                    <a:pt x="5591133" y="0"/>
                  </a:lnTo>
                  <a:lnTo>
                    <a:pt x="5589421" y="0"/>
                  </a:lnTo>
                  <a:lnTo>
                    <a:pt x="5587710" y="0"/>
                  </a:lnTo>
                  <a:lnTo>
                    <a:pt x="5585999" y="0"/>
                  </a:lnTo>
                  <a:lnTo>
                    <a:pt x="5584287" y="0"/>
                  </a:lnTo>
                  <a:lnTo>
                    <a:pt x="5582576" y="0"/>
                  </a:lnTo>
                  <a:lnTo>
                    <a:pt x="5580864" y="0"/>
                  </a:lnTo>
                  <a:lnTo>
                    <a:pt x="5579153" y="0"/>
                  </a:lnTo>
                  <a:lnTo>
                    <a:pt x="5577442" y="0"/>
                  </a:lnTo>
                  <a:lnTo>
                    <a:pt x="5575730" y="0"/>
                  </a:lnTo>
                  <a:lnTo>
                    <a:pt x="5574019" y="0"/>
                  </a:lnTo>
                  <a:lnTo>
                    <a:pt x="5572307" y="0"/>
                  </a:lnTo>
                  <a:lnTo>
                    <a:pt x="5570596" y="0"/>
                  </a:lnTo>
                  <a:lnTo>
                    <a:pt x="5568885" y="0"/>
                  </a:lnTo>
                  <a:lnTo>
                    <a:pt x="5567173" y="0"/>
                  </a:lnTo>
                  <a:lnTo>
                    <a:pt x="5565462" y="0"/>
                  </a:lnTo>
                  <a:lnTo>
                    <a:pt x="5563750" y="0"/>
                  </a:lnTo>
                  <a:lnTo>
                    <a:pt x="5562039" y="0"/>
                  </a:lnTo>
                  <a:lnTo>
                    <a:pt x="5560328" y="0"/>
                  </a:lnTo>
                  <a:lnTo>
                    <a:pt x="5558616" y="0"/>
                  </a:lnTo>
                  <a:lnTo>
                    <a:pt x="5556905" y="0"/>
                  </a:lnTo>
                  <a:lnTo>
                    <a:pt x="5555193" y="0"/>
                  </a:lnTo>
                  <a:lnTo>
                    <a:pt x="5553482" y="0"/>
                  </a:lnTo>
                  <a:lnTo>
                    <a:pt x="5551771" y="0"/>
                  </a:lnTo>
                  <a:lnTo>
                    <a:pt x="5550059" y="0"/>
                  </a:lnTo>
                  <a:lnTo>
                    <a:pt x="5548348" y="0"/>
                  </a:lnTo>
                  <a:lnTo>
                    <a:pt x="5546636" y="0"/>
                  </a:lnTo>
                  <a:lnTo>
                    <a:pt x="5544925" y="0"/>
                  </a:lnTo>
                  <a:lnTo>
                    <a:pt x="5543214" y="0"/>
                  </a:lnTo>
                  <a:lnTo>
                    <a:pt x="5541502" y="0"/>
                  </a:lnTo>
                  <a:lnTo>
                    <a:pt x="5539791" y="0"/>
                  </a:lnTo>
                  <a:lnTo>
                    <a:pt x="5538079" y="0"/>
                  </a:lnTo>
                  <a:lnTo>
                    <a:pt x="5536368" y="0"/>
                  </a:lnTo>
                  <a:lnTo>
                    <a:pt x="5534657" y="0"/>
                  </a:lnTo>
                  <a:lnTo>
                    <a:pt x="5532945" y="0"/>
                  </a:lnTo>
                  <a:lnTo>
                    <a:pt x="5531234" y="0"/>
                  </a:lnTo>
                  <a:lnTo>
                    <a:pt x="5529522" y="0"/>
                  </a:lnTo>
                  <a:lnTo>
                    <a:pt x="5527811" y="0"/>
                  </a:lnTo>
                  <a:lnTo>
                    <a:pt x="5526100" y="0"/>
                  </a:lnTo>
                  <a:lnTo>
                    <a:pt x="5524388" y="0"/>
                  </a:lnTo>
                  <a:lnTo>
                    <a:pt x="5522677" y="0"/>
                  </a:lnTo>
                  <a:lnTo>
                    <a:pt x="5520965" y="0"/>
                  </a:lnTo>
                  <a:lnTo>
                    <a:pt x="5519254" y="0"/>
                  </a:lnTo>
                  <a:lnTo>
                    <a:pt x="5517543" y="0"/>
                  </a:lnTo>
                  <a:lnTo>
                    <a:pt x="5515831" y="0"/>
                  </a:lnTo>
                  <a:lnTo>
                    <a:pt x="5514120" y="0"/>
                  </a:lnTo>
                  <a:lnTo>
                    <a:pt x="5512408" y="0"/>
                  </a:lnTo>
                  <a:lnTo>
                    <a:pt x="5510697" y="0"/>
                  </a:lnTo>
                  <a:lnTo>
                    <a:pt x="5508986" y="0"/>
                  </a:lnTo>
                  <a:lnTo>
                    <a:pt x="5507274" y="0"/>
                  </a:lnTo>
                  <a:lnTo>
                    <a:pt x="5505563" y="0"/>
                  </a:lnTo>
                  <a:lnTo>
                    <a:pt x="5503851" y="0"/>
                  </a:lnTo>
                  <a:lnTo>
                    <a:pt x="5502140" y="0"/>
                  </a:lnTo>
                  <a:lnTo>
                    <a:pt x="5500429" y="0"/>
                  </a:lnTo>
                  <a:lnTo>
                    <a:pt x="5498717" y="0"/>
                  </a:lnTo>
                  <a:lnTo>
                    <a:pt x="5497006" y="0"/>
                  </a:lnTo>
                  <a:lnTo>
                    <a:pt x="5495294" y="0"/>
                  </a:lnTo>
                  <a:lnTo>
                    <a:pt x="5493583" y="0"/>
                  </a:lnTo>
                  <a:lnTo>
                    <a:pt x="5491872" y="0"/>
                  </a:lnTo>
                  <a:lnTo>
                    <a:pt x="5490160" y="0"/>
                  </a:lnTo>
                  <a:lnTo>
                    <a:pt x="5488449" y="0"/>
                  </a:lnTo>
                  <a:lnTo>
                    <a:pt x="5486737" y="0"/>
                  </a:lnTo>
                  <a:lnTo>
                    <a:pt x="5485026" y="0"/>
                  </a:lnTo>
                  <a:lnTo>
                    <a:pt x="5483315" y="0"/>
                  </a:lnTo>
                  <a:lnTo>
                    <a:pt x="5481603" y="0"/>
                  </a:lnTo>
                  <a:lnTo>
                    <a:pt x="5479892" y="0"/>
                  </a:lnTo>
                  <a:lnTo>
                    <a:pt x="5478181" y="0"/>
                  </a:lnTo>
                  <a:lnTo>
                    <a:pt x="5476469" y="0"/>
                  </a:lnTo>
                  <a:lnTo>
                    <a:pt x="5474758" y="0"/>
                  </a:lnTo>
                  <a:lnTo>
                    <a:pt x="5473046" y="0"/>
                  </a:lnTo>
                  <a:lnTo>
                    <a:pt x="5471335" y="0"/>
                  </a:lnTo>
                  <a:lnTo>
                    <a:pt x="5469624" y="0"/>
                  </a:lnTo>
                  <a:lnTo>
                    <a:pt x="5467912" y="0"/>
                  </a:lnTo>
                  <a:lnTo>
                    <a:pt x="5466201" y="0"/>
                  </a:lnTo>
                  <a:lnTo>
                    <a:pt x="5464489" y="0"/>
                  </a:lnTo>
                  <a:lnTo>
                    <a:pt x="5462778" y="0"/>
                  </a:lnTo>
                  <a:lnTo>
                    <a:pt x="5461067" y="0"/>
                  </a:lnTo>
                  <a:lnTo>
                    <a:pt x="5459355" y="0"/>
                  </a:lnTo>
                  <a:lnTo>
                    <a:pt x="5457644" y="0"/>
                  </a:lnTo>
                  <a:lnTo>
                    <a:pt x="5455932" y="0"/>
                  </a:lnTo>
                  <a:lnTo>
                    <a:pt x="5454221" y="0"/>
                  </a:lnTo>
                  <a:lnTo>
                    <a:pt x="5452510" y="0"/>
                  </a:lnTo>
                  <a:lnTo>
                    <a:pt x="5450798" y="0"/>
                  </a:lnTo>
                  <a:lnTo>
                    <a:pt x="5449087" y="0"/>
                  </a:lnTo>
                  <a:lnTo>
                    <a:pt x="5447375" y="0"/>
                  </a:lnTo>
                  <a:lnTo>
                    <a:pt x="5445664" y="0"/>
                  </a:lnTo>
                  <a:lnTo>
                    <a:pt x="5443953" y="0"/>
                  </a:lnTo>
                  <a:lnTo>
                    <a:pt x="5442241" y="0"/>
                  </a:lnTo>
                  <a:lnTo>
                    <a:pt x="5440530" y="0"/>
                  </a:lnTo>
                  <a:lnTo>
                    <a:pt x="5438818" y="0"/>
                  </a:lnTo>
                  <a:lnTo>
                    <a:pt x="5437107" y="0"/>
                  </a:lnTo>
                  <a:lnTo>
                    <a:pt x="5435396" y="0"/>
                  </a:lnTo>
                  <a:lnTo>
                    <a:pt x="5433684" y="0"/>
                  </a:lnTo>
                  <a:lnTo>
                    <a:pt x="5431973" y="0"/>
                  </a:lnTo>
                  <a:lnTo>
                    <a:pt x="5430261" y="0"/>
                  </a:lnTo>
                  <a:lnTo>
                    <a:pt x="5428550" y="0"/>
                  </a:lnTo>
                  <a:lnTo>
                    <a:pt x="5426839" y="0"/>
                  </a:lnTo>
                  <a:lnTo>
                    <a:pt x="5425127" y="0"/>
                  </a:lnTo>
                  <a:lnTo>
                    <a:pt x="5423416" y="0"/>
                  </a:lnTo>
                  <a:lnTo>
                    <a:pt x="5421704" y="0"/>
                  </a:lnTo>
                  <a:lnTo>
                    <a:pt x="5419993" y="0"/>
                  </a:lnTo>
                  <a:lnTo>
                    <a:pt x="5418282" y="0"/>
                  </a:lnTo>
                  <a:lnTo>
                    <a:pt x="5416570" y="0"/>
                  </a:lnTo>
                  <a:lnTo>
                    <a:pt x="5414859" y="0"/>
                  </a:lnTo>
                  <a:lnTo>
                    <a:pt x="5413147" y="0"/>
                  </a:lnTo>
                  <a:lnTo>
                    <a:pt x="5411436" y="0"/>
                  </a:lnTo>
                  <a:lnTo>
                    <a:pt x="5409725" y="0"/>
                  </a:lnTo>
                  <a:lnTo>
                    <a:pt x="5408013" y="0"/>
                  </a:lnTo>
                  <a:lnTo>
                    <a:pt x="5406302" y="0"/>
                  </a:lnTo>
                  <a:lnTo>
                    <a:pt x="5404590" y="0"/>
                  </a:lnTo>
                  <a:lnTo>
                    <a:pt x="5402879" y="0"/>
                  </a:lnTo>
                  <a:lnTo>
                    <a:pt x="5401168" y="0"/>
                  </a:lnTo>
                  <a:lnTo>
                    <a:pt x="5399456" y="0"/>
                  </a:lnTo>
                  <a:lnTo>
                    <a:pt x="5397745" y="0"/>
                  </a:lnTo>
                  <a:lnTo>
                    <a:pt x="5396033" y="0"/>
                  </a:lnTo>
                  <a:lnTo>
                    <a:pt x="5394322" y="0"/>
                  </a:lnTo>
                  <a:lnTo>
                    <a:pt x="5392611" y="0"/>
                  </a:lnTo>
                  <a:lnTo>
                    <a:pt x="5390899" y="0"/>
                  </a:lnTo>
                  <a:lnTo>
                    <a:pt x="5389188" y="0"/>
                  </a:lnTo>
                  <a:lnTo>
                    <a:pt x="5387476" y="0"/>
                  </a:lnTo>
                  <a:lnTo>
                    <a:pt x="5385765" y="0"/>
                  </a:lnTo>
                  <a:lnTo>
                    <a:pt x="5384054" y="0"/>
                  </a:lnTo>
                  <a:lnTo>
                    <a:pt x="5382342" y="0"/>
                  </a:lnTo>
                  <a:lnTo>
                    <a:pt x="5380631" y="0"/>
                  </a:lnTo>
                  <a:lnTo>
                    <a:pt x="5378919" y="0"/>
                  </a:lnTo>
                  <a:lnTo>
                    <a:pt x="5377208" y="0"/>
                  </a:lnTo>
                  <a:lnTo>
                    <a:pt x="5375497" y="0"/>
                  </a:lnTo>
                  <a:lnTo>
                    <a:pt x="5373785" y="0"/>
                  </a:lnTo>
                  <a:lnTo>
                    <a:pt x="5372074" y="0"/>
                  </a:lnTo>
                  <a:lnTo>
                    <a:pt x="5370363" y="0"/>
                  </a:lnTo>
                  <a:lnTo>
                    <a:pt x="5368651" y="0"/>
                  </a:lnTo>
                  <a:lnTo>
                    <a:pt x="5366940" y="0"/>
                  </a:lnTo>
                  <a:lnTo>
                    <a:pt x="5365228" y="0"/>
                  </a:lnTo>
                  <a:lnTo>
                    <a:pt x="5363517" y="0"/>
                  </a:lnTo>
                  <a:lnTo>
                    <a:pt x="5361806" y="0"/>
                  </a:lnTo>
                  <a:lnTo>
                    <a:pt x="5360094" y="0"/>
                  </a:lnTo>
                  <a:lnTo>
                    <a:pt x="5358383" y="0"/>
                  </a:lnTo>
                  <a:lnTo>
                    <a:pt x="5356671" y="0"/>
                  </a:lnTo>
                  <a:lnTo>
                    <a:pt x="5354960" y="0"/>
                  </a:lnTo>
                  <a:lnTo>
                    <a:pt x="5353249" y="0"/>
                  </a:lnTo>
                  <a:lnTo>
                    <a:pt x="5351537" y="0"/>
                  </a:lnTo>
                  <a:lnTo>
                    <a:pt x="5349826" y="0"/>
                  </a:lnTo>
                  <a:lnTo>
                    <a:pt x="5348114" y="0"/>
                  </a:lnTo>
                  <a:lnTo>
                    <a:pt x="5346403" y="0"/>
                  </a:lnTo>
                  <a:lnTo>
                    <a:pt x="5344692" y="0"/>
                  </a:lnTo>
                  <a:lnTo>
                    <a:pt x="5342980" y="0"/>
                  </a:lnTo>
                  <a:lnTo>
                    <a:pt x="5341269" y="0"/>
                  </a:lnTo>
                  <a:lnTo>
                    <a:pt x="5339557" y="0"/>
                  </a:lnTo>
                  <a:lnTo>
                    <a:pt x="5337846" y="0"/>
                  </a:lnTo>
                  <a:lnTo>
                    <a:pt x="5336135" y="0"/>
                  </a:lnTo>
                  <a:lnTo>
                    <a:pt x="5334423" y="0"/>
                  </a:lnTo>
                  <a:lnTo>
                    <a:pt x="5332712" y="0"/>
                  </a:lnTo>
                  <a:lnTo>
                    <a:pt x="5331000" y="0"/>
                  </a:lnTo>
                  <a:lnTo>
                    <a:pt x="5329289" y="0"/>
                  </a:lnTo>
                  <a:lnTo>
                    <a:pt x="5327578" y="0"/>
                  </a:lnTo>
                  <a:lnTo>
                    <a:pt x="5325866" y="0"/>
                  </a:lnTo>
                  <a:lnTo>
                    <a:pt x="5324155" y="0"/>
                  </a:lnTo>
                  <a:lnTo>
                    <a:pt x="5322443" y="0"/>
                  </a:lnTo>
                  <a:lnTo>
                    <a:pt x="5320732" y="0"/>
                  </a:lnTo>
                  <a:lnTo>
                    <a:pt x="5319021" y="0"/>
                  </a:lnTo>
                  <a:lnTo>
                    <a:pt x="5317309" y="0"/>
                  </a:lnTo>
                  <a:lnTo>
                    <a:pt x="5315598" y="0"/>
                  </a:lnTo>
                  <a:lnTo>
                    <a:pt x="5313886" y="0"/>
                  </a:lnTo>
                  <a:lnTo>
                    <a:pt x="5312175" y="0"/>
                  </a:lnTo>
                  <a:lnTo>
                    <a:pt x="5310464" y="0"/>
                  </a:lnTo>
                  <a:lnTo>
                    <a:pt x="5308752" y="0"/>
                  </a:lnTo>
                  <a:lnTo>
                    <a:pt x="5307041" y="0"/>
                  </a:lnTo>
                  <a:lnTo>
                    <a:pt x="5305329" y="0"/>
                  </a:lnTo>
                  <a:lnTo>
                    <a:pt x="5303618" y="0"/>
                  </a:lnTo>
                  <a:lnTo>
                    <a:pt x="5301907" y="0"/>
                  </a:lnTo>
                  <a:lnTo>
                    <a:pt x="5300195" y="0"/>
                  </a:lnTo>
                  <a:lnTo>
                    <a:pt x="5298484" y="0"/>
                  </a:lnTo>
                  <a:lnTo>
                    <a:pt x="5296772" y="0"/>
                  </a:lnTo>
                  <a:lnTo>
                    <a:pt x="5295061" y="0"/>
                  </a:lnTo>
                  <a:lnTo>
                    <a:pt x="5293350" y="0"/>
                  </a:lnTo>
                  <a:lnTo>
                    <a:pt x="5291638" y="0"/>
                  </a:lnTo>
                  <a:lnTo>
                    <a:pt x="5289927" y="0"/>
                  </a:lnTo>
                  <a:lnTo>
                    <a:pt x="5288215" y="0"/>
                  </a:lnTo>
                  <a:lnTo>
                    <a:pt x="5286504" y="0"/>
                  </a:lnTo>
                  <a:lnTo>
                    <a:pt x="5284793" y="0"/>
                  </a:lnTo>
                  <a:lnTo>
                    <a:pt x="5283081" y="0"/>
                  </a:lnTo>
                  <a:lnTo>
                    <a:pt x="5281370" y="0"/>
                  </a:lnTo>
                  <a:lnTo>
                    <a:pt x="5279658" y="0"/>
                  </a:lnTo>
                  <a:lnTo>
                    <a:pt x="5277947" y="0"/>
                  </a:lnTo>
                  <a:lnTo>
                    <a:pt x="5276236" y="0"/>
                  </a:lnTo>
                  <a:lnTo>
                    <a:pt x="5274524" y="0"/>
                  </a:lnTo>
                  <a:lnTo>
                    <a:pt x="5272813" y="0"/>
                  </a:lnTo>
                  <a:lnTo>
                    <a:pt x="5271101" y="0"/>
                  </a:lnTo>
                  <a:lnTo>
                    <a:pt x="5269390" y="0"/>
                  </a:lnTo>
                  <a:lnTo>
                    <a:pt x="5267679" y="0"/>
                  </a:lnTo>
                  <a:lnTo>
                    <a:pt x="5265967" y="0"/>
                  </a:lnTo>
                  <a:lnTo>
                    <a:pt x="5264256" y="0"/>
                  </a:lnTo>
                  <a:lnTo>
                    <a:pt x="5262545" y="0"/>
                  </a:lnTo>
                  <a:lnTo>
                    <a:pt x="5260833" y="0"/>
                  </a:lnTo>
                  <a:lnTo>
                    <a:pt x="5259122" y="0"/>
                  </a:lnTo>
                  <a:lnTo>
                    <a:pt x="5257410" y="0"/>
                  </a:lnTo>
                  <a:lnTo>
                    <a:pt x="5255699" y="0"/>
                  </a:lnTo>
                  <a:lnTo>
                    <a:pt x="5253988" y="0"/>
                  </a:lnTo>
                  <a:lnTo>
                    <a:pt x="5252276" y="0"/>
                  </a:lnTo>
                  <a:lnTo>
                    <a:pt x="5250565" y="0"/>
                  </a:lnTo>
                  <a:lnTo>
                    <a:pt x="5248853" y="0"/>
                  </a:lnTo>
                  <a:lnTo>
                    <a:pt x="5247142" y="0"/>
                  </a:lnTo>
                  <a:lnTo>
                    <a:pt x="5245431" y="0"/>
                  </a:lnTo>
                  <a:lnTo>
                    <a:pt x="5243719" y="0"/>
                  </a:lnTo>
                  <a:lnTo>
                    <a:pt x="5242008" y="0"/>
                  </a:lnTo>
                  <a:lnTo>
                    <a:pt x="5240296" y="0"/>
                  </a:lnTo>
                  <a:lnTo>
                    <a:pt x="5238585" y="0"/>
                  </a:lnTo>
                  <a:lnTo>
                    <a:pt x="5236874" y="0"/>
                  </a:lnTo>
                  <a:lnTo>
                    <a:pt x="5235162" y="0"/>
                  </a:lnTo>
                  <a:lnTo>
                    <a:pt x="5233451" y="0"/>
                  </a:lnTo>
                  <a:lnTo>
                    <a:pt x="5231739" y="0"/>
                  </a:lnTo>
                  <a:lnTo>
                    <a:pt x="5230028" y="0"/>
                  </a:lnTo>
                  <a:lnTo>
                    <a:pt x="5228317" y="0"/>
                  </a:lnTo>
                  <a:lnTo>
                    <a:pt x="5226605" y="0"/>
                  </a:lnTo>
                  <a:lnTo>
                    <a:pt x="5224894" y="0"/>
                  </a:lnTo>
                  <a:lnTo>
                    <a:pt x="5223182" y="0"/>
                  </a:lnTo>
                  <a:lnTo>
                    <a:pt x="5221471" y="0"/>
                  </a:lnTo>
                  <a:lnTo>
                    <a:pt x="5219760" y="0"/>
                  </a:lnTo>
                  <a:lnTo>
                    <a:pt x="5218048" y="0"/>
                  </a:lnTo>
                  <a:lnTo>
                    <a:pt x="5216337" y="0"/>
                  </a:lnTo>
                  <a:lnTo>
                    <a:pt x="5214625" y="0"/>
                  </a:lnTo>
                  <a:lnTo>
                    <a:pt x="5212914" y="0"/>
                  </a:lnTo>
                  <a:lnTo>
                    <a:pt x="5211203" y="0"/>
                  </a:lnTo>
                  <a:lnTo>
                    <a:pt x="5209491" y="0"/>
                  </a:lnTo>
                  <a:lnTo>
                    <a:pt x="5207780" y="0"/>
                  </a:lnTo>
                  <a:lnTo>
                    <a:pt x="5206068" y="0"/>
                  </a:lnTo>
                  <a:lnTo>
                    <a:pt x="5204357" y="0"/>
                  </a:lnTo>
                  <a:lnTo>
                    <a:pt x="5202646" y="0"/>
                  </a:lnTo>
                  <a:lnTo>
                    <a:pt x="5200934" y="0"/>
                  </a:lnTo>
                  <a:lnTo>
                    <a:pt x="5199223" y="0"/>
                  </a:lnTo>
                  <a:lnTo>
                    <a:pt x="5197511" y="0"/>
                  </a:lnTo>
                  <a:lnTo>
                    <a:pt x="5195800" y="0"/>
                  </a:lnTo>
                  <a:lnTo>
                    <a:pt x="5194089" y="0"/>
                  </a:lnTo>
                  <a:lnTo>
                    <a:pt x="5192377" y="0"/>
                  </a:lnTo>
                  <a:lnTo>
                    <a:pt x="5190666" y="0"/>
                  </a:lnTo>
                  <a:lnTo>
                    <a:pt x="5188954" y="0"/>
                  </a:lnTo>
                  <a:lnTo>
                    <a:pt x="5187243" y="0"/>
                  </a:lnTo>
                  <a:lnTo>
                    <a:pt x="5185532" y="0"/>
                  </a:lnTo>
                  <a:lnTo>
                    <a:pt x="5183820" y="0"/>
                  </a:lnTo>
                  <a:lnTo>
                    <a:pt x="5182109" y="0"/>
                  </a:lnTo>
                  <a:lnTo>
                    <a:pt x="5180397" y="0"/>
                  </a:lnTo>
                  <a:lnTo>
                    <a:pt x="5178686" y="0"/>
                  </a:lnTo>
                  <a:lnTo>
                    <a:pt x="5176975" y="0"/>
                  </a:lnTo>
                  <a:lnTo>
                    <a:pt x="5175263" y="0"/>
                  </a:lnTo>
                  <a:lnTo>
                    <a:pt x="5173552" y="0"/>
                  </a:lnTo>
                  <a:lnTo>
                    <a:pt x="5171840" y="0"/>
                  </a:lnTo>
                  <a:lnTo>
                    <a:pt x="5170129" y="0"/>
                  </a:lnTo>
                  <a:lnTo>
                    <a:pt x="5168418" y="0"/>
                  </a:lnTo>
                  <a:lnTo>
                    <a:pt x="5166706" y="0"/>
                  </a:lnTo>
                  <a:lnTo>
                    <a:pt x="5164995" y="0"/>
                  </a:lnTo>
                  <a:lnTo>
                    <a:pt x="5163284" y="0"/>
                  </a:lnTo>
                  <a:lnTo>
                    <a:pt x="5161572" y="0"/>
                  </a:lnTo>
                  <a:lnTo>
                    <a:pt x="5159861" y="0"/>
                  </a:lnTo>
                  <a:lnTo>
                    <a:pt x="5158149" y="0"/>
                  </a:lnTo>
                  <a:lnTo>
                    <a:pt x="5156438" y="0"/>
                  </a:lnTo>
                  <a:lnTo>
                    <a:pt x="5154727" y="0"/>
                  </a:lnTo>
                  <a:lnTo>
                    <a:pt x="5153015" y="0"/>
                  </a:lnTo>
                  <a:lnTo>
                    <a:pt x="5151304" y="0"/>
                  </a:lnTo>
                  <a:lnTo>
                    <a:pt x="5149592" y="0"/>
                  </a:lnTo>
                  <a:lnTo>
                    <a:pt x="5147881" y="0"/>
                  </a:lnTo>
                  <a:lnTo>
                    <a:pt x="5146170" y="0"/>
                  </a:lnTo>
                  <a:lnTo>
                    <a:pt x="5144458" y="0"/>
                  </a:lnTo>
                  <a:lnTo>
                    <a:pt x="5142747" y="0"/>
                  </a:lnTo>
                  <a:lnTo>
                    <a:pt x="5141035" y="0"/>
                  </a:lnTo>
                  <a:lnTo>
                    <a:pt x="5139324" y="0"/>
                  </a:lnTo>
                  <a:lnTo>
                    <a:pt x="5137613" y="0"/>
                  </a:lnTo>
                  <a:lnTo>
                    <a:pt x="5135901" y="0"/>
                  </a:lnTo>
                  <a:lnTo>
                    <a:pt x="5134190" y="0"/>
                  </a:lnTo>
                  <a:lnTo>
                    <a:pt x="5132478" y="0"/>
                  </a:lnTo>
                  <a:lnTo>
                    <a:pt x="5130767" y="0"/>
                  </a:lnTo>
                  <a:lnTo>
                    <a:pt x="5129056" y="0"/>
                  </a:lnTo>
                  <a:lnTo>
                    <a:pt x="5127344" y="0"/>
                  </a:lnTo>
                  <a:lnTo>
                    <a:pt x="5125633" y="0"/>
                  </a:lnTo>
                  <a:lnTo>
                    <a:pt x="5123921" y="0"/>
                  </a:lnTo>
                  <a:lnTo>
                    <a:pt x="5122210" y="0"/>
                  </a:lnTo>
                  <a:lnTo>
                    <a:pt x="5120499" y="0"/>
                  </a:lnTo>
                  <a:lnTo>
                    <a:pt x="5118787" y="0"/>
                  </a:lnTo>
                  <a:lnTo>
                    <a:pt x="5117076" y="0"/>
                  </a:lnTo>
                  <a:lnTo>
                    <a:pt x="5115364" y="0"/>
                  </a:lnTo>
                  <a:lnTo>
                    <a:pt x="5113653" y="0"/>
                  </a:lnTo>
                  <a:lnTo>
                    <a:pt x="5111942" y="0"/>
                  </a:lnTo>
                  <a:lnTo>
                    <a:pt x="5110230" y="0"/>
                  </a:lnTo>
                  <a:lnTo>
                    <a:pt x="5108519" y="0"/>
                  </a:lnTo>
                  <a:lnTo>
                    <a:pt x="5106807" y="0"/>
                  </a:lnTo>
                  <a:lnTo>
                    <a:pt x="5105096" y="0"/>
                  </a:lnTo>
                  <a:lnTo>
                    <a:pt x="5103385" y="0"/>
                  </a:lnTo>
                  <a:lnTo>
                    <a:pt x="5101673" y="0"/>
                  </a:lnTo>
                  <a:lnTo>
                    <a:pt x="5099962" y="0"/>
                  </a:lnTo>
                  <a:lnTo>
                    <a:pt x="5098250" y="0"/>
                  </a:lnTo>
                  <a:lnTo>
                    <a:pt x="5096539" y="0"/>
                  </a:lnTo>
                  <a:lnTo>
                    <a:pt x="5094828" y="0"/>
                  </a:lnTo>
                  <a:lnTo>
                    <a:pt x="5093116" y="0"/>
                  </a:lnTo>
                  <a:lnTo>
                    <a:pt x="5091405" y="0"/>
                  </a:lnTo>
                  <a:lnTo>
                    <a:pt x="5089693" y="0"/>
                  </a:lnTo>
                  <a:lnTo>
                    <a:pt x="5087982" y="0"/>
                  </a:lnTo>
                  <a:lnTo>
                    <a:pt x="5086271" y="0"/>
                  </a:lnTo>
                  <a:lnTo>
                    <a:pt x="5084559" y="0"/>
                  </a:lnTo>
                  <a:lnTo>
                    <a:pt x="5082848" y="0"/>
                  </a:lnTo>
                  <a:lnTo>
                    <a:pt x="5081136" y="0"/>
                  </a:lnTo>
                  <a:lnTo>
                    <a:pt x="5079425" y="0"/>
                  </a:lnTo>
                  <a:lnTo>
                    <a:pt x="5077714" y="0"/>
                  </a:lnTo>
                  <a:lnTo>
                    <a:pt x="5076002" y="0"/>
                  </a:lnTo>
                  <a:lnTo>
                    <a:pt x="5074291" y="0"/>
                  </a:lnTo>
                  <a:lnTo>
                    <a:pt x="5072579" y="0"/>
                  </a:lnTo>
                  <a:lnTo>
                    <a:pt x="5070868" y="0"/>
                  </a:lnTo>
                  <a:lnTo>
                    <a:pt x="5069157" y="0"/>
                  </a:lnTo>
                  <a:lnTo>
                    <a:pt x="5067445" y="0"/>
                  </a:lnTo>
                  <a:lnTo>
                    <a:pt x="5065734" y="0"/>
                  </a:lnTo>
                  <a:lnTo>
                    <a:pt x="5064022" y="0"/>
                  </a:lnTo>
                  <a:lnTo>
                    <a:pt x="5062311" y="0"/>
                  </a:lnTo>
                  <a:lnTo>
                    <a:pt x="5060600" y="0"/>
                  </a:lnTo>
                  <a:lnTo>
                    <a:pt x="5058888" y="0"/>
                  </a:lnTo>
                  <a:lnTo>
                    <a:pt x="5057177" y="0"/>
                  </a:lnTo>
                  <a:lnTo>
                    <a:pt x="5055466" y="0"/>
                  </a:lnTo>
                  <a:lnTo>
                    <a:pt x="5053754" y="0"/>
                  </a:lnTo>
                  <a:lnTo>
                    <a:pt x="5052043" y="0"/>
                  </a:lnTo>
                  <a:lnTo>
                    <a:pt x="5050331" y="0"/>
                  </a:lnTo>
                  <a:lnTo>
                    <a:pt x="5048620" y="0"/>
                  </a:lnTo>
                  <a:lnTo>
                    <a:pt x="5046909" y="0"/>
                  </a:lnTo>
                  <a:lnTo>
                    <a:pt x="5045197" y="0"/>
                  </a:lnTo>
                  <a:lnTo>
                    <a:pt x="5043486" y="0"/>
                  </a:lnTo>
                  <a:lnTo>
                    <a:pt x="5041774" y="0"/>
                  </a:lnTo>
                  <a:lnTo>
                    <a:pt x="5040063" y="0"/>
                  </a:lnTo>
                  <a:lnTo>
                    <a:pt x="5038352" y="0"/>
                  </a:lnTo>
                  <a:lnTo>
                    <a:pt x="5036640" y="0"/>
                  </a:lnTo>
                  <a:lnTo>
                    <a:pt x="5034929" y="0"/>
                  </a:lnTo>
                  <a:lnTo>
                    <a:pt x="5033217" y="0"/>
                  </a:lnTo>
                  <a:lnTo>
                    <a:pt x="5031506" y="0"/>
                  </a:lnTo>
                  <a:lnTo>
                    <a:pt x="5029795" y="0"/>
                  </a:lnTo>
                  <a:lnTo>
                    <a:pt x="5028083" y="0"/>
                  </a:lnTo>
                  <a:lnTo>
                    <a:pt x="5026372" y="0"/>
                  </a:lnTo>
                  <a:lnTo>
                    <a:pt x="5024660" y="0"/>
                  </a:lnTo>
                  <a:lnTo>
                    <a:pt x="5022949" y="0"/>
                  </a:lnTo>
                  <a:lnTo>
                    <a:pt x="5021238" y="0"/>
                  </a:lnTo>
                  <a:lnTo>
                    <a:pt x="5019526" y="0"/>
                  </a:lnTo>
                  <a:lnTo>
                    <a:pt x="5017815" y="0"/>
                  </a:lnTo>
                  <a:lnTo>
                    <a:pt x="5016103" y="0"/>
                  </a:lnTo>
                  <a:lnTo>
                    <a:pt x="5014392" y="0"/>
                  </a:lnTo>
                  <a:lnTo>
                    <a:pt x="5012681" y="0"/>
                  </a:lnTo>
                  <a:lnTo>
                    <a:pt x="5010969" y="0"/>
                  </a:lnTo>
                  <a:lnTo>
                    <a:pt x="5009258" y="0"/>
                  </a:lnTo>
                  <a:lnTo>
                    <a:pt x="5007546" y="0"/>
                  </a:lnTo>
                  <a:lnTo>
                    <a:pt x="5005835" y="0"/>
                  </a:lnTo>
                  <a:lnTo>
                    <a:pt x="5004124" y="0"/>
                  </a:lnTo>
                  <a:lnTo>
                    <a:pt x="5002412" y="0"/>
                  </a:lnTo>
                  <a:lnTo>
                    <a:pt x="5000701" y="0"/>
                  </a:lnTo>
                  <a:lnTo>
                    <a:pt x="4998989" y="0"/>
                  </a:lnTo>
                  <a:lnTo>
                    <a:pt x="4997278" y="0"/>
                  </a:lnTo>
                  <a:lnTo>
                    <a:pt x="4995567" y="0"/>
                  </a:lnTo>
                  <a:lnTo>
                    <a:pt x="4993855" y="0"/>
                  </a:lnTo>
                  <a:lnTo>
                    <a:pt x="4992144" y="0"/>
                  </a:lnTo>
                  <a:lnTo>
                    <a:pt x="4990432" y="0"/>
                  </a:lnTo>
                  <a:lnTo>
                    <a:pt x="4988721" y="0"/>
                  </a:lnTo>
                  <a:lnTo>
                    <a:pt x="4987010" y="0"/>
                  </a:lnTo>
                  <a:lnTo>
                    <a:pt x="4985298" y="0"/>
                  </a:lnTo>
                  <a:lnTo>
                    <a:pt x="4983587" y="0"/>
                  </a:lnTo>
                  <a:lnTo>
                    <a:pt x="4981875" y="0"/>
                  </a:lnTo>
                  <a:lnTo>
                    <a:pt x="4980164" y="0"/>
                  </a:lnTo>
                  <a:lnTo>
                    <a:pt x="4978453" y="0"/>
                  </a:lnTo>
                  <a:lnTo>
                    <a:pt x="4976741" y="0"/>
                  </a:lnTo>
                  <a:lnTo>
                    <a:pt x="4975030" y="0"/>
                  </a:lnTo>
                  <a:lnTo>
                    <a:pt x="4973318" y="0"/>
                  </a:lnTo>
                  <a:lnTo>
                    <a:pt x="4971607" y="0"/>
                  </a:lnTo>
                  <a:lnTo>
                    <a:pt x="4969896" y="0"/>
                  </a:lnTo>
                  <a:lnTo>
                    <a:pt x="4968184" y="0"/>
                  </a:lnTo>
                  <a:lnTo>
                    <a:pt x="4966473" y="0"/>
                  </a:lnTo>
                  <a:lnTo>
                    <a:pt x="4964761" y="0"/>
                  </a:lnTo>
                  <a:lnTo>
                    <a:pt x="4963050" y="0"/>
                  </a:lnTo>
                  <a:lnTo>
                    <a:pt x="4961339" y="0"/>
                  </a:lnTo>
                  <a:lnTo>
                    <a:pt x="4959627" y="0"/>
                  </a:lnTo>
                  <a:lnTo>
                    <a:pt x="4957916" y="0"/>
                  </a:lnTo>
                  <a:lnTo>
                    <a:pt x="4956204" y="0"/>
                  </a:lnTo>
                  <a:lnTo>
                    <a:pt x="4954493" y="0"/>
                  </a:lnTo>
                  <a:lnTo>
                    <a:pt x="4952782" y="0"/>
                  </a:lnTo>
                  <a:lnTo>
                    <a:pt x="4951070" y="0"/>
                  </a:lnTo>
                  <a:lnTo>
                    <a:pt x="4949359" y="0"/>
                  </a:lnTo>
                  <a:lnTo>
                    <a:pt x="4947648" y="0"/>
                  </a:lnTo>
                  <a:lnTo>
                    <a:pt x="4945936" y="0"/>
                  </a:lnTo>
                  <a:lnTo>
                    <a:pt x="4944225" y="0"/>
                  </a:lnTo>
                  <a:lnTo>
                    <a:pt x="4942513" y="0"/>
                  </a:lnTo>
                  <a:lnTo>
                    <a:pt x="4940802" y="0"/>
                  </a:lnTo>
                  <a:lnTo>
                    <a:pt x="4939091" y="0"/>
                  </a:lnTo>
                  <a:lnTo>
                    <a:pt x="4937379" y="0"/>
                  </a:lnTo>
                  <a:lnTo>
                    <a:pt x="4935668" y="0"/>
                  </a:lnTo>
                  <a:lnTo>
                    <a:pt x="4933956" y="0"/>
                  </a:lnTo>
                  <a:lnTo>
                    <a:pt x="4932245" y="0"/>
                  </a:lnTo>
                  <a:lnTo>
                    <a:pt x="4930534" y="0"/>
                  </a:lnTo>
                  <a:lnTo>
                    <a:pt x="4928822" y="0"/>
                  </a:lnTo>
                  <a:lnTo>
                    <a:pt x="4927111" y="0"/>
                  </a:lnTo>
                  <a:lnTo>
                    <a:pt x="4925399" y="0"/>
                  </a:lnTo>
                  <a:lnTo>
                    <a:pt x="4923688" y="0"/>
                  </a:lnTo>
                  <a:lnTo>
                    <a:pt x="4921977" y="0"/>
                  </a:lnTo>
                  <a:lnTo>
                    <a:pt x="4920265" y="0"/>
                  </a:lnTo>
                  <a:lnTo>
                    <a:pt x="4918554" y="0"/>
                  </a:lnTo>
                  <a:lnTo>
                    <a:pt x="4916842" y="0"/>
                  </a:lnTo>
                  <a:lnTo>
                    <a:pt x="4915131" y="0"/>
                  </a:lnTo>
                  <a:lnTo>
                    <a:pt x="4913420" y="0"/>
                  </a:lnTo>
                  <a:lnTo>
                    <a:pt x="4911708" y="0"/>
                  </a:lnTo>
                  <a:lnTo>
                    <a:pt x="4909997" y="0"/>
                  </a:lnTo>
                  <a:lnTo>
                    <a:pt x="4908285" y="0"/>
                  </a:lnTo>
                  <a:lnTo>
                    <a:pt x="4906574" y="0"/>
                  </a:lnTo>
                  <a:lnTo>
                    <a:pt x="4904863" y="0"/>
                  </a:lnTo>
                  <a:lnTo>
                    <a:pt x="4903151" y="0"/>
                  </a:lnTo>
                  <a:lnTo>
                    <a:pt x="4901440" y="0"/>
                  </a:lnTo>
                  <a:lnTo>
                    <a:pt x="4899728" y="0"/>
                  </a:lnTo>
                  <a:lnTo>
                    <a:pt x="4898017" y="0"/>
                  </a:lnTo>
                  <a:lnTo>
                    <a:pt x="4896306" y="0"/>
                  </a:lnTo>
                  <a:lnTo>
                    <a:pt x="4894594" y="0"/>
                  </a:lnTo>
                  <a:lnTo>
                    <a:pt x="4892883" y="0"/>
                  </a:lnTo>
                  <a:lnTo>
                    <a:pt x="4891171" y="0"/>
                  </a:lnTo>
                  <a:lnTo>
                    <a:pt x="4889460" y="0"/>
                  </a:lnTo>
                  <a:lnTo>
                    <a:pt x="4887749" y="0"/>
                  </a:lnTo>
                  <a:lnTo>
                    <a:pt x="4886037" y="0"/>
                  </a:lnTo>
                  <a:lnTo>
                    <a:pt x="4884326" y="0"/>
                  </a:lnTo>
                  <a:lnTo>
                    <a:pt x="4882614" y="0"/>
                  </a:lnTo>
                  <a:lnTo>
                    <a:pt x="4880903" y="0"/>
                  </a:lnTo>
                  <a:lnTo>
                    <a:pt x="4879192" y="0"/>
                  </a:lnTo>
                  <a:lnTo>
                    <a:pt x="4877480" y="0"/>
                  </a:lnTo>
                  <a:lnTo>
                    <a:pt x="4875769" y="0"/>
                  </a:lnTo>
                  <a:lnTo>
                    <a:pt x="4874057" y="0"/>
                  </a:lnTo>
                  <a:lnTo>
                    <a:pt x="4872346" y="0"/>
                  </a:lnTo>
                  <a:lnTo>
                    <a:pt x="4870635" y="0"/>
                  </a:lnTo>
                  <a:lnTo>
                    <a:pt x="4868923" y="0"/>
                  </a:lnTo>
                  <a:lnTo>
                    <a:pt x="4867212" y="0"/>
                  </a:lnTo>
                  <a:lnTo>
                    <a:pt x="4865500" y="0"/>
                  </a:lnTo>
                  <a:lnTo>
                    <a:pt x="4863789" y="0"/>
                  </a:lnTo>
                  <a:lnTo>
                    <a:pt x="4862078" y="0"/>
                  </a:lnTo>
                  <a:lnTo>
                    <a:pt x="4860366" y="0"/>
                  </a:lnTo>
                  <a:lnTo>
                    <a:pt x="4858655" y="0"/>
                  </a:lnTo>
                  <a:lnTo>
                    <a:pt x="4856943" y="0"/>
                  </a:lnTo>
                  <a:lnTo>
                    <a:pt x="4855232" y="0"/>
                  </a:lnTo>
                  <a:lnTo>
                    <a:pt x="4853521" y="0"/>
                  </a:lnTo>
                  <a:lnTo>
                    <a:pt x="4851809" y="0"/>
                  </a:lnTo>
                  <a:lnTo>
                    <a:pt x="4850098" y="0"/>
                  </a:lnTo>
                  <a:lnTo>
                    <a:pt x="4848387" y="0"/>
                  </a:lnTo>
                  <a:lnTo>
                    <a:pt x="4846675" y="0"/>
                  </a:lnTo>
                  <a:lnTo>
                    <a:pt x="4844964" y="0"/>
                  </a:lnTo>
                  <a:lnTo>
                    <a:pt x="4843252" y="0"/>
                  </a:lnTo>
                  <a:lnTo>
                    <a:pt x="4841541" y="0"/>
                  </a:lnTo>
                  <a:lnTo>
                    <a:pt x="4839830" y="0"/>
                  </a:lnTo>
                  <a:lnTo>
                    <a:pt x="4838118" y="0"/>
                  </a:lnTo>
                  <a:lnTo>
                    <a:pt x="4836407" y="0"/>
                  </a:lnTo>
                  <a:lnTo>
                    <a:pt x="4834695" y="0"/>
                  </a:lnTo>
                  <a:lnTo>
                    <a:pt x="4832984" y="0"/>
                  </a:lnTo>
                  <a:lnTo>
                    <a:pt x="4831273" y="0"/>
                  </a:lnTo>
                  <a:lnTo>
                    <a:pt x="4829561" y="0"/>
                  </a:lnTo>
                  <a:lnTo>
                    <a:pt x="4827850" y="0"/>
                  </a:lnTo>
                  <a:lnTo>
                    <a:pt x="4826138" y="0"/>
                  </a:lnTo>
                  <a:lnTo>
                    <a:pt x="4824427" y="0"/>
                  </a:lnTo>
                  <a:lnTo>
                    <a:pt x="4822716" y="0"/>
                  </a:lnTo>
                  <a:lnTo>
                    <a:pt x="4821004" y="0"/>
                  </a:lnTo>
                  <a:lnTo>
                    <a:pt x="4819293" y="0"/>
                  </a:lnTo>
                  <a:lnTo>
                    <a:pt x="4817581" y="0"/>
                  </a:lnTo>
                  <a:lnTo>
                    <a:pt x="4815870" y="0"/>
                  </a:lnTo>
                  <a:lnTo>
                    <a:pt x="4814159" y="0"/>
                  </a:lnTo>
                  <a:lnTo>
                    <a:pt x="4812447" y="0"/>
                  </a:lnTo>
                  <a:lnTo>
                    <a:pt x="4810736" y="0"/>
                  </a:lnTo>
                  <a:lnTo>
                    <a:pt x="4809024" y="0"/>
                  </a:lnTo>
                  <a:lnTo>
                    <a:pt x="4807313" y="0"/>
                  </a:lnTo>
                  <a:lnTo>
                    <a:pt x="4805602" y="0"/>
                  </a:lnTo>
                  <a:lnTo>
                    <a:pt x="4803890" y="0"/>
                  </a:lnTo>
                  <a:lnTo>
                    <a:pt x="4802179" y="0"/>
                  </a:lnTo>
                  <a:lnTo>
                    <a:pt x="4800467" y="0"/>
                  </a:lnTo>
                  <a:lnTo>
                    <a:pt x="4798756" y="0"/>
                  </a:lnTo>
                  <a:lnTo>
                    <a:pt x="4797045" y="0"/>
                  </a:lnTo>
                  <a:lnTo>
                    <a:pt x="4795333" y="0"/>
                  </a:lnTo>
                  <a:lnTo>
                    <a:pt x="4793622" y="0"/>
                  </a:lnTo>
                  <a:lnTo>
                    <a:pt x="4791910" y="0"/>
                  </a:lnTo>
                  <a:lnTo>
                    <a:pt x="4790199" y="0"/>
                  </a:lnTo>
                  <a:lnTo>
                    <a:pt x="4788488" y="0"/>
                  </a:lnTo>
                  <a:lnTo>
                    <a:pt x="4786776" y="0"/>
                  </a:lnTo>
                  <a:lnTo>
                    <a:pt x="4785065" y="0"/>
                  </a:lnTo>
                  <a:lnTo>
                    <a:pt x="4783353" y="0"/>
                  </a:lnTo>
                  <a:lnTo>
                    <a:pt x="4781642" y="0"/>
                  </a:lnTo>
                  <a:lnTo>
                    <a:pt x="4779931" y="0"/>
                  </a:lnTo>
                  <a:lnTo>
                    <a:pt x="4778219" y="0"/>
                  </a:lnTo>
                  <a:lnTo>
                    <a:pt x="4776508" y="0"/>
                  </a:lnTo>
                  <a:lnTo>
                    <a:pt x="4774796" y="0"/>
                  </a:lnTo>
                  <a:lnTo>
                    <a:pt x="4773085" y="0"/>
                  </a:lnTo>
                  <a:lnTo>
                    <a:pt x="4771374" y="0"/>
                  </a:lnTo>
                  <a:lnTo>
                    <a:pt x="4769662" y="0"/>
                  </a:lnTo>
                  <a:lnTo>
                    <a:pt x="4767951" y="0"/>
                  </a:lnTo>
                  <a:lnTo>
                    <a:pt x="4766239" y="0"/>
                  </a:lnTo>
                  <a:lnTo>
                    <a:pt x="4764528" y="0"/>
                  </a:lnTo>
                  <a:lnTo>
                    <a:pt x="4762817" y="0"/>
                  </a:lnTo>
                  <a:lnTo>
                    <a:pt x="4761105" y="0"/>
                  </a:lnTo>
                  <a:lnTo>
                    <a:pt x="4759394" y="0"/>
                  </a:lnTo>
                  <a:lnTo>
                    <a:pt x="4757682" y="0"/>
                  </a:lnTo>
                  <a:lnTo>
                    <a:pt x="4755971" y="0"/>
                  </a:lnTo>
                  <a:lnTo>
                    <a:pt x="4754260" y="0"/>
                  </a:lnTo>
                  <a:lnTo>
                    <a:pt x="4752548" y="0"/>
                  </a:lnTo>
                  <a:lnTo>
                    <a:pt x="4750837" y="0"/>
                  </a:lnTo>
                  <a:lnTo>
                    <a:pt x="4749125" y="0"/>
                  </a:lnTo>
                  <a:lnTo>
                    <a:pt x="4747414" y="0"/>
                  </a:lnTo>
                  <a:lnTo>
                    <a:pt x="4745703" y="0"/>
                  </a:lnTo>
                  <a:lnTo>
                    <a:pt x="4743991" y="0"/>
                  </a:lnTo>
                  <a:lnTo>
                    <a:pt x="4742280" y="0"/>
                  </a:lnTo>
                  <a:lnTo>
                    <a:pt x="4740569" y="0"/>
                  </a:lnTo>
                  <a:lnTo>
                    <a:pt x="4738857" y="0"/>
                  </a:lnTo>
                  <a:lnTo>
                    <a:pt x="4737146" y="0"/>
                  </a:lnTo>
                  <a:lnTo>
                    <a:pt x="4735434" y="0"/>
                  </a:lnTo>
                  <a:lnTo>
                    <a:pt x="4733723" y="0"/>
                  </a:lnTo>
                  <a:lnTo>
                    <a:pt x="4732012" y="0"/>
                  </a:lnTo>
                  <a:lnTo>
                    <a:pt x="4730300" y="0"/>
                  </a:lnTo>
                  <a:lnTo>
                    <a:pt x="4728589" y="0"/>
                  </a:lnTo>
                  <a:lnTo>
                    <a:pt x="4726877" y="0"/>
                  </a:lnTo>
                  <a:lnTo>
                    <a:pt x="4725166" y="0"/>
                  </a:lnTo>
                  <a:lnTo>
                    <a:pt x="4723455" y="0"/>
                  </a:lnTo>
                  <a:lnTo>
                    <a:pt x="4721743" y="0"/>
                  </a:lnTo>
                  <a:lnTo>
                    <a:pt x="4720032" y="0"/>
                  </a:lnTo>
                  <a:lnTo>
                    <a:pt x="4718320" y="0"/>
                  </a:lnTo>
                  <a:lnTo>
                    <a:pt x="4716609" y="0"/>
                  </a:lnTo>
                  <a:lnTo>
                    <a:pt x="4714898" y="0"/>
                  </a:lnTo>
                  <a:lnTo>
                    <a:pt x="4713186" y="0"/>
                  </a:lnTo>
                  <a:lnTo>
                    <a:pt x="4711475" y="0"/>
                  </a:lnTo>
                  <a:lnTo>
                    <a:pt x="4709763" y="0"/>
                  </a:lnTo>
                  <a:lnTo>
                    <a:pt x="4708052" y="0"/>
                  </a:lnTo>
                  <a:lnTo>
                    <a:pt x="4706341" y="0"/>
                  </a:lnTo>
                  <a:lnTo>
                    <a:pt x="4704629" y="0"/>
                  </a:lnTo>
                  <a:lnTo>
                    <a:pt x="4702918" y="0"/>
                  </a:lnTo>
                  <a:lnTo>
                    <a:pt x="4701206" y="0"/>
                  </a:lnTo>
                  <a:lnTo>
                    <a:pt x="4699495" y="0"/>
                  </a:lnTo>
                  <a:lnTo>
                    <a:pt x="4697784" y="0"/>
                  </a:lnTo>
                  <a:lnTo>
                    <a:pt x="4696072" y="0"/>
                  </a:lnTo>
                  <a:lnTo>
                    <a:pt x="4694361" y="0"/>
                  </a:lnTo>
                  <a:lnTo>
                    <a:pt x="4692649" y="0"/>
                  </a:lnTo>
                  <a:lnTo>
                    <a:pt x="4690938" y="0"/>
                  </a:lnTo>
                  <a:lnTo>
                    <a:pt x="4689227" y="0"/>
                  </a:lnTo>
                  <a:lnTo>
                    <a:pt x="4687515" y="0"/>
                  </a:lnTo>
                  <a:lnTo>
                    <a:pt x="4685804" y="0"/>
                  </a:lnTo>
                  <a:lnTo>
                    <a:pt x="4684092" y="0"/>
                  </a:lnTo>
                  <a:lnTo>
                    <a:pt x="4682381" y="0"/>
                  </a:lnTo>
                  <a:lnTo>
                    <a:pt x="4680670" y="0"/>
                  </a:lnTo>
                  <a:lnTo>
                    <a:pt x="4678958" y="0"/>
                  </a:lnTo>
                  <a:lnTo>
                    <a:pt x="4677247" y="0"/>
                  </a:lnTo>
                  <a:lnTo>
                    <a:pt x="4675535" y="0"/>
                  </a:lnTo>
                  <a:lnTo>
                    <a:pt x="4673824" y="0"/>
                  </a:lnTo>
                  <a:lnTo>
                    <a:pt x="4672113" y="0"/>
                  </a:lnTo>
                  <a:lnTo>
                    <a:pt x="4670401" y="0"/>
                  </a:lnTo>
                  <a:lnTo>
                    <a:pt x="4668690" y="0"/>
                  </a:lnTo>
                  <a:lnTo>
                    <a:pt x="4666978" y="0"/>
                  </a:lnTo>
                  <a:lnTo>
                    <a:pt x="4665267" y="0"/>
                  </a:lnTo>
                  <a:lnTo>
                    <a:pt x="4663556" y="0"/>
                  </a:lnTo>
                  <a:lnTo>
                    <a:pt x="4661844" y="0"/>
                  </a:lnTo>
                  <a:lnTo>
                    <a:pt x="4660133" y="0"/>
                  </a:lnTo>
                  <a:lnTo>
                    <a:pt x="4658421" y="0"/>
                  </a:lnTo>
                  <a:lnTo>
                    <a:pt x="4656710" y="0"/>
                  </a:lnTo>
                  <a:lnTo>
                    <a:pt x="4654999" y="0"/>
                  </a:lnTo>
                  <a:lnTo>
                    <a:pt x="4653287" y="0"/>
                  </a:lnTo>
                  <a:lnTo>
                    <a:pt x="4651576" y="0"/>
                  </a:lnTo>
                  <a:lnTo>
                    <a:pt x="4649864" y="0"/>
                  </a:lnTo>
                  <a:lnTo>
                    <a:pt x="4648153" y="0"/>
                  </a:lnTo>
                  <a:lnTo>
                    <a:pt x="4646442" y="0"/>
                  </a:lnTo>
                  <a:lnTo>
                    <a:pt x="4644730" y="0"/>
                  </a:lnTo>
                  <a:lnTo>
                    <a:pt x="4643019" y="0"/>
                  </a:lnTo>
                  <a:lnTo>
                    <a:pt x="4641307" y="0"/>
                  </a:lnTo>
                  <a:lnTo>
                    <a:pt x="4639596" y="0"/>
                  </a:lnTo>
                  <a:lnTo>
                    <a:pt x="4637885" y="0"/>
                  </a:lnTo>
                  <a:lnTo>
                    <a:pt x="4636173" y="0"/>
                  </a:lnTo>
                  <a:lnTo>
                    <a:pt x="4634462" y="0"/>
                  </a:lnTo>
                  <a:lnTo>
                    <a:pt x="4632751" y="0"/>
                  </a:lnTo>
                  <a:lnTo>
                    <a:pt x="4631039" y="0"/>
                  </a:lnTo>
                  <a:lnTo>
                    <a:pt x="4629328" y="0"/>
                  </a:lnTo>
                  <a:lnTo>
                    <a:pt x="4627616" y="0"/>
                  </a:lnTo>
                  <a:lnTo>
                    <a:pt x="4625905" y="0"/>
                  </a:lnTo>
                  <a:lnTo>
                    <a:pt x="4624194" y="0"/>
                  </a:lnTo>
                  <a:lnTo>
                    <a:pt x="4622482" y="0"/>
                  </a:lnTo>
                  <a:lnTo>
                    <a:pt x="4620771" y="0"/>
                  </a:lnTo>
                  <a:lnTo>
                    <a:pt x="4619059" y="0"/>
                  </a:lnTo>
                  <a:lnTo>
                    <a:pt x="4617348" y="0"/>
                  </a:lnTo>
                  <a:lnTo>
                    <a:pt x="4615637" y="0"/>
                  </a:lnTo>
                  <a:lnTo>
                    <a:pt x="4613925" y="0"/>
                  </a:lnTo>
                  <a:lnTo>
                    <a:pt x="4612214" y="0"/>
                  </a:lnTo>
                  <a:lnTo>
                    <a:pt x="4610502" y="0"/>
                  </a:lnTo>
                  <a:lnTo>
                    <a:pt x="4608791" y="0"/>
                  </a:lnTo>
                  <a:lnTo>
                    <a:pt x="4607080" y="0"/>
                  </a:lnTo>
                  <a:lnTo>
                    <a:pt x="4605368" y="0"/>
                  </a:lnTo>
                  <a:lnTo>
                    <a:pt x="4603657" y="0"/>
                  </a:lnTo>
                  <a:lnTo>
                    <a:pt x="4601945" y="0"/>
                  </a:lnTo>
                  <a:lnTo>
                    <a:pt x="4600234" y="0"/>
                  </a:lnTo>
                  <a:lnTo>
                    <a:pt x="4598523" y="0"/>
                  </a:lnTo>
                  <a:lnTo>
                    <a:pt x="4596811" y="0"/>
                  </a:lnTo>
                  <a:lnTo>
                    <a:pt x="4595100" y="0"/>
                  </a:lnTo>
                  <a:lnTo>
                    <a:pt x="4593388" y="0"/>
                  </a:lnTo>
                  <a:lnTo>
                    <a:pt x="4591677" y="0"/>
                  </a:lnTo>
                  <a:lnTo>
                    <a:pt x="4589966" y="0"/>
                  </a:lnTo>
                  <a:lnTo>
                    <a:pt x="4588254" y="0"/>
                  </a:lnTo>
                  <a:lnTo>
                    <a:pt x="4586543" y="0"/>
                  </a:lnTo>
                  <a:lnTo>
                    <a:pt x="4584831" y="0"/>
                  </a:lnTo>
                  <a:lnTo>
                    <a:pt x="4583120" y="0"/>
                  </a:lnTo>
                  <a:lnTo>
                    <a:pt x="4581409" y="0"/>
                  </a:lnTo>
                  <a:lnTo>
                    <a:pt x="4579697" y="0"/>
                  </a:lnTo>
                  <a:lnTo>
                    <a:pt x="4577986" y="0"/>
                  </a:lnTo>
                  <a:lnTo>
                    <a:pt x="4576274" y="0"/>
                  </a:lnTo>
                  <a:lnTo>
                    <a:pt x="4574563" y="0"/>
                  </a:lnTo>
                  <a:lnTo>
                    <a:pt x="4572852" y="0"/>
                  </a:lnTo>
                  <a:lnTo>
                    <a:pt x="4571140" y="0"/>
                  </a:lnTo>
                  <a:lnTo>
                    <a:pt x="4569429" y="0"/>
                  </a:lnTo>
                  <a:lnTo>
                    <a:pt x="4567717" y="0"/>
                  </a:lnTo>
                  <a:lnTo>
                    <a:pt x="4566006" y="0"/>
                  </a:lnTo>
                  <a:lnTo>
                    <a:pt x="4564295" y="0"/>
                  </a:lnTo>
                  <a:lnTo>
                    <a:pt x="4562583" y="0"/>
                  </a:lnTo>
                  <a:lnTo>
                    <a:pt x="4560872" y="0"/>
                  </a:lnTo>
                  <a:lnTo>
                    <a:pt x="4559160" y="0"/>
                  </a:lnTo>
                  <a:lnTo>
                    <a:pt x="4557449" y="0"/>
                  </a:lnTo>
                  <a:lnTo>
                    <a:pt x="4555738" y="0"/>
                  </a:lnTo>
                  <a:lnTo>
                    <a:pt x="4554026" y="0"/>
                  </a:lnTo>
                  <a:lnTo>
                    <a:pt x="4552315" y="0"/>
                  </a:lnTo>
                  <a:lnTo>
                    <a:pt x="4550603" y="0"/>
                  </a:lnTo>
                  <a:lnTo>
                    <a:pt x="4548892" y="0"/>
                  </a:lnTo>
                  <a:lnTo>
                    <a:pt x="4547181" y="0"/>
                  </a:lnTo>
                  <a:lnTo>
                    <a:pt x="4545469" y="0"/>
                  </a:lnTo>
                  <a:lnTo>
                    <a:pt x="4543758" y="0"/>
                  </a:lnTo>
                  <a:lnTo>
                    <a:pt x="4542046" y="0"/>
                  </a:lnTo>
                  <a:lnTo>
                    <a:pt x="4540335" y="0"/>
                  </a:lnTo>
                  <a:lnTo>
                    <a:pt x="4538624" y="0"/>
                  </a:lnTo>
                  <a:lnTo>
                    <a:pt x="4536912" y="0"/>
                  </a:lnTo>
                  <a:lnTo>
                    <a:pt x="4535201" y="0"/>
                  </a:lnTo>
                  <a:lnTo>
                    <a:pt x="4533489" y="0"/>
                  </a:lnTo>
                  <a:lnTo>
                    <a:pt x="4531778" y="0"/>
                  </a:lnTo>
                  <a:lnTo>
                    <a:pt x="4530067" y="0"/>
                  </a:lnTo>
                  <a:lnTo>
                    <a:pt x="4528355" y="0"/>
                  </a:lnTo>
                  <a:lnTo>
                    <a:pt x="4526644" y="0"/>
                  </a:lnTo>
                  <a:lnTo>
                    <a:pt x="4524933" y="0"/>
                  </a:lnTo>
                  <a:lnTo>
                    <a:pt x="4523221" y="0"/>
                  </a:lnTo>
                  <a:lnTo>
                    <a:pt x="4521510" y="0"/>
                  </a:lnTo>
                  <a:lnTo>
                    <a:pt x="4519798" y="0"/>
                  </a:lnTo>
                  <a:lnTo>
                    <a:pt x="4518087" y="0"/>
                  </a:lnTo>
                  <a:lnTo>
                    <a:pt x="4516376" y="0"/>
                  </a:lnTo>
                  <a:lnTo>
                    <a:pt x="4514664" y="0"/>
                  </a:lnTo>
                  <a:lnTo>
                    <a:pt x="4512953" y="0"/>
                  </a:lnTo>
                  <a:lnTo>
                    <a:pt x="4511241" y="0"/>
                  </a:lnTo>
                  <a:lnTo>
                    <a:pt x="4509530" y="0"/>
                  </a:lnTo>
                  <a:lnTo>
                    <a:pt x="4507819" y="0"/>
                  </a:lnTo>
                  <a:lnTo>
                    <a:pt x="4506107" y="0"/>
                  </a:lnTo>
                  <a:lnTo>
                    <a:pt x="4504396" y="0"/>
                  </a:lnTo>
                  <a:lnTo>
                    <a:pt x="4502684" y="0"/>
                  </a:lnTo>
                  <a:lnTo>
                    <a:pt x="4500973" y="0"/>
                  </a:lnTo>
                  <a:lnTo>
                    <a:pt x="4499262" y="0"/>
                  </a:lnTo>
                  <a:lnTo>
                    <a:pt x="4497550" y="0"/>
                  </a:lnTo>
                  <a:lnTo>
                    <a:pt x="4495839" y="0"/>
                  </a:lnTo>
                  <a:lnTo>
                    <a:pt x="4494127" y="0"/>
                  </a:lnTo>
                  <a:lnTo>
                    <a:pt x="4492416" y="0"/>
                  </a:lnTo>
                  <a:lnTo>
                    <a:pt x="4490705" y="0"/>
                  </a:lnTo>
                  <a:lnTo>
                    <a:pt x="4488993" y="0"/>
                  </a:lnTo>
                  <a:lnTo>
                    <a:pt x="4487282" y="0"/>
                  </a:lnTo>
                  <a:lnTo>
                    <a:pt x="4485570" y="0"/>
                  </a:lnTo>
                  <a:lnTo>
                    <a:pt x="4483859" y="0"/>
                  </a:lnTo>
                  <a:lnTo>
                    <a:pt x="4482148" y="0"/>
                  </a:lnTo>
                  <a:lnTo>
                    <a:pt x="4480436" y="0"/>
                  </a:lnTo>
                  <a:lnTo>
                    <a:pt x="4478725" y="0"/>
                  </a:lnTo>
                  <a:lnTo>
                    <a:pt x="4477013" y="0"/>
                  </a:lnTo>
                  <a:lnTo>
                    <a:pt x="4475302" y="0"/>
                  </a:lnTo>
                  <a:lnTo>
                    <a:pt x="4473591" y="0"/>
                  </a:lnTo>
                  <a:lnTo>
                    <a:pt x="4471879" y="0"/>
                  </a:lnTo>
                  <a:lnTo>
                    <a:pt x="4470168" y="0"/>
                  </a:lnTo>
                  <a:lnTo>
                    <a:pt x="4468456" y="0"/>
                  </a:lnTo>
                  <a:lnTo>
                    <a:pt x="4466745" y="0"/>
                  </a:lnTo>
                  <a:lnTo>
                    <a:pt x="4465034" y="0"/>
                  </a:lnTo>
                  <a:lnTo>
                    <a:pt x="4463322" y="0"/>
                  </a:lnTo>
                  <a:lnTo>
                    <a:pt x="4461611" y="0"/>
                  </a:lnTo>
                  <a:lnTo>
                    <a:pt x="4459899" y="0"/>
                  </a:lnTo>
                  <a:lnTo>
                    <a:pt x="4458188" y="0"/>
                  </a:lnTo>
                  <a:lnTo>
                    <a:pt x="4456477" y="0"/>
                  </a:lnTo>
                  <a:lnTo>
                    <a:pt x="4454765" y="0"/>
                  </a:lnTo>
                  <a:lnTo>
                    <a:pt x="4453054" y="0"/>
                  </a:lnTo>
                  <a:lnTo>
                    <a:pt x="4451342" y="0"/>
                  </a:lnTo>
                  <a:lnTo>
                    <a:pt x="4449631" y="0"/>
                  </a:lnTo>
                  <a:lnTo>
                    <a:pt x="4447920" y="0"/>
                  </a:lnTo>
                  <a:lnTo>
                    <a:pt x="4446208" y="0"/>
                  </a:lnTo>
                  <a:lnTo>
                    <a:pt x="4444497" y="0"/>
                  </a:lnTo>
                  <a:lnTo>
                    <a:pt x="4442785" y="0"/>
                  </a:lnTo>
                  <a:lnTo>
                    <a:pt x="4441074" y="0"/>
                  </a:lnTo>
                  <a:lnTo>
                    <a:pt x="4439363" y="0"/>
                  </a:lnTo>
                  <a:lnTo>
                    <a:pt x="4437651" y="0"/>
                  </a:lnTo>
                  <a:lnTo>
                    <a:pt x="4435940" y="0"/>
                  </a:lnTo>
                  <a:lnTo>
                    <a:pt x="4434228" y="0"/>
                  </a:lnTo>
                  <a:lnTo>
                    <a:pt x="4432517" y="0"/>
                  </a:lnTo>
                  <a:lnTo>
                    <a:pt x="4430806" y="0"/>
                  </a:lnTo>
                  <a:lnTo>
                    <a:pt x="4429094" y="0"/>
                  </a:lnTo>
                  <a:lnTo>
                    <a:pt x="4427383" y="0"/>
                  </a:lnTo>
                  <a:lnTo>
                    <a:pt x="4425672" y="0"/>
                  </a:lnTo>
                  <a:lnTo>
                    <a:pt x="4423960" y="0"/>
                  </a:lnTo>
                  <a:lnTo>
                    <a:pt x="4422249" y="0"/>
                  </a:lnTo>
                  <a:lnTo>
                    <a:pt x="4420537" y="0"/>
                  </a:lnTo>
                  <a:lnTo>
                    <a:pt x="4418826" y="0"/>
                  </a:lnTo>
                  <a:lnTo>
                    <a:pt x="4417115" y="0"/>
                  </a:lnTo>
                  <a:lnTo>
                    <a:pt x="4415403" y="0"/>
                  </a:lnTo>
                  <a:lnTo>
                    <a:pt x="4413692" y="0"/>
                  </a:lnTo>
                  <a:lnTo>
                    <a:pt x="4411980" y="0"/>
                  </a:lnTo>
                  <a:lnTo>
                    <a:pt x="4410269" y="0"/>
                  </a:lnTo>
                  <a:lnTo>
                    <a:pt x="4408558" y="0"/>
                  </a:lnTo>
                  <a:lnTo>
                    <a:pt x="4406846" y="0"/>
                  </a:lnTo>
                  <a:lnTo>
                    <a:pt x="4405135" y="0"/>
                  </a:lnTo>
                  <a:lnTo>
                    <a:pt x="4403423" y="0"/>
                  </a:lnTo>
                  <a:lnTo>
                    <a:pt x="4401712" y="0"/>
                  </a:lnTo>
                  <a:lnTo>
                    <a:pt x="4400001" y="0"/>
                  </a:lnTo>
                  <a:lnTo>
                    <a:pt x="4398289" y="0"/>
                  </a:lnTo>
                  <a:lnTo>
                    <a:pt x="4396578" y="0"/>
                  </a:lnTo>
                  <a:lnTo>
                    <a:pt x="4394866" y="0"/>
                  </a:lnTo>
                  <a:lnTo>
                    <a:pt x="4393155" y="0"/>
                  </a:lnTo>
                  <a:lnTo>
                    <a:pt x="4391444" y="0"/>
                  </a:lnTo>
                  <a:lnTo>
                    <a:pt x="4389732" y="0"/>
                  </a:lnTo>
                  <a:lnTo>
                    <a:pt x="4388021" y="0"/>
                  </a:lnTo>
                  <a:lnTo>
                    <a:pt x="4386309" y="0"/>
                  </a:lnTo>
                  <a:lnTo>
                    <a:pt x="4384598" y="0"/>
                  </a:lnTo>
                  <a:lnTo>
                    <a:pt x="4382887" y="0"/>
                  </a:lnTo>
                  <a:lnTo>
                    <a:pt x="4381175" y="0"/>
                  </a:lnTo>
                  <a:lnTo>
                    <a:pt x="4379464" y="0"/>
                  </a:lnTo>
                  <a:lnTo>
                    <a:pt x="4377752" y="0"/>
                  </a:lnTo>
                  <a:lnTo>
                    <a:pt x="4376041" y="0"/>
                  </a:lnTo>
                  <a:lnTo>
                    <a:pt x="4374330" y="0"/>
                  </a:lnTo>
                  <a:lnTo>
                    <a:pt x="4372618" y="0"/>
                  </a:lnTo>
                  <a:lnTo>
                    <a:pt x="4370907" y="0"/>
                  </a:lnTo>
                  <a:lnTo>
                    <a:pt x="4369195" y="0"/>
                  </a:lnTo>
                  <a:lnTo>
                    <a:pt x="4367484" y="0"/>
                  </a:lnTo>
                  <a:lnTo>
                    <a:pt x="4365773" y="0"/>
                  </a:lnTo>
                  <a:lnTo>
                    <a:pt x="4364061" y="0"/>
                  </a:lnTo>
                  <a:lnTo>
                    <a:pt x="4362350" y="0"/>
                  </a:lnTo>
                  <a:lnTo>
                    <a:pt x="4360638" y="0"/>
                  </a:lnTo>
                  <a:lnTo>
                    <a:pt x="4358927" y="0"/>
                  </a:lnTo>
                  <a:lnTo>
                    <a:pt x="4357216" y="0"/>
                  </a:lnTo>
                  <a:lnTo>
                    <a:pt x="4355504" y="0"/>
                  </a:lnTo>
                  <a:lnTo>
                    <a:pt x="4353793" y="0"/>
                  </a:lnTo>
                  <a:lnTo>
                    <a:pt x="4352081" y="0"/>
                  </a:lnTo>
                  <a:lnTo>
                    <a:pt x="4350370" y="0"/>
                  </a:lnTo>
                  <a:lnTo>
                    <a:pt x="4348659" y="0"/>
                  </a:lnTo>
                  <a:lnTo>
                    <a:pt x="4346947" y="0"/>
                  </a:lnTo>
                  <a:lnTo>
                    <a:pt x="4345236" y="0"/>
                  </a:lnTo>
                  <a:lnTo>
                    <a:pt x="4343524" y="0"/>
                  </a:lnTo>
                  <a:lnTo>
                    <a:pt x="4341813" y="0"/>
                  </a:lnTo>
                  <a:lnTo>
                    <a:pt x="4340102" y="0"/>
                  </a:lnTo>
                  <a:lnTo>
                    <a:pt x="4338390" y="0"/>
                  </a:lnTo>
                  <a:lnTo>
                    <a:pt x="4336679" y="0"/>
                  </a:lnTo>
                  <a:lnTo>
                    <a:pt x="4334967" y="0"/>
                  </a:lnTo>
                  <a:lnTo>
                    <a:pt x="4333256" y="0"/>
                  </a:lnTo>
                  <a:lnTo>
                    <a:pt x="4331545" y="0"/>
                  </a:lnTo>
                  <a:lnTo>
                    <a:pt x="4329833" y="0"/>
                  </a:lnTo>
                  <a:lnTo>
                    <a:pt x="4328122" y="0"/>
                  </a:lnTo>
                  <a:lnTo>
                    <a:pt x="4326410" y="0"/>
                  </a:lnTo>
                  <a:lnTo>
                    <a:pt x="4324699" y="0"/>
                  </a:lnTo>
                  <a:lnTo>
                    <a:pt x="4322988" y="0"/>
                  </a:lnTo>
                  <a:lnTo>
                    <a:pt x="4321276" y="0"/>
                  </a:lnTo>
                  <a:lnTo>
                    <a:pt x="4319565" y="0"/>
                  </a:lnTo>
                  <a:lnTo>
                    <a:pt x="4317854" y="0"/>
                  </a:lnTo>
                  <a:lnTo>
                    <a:pt x="4316142" y="0"/>
                  </a:lnTo>
                  <a:lnTo>
                    <a:pt x="4314431" y="0"/>
                  </a:lnTo>
                  <a:lnTo>
                    <a:pt x="4312719" y="0"/>
                  </a:lnTo>
                  <a:lnTo>
                    <a:pt x="4311008" y="0"/>
                  </a:lnTo>
                  <a:lnTo>
                    <a:pt x="4309297" y="0"/>
                  </a:lnTo>
                  <a:lnTo>
                    <a:pt x="4307585" y="0"/>
                  </a:lnTo>
                  <a:lnTo>
                    <a:pt x="4305874" y="0"/>
                  </a:lnTo>
                  <a:lnTo>
                    <a:pt x="4304162" y="0"/>
                  </a:lnTo>
                  <a:lnTo>
                    <a:pt x="4302451" y="0"/>
                  </a:lnTo>
                  <a:lnTo>
                    <a:pt x="4300740" y="0"/>
                  </a:lnTo>
                  <a:lnTo>
                    <a:pt x="4299028" y="0"/>
                  </a:lnTo>
                  <a:lnTo>
                    <a:pt x="4297317" y="0"/>
                  </a:lnTo>
                  <a:lnTo>
                    <a:pt x="4295605" y="0"/>
                  </a:lnTo>
                  <a:lnTo>
                    <a:pt x="4293894" y="0"/>
                  </a:lnTo>
                  <a:lnTo>
                    <a:pt x="4292183" y="0"/>
                  </a:lnTo>
                  <a:lnTo>
                    <a:pt x="4290471" y="0"/>
                  </a:lnTo>
                  <a:lnTo>
                    <a:pt x="4288760" y="0"/>
                  </a:lnTo>
                  <a:lnTo>
                    <a:pt x="4287048" y="0"/>
                  </a:lnTo>
                  <a:lnTo>
                    <a:pt x="4285337" y="0"/>
                  </a:lnTo>
                  <a:lnTo>
                    <a:pt x="4283626" y="0"/>
                  </a:lnTo>
                  <a:lnTo>
                    <a:pt x="4281914" y="0"/>
                  </a:lnTo>
                  <a:lnTo>
                    <a:pt x="4280203" y="0"/>
                  </a:lnTo>
                  <a:lnTo>
                    <a:pt x="4278491" y="0"/>
                  </a:lnTo>
                  <a:lnTo>
                    <a:pt x="4276780" y="0"/>
                  </a:lnTo>
                  <a:lnTo>
                    <a:pt x="4275069" y="0"/>
                  </a:lnTo>
                  <a:lnTo>
                    <a:pt x="4273357" y="0"/>
                  </a:lnTo>
                  <a:lnTo>
                    <a:pt x="4271646" y="0"/>
                  </a:lnTo>
                  <a:lnTo>
                    <a:pt x="4269934" y="0"/>
                  </a:lnTo>
                  <a:lnTo>
                    <a:pt x="4268223" y="0"/>
                  </a:lnTo>
                  <a:lnTo>
                    <a:pt x="4266512" y="0"/>
                  </a:lnTo>
                  <a:lnTo>
                    <a:pt x="4264800" y="0"/>
                  </a:lnTo>
                  <a:lnTo>
                    <a:pt x="4263089" y="0"/>
                  </a:lnTo>
                  <a:lnTo>
                    <a:pt x="4261377" y="0"/>
                  </a:lnTo>
                  <a:lnTo>
                    <a:pt x="4259666" y="0"/>
                  </a:lnTo>
                  <a:lnTo>
                    <a:pt x="4257955" y="0"/>
                  </a:lnTo>
                  <a:lnTo>
                    <a:pt x="4256243" y="0"/>
                  </a:lnTo>
                  <a:lnTo>
                    <a:pt x="4254532" y="0"/>
                  </a:lnTo>
                  <a:lnTo>
                    <a:pt x="4252820" y="0"/>
                  </a:lnTo>
                  <a:lnTo>
                    <a:pt x="4251109" y="0"/>
                  </a:lnTo>
                  <a:lnTo>
                    <a:pt x="4249398" y="0"/>
                  </a:lnTo>
                  <a:lnTo>
                    <a:pt x="4247686" y="0"/>
                  </a:lnTo>
                  <a:lnTo>
                    <a:pt x="4245975" y="0"/>
                  </a:lnTo>
                  <a:lnTo>
                    <a:pt x="4244263" y="0"/>
                  </a:lnTo>
                  <a:lnTo>
                    <a:pt x="4242552" y="0"/>
                  </a:lnTo>
                  <a:lnTo>
                    <a:pt x="4240841" y="0"/>
                  </a:lnTo>
                  <a:lnTo>
                    <a:pt x="4239129" y="0"/>
                  </a:lnTo>
                  <a:lnTo>
                    <a:pt x="4237418" y="0"/>
                  </a:lnTo>
                  <a:lnTo>
                    <a:pt x="4235706" y="0"/>
                  </a:lnTo>
                  <a:lnTo>
                    <a:pt x="4233995" y="0"/>
                  </a:lnTo>
                  <a:lnTo>
                    <a:pt x="4232284" y="0"/>
                  </a:lnTo>
                  <a:lnTo>
                    <a:pt x="4230572" y="0"/>
                  </a:lnTo>
                  <a:lnTo>
                    <a:pt x="4228861" y="0"/>
                  </a:lnTo>
                  <a:lnTo>
                    <a:pt x="4227149" y="0"/>
                  </a:lnTo>
                  <a:lnTo>
                    <a:pt x="4225438" y="0"/>
                  </a:lnTo>
                  <a:lnTo>
                    <a:pt x="4223727" y="0"/>
                  </a:lnTo>
                  <a:lnTo>
                    <a:pt x="4222015" y="0"/>
                  </a:lnTo>
                  <a:lnTo>
                    <a:pt x="4220304" y="0"/>
                  </a:lnTo>
                  <a:lnTo>
                    <a:pt x="4218592" y="0"/>
                  </a:lnTo>
                  <a:lnTo>
                    <a:pt x="4216881" y="0"/>
                  </a:lnTo>
                  <a:lnTo>
                    <a:pt x="4215170" y="0"/>
                  </a:lnTo>
                  <a:lnTo>
                    <a:pt x="4213458" y="0"/>
                  </a:lnTo>
                  <a:lnTo>
                    <a:pt x="4211747" y="0"/>
                  </a:lnTo>
                  <a:lnTo>
                    <a:pt x="4210036" y="0"/>
                  </a:lnTo>
                  <a:lnTo>
                    <a:pt x="4208324" y="0"/>
                  </a:lnTo>
                  <a:lnTo>
                    <a:pt x="4206613" y="0"/>
                  </a:lnTo>
                  <a:lnTo>
                    <a:pt x="4204901" y="0"/>
                  </a:lnTo>
                  <a:lnTo>
                    <a:pt x="4203190" y="0"/>
                  </a:lnTo>
                  <a:lnTo>
                    <a:pt x="4201479" y="0"/>
                  </a:lnTo>
                  <a:lnTo>
                    <a:pt x="4199767" y="0"/>
                  </a:lnTo>
                  <a:lnTo>
                    <a:pt x="4198056" y="0"/>
                  </a:lnTo>
                  <a:lnTo>
                    <a:pt x="4196344" y="0"/>
                  </a:lnTo>
                  <a:lnTo>
                    <a:pt x="4194633" y="0"/>
                  </a:lnTo>
                  <a:lnTo>
                    <a:pt x="4192922" y="0"/>
                  </a:lnTo>
                  <a:lnTo>
                    <a:pt x="4191210" y="0"/>
                  </a:lnTo>
                  <a:lnTo>
                    <a:pt x="4189499" y="0"/>
                  </a:lnTo>
                  <a:lnTo>
                    <a:pt x="4187787" y="0"/>
                  </a:lnTo>
                  <a:lnTo>
                    <a:pt x="4186076" y="0"/>
                  </a:lnTo>
                  <a:lnTo>
                    <a:pt x="4184365" y="0"/>
                  </a:lnTo>
                  <a:lnTo>
                    <a:pt x="4182653" y="0"/>
                  </a:lnTo>
                  <a:lnTo>
                    <a:pt x="4180942" y="0"/>
                  </a:lnTo>
                  <a:lnTo>
                    <a:pt x="4179230" y="0"/>
                  </a:lnTo>
                  <a:lnTo>
                    <a:pt x="4177519" y="0"/>
                  </a:lnTo>
                  <a:lnTo>
                    <a:pt x="4175808" y="0"/>
                  </a:lnTo>
                  <a:lnTo>
                    <a:pt x="4174096" y="0"/>
                  </a:lnTo>
                  <a:lnTo>
                    <a:pt x="4172385" y="0"/>
                  </a:lnTo>
                  <a:lnTo>
                    <a:pt x="4170673" y="0"/>
                  </a:lnTo>
                  <a:lnTo>
                    <a:pt x="4168962" y="0"/>
                  </a:lnTo>
                  <a:lnTo>
                    <a:pt x="4167251" y="0"/>
                  </a:lnTo>
                  <a:lnTo>
                    <a:pt x="4165539" y="0"/>
                  </a:lnTo>
                  <a:lnTo>
                    <a:pt x="4163828" y="0"/>
                  </a:lnTo>
                  <a:lnTo>
                    <a:pt x="4162116" y="0"/>
                  </a:lnTo>
                  <a:lnTo>
                    <a:pt x="4160405" y="0"/>
                  </a:lnTo>
                  <a:lnTo>
                    <a:pt x="4158694" y="0"/>
                  </a:lnTo>
                  <a:lnTo>
                    <a:pt x="4156982" y="0"/>
                  </a:lnTo>
                  <a:lnTo>
                    <a:pt x="4155271" y="0"/>
                  </a:lnTo>
                  <a:lnTo>
                    <a:pt x="4153559" y="0"/>
                  </a:lnTo>
                  <a:lnTo>
                    <a:pt x="4151848" y="0"/>
                  </a:lnTo>
                  <a:lnTo>
                    <a:pt x="4150137" y="0"/>
                  </a:lnTo>
                  <a:lnTo>
                    <a:pt x="4148425" y="0"/>
                  </a:lnTo>
                  <a:lnTo>
                    <a:pt x="4146714" y="0"/>
                  </a:lnTo>
                  <a:lnTo>
                    <a:pt x="4145002" y="0"/>
                  </a:lnTo>
                  <a:lnTo>
                    <a:pt x="4143291" y="0"/>
                  </a:lnTo>
                  <a:lnTo>
                    <a:pt x="4141580" y="0"/>
                  </a:lnTo>
                  <a:lnTo>
                    <a:pt x="4139868" y="0"/>
                  </a:lnTo>
                  <a:lnTo>
                    <a:pt x="4138157" y="0"/>
                  </a:lnTo>
                  <a:lnTo>
                    <a:pt x="4136445" y="0"/>
                  </a:lnTo>
                  <a:lnTo>
                    <a:pt x="4134734" y="0"/>
                  </a:lnTo>
                  <a:lnTo>
                    <a:pt x="4133023" y="0"/>
                  </a:lnTo>
                  <a:lnTo>
                    <a:pt x="4131311" y="0"/>
                  </a:lnTo>
                  <a:lnTo>
                    <a:pt x="4129600" y="0"/>
                  </a:lnTo>
                  <a:lnTo>
                    <a:pt x="4127888" y="0"/>
                  </a:lnTo>
                  <a:lnTo>
                    <a:pt x="4126177" y="0"/>
                  </a:lnTo>
                  <a:lnTo>
                    <a:pt x="4124466" y="0"/>
                  </a:lnTo>
                  <a:lnTo>
                    <a:pt x="4122754" y="0"/>
                  </a:lnTo>
                  <a:lnTo>
                    <a:pt x="4121043" y="0"/>
                  </a:lnTo>
                  <a:lnTo>
                    <a:pt x="4119331" y="0"/>
                  </a:lnTo>
                  <a:lnTo>
                    <a:pt x="4117620" y="0"/>
                  </a:lnTo>
                  <a:lnTo>
                    <a:pt x="4115909" y="0"/>
                  </a:lnTo>
                  <a:lnTo>
                    <a:pt x="4114197" y="0"/>
                  </a:lnTo>
                  <a:lnTo>
                    <a:pt x="4112486" y="0"/>
                  </a:lnTo>
                  <a:lnTo>
                    <a:pt x="4110775" y="0"/>
                  </a:lnTo>
                  <a:lnTo>
                    <a:pt x="4109063" y="0"/>
                  </a:lnTo>
                  <a:lnTo>
                    <a:pt x="4107352" y="0"/>
                  </a:lnTo>
                  <a:lnTo>
                    <a:pt x="4105640" y="0"/>
                  </a:lnTo>
                  <a:lnTo>
                    <a:pt x="4103929" y="0"/>
                  </a:lnTo>
                  <a:lnTo>
                    <a:pt x="4102218" y="0"/>
                  </a:lnTo>
                  <a:lnTo>
                    <a:pt x="4100506" y="0"/>
                  </a:lnTo>
                  <a:lnTo>
                    <a:pt x="4098795" y="0"/>
                  </a:lnTo>
                  <a:lnTo>
                    <a:pt x="4097083" y="0"/>
                  </a:lnTo>
                  <a:lnTo>
                    <a:pt x="4095372" y="0"/>
                  </a:lnTo>
                  <a:lnTo>
                    <a:pt x="4093661" y="0"/>
                  </a:lnTo>
                  <a:lnTo>
                    <a:pt x="4091949" y="0"/>
                  </a:lnTo>
                  <a:lnTo>
                    <a:pt x="4090238" y="0"/>
                  </a:lnTo>
                  <a:lnTo>
                    <a:pt x="4088526" y="0"/>
                  </a:lnTo>
                  <a:lnTo>
                    <a:pt x="4086815" y="0"/>
                  </a:lnTo>
                  <a:lnTo>
                    <a:pt x="4085104" y="0"/>
                  </a:lnTo>
                  <a:lnTo>
                    <a:pt x="4083392" y="0"/>
                  </a:lnTo>
                  <a:lnTo>
                    <a:pt x="4081681" y="0"/>
                  </a:lnTo>
                  <a:lnTo>
                    <a:pt x="4079969" y="0"/>
                  </a:lnTo>
                  <a:lnTo>
                    <a:pt x="4078258" y="0"/>
                  </a:lnTo>
                  <a:lnTo>
                    <a:pt x="4076547" y="0"/>
                  </a:lnTo>
                  <a:lnTo>
                    <a:pt x="4074835" y="0"/>
                  </a:lnTo>
                  <a:lnTo>
                    <a:pt x="4073124" y="0"/>
                  </a:lnTo>
                  <a:lnTo>
                    <a:pt x="4071412" y="0"/>
                  </a:lnTo>
                  <a:lnTo>
                    <a:pt x="4069701" y="0"/>
                  </a:lnTo>
                  <a:lnTo>
                    <a:pt x="4067990" y="0"/>
                  </a:lnTo>
                  <a:lnTo>
                    <a:pt x="4066278" y="0"/>
                  </a:lnTo>
                  <a:lnTo>
                    <a:pt x="4064567" y="0"/>
                  </a:lnTo>
                  <a:lnTo>
                    <a:pt x="4062855" y="0"/>
                  </a:lnTo>
                  <a:lnTo>
                    <a:pt x="4061144" y="0"/>
                  </a:lnTo>
                  <a:lnTo>
                    <a:pt x="4059433" y="0"/>
                  </a:lnTo>
                  <a:lnTo>
                    <a:pt x="4057721" y="0"/>
                  </a:lnTo>
                  <a:lnTo>
                    <a:pt x="4056010" y="0"/>
                  </a:lnTo>
                  <a:lnTo>
                    <a:pt x="4054298" y="0"/>
                  </a:lnTo>
                  <a:lnTo>
                    <a:pt x="4052587" y="0"/>
                  </a:lnTo>
                  <a:lnTo>
                    <a:pt x="4050876" y="0"/>
                  </a:lnTo>
                  <a:lnTo>
                    <a:pt x="4049164" y="0"/>
                  </a:lnTo>
                  <a:lnTo>
                    <a:pt x="4047453" y="0"/>
                  </a:lnTo>
                  <a:lnTo>
                    <a:pt x="4045741" y="0"/>
                  </a:lnTo>
                  <a:lnTo>
                    <a:pt x="4044030" y="0"/>
                  </a:lnTo>
                  <a:lnTo>
                    <a:pt x="4042319" y="0"/>
                  </a:lnTo>
                  <a:lnTo>
                    <a:pt x="4040607" y="0"/>
                  </a:lnTo>
                  <a:lnTo>
                    <a:pt x="4038896" y="0"/>
                  </a:lnTo>
                  <a:lnTo>
                    <a:pt x="4037184" y="0"/>
                  </a:lnTo>
                  <a:lnTo>
                    <a:pt x="4035473" y="0"/>
                  </a:lnTo>
                  <a:lnTo>
                    <a:pt x="4033762" y="0"/>
                  </a:lnTo>
                  <a:lnTo>
                    <a:pt x="4032050" y="0"/>
                  </a:lnTo>
                  <a:lnTo>
                    <a:pt x="4030339" y="0"/>
                  </a:lnTo>
                  <a:lnTo>
                    <a:pt x="4028627" y="0"/>
                  </a:lnTo>
                  <a:lnTo>
                    <a:pt x="4026916" y="0"/>
                  </a:lnTo>
                  <a:lnTo>
                    <a:pt x="4025205" y="0"/>
                  </a:lnTo>
                  <a:lnTo>
                    <a:pt x="4023493" y="0"/>
                  </a:lnTo>
                  <a:lnTo>
                    <a:pt x="4021782" y="0"/>
                  </a:lnTo>
                  <a:lnTo>
                    <a:pt x="4020070" y="0"/>
                  </a:lnTo>
                  <a:lnTo>
                    <a:pt x="4018359" y="0"/>
                  </a:lnTo>
                  <a:lnTo>
                    <a:pt x="4016648" y="0"/>
                  </a:lnTo>
                  <a:lnTo>
                    <a:pt x="4014936" y="0"/>
                  </a:lnTo>
                  <a:lnTo>
                    <a:pt x="4013225" y="0"/>
                  </a:lnTo>
                  <a:lnTo>
                    <a:pt x="4011513" y="0"/>
                  </a:lnTo>
                  <a:lnTo>
                    <a:pt x="4009802" y="0"/>
                  </a:lnTo>
                  <a:lnTo>
                    <a:pt x="4008091" y="0"/>
                  </a:lnTo>
                  <a:lnTo>
                    <a:pt x="4006379" y="0"/>
                  </a:lnTo>
                  <a:lnTo>
                    <a:pt x="4004668" y="0"/>
                  </a:lnTo>
                  <a:lnTo>
                    <a:pt x="4002957" y="0"/>
                  </a:lnTo>
                  <a:lnTo>
                    <a:pt x="4001245" y="0"/>
                  </a:lnTo>
                  <a:lnTo>
                    <a:pt x="3999534" y="0"/>
                  </a:lnTo>
                  <a:lnTo>
                    <a:pt x="3997822" y="0"/>
                  </a:lnTo>
                  <a:lnTo>
                    <a:pt x="3996111" y="0"/>
                  </a:lnTo>
                  <a:lnTo>
                    <a:pt x="3994400" y="0"/>
                  </a:lnTo>
                  <a:lnTo>
                    <a:pt x="3992688" y="0"/>
                  </a:lnTo>
                  <a:lnTo>
                    <a:pt x="3990977" y="0"/>
                  </a:lnTo>
                  <a:lnTo>
                    <a:pt x="3989265" y="0"/>
                  </a:lnTo>
                  <a:lnTo>
                    <a:pt x="3987554" y="0"/>
                  </a:lnTo>
                  <a:lnTo>
                    <a:pt x="3985843" y="0"/>
                  </a:lnTo>
                  <a:lnTo>
                    <a:pt x="3984131" y="0"/>
                  </a:lnTo>
                  <a:lnTo>
                    <a:pt x="3982420" y="0"/>
                  </a:lnTo>
                  <a:lnTo>
                    <a:pt x="3980708" y="0"/>
                  </a:lnTo>
                  <a:lnTo>
                    <a:pt x="3978997" y="0"/>
                  </a:lnTo>
                  <a:lnTo>
                    <a:pt x="3977286" y="0"/>
                  </a:lnTo>
                  <a:lnTo>
                    <a:pt x="3975574" y="0"/>
                  </a:lnTo>
                  <a:lnTo>
                    <a:pt x="3973863" y="0"/>
                  </a:lnTo>
                  <a:lnTo>
                    <a:pt x="3972151" y="0"/>
                  </a:lnTo>
                  <a:lnTo>
                    <a:pt x="3970440" y="0"/>
                  </a:lnTo>
                  <a:lnTo>
                    <a:pt x="3968729" y="0"/>
                  </a:lnTo>
                  <a:lnTo>
                    <a:pt x="3967017" y="0"/>
                  </a:lnTo>
                  <a:lnTo>
                    <a:pt x="3965306" y="0"/>
                  </a:lnTo>
                  <a:lnTo>
                    <a:pt x="3963594" y="0"/>
                  </a:lnTo>
                  <a:lnTo>
                    <a:pt x="3961883" y="0"/>
                  </a:lnTo>
                  <a:lnTo>
                    <a:pt x="3960172" y="0"/>
                  </a:lnTo>
                  <a:lnTo>
                    <a:pt x="3958460" y="0"/>
                  </a:lnTo>
                  <a:lnTo>
                    <a:pt x="3956749" y="0"/>
                  </a:lnTo>
                  <a:lnTo>
                    <a:pt x="3955037" y="0"/>
                  </a:lnTo>
                  <a:lnTo>
                    <a:pt x="3953326" y="0"/>
                  </a:lnTo>
                  <a:lnTo>
                    <a:pt x="3951615" y="0"/>
                  </a:lnTo>
                  <a:lnTo>
                    <a:pt x="3949903" y="0"/>
                  </a:lnTo>
                  <a:lnTo>
                    <a:pt x="3948192" y="0"/>
                  </a:lnTo>
                  <a:lnTo>
                    <a:pt x="3946480" y="0"/>
                  </a:lnTo>
                  <a:lnTo>
                    <a:pt x="3944769" y="0"/>
                  </a:lnTo>
                  <a:lnTo>
                    <a:pt x="3943058" y="0"/>
                  </a:lnTo>
                  <a:lnTo>
                    <a:pt x="3941346" y="0"/>
                  </a:lnTo>
                  <a:lnTo>
                    <a:pt x="3939635" y="0"/>
                  </a:lnTo>
                  <a:lnTo>
                    <a:pt x="3937923" y="0"/>
                  </a:lnTo>
                  <a:lnTo>
                    <a:pt x="3936212" y="0"/>
                  </a:lnTo>
                  <a:lnTo>
                    <a:pt x="3934501" y="0"/>
                  </a:lnTo>
                  <a:lnTo>
                    <a:pt x="3932789" y="0"/>
                  </a:lnTo>
                  <a:lnTo>
                    <a:pt x="3931078" y="0"/>
                  </a:lnTo>
                  <a:lnTo>
                    <a:pt x="3929366" y="0"/>
                  </a:lnTo>
                  <a:lnTo>
                    <a:pt x="3927655" y="0"/>
                  </a:lnTo>
                  <a:lnTo>
                    <a:pt x="3925944" y="0"/>
                  </a:lnTo>
                  <a:lnTo>
                    <a:pt x="3924232" y="0"/>
                  </a:lnTo>
                  <a:lnTo>
                    <a:pt x="3922521" y="0"/>
                  </a:lnTo>
                  <a:lnTo>
                    <a:pt x="3920809" y="0"/>
                  </a:lnTo>
                  <a:lnTo>
                    <a:pt x="3919098" y="0"/>
                  </a:lnTo>
                  <a:lnTo>
                    <a:pt x="3917387" y="0"/>
                  </a:lnTo>
                  <a:lnTo>
                    <a:pt x="3915675" y="0"/>
                  </a:lnTo>
                  <a:lnTo>
                    <a:pt x="3913964" y="0"/>
                  </a:lnTo>
                  <a:lnTo>
                    <a:pt x="3912252" y="0"/>
                  </a:lnTo>
                  <a:lnTo>
                    <a:pt x="3910541" y="0"/>
                  </a:lnTo>
                  <a:lnTo>
                    <a:pt x="3908830" y="0"/>
                  </a:lnTo>
                  <a:lnTo>
                    <a:pt x="3907118" y="0"/>
                  </a:lnTo>
                  <a:lnTo>
                    <a:pt x="3905407" y="0"/>
                  </a:lnTo>
                  <a:lnTo>
                    <a:pt x="3903695" y="0"/>
                  </a:lnTo>
                  <a:lnTo>
                    <a:pt x="3901984" y="0"/>
                  </a:lnTo>
                  <a:lnTo>
                    <a:pt x="3900273" y="0"/>
                  </a:lnTo>
                  <a:lnTo>
                    <a:pt x="3898561" y="0"/>
                  </a:lnTo>
                  <a:lnTo>
                    <a:pt x="3896850" y="0"/>
                  </a:lnTo>
                  <a:lnTo>
                    <a:pt x="3895139" y="0"/>
                  </a:lnTo>
                  <a:lnTo>
                    <a:pt x="3893427" y="0"/>
                  </a:lnTo>
                  <a:lnTo>
                    <a:pt x="3891716" y="0"/>
                  </a:lnTo>
                  <a:lnTo>
                    <a:pt x="3890004" y="0"/>
                  </a:lnTo>
                  <a:lnTo>
                    <a:pt x="3888293" y="0"/>
                  </a:lnTo>
                  <a:lnTo>
                    <a:pt x="3886582" y="0"/>
                  </a:lnTo>
                  <a:lnTo>
                    <a:pt x="3884870" y="0"/>
                  </a:lnTo>
                  <a:lnTo>
                    <a:pt x="3883159" y="0"/>
                  </a:lnTo>
                  <a:lnTo>
                    <a:pt x="3881447" y="0"/>
                  </a:lnTo>
                  <a:lnTo>
                    <a:pt x="3879736" y="0"/>
                  </a:lnTo>
                  <a:lnTo>
                    <a:pt x="3878025" y="0"/>
                  </a:lnTo>
                  <a:lnTo>
                    <a:pt x="3876313" y="0"/>
                  </a:lnTo>
                  <a:lnTo>
                    <a:pt x="3874602" y="0"/>
                  </a:lnTo>
                  <a:lnTo>
                    <a:pt x="3872890" y="0"/>
                  </a:lnTo>
                  <a:lnTo>
                    <a:pt x="3871179" y="0"/>
                  </a:lnTo>
                  <a:lnTo>
                    <a:pt x="3869468" y="0"/>
                  </a:lnTo>
                  <a:lnTo>
                    <a:pt x="3867756" y="0"/>
                  </a:lnTo>
                  <a:lnTo>
                    <a:pt x="3866045" y="0"/>
                  </a:lnTo>
                  <a:lnTo>
                    <a:pt x="3864333" y="0"/>
                  </a:lnTo>
                  <a:lnTo>
                    <a:pt x="3862622" y="0"/>
                  </a:lnTo>
                  <a:lnTo>
                    <a:pt x="3860911" y="0"/>
                  </a:lnTo>
                  <a:lnTo>
                    <a:pt x="3859199" y="0"/>
                  </a:lnTo>
                  <a:lnTo>
                    <a:pt x="3857488" y="0"/>
                  </a:lnTo>
                  <a:lnTo>
                    <a:pt x="3855776" y="0"/>
                  </a:lnTo>
                  <a:lnTo>
                    <a:pt x="3854065" y="0"/>
                  </a:lnTo>
                  <a:lnTo>
                    <a:pt x="3852354" y="0"/>
                  </a:lnTo>
                  <a:lnTo>
                    <a:pt x="3850642" y="0"/>
                  </a:lnTo>
                  <a:lnTo>
                    <a:pt x="3848931" y="0"/>
                  </a:lnTo>
                  <a:lnTo>
                    <a:pt x="3847219" y="0"/>
                  </a:lnTo>
                  <a:lnTo>
                    <a:pt x="3845508" y="0"/>
                  </a:lnTo>
                  <a:lnTo>
                    <a:pt x="3843797" y="0"/>
                  </a:lnTo>
                  <a:lnTo>
                    <a:pt x="3842085" y="0"/>
                  </a:lnTo>
                  <a:lnTo>
                    <a:pt x="3840374" y="0"/>
                  </a:lnTo>
                  <a:lnTo>
                    <a:pt x="3838662" y="0"/>
                  </a:lnTo>
                  <a:lnTo>
                    <a:pt x="3836951" y="0"/>
                  </a:lnTo>
                  <a:lnTo>
                    <a:pt x="3835240" y="0"/>
                  </a:lnTo>
                  <a:lnTo>
                    <a:pt x="3833528" y="0"/>
                  </a:lnTo>
                  <a:lnTo>
                    <a:pt x="3831817" y="0"/>
                  </a:lnTo>
                  <a:lnTo>
                    <a:pt x="3830105" y="0"/>
                  </a:lnTo>
                  <a:lnTo>
                    <a:pt x="3828394" y="0"/>
                  </a:lnTo>
                  <a:lnTo>
                    <a:pt x="3826683" y="0"/>
                  </a:lnTo>
                  <a:lnTo>
                    <a:pt x="3824971" y="0"/>
                  </a:lnTo>
                  <a:lnTo>
                    <a:pt x="3823260" y="0"/>
                  </a:lnTo>
                  <a:lnTo>
                    <a:pt x="3821548" y="0"/>
                  </a:lnTo>
                  <a:lnTo>
                    <a:pt x="3819837" y="0"/>
                  </a:lnTo>
                  <a:lnTo>
                    <a:pt x="3818126" y="0"/>
                  </a:lnTo>
                  <a:lnTo>
                    <a:pt x="3816414" y="0"/>
                  </a:lnTo>
                  <a:lnTo>
                    <a:pt x="3814703" y="0"/>
                  </a:lnTo>
                  <a:lnTo>
                    <a:pt x="3812991" y="0"/>
                  </a:lnTo>
                  <a:lnTo>
                    <a:pt x="3811280" y="0"/>
                  </a:lnTo>
                  <a:lnTo>
                    <a:pt x="3809569" y="0"/>
                  </a:lnTo>
                  <a:lnTo>
                    <a:pt x="3807857" y="0"/>
                  </a:lnTo>
                  <a:lnTo>
                    <a:pt x="3806146" y="0"/>
                  </a:lnTo>
                  <a:lnTo>
                    <a:pt x="3804434" y="0"/>
                  </a:lnTo>
                  <a:lnTo>
                    <a:pt x="3802723" y="0"/>
                  </a:lnTo>
                  <a:lnTo>
                    <a:pt x="3801012" y="0"/>
                  </a:lnTo>
                  <a:lnTo>
                    <a:pt x="3799300" y="0"/>
                  </a:lnTo>
                  <a:lnTo>
                    <a:pt x="3797589" y="0"/>
                  </a:lnTo>
                  <a:lnTo>
                    <a:pt x="3795877" y="0"/>
                  </a:lnTo>
                  <a:lnTo>
                    <a:pt x="3794166" y="0"/>
                  </a:lnTo>
                  <a:lnTo>
                    <a:pt x="3792455" y="0"/>
                  </a:lnTo>
                  <a:lnTo>
                    <a:pt x="3790743" y="0"/>
                  </a:lnTo>
                  <a:lnTo>
                    <a:pt x="3789032" y="0"/>
                  </a:lnTo>
                  <a:lnTo>
                    <a:pt x="3787321" y="0"/>
                  </a:lnTo>
                  <a:lnTo>
                    <a:pt x="3785609" y="0"/>
                  </a:lnTo>
                  <a:lnTo>
                    <a:pt x="3783898" y="0"/>
                  </a:lnTo>
                  <a:lnTo>
                    <a:pt x="3782186" y="0"/>
                  </a:lnTo>
                  <a:lnTo>
                    <a:pt x="3780475" y="0"/>
                  </a:lnTo>
                  <a:lnTo>
                    <a:pt x="3778764" y="0"/>
                  </a:lnTo>
                  <a:lnTo>
                    <a:pt x="3777052" y="0"/>
                  </a:lnTo>
                  <a:lnTo>
                    <a:pt x="3775341" y="0"/>
                  </a:lnTo>
                  <a:lnTo>
                    <a:pt x="3773629" y="0"/>
                  </a:lnTo>
                  <a:lnTo>
                    <a:pt x="3771918" y="0"/>
                  </a:lnTo>
                  <a:lnTo>
                    <a:pt x="3770207" y="0"/>
                  </a:lnTo>
                  <a:lnTo>
                    <a:pt x="3768495" y="0"/>
                  </a:lnTo>
                  <a:lnTo>
                    <a:pt x="3766784" y="0"/>
                  </a:lnTo>
                  <a:lnTo>
                    <a:pt x="3765072" y="0"/>
                  </a:lnTo>
                  <a:lnTo>
                    <a:pt x="3763361" y="0"/>
                  </a:lnTo>
                  <a:lnTo>
                    <a:pt x="3761650" y="0"/>
                  </a:lnTo>
                  <a:lnTo>
                    <a:pt x="3759938" y="0"/>
                  </a:lnTo>
                  <a:lnTo>
                    <a:pt x="3758227" y="0"/>
                  </a:lnTo>
                  <a:lnTo>
                    <a:pt x="3756515" y="0"/>
                  </a:lnTo>
                  <a:lnTo>
                    <a:pt x="3754804" y="0"/>
                  </a:lnTo>
                  <a:lnTo>
                    <a:pt x="3753093" y="0"/>
                  </a:lnTo>
                  <a:lnTo>
                    <a:pt x="3751381" y="0"/>
                  </a:lnTo>
                  <a:lnTo>
                    <a:pt x="3749670" y="0"/>
                  </a:lnTo>
                  <a:lnTo>
                    <a:pt x="3747958" y="0"/>
                  </a:lnTo>
                  <a:lnTo>
                    <a:pt x="3746247" y="0"/>
                  </a:lnTo>
                  <a:lnTo>
                    <a:pt x="3744536" y="0"/>
                  </a:lnTo>
                  <a:lnTo>
                    <a:pt x="3742824" y="0"/>
                  </a:lnTo>
                  <a:lnTo>
                    <a:pt x="3741113" y="0"/>
                  </a:lnTo>
                  <a:lnTo>
                    <a:pt x="3739401" y="0"/>
                  </a:lnTo>
                  <a:lnTo>
                    <a:pt x="3737690" y="0"/>
                  </a:lnTo>
                  <a:lnTo>
                    <a:pt x="3735979" y="0"/>
                  </a:lnTo>
                  <a:lnTo>
                    <a:pt x="3734267" y="0"/>
                  </a:lnTo>
                  <a:lnTo>
                    <a:pt x="3732556" y="0"/>
                  </a:lnTo>
                  <a:lnTo>
                    <a:pt x="3730844" y="0"/>
                  </a:lnTo>
                  <a:lnTo>
                    <a:pt x="3729133" y="0"/>
                  </a:lnTo>
                  <a:lnTo>
                    <a:pt x="3727422" y="0"/>
                  </a:lnTo>
                  <a:lnTo>
                    <a:pt x="3725710" y="0"/>
                  </a:lnTo>
                  <a:lnTo>
                    <a:pt x="3723999" y="0"/>
                  </a:lnTo>
                  <a:lnTo>
                    <a:pt x="3722287" y="0"/>
                  </a:lnTo>
                  <a:lnTo>
                    <a:pt x="3720576" y="0"/>
                  </a:lnTo>
                  <a:lnTo>
                    <a:pt x="3718865" y="0"/>
                  </a:lnTo>
                  <a:lnTo>
                    <a:pt x="3717153" y="0"/>
                  </a:lnTo>
                  <a:lnTo>
                    <a:pt x="3715442" y="0"/>
                  </a:lnTo>
                  <a:lnTo>
                    <a:pt x="3713730" y="0"/>
                  </a:lnTo>
                  <a:lnTo>
                    <a:pt x="3712019" y="0"/>
                  </a:lnTo>
                  <a:lnTo>
                    <a:pt x="3710308" y="0"/>
                  </a:lnTo>
                  <a:lnTo>
                    <a:pt x="3708596" y="0"/>
                  </a:lnTo>
                  <a:lnTo>
                    <a:pt x="3706885" y="0"/>
                  </a:lnTo>
                  <a:lnTo>
                    <a:pt x="3705173" y="0"/>
                  </a:lnTo>
                  <a:lnTo>
                    <a:pt x="3703462" y="0"/>
                  </a:lnTo>
                  <a:lnTo>
                    <a:pt x="3701751" y="0"/>
                  </a:lnTo>
                  <a:lnTo>
                    <a:pt x="3700039" y="0"/>
                  </a:lnTo>
                  <a:lnTo>
                    <a:pt x="3698328" y="0"/>
                  </a:lnTo>
                  <a:lnTo>
                    <a:pt x="3696616" y="0"/>
                  </a:lnTo>
                  <a:lnTo>
                    <a:pt x="3694905" y="0"/>
                  </a:lnTo>
                  <a:lnTo>
                    <a:pt x="3693194" y="0"/>
                  </a:lnTo>
                  <a:lnTo>
                    <a:pt x="3691482" y="0"/>
                  </a:lnTo>
                  <a:lnTo>
                    <a:pt x="3689771" y="0"/>
                  </a:lnTo>
                  <a:lnTo>
                    <a:pt x="3688060" y="0"/>
                  </a:lnTo>
                  <a:lnTo>
                    <a:pt x="3686348" y="0"/>
                  </a:lnTo>
                  <a:lnTo>
                    <a:pt x="3684637" y="0"/>
                  </a:lnTo>
                  <a:lnTo>
                    <a:pt x="3682925" y="0"/>
                  </a:lnTo>
                  <a:lnTo>
                    <a:pt x="3681214" y="0"/>
                  </a:lnTo>
                  <a:lnTo>
                    <a:pt x="3679503" y="0"/>
                  </a:lnTo>
                  <a:lnTo>
                    <a:pt x="3677791" y="0"/>
                  </a:lnTo>
                  <a:lnTo>
                    <a:pt x="3676080" y="0"/>
                  </a:lnTo>
                  <a:lnTo>
                    <a:pt x="3674368" y="0"/>
                  </a:lnTo>
                  <a:lnTo>
                    <a:pt x="3672657" y="0"/>
                  </a:lnTo>
                  <a:lnTo>
                    <a:pt x="3670946" y="0"/>
                  </a:lnTo>
                  <a:lnTo>
                    <a:pt x="3669234" y="0"/>
                  </a:lnTo>
                  <a:lnTo>
                    <a:pt x="3667523" y="0"/>
                  </a:lnTo>
                  <a:lnTo>
                    <a:pt x="3665811" y="0"/>
                  </a:lnTo>
                  <a:lnTo>
                    <a:pt x="3664100" y="0"/>
                  </a:lnTo>
                  <a:lnTo>
                    <a:pt x="3662389" y="0"/>
                  </a:lnTo>
                  <a:lnTo>
                    <a:pt x="3660677" y="0"/>
                  </a:lnTo>
                  <a:lnTo>
                    <a:pt x="3658966" y="0"/>
                  </a:lnTo>
                  <a:lnTo>
                    <a:pt x="3657254" y="0"/>
                  </a:lnTo>
                  <a:lnTo>
                    <a:pt x="3655543" y="0"/>
                  </a:lnTo>
                  <a:lnTo>
                    <a:pt x="3653832" y="0"/>
                  </a:lnTo>
                  <a:lnTo>
                    <a:pt x="3652120" y="0"/>
                  </a:lnTo>
                  <a:lnTo>
                    <a:pt x="3650409" y="0"/>
                  </a:lnTo>
                  <a:lnTo>
                    <a:pt x="3648697" y="0"/>
                  </a:lnTo>
                  <a:lnTo>
                    <a:pt x="3646986" y="0"/>
                  </a:lnTo>
                  <a:lnTo>
                    <a:pt x="3645275" y="0"/>
                  </a:lnTo>
                  <a:lnTo>
                    <a:pt x="3643563" y="0"/>
                  </a:lnTo>
                  <a:lnTo>
                    <a:pt x="3641852" y="0"/>
                  </a:lnTo>
                  <a:lnTo>
                    <a:pt x="3640140" y="0"/>
                  </a:lnTo>
                  <a:lnTo>
                    <a:pt x="3638429" y="0"/>
                  </a:lnTo>
                  <a:lnTo>
                    <a:pt x="3636718" y="0"/>
                  </a:lnTo>
                  <a:lnTo>
                    <a:pt x="3635006" y="0"/>
                  </a:lnTo>
                  <a:lnTo>
                    <a:pt x="3633295" y="0"/>
                  </a:lnTo>
                  <a:lnTo>
                    <a:pt x="3631583" y="0"/>
                  </a:lnTo>
                  <a:lnTo>
                    <a:pt x="3629872" y="0"/>
                  </a:lnTo>
                  <a:lnTo>
                    <a:pt x="3628161" y="0"/>
                  </a:lnTo>
                  <a:lnTo>
                    <a:pt x="3626449" y="0"/>
                  </a:lnTo>
                  <a:lnTo>
                    <a:pt x="3624738" y="0"/>
                  </a:lnTo>
                  <a:lnTo>
                    <a:pt x="3623026" y="0"/>
                  </a:lnTo>
                  <a:lnTo>
                    <a:pt x="3621315" y="0"/>
                  </a:lnTo>
                  <a:lnTo>
                    <a:pt x="3619604" y="0"/>
                  </a:lnTo>
                  <a:lnTo>
                    <a:pt x="3617892" y="0"/>
                  </a:lnTo>
                  <a:lnTo>
                    <a:pt x="3616181" y="0"/>
                  </a:lnTo>
                  <a:lnTo>
                    <a:pt x="3614469" y="0"/>
                  </a:lnTo>
                  <a:lnTo>
                    <a:pt x="3612758" y="0"/>
                  </a:lnTo>
                  <a:lnTo>
                    <a:pt x="3611047" y="0"/>
                  </a:lnTo>
                  <a:lnTo>
                    <a:pt x="3609335" y="0"/>
                  </a:lnTo>
                  <a:lnTo>
                    <a:pt x="3607624" y="0"/>
                  </a:lnTo>
                  <a:lnTo>
                    <a:pt x="3605912" y="0"/>
                  </a:lnTo>
                  <a:lnTo>
                    <a:pt x="3604201" y="0"/>
                  </a:lnTo>
                  <a:lnTo>
                    <a:pt x="3602490" y="0"/>
                  </a:lnTo>
                  <a:lnTo>
                    <a:pt x="3600778" y="0"/>
                  </a:lnTo>
                  <a:lnTo>
                    <a:pt x="3599067" y="0"/>
                  </a:lnTo>
                  <a:lnTo>
                    <a:pt x="3597355" y="0"/>
                  </a:lnTo>
                  <a:lnTo>
                    <a:pt x="3595644" y="0"/>
                  </a:lnTo>
                  <a:lnTo>
                    <a:pt x="3593933" y="0"/>
                  </a:lnTo>
                  <a:lnTo>
                    <a:pt x="3592221" y="0"/>
                  </a:lnTo>
                  <a:lnTo>
                    <a:pt x="3590510" y="0"/>
                  </a:lnTo>
                  <a:lnTo>
                    <a:pt x="3588798" y="0"/>
                  </a:lnTo>
                  <a:lnTo>
                    <a:pt x="3587087" y="0"/>
                  </a:lnTo>
                  <a:lnTo>
                    <a:pt x="3585376" y="0"/>
                  </a:lnTo>
                  <a:lnTo>
                    <a:pt x="3583664" y="0"/>
                  </a:lnTo>
                  <a:lnTo>
                    <a:pt x="3581953" y="0"/>
                  </a:lnTo>
                  <a:lnTo>
                    <a:pt x="3580242" y="0"/>
                  </a:lnTo>
                  <a:lnTo>
                    <a:pt x="3578530" y="0"/>
                  </a:lnTo>
                  <a:lnTo>
                    <a:pt x="3576819" y="0"/>
                  </a:lnTo>
                  <a:lnTo>
                    <a:pt x="3575107" y="0"/>
                  </a:lnTo>
                  <a:lnTo>
                    <a:pt x="3573396" y="0"/>
                  </a:lnTo>
                  <a:lnTo>
                    <a:pt x="3571685" y="0"/>
                  </a:lnTo>
                  <a:lnTo>
                    <a:pt x="3569973" y="0"/>
                  </a:lnTo>
                  <a:lnTo>
                    <a:pt x="3568262" y="0"/>
                  </a:lnTo>
                  <a:lnTo>
                    <a:pt x="3566550" y="0"/>
                  </a:lnTo>
                  <a:lnTo>
                    <a:pt x="3564839" y="0"/>
                  </a:lnTo>
                  <a:lnTo>
                    <a:pt x="3563128" y="0"/>
                  </a:lnTo>
                  <a:lnTo>
                    <a:pt x="3561416" y="0"/>
                  </a:lnTo>
                  <a:lnTo>
                    <a:pt x="3559705" y="0"/>
                  </a:lnTo>
                  <a:lnTo>
                    <a:pt x="3557993" y="0"/>
                  </a:lnTo>
                  <a:lnTo>
                    <a:pt x="3556282" y="0"/>
                  </a:lnTo>
                  <a:lnTo>
                    <a:pt x="3554571" y="0"/>
                  </a:lnTo>
                  <a:lnTo>
                    <a:pt x="3552859" y="0"/>
                  </a:lnTo>
                  <a:lnTo>
                    <a:pt x="3551148" y="0"/>
                  </a:lnTo>
                  <a:lnTo>
                    <a:pt x="3549436" y="0"/>
                  </a:lnTo>
                  <a:lnTo>
                    <a:pt x="3547725" y="0"/>
                  </a:lnTo>
                  <a:lnTo>
                    <a:pt x="3546014" y="0"/>
                  </a:lnTo>
                  <a:lnTo>
                    <a:pt x="3544302" y="0"/>
                  </a:lnTo>
                  <a:lnTo>
                    <a:pt x="3542591" y="0"/>
                  </a:lnTo>
                  <a:lnTo>
                    <a:pt x="3540879" y="0"/>
                  </a:lnTo>
                  <a:lnTo>
                    <a:pt x="3539168" y="0"/>
                  </a:lnTo>
                  <a:lnTo>
                    <a:pt x="3537457" y="0"/>
                  </a:lnTo>
                  <a:lnTo>
                    <a:pt x="3535745" y="0"/>
                  </a:lnTo>
                  <a:lnTo>
                    <a:pt x="3534034" y="0"/>
                  </a:lnTo>
                  <a:lnTo>
                    <a:pt x="3532322" y="0"/>
                  </a:lnTo>
                  <a:lnTo>
                    <a:pt x="3530611" y="0"/>
                  </a:lnTo>
                  <a:lnTo>
                    <a:pt x="3528900" y="0"/>
                  </a:lnTo>
                  <a:lnTo>
                    <a:pt x="3527188" y="0"/>
                  </a:lnTo>
                  <a:lnTo>
                    <a:pt x="3525477" y="0"/>
                  </a:lnTo>
                  <a:lnTo>
                    <a:pt x="3523765" y="0"/>
                  </a:lnTo>
                  <a:lnTo>
                    <a:pt x="3522054" y="0"/>
                  </a:lnTo>
                  <a:lnTo>
                    <a:pt x="3520343" y="0"/>
                  </a:lnTo>
                  <a:lnTo>
                    <a:pt x="3518631" y="0"/>
                  </a:lnTo>
                  <a:lnTo>
                    <a:pt x="3516920" y="0"/>
                  </a:lnTo>
                  <a:lnTo>
                    <a:pt x="3515208" y="0"/>
                  </a:lnTo>
                  <a:lnTo>
                    <a:pt x="3513497" y="0"/>
                  </a:lnTo>
                  <a:lnTo>
                    <a:pt x="3511786" y="0"/>
                  </a:lnTo>
                  <a:lnTo>
                    <a:pt x="3510074" y="0"/>
                  </a:lnTo>
                  <a:lnTo>
                    <a:pt x="3508363" y="0"/>
                  </a:lnTo>
                  <a:lnTo>
                    <a:pt x="3506651" y="0"/>
                  </a:lnTo>
                  <a:lnTo>
                    <a:pt x="3504940" y="0"/>
                  </a:lnTo>
                  <a:lnTo>
                    <a:pt x="3503229" y="0"/>
                  </a:lnTo>
                  <a:lnTo>
                    <a:pt x="3501517" y="0"/>
                  </a:lnTo>
                  <a:lnTo>
                    <a:pt x="3499806" y="0"/>
                  </a:lnTo>
                  <a:lnTo>
                    <a:pt x="3498094" y="0"/>
                  </a:lnTo>
                  <a:lnTo>
                    <a:pt x="3496383" y="0"/>
                  </a:lnTo>
                  <a:lnTo>
                    <a:pt x="3494672" y="0"/>
                  </a:lnTo>
                  <a:lnTo>
                    <a:pt x="3492960" y="0"/>
                  </a:lnTo>
                  <a:lnTo>
                    <a:pt x="3491249" y="0"/>
                  </a:lnTo>
                  <a:lnTo>
                    <a:pt x="3489537" y="0"/>
                  </a:lnTo>
                  <a:lnTo>
                    <a:pt x="3487826" y="0"/>
                  </a:lnTo>
                  <a:lnTo>
                    <a:pt x="3486115" y="0"/>
                  </a:lnTo>
                  <a:lnTo>
                    <a:pt x="3484403" y="0"/>
                  </a:lnTo>
                  <a:lnTo>
                    <a:pt x="3482692" y="0"/>
                  </a:lnTo>
                  <a:lnTo>
                    <a:pt x="3480980" y="0"/>
                  </a:lnTo>
                  <a:lnTo>
                    <a:pt x="3479269" y="0"/>
                  </a:lnTo>
                  <a:lnTo>
                    <a:pt x="3477558" y="0"/>
                  </a:lnTo>
                  <a:lnTo>
                    <a:pt x="3475846" y="0"/>
                  </a:lnTo>
                  <a:lnTo>
                    <a:pt x="3474135" y="0"/>
                  </a:lnTo>
                  <a:lnTo>
                    <a:pt x="3472424" y="0"/>
                  </a:lnTo>
                  <a:lnTo>
                    <a:pt x="3470712" y="0"/>
                  </a:lnTo>
                  <a:lnTo>
                    <a:pt x="3469001" y="0"/>
                  </a:lnTo>
                  <a:lnTo>
                    <a:pt x="3467289" y="0"/>
                  </a:lnTo>
                  <a:lnTo>
                    <a:pt x="3465578" y="0"/>
                  </a:lnTo>
                  <a:lnTo>
                    <a:pt x="3463867" y="0"/>
                  </a:lnTo>
                  <a:lnTo>
                    <a:pt x="3462155" y="0"/>
                  </a:lnTo>
                  <a:lnTo>
                    <a:pt x="3460444" y="0"/>
                  </a:lnTo>
                  <a:lnTo>
                    <a:pt x="3458732" y="0"/>
                  </a:lnTo>
                  <a:lnTo>
                    <a:pt x="3457021" y="0"/>
                  </a:lnTo>
                  <a:lnTo>
                    <a:pt x="3455310" y="0"/>
                  </a:lnTo>
                  <a:lnTo>
                    <a:pt x="3453598" y="0"/>
                  </a:lnTo>
                  <a:lnTo>
                    <a:pt x="3451887" y="0"/>
                  </a:lnTo>
                  <a:lnTo>
                    <a:pt x="3450175" y="0"/>
                  </a:lnTo>
                  <a:lnTo>
                    <a:pt x="3448464" y="0"/>
                  </a:lnTo>
                  <a:lnTo>
                    <a:pt x="3446753" y="0"/>
                  </a:lnTo>
                  <a:lnTo>
                    <a:pt x="3445041" y="0"/>
                  </a:lnTo>
                  <a:lnTo>
                    <a:pt x="3443330" y="0"/>
                  </a:lnTo>
                  <a:lnTo>
                    <a:pt x="3441618" y="0"/>
                  </a:lnTo>
                  <a:lnTo>
                    <a:pt x="3439907" y="0"/>
                  </a:lnTo>
                  <a:lnTo>
                    <a:pt x="3438196" y="0"/>
                  </a:lnTo>
                  <a:lnTo>
                    <a:pt x="3436484" y="0"/>
                  </a:lnTo>
                  <a:lnTo>
                    <a:pt x="3434773" y="0"/>
                  </a:lnTo>
                  <a:lnTo>
                    <a:pt x="3433061" y="0"/>
                  </a:lnTo>
                  <a:lnTo>
                    <a:pt x="3431350" y="0"/>
                  </a:lnTo>
                  <a:lnTo>
                    <a:pt x="3429639" y="0"/>
                  </a:lnTo>
                  <a:lnTo>
                    <a:pt x="3427927" y="0"/>
                  </a:lnTo>
                  <a:lnTo>
                    <a:pt x="3426216" y="0"/>
                  </a:lnTo>
                  <a:lnTo>
                    <a:pt x="3424504" y="0"/>
                  </a:lnTo>
                  <a:lnTo>
                    <a:pt x="3422793" y="0"/>
                  </a:lnTo>
                  <a:lnTo>
                    <a:pt x="3421082" y="0"/>
                  </a:lnTo>
                  <a:lnTo>
                    <a:pt x="3419370" y="0"/>
                  </a:lnTo>
                  <a:lnTo>
                    <a:pt x="3417659" y="0"/>
                  </a:lnTo>
                  <a:lnTo>
                    <a:pt x="3415947" y="0"/>
                  </a:lnTo>
                  <a:lnTo>
                    <a:pt x="3414236" y="0"/>
                  </a:lnTo>
                  <a:lnTo>
                    <a:pt x="3412525" y="0"/>
                  </a:lnTo>
                  <a:lnTo>
                    <a:pt x="3410813" y="0"/>
                  </a:lnTo>
                  <a:lnTo>
                    <a:pt x="3409102" y="0"/>
                  </a:lnTo>
                  <a:lnTo>
                    <a:pt x="3407390" y="0"/>
                  </a:lnTo>
                  <a:lnTo>
                    <a:pt x="3405679" y="0"/>
                  </a:lnTo>
                  <a:lnTo>
                    <a:pt x="3403968" y="0"/>
                  </a:lnTo>
                  <a:lnTo>
                    <a:pt x="3402256" y="0"/>
                  </a:lnTo>
                  <a:lnTo>
                    <a:pt x="3400545" y="0"/>
                  </a:lnTo>
                  <a:lnTo>
                    <a:pt x="3398833" y="0"/>
                  </a:lnTo>
                  <a:lnTo>
                    <a:pt x="3397122" y="0"/>
                  </a:lnTo>
                  <a:lnTo>
                    <a:pt x="3395411" y="0"/>
                  </a:lnTo>
                  <a:lnTo>
                    <a:pt x="3393699" y="0"/>
                  </a:lnTo>
                  <a:lnTo>
                    <a:pt x="3391988" y="0"/>
                  </a:lnTo>
                  <a:lnTo>
                    <a:pt x="3390276" y="0"/>
                  </a:lnTo>
                  <a:lnTo>
                    <a:pt x="3388565" y="0"/>
                  </a:lnTo>
                  <a:lnTo>
                    <a:pt x="3386854" y="0"/>
                  </a:lnTo>
                  <a:lnTo>
                    <a:pt x="3385142" y="0"/>
                  </a:lnTo>
                  <a:lnTo>
                    <a:pt x="3383431" y="0"/>
                  </a:lnTo>
                  <a:lnTo>
                    <a:pt x="3381719" y="0"/>
                  </a:lnTo>
                  <a:lnTo>
                    <a:pt x="3380008" y="0"/>
                  </a:lnTo>
                  <a:lnTo>
                    <a:pt x="3378297" y="0"/>
                  </a:lnTo>
                  <a:lnTo>
                    <a:pt x="3376585" y="0"/>
                  </a:lnTo>
                  <a:lnTo>
                    <a:pt x="3374874" y="0"/>
                  </a:lnTo>
                  <a:lnTo>
                    <a:pt x="3373162" y="0"/>
                  </a:lnTo>
                  <a:lnTo>
                    <a:pt x="3371451" y="0"/>
                  </a:lnTo>
                  <a:lnTo>
                    <a:pt x="3369740" y="0"/>
                  </a:lnTo>
                  <a:lnTo>
                    <a:pt x="3368028" y="0"/>
                  </a:lnTo>
                  <a:lnTo>
                    <a:pt x="3366317" y="0"/>
                  </a:lnTo>
                  <a:lnTo>
                    <a:pt x="3364606" y="0"/>
                  </a:lnTo>
                  <a:lnTo>
                    <a:pt x="3362894" y="0"/>
                  </a:lnTo>
                  <a:lnTo>
                    <a:pt x="3361183" y="0"/>
                  </a:lnTo>
                  <a:lnTo>
                    <a:pt x="3359471" y="0"/>
                  </a:lnTo>
                  <a:lnTo>
                    <a:pt x="3357760" y="0"/>
                  </a:lnTo>
                  <a:lnTo>
                    <a:pt x="3356049" y="0"/>
                  </a:lnTo>
                  <a:lnTo>
                    <a:pt x="3354337" y="0"/>
                  </a:lnTo>
                  <a:lnTo>
                    <a:pt x="3352626" y="0"/>
                  </a:lnTo>
                  <a:lnTo>
                    <a:pt x="3350914" y="0"/>
                  </a:lnTo>
                  <a:lnTo>
                    <a:pt x="3349203" y="0"/>
                  </a:lnTo>
                  <a:lnTo>
                    <a:pt x="3347492" y="0"/>
                  </a:lnTo>
                  <a:lnTo>
                    <a:pt x="3345780" y="0"/>
                  </a:lnTo>
                  <a:lnTo>
                    <a:pt x="3344069" y="0"/>
                  </a:lnTo>
                  <a:lnTo>
                    <a:pt x="3342357" y="0"/>
                  </a:lnTo>
                  <a:lnTo>
                    <a:pt x="3340646" y="0"/>
                  </a:lnTo>
                  <a:lnTo>
                    <a:pt x="3338935" y="0"/>
                  </a:lnTo>
                  <a:lnTo>
                    <a:pt x="3337223" y="0"/>
                  </a:lnTo>
                  <a:lnTo>
                    <a:pt x="3335512" y="0"/>
                  </a:lnTo>
                  <a:lnTo>
                    <a:pt x="3333800" y="0"/>
                  </a:lnTo>
                  <a:lnTo>
                    <a:pt x="3332089" y="0"/>
                  </a:lnTo>
                  <a:lnTo>
                    <a:pt x="3330378" y="0"/>
                  </a:lnTo>
                  <a:lnTo>
                    <a:pt x="3328666" y="0"/>
                  </a:lnTo>
                  <a:lnTo>
                    <a:pt x="3326955" y="0"/>
                  </a:lnTo>
                  <a:lnTo>
                    <a:pt x="3325243" y="0"/>
                  </a:lnTo>
                  <a:lnTo>
                    <a:pt x="3323532" y="0"/>
                  </a:lnTo>
                  <a:lnTo>
                    <a:pt x="3321821" y="0"/>
                  </a:lnTo>
                  <a:lnTo>
                    <a:pt x="3320109" y="0"/>
                  </a:lnTo>
                  <a:lnTo>
                    <a:pt x="3318398" y="0"/>
                  </a:lnTo>
                  <a:lnTo>
                    <a:pt x="3316686" y="0"/>
                  </a:lnTo>
                  <a:lnTo>
                    <a:pt x="3314975" y="0"/>
                  </a:lnTo>
                  <a:lnTo>
                    <a:pt x="3313264" y="0"/>
                  </a:lnTo>
                  <a:lnTo>
                    <a:pt x="3311552" y="0"/>
                  </a:lnTo>
                  <a:lnTo>
                    <a:pt x="3309841" y="0"/>
                  </a:lnTo>
                  <a:lnTo>
                    <a:pt x="3308129" y="0"/>
                  </a:lnTo>
                  <a:lnTo>
                    <a:pt x="3306418" y="0"/>
                  </a:lnTo>
                  <a:lnTo>
                    <a:pt x="3304707" y="0"/>
                  </a:lnTo>
                  <a:lnTo>
                    <a:pt x="3302995" y="0"/>
                  </a:lnTo>
                  <a:lnTo>
                    <a:pt x="3301284" y="0"/>
                  </a:lnTo>
                  <a:lnTo>
                    <a:pt x="3299572" y="0"/>
                  </a:lnTo>
                  <a:lnTo>
                    <a:pt x="3297861" y="0"/>
                  </a:lnTo>
                  <a:lnTo>
                    <a:pt x="3296150" y="0"/>
                  </a:lnTo>
                  <a:lnTo>
                    <a:pt x="3294438" y="0"/>
                  </a:lnTo>
                  <a:lnTo>
                    <a:pt x="3292727" y="0"/>
                  </a:lnTo>
                  <a:lnTo>
                    <a:pt x="3291015" y="0"/>
                  </a:lnTo>
                  <a:lnTo>
                    <a:pt x="3289304" y="0"/>
                  </a:lnTo>
                  <a:lnTo>
                    <a:pt x="3287593" y="0"/>
                  </a:lnTo>
                  <a:lnTo>
                    <a:pt x="3285881" y="0"/>
                  </a:lnTo>
                  <a:lnTo>
                    <a:pt x="3284170" y="0"/>
                  </a:lnTo>
                  <a:lnTo>
                    <a:pt x="3282458" y="0"/>
                  </a:lnTo>
                  <a:lnTo>
                    <a:pt x="3280747" y="0"/>
                  </a:lnTo>
                  <a:lnTo>
                    <a:pt x="3279036" y="0"/>
                  </a:lnTo>
                  <a:lnTo>
                    <a:pt x="3277324" y="0"/>
                  </a:lnTo>
                  <a:lnTo>
                    <a:pt x="3275613" y="0"/>
                  </a:lnTo>
                  <a:lnTo>
                    <a:pt x="3273901" y="0"/>
                  </a:lnTo>
                  <a:lnTo>
                    <a:pt x="3272190" y="0"/>
                  </a:lnTo>
                  <a:lnTo>
                    <a:pt x="3270479" y="0"/>
                  </a:lnTo>
                  <a:lnTo>
                    <a:pt x="3268767" y="0"/>
                  </a:lnTo>
                  <a:lnTo>
                    <a:pt x="3267056" y="0"/>
                  </a:lnTo>
                  <a:lnTo>
                    <a:pt x="3265345" y="0"/>
                  </a:lnTo>
                  <a:lnTo>
                    <a:pt x="3263633" y="0"/>
                  </a:lnTo>
                  <a:lnTo>
                    <a:pt x="3261922" y="0"/>
                  </a:lnTo>
                  <a:lnTo>
                    <a:pt x="3260210" y="0"/>
                  </a:lnTo>
                  <a:lnTo>
                    <a:pt x="3258499" y="0"/>
                  </a:lnTo>
                  <a:lnTo>
                    <a:pt x="3256788" y="0"/>
                  </a:lnTo>
                  <a:lnTo>
                    <a:pt x="3255076" y="0"/>
                  </a:lnTo>
                  <a:lnTo>
                    <a:pt x="3253365" y="0"/>
                  </a:lnTo>
                  <a:lnTo>
                    <a:pt x="3251653" y="0"/>
                  </a:lnTo>
                  <a:lnTo>
                    <a:pt x="3249942" y="0"/>
                  </a:lnTo>
                  <a:lnTo>
                    <a:pt x="3248231" y="0"/>
                  </a:lnTo>
                  <a:lnTo>
                    <a:pt x="3246519" y="0"/>
                  </a:lnTo>
                  <a:lnTo>
                    <a:pt x="3244808" y="0"/>
                  </a:lnTo>
                  <a:lnTo>
                    <a:pt x="3243096" y="0"/>
                  </a:lnTo>
                  <a:lnTo>
                    <a:pt x="3241385" y="0"/>
                  </a:lnTo>
                  <a:lnTo>
                    <a:pt x="3239674" y="0"/>
                  </a:lnTo>
                  <a:lnTo>
                    <a:pt x="3237962" y="0"/>
                  </a:lnTo>
                  <a:lnTo>
                    <a:pt x="3236251" y="0"/>
                  </a:lnTo>
                  <a:lnTo>
                    <a:pt x="3234539" y="0"/>
                  </a:lnTo>
                  <a:lnTo>
                    <a:pt x="3232828" y="0"/>
                  </a:lnTo>
                  <a:lnTo>
                    <a:pt x="3231117" y="0"/>
                  </a:lnTo>
                  <a:lnTo>
                    <a:pt x="3229405" y="0"/>
                  </a:lnTo>
                  <a:lnTo>
                    <a:pt x="3227694" y="0"/>
                  </a:lnTo>
                  <a:lnTo>
                    <a:pt x="3225982" y="0"/>
                  </a:lnTo>
                  <a:lnTo>
                    <a:pt x="3224271" y="0"/>
                  </a:lnTo>
                  <a:lnTo>
                    <a:pt x="3222560" y="0"/>
                  </a:lnTo>
                  <a:lnTo>
                    <a:pt x="3220848" y="0"/>
                  </a:lnTo>
                  <a:lnTo>
                    <a:pt x="3219137" y="0"/>
                  </a:lnTo>
                  <a:lnTo>
                    <a:pt x="3217425" y="0"/>
                  </a:lnTo>
                  <a:lnTo>
                    <a:pt x="3215714" y="0"/>
                  </a:lnTo>
                  <a:lnTo>
                    <a:pt x="3214003" y="0"/>
                  </a:lnTo>
                  <a:lnTo>
                    <a:pt x="3212291" y="0"/>
                  </a:lnTo>
                  <a:lnTo>
                    <a:pt x="3210580" y="0"/>
                  </a:lnTo>
                  <a:lnTo>
                    <a:pt x="3208868" y="0"/>
                  </a:lnTo>
                  <a:lnTo>
                    <a:pt x="3207157" y="0"/>
                  </a:lnTo>
                  <a:lnTo>
                    <a:pt x="3205446" y="0"/>
                  </a:lnTo>
                  <a:lnTo>
                    <a:pt x="3203734" y="0"/>
                  </a:lnTo>
                  <a:lnTo>
                    <a:pt x="3202023" y="0"/>
                  </a:lnTo>
                  <a:lnTo>
                    <a:pt x="3200311" y="0"/>
                  </a:lnTo>
                  <a:lnTo>
                    <a:pt x="3198600" y="0"/>
                  </a:lnTo>
                  <a:lnTo>
                    <a:pt x="3196889" y="0"/>
                  </a:lnTo>
                  <a:lnTo>
                    <a:pt x="3195177" y="0"/>
                  </a:lnTo>
                  <a:lnTo>
                    <a:pt x="3193466" y="0"/>
                  </a:lnTo>
                  <a:lnTo>
                    <a:pt x="3191754" y="0"/>
                  </a:lnTo>
                  <a:lnTo>
                    <a:pt x="3190043" y="0"/>
                  </a:lnTo>
                  <a:lnTo>
                    <a:pt x="3188332" y="0"/>
                  </a:lnTo>
                  <a:lnTo>
                    <a:pt x="3186620" y="0"/>
                  </a:lnTo>
                  <a:lnTo>
                    <a:pt x="3184909" y="0"/>
                  </a:lnTo>
                  <a:lnTo>
                    <a:pt x="3183197" y="0"/>
                  </a:lnTo>
                  <a:lnTo>
                    <a:pt x="3181486" y="0"/>
                  </a:lnTo>
                  <a:lnTo>
                    <a:pt x="3179775" y="0"/>
                  </a:lnTo>
                  <a:lnTo>
                    <a:pt x="3178063" y="0"/>
                  </a:lnTo>
                  <a:lnTo>
                    <a:pt x="3176352" y="0"/>
                  </a:lnTo>
                  <a:lnTo>
                    <a:pt x="3174640" y="0"/>
                  </a:lnTo>
                  <a:lnTo>
                    <a:pt x="3172929" y="0"/>
                  </a:lnTo>
                  <a:lnTo>
                    <a:pt x="3171218" y="0"/>
                  </a:lnTo>
                  <a:lnTo>
                    <a:pt x="3169506" y="0"/>
                  </a:lnTo>
                  <a:lnTo>
                    <a:pt x="3167795" y="0"/>
                  </a:lnTo>
                  <a:lnTo>
                    <a:pt x="3166083" y="0"/>
                  </a:lnTo>
                  <a:lnTo>
                    <a:pt x="3164372" y="0"/>
                  </a:lnTo>
                  <a:lnTo>
                    <a:pt x="3162661" y="0"/>
                  </a:lnTo>
                  <a:lnTo>
                    <a:pt x="3160949" y="0"/>
                  </a:lnTo>
                  <a:lnTo>
                    <a:pt x="3159238" y="0"/>
                  </a:lnTo>
                  <a:lnTo>
                    <a:pt x="3157527" y="0"/>
                  </a:lnTo>
                  <a:lnTo>
                    <a:pt x="3155815" y="0"/>
                  </a:lnTo>
                  <a:lnTo>
                    <a:pt x="3154104" y="0"/>
                  </a:lnTo>
                  <a:lnTo>
                    <a:pt x="3152392" y="0"/>
                  </a:lnTo>
                  <a:lnTo>
                    <a:pt x="3150681" y="0"/>
                  </a:lnTo>
                  <a:lnTo>
                    <a:pt x="3148970" y="0"/>
                  </a:lnTo>
                  <a:lnTo>
                    <a:pt x="3147258" y="0"/>
                  </a:lnTo>
                  <a:lnTo>
                    <a:pt x="3145547" y="0"/>
                  </a:lnTo>
                  <a:lnTo>
                    <a:pt x="3143835" y="0"/>
                  </a:lnTo>
                  <a:lnTo>
                    <a:pt x="3142124" y="0"/>
                  </a:lnTo>
                  <a:lnTo>
                    <a:pt x="3140413" y="0"/>
                  </a:lnTo>
                  <a:lnTo>
                    <a:pt x="3138701" y="0"/>
                  </a:lnTo>
                  <a:lnTo>
                    <a:pt x="3136990" y="0"/>
                  </a:lnTo>
                  <a:lnTo>
                    <a:pt x="3135278" y="0"/>
                  </a:lnTo>
                  <a:lnTo>
                    <a:pt x="3133567" y="0"/>
                  </a:lnTo>
                  <a:lnTo>
                    <a:pt x="3131856" y="0"/>
                  </a:lnTo>
                  <a:lnTo>
                    <a:pt x="3130144" y="0"/>
                  </a:lnTo>
                  <a:lnTo>
                    <a:pt x="3128433" y="0"/>
                  </a:lnTo>
                  <a:lnTo>
                    <a:pt x="3126721" y="0"/>
                  </a:lnTo>
                  <a:lnTo>
                    <a:pt x="3125010" y="0"/>
                  </a:lnTo>
                  <a:lnTo>
                    <a:pt x="3123299" y="0"/>
                  </a:lnTo>
                  <a:lnTo>
                    <a:pt x="3121587" y="0"/>
                  </a:lnTo>
                  <a:lnTo>
                    <a:pt x="3119876" y="0"/>
                  </a:lnTo>
                  <a:lnTo>
                    <a:pt x="3118164" y="0"/>
                  </a:lnTo>
                  <a:lnTo>
                    <a:pt x="3116453" y="0"/>
                  </a:lnTo>
                  <a:lnTo>
                    <a:pt x="3114742" y="0"/>
                  </a:lnTo>
                  <a:lnTo>
                    <a:pt x="3113030" y="0"/>
                  </a:lnTo>
                  <a:lnTo>
                    <a:pt x="3111319" y="0"/>
                  </a:lnTo>
                  <a:lnTo>
                    <a:pt x="3109607" y="0"/>
                  </a:lnTo>
                  <a:lnTo>
                    <a:pt x="3107896" y="0"/>
                  </a:lnTo>
                  <a:lnTo>
                    <a:pt x="3106185" y="0"/>
                  </a:lnTo>
                  <a:lnTo>
                    <a:pt x="3104473" y="0"/>
                  </a:lnTo>
                  <a:lnTo>
                    <a:pt x="3102762" y="0"/>
                  </a:lnTo>
                  <a:lnTo>
                    <a:pt x="3101050" y="0"/>
                  </a:lnTo>
                  <a:lnTo>
                    <a:pt x="3099339" y="0"/>
                  </a:lnTo>
                  <a:lnTo>
                    <a:pt x="3097628" y="0"/>
                  </a:lnTo>
                  <a:lnTo>
                    <a:pt x="3095916" y="0"/>
                  </a:lnTo>
                  <a:lnTo>
                    <a:pt x="3094205" y="0"/>
                  </a:lnTo>
                  <a:lnTo>
                    <a:pt x="3092493" y="0"/>
                  </a:lnTo>
                  <a:lnTo>
                    <a:pt x="3090782" y="0"/>
                  </a:lnTo>
                  <a:lnTo>
                    <a:pt x="3089071" y="0"/>
                  </a:lnTo>
                  <a:lnTo>
                    <a:pt x="3087359" y="0"/>
                  </a:lnTo>
                  <a:lnTo>
                    <a:pt x="3085648" y="0"/>
                  </a:lnTo>
                  <a:lnTo>
                    <a:pt x="3083936" y="0"/>
                  </a:lnTo>
                  <a:lnTo>
                    <a:pt x="3082225" y="0"/>
                  </a:lnTo>
                  <a:lnTo>
                    <a:pt x="3080514" y="0"/>
                  </a:lnTo>
                  <a:lnTo>
                    <a:pt x="3078802" y="0"/>
                  </a:lnTo>
                  <a:lnTo>
                    <a:pt x="3077091" y="0"/>
                  </a:lnTo>
                  <a:lnTo>
                    <a:pt x="3075379" y="0"/>
                  </a:lnTo>
                  <a:lnTo>
                    <a:pt x="3073668" y="0"/>
                  </a:lnTo>
                  <a:lnTo>
                    <a:pt x="3071957" y="0"/>
                  </a:lnTo>
                  <a:lnTo>
                    <a:pt x="3070245" y="0"/>
                  </a:lnTo>
                  <a:lnTo>
                    <a:pt x="3068534" y="0"/>
                  </a:lnTo>
                  <a:lnTo>
                    <a:pt x="3066822" y="0"/>
                  </a:lnTo>
                  <a:lnTo>
                    <a:pt x="3065111" y="0"/>
                  </a:lnTo>
                  <a:lnTo>
                    <a:pt x="3063400" y="0"/>
                  </a:lnTo>
                  <a:lnTo>
                    <a:pt x="3061688" y="0"/>
                  </a:lnTo>
                  <a:lnTo>
                    <a:pt x="3059977" y="0"/>
                  </a:lnTo>
                  <a:lnTo>
                    <a:pt x="3058265" y="0"/>
                  </a:lnTo>
                  <a:lnTo>
                    <a:pt x="3056554" y="0"/>
                  </a:lnTo>
                  <a:lnTo>
                    <a:pt x="3054843" y="0"/>
                  </a:lnTo>
                  <a:lnTo>
                    <a:pt x="3053131" y="0"/>
                  </a:lnTo>
                  <a:lnTo>
                    <a:pt x="3051420" y="0"/>
                  </a:lnTo>
                  <a:lnTo>
                    <a:pt x="3049709" y="0"/>
                  </a:lnTo>
                  <a:lnTo>
                    <a:pt x="3047997" y="0"/>
                  </a:lnTo>
                  <a:lnTo>
                    <a:pt x="3046286" y="0"/>
                  </a:lnTo>
                  <a:lnTo>
                    <a:pt x="3044574" y="0"/>
                  </a:lnTo>
                  <a:lnTo>
                    <a:pt x="3042863" y="0"/>
                  </a:lnTo>
                  <a:lnTo>
                    <a:pt x="3041152" y="0"/>
                  </a:lnTo>
                  <a:lnTo>
                    <a:pt x="3039440" y="0"/>
                  </a:lnTo>
                  <a:lnTo>
                    <a:pt x="3037729" y="0"/>
                  </a:lnTo>
                  <a:lnTo>
                    <a:pt x="3036017" y="0"/>
                  </a:lnTo>
                  <a:lnTo>
                    <a:pt x="3034306" y="0"/>
                  </a:lnTo>
                  <a:lnTo>
                    <a:pt x="3032595" y="0"/>
                  </a:lnTo>
                  <a:lnTo>
                    <a:pt x="3030883" y="0"/>
                  </a:lnTo>
                  <a:lnTo>
                    <a:pt x="3029172" y="0"/>
                  </a:lnTo>
                  <a:lnTo>
                    <a:pt x="3027460" y="0"/>
                  </a:lnTo>
                  <a:lnTo>
                    <a:pt x="3025749" y="0"/>
                  </a:lnTo>
                  <a:lnTo>
                    <a:pt x="3024038" y="0"/>
                  </a:lnTo>
                  <a:lnTo>
                    <a:pt x="3022326" y="0"/>
                  </a:lnTo>
                  <a:lnTo>
                    <a:pt x="3020615" y="0"/>
                  </a:lnTo>
                  <a:lnTo>
                    <a:pt x="3018903" y="0"/>
                  </a:lnTo>
                  <a:lnTo>
                    <a:pt x="3017192" y="0"/>
                  </a:lnTo>
                  <a:lnTo>
                    <a:pt x="3015481" y="0"/>
                  </a:lnTo>
                  <a:lnTo>
                    <a:pt x="3013769" y="0"/>
                  </a:lnTo>
                  <a:lnTo>
                    <a:pt x="3012058" y="0"/>
                  </a:lnTo>
                  <a:lnTo>
                    <a:pt x="3010346" y="0"/>
                  </a:lnTo>
                  <a:lnTo>
                    <a:pt x="3008635" y="0"/>
                  </a:lnTo>
                  <a:lnTo>
                    <a:pt x="3006924" y="0"/>
                  </a:lnTo>
                  <a:lnTo>
                    <a:pt x="3005212" y="0"/>
                  </a:lnTo>
                  <a:lnTo>
                    <a:pt x="3003501" y="0"/>
                  </a:lnTo>
                  <a:lnTo>
                    <a:pt x="3001789" y="0"/>
                  </a:lnTo>
                  <a:lnTo>
                    <a:pt x="3000078" y="0"/>
                  </a:lnTo>
                  <a:lnTo>
                    <a:pt x="2998367" y="0"/>
                  </a:lnTo>
                  <a:lnTo>
                    <a:pt x="2996655" y="0"/>
                  </a:lnTo>
                  <a:lnTo>
                    <a:pt x="2994944" y="0"/>
                  </a:lnTo>
                  <a:lnTo>
                    <a:pt x="2993232" y="0"/>
                  </a:lnTo>
                  <a:lnTo>
                    <a:pt x="2991521" y="0"/>
                  </a:lnTo>
                  <a:lnTo>
                    <a:pt x="2989810" y="0"/>
                  </a:lnTo>
                  <a:lnTo>
                    <a:pt x="2988098" y="0"/>
                  </a:lnTo>
                  <a:lnTo>
                    <a:pt x="2986387" y="0"/>
                  </a:lnTo>
                  <a:lnTo>
                    <a:pt x="2984675" y="0"/>
                  </a:lnTo>
                  <a:lnTo>
                    <a:pt x="2982964" y="0"/>
                  </a:lnTo>
                  <a:lnTo>
                    <a:pt x="2981253" y="0"/>
                  </a:lnTo>
                  <a:lnTo>
                    <a:pt x="2979541" y="0"/>
                  </a:lnTo>
                  <a:lnTo>
                    <a:pt x="2977830" y="0"/>
                  </a:lnTo>
                  <a:lnTo>
                    <a:pt x="2976118" y="0"/>
                  </a:lnTo>
                  <a:lnTo>
                    <a:pt x="2974407" y="0"/>
                  </a:lnTo>
                  <a:lnTo>
                    <a:pt x="2972696" y="0"/>
                  </a:lnTo>
                  <a:lnTo>
                    <a:pt x="2970984" y="0"/>
                  </a:lnTo>
                  <a:lnTo>
                    <a:pt x="2969273" y="0"/>
                  </a:lnTo>
                  <a:lnTo>
                    <a:pt x="2967561" y="0"/>
                  </a:lnTo>
                  <a:lnTo>
                    <a:pt x="2965850" y="0"/>
                  </a:lnTo>
                  <a:lnTo>
                    <a:pt x="2964139" y="0"/>
                  </a:lnTo>
                  <a:lnTo>
                    <a:pt x="2962427" y="0"/>
                  </a:lnTo>
                  <a:lnTo>
                    <a:pt x="2960716" y="0"/>
                  </a:lnTo>
                  <a:lnTo>
                    <a:pt x="2959004" y="0"/>
                  </a:lnTo>
                  <a:lnTo>
                    <a:pt x="2957293" y="0"/>
                  </a:lnTo>
                  <a:lnTo>
                    <a:pt x="2955582" y="0"/>
                  </a:lnTo>
                  <a:lnTo>
                    <a:pt x="2953870" y="0"/>
                  </a:lnTo>
                  <a:lnTo>
                    <a:pt x="2952159" y="0"/>
                  </a:lnTo>
                  <a:lnTo>
                    <a:pt x="2950448" y="0"/>
                  </a:lnTo>
                  <a:lnTo>
                    <a:pt x="2948736" y="0"/>
                  </a:lnTo>
                  <a:lnTo>
                    <a:pt x="2947025" y="0"/>
                  </a:lnTo>
                  <a:lnTo>
                    <a:pt x="2945313" y="0"/>
                  </a:lnTo>
                  <a:lnTo>
                    <a:pt x="2943602" y="0"/>
                  </a:lnTo>
                  <a:lnTo>
                    <a:pt x="2941891" y="0"/>
                  </a:lnTo>
                  <a:lnTo>
                    <a:pt x="2940179" y="0"/>
                  </a:lnTo>
                  <a:lnTo>
                    <a:pt x="2938468" y="0"/>
                  </a:lnTo>
                  <a:lnTo>
                    <a:pt x="2936756" y="0"/>
                  </a:lnTo>
                  <a:lnTo>
                    <a:pt x="2935045" y="0"/>
                  </a:lnTo>
                  <a:lnTo>
                    <a:pt x="2933334" y="0"/>
                  </a:lnTo>
                  <a:lnTo>
                    <a:pt x="2931622" y="0"/>
                  </a:lnTo>
                  <a:lnTo>
                    <a:pt x="2929911" y="0"/>
                  </a:lnTo>
                  <a:lnTo>
                    <a:pt x="2928199" y="0"/>
                  </a:lnTo>
                  <a:lnTo>
                    <a:pt x="2926488" y="0"/>
                  </a:lnTo>
                  <a:lnTo>
                    <a:pt x="2924777" y="0"/>
                  </a:lnTo>
                  <a:lnTo>
                    <a:pt x="2923065" y="0"/>
                  </a:lnTo>
                  <a:lnTo>
                    <a:pt x="2921354" y="0"/>
                  </a:lnTo>
                  <a:lnTo>
                    <a:pt x="2919642" y="0"/>
                  </a:lnTo>
                  <a:lnTo>
                    <a:pt x="2917931" y="0"/>
                  </a:lnTo>
                  <a:lnTo>
                    <a:pt x="2916220" y="0"/>
                  </a:lnTo>
                  <a:lnTo>
                    <a:pt x="2914508" y="0"/>
                  </a:lnTo>
                  <a:lnTo>
                    <a:pt x="2912797" y="0"/>
                  </a:lnTo>
                  <a:lnTo>
                    <a:pt x="2911085" y="0"/>
                  </a:lnTo>
                  <a:lnTo>
                    <a:pt x="2909374" y="0"/>
                  </a:lnTo>
                  <a:lnTo>
                    <a:pt x="2907663" y="0"/>
                  </a:lnTo>
                  <a:lnTo>
                    <a:pt x="2905951" y="0"/>
                  </a:lnTo>
                  <a:lnTo>
                    <a:pt x="2904240" y="0"/>
                  </a:lnTo>
                  <a:lnTo>
                    <a:pt x="2902528" y="0"/>
                  </a:lnTo>
                  <a:lnTo>
                    <a:pt x="2900817" y="0"/>
                  </a:lnTo>
                  <a:lnTo>
                    <a:pt x="2899106" y="0"/>
                  </a:lnTo>
                  <a:lnTo>
                    <a:pt x="2897394" y="0"/>
                  </a:lnTo>
                  <a:lnTo>
                    <a:pt x="2895683" y="0"/>
                  </a:lnTo>
                  <a:lnTo>
                    <a:pt x="2893971" y="0"/>
                  </a:lnTo>
                  <a:lnTo>
                    <a:pt x="2892260" y="0"/>
                  </a:lnTo>
                  <a:lnTo>
                    <a:pt x="2890549" y="0"/>
                  </a:lnTo>
                  <a:lnTo>
                    <a:pt x="2888837" y="0"/>
                  </a:lnTo>
                  <a:lnTo>
                    <a:pt x="2887126" y="0"/>
                  </a:lnTo>
                  <a:lnTo>
                    <a:pt x="2885414" y="0"/>
                  </a:lnTo>
                  <a:lnTo>
                    <a:pt x="2883703" y="0"/>
                  </a:lnTo>
                  <a:lnTo>
                    <a:pt x="2881992" y="0"/>
                  </a:lnTo>
                  <a:lnTo>
                    <a:pt x="2880280" y="0"/>
                  </a:lnTo>
                  <a:lnTo>
                    <a:pt x="2878569" y="0"/>
                  </a:lnTo>
                  <a:lnTo>
                    <a:pt x="2876857" y="0"/>
                  </a:lnTo>
                  <a:lnTo>
                    <a:pt x="2875146" y="0"/>
                  </a:lnTo>
                  <a:lnTo>
                    <a:pt x="2873435" y="0"/>
                  </a:lnTo>
                  <a:lnTo>
                    <a:pt x="2871723" y="0"/>
                  </a:lnTo>
                  <a:lnTo>
                    <a:pt x="2870012" y="0"/>
                  </a:lnTo>
                  <a:lnTo>
                    <a:pt x="2868300" y="0"/>
                  </a:lnTo>
                  <a:lnTo>
                    <a:pt x="2866589" y="0"/>
                  </a:lnTo>
                  <a:lnTo>
                    <a:pt x="2864878" y="0"/>
                  </a:lnTo>
                  <a:lnTo>
                    <a:pt x="2863166" y="0"/>
                  </a:lnTo>
                  <a:lnTo>
                    <a:pt x="2861455" y="0"/>
                  </a:lnTo>
                  <a:lnTo>
                    <a:pt x="2859743" y="0"/>
                  </a:lnTo>
                  <a:lnTo>
                    <a:pt x="2858032" y="0"/>
                  </a:lnTo>
                  <a:lnTo>
                    <a:pt x="2856321" y="0"/>
                  </a:lnTo>
                  <a:lnTo>
                    <a:pt x="2854609" y="0"/>
                  </a:lnTo>
                  <a:lnTo>
                    <a:pt x="2852898" y="0"/>
                  </a:lnTo>
                  <a:lnTo>
                    <a:pt x="2851186" y="0"/>
                  </a:lnTo>
                  <a:lnTo>
                    <a:pt x="2849475" y="0"/>
                  </a:lnTo>
                  <a:lnTo>
                    <a:pt x="2847764" y="0"/>
                  </a:lnTo>
                  <a:lnTo>
                    <a:pt x="2846052" y="0"/>
                  </a:lnTo>
                  <a:lnTo>
                    <a:pt x="2844341" y="0"/>
                  </a:lnTo>
                  <a:lnTo>
                    <a:pt x="2842630" y="0"/>
                  </a:lnTo>
                  <a:lnTo>
                    <a:pt x="2840918" y="0"/>
                  </a:lnTo>
                  <a:lnTo>
                    <a:pt x="2839207" y="0"/>
                  </a:lnTo>
                  <a:lnTo>
                    <a:pt x="2837495" y="0"/>
                  </a:lnTo>
                  <a:lnTo>
                    <a:pt x="2835784" y="0"/>
                  </a:lnTo>
                  <a:lnTo>
                    <a:pt x="2834073" y="0"/>
                  </a:lnTo>
                  <a:lnTo>
                    <a:pt x="2832361" y="0"/>
                  </a:lnTo>
                  <a:lnTo>
                    <a:pt x="2830650" y="0"/>
                  </a:lnTo>
                  <a:lnTo>
                    <a:pt x="2828938" y="0"/>
                  </a:lnTo>
                  <a:lnTo>
                    <a:pt x="2827227" y="0"/>
                  </a:lnTo>
                  <a:lnTo>
                    <a:pt x="2825516" y="0"/>
                  </a:lnTo>
                  <a:lnTo>
                    <a:pt x="2823804" y="0"/>
                  </a:lnTo>
                  <a:lnTo>
                    <a:pt x="2822093" y="0"/>
                  </a:lnTo>
                  <a:lnTo>
                    <a:pt x="2820381" y="0"/>
                  </a:lnTo>
                  <a:lnTo>
                    <a:pt x="2818670" y="0"/>
                  </a:lnTo>
                  <a:lnTo>
                    <a:pt x="2816959" y="0"/>
                  </a:lnTo>
                  <a:lnTo>
                    <a:pt x="2815247" y="0"/>
                  </a:lnTo>
                  <a:lnTo>
                    <a:pt x="2813536" y="0"/>
                  </a:lnTo>
                  <a:lnTo>
                    <a:pt x="2811824" y="0"/>
                  </a:lnTo>
                  <a:lnTo>
                    <a:pt x="2810113" y="0"/>
                  </a:lnTo>
                  <a:lnTo>
                    <a:pt x="2808402" y="0"/>
                  </a:lnTo>
                  <a:lnTo>
                    <a:pt x="2806690" y="0"/>
                  </a:lnTo>
                  <a:lnTo>
                    <a:pt x="2804979" y="0"/>
                  </a:lnTo>
                  <a:lnTo>
                    <a:pt x="2803267" y="0"/>
                  </a:lnTo>
                  <a:lnTo>
                    <a:pt x="2801556" y="0"/>
                  </a:lnTo>
                  <a:lnTo>
                    <a:pt x="2799845" y="0"/>
                  </a:lnTo>
                  <a:lnTo>
                    <a:pt x="2798133" y="0"/>
                  </a:lnTo>
                  <a:lnTo>
                    <a:pt x="2796422" y="0"/>
                  </a:lnTo>
                  <a:lnTo>
                    <a:pt x="2794710" y="0"/>
                  </a:lnTo>
                  <a:lnTo>
                    <a:pt x="2792999" y="0"/>
                  </a:lnTo>
                  <a:lnTo>
                    <a:pt x="2791288" y="0"/>
                  </a:lnTo>
                  <a:lnTo>
                    <a:pt x="2789576" y="0"/>
                  </a:lnTo>
                  <a:lnTo>
                    <a:pt x="2787865" y="0"/>
                  </a:lnTo>
                  <a:lnTo>
                    <a:pt x="2786153" y="0"/>
                  </a:lnTo>
                  <a:lnTo>
                    <a:pt x="2784442" y="0"/>
                  </a:lnTo>
                  <a:lnTo>
                    <a:pt x="2782731" y="0"/>
                  </a:lnTo>
                  <a:lnTo>
                    <a:pt x="2781019" y="0"/>
                  </a:lnTo>
                  <a:lnTo>
                    <a:pt x="2779308" y="0"/>
                  </a:lnTo>
                  <a:lnTo>
                    <a:pt x="2777596" y="0"/>
                  </a:lnTo>
                  <a:lnTo>
                    <a:pt x="2775885" y="0"/>
                  </a:lnTo>
                  <a:lnTo>
                    <a:pt x="2774174" y="0"/>
                  </a:lnTo>
                  <a:lnTo>
                    <a:pt x="2772462" y="0"/>
                  </a:lnTo>
                  <a:lnTo>
                    <a:pt x="2770751" y="0"/>
                  </a:lnTo>
                  <a:lnTo>
                    <a:pt x="2769039" y="0"/>
                  </a:lnTo>
                  <a:lnTo>
                    <a:pt x="2767328" y="0"/>
                  </a:lnTo>
                  <a:lnTo>
                    <a:pt x="2765617" y="0"/>
                  </a:lnTo>
                  <a:lnTo>
                    <a:pt x="2763905" y="0"/>
                  </a:lnTo>
                  <a:lnTo>
                    <a:pt x="2762194" y="0"/>
                  </a:lnTo>
                  <a:lnTo>
                    <a:pt x="2760482" y="0"/>
                  </a:lnTo>
                  <a:lnTo>
                    <a:pt x="2758771" y="0"/>
                  </a:lnTo>
                  <a:lnTo>
                    <a:pt x="2757060" y="0"/>
                  </a:lnTo>
                  <a:lnTo>
                    <a:pt x="2755348" y="0"/>
                  </a:lnTo>
                  <a:lnTo>
                    <a:pt x="2753637" y="0"/>
                  </a:lnTo>
                  <a:lnTo>
                    <a:pt x="2751925" y="0"/>
                  </a:lnTo>
                  <a:lnTo>
                    <a:pt x="2750214" y="0"/>
                  </a:lnTo>
                  <a:lnTo>
                    <a:pt x="2748503" y="0"/>
                  </a:lnTo>
                  <a:lnTo>
                    <a:pt x="2746791" y="0"/>
                  </a:lnTo>
                  <a:lnTo>
                    <a:pt x="2745080" y="0"/>
                  </a:lnTo>
                  <a:lnTo>
                    <a:pt x="2743368" y="0"/>
                  </a:lnTo>
                  <a:lnTo>
                    <a:pt x="2741657" y="0"/>
                  </a:lnTo>
                  <a:lnTo>
                    <a:pt x="2739946" y="0"/>
                  </a:lnTo>
                  <a:lnTo>
                    <a:pt x="2738234" y="0"/>
                  </a:lnTo>
                  <a:lnTo>
                    <a:pt x="2736523" y="0"/>
                  </a:lnTo>
                  <a:lnTo>
                    <a:pt x="2734812" y="0"/>
                  </a:lnTo>
                  <a:lnTo>
                    <a:pt x="2733100" y="0"/>
                  </a:lnTo>
                  <a:lnTo>
                    <a:pt x="2731389" y="0"/>
                  </a:lnTo>
                  <a:lnTo>
                    <a:pt x="2729677" y="0"/>
                  </a:lnTo>
                  <a:lnTo>
                    <a:pt x="2727966" y="0"/>
                  </a:lnTo>
                  <a:lnTo>
                    <a:pt x="2726255" y="0"/>
                  </a:lnTo>
                  <a:lnTo>
                    <a:pt x="2724543" y="0"/>
                  </a:lnTo>
                  <a:lnTo>
                    <a:pt x="2722832" y="0"/>
                  </a:lnTo>
                  <a:lnTo>
                    <a:pt x="2721120" y="0"/>
                  </a:lnTo>
                  <a:lnTo>
                    <a:pt x="2719409" y="0"/>
                  </a:lnTo>
                  <a:lnTo>
                    <a:pt x="2717698" y="0"/>
                  </a:lnTo>
                  <a:lnTo>
                    <a:pt x="2715986" y="0"/>
                  </a:lnTo>
                  <a:lnTo>
                    <a:pt x="2714275" y="0"/>
                  </a:lnTo>
                  <a:lnTo>
                    <a:pt x="2712563" y="0"/>
                  </a:lnTo>
                  <a:lnTo>
                    <a:pt x="2710852" y="0"/>
                  </a:lnTo>
                  <a:lnTo>
                    <a:pt x="2709141" y="0"/>
                  </a:lnTo>
                  <a:lnTo>
                    <a:pt x="2707429" y="0"/>
                  </a:lnTo>
                  <a:lnTo>
                    <a:pt x="2705718" y="0"/>
                  </a:lnTo>
                  <a:lnTo>
                    <a:pt x="2704006" y="0"/>
                  </a:lnTo>
                  <a:lnTo>
                    <a:pt x="2702295" y="0"/>
                  </a:lnTo>
                  <a:lnTo>
                    <a:pt x="2700584" y="0"/>
                  </a:lnTo>
                  <a:lnTo>
                    <a:pt x="2698872" y="0"/>
                  </a:lnTo>
                  <a:lnTo>
                    <a:pt x="2697161" y="0"/>
                  </a:lnTo>
                  <a:lnTo>
                    <a:pt x="2695449" y="0"/>
                  </a:lnTo>
                  <a:lnTo>
                    <a:pt x="2693738" y="0"/>
                  </a:lnTo>
                  <a:lnTo>
                    <a:pt x="2692027" y="0"/>
                  </a:lnTo>
                  <a:lnTo>
                    <a:pt x="2690315" y="0"/>
                  </a:lnTo>
                  <a:lnTo>
                    <a:pt x="2688604" y="0"/>
                  </a:lnTo>
                  <a:lnTo>
                    <a:pt x="2686892" y="0"/>
                  </a:lnTo>
                  <a:lnTo>
                    <a:pt x="2685181" y="0"/>
                  </a:lnTo>
                  <a:lnTo>
                    <a:pt x="2683470" y="0"/>
                  </a:lnTo>
                  <a:lnTo>
                    <a:pt x="2681758" y="0"/>
                  </a:lnTo>
                  <a:lnTo>
                    <a:pt x="2680047" y="0"/>
                  </a:lnTo>
                  <a:lnTo>
                    <a:pt x="2678335" y="0"/>
                  </a:lnTo>
                  <a:lnTo>
                    <a:pt x="2676624" y="0"/>
                  </a:lnTo>
                  <a:lnTo>
                    <a:pt x="2674913" y="0"/>
                  </a:lnTo>
                  <a:lnTo>
                    <a:pt x="2673201" y="0"/>
                  </a:lnTo>
                  <a:lnTo>
                    <a:pt x="2671490" y="0"/>
                  </a:lnTo>
                  <a:lnTo>
                    <a:pt x="2669778" y="0"/>
                  </a:lnTo>
                  <a:lnTo>
                    <a:pt x="2668067" y="0"/>
                  </a:lnTo>
                  <a:lnTo>
                    <a:pt x="2666356" y="0"/>
                  </a:lnTo>
                  <a:lnTo>
                    <a:pt x="2664644" y="0"/>
                  </a:lnTo>
                  <a:lnTo>
                    <a:pt x="2662933" y="0"/>
                  </a:lnTo>
                  <a:lnTo>
                    <a:pt x="2661221" y="0"/>
                  </a:lnTo>
                  <a:lnTo>
                    <a:pt x="2659510" y="0"/>
                  </a:lnTo>
                  <a:lnTo>
                    <a:pt x="2657799" y="0"/>
                  </a:lnTo>
                  <a:lnTo>
                    <a:pt x="2656087" y="0"/>
                  </a:lnTo>
                  <a:lnTo>
                    <a:pt x="2654376" y="0"/>
                  </a:lnTo>
                  <a:lnTo>
                    <a:pt x="2652664" y="0"/>
                  </a:lnTo>
                  <a:lnTo>
                    <a:pt x="2650953" y="0"/>
                  </a:lnTo>
                  <a:lnTo>
                    <a:pt x="2649242" y="0"/>
                  </a:lnTo>
                  <a:lnTo>
                    <a:pt x="2647530" y="0"/>
                  </a:lnTo>
                  <a:lnTo>
                    <a:pt x="2645819" y="0"/>
                  </a:lnTo>
                  <a:lnTo>
                    <a:pt x="2644107" y="0"/>
                  </a:lnTo>
                  <a:lnTo>
                    <a:pt x="2642396" y="0"/>
                  </a:lnTo>
                  <a:lnTo>
                    <a:pt x="2640685" y="0"/>
                  </a:lnTo>
                  <a:lnTo>
                    <a:pt x="2638973" y="0"/>
                  </a:lnTo>
                  <a:lnTo>
                    <a:pt x="2637262" y="0"/>
                  </a:lnTo>
                  <a:lnTo>
                    <a:pt x="2635550" y="0"/>
                  </a:lnTo>
                  <a:lnTo>
                    <a:pt x="2633839" y="0"/>
                  </a:lnTo>
                  <a:lnTo>
                    <a:pt x="2632128" y="0"/>
                  </a:lnTo>
                  <a:lnTo>
                    <a:pt x="2630416" y="0"/>
                  </a:lnTo>
                  <a:lnTo>
                    <a:pt x="2628705" y="0"/>
                  </a:lnTo>
                  <a:lnTo>
                    <a:pt x="2626994" y="0"/>
                  </a:lnTo>
                  <a:lnTo>
                    <a:pt x="2625282" y="0"/>
                  </a:lnTo>
                  <a:lnTo>
                    <a:pt x="2623571" y="0"/>
                  </a:lnTo>
                  <a:lnTo>
                    <a:pt x="2621859" y="0"/>
                  </a:lnTo>
                  <a:lnTo>
                    <a:pt x="2620148" y="0"/>
                  </a:lnTo>
                  <a:lnTo>
                    <a:pt x="2618437" y="0"/>
                  </a:lnTo>
                  <a:lnTo>
                    <a:pt x="2616725" y="0"/>
                  </a:lnTo>
                  <a:lnTo>
                    <a:pt x="2615014" y="0"/>
                  </a:lnTo>
                  <a:lnTo>
                    <a:pt x="2613302" y="0"/>
                  </a:lnTo>
                  <a:lnTo>
                    <a:pt x="2611591" y="0"/>
                  </a:lnTo>
                  <a:lnTo>
                    <a:pt x="2609880" y="0"/>
                  </a:lnTo>
                  <a:lnTo>
                    <a:pt x="2608168" y="0"/>
                  </a:lnTo>
                  <a:lnTo>
                    <a:pt x="2606457" y="0"/>
                  </a:lnTo>
                  <a:lnTo>
                    <a:pt x="2604745" y="0"/>
                  </a:lnTo>
                  <a:lnTo>
                    <a:pt x="2603034" y="0"/>
                  </a:lnTo>
                  <a:lnTo>
                    <a:pt x="2601323" y="0"/>
                  </a:lnTo>
                  <a:lnTo>
                    <a:pt x="2599611" y="0"/>
                  </a:lnTo>
                  <a:lnTo>
                    <a:pt x="2597900" y="0"/>
                  </a:lnTo>
                  <a:lnTo>
                    <a:pt x="2596188" y="0"/>
                  </a:lnTo>
                  <a:lnTo>
                    <a:pt x="2594477" y="0"/>
                  </a:lnTo>
                  <a:lnTo>
                    <a:pt x="2592766" y="0"/>
                  </a:lnTo>
                  <a:lnTo>
                    <a:pt x="2591054" y="0"/>
                  </a:lnTo>
                  <a:lnTo>
                    <a:pt x="2589343" y="0"/>
                  </a:lnTo>
                  <a:lnTo>
                    <a:pt x="2587631" y="0"/>
                  </a:lnTo>
                  <a:lnTo>
                    <a:pt x="2585920" y="0"/>
                  </a:lnTo>
                  <a:lnTo>
                    <a:pt x="2584209" y="0"/>
                  </a:lnTo>
                  <a:lnTo>
                    <a:pt x="2582497" y="0"/>
                  </a:lnTo>
                  <a:lnTo>
                    <a:pt x="2580786" y="0"/>
                  </a:lnTo>
                  <a:lnTo>
                    <a:pt x="2579074" y="0"/>
                  </a:lnTo>
                  <a:lnTo>
                    <a:pt x="2577363" y="0"/>
                  </a:lnTo>
                  <a:lnTo>
                    <a:pt x="2575652" y="0"/>
                  </a:lnTo>
                  <a:lnTo>
                    <a:pt x="2573940" y="0"/>
                  </a:lnTo>
                  <a:lnTo>
                    <a:pt x="2572229" y="0"/>
                  </a:lnTo>
                  <a:lnTo>
                    <a:pt x="2570517" y="0"/>
                  </a:lnTo>
                  <a:lnTo>
                    <a:pt x="2568806" y="0"/>
                  </a:lnTo>
                  <a:lnTo>
                    <a:pt x="2567095" y="0"/>
                  </a:lnTo>
                  <a:lnTo>
                    <a:pt x="2565383" y="0"/>
                  </a:lnTo>
                  <a:lnTo>
                    <a:pt x="2563672" y="0"/>
                  </a:lnTo>
                  <a:lnTo>
                    <a:pt x="2561960" y="0"/>
                  </a:lnTo>
                  <a:lnTo>
                    <a:pt x="2560249" y="0"/>
                  </a:lnTo>
                  <a:lnTo>
                    <a:pt x="2558538" y="0"/>
                  </a:lnTo>
                  <a:lnTo>
                    <a:pt x="2556826" y="0"/>
                  </a:lnTo>
                  <a:lnTo>
                    <a:pt x="2555115" y="0"/>
                  </a:lnTo>
                  <a:lnTo>
                    <a:pt x="2553403" y="0"/>
                  </a:lnTo>
                  <a:lnTo>
                    <a:pt x="2551692" y="0"/>
                  </a:lnTo>
                  <a:lnTo>
                    <a:pt x="2549981" y="0"/>
                  </a:lnTo>
                  <a:lnTo>
                    <a:pt x="2548269" y="0"/>
                  </a:lnTo>
                  <a:lnTo>
                    <a:pt x="2546558" y="0"/>
                  </a:lnTo>
                  <a:lnTo>
                    <a:pt x="2544846" y="0"/>
                  </a:lnTo>
                  <a:lnTo>
                    <a:pt x="2543135" y="0"/>
                  </a:lnTo>
                  <a:lnTo>
                    <a:pt x="2541424" y="0"/>
                  </a:lnTo>
                  <a:lnTo>
                    <a:pt x="2539712" y="0"/>
                  </a:lnTo>
                  <a:lnTo>
                    <a:pt x="2538001" y="0"/>
                  </a:lnTo>
                  <a:lnTo>
                    <a:pt x="2536289" y="0"/>
                  </a:lnTo>
                  <a:lnTo>
                    <a:pt x="2534578" y="0"/>
                  </a:lnTo>
                  <a:lnTo>
                    <a:pt x="2532867" y="0"/>
                  </a:lnTo>
                  <a:lnTo>
                    <a:pt x="2531155" y="0"/>
                  </a:lnTo>
                  <a:lnTo>
                    <a:pt x="2529444" y="0"/>
                  </a:lnTo>
                  <a:lnTo>
                    <a:pt x="2527733" y="0"/>
                  </a:lnTo>
                  <a:lnTo>
                    <a:pt x="2526021" y="0"/>
                  </a:lnTo>
                  <a:lnTo>
                    <a:pt x="2524310" y="0"/>
                  </a:lnTo>
                  <a:lnTo>
                    <a:pt x="2522598" y="0"/>
                  </a:lnTo>
                  <a:lnTo>
                    <a:pt x="2520887" y="0"/>
                  </a:lnTo>
                  <a:lnTo>
                    <a:pt x="2519176" y="0"/>
                  </a:lnTo>
                  <a:lnTo>
                    <a:pt x="2517464" y="0"/>
                  </a:lnTo>
                  <a:lnTo>
                    <a:pt x="2515753" y="0"/>
                  </a:lnTo>
                  <a:lnTo>
                    <a:pt x="2514041" y="0"/>
                  </a:lnTo>
                  <a:lnTo>
                    <a:pt x="2512330" y="0"/>
                  </a:lnTo>
                  <a:lnTo>
                    <a:pt x="2510619" y="0"/>
                  </a:lnTo>
                  <a:lnTo>
                    <a:pt x="2508907" y="0"/>
                  </a:lnTo>
                  <a:lnTo>
                    <a:pt x="2507196" y="0"/>
                  </a:lnTo>
                  <a:lnTo>
                    <a:pt x="2505484" y="0"/>
                  </a:lnTo>
                  <a:lnTo>
                    <a:pt x="2503773" y="0"/>
                  </a:lnTo>
                  <a:lnTo>
                    <a:pt x="2502062" y="0"/>
                  </a:lnTo>
                  <a:lnTo>
                    <a:pt x="2500350" y="0"/>
                  </a:lnTo>
                  <a:lnTo>
                    <a:pt x="2498639" y="0"/>
                  </a:lnTo>
                  <a:lnTo>
                    <a:pt x="2496927" y="0"/>
                  </a:lnTo>
                  <a:lnTo>
                    <a:pt x="2495216" y="0"/>
                  </a:lnTo>
                  <a:lnTo>
                    <a:pt x="2493505" y="0"/>
                  </a:lnTo>
                  <a:lnTo>
                    <a:pt x="2491793" y="0"/>
                  </a:lnTo>
                  <a:lnTo>
                    <a:pt x="2490082" y="0"/>
                  </a:lnTo>
                  <a:lnTo>
                    <a:pt x="2488370" y="0"/>
                  </a:lnTo>
                  <a:lnTo>
                    <a:pt x="2486659" y="0"/>
                  </a:lnTo>
                  <a:lnTo>
                    <a:pt x="2484948" y="0"/>
                  </a:lnTo>
                  <a:lnTo>
                    <a:pt x="2483236" y="0"/>
                  </a:lnTo>
                  <a:lnTo>
                    <a:pt x="2481525" y="0"/>
                  </a:lnTo>
                  <a:lnTo>
                    <a:pt x="2479813" y="0"/>
                  </a:lnTo>
                  <a:lnTo>
                    <a:pt x="2478102" y="0"/>
                  </a:lnTo>
                  <a:lnTo>
                    <a:pt x="2476391" y="0"/>
                  </a:lnTo>
                  <a:lnTo>
                    <a:pt x="2474679" y="0"/>
                  </a:lnTo>
                  <a:lnTo>
                    <a:pt x="2472968" y="0"/>
                  </a:lnTo>
                  <a:lnTo>
                    <a:pt x="2471256" y="0"/>
                  </a:lnTo>
                  <a:lnTo>
                    <a:pt x="2469545" y="0"/>
                  </a:lnTo>
                  <a:lnTo>
                    <a:pt x="2467834" y="0"/>
                  </a:lnTo>
                  <a:lnTo>
                    <a:pt x="2466122" y="0"/>
                  </a:lnTo>
                  <a:lnTo>
                    <a:pt x="2464411" y="0"/>
                  </a:lnTo>
                  <a:lnTo>
                    <a:pt x="2462699" y="0"/>
                  </a:lnTo>
                  <a:lnTo>
                    <a:pt x="2460988" y="0"/>
                  </a:lnTo>
                  <a:lnTo>
                    <a:pt x="2459277" y="0"/>
                  </a:lnTo>
                  <a:lnTo>
                    <a:pt x="2457565" y="0"/>
                  </a:lnTo>
                  <a:lnTo>
                    <a:pt x="2455854" y="0"/>
                  </a:lnTo>
                  <a:lnTo>
                    <a:pt x="2454142" y="0"/>
                  </a:lnTo>
                  <a:lnTo>
                    <a:pt x="2452431" y="0"/>
                  </a:lnTo>
                  <a:lnTo>
                    <a:pt x="2450720" y="0"/>
                  </a:lnTo>
                  <a:lnTo>
                    <a:pt x="2449008" y="0"/>
                  </a:lnTo>
                  <a:lnTo>
                    <a:pt x="2447297" y="0"/>
                  </a:lnTo>
                  <a:lnTo>
                    <a:pt x="2445585" y="0"/>
                  </a:lnTo>
                  <a:lnTo>
                    <a:pt x="2443874" y="0"/>
                  </a:lnTo>
                  <a:lnTo>
                    <a:pt x="2442163" y="0"/>
                  </a:lnTo>
                  <a:lnTo>
                    <a:pt x="2440451" y="0"/>
                  </a:lnTo>
                  <a:lnTo>
                    <a:pt x="2438740" y="0"/>
                  </a:lnTo>
                  <a:lnTo>
                    <a:pt x="2437028" y="0"/>
                  </a:lnTo>
                  <a:lnTo>
                    <a:pt x="2435317" y="0"/>
                  </a:lnTo>
                  <a:lnTo>
                    <a:pt x="2433606" y="0"/>
                  </a:lnTo>
                  <a:lnTo>
                    <a:pt x="2431894" y="0"/>
                  </a:lnTo>
                  <a:lnTo>
                    <a:pt x="2430183" y="0"/>
                  </a:lnTo>
                  <a:lnTo>
                    <a:pt x="2428471" y="0"/>
                  </a:lnTo>
                  <a:lnTo>
                    <a:pt x="2426760" y="0"/>
                  </a:lnTo>
                  <a:lnTo>
                    <a:pt x="2425049" y="0"/>
                  </a:lnTo>
                  <a:lnTo>
                    <a:pt x="2423337" y="0"/>
                  </a:lnTo>
                  <a:lnTo>
                    <a:pt x="2421626" y="0"/>
                  </a:lnTo>
                  <a:lnTo>
                    <a:pt x="2419915" y="0"/>
                  </a:lnTo>
                  <a:lnTo>
                    <a:pt x="2418203" y="0"/>
                  </a:lnTo>
                  <a:lnTo>
                    <a:pt x="2416492" y="0"/>
                  </a:lnTo>
                  <a:lnTo>
                    <a:pt x="2414780" y="0"/>
                  </a:lnTo>
                  <a:lnTo>
                    <a:pt x="2413069" y="0"/>
                  </a:lnTo>
                  <a:lnTo>
                    <a:pt x="2411358" y="0"/>
                  </a:lnTo>
                  <a:lnTo>
                    <a:pt x="2409646" y="0"/>
                  </a:lnTo>
                  <a:lnTo>
                    <a:pt x="2407935" y="0"/>
                  </a:lnTo>
                  <a:lnTo>
                    <a:pt x="2406223" y="0"/>
                  </a:lnTo>
                  <a:lnTo>
                    <a:pt x="2404512" y="0"/>
                  </a:lnTo>
                  <a:lnTo>
                    <a:pt x="2402801" y="0"/>
                  </a:lnTo>
                  <a:lnTo>
                    <a:pt x="2401089" y="0"/>
                  </a:lnTo>
                  <a:lnTo>
                    <a:pt x="2399378" y="0"/>
                  </a:lnTo>
                  <a:lnTo>
                    <a:pt x="2397666" y="0"/>
                  </a:lnTo>
                  <a:lnTo>
                    <a:pt x="2395955" y="0"/>
                  </a:lnTo>
                  <a:lnTo>
                    <a:pt x="2394244" y="0"/>
                  </a:lnTo>
                  <a:lnTo>
                    <a:pt x="2392532" y="0"/>
                  </a:lnTo>
                  <a:lnTo>
                    <a:pt x="2390821" y="0"/>
                  </a:lnTo>
                  <a:lnTo>
                    <a:pt x="2389109" y="0"/>
                  </a:lnTo>
                  <a:lnTo>
                    <a:pt x="2387398" y="0"/>
                  </a:lnTo>
                  <a:lnTo>
                    <a:pt x="2385687" y="0"/>
                  </a:lnTo>
                  <a:lnTo>
                    <a:pt x="2383975" y="0"/>
                  </a:lnTo>
                  <a:lnTo>
                    <a:pt x="2382264" y="0"/>
                  </a:lnTo>
                  <a:lnTo>
                    <a:pt x="2380552" y="0"/>
                  </a:lnTo>
                  <a:lnTo>
                    <a:pt x="2378841" y="0"/>
                  </a:lnTo>
                  <a:lnTo>
                    <a:pt x="2377130" y="0"/>
                  </a:lnTo>
                  <a:lnTo>
                    <a:pt x="2375418" y="0"/>
                  </a:lnTo>
                  <a:lnTo>
                    <a:pt x="2373707" y="0"/>
                  </a:lnTo>
                  <a:lnTo>
                    <a:pt x="2371995" y="0"/>
                  </a:lnTo>
                  <a:lnTo>
                    <a:pt x="2370284" y="0"/>
                  </a:lnTo>
                  <a:lnTo>
                    <a:pt x="2368573" y="0"/>
                  </a:lnTo>
                  <a:lnTo>
                    <a:pt x="2366861" y="0"/>
                  </a:lnTo>
                  <a:lnTo>
                    <a:pt x="2365150" y="0"/>
                  </a:lnTo>
                  <a:lnTo>
                    <a:pt x="2363438" y="0"/>
                  </a:lnTo>
                  <a:lnTo>
                    <a:pt x="2361727" y="0"/>
                  </a:lnTo>
                  <a:lnTo>
                    <a:pt x="2360016" y="0"/>
                  </a:lnTo>
                  <a:lnTo>
                    <a:pt x="2358304" y="0"/>
                  </a:lnTo>
                  <a:lnTo>
                    <a:pt x="2356593" y="0"/>
                  </a:lnTo>
                  <a:lnTo>
                    <a:pt x="2354881" y="0"/>
                  </a:lnTo>
                  <a:lnTo>
                    <a:pt x="2353170" y="0"/>
                  </a:lnTo>
                  <a:lnTo>
                    <a:pt x="2351459" y="0"/>
                  </a:lnTo>
                  <a:lnTo>
                    <a:pt x="2349747" y="0"/>
                  </a:lnTo>
                  <a:lnTo>
                    <a:pt x="2348036" y="0"/>
                  </a:lnTo>
                  <a:lnTo>
                    <a:pt x="2346324" y="0"/>
                  </a:lnTo>
                  <a:lnTo>
                    <a:pt x="2344613" y="0"/>
                  </a:lnTo>
                  <a:lnTo>
                    <a:pt x="2342902" y="0"/>
                  </a:lnTo>
                  <a:lnTo>
                    <a:pt x="2341190" y="0"/>
                  </a:lnTo>
                  <a:lnTo>
                    <a:pt x="2339479" y="0"/>
                  </a:lnTo>
                  <a:lnTo>
                    <a:pt x="2337767" y="0"/>
                  </a:lnTo>
                  <a:lnTo>
                    <a:pt x="2336056" y="0"/>
                  </a:lnTo>
                  <a:lnTo>
                    <a:pt x="2334345" y="0"/>
                  </a:lnTo>
                  <a:lnTo>
                    <a:pt x="2332633" y="0"/>
                  </a:lnTo>
                  <a:lnTo>
                    <a:pt x="2330922" y="0"/>
                  </a:lnTo>
                  <a:lnTo>
                    <a:pt x="2329210" y="0"/>
                  </a:lnTo>
                  <a:lnTo>
                    <a:pt x="2327499" y="0"/>
                  </a:lnTo>
                  <a:lnTo>
                    <a:pt x="2325788" y="0"/>
                  </a:lnTo>
                  <a:lnTo>
                    <a:pt x="2324076" y="0"/>
                  </a:lnTo>
                  <a:lnTo>
                    <a:pt x="2322365" y="0"/>
                  </a:lnTo>
                  <a:lnTo>
                    <a:pt x="2320653" y="0"/>
                  </a:lnTo>
                  <a:lnTo>
                    <a:pt x="2318942" y="0"/>
                  </a:lnTo>
                  <a:lnTo>
                    <a:pt x="2317231" y="0"/>
                  </a:lnTo>
                  <a:lnTo>
                    <a:pt x="2315519" y="0"/>
                  </a:lnTo>
                  <a:lnTo>
                    <a:pt x="2313808" y="0"/>
                  </a:lnTo>
                  <a:lnTo>
                    <a:pt x="2312097" y="0"/>
                  </a:lnTo>
                  <a:lnTo>
                    <a:pt x="2310385" y="0"/>
                  </a:lnTo>
                  <a:lnTo>
                    <a:pt x="2308674" y="0"/>
                  </a:lnTo>
                  <a:lnTo>
                    <a:pt x="2306962" y="0"/>
                  </a:lnTo>
                  <a:lnTo>
                    <a:pt x="2305251" y="0"/>
                  </a:lnTo>
                  <a:lnTo>
                    <a:pt x="2303540" y="0"/>
                  </a:lnTo>
                  <a:lnTo>
                    <a:pt x="2301828" y="0"/>
                  </a:lnTo>
                  <a:lnTo>
                    <a:pt x="2300117" y="0"/>
                  </a:lnTo>
                  <a:lnTo>
                    <a:pt x="2298405" y="0"/>
                  </a:lnTo>
                  <a:lnTo>
                    <a:pt x="2296694" y="0"/>
                  </a:lnTo>
                  <a:lnTo>
                    <a:pt x="2294983" y="0"/>
                  </a:lnTo>
                  <a:lnTo>
                    <a:pt x="2293271" y="0"/>
                  </a:lnTo>
                  <a:lnTo>
                    <a:pt x="2291560" y="0"/>
                  </a:lnTo>
                  <a:lnTo>
                    <a:pt x="2289848" y="0"/>
                  </a:lnTo>
                  <a:lnTo>
                    <a:pt x="2288137" y="0"/>
                  </a:lnTo>
                  <a:lnTo>
                    <a:pt x="2286426" y="0"/>
                  </a:lnTo>
                  <a:lnTo>
                    <a:pt x="2284714" y="0"/>
                  </a:lnTo>
                  <a:lnTo>
                    <a:pt x="2283003" y="0"/>
                  </a:lnTo>
                  <a:lnTo>
                    <a:pt x="2281291" y="0"/>
                  </a:lnTo>
                  <a:lnTo>
                    <a:pt x="2279580" y="0"/>
                  </a:lnTo>
                  <a:lnTo>
                    <a:pt x="2277869" y="0"/>
                  </a:lnTo>
                  <a:lnTo>
                    <a:pt x="2276157" y="0"/>
                  </a:lnTo>
                  <a:lnTo>
                    <a:pt x="2274446" y="0"/>
                  </a:lnTo>
                  <a:lnTo>
                    <a:pt x="2272734" y="0"/>
                  </a:lnTo>
                  <a:lnTo>
                    <a:pt x="2271023" y="0"/>
                  </a:lnTo>
                  <a:lnTo>
                    <a:pt x="2269312" y="0"/>
                  </a:lnTo>
                  <a:lnTo>
                    <a:pt x="2267600" y="0"/>
                  </a:lnTo>
                  <a:lnTo>
                    <a:pt x="2265889" y="0"/>
                  </a:lnTo>
                  <a:lnTo>
                    <a:pt x="2264177" y="0"/>
                  </a:lnTo>
                  <a:lnTo>
                    <a:pt x="2262466" y="0"/>
                  </a:lnTo>
                  <a:lnTo>
                    <a:pt x="2260755" y="0"/>
                  </a:lnTo>
                  <a:lnTo>
                    <a:pt x="2259043" y="0"/>
                  </a:lnTo>
                  <a:lnTo>
                    <a:pt x="2257332" y="0"/>
                  </a:lnTo>
                  <a:lnTo>
                    <a:pt x="2255620" y="0"/>
                  </a:lnTo>
                  <a:lnTo>
                    <a:pt x="2253909" y="0"/>
                  </a:lnTo>
                  <a:lnTo>
                    <a:pt x="2252198" y="0"/>
                  </a:lnTo>
                  <a:lnTo>
                    <a:pt x="2250486" y="0"/>
                  </a:lnTo>
                  <a:lnTo>
                    <a:pt x="2248775" y="0"/>
                  </a:lnTo>
                  <a:lnTo>
                    <a:pt x="2247063" y="0"/>
                  </a:lnTo>
                  <a:lnTo>
                    <a:pt x="2245352" y="0"/>
                  </a:lnTo>
                  <a:lnTo>
                    <a:pt x="2243641" y="0"/>
                  </a:lnTo>
                  <a:lnTo>
                    <a:pt x="2241929" y="0"/>
                  </a:lnTo>
                  <a:lnTo>
                    <a:pt x="2240218" y="0"/>
                  </a:lnTo>
                  <a:lnTo>
                    <a:pt x="2238506" y="0"/>
                  </a:lnTo>
                  <a:lnTo>
                    <a:pt x="2236795" y="0"/>
                  </a:lnTo>
                  <a:lnTo>
                    <a:pt x="2235084" y="0"/>
                  </a:lnTo>
                  <a:lnTo>
                    <a:pt x="2233372" y="0"/>
                  </a:lnTo>
                  <a:lnTo>
                    <a:pt x="2231661" y="0"/>
                  </a:lnTo>
                  <a:lnTo>
                    <a:pt x="2229949" y="0"/>
                  </a:lnTo>
                  <a:lnTo>
                    <a:pt x="2228238" y="0"/>
                  </a:lnTo>
                  <a:lnTo>
                    <a:pt x="2226527" y="0"/>
                  </a:lnTo>
                  <a:lnTo>
                    <a:pt x="2224815" y="0"/>
                  </a:lnTo>
                  <a:lnTo>
                    <a:pt x="2223104" y="0"/>
                  </a:lnTo>
                  <a:lnTo>
                    <a:pt x="2221392" y="0"/>
                  </a:lnTo>
                  <a:lnTo>
                    <a:pt x="2219681" y="0"/>
                  </a:lnTo>
                  <a:lnTo>
                    <a:pt x="2217970" y="0"/>
                  </a:lnTo>
                  <a:lnTo>
                    <a:pt x="2216258" y="0"/>
                  </a:lnTo>
                  <a:lnTo>
                    <a:pt x="2214547" y="0"/>
                  </a:lnTo>
                  <a:lnTo>
                    <a:pt x="2212836" y="0"/>
                  </a:lnTo>
                  <a:lnTo>
                    <a:pt x="2211124" y="0"/>
                  </a:lnTo>
                  <a:lnTo>
                    <a:pt x="2209413" y="0"/>
                  </a:lnTo>
                  <a:lnTo>
                    <a:pt x="2207701" y="0"/>
                  </a:lnTo>
                  <a:lnTo>
                    <a:pt x="2205990" y="0"/>
                  </a:lnTo>
                  <a:lnTo>
                    <a:pt x="2204279" y="0"/>
                  </a:lnTo>
                  <a:lnTo>
                    <a:pt x="2202567" y="0"/>
                  </a:lnTo>
                  <a:lnTo>
                    <a:pt x="2200856" y="0"/>
                  </a:lnTo>
                  <a:lnTo>
                    <a:pt x="2199144" y="0"/>
                  </a:lnTo>
                  <a:lnTo>
                    <a:pt x="2197433" y="0"/>
                  </a:lnTo>
                  <a:lnTo>
                    <a:pt x="2195722" y="0"/>
                  </a:lnTo>
                  <a:lnTo>
                    <a:pt x="2194010" y="0"/>
                  </a:lnTo>
                  <a:lnTo>
                    <a:pt x="2192299" y="0"/>
                  </a:lnTo>
                  <a:lnTo>
                    <a:pt x="2190587" y="0"/>
                  </a:lnTo>
                  <a:lnTo>
                    <a:pt x="2188876" y="0"/>
                  </a:lnTo>
                  <a:lnTo>
                    <a:pt x="2187165" y="0"/>
                  </a:lnTo>
                  <a:lnTo>
                    <a:pt x="2185453" y="0"/>
                  </a:lnTo>
                  <a:lnTo>
                    <a:pt x="2183742" y="0"/>
                  </a:lnTo>
                  <a:lnTo>
                    <a:pt x="2182030" y="0"/>
                  </a:lnTo>
                  <a:lnTo>
                    <a:pt x="2180319" y="0"/>
                  </a:lnTo>
                  <a:lnTo>
                    <a:pt x="2178608" y="0"/>
                  </a:lnTo>
                  <a:lnTo>
                    <a:pt x="2176896" y="0"/>
                  </a:lnTo>
                  <a:lnTo>
                    <a:pt x="2175185" y="0"/>
                  </a:lnTo>
                  <a:lnTo>
                    <a:pt x="2173473" y="0"/>
                  </a:lnTo>
                  <a:lnTo>
                    <a:pt x="2171762" y="0"/>
                  </a:lnTo>
                  <a:lnTo>
                    <a:pt x="2170051" y="0"/>
                  </a:lnTo>
                  <a:lnTo>
                    <a:pt x="2168339" y="0"/>
                  </a:lnTo>
                  <a:lnTo>
                    <a:pt x="2166628" y="0"/>
                  </a:lnTo>
                  <a:lnTo>
                    <a:pt x="2164916" y="0"/>
                  </a:lnTo>
                  <a:lnTo>
                    <a:pt x="2163205" y="0"/>
                  </a:lnTo>
                  <a:lnTo>
                    <a:pt x="2161494" y="0"/>
                  </a:lnTo>
                  <a:lnTo>
                    <a:pt x="2159782" y="0"/>
                  </a:lnTo>
                  <a:lnTo>
                    <a:pt x="2158071" y="0"/>
                  </a:lnTo>
                  <a:lnTo>
                    <a:pt x="2156359" y="0"/>
                  </a:lnTo>
                  <a:lnTo>
                    <a:pt x="2154648" y="0"/>
                  </a:lnTo>
                  <a:lnTo>
                    <a:pt x="2152937" y="0"/>
                  </a:lnTo>
                  <a:lnTo>
                    <a:pt x="2151225" y="0"/>
                  </a:lnTo>
                  <a:lnTo>
                    <a:pt x="2149514" y="0"/>
                  </a:lnTo>
                  <a:lnTo>
                    <a:pt x="2147802" y="0"/>
                  </a:lnTo>
                  <a:lnTo>
                    <a:pt x="2146091" y="0"/>
                  </a:lnTo>
                  <a:lnTo>
                    <a:pt x="2144380" y="0"/>
                  </a:lnTo>
                  <a:lnTo>
                    <a:pt x="2142668" y="0"/>
                  </a:lnTo>
                  <a:lnTo>
                    <a:pt x="2140957" y="0"/>
                  </a:lnTo>
                  <a:lnTo>
                    <a:pt x="2139245" y="0"/>
                  </a:lnTo>
                  <a:lnTo>
                    <a:pt x="2137534" y="0"/>
                  </a:lnTo>
                  <a:lnTo>
                    <a:pt x="2135823" y="0"/>
                  </a:lnTo>
                  <a:lnTo>
                    <a:pt x="2134111" y="0"/>
                  </a:lnTo>
                  <a:lnTo>
                    <a:pt x="2132400" y="0"/>
                  </a:lnTo>
                  <a:lnTo>
                    <a:pt x="2130688" y="0"/>
                  </a:lnTo>
                  <a:lnTo>
                    <a:pt x="2128977" y="0"/>
                  </a:lnTo>
                  <a:lnTo>
                    <a:pt x="2127266" y="0"/>
                  </a:lnTo>
                  <a:lnTo>
                    <a:pt x="2125554" y="0"/>
                  </a:lnTo>
                  <a:lnTo>
                    <a:pt x="2123843" y="0"/>
                  </a:lnTo>
                  <a:lnTo>
                    <a:pt x="2122131" y="0"/>
                  </a:lnTo>
                  <a:lnTo>
                    <a:pt x="2120420" y="0"/>
                  </a:lnTo>
                  <a:lnTo>
                    <a:pt x="2118709" y="0"/>
                  </a:lnTo>
                  <a:lnTo>
                    <a:pt x="2116997" y="0"/>
                  </a:lnTo>
                  <a:lnTo>
                    <a:pt x="2115286" y="0"/>
                  </a:lnTo>
                  <a:lnTo>
                    <a:pt x="2113574" y="0"/>
                  </a:lnTo>
                  <a:lnTo>
                    <a:pt x="2111863" y="0"/>
                  </a:lnTo>
                  <a:lnTo>
                    <a:pt x="2110152" y="0"/>
                  </a:lnTo>
                  <a:lnTo>
                    <a:pt x="2108440" y="0"/>
                  </a:lnTo>
                  <a:lnTo>
                    <a:pt x="2106729" y="0"/>
                  </a:lnTo>
                  <a:lnTo>
                    <a:pt x="2105018" y="0"/>
                  </a:lnTo>
                  <a:lnTo>
                    <a:pt x="2103306" y="0"/>
                  </a:lnTo>
                  <a:lnTo>
                    <a:pt x="2101595" y="0"/>
                  </a:lnTo>
                  <a:lnTo>
                    <a:pt x="2099883" y="0"/>
                  </a:lnTo>
                  <a:lnTo>
                    <a:pt x="2098172" y="0"/>
                  </a:lnTo>
                  <a:lnTo>
                    <a:pt x="2096461" y="0"/>
                  </a:lnTo>
                  <a:lnTo>
                    <a:pt x="2094749" y="0"/>
                  </a:lnTo>
                  <a:lnTo>
                    <a:pt x="2093038" y="0"/>
                  </a:lnTo>
                  <a:lnTo>
                    <a:pt x="2091326" y="0"/>
                  </a:lnTo>
                  <a:lnTo>
                    <a:pt x="2089615" y="0"/>
                  </a:lnTo>
                  <a:lnTo>
                    <a:pt x="2087904" y="0"/>
                  </a:lnTo>
                  <a:lnTo>
                    <a:pt x="2086192" y="0"/>
                  </a:lnTo>
                  <a:lnTo>
                    <a:pt x="2084481" y="0"/>
                  </a:lnTo>
                  <a:lnTo>
                    <a:pt x="2082769" y="0"/>
                  </a:lnTo>
                  <a:lnTo>
                    <a:pt x="2081058" y="0"/>
                  </a:lnTo>
                  <a:lnTo>
                    <a:pt x="2079347" y="0"/>
                  </a:lnTo>
                  <a:lnTo>
                    <a:pt x="2077635" y="0"/>
                  </a:lnTo>
                  <a:lnTo>
                    <a:pt x="2075924" y="0"/>
                  </a:lnTo>
                  <a:lnTo>
                    <a:pt x="2074212" y="0"/>
                  </a:lnTo>
                  <a:lnTo>
                    <a:pt x="2072501" y="0"/>
                  </a:lnTo>
                  <a:lnTo>
                    <a:pt x="2070790" y="0"/>
                  </a:lnTo>
                  <a:lnTo>
                    <a:pt x="2069078" y="0"/>
                  </a:lnTo>
                  <a:lnTo>
                    <a:pt x="2067367" y="0"/>
                  </a:lnTo>
                  <a:lnTo>
                    <a:pt x="2065655" y="0"/>
                  </a:lnTo>
                  <a:lnTo>
                    <a:pt x="2063944" y="0"/>
                  </a:lnTo>
                  <a:lnTo>
                    <a:pt x="2062233" y="0"/>
                  </a:lnTo>
                  <a:lnTo>
                    <a:pt x="2060521" y="0"/>
                  </a:lnTo>
                  <a:lnTo>
                    <a:pt x="2058810" y="0"/>
                  </a:lnTo>
                  <a:lnTo>
                    <a:pt x="2057098" y="0"/>
                  </a:lnTo>
                  <a:lnTo>
                    <a:pt x="2055387" y="0"/>
                  </a:lnTo>
                  <a:lnTo>
                    <a:pt x="2053676" y="0"/>
                  </a:lnTo>
                  <a:lnTo>
                    <a:pt x="2051964" y="0"/>
                  </a:lnTo>
                  <a:lnTo>
                    <a:pt x="2050253" y="0"/>
                  </a:lnTo>
                  <a:lnTo>
                    <a:pt x="2048541" y="0"/>
                  </a:lnTo>
                  <a:lnTo>
                    <a:pt x="2046830" y="0"/>
                  </a:lnTo>
                  <a:lnTo>
                    <a:pt x="2045119" y="0"/>
                  </a:lnTo>
                  <a:lnTo>
                    <a:pt x="2043407" y="0"/>
                  </a:lnTo>
                  <a:lnTo>
                    <a:pt x="2041696" y="0"/>
                  </a:lnTo>
                  <a:lnTo>
                    <a:pt x="2039984" y="0"/>
                  </a:lnTo>
                  <a:lnTo>
                    <a:pt x="2038273" y="0"/>
                  </a:lnTo>
                  <a:lnTo>
                    <a:pt x="2036562" y="0"/>
                  </a:lnTo>
                  <a:lnTo>
                    <a:pt x="2034850" y="0"/>
                  </a:lnTo>
                  <a:lnTo>
                    <a:pt x="2033139" y="0"/>
                  </a:lnTo>
                  <a:lnTo>
                    <a:pt x="2031427" y="0"/>
                  </a:lnTo>
                  <a:lnTo>
                    <a:pt x="2029716" y="0"/>
                  </a:lnTo>
                  <a:lnTo>
                    <a:pt x="2028005" y="0"/>
                  </a:lnTo>
                  <a:lnTo>
                    <a:pt x="2026293" y="0"/>
                  </a:lnTo>
                  <a:lnTo>
                    <a:pt x="2024582" y="0"/>
                  </a:lnTo>
                  <a:lnTo>
                    <a:pt x="2022870" y="0"/>
                  </a:lnTo>
                  <a:lnTo>
                    <a:pt x="2021159" y="0"/>
                  </a:lnTo>
                  <a:lnTo>
                    <a:pt x="2019448" y="0"/>
                  </a:lnTo>
                  <a:lnTo>
                    <a:pt x="2017736" y="0"/>
                  </a:lnTo>
                  <a:lnTo>
                    <a:pt x="2016025" y="0"/>
                  </a:lnTo>
                  <a:lnTo>
                    <a:pt x="2014313" y="0"/>
                  </a:lnTo>
                  <a:lnTo>
                    <a:pt x="2012602" y="0"/>
                  </a:lnTo>
                  <a:lnTo>
                    <a:pt x="2010891" y="0"/>
                  </a:lnTo>
                  <a:lnTo>
                    <a:pt x="2009179" y="0"/>
                  </a:lnTo>
                  <a:lnTo>
                    <a:pt x="2007468" y="0"/>
                  </a:lnTo>
                  <a:lnTo>
                    <a:pt x="2005756" y="0"/>
                  </a:lnTo>
                  <a:lnTo>
                    <a:pt x="2004045" y="0"/>
                  </a:lnTo>
                  <a:lnTo>
                    <a:pt x="2002334" y="0"/>
                  </a:lnTo>
                  <a:lnTo>
                    <a:pt x="2000622" y="0"/>
                  </a:lnTo>
                  <a:lnTo>
                    <a:pt x="1998911" y="0"/>
                  </a:lnTo>
                  <a:lnTo>
                    <a:pt x="1997200" y="0"/>
                  </a:lnTo>
                  <a:lnTo>
                    <a:pt x="1995488" y="0"/>
                  </a:lnTo>
                  <a:lnTo>
                    <a:pt x="1993777" y="0"/>
                  </a:lnTo>
                  <a:lnTo>
                    <a:pt x="1992065" y="0"/>
                  </a:lnTo>
                  <a:lnTo>
                    <a:pt x="1990354" y="0"/>
                  </a:lnTo>
                  <a:lnTo>
                    <a:pt x="1988643" y="0"/>
                  </a:lnTo>
                  <a:lnTo>
                    <a:pt x="1986931" y="0"/>
                  </a:lnTo>
                  <a:lnTo>
                    <a:pt x="1985220" y="0"/>
                  </a:lnTo>
                  <a:lnTo>
                    <a:pt x="1983508" y="0"/>
                  </a:lnTo>
                  <a:lnTo>
                    <a:pt x="1981797" y="0"/>
                  </a:lnTo>
                  <a:lnTo>
                    <a:pt x="1980086" y="0"/>
                  </a:lnTo>
                  <a:lnTo>
                    <a:pt x="1978374" y="0"/>
                  </a:lnTo>
                  <a:lnTo>
                    <a:pt x="1976663" y="0"/>
                  </a:lnTo>
                  <a:lnTo>
                    <a:pt x="1974951" y="0"/>
                  </a:lnTo>
                  <a:lnTo>
                    <a:pt x="1973240" y="0"/>
                  </a:lnTo>
                  <a:lnTo>
                    <a:pt x="1971529" y="0"/>
                  </a:lnTo>
                  <a:lnTo>
                    <a:pt x="1969817" y="0"/>
                  </a:lnTo>
                  <a:lnTo>
                    <a:pt x="1968106" y="0"/>
                  </a:lnTo>
                  <a:lnTo>
                    <a:pt x="1966394" y="0"/>
                  </a:lnTo>
                  <a:lnTo>
                    <a:pt x="1964683" y="0"/>
                  </a:lnTo>
                  <a:lnTo>
                    <a:pt x="1962972" y="0"/>
                  </a:lnTo>
                  <a:lnTo>
                    <a:pt x="1961260" y="0"/>
                  </a:lnTo>
                  <a:lnTo>
                    <a:pt x="1959549" y="0"/>
                  </a:lnTo>
                  <a:lnTo>
                    <a:pt x="1957837" y="0"/>
                  </a:lnTo>
                  <a:lnTo>
                    <a:pt x="1956126" y="0"/>
                  </a:lnTo>
                  <a:lnTo>
                    <a:pt x="1954415" y="0"/>
                  </a:lnTo>
                  <a:lnTo>
                    <a:pt x="1952703" y="0"/>
                  </a:lnTo>
                  <a:lnTo>
                    <a:pt x="1950992" y="0"/>
                  </a:lnTo>
                  <a:lnTo>
                    <a:pt x="1949280" y="0"/>
                  </a:lnTo>
                  <a:lnTo>
                    <a:pt x="1947569" y="0"/>
                  </a:lnTo>
                  <a:lnTo>
                    <a:pt x="1945858" y="0"/>
                  </a:lnTo>
                  <a:lnTo>
                    <a:pt x="1944146" y="0"/>
                  </a:lnTo>
                  <a:lnTo>
                    <a:pt x="1942435" y="0"/>
                  </a:lnTo>
                  <a:lnTo>
                    <a:pt x="1940723" y="0"/>
                  </a:lnTo>
                  <a:lnTo>
                    <a:pt x="1939012" y="0"/>
                  </a:lnTo>
                  <a:lnTo>
                    <a:pt x="1937301" y="0"/>
                  </a:lnTo>
                  <a:lnTo>
                    <a:pt x="1935589" y="0"/>
                  </a:lnTo>
                  <a:lnTo>
                    <a:pt x="1933878" y="0"/>
                  </a:lnTo>
                  <a:lnTo>
                    <a:pt x="1932166" y="0"/>
                  </a:lnTo>
                  <a:lnTo>
                    <a:pt x="1930455" y="0"/>
                  </a:lnTo>
                  <a:lnTo>
                    <a:pt x="1928744" y="0"/>
                  </a:lnTo>
                  <a:lnTo>
                    <a:pt x="1927032" y="0"/>
                  </a:lnTo>
                  <a:lnTo>
                    <a:pt x="1925321" y="0"/>
                  </a:lnTo>
                  <a:lnTo>
                    <a:pt x="1923609" y="0"/>
                  </a:lnTo>
                  <a:lnTo>
                    <a:pt x="1921898" y="0"/>
                  </a:lnTo>
                  <a:lnTo>
                    <a:pt x="1920187" y="0"/>
                  </a:lnTo>
                  <a:lnTo>
                    <a:pt x="1918475" y="0"/>
                  </a:lnTo>
                  <a:lnTo>
                    <a:pt x="1916764" y="0"/>
                  </a:lnTo>
                  <a:lnTo>
                    <a:pt x="1915052" y="0"/>
                  </a:lnTo>
                  <a:lnTo>
                    <a:pt x="1913341" y="0"/>
                  </a:lnTo>
                  <a:lnTo>
                    <a:pt x="1911630" y="0"/>
                  </a:lnTo>
                  <a:lnTo>
                    <a:pt x="1909918" y="0"/>
                  </a:lnTo>
                  <a:lnTo>
                    <a:pt x="1908207" y="0"/>
                  </a:lnTo>
                  <a:lnTo>
                    <a:pt x="1906495" y="0"/>
                  </a:lnTo>
                  <a:lnTo>
                    <a:pt x="1904784" y="0"/>
                  </a:lnTo>
                  <a:lnTo>
                    <a:pt x="1903073" y="0"/>
                  </a:lnTo>
                  <a:lnTo>
                    <a:pt x="1901361" y="0"/>
                  </a:lnTo>
                  <a:lnTo>
                    <a:pt x="1899650" y="0"/>
                  </a:lnTo>
                  <a:lnTo>
                    <a:pt x="1897938" y="0"/>
                  </a:lnTo>
                  <a:lnTo>
                    <a:pt x="1896227" y="0"/>
                  </a:lnTo>
                  <a:lnTo>
                    <a:pt x="1894516" y="0"/>
                  </a:lnTo>
                  <a:lnTo>
                    <a:pt x="1892804" y="0"/>
                  </a:lnTo>
                  <a:lnTo>
                    <a:pt x="1891093" y="0"/>
                  </a:lnTo>
                  <a:lnTo>
                    <a:pt x="1889382" y="0"/>
                  </a:lnTo>
                  <a:lnTo>
                    <a:pt x="1887670" y="0"/>
                  </a:lnTo>
                  <a:lnTo>
                    <a:pt x="1885959" y="0"/>
                  </a:lnTo>
                  <a:lnTo>
                    <a:pt x="1884247" y="0"/>
                  </a:lnTo>
                  <a:lnTo>
                    <a:pt x="1882536" y="0"/>
                  </a:lnTo>
                  <a:lnTo>
                    <a:pt x="1880825" y="0"/>
                  </a:lnTo>
                  <a:lnTo>
                    <a:pt x="1879113" y="0"/>
                  </a:lnTo>
                  <a:lnTo>
                    <a:pt x="1877402" y="0"/>
                  </a:lnTo>
                  <a:lnTo>
                    <a:pt x="1875690" y="0"/>
                  </a:lnTo>
                  <a:lnTo>
                    <a:pt x="1873979" y="0"/>
                  </a:lnTo>
                  <a:lnTo>
                    <a:pt x="1872268" y="0"/>
                  </a:lnTo>
                  <a:lnTo>
                    <a:pt x="1870556" y="0"/>
                  </a:lnTo>
                  <a:lnTo>
                    <a:pt x="1868845" y="0"/>
                  </a:lnTo>
                  <a:lnTo>
                    <a:pt x="1867133" y="0"/>
                  </a:lnTo>
                  <a:lnTo>
                    <a:pt x="1865422" y="0"/>
                  </a:lnTo>
                  <a:lnTo>
                    <a:pt x="1863711" y="0"/>
                  </a:lnTo>
                  <a:lnTo>
                    <a:pt x="1861999" y="0"/>
                  </a:lnTo>
                  <a:lnTo>
                    <a:pt x="1860288" y="0"/>
                  </a:lnTo>
                  <a:lnTo>
                    <a:pt x="1858576" y="0"/>
                  </a:lnTo>
                  <a:lnTo>
                    <a:pt x="1856865" y="0"/>
                  </a:lnTo>
                  <a:lnTo>
                    <a:pt x="1855154" y="0"/>
                  </a:lnTo>
                  <a:lnTo>
                    <a:pt x="1853442" y="0"/>
                  </a:lnTo>
                  <a:lnTo>
                    <a:pt x="1851731" y="0"/>
                  </a:lnTo>
                  <a:lnTo>
                    <a:pt x="1850019" y="0"/>
                  </a:lnTo>
                  <a:lnTo>
                    <a:pt x="1848308" y="0"/>
                  </a:lnTo>
                  <a:lnTo>
                    <a:pt x="1846597" y="0"/>
                  </a:lnTo>
                  <a:lnTo>
                    <a:pt x="1844885" y="0"/>
                  </a:lnTo>
                  <a:lnTo>
                    <a:pt x="1843174" y="0"/>
                  </a:lnTo>
                  <a:lnTo>
                    <a:pt x="1841462" y="0"/>
                  </a:lnTo>
                  <a:lnTo>
                    <a:pt x="1839751" y="0"/>
                  </a:lnTo>
                  <a:lnTo>
                    <a:pt x="1838040" y="0"/>
                  </a:lnTo>
                  <a:lnTo>
                    <a:pt x="1836328" y="0"/>
                  </a:lnTo>
                  <a:lnTo>
                    <a:pt x="1834617" y="0"/>
                  </a:lnTo>
                  <a:lnTo>
                    <a:pt x="1832905" y="0"/>
                  </a:lnTo>
                  <a:lnTo>
                    <a:pt x="1831194" y="0"/>
                  </a:lnTo>
                  <a:lnTo>
                    <a:pt x="1829483" y="0"/>
                  </a:lnTo>
                  <a:lnTo>
                    <a:pt x="1827771" y="0"/>
                  </a:lnTo>
                  <a:lnTo>
                    <a:pt x="1826060" y="0"/>
                  </a:lnTo>
                  <a:lnTo>
                    <a:pt x="1824348" y="0"/>
                  </a:lnTo>
                  <a:lnTo>
                    <a:pt x="1822637" y="0"/>
                  </a:lnTo>
                  <a:lnTo>
                    <a:pt x="1820926" y="0"/>
                  </a:lnTo>
                  <a:lnTo>
                    <a:pt x="1819214" y="0"/>
                  </a:lnTo>
                  <a:lnTo>
                    <a:pt x="1817503" y="0"/>
                  </a:lnTo>
                  <a:lnTo>
                    <a:pt x="1815791" y="0"/>
                  </a:lnTo>
                  <a:lnTo>
                    <a:pt x="1814080" y="0"/>
                  </a:lnTo>
                  <a:lnTo>
                    <a:pt x="1812369" y="0"/>
                  </a:lnTo>
                  <a:lnTo>
                    <a:pt x="1810657" y="0"/>
                  </a:lnTo>
                  <a:lnTo>
                    <a:pt x="1808946" y="0"/>
                  </a:lnTo>
                  <a:lnTo>
                    <a:pt x="1807234" y="0"/>
                  </a:lnTo>
                  <a:lnTo>
                    <a:pt x="1805523" y="0"/>
                  </a:lnTo>
                  <a:lnTo>
                    <a:pt x="1803812" y="0"/>
                  </a:lnTo>
                  <a:lnTo>
                    <a:pt x="1802100" y="0"/>
                  </a:lnTo>
                  <a:lnTo>
                    <a:pt x="1800389" y="0"/>
                  </a:lnTo>
                  <a:lnTo>
                    <a:pt x="1798677" y="0"/>
                  </a:lnTo>
                  <a:lnTo>
                    <a:pt x="1796966" y="0"/>
                  </a:lnTo>
                  <a:lnTo>
                    <a:pt x="1795255" y="0"/>
                  </a:lnTo>
                  <a:lnTo>
                    <a:pt x="1793543" y="0"/>
                  </a:lnTo>
                  <a:lnTo>
                    <a:pt x="1791832" y="0"/>
                  </a:lnTo>
                  <a:lnTo>
                    <a:pt x="1790121" y="0"/>
                  </a:lnTo>
                  <a:lnTo>
                    <a:pt x="1788409" y="0"/>
                  </a:lnTo>
                  <a:lnTo>
                    <a:pt x="1786698" y="0"/>
                  </a:lnTo>
                  <a:lnTo>
                    <a:pt x="1784986" y="0"/>
                  </a:lnTo>
                  <a:lnTo>
                    <a:pt x="1783275" y="0"/>
                  </a:lnTo>
                  <a:lnTo>
                    <a:pt x="1781564" y="0"/>
                  </a:lnTo>
                  <a:lnTo>
                    <a:pt x="1779852" y="0"/>
                  </a:lnTo>
                  <a:lnTo>
                    <a:pt x="1778141" y="0"/>
                  </a:lnTo>
                  <a:lnTo>
                    <a:pt x="1776429" y="0"/>
                  </a:lnTo>
                  <a:lnTo>
                    <a:pt x="1774718" y="0"/>
                  </a:lnTo>
                  <a:lnTo>
                    <a:pt x="1773007" y="0"/>
                  </a:lnTo>
                  <a:lnTo>
                    <a:pt x="1771295" y="0"/>
                  </a:lnTo>
                  <a:lnTo>
                    <a:pt x="1769584" y="0"/>
                  </a:lnTo>
                  <a:lnTo>
                    <a:pt x="1767872" y="0"/>
                  </a:lnTo>
                  <a:lnTo>
                    <a:pt x="1766161" y="0"/>
                  </a:lnTo>
                  <a:lnTo>
                    <a:pt x="1764450" y="0"/>
                  </a:lnTo>
                  <a:lnTo>
                    <a:pt x="1762738" y="0"/>
                  </a:lnTo>
                  <a:lnTo>
                    <a:pt x="1761027" y="0"/>
                  </a:lnTo>
                  <a:lnTo>
                    <a:pt x="1759315" y="0"/>
                  </a:lnTo>
                  <a:lnTo>
                    <a:pt x="1757604" y="0"/>
                  </a:lnTo>
                  <a:lnTo>
                    <a:pt x="1755893" y="0"/>
                  </a:lnTo>
                  <a:lnTo>
                    <a:pt x="1754181" y="0"/>
                  </a:lnTo>
                  <a:lnTo>
                    <a:pt x="1752470" y="0"/>
                  </a:lnTo>
                  <a:lnTo>
                    <a:pt x="1750758" y="0"/>
                  </a:lnTo>
                  <a:lnTo>
                    <a:pt x="1749047" y="0"/>
                  </a:lnTo>
                  <a:lnTo>
                    <a:pt x="1747336" y="0"/>
                  </a:lnTo>
                  <a:lnTo>
                    <a:pt x="1745624" y="0"/>
                  </a:lnTo>
                  <a:lnTo>
                    <a:pt x="1743913" y="0"/>
                  </a:lnTo>
                  <a:lnTo>
                    <a:pt x="1742201" y="0"/>
                  </a:lnTo>
                  <a:lnTo>
                    <a:pt x="1740490" y="0"/>
                  </a:lnTo>
                  <a:lnTo>
                    <a:pt x="1738779" y="0"/>
                  </a:lnTo>
                  <a:lnTo>
                    <a:pt x="1737067" y="0"/>
                  </a:lnTo>
                  <a:lnTo>
                    <a:pt x="1735356" y="0"/>
                  </a:lnTo>
                  <a:lnTo>
                    <a:pt x="1733644" y="0"/>
                  </a:lnTo>
                  <a:lnTo>
                    <a:pt x="1731933" y="0"/>
                  </a:lnTo>
                  <a:lnTo>
                    <a:pt x="1730222" y="0"/>
                  </a:lnTo>
                  <a:lnTo>
                    <a:pt x="1728510" y="0"/>
                  </a:lnTo>
                  <a:lnTo>
                    <a:pt x="1726799" y="0"/>
                  </a:lnTo>
                  <a:lnTo>
                    <a:pt x="1725087" y="0"/>
                  </a:lnTo>
                  <a:lnTo>
                    <a:pt x="1723376" y="0"/>
                  </a:lnTo>
                  <a:lnTo>
                    <a:pt x="1721665" y="0"/>
                  </a:lnTo>
                  <a:lnTo>
                    <a:pt x="1719953" y="0"/>
                  </a:lnTo>
                  <a:lnTo>
                    <a:pt x="1718242" y="0"/>
                  </a:lnTo>
                  <a:lnTo>
                    <a:pt x="1716530" y="0"/>
                  </a:lnTo>
                  <a:lnTo>
                    <a:pt x="1714819" y="0"/>
                  </a:lnTo>
                  <a:lnTo>
                    <a:pt x="1713108" y="0"/>
                  </a:lnTo>
                  <a:lnTo>
                    <a:pt x="1711396" y="0"/>
                  </a:lnTo>
                  <a:lnTo>
                    <a:pt x="1709685" y="0"/>
                  </a:lnTo>
                  <a:lnTo>
                    <a:pt x="1707973" y="0"/>
                  </a:lnTo>
                  <a:lnTo>
                    <a:pt x="1706262" y="0"/>
                  </a:lnTo>
                  <a:lnTo>
                    <a:pt x="1704551" y="0"/>
                  </a:lnTo>
                  <a:lnTo>
                    <a:pt x="1702839" y="0"/>
                  </a:lnTo>
                  <a:lnTo>
                    <a:pt x="1701128" y="0"/>
                  </a:lnTo>
                  <a:lnTo>
                    <a:pt x="1699416" y="0"/>
                  </a:lnTo>
                  <a:lnTo>
                    <a:pt x="1697705" y="0"/>
                  </a:lnTo>
                  <a:lnTo>
                    <a:pt x="1695994" y="0"/>
                  </a:lnTo>
                  <a:lnTo>
                    <a:pt x="1694282" y="0"/>
                  </a:lnTo>
                  <a:lnTo>
                    <a:pt x="1692571" y="0"/>
                  </a:lnTo>
                  <a:lnTo>
                    <a:pt x="1690859" y="0"/>
                  </a:lnTo>
                  <a:lnTo>
                    <a:pt x="1689148" y="0"/>
                  </a:lnTo>
                  <a:lnTo>
                    <a:pt x="1687437" y="0"/>
                  </a:lnTo>
                  <a:lnTo>
                    <a:pt x="1685725" y="0"/>
                  </a:lnTo>
                  <a:lnTo>
                    <a:pt x="1684014" y="0"/>
                  </a:lnTo>
                  <a:lnTo>
                    <a:pt x="1682303" y="0"/>
                  </a:lnTo>
                  <a:lnTo>
                    <a:pt x="1680591" y="0"/>
                  </a:lnTo>
                  <a:lnTo>
                    <a:pt x="1678880" y="0"/>
                  </a:lnTo>
                  <a:lnTo>
                    <a:pt x="1677168" y="0"/>
                  </a:lnTo>
                  <a:lnTo>
                    <a:pt x="1675457" y="0"/>
                  </a:lnTo>
                  <a:lnTo>
                    <a:pt x="1673746" y="0"/>
                  </a:lnTo>
                  <a:lnTo>
                    <a:pt x="1672034" y="0"/>
                  </a:lnTo>
                  <a:lnTo>
                    <a:pt x="1670323" y="0"/>
                  </a:lnTo>
                  <a:lnTo>
                    <a:pt x="1668611" y="0"/>
                  </a:lnTo>
                  <a:lnTo>
                    <a:pt x="1666900" y="0"/>
                  </a:lnTo>
                  <a:lnTo>
                    <a:pt x="1665189" y="0"/>
                  </a:lnTo>
                  <a:lnTo>
                    <a:pt x="1663477" y="0"/>
                  </a:lnTo>
                  <a:lnTo>
                    <a:pt x="1661766" y="0"/>
                  </a:lnTo>
                  <a:lnTo>
                    <a:pt x="1660054" y="0"/>
                  </a:lnTo>
                  <a:lnTo>
                    <a:pt x="1658343" y="0"/>
                  </a:lnTo>
                  <a:lnTo>
                    <a:pt x="1656632" y="0"/>
                  </a:lnTo>
                  <a:lnTo>
                    <a:pt x="1654920" y="0"/>
                  </a:lnTo>
                  <a:lnTo>
                    <a:pt x="1653209" y="0"/>
                  </a:lnTo>
                  <a:lnTo>
                    <a:pt x="1651497" y="0"/>
                  </a:lnTo>
                  <a:lnTo>
                    <a:pt x="1649786" y="0"/>
                  </a:lnTo>
                  <a:lnTo>
                    <a:pt x="1648075" y="0"/>
                  </a:lnTo>
                  <a:lnTo>
                    <a:pt x="1646363" y="0"/>
                  </a:lnTo>
                  <a:lnTo>
                    <a:pt x="1644652" y="0"/>
                  </a:lnTo>
                  <a:lnTo>
                    <a:pt x="1642940" y="0"/>
                  </a:lnTo>
                  <a:lnTo>
                    <a:pt x="1641229" y="0"/>
                  </a:lnTo>
                  <a:lnTo>
                    <a:pt x="1639518" y="0"/>
                  </a:lnTo>
                  <a:lnTo>
                    <a:pt x="1637806" y="0"/>
                  </a:lnTo>
                  <a:lnTo>
                    <a:pt x="1636095" y="0"/>
                  </a:lnTo>
                  <a:lnTo>
                    <a:pt x="1634383" y="0"/>
                  </a:lnTo>
                  <a:lnTo>
                    <a:pt x="1632672" y="0"/>
                  </a:lnTo>
                  <a:lnTo>
                    <a:pt x="1630961" y="0"/>
                  </a:lnTo>
                  <a:lnTo>
                    <a:pt x="1629249" y="0"/>
                  </a:lnTo>
                  <a:lnTo>
                    <a:pt x="1627538" y="0"/>
                  </a:lnTo>
                  <a:lnTo>
                    <a:pt x="1625826" y="0"/>
                  </a:lnTo>
                  <a:lnTo>
                    <a:pt x="1624115" y="0"/>
                  </a:lnTo>
                  <a:lnTo>
                    <a:pt x="1622404" y="0"/>
                  </a:lnTo>
                  <a:lnTo>
                    <a:pt x="1620692" y="0"/>
                  </a:lnTo>
                  <a:lnTo>
                    <a:pt x="1618981" y="0"/>
                  </a:lnTo>
                  <a:lnTo>
                    <a:pt x="1617269" y="0"/>
                  </a:lnTo>
                  <a:lnTo>
                    <a:pt x="1615558" y="0"/>
                  </a:lnTo>
                  <a:lnTo>
                    <a:pt x="1613847" y="0"/>
                  </a:lnTo>
                  <a:lnTo>
                    <a:pt x="1612135" y="0"/>
                  </a:lnTo>
                  <a:lnTo>
                    <a:pt x="1610424" y="0"/>
                  </a:lnTo>
                  <a:lnTo>
                    <a:pt x="1608712" y="0"/>
                  </a:lnTo>
                  <a:lnTo>
                    <a:pt x="1607001" y="0"/>
                  </a:lnTo>
                  <a:lnTo>
                    <a:pt x="1605290" y="0"/>
                  </a:lnTo>
                  <a:lnTo>
                    <a:pt x="1603578" y="0"/>
                  </a:lnTo>
                  <a:lnTo>
                    <a:pt x="1601867" y="0"/>
                  </a:lnTo>
                  <a:lnTo>
                    <a:pt x="1600155" y="0"/>
                  </a:lnTo>
                  <a:lnTo>
                    <a:pt x="1598444" y="0"/>
                  </a:lnTo>
                  <a:lnTo>
                    <a:pt x="1596733" y="0"/>
                  </a:lnTo>
                  <a:lnTo>
                    <a:pt x="1595021" y="0"/>
                  </a:lnTo>
                  <a:lnTo>
                    <a:pt x="1593310" y="0"/>
                  </a:lnTo>
                  <a:lnTo>
                    <a:pt x="1591598" y="0"/>
                  </a:lnTo>
                  <a:lnTo>
                    <a:pt x="1589887" y="0"/>
                  </a:lnTo>
                  <a:lnTo>
                    <a:pt x="1588176" y="0"/>
                  </a:lnTo>
                  <a:lnTo>
                    <a:pt x="1586464" y="0"/>
                  </a:lnTo>
                  <a:lnTo>
                    <a:pt x="1584753" y="0"/>
                  </a:lnTo>
                  <a:lnTo>
                    <a:pt x="1583041" y="0"/>
                  </a:lnTo>
                  <a:lnTo>
                    <a:pt x="1581330" y="0"/>
                  </a:lnTo>
                  <a:lnTo>
                    <a:pt x="1579619" y="0"/>
                  </a:lnTo>
                  <a:lnTo>
                    <a:pt x="1577907" y="0"/>
                  </a:lnTo>
                  <a:lnTo>
                    <a:pt x="1576196" y="0"/>
                  </a:lnTo>
                  <a:lnTo>
                    <a:pt x="1574485" y="0"/>
                  </a:lnTo>
                  <a:lnTo>
                    <a:pt x="1572773" y="0"/>
                  </a:lnTo>
                  <a:lnTo>
                    <a:pt x="1571062" y="0"/>
                  </a:lnTo>
                  <a:lnTo>
                    <a:pt x="1569350" y="0"/>
                  </a:lnTo>
                  <a:lnTo>
                    <a:pt x="1567639" y="0"/>
                  </a:lnTo>
                  <a:lnTo>
                    <a:pt x="1565928" y="0"/>
                  </a:lnTo>
                  <a:lnTo>
                    <a:pt x="1564216" y="0"/>
                  </a:lnTo>
                  <a:lnTo>
                    <a:pt x="1562505" y="0"/>
                  </a:lnTo>
                  <a:lnTo>
                    <a:pt x="1560793" y="0"/>
                  </a:lnTo>
                  <a:lnTo>
                    <a:pt x="1559082" y="0"/>
                  </a:lnTo>
                  <a:lnTo>
                    <a:pt x="1557371" y="0"/>
                  </a:lnTo>
                  <a:lnTo>
                    <a:pt x="1555659" y="0"/>
                  </a:lnTo>
                  <a:lnTo>
                    <a:pt x="1553948" y="0"/>
                  </a:lnTo>
                  <a:lnTo>
                    <a:pt x="1552236" y="0"/>
                  </a:lnTo>
                  <a:lnTo>
                    <a:pt x="1550525" y="0"/>
                  </a:lnTo>
                  <a:lnTo>
                    <a:pt x="1548814" y="0"/>
                  </a:lnTo>
                  <a:lnTo>
                    <a:pt x="1547102" y="0"/>
                  </a:lnTo>
                  <a:lnTo>
                    <a:pt x="1545391" y="0"/>
                  </a:lnTo>
                  <a:lnTo>
                    <a:pt x="1543679" y="0"/>
                  </a:lnTo>
                  <a:lnTo>
                    <a:pt x="1541968" y="0"/>
                  </a:lnTo>
                  <a:lnTo>
                    <a:pt x="1540257" y="0"/>
                  </a:lnTo>
                  <a:lnTo>
                    <a:pt x="1538545" y="0"/>
                  </a:lnTo>
                  <a:lnTo>
                    <a:pt x="1536834" y="0"/>
                  </a:lnTo>
                  <a:lnTo>
                    <a:pt x="1535122" y="0"/>
                  </a:lnTo>
                  <a:lnTo>
                    <a:pt x="1533411" y="0"/>
                  </a:lnTo>
                  <a:lnTo>
                    <a:pt x="1531700" y="0"/>
                  </a:lnTo>
                  <a:lnTo>
                    <a:pt x="1529988" y="0"/>
                  </a:lnTo>
                  <a:lnTo>
                    <a:pt x="1528277" y="0"/>
                  </a:lnTo>
                  <a:lnTo>
                    <a:pt x="1526565" y="0"/>
                  </a:lnTo>
                  <a:lnTo>
                    <a:pt x="1524854" y="0"/>
                  </a:lnTo>
                  <a:lnTo>
                    <a:pt x="1523143" y="0"/>
                  </a:lnTo>
                  <a:lnTo>
                    <a:pt x="1521431" y="0"/>
                  </a:lnTo>
                  <a:lnTo>
                    <a:pt x="1519720" y="0"/>
                  </a:lnTo>
                  <a:lnTo>
                    <a:pt x="1518008" y="0"/>
                  </a:lnTo>
                  <a:lnTo>
                    <a:pt x="1516297" y="0"/>
                  </a:lnTo>
                  <a:lnTo>
                    <a:pt x="1514586" y="0"/>
                  </a:lnTo>
                  <a:lnTo>
                    <a:pt x="1512874" y="0"/>
                  </a:lnTo>
                  <a:lnTo>
                    <a:pt x="1511163" y="0"/>
                  </a:lnTo>
                  <a:lnTo>
                    <a:pt x="1509451" y="0"/>
                  </a:lnTo>
                  <a:lnTo>
                    <a:pt x="1507740" y="0"/>
                  </a:lnTo>
                  <a:lnTo>
                    <a:pt x="1506029" y="0"/>
                  </a:lnTo>
                  <a:lnTo>
                    <a:pt x="1504317" y="0"/>
                  </a:lnTo>
                  <a:lnTo>
                    <a:pt x="1502606" y="0"/>
                  </a:lnTo>
                  <a:lnTo>
                    <a:pt x="1500894" y="0"/>
                  </a:lnTo>
                  <a:lnTo>
                    <a:pt x="1499183" y="0"/>
                  </a:lnTo>
                  <a:lnTo>
                    <a:pt x="1497472" y="0"/>
                  </a:lnTo>
                  <a:lnTo>
                    <a:pt x="1495760" y="0"/>
                  </a:lnTo>
                  <a:lnTo>
                    <a:pt x="1494049" y="0"/>
                  </a:lnTo>
                  <a:lnTo>
                    <a:pt x="1492337" y="0"/>
                  </a:lnTo>
                  <a:lnTo>
                    <a:pt x="1490626" y="0"/>
                  </a:lnTo>
                  <a:lnTo>
                    <a:pt x="1488915" y="0"/>
                  </a:lnTo>
                  <a:lnTo>
                    <a:pt x="1487203" y="0"/>
                  </a:lnTo>
                  <a:lnTo>
                    <a:pt x="1485492" y="0"/>
                  </a:lnTo>
                  <a:lnTo>
                    <a:pt x="1483780" y="0"/>
                  </a:lnTo>
                  <a:lnTo>
                    <a:pt x="1482069" y="0"/>
                  </a:lnTo>
                  <a:lnTo>
                    <a:pt x="1480358" y="0"/>
                  </a:lnTo>
                  <a:lnTo>
                    <a:pt x="1478646" y="0"/>
                  </a:lnTo>
                  <a:lnTo>
                    <a:pt x="1476935" y="0"/>
                  </a:lnTo>
                  <a:lnTo>
                    <a:pt x="1475224" y="0"/>
                  </a:lnTo>
                  <a:lnTo>
                    <a:pt x="1473512" y="0"/>
                  </a:lnTo>
                  <a:lnTo>
                    <a:pt x="1471801" y="0"/>
                  </a:lnTo>
                  <a:lnTo>
                    <a:pt x="1470089" y="0"/>
                  </a:lnTo>
                  <a:lnTo>
                    <a:pt x="1468378" y="0"/>
                  </a:lnTo>
                  <a:lnTo>
                    <a:pt x="1466667" y="0"/>
                  </a:lnTo>
                  <a:lnTo>
                    <a:pt x="1464955" y="0"/>
                  </a:lnTo>
                  <a:lnTo>
                    <a:pt x="1463244" y="0"/>
                  </a:lnTo>
                  <a:lnTo>
                    <a:pt x="1461532" y="0"/>
                  </a:lnTo>
                  <a:lnTo>
                    <a:pt x="1459821" y="0"/>
                  </a:lnTo>
                  <a:lnTo>
                    <a:pt x="1458110" y="0"/>
                  </a:lnTo>
                  <a:lnTo>
                    <a:pt x="1456398" y="0"/>
                  </a:lnTo>
                  <a:lnTo>
                    <a:pt x="1454687" y="0"/>
                  </a:lnTo>
                  <a:lnTo>
                    <a:pt x="1452975" y="0"/>
                  </a:lnTo>
                  <a:lnTo>
                    <a:pt x="1451264" y="0"/>
                  </a:lnTo>
                  <a:lnTo>
                    <a:pt x="1449553" y="0"/>
                  </a:lnTo>
                  <a:lnTo>
                    <a:pt x="1447841" y="0"/>
                  </a:lnTo>
                  <a:lnTo>
                    <a:pt x="1446130" y="0"/>
                  </a:lnTo>
                  <a:lnTo>
                    <a:pt x="1444418" y="0"/>
                  </a:lnTo>
                  <a:lnTo>
                    <a:pt x="1442707" y="0"/>
                  </a:lnTo>
                  <a:lnTo>
                    <a:pt x="1440996" y="0"/>
                  </a:lnTo>
                  <a:lnTo>
                    <a:pt x="1439284" y="0"/>
                  </a:lnTo>
                  <a:lnTo>
                    <a:pt x="1437573" y="0"/>
                  </a:lnTo>
                  <a:lnTo>
                    <a:pt x="1435861" y="0"/>
                  </a:lnTo>
                  <a:lnTo>
                    <a:pt x="1434150" y="0"/>
                  </a:lnTo>
                  <a:lnTo>
                    <a:pt x="1432439" y="0"/>
                  </a:lnTo>
                  <a:lnTo>
                    <a:pt x="1430727" y="0"/>
                  </a:lnTo>
                  <a:lnTo>
                    <a:pt x="1429016" y="0"/>
                  </a:lnTo>
                  <a:lnTo>
                    <a:pt x="1427304" y="0"/>
                  </a:lnTo>
                  <a:lnTo>
                    <a:pt x="1425593" y="0"/>
                  </a:lnTo>
                  <a:lnTo>
                    <a:pt x="1423882" y="0"/>
                  </a:lnTo>
                  <a:lnTo>
                    <a:pt x="1422170" y="0"/>
                  </a:lnTo>
                  <a:lnTo>
                    <a:pt x="1420459" y="0"/>
                  </a:lnTo>
                  <a:lnTo>
                    <a:pt x="1418747" y="0"/>
                  </a:lnTo>
                  <a:lnTo>
                    <a:pt x="1417036" y="0"/>
                  </a:lnTo>
                  <a:lnTo>
                    <a:pt x="1415325" y="0"/>
                  </a:lnTo>
                  <a:lnTo>
                    <a:pt x="1413613" y="0"/>
                  </a:lnTo>
                  <a:lnTo>
                    <a:pt x="1411902" y="0"/>
                  </a:lnTo>
                  <a:lnTo>
                    <a:pt x="1410190" y="0"/>
                  </a:lnTo>
                  <a:lnTo>
                    <a:pt x="1408479" y="0"/>
                  </a:lnTo>
                  <a:lnTo>
                    <a:pt x="1406768" y="0"/>
                  </a:lnTo>
                  <a:lnTo>
                    <a:pt x="1405056" y="0"/>
                  </a:lnTo>
                  <a:lnTo>
                    <a:pt x="1403345" y="0"/>
                  </a:lnTo>
                  <a:lnTo>
                    <a:pt x="1401633" y="0"/>
                  </a:lnTo>
                  <a:lnTo>
                    <a:pt x="1399922" y="0"/>
                  </a:lnTo>
                  <a:lnTo>
                    <a:pt x="1398211" y="0"/>
                  </a:lnTo>
                  <a:lnTo>
                    <a:pt x="1396499" y="0"/>
                  </a:lnTo>
                  <a:lnTo>
                    <a:pt x="1394788" y="0"/>
                  </a:lnTo>
                  <a:lnTo>
                    <a:pt x="1393076" y="0"/>
                  </a:lnTo>
                  <a:lnTo>
                    <a:pt x="1391365" y="0"/>
                  </a:lnTo>
                  <a:lnTo>
                    <a:pt x="1389654" y="0"/>
                  </a:lnTo>
                  <a:lnTo>
                    <a:pt x="1387942" y="0"/>
                  </a:lnTo>
                  <a:lnTo>
                    <a:pt x="1386231" y="0"/>
                  </a:lnTo>
                  <a:lnTo>
                    <a:pt x="1384519" y="0"/>
                  </a:lnTo>
                  <a:lnTo>
                    <a:pt x="1382808" y="0"/>
                  </a:lnTo>
                  <a:lnTo>
                    <a:pt x="1381097" y="0"/>
                  </a:lnTo>
                  <a:lnTo>
                    <a:pt x="1379385" y="0"/>
                  </a:lnTo>
                  <a:lnTo>
                    <a:pt x="1377674" y="0"/>
                  </a:lnTo>
                  <a:lnTo>
                    <a:pt x="1375962" y="0"/>
                  </a:lnTo>
                  <a:lnTo>
                    <a:pt x="1374251" y="0"/>
                  </a:lnTo>
                  <a:lnTo>
                    <a:pt x="1372540" y="0"/>
                  </a:lnTo>
                  <a:lnTo>
                    <a:pt x="1370828" y="0"/>
                  </a:lnTo>
                  <a:lnTo>
                    <a:pt x="1369117" y="0"/>
                  </a:lnTo>
                  <a:lnTo>
                    <a:pt x="1367406" y="0"/>
                  </a:lnTo>
                  <a:lnTo>
                    <a:pt x="1365694" y="0"/>
                  </a:lnTo>
                  <a:lnTo>
                    <a:pt x="1363983" y="0"/>
                  </a:lnTo>
                  <a:lnTo>
                    <a:pt x="1362271" y="0"/>
                  </a:lnTo>
                  <a:lnTo>
                    <a:pt x="1360560" y="0"/>
                  </a:lnTo>
                  <a:lnTo>
                    <a:pt x="1358849" y="0"/>
                  </a:lnTo>
                  <a:lnTo>
                    <a:pt x="1357137" y="0"/>
                  </a:lnTo>
                  <a:lnTo>
                    <a:pt x="1355426" y="0"/>
                  </a:lnTo>
                  <a:lnTo>
                    <a:pt x="1353714" y="0"/>
                  </a:lnTo>
                  <a:lnTo>
                    <a:pt x="1352003" y="0"/>
                  </a:lnTo>
                  <a:lnTo>
                    <a:pt x="1350292" y="0"/>
                  </a:lnTo>
                  <a:lnTo>
                    <a:pt x="1348580" y="0"/>
                  </a:lnTo>
                  <a:lnTo>
                    <a:pt x="1346869" y="0"/>
                  </a:lnTo>
                  <a:lnTo>
                    <a:pt x="1345157" y="0"/>
                  </a:lnTo>
                  <a:lnTo>
                    <a:pt x="1343446" y="0"/>
                  </a:lnTo>
                  <a:lnTo>
                    <a:pt x="1341735" y="0"/>
                  </a:lnTo>
                  <a:lnTo>
                    <a:pt x="1340023" y="0"/>
                  </a:lnTo>
                  <a:lnTo>
                    <a:pt x="1338312" y="0"/>
                  </a:lnTo>
                  <a:lnTo>
                    <a:pt x="1336600" y="0"/>
                  </a:lnTo>
                  <a:lnTo>
                    <a:pt x="1334889" y="0"/>
                  </a:lnTo>
                  <a:lnTo>
                    <a:pt x="1333178" y="0"/>
                  </a:lnTo>
                  <a:lnTo>
                    <a:pt x="1331466" y="0"/>
                  </a:lnTo>
                  <a:lnTo>
                    <a:pt x="1329755" y="0"/>
                  </a:lnTo>
                  <a:lnTo>
                    <a:pt x="1328043" y="0"/>
                  </a:lnTo>
                  <a:lnTo>
                    <a:pt x="1326332" y="0"/>
                  </a:lnTo>
                  <a:lnTo>
                    <a:pt x="1324621" y="0"/>
                  </a:lnTo>
                  <a:lnTo>
                    <a:pt x="1322909" y="0"/>
                  </a:lnTo>
                  <a:lnTo>
                    <a:pt x="1321198" y="0"/>
                  </a:lnTo>
                  <a:lnTo>
                    <a:pt x="1319486" y="0"/>
                  </a:lnTo>
                  <a:lnTo>
                    <a:pt x="1317775" y="0"/>
                  </a:lnTo>
                  <a:lnTo>
                    <a:pt x="1316064" y="0"/>
                  </a:lnTo>
                  <a:lnTo>
                    <a:pt x="1314352" y="0"/>
                  </a:lnTo>
                  <a:lnTo>
                    <a:pt x="1312641" y="0"/>
                  </a:lnTo>
                  <a:lnTo>
                    <a:pt x="1310929" y="0"/>
                  </a:lnTo>
                  <a:lnTo>
                    <a:pt x="1309218" y="0"/>
                  </a:lnTo>
                  <a:lnTo>
                    <a:pt x="1307507" y="0"/>
                  </a:lnTo>
                  <a:lnTo>
                    <a:pt x="1305795" y="0"/>
                  </a:lnTo>
                  <a:lnTo>
                    <a:pt x="1304084" y="0"/>
                  </a:lnTo>
                  <a:lnTo>
                    <a:pt x="1302372" y="0"/>
                  </a:lnTo>
                  <a:lnTo>
                    <a:pt x="1300661" y="0"/>
                  </a:lnTo>
                  <a:lnTo>
                    <a:pt x="1298950" y="0"/>
                  </a:lnTo>
                  <a:lnTo>
                    <a:pt x="1297238" y="0"/>
                  </a:lnTo>
                  <a:lnTo>
                    <a:pt x="1295527" y="0"/>
                  </a:lnTo>
                  <a:lnTo>
                    <a:pt x="1293815" y="0"/>
                  </a:lnTo>
                  <a:lnTo>
                    <a:pt x="1292104" y="0"/>
                  </a:lnTo>
                  <a:lnTo>
                    <a:pt x="1290393" y="0"/>
                  </a:lnTo>
                  <a:lnTo>
                    <a:pt x="1288681" y="0"/>
                  </a:lnTo>
                  <a:lnTo>
                    <a:pt x="1286970" y="0"/>
                  </a:lnTo>
                  <a:lnTo>
                    <a:pt x="1285258" y="0"/>
                  </a:lnTo>
                  <a:lnTo>
                    <a:pt x="1283547" y="0"/>
                  </a:lnTo>
                  <a:lnTo>
                    <a:pt x="1281836" y="0"/>
                  </a:lnTo>
                  <a:lnTo>
                    <a:pt x="1280124" y="0"/>
                  </a:lnTo>
                  <a:lnTo>
                    <a:pt x="1278413" y="0"/>
                  </a:lnTo>
                  <a:lnTo>
                    <a:pt x="1276701" y="0"/>
                  </a:lnTo>
                  <a:lnTo>
                    <a:pt x="1274990" y="0"/>
                  </a:lnTo>
                  <a:lnTo>
                    <a:pt x="1273279" y="0"/>
                  </a:lnTo>
                  <a:lnTo>
                    <a:pt x="1271567" y="0"/>
                  </a:lnTo>
                  <a:lnTo>
                    <a:pt x="1269856" y="0"/>
                  </a:lnTo>
                  <a:lnTo>
                    <a:pt x="1268144" y="0"/>
                  </a:lnTo>
                  <a:lnTo>
                    <a:pt x="1266433" y="0"/>
                  </a:lnTo>
                  <a:lnTo>
                    <a:pt x="1264722" y="0"/>
                  </a:lnTo>
                  <a:lnTo>
                    <a:pt x="1263010" y="0"/>
                  </a:lnTo>
                  <a:lnTo>
                    <a:pt x="1261299" y="0"/>
                  </a:lnTo>
                  <a:lnTo>
                    <a:pt x="1259588" y="0"/>
                  </a:lnTo>
                  <a:lnTo>
                    <a:pt x="1257876" y="0"/>
                  </a:lnTo>
                  <a:lnTo>
                    <a:pt x="1256165" y="0"/>
                  </a:lnTo>
                  <a:lnTo>
                    <a:pt x="1254453" y="0"/>
                  </a:lnTo>
                  <a:lnTo>
                    <a:pt x="1252742" y="0"/>
                  </a:lnTo>
                  <a:lnTo>
                    <a:pt x="1251031" y="0"/>
                  </a:lnTo>
                  <a:lnTo>
                    <a:pt x="1249319" y="0"/>
                  </a:lnTo>
                  <a:lnTo>
                    <a:pt x="1247608" y="0"/>
                  </a:lnTo>
                  <a:lnTo>
                    <a:pt x="1245896" y="0"/>
                  </a:lnTo>
                  <a:lnTo>
                    <a:pt x="1244185" y="0"/>
                  </a:lnTo>
                  <a:lnTo>
                    <a:pt x="1242474" y="0"/>
                  </a:lnTo>
                  <a:lnTo>
                    <a:pt x="1240762" y="0"/>
                  </a:lnTo>
                  <a:lnTo>
                    <a:pt x="1239051" y="0"/>
                  </a:lnTo>
                  <a:lnTo>
                    <a:pt x="1237339" y="0"/>
                  </a:lnTo>
                  <a:lnTo>
                    <a:pt x="1235628" y="0"/>
                  </a:lnTo>
                  <a:lnTo>
                    <a:pt x="1233917" y="0"/>
                  </a:lnTo>
                  <a:lnTo>
                    <a:pt x="1232205" y="0"/>
                  </a:lnTo>
                  <a:lnTo>
                    <a:pt x="1230494" y="0"/>
                  </a:lnTo>
                  <a:lnTo>
                    <a:pt x="1228782" y="0"/>
                  </a:lnTo>
                  <a:lnTo>
                    <a:pt x="1227071" y="0"/>
                  </a:lnTo>
                  <a:lnTo>
                    <a:pt x="1225360" y="0"/>
                  </a:lnTo>
                  <a:lnTo>
                    <a:pt x="1223648" y="0"/>
                  </a:lnTo>
                  <a:lnTo>
                    <a:pt x="1221937" y="0"/>
                  </a:lnTo>
                  <a:lnTo>
                    <a:pt x="1220225" y="0"/>
                  </a:lnTo>
                  <a:lnTo>
                    <a:pt x="1218514" y="0"/>
                  </a:lnTo>
                  <a:lnTo>
                    <a:pt x="1216803" y="0"/>
                  </a:lnTo>
                  <a:lnTo>
                    <a:pt x="1215091" y="0"/>
                  </a:lnTo>
                  <a:lnTo>
                    <a:pt x="1213380" y="0"/>
                  </a:lnTo>
                  <a:lnTo>
                    <a:pt x="1211668" y="0"/>
                  </a:lnTo>
                  <a:lnTo>
                    <a:pt x="1209957" y="0"/>
                  </a:lnTo>
                  <a:lnTo>
                    <a:pt x="1208246" y="0"/>
                  </a:lnTo>
                  <a:lnTo>
                    <a:pt x="1206534" y="0"/>
                  </a:lnTo>
                  <a:lnTo>
                    <a:pt x="1204823" y="0"/>
                  </a:lnTo>
                  <a:lnTo>
                    <a:pt x="1203111" y="0"/>
                  </a:lnTo>
                  <a:lnTo>
                    <a:pt x="1201400" y="0"/>
                  </a:lnTo>
                  <a:lnTo>
                    <a:pt x="1199689" y="0"/>
                  </a:lnTo>
                  <a:lnTo>
                    <a:pt x="1197977" y="0"/>
                  </a:lnTo>
                  <a:lnTo>
                    <a:pt x="1196266" y="0"/>
                  </a:lnTo>
                  <a:lnTo>
                    <a:pt x="1194554" y="0"/>
                  </a:lnTo>
                  <a:lnTo>
                    <a:pt x="1192843" y="0"/>
                  </a:lnTo>
                  <a:lnTo>
                    <a:pt x="1191132" y="0"/>
                  </a:lnTo>
                  <a:lnTo>
                    <a:pt x="1189420" y="0"/>
                  </a:lnTo>
                  <a:lnTo>
                    <a:pt x="1187709" y="0"/>
                  </a:lnTo>
                  <a:lnTo>
                    <a:pt x="1185997" y="0"/>
                  </a:lnTo>
                  <a:lnTo>
                    <a:pt x="1184286" y="0"/>
                  </a:lnTo>
                  <a:lnTo>
                    <a:pt x="1182575" y="0"/>
                  </a:lnTo>
                  <a:lnTo>
                    <a:pt x="1180863" y="0"/>
                  </a:lnTo>
                  <a:lnTo>
                    <a:pt x="1179152" y="0"/>
                  </a:lnTo>
                  <a:lnTo>
                    <a:pt x="1177440" y="0"/>
                  </a:lnTo>
                  <a:lnTo>
                    <a:pt x="1175729" y="0"/>
                  </a:lnTo>
                  <a:lnTo>
                    <a:pt x="1174018" y="0"/>
                  </a:lnTo>
                  <a:lnTo>
                    <a:pt x="1172306" y="0"/>
                  </a:lnTo>
                  <a:lnTo>
                    <a:pt x="1170595" y="0"/>
                  </a:lnTo>
                  <a:lnTo>
                    <a:pt x="1168883" y="0"/>
                  </a:lnTo>
                  <a:lnTo>
                    <a:pt x="1167172" y="0"/>
                  </a:lnTo>
                  <a:lnTo>
                    <a:pt x="1165461" y="0"/>
                  </a:lnTo>
                  <a:lnTo>
                    <a:pt x="1163749" y="0"/>
                  </a:lnTo>
                  <a:lnTo>
                    <a:pt x="1162038" y="0"/>
                  </a:lnTo>
                  <a:lnTo>
                    <a:pt x="1160326" y="0"/>
                  </a:lnTo>
                  <a:lnTo>
                    <a:pt x="1158615" y="0"/>
                  </a:lnTo>
                  <a:lnTo>
                    <a:pt x="1156904" y="0"/>
                  </a:lnTo>
                  <a:lnTo>
                    <a:pt x="1155192" y="0"/>
                  </a:lnTo>
                  <a:lnTo>
                    <a:pt x="1153481" y="0"/>
                  </a:lnTo>
                  <a:lnTo>
                    <a:pt x="1151770" y="0"/>
                  </a:lnTo>
                  <a:lnTo>
                    <a:pt x="1150058" y="0"/>
                  </a:lnTo>
                  <a:lnTo>
                    <a:pt x="1148347" y="0"/>
                  </a:lnTo>
                  <a:lnTo>
                    <a:pt x="1146635" y="0"/>
                  </a:lnTo>
                  <a:lnTo>
                    <a:pt x="1144924" y="0"/>
                  </a:lnTo>
                  <a:lnTo>
                    <a:pt x="1143213" y="0"/>
                  </a:lnTo>
                  <a:lnTo>
                    <a:pt x="1141501" y="0"/>
                  </a:lnTo>
                  <a:lnTo>
                    <a:pt x="1139790" y="0"/>
                  </a:lnTo>
                  <a:lnTo>
                    <a:pt x="1138078" y="0"/>
                  </a:lnTo>
                  <a:lnTo>
                    <a:pt x="1136367" y="0"/>
                  </a:lnTo>
                  <a:lnTo>
                    <a:pt x="1134656" y="0"/>
                  </a:lnTo>
                  <a:lnTo>
                    <a:pt x="1132944" y="0"/>
                  </a:lnTo>
                  <a:lnTo>
                    <a:pt x="1131233" y="0"/>
                  </a:lnTo>
                  <a:lnTo>
                    <a:pt x="1129521" y="0"/>
                  </a:lnTo>
                  <a:lnTo>
                    <a:pt x="1127810" y="0"/>
                  </a:lnTo>
                  <a:lnTo>
                    <a:pt x="1126099" y="0"/>
                  </a:lnTo>
                  <a:lnTo>
                    <a:pt x="1124387" y="0"/>
                  </a:lnTo>
                  <a:lnTo>
                    <a:pt x="1122676" y="0"/>
                  </a:lnTo>
                  <a:lnTo>
                    <a:pt x="1120964" y="0"/>
                  </a:lnTo>
                  <a:lnTo>
                    <a:pt x="1119253" y="0"/>
                  </a:lnTo>
                  <a:lnTo>
                    <a:pt x="1117542" y="0"/>
                  </a:lnTo>
                  <a:lnTo>
                    <a:pt x="1115830" y="0"/>
                  </a:lnTo>
                  <a:lnTo>
                    <a:pt x="1114119" y="0"/>
                  </a:lnTo>
                  <a:lnTo>
                    <a:pt x="1112407" y="0"/>
                  </a:lnTo>
                  <a:lnTo>
                    <a:pt x="1110696" y="0"/>
                  </a:lnTo>
                  <a:lnTo>
                    <a:pt x="1108985" y="0"/>
                  </a:lnTo>
                  <a:lnTo>
                    <a:pt x="1107273" y="0"/>
                  </a:lnTo>
                  <a:lnTo>
                    <a:pt x="1105562" y="0"/>
                  </a:lnTo>
                  <a:lnTo>
                    <a:pt x="1103850" y="0"/>
                  </a:lnTo>
                  <a:lnTo>
                    <a:pt x="1102139" y="0"/>
                  </a:lnTo>
                  <a:lnTo>
                    <a:pt x="1100428" y="0"/>
                  </a:lnTo>
                  <a:lnTo>
                    <a:pt x="1098716" y="0"/>
                  </a:lnTo>
                  <a:lnTo>
                    <a:pt x="1097005" y="0"/>
                  </a:lnTo>
                  <a:lnTo>
                    <a:pt x="1095293" y="0"/>
                  </a:lnTo>
                  <a:lnTo>
                    <a:pt x="1093582" y="0"/>
                  </a:lnTo>
                  <a:lnTo>
                    <a:pt x="1091871" y="0"/>
                  </a:lnTo>
                  <a:lnTo>
                    <a:pt x="1090159" y="0"/>
                  </a:lnTo>
                  <a:lnTo>
                    <a:pt x="1088448" y="0"/>
                  </a:lnTo>
                  <a:lnTo>
                    <a:pt x="1086736" y="0"/>
                  </a:lnTo>
                  <a:lnTo>
                    <a:pt x="1085025" y="0"/>
                  </a:lnTo>
                  <a:lnTo>
                    <a:pt x="1083314" y="0"/>
                  </a:lnTo>
                  <a:lnTo>
                    <a:pt x="1081602" y="0"/>
                  </a:lnTo>
                  <a:lnTo>
                    <a:pt x="1079891" y="0"/>
                  </a:lnTo>
                  <a:lnTo>
                    <a:pt x="1078179" y="0"/>
                  </a:lnTo>
                  <a:lnTo>
                    <a:pt x="1076468" y="0"/>
                  </a:lnTo>
                  <a:lnTo>
                    <a:pt x="1074757" y="0"/>
                  </a:lnTo>
                  <a:lnTo>
                    <a:pt x="1073045" y="0"/>
                  </a:lnTo>
                  <a:lnTo>
                    <a:pt x="1071334" y="0"/>
                  </a:lnTo>
                  <a:lnTo>
                    <a:pt x="1069622" y="0"/>
                  </a:lnTo>
                  <a:lnTo>
                    <a:pt x="1067911" y="0"/>
                  </a:lnTo>
                  <a:lnTo>
                    <a:pt x="1066200" y="0"/>
                  </a:lnTo>
                  <a:lnTo>
                    <a:pt x="1064488" y="0"/>
                  </a:lnTo>
                  <a:lnTo>
                    <a:pt x="1062777" y="0"/>
                  </a:lnTo>
                  <a:lnTo>
                    <a:pt x="1061065" y="0"/>
                  </a:lnTo>
                  <a:lnTo>
                    <a:pt x="1059354" y="0"/>
                  </a:lnTo>
                  <a:lnTo>
                    <a:pt x="1057643" y="0"/>
                  </a:lnTo>
                  <a:lnTo>
                    <a:pt x="1055931" y="0"/>
                  </a:lnTo>
                  <a:lnTo>
                    <a:pt x="1054220" y="0"/>
                  </a:lnTo>
                  <a:lnTo>
                    <a:pt x="1052509" y="0"/>
                  </a:lnTo>
                  <a:lnTo>
                    <a:pt x="1050797" y="0"/>
                  </a:lnTo>
                  <a:lnTo>
                    <a:pt x="1049086" y="0"/>
                  </a:lnTo>
                  <a:lnTo>
                    <a:pt x="1047374" y="0"/>
                  </a:lnTo>
                  <a:lnTo>
                    <a:pt x="1045663" y="0"/>
                  </a:lnTo>
                  <a:lnTo>
                    <a:pt x="1043952" y="0"/>
                  </a:lnTo>
                  <a:lnTo>
                    <a:pt x="1042240" y="0"/>
                  </a:lnTo>
                  <a:lnTo>
                    <a:pt x="1040529" y="0"/>
                  </a:lnTo>
                  <a:lnTo>
                    <a:pt x="1038817" y="0"/>
                  </a:lnTo>
                  <a:lnTo>
                    <a:pt x="1037106" y="0"/>
                  </a:lnTo>
                  <a:lnTo>
                    <a:pt x="1035395" y="0"/>
                  </a:lnTo>
                  <a:lnTo>
                    <a:pt x="1033683" y="0"/>
                  </a:lnTo>
                  <a:lnTo>
                    <a:pt x="1031972" y="0"/>
                  </a:lnTo>
                  <a:lnTo>
                    <a:pt x="1030260" y="0"/>
                  </a:lnTo>
                  <a:lnTo>
                    <a:pt x="1028549" y="0"/>
                  </a:lnTo>
                  <a:lnTo>
                    <a:pt x="1026838" y="0"/>
                  </a:lnTo>
                  <a:lnTo>
                    <a:pt x="1025126" y="0"/>
                  </a:lnTo>
                  <a:lnTo>
                    <a:pt x="1023415" y="0"/>
                  </a:lnTo>
                  <a:lnTo>
                    <a:pt x="1021703" y="0"/>
                  </a:lnTo>
                  <a:lnTo>
                    <a:pt x="1019992" y="0"/>
                  </a:lnTo>
                  <a:lnTo>
                    <a:pt x="1018281" y="0"/>
                  </a:lnTo>
                  <a:lnTo>
                    <a:pt x="1016569" y="0"/>
                  </a:lnTo>
                  <a:lnTo>
                    <a:pt x="1014858" y="0"/>
                  </a:lnTo>
                  <a:lnTo>
                    <a:pt x="1013146" y="0"/>
                  </a:lnTo>
                  <a:lnTo>
                    <a:pt x="1011435" y="0"/>
                  </a:lnTo>
                  <a:lnTo>
                    <a:pt x="1009724" y="0"/>
                  </a:lnTo>
                  <a:lnTo>
                    <a:pt x="1008012" y="0"/>
                  </a:lnTo>
                  <a:lnTo>
                    <a:pt x="1006301" y="0"/>
                  </a:lnTo>
                  <a:lnTo>
                    <a:pt x="1004589" y="0"/>
                  </a:lnTo>
                  <a:lnTo>
                    <a:pt x="1002878" y="0"/>
                  </a:lnTo>
                  <a:lnTo>
                    <a:pt x="1001167" y="0"/>
                  </a:lnTo>
                  <a:lnTo>
                    <a:pt x="999455" y="0"/>
                  </a:lnTo>
                  <a:lnTo>
                    <a:pt x="997744" y="0"/>
                  </a:lnTo>
                  <a:lnTo>
                    <a:pt x="996032" y="0"/>
                  </a:lnTo>
                  <a:lnTo>
                    <a:pt x="994321" y="0"/>
                  </a:lnTo>
                  <a:lnTo>
                    <a:pt x="992610" y="0"/>
                  </a:lnTo>
                  <a:lnTo>
                    <a:pt x="990898" y="0"/>
                  </a:lnTo>
                  <a:lnTo>
                    <a:pt x="989187" y="0"/>
                  </a:lnTo>
                  <a:lnTo>
                    <a:pt x="987475" y="0"/>
                  </a:lnTo>
                  <a:lnTo>
                    <a:pt x="985764" y="0"/>
                  </a:lnTo>
                  <a:lnTo>
                    <a:pt x="984053" y="0"/>
                  </a:lnTo>
                  <a:lnTo>
                    <a:pt x="982341" y="0"/>
                  </a:lnTo>
                  <a:lnTo>
                    <a:pt x="980630" y="0"/>
                  </a:lnTo>
                  <a:lnTo>
                    <a:pt x="978918" y="0"/>
                  </a:lnTo>
                  <a:lnTo>
                    <a:pt x="977207" y="0"/>
                  </a:lnTo>
                  <a:lnTo>
                    <a:pt x="975496" y="0"/>
                  </a:lnTo>
                  <a:lnTo>
                    <a:pt x="973784" y="0"/>
                  </a:lnTo>
                  <a:lnTo>
                    <a:pt x="972073" y="0"/>
                  </a:lnTo>
                  <a:lnTo>
                    <a:pt x="970361" y="0"/>
                  </a:lnTo>
                  <a:lnTo>
                    <a:pt x="968650" y="0"/>
                  </a:lnTo>
                  <a:lnTo>
                    <a:pt x="966939" y="0"/>
                  </a:lnTo>
                  <a:lnTo>
                    <a:pt x="965227" y="0"/>
                  </a:lnTo>
                  <a:lnTo>
                    <a:pt x="963516" y="0"/>
                  </a:lnTo>
                  <a:lnTo>
                    <a:pt x="961804" y="0"/>
                  </a:lnTo>
                  <a:lnTo>
                    <a:pt x="960093" y="0"/>
                  </a:lnTo>
                  <a:lnTo>
                    <a:pt x="958382" y="0"/>
                  </a:lnTo>
                  <a:lnTo>
                    <a:pt x="956670" y="0"/>
                  </a:lnTo>
                  <a:lnTo>
                    <a:pt x="954959" y="0"/>
                  </a:lnTo>
                  <a:lnTo>
                    <a:pt x="953247" y="0"/>
                  </a:lnTo>
                  <a:lnTo>
                    <a:pt x="951536" y="0"/>
                  </a:lnTo>
                  <a:lnTo>
                    <a:pt x="949825" y="0"/>
                  </a:lnTo>
                  <a:lnTo>
                    <a:pt x="948113" y="0"/>
                  </a:lnTo>
                  <a:lnTo>
                    <a:pt x="946402" y="0"/>
                  </a:lnTo>
                  <a:lnTo>
                    <a:pt x="944691" y="0"/>
                  </a:lnTo>
                  <a:lnTo>
                    <a:pt x="942979" y="0"/>
                  </a:lnTo>
                  <a:lnTo>
                    <a:pt x="941268" y="0"/>
                  </a:lnTo>
                  <a:lnTo>
                    <a:pt x="939556" y="0"/>
                  </a:lnTo>
                  <a:lnTo>
                    <a:pt x="937845" y="0"/>
                  </a:lnTo>
                  <a:lnTo>
                    <a:pt x="936134" y="0"/>
                  </a:lnTo>
                  <a:lnTo>
                    <a:pt x="934422" y="0"/>
                  </a:lnTo>
                  <a:lnTo>
                    <a:pt x="932711" y="0"/>
                  </a:lnTo>
                  <a:lnTo>
                    <a:pt x="930999" y="0"/>
                  </a:lnTo>
                  <a:lnTo>
                    <a:pt x="929288" y="0"/>
                  </a:lnTo>
                  <a:lnTo>
                    <a:pt x="927577" y="0"/>
                  </a:lnTo>
                  <a:lnTo>
                    <a:pt x="925865" y="0"/>
                  </a:lnTo>
                  <a:lnTo>
                    <a:pt x="924154" y="0"/>
                  </a:lnTo>
                  <a:lnTo>
                    <a:pt x="922442" y="0"/>
                  </a:lnTo>
                  <a:lnTo>
                    <a:pt x="920731" y="0"/>
                  </a:lnTo>
                  <a:lnTo>
                    <a:pt x="919020" y="0"/>
                  </a:lnTo>
                  <a:lnTo>
                    <a:pt x="917308" y="0"/>
                  </a:lnTo>
                  <a:lnTo>
                    <a:pt x="915597" y="0"/>
                  </a:lnTo>
                  <a:lnTo>
                    <a:pt x="913885" y="0"/>
                  </a:lnTo>
                  <a:lnTo>
                    <a:pt x="912174" y="0"/>
                  </a:lnTo>
                  <a:lnTo>
                    <a:pt x="910463" y="0"/>
                  </a:lnTo>
                  <a:lnTo>
                    <a:pt x="908751" y="0"/>
                  </a:lnTo>
                  <a:lnTo>
                    <a:pt x="907040" y="0"/>
                  </a:lnTo>
                  <a:lnTo>
                    <a:pt x="905328" y="0"/>
                  </a:lnTo>
                  <a:lnTo>
                    <a:pt x="903617" y="0"/>
                  </a:lnTo>
                  <a:lnTo>
                    <a:pt x="901906" y="0"/>
                  </a:lnTo>
                  <a:lnTo>
                    <a:pt x="900194" y="0"/>
                  </a:lnTo>
                  <a:lnTo>
                    <a:pt x="898483" y="0"/>
                  </a:lnTo>
                  <a:lnTo>
                    <a:pt x="896771" y="0"/>
                  </a:lnTo>
                  <a:lnTo>
                    <a:pt x="895060" y="0"/>
                  </a:lnTo>
                  <a:lnTo>
                    <a:pt x="893349" y="0"/>
                  </a:lnTo>
                  <a:lnTo>
                    <a:pt x="891637" y="0"/>
                  </a:lnTo>
                  <a:lnTo>
                    <a:pt x="889926" y="0"/>
                  </a:lnTo>
                  <a:lnTo>
                    <a:pt x="888214" y="0"/>
                  </a:lnTo>
                  <a:lnTo>
                    <a:pt x="886503" y="0"/>
                  </a:lnTo>
                  <a:lnTo>
                    <a:pt x="884792" y="0"/>
                  </a:lnTo>
                  <a:lnTo>
                    <a:pt x="883080" y="0"/>
                  </a:lnTo>
                  <a:lnTo>
                    <a:pt x="881369" y="0"/>
                  </a:lnTo>
                  <a:lnTo>
                    <a:pt x="879657" y="0"/>
                  </a:lnTo>
                  <a:lnTo>
                    <a:pt x="877946" y="0"/>
                  </a:lnTo>
                  <a:lnTo>
                    <a:pt x="876235" y="0"/>
                  </a:lnTo>
                  <a:lnTo>
                    <a:pt x="874523" y="0"/>
                  </a:lnTo>
                  <a:lnTo>
                    <a:pt x="872812" y="0"/>
                  </a:lnTo>
                  <a:lnTo>
                    <a:pt x="871100" y="0"/>
                  </a:lnTo>
                  <a:lnTo>
                    <a:pt x="869389" y="0"/>
                  </a:lnTo>
                  <a:lnTo>
                    <a:pt x="867678" y="0"/>
                  </a:lnTo>
                  <a:lnTo>
                    <a:pt x="865966" y="0"/>
                  </a:lnTo>
                  <a:lnTo>
                    <a:pt x="864255" y="0"/>
                  </a:lnTo>
                  <a:lnTo>
                    <a:pt x="862543" y="0"/>
                  </a:lnTo>
                  <a:lnTo>
                    <a:pt x="860832" y="0"/>
                  </a:lnTo>
                  <a:lnTo>
                    <a:pt x="859121" y="0"/>
                  </a:lnTo>
                  <a:lnTo>
                    <a:pt x="857409" y="0"/>
                  </a:lnTo>
                  <a:lnTo>
                    <a:pt x="855698" y="0"/>
                  </a:lnTo>
                  <a:lnTo>
                    <a:pt x="853986" y="0"/>
                  </a:lnTo>
                  <a:lnTo>
                    <a:pt x="852275" y="0"/>
                  </a:lnTo>
                  <a:lnTo>
                    <a:pt x="850564" y="0"/>
                  </a:lnTo>
                  <a:lnTo>
                    <a:pt x="848852" y="0"/>
                  </a:lnTo>
                  <a:lnTo>
                    <a:pt x="847141" y="0"/>
                  </a:lnTo>
                  <a:lnTo>
                    <a:pt x="845429" y="0"/>
                  </a:lnTo>
                  <a:lnTo>
                    <a:pt x="843718" y="0"/>
                  </a:lnTo>
                  <a:lnTo>
                    <a:pt x="842007" y="0"/>
                  </a:lnTo>
                  <a:lnTo>
                    <a:pt x="840295" y="0"/>
                  </a:lnTo>
                  <a:lnTo>
                    <a:pt x="838584" y="0"/>
                  </a:lnTo>
                  <a:lnTo>
                    <a:pt x="836873" y="0"/>
                  </a:lnTo>
                  <a:lnTo>
                    <a:pt x="835161" y="0"/>
                  </a:lnTo>
                  <a:lnTo>
                    <a:pt x="833450" y="0"/>
                  </a:lnTo>
                  <a:lnTo>
                    <a:pt x="831738" y="0"/>
                  </a:lnTo>
                  <a:lnTo>
                    <a:pt x="830027" y="0"/>
                  </a:lnTo>
                  <a:lnTo>
                    <a:pt x="828316" y="0"/>
                  </a:lnTo>
                  <a:lnTo>
                    <a:pt x="826604" y="0"/>
                  </a:lnTo>
                  <a:lnTo>
                    <a:pt x="824893" y="0"/>
                  </a:lnTo>
                  <a:lnTo>
                    <a:pt x="823181" y="0"/>
                  </a:lnTo>
                  <a:lnTo>
                    <a:pt x="821470" y="0"/>
                  </a:lnTo>
                  <a:lnTo>
                    <a:pt x="819759" y="0"/>
                  </a:lnTo>
                  <a:lnTo>
                    <a:pt x="818047" y="0"/>
                  </a:lnTo>
                  <a:lnTo>
                    <a:pt x="816336" y="0"/>
                  </a:lnTo>
                  <a:lnTo>
                    <a:pt x="814624" y="0"/>
                  </a:lnTo>
                  <a:lnTo>
                    <a:pt x="812913" y="0"/>
                  </a:lnTo>
                  <a:lnTo>
                    <a:pt x="811202" y="0"/>
                  </a:lnTo>
                  <a:lnTo>
                    <a:pt x="809490" y="0"/>
                  </a:lnTo>
                  <a:lnTo>
                    <a:pt x="807779" y="0"/>
                  </a:lnTo>
                  <a:lnTo>
                    <a:pt x="806067" y="0"/>
                  </a:lnTo>
                  <a:lnTo>
                    <a:pt x="804356" y="0"/>
                  </a:lnTo>
                  <a:lnTo>
                    <a:pt x="802645" y="0"/>
                  </a:lnTo>
                  <a:lnTo>
                    <a:pt x="800933" y="0"/>
                  </a:lnTo>
                  <a:lnTo>
                    <a:pt x="799222" y="0"/>
                  </a:lnTo>
                  <a:lnTo>
                    <a:pt x="797510" y="0"/>
                  </a:lnTo>
                  <a:lnTo>
                    <a:pt x="795799" y="0"/>
                  </a:lnTo>
                  <a:lnTo>
                    <a:pt x="794088" y="0"/>
                  </a:lnTo>
                  <a:lnTo>
                    <a:pt x="792376" y="0"/>
                  </a:lnTo>
                  <a:lnTo>
                    <a:pt x="790665" y="0"/>
                  </a:lnTo>
                  <a:lnTo>
                    <a:pt x="788953" y="0"/>
                  </a:lnTo>
                  <a:lnTo>
                    <a:pt x="787242" y="0"/>
                  </a:lnTo>
                  <a:lnTo>
                    <a:pt x="785531" y="0"/>
                  </a:lnTo>
                  <a:lnTo>
                    <a:pt x="783819" y="0"/>
                  </a:lnTo>
                  <a:lnTo>
                    <a:pt x="782108" y="0"/>
                  </a:lnTo>
                  <a:lnTo>
                    <a:pt x="780396" y="0"/>
                  </a:lnTo>
                  <a:lnTo>
                    <a:pt x="778685" y="0"/>
                  </a:lnTo>
                  <a:lnTo>
                    <a:pt x="776974" y="0"/>
                  </a:lnTo>
                  <a:lnTo>
                    <a:pt x="775262" y="0"/>
                  </a:lnTo>
                  <a:lnTo>
                    <a:pt x="773551" y="0"/>
                  </a:lnTo>
                  <a:lnTo>
                    <a:pt x="771839" y="0"/>
                  </a:lnTo>
                  <a:lnTo>
                    <a:pt x="770128" y="0"/>
                  </a:lnTo>
                  <a:lnTo>
                    <a:pt x="768417" y="0"/>
                  </a:lnTo>
                  <a:lnTo>
                    <a:pt x="766705" y="0"/>
                  </a:lnTo>
                  <a:lnTo>
                    <a:pt x="764994" y="0"/>
                  </a:lnTo>
                  <a:lnTo>
                    <a:pt x="763282" y="0"/>
                  </a:lnTo>
                  <a:lnTo>
                    <a:pt x="761571" y="0"/>
                  </a:lnTo>
                  <a:lnTo>
                    <a:pt x="759860" y="0"/>
                  </a:lnTo>
                  <a:lnTo>
                    <a:pt x="758148" y="0"/>
                  </a:lnTo>
                  <a:lnTo>
                    <a:pt x="756437" y="0"/>
                  </a:lnTo>
                  <a:lnTo>
                    <a:pt x="754725" y="0"/>
                  </a:lnTo>
                  <a:lnTo>
                    <a:pt x="753014" y="0"/>
                  </a:lnTo>
                  <a:lnTo>
                    <a:pt x="751303" y="0"/>
                  </a:lnTo>
                  <a:lnTo>
                    <a:pt x="749591" y="0"/>
                  </a:lnTo>
                  <a:lnTo>
                    <a:pt x="747880" y="0"/>
                  </a:lnTo>
                  <a:lnTo>
                    <a:pt x="746168" y="0"/>
                  </a:lnTo>
                  <a:lnTo>
                    <a:pt x="744457" y="0"/>
                  </a:lnTo>
                  <a:lnTo>
                    <a:pt x="742746" y="0"/>
                  </a:lnTo>
                  <a:lnTo>
                    <a:pt x="741034" y="0"/>
                  </a:lnTo>
                  <a:lnTo>
                    <a:pt x="739323" y="0"/>
                  </a:lnTo>
                  <a:lnTo>
                    <a:pt x="737612" y="0"/>
                  </a:lnTo>
                  <a:lnTo>
                    <a:pt x="735900" y="0"/>
                  </a:lnTo>
                  <a:lnTo>
                    <a:pt x="734189" y="0"/>
                  </a:lnTo>
                  <a:lnTo>
                    <a:pt x="732477" y="0"/>
                  </a:lnTo>
                  <a:lnTo>
                    <a:pt x="730766" y="0"/>
                  </a:lnTo>
                  <a:lnTo>
                    <a:pt x="729055" y="0"/>
                  </a:lnTo>
                  <a:lnTo>
                    <a:pt x="727343" y="0"/>
                  </a:lnTo>
                  <a:lnTo>
                    <a:pt x="725632" y="0"/>
                  </a:lnTo>
                  <a:lnTo>
                    <a:pt x="723920" y="0"/>
                  </a:lnTo>
                  <a:lnTo>
                    <a:pt x="722209" y="0"/>
                  </a:lnTo>
                  <a:lnTo>
                    <a:pt x="720498" y="0"/>
                  </a:lnTo>
                  <a:lnTo>
                    <a:pt x="718786" y="0"/>
                  </a:lnTo>
                  <a:lnTo>
                    <a:pt x="717075" y="0"/>
                  </a:lnTo>
                  <a:lnTo>
                    <a:pt x="715363" y="0"/>
                  </a:lnTo>
                  <a:lnTo>
                    <a:pt x="713652" y="0"/>
                  </a:lnTo>
                  <a:lnTo>
                    <a:pt x="711941" y="0"/>
                  </a:lnTo>
                  <a:lnTo>
                    <a:pt x="710229" y="0"/>
                  </a:lnTo>
                  <a:lnTo>
                    <a:pt x="708518" y="0"/>
                  </a:lnTo>
                  <a:lnTo>
                    <a:pt x="706806" y="0"/>
                  </a:lnTo>
                  <a:lnTo>
                    <a:pt x="705095" y="0"/>
                  </a:lnTo>
                  <a:lnTo>
                    <a:pt x="703384" y="0"/>
                  </a:lnTo>
                  <a:lnTo>
                    <a:pt x="701672" y="0"/>
                  </a:lnTo>
                  <a:lnTo>
                    <a:pt x="699961" y="0"/>
                  </a:lnTo>
                  <a:lnTo>
                    <a:pt x="698249" y="0"/>
                  </a:lnTo>
                  <a:lnTo>
                    <a:pt x="696538" y="0"/>
                  </a:lnTo>
                  <a:lnTo>
                    <a:pt x="694827" y="0"/>
                  </a:lnTo>
                  <a:lnTo>
                    <a:pt x="693115" y="0"/>
                  </a:lnTo>
                  <a:lnTo>
                    <a:pt x="691404" y="0"/>
                  </a:lnTo>
                  <a:lnTo>
                    <a:pt x="689692" y="0"/>
                  </a:lnTo>
                  <a:lnTo>
                    <a:pt x="687981" y="0"/>
                  </a:lnTo>
                  <a:lnTo>
                    <a:pt x="686270" y="0"/>
                  </a:lnTo>
                  <a:lnTo>
                    <a:pt x="684558" y="0"/>
                  </a:lnTo>
                  <a:lnTo>
                    <a:pt x="682847" y="0"/>
                  </a:lnTo>
                  <a:lnTo>
                    <a:pt x="681135" y="0"/>
                  </a:lnTo>
                  <a:lnTo>
                    <a:pt x="679424" y="0"/>
                  </a:lnTo>
                  <a:lnTo>
                    <a:pt x="677713" y="0"/>
                  </a:lnTo>
                  <a:lnTo>
                    <a:pt x="676001" y="0"/>
                  </a:lnTo>
                  <a:lnTo>
                    <a:pt x="674290" y="0"/>
                  </a:lnTo>
                  <a:lnTo>
                    <a:pt x="672578" y="0"/>
                  </a:lnTo>
                  <a:lnTo>
                    <a:pt x="670867" y="0"/>
                  </a:lnTo>
                  <a:lnTo>
                    <a:pt x="669156" y="0"/>
                  </a:lnTo>
                  <a:lnTo>
                    <a:pt x="667444" y="0"/>
                  </a:lnTo>
                  <a:lnTo>
                    <a:pt x="665733" y="0"/>
                  </a:lnTo>
                  <a:lnTo>
                    <a:pt x="664021" y="0"/>
                  </a:lnTo>
                  <a:lnTo>
                    <a:pt x="662310" y="0"/>
                  </a:lnTo>
                  <a:lnTo>
                    <a:pt x="660599" y="0"/>
                  </a:lnTo>
                  <a:lnTo>
                    <a:pt x="658887" y="0"/>
                  </a:lnTo>
                  <a:lnTo>
                    <a:pt x="657176" y="0"/>
                  </a:lnTo>
                  <a:lnTo>
                    <a:pt x="655464" y="0"/>
                  </a:lnTo>
                  <a:lnTo>
                    <a:pt x="653753" y="0"/>
                  </a:lnTo>
                  <a:lnTo>
                    <a:pt x="652042" y="0"/>
                  </a:lnTo>
                  <a:lnTo>
                    <a:pt x="650330" y="0"/>
                  </a:lnTo>
                  <a:lnTo>
                    <a:pt x="648619" y="0"/>
                  </a:lnTo>
                  <a:lnTo>
                    <a:pt x="646907" y="0"/>
                  </a:lnTo>
                  <a:lnTo>
                    <a:pt x="645196" y="0"/>
                  </a:lnTo>
                  <a:lnTo>
                    <a:pt x="643485" y="0"/>
                  </a:lnTo>
                  <a:lnTo>
                    <a:pt x="641773" y="0"/>
                  </a:lnTo>
                  <a:lnTo>
                    <a:pt x="640062" y="0"/>
                  </a:lnTo>
                  <a:lnTo>
                    <a:pt x="638350" y="0"/>
                  </a:lnTo>
                  <a:lnTo>
                    <a:pt x="636639" y="0"/>
                  </a:lnTo>
                  <a:lnTo>
                    <a:pt x="634928" y="0"/>
                  </a:lnTo>
                  <a:lnTo>
                    <a:pt x="633216" y="0"/>
                  </a:lnTo>
                  <a:lnTo>
                    <a:pt x="631505" y="0"/>
                  </a:lnTo>
                  <a:lnTo>
                    <a:pt x="629794" y="0"/>
                  </a:lnTo>
                  <a:lnTo>
                    <a:pt x="628082" y="0"/>
                  </a:lnTo>
                  <a:lnTo>
                    <a:pt x="626371" y="0"/>
                  </a:lnTo>
                  <a:lnTo>
                    <a:pt x="624659" y="0"/>
                  </a:lnTo>
                  <a:lnTo>
                    <a:pt x="622948" y="0"/>
                  </a:lnTo>
                  <a:lnTo>
                    <a:pt x="621237" y="0"/>
                  </a:lnTo>
                  <a:lnTo>
                    <a:pt x="619525" y="0"/>
                  </a:lnTo>
                  <a:lnTo>
                    <a:pt x="617814" y="0"/>
                  </a:lnTo>
                  <a:lnTo>
                    <a:pt x="616102" y="0"/>
                  </a:lnTo>
                  <a:lnTo>
                    <a:pt x="614391" y="0"/>
                  </a:lnTo>
                  <a:lnTo>
                    <a:pt x="612680" y="0"/>
                  </a:lnTo>
                  <a:lnTo>
                    <a:pt x="610968" y="0"/>
                  </a:lnTo>
                  <a:lnTo>
                    <a:pt x="609257" y="0"/>
                  </a:lnTo>
                  <a:lnTo>
                    <a:pt x="607545" y="0"/>
                  </a:lnTo>
                  <a:lnTo>
                    <a:pt x="605834" y="0"/>
                  </a:lnTo>
                  <a:lnTo>
                    <a:pt x="604123" y="0"/>
                  </a:lnTo>
                  <a:lnTo>
                    <a:pt x="602411" y="0"/>
                  </a:lnTo>
                  <a:lnTo>
                    <a:pt x="600700" y="0"/>
                  </a:lnTo>
                  <a:lnTo>
                    <a:pt x="598988" y="0"/>
                  </a:lnTo>
                  <a:lnTo>
                    <a:pt x="597277" y="0"/>
                  </a:lnTo>
                  <a:lnTo>
                    <a:pt x="595566" y="0"/>
                  </a:lnTo>
                  <a:lnTo>
                    <a:pt x="593854" y="0"/>
                  </a:lnTo>
                  <a:lnTo>
                    <a:pt x="592143" y="0"/>
                  </a:lnTo>
                  <a:lnTo>
                    <a:pt x="590431" y="0"/>
                  </a:lnTo>
                  <a:lnTo>
                    <a:pt x="588720" y="0"/>
                  </a:lnTo>
                  <a:lnTo>
                    <a:pt x="587009" y="0"/>
                  </a:lnTo>
                  <a:lnTo>
                    <a:pt x="585297" y="0"/>
                  </a:lnTo>
                  <a:lnTo>
                    <a:pt x="583586" y="0"/>
                  </a:lnTo>
                  <a:lnTo>
                    <a:pt x="581874" y="0"/>
                  </a:lnTo>
                  <a:lnTo>
                    <a:pt x="580163" y="0"/>
                  </a:lnTo>
                  <a:lnTo>
                    <a:pt x="578452" y="0"/>
                  </a:lnTo>
                  <a:lnTo>
                    <a:pt x="576740" y="0"/>
                  </a:lnTo>
                  <a:lnTo>
                    <a:pt x="575029" y="0"/>
                  </a:lnTo>
                  <a:lnTo>
                    <a:pt x="573317" y="0"/>
                  </a:lnTo>
                  <a:lnTo>
                    <a:pt x="571606" y="0"/>
                  </a:lnTo>
                  <a:lnTo>
                    <a:pt x="569895" y="0"/>
                  </a:lnTo>
                  <a:lnTo>
                    <a:pt x="568183" y="0"/>
                  </a:lnTo>
                  <a:lnTo>
                    <a:pt x="566472" y="0"/>
                  </a:lnTo>
                  <a:lnTo>
                    <a:pt x="564760" y="0"/>
                  </a:lnTo>
                  <a:lnTo>
                    <a:pt x="563049" y="0"/>
                  </a:lnTo>
                  <a:lnTo>
                    <a:pt x="561338" y="0"/>
                  </a:lnTo>
                  <a:lnTo>
                    <a:pt x="559626" y="0"/>
                  </a:lnTo>
                  <a:lnTo>
                    <a:pt x="557915" y="0"/>
                  </a:lnTo>
                  <a:lnTo>
                    <a:pt x="556203" y="0"/>
                  </a:lnTo>
                  <a:lnTo>
                    <a:pt x="554492" y="0"/>
                  </a:lnTo>
                  <a:lnTo>
                    <a:pt x="552781" y="0"/>
                  </a:lnTo>
                  <a:lnTo>
                    <a:pt x="551069" y="0"/>
                  </a:lnTo>
                  <a:lnTo>
                    <a:pt x="549358" y="0"/>
                  </a:lnTo>
                  <a:lnTo>
                    <a:pt x="547646" y="0"/>
                  </a:lnTo>
                  <a:lnTo>
                    <a:pt x="545935" y="0"/>
                  </a:lnTo>
                  <a:lnTo>
                    <a:pt x="544224" y="0"/>
                  </a:lnTo>
                  <a:lnTo>
                    <a:pt x="542512" y="0"/>
                  </a:lnTo>
                  <a:lnTo>
                    <a:pt x="540801" y="0"/>
                  </a:lnTo>
                  <a:lnTo>
                    <a:pt x="539089" y="0"/>
                  </a:lnTo>
                  <a:lnTo>
                    <a:pt x="537378" y="0"/>
                  </a:lnTo>
                  <a:lnTo>
                    <a:pt x="535667" y="0"/>
                  </a:lnTo>
                  <a:lnTo>
                    <a:pt x="533955" y="0"/>
                  </a:lnTo>
                  <a:lnTo>
                    <a:pt x="532244" y="0"/>
                  </a:lnTo>
                  <a:lnTo>
                    <a:pt x="530532" y="0"/>
                  </a:lnTo>
                  <a:lnTo>
                    <a:pt x="528821" y="0"/>
                  </a:lnTo>
                  <a:lnTo>
                    <a:pt x="527110" y="0"/>
                  </a:lnTo>
                  <a:lnTo>
                    <a:pt x="525398" y="0"/>
                  </a:lnTo>
                  <a:lnTo>
                    <a:pt x="523687" y="0"/>
                  </a:lnTo>
                  <a:lnTo>
                    <a:pt x="521976" y="0"/>
                  </a:lnTo>
                  <a:lnTo>
                    <a:pt x="520264" y="0"/>
                  </a:lnTo>
                  <a:lnTo>
                    <a:pt x="518553" y="0"/>
                  </a:lnTo>
                  <a:lnTo>
                    <a:pt x="516841" y="0"/>
                  </a:lnTo>
                  <a:lnTo>
                    <a:pt x="515130" y="0"/>
                  </a:lnTo>
                  <a:lnTo>
                    <a:pt x="513419" y="0"/>
                  </a:lnTo>
                  <a:lnTo>
                    <a:pt x="511707" y="0"/>
                  </a:lnTo>
                  <a:lnTo>
                    <a:pt x="509996" y="0"/>
                  </a:lnTo>
                  <a:lnTo>
                    <a:pt x="508284" y="0"/>
                  </a:lnTo>
                  <a:lnTo>
                    <a:pt x="506573" y="0"/>
                  </a:lnTo>
                  <a:lnTo>
                    <a:pt x="504862" y="0"/>
                  </a:lnTo>
                  <a:lnTo>
                    <a:pt x="503150" y="0"/>
                  </a:lnTo>
                  <a:lnTo>
                    <a:pt x="501439" y="0"/>
                  </a:lnTo>
                  <a:lnTo>
                    <a:pt x="499727" y="0"/>
                  </a:lnTo>
                  <a:lnTo>
                    <a:pt x="498016" y="0"/>
                  </a:lnTo>
                  <a:lnTo>
                    <a:pt x="496305" y="0"/>
                  </a:lnTo>
                  <a:lnTo>
                    <a:pt x="494593" y="0"/>
                  </a:lnTo>
                  <a:lnTo>
                    <a:pt x="492882" y="0"/>
                  </a:lnTo>
                  <a:lnTo>
                    <a:pt x="491170" y="0"/>
                  </a:lnTo>
                  <a:lnTo>
                    <a:pt x="489459" y="0"/>
                  </a:lnTo>
                  <a:lnTo>
                    <a:pt x="487748" y="0"/>
                  </a:lnTo>
                  <a:lnTo>
                    <a:pt x="486036" y="0"/>
                  </a:lnTo>
                  <a:lnTo>
                    <a:pt x="484325" y="0"/>
                  </a:lnTo>
                  <a:lnTo>
                    <a:pt x="482613" y="0"/>
                  </a:lnTo>
                  <a:lnTo>
                    <a:pt x="480902" y="0"/>
                  </a:lnTo>
                  <a:lnTo>
                    <a:pt x="479191" y="0"/>
                  </a:lnTo>
                  <a:lnTo>
                    <a:pt x="477479" y="0"/>
                  </a:lnTo>
                  <a:lnTo>
                    <a:pt x="475768" y="0"/>
                  </a:lnTo>
                  <a:lnTo>
                    <a:pt x="474056" y="0"/>
                  </a:lnTo>
                  <a:lnTo>
                    <a:pt x="472345" y="0"/>
                  </a:lnTo>
                  <a:lnTo>
                    <a:pt x="470634" y="0"/>
                  </a:lnTo>
                  <a:lnTo>
                    <a:pt x="468922" y="0"/>
                  </a:lnTo>
                  <a:lnTo>
                    <a:pt x="467211" y="0"/>
                  </a:lnTo>
                  <a:lnTo>
                    <a:pt x="465499" y="0"/>
                  </a:lnTo>
                  <a:lnTo>
                    <a:pt x="463788" y="0"/>
                  </a:lnTo>
                  <a:lnTo>
                    <a:pt x="462077" y="0"/>
                  </a:lnTo>
                  <a:lnTo>
                    <a:pt x="460365" y="0"/>
                  </a:lnTo>
                  <a:lnTo>
                    <a:pt x="458654" y="0"/>
                  </a:lnTo>
                  <a:lnTo>
                    <a:pt x="456942" y="0"/>
                  </a:lnTo>
                  <a:lnTo>
                    <a:pt x="455231" y="0"/>
                  </a:lnTo>
                  <a:lnTo>
                    <a:pt x="453520" y="0"/>
                  </a:lnTo>
                  <a:lnTo>
                    <a:pt x="451808" y="0"/>
                  </a:lnTo>
                  <a:lnTo>
                    <a:pt x="450097" y="0"/>
                  </a:lnTo>
                  <a:lnTo>
                    <a:pt x="448385" y="0"/>
                  </a:lnTo>
                  <a:lnTo>
                    <a:pt x="446674" y="0"/>
                  </a:lnTo>
                  <a:lnTo>
                    <a:pt x="444963" y="0"/>
                  </a:lnTo>
                  <a:lnTo>
                    <a:pt x="443251" y="0"/>
                  </a:lnTo>
                  <a:lnTo>
                    <a:pt x="441540" y="0"/>
                  </a:lnTo>
                  <a:lnTo>
                    <a:pt x="439828" y="0"/>
                  </a:lnTo>
                  <a:lnTo>
                    <a:pt x="438117" y="0"/>
                  </a:lnTo>
                  <a:lnTo>
                    <a:pt x="436406" y="0"/>
                  </a:lnTo>
                  <a:lnTo>
                    <a:pt x="434694" y="0"/>
                  </a:lnTo>
                  <a:lnTo>
                    <a:pt x="432983" y="0"/>
                  </a:lnTo>
                  <a:lnTo>
                    <a:pt x="431271" y="0"/>
                  </a:lnTo>
                  <a:lnTo>
                    <a:pt x="429560" y="0"/>
                  </a:lnTo>
                  <a:lnTo>
                    <a:pt x="427849" y="0"/>
                  </a:lnTo>
                  <a:lnTo>
                    <a:pt x="426137" y="0"/>
                  </a:lnTo>
                  <a:lnTo>
                    <a:pt x="424426" y="0"/>
                  </a:lnTo>
                  <a:lnTo>
                    <a:pt x="422714" y="0"/>
                  </a:lnTo>
                  <a:lnTo>
                    <a:pt x="421003" y="0"/>
                  </a:lnTo>
                  <a:lnTo>
                    <a:pt x="419292" y="0"/>
                  </a:lnTo>
                  <a:lnTo>
                    <a:pt x="417580" y="0"/>
                  </a:lnTo>
                  <a:lnTo>
                    <a:pt x="415869" y="0"/>
                  </a:lnTo>
                  <a:lnTo>
                    <a:pt x="414158" y="0"/>
                  </a:lnTo>
                  <a:lnTo>
                    <a:pt x="412446" y="0"/>
                  </a:lnTo>
                  <a:lnTo>
                    <a:pt x="410735" y="0"/>
                  </a:lnTo>
                  <a:lnTo>
                    <a:pt x="409023" y="0"/>
                  </a:lnTo>
                  <a:lnTo>
                    <a:pt x="407312" y="0"/>
                  </a:lnTo>
                  <a:lnTo>
                    <a:pt x="405601" y="0"/>
                  </a:lnTo>
                  <a:lnTo>
                    <a:pt x="403889" y="0"/>
                  </a:lnTo>
                  <a:lnTo>
                    <a:pt x="402178" y="0"/>
                  </a:lnTo>
                  <a:lnTo>
                    <a:pt x="400466" y="0"/>
                  </a:lnTo>
                  <a:lnTo>
                    <a:pt x="398755" y="0"/>
                  </a:lnTo>
                  <a:lnTo>
                    <a:pt x="397044" y="0"/>
                  </a:lnTo>
                  <a:lnTo>
                    <a:pt x="395332" y="0"/>
                  </a:lnTo>
                  <a:lnTo>
                    <a:pt x="393621" y="0"/>
                  </a:lnTo>
                  <a:lnTo>
                    <a:pt x="391909" y="0"/>
                  </a:lnTo>
                  <a:lnTo>
                    <a:pt x="390198" y="0"/>
                  </a:lnTo>
                  <a:lnTo>
                    <a:pt x="388487" y="0"/>
                  </a:lnTo>
                  <a:lnTo>
                    <a:pt x="386775" y="0"/>
                  </a:lnTo>
                  <a:lnTo>
                    <a:pt x="385064" y="0"/>
                  </a:lnTo>
                  <a:lnTo>
                    <a:pt x="383352" y="0"/>
                  </a:lnTo>
                  <a:lnTo>
                    <a:pt x="381641" y="0"/>
                  </a:lnTo>
                  <a:lnTo>
                    <a:pt x="379930" y="0"/>
                  </a:lnTo>
                  <a:lnTo>
                    <a:pt x="378218" y="0"/>
                  </a:lnTo>
                  <a:lnTo>
                    <a:pt x="376507" y="0"/>
                  </a:lnTo>
                  <a:lnTo>
                    <a:pt x="374795" y="0"/>
                  </a:lnTo>
                  <a:lnTo>
                    <a:pt x="373084" y="0"/>
                  </a:lnTo>
                  <a:lnTo>
                    <a:pt x="371373" y="0"/>
                  </a:lnTo>
                  <a:lnTo>
                    <a:pt x="369661" y="0"/>
                  </a:lnTo>
                  <a:lnTo>
                    <a:pt x="367950" y="0"/>
                  </a:lnTo>
                  <a:lnTo>
                    <a:pt x="366238" y="0"/>
                  </a:lnTo>
                  <a:lnTo>
                    <a:pt x="364527" y="0"/>
                  </a:lnTo>
                  <a:lnTo>
                    <a:pt x="362816" y="0"/>
                  </a:lnTo>
                  <a:lnTo>
                    <a:pt x="361104" y="0"/>
                  </a:lnTo>
                  <a:lnTo>
                    <a:pt x="359393" y="0"/>
                  </a:lnTo>
                  <a:lnTo>
                    <a:pt x="357681" y="0"/>
                  </a:lnTo>
                  <a:lnTo>
                    <a:pt x="355970" y="0"/>
                  </a:lnTo>
                  <a:lnTo>
                    <a:pt x="354259" y="0"/>
                  </a:lnTo>
                  <a:lnTo>
                    <a:pt x="352547" y="0"/>
                  </a:lnTo>
                  <a:lnTo>
                    <a:pt x="350836" y="0"/>
                  </a:lnTo>
                  <a:lnTo>
                    <a:pt x="349124" y="0"/>
                  </a:lnTo>
                  <a:lnTo>
                    <a:pt x="347413" y="0"/>
                  </a:lnTo>
                  <a:lnTo>
                    <a:pt x="345702" y="0"/>
                  </a:lnTo>
                  <a:lnTo>
                    <a:pt x="343990" y="0"/>
                  </a:lnTo>
                  <a:lnTo>
                    <a:pt x="342279" y="0"/>
                  </a:lnTo>
                  <a:lnTo>
                    <a:pt x="340567" y="0"/>
                  </a:lnTo>
                  <a:lnTo>
                    <a:pt x="338856" y="0"/>
                  </a:lnTo>
                  <a:lnTo>
                    <a:pt x="337145" y="0"/>
                  </a:lnTo>
                  <a:lnTo>
                    <a:pt x="335433" y="0"/>
                  </a:lnTo>
                  <a:lnTo>
                    <a:pt x="333722" y="0"/>
                  </a:lnTo>
                  <a:lnTo>
                    <a:pt x="332010" y="0"/>
                  </a:lnTo>
                  <a:lnTo>
                    <a:pt x="330299" y="0"/>
                  </a:lnTo>
                  <a:lnTo>
                    <a:pt x="328588" y="0"/>
                  </a:lnTo>
                  <a:lnTo>
                    <a:pt x="326876" y="0"/>
                  </a:lnTo>
                  <a:lnTo>
                    <a:pt x="325165" y="0"/>
                  </a:lnTo>
                  <a:lnTo>
                    <a:pt x="323453" y="0"/>
                  </a:lnTo>
                  <a:lnTo>
                    <a:pt x="321742" y="0"/>
                  </a:lnTo>
                  <a:lnTo>
                    <a:pt x="320031" y="0"/>
                  </a:lnTo>
                  <a:lnTo>
                    <a:pt x="318319" y="0"/>
                  </a:lnTo>
                  <a:lnTo>
                    <a:pt x="316608" y="0"/>
                  </a:lnTo>
                  <a:lnTo>
                    <a:pt x="314897" y="0"/>
                  </a:lnTo>
                  <a:lnTo>
                    <a:pt x="313185" y="0"/>
                  </a:lnTo>
                  <a:lnTo>
                    <a:pt x="311474" y="0"/>
                  </a:lnTo>
                  <a:lnTo>
                    <a:pt x="309762" y="0"/>
                  </a:lnTo>
                  <a:lnTo>
                    <a:pt x="308051" y="0"/>
                  </a:lnTo>
                  <a:lnTo>
                    <a:pt x="306340" y="0"/>
                  </a:lnTo>
                  <a:lnTo>
                    <a:pt x="304628" y="0"/>
                  </a:lnTo>
                  <a:lnTo>
                    <a:pt x="302917" y="0"/>
                  </a:lnTo>
                  <a:lnTo>
                    <a:pt x="301205" y="0"/>
                  </a:lnTo>
                  <a:lnTo>
                    <a:pt x="299494" y="0"/>
                  </a:lnTo>
                  <a:lnTo>
                    <a:pt x="297783" y="0"/>
                  </a:lnTo>
                  <a:lnTo>
                    <a:pt x="296071" y="0"/>
                  </a:lnTo>
                  <a:lnTo>
                    <a:pt x="294360" y="0"/>
                  </a:lnTo>
                  <a:lnTo>
                    <a:pt x="292648" y="0"/>
                  </a:lnTo>
                  <a:lnTo>
                    <a:pt x="290937" y="0"/>
                  </a:lnTo>
                  <a:lnTo>
                    <a:pt x="289226" y="0"/>
                  </a:lnTo>
                  <a:lnTo>
                    <a:pt x="287514" y="0"/>
                  </a:lnTo>
                  <a:lnTo>
                    <a:pt x="285803" y="0"/>
                  </a:lnTo>
                  <a:lnTo>
                    <a:pt x="284091" y="0"/>
                  </a:lnTo>
                  <a:lnTo>
                    <a:pt x="282380" y="0"/>
                  </a:lnTo>
                  <a:lnTo>
                    <a:pt x="280669" y="0"/>
                  </a:lnTo>
                  <a:lnTo>
                    <a:pt x="278957" y="0"/>
                  </a:lnTo>
                  <a:lnTo>
                    <a:pt x="277246" y="0"/>
                  </a:lnTo>
                  <a:lnTo>
                    <a:pt x="275534" y="0"/>
                  </a:lnTo>
                  <a:lnTo>
                    <a:pt x="273823" y="0"/>
                  </a:lnTo>
                  <a:lnTo>
                    <a:pt x="272112" y="0"/>
                  </a:lnTo>
                  <a:lnTo>
                    <a:pt x="270400" y="0"/>
                  </a:lnTo>
                  <a:lnTo>
                    <a:pt x="268689" y="0"/>
                  </a:lnTo>
                  <a:lnTo>
                    <a:pt x="266977" y="0"/>
                  </a:lnTo>
                  <a:lnTo>
                    <a:pt x="265266" y="0"/>
                  </a:lnTo>
                  <a:lnTo>
                    <a:pt x="263555" y="0"/>
                  </a:lnTo>
                  <a:lnTo>
                    <a:pt x="261843" y="0"/>
                  </a:lnTo>
                  <a:lnTo>
                    <a:pt x="260132" y="0"/>
                  </a:lnTo>
                  <a:lnTo>
                    <a:pt x="258420" y="0"/>
                  </a:lnTo>
                  <a:lnTo>
                    <a:pt x="256709" y="0"/>
                  </a:lnTo>
                  <a:lnTo>
                    <a:pt x="254998" y="0"/>
                  </a:lnTo>
                  <a:lnTo>
                    <a:pt x="253286" y="0"/>
                  </a:lnTo>
                  <a:lnTo>
                    <a:pt x="251575" y="0"/>
                  </a:lnTo>
                  <a:lnTo>
                    <a:pt x="249863" y="0"/>
                  </a:lnTo>
                  <a:lnTo>
                    <a:pt x="248152" y="0"/>
                  </a:lnTo>
                  <a:lnTo>
                    <a:pt x="246441" y="0"/>
                  </a:lnTo>
                  <a:lnTo>
                    <a:pt x="244729" y="0"/>
                  </a:lnTo>
                  <a:lnTo>
                    <a:pt x="243018" y="0"/>
                  </a:lnTo>
                  <a:lnTo>
                    <a:pt x="241306" y="0"/>
                  </a:lnTo>
                  <a:lnTo>
                    <a:pt x="239595" y="0"/>
                  </a:lnTo>
                  <a:lnTo>
                    <a:pt x="237884" y="0"/>
                  </a:lnTo>
                  <a:lnTo>
                    <a:pt x="236172" y="0"/>
                  </a:lnTo>
                  <a:lnTo>
                    <a:pt x="234461" y="0"/>
                  </a:lnTo>
                  <a:lnTo>
                    <a:pt x="232749" y="0"/>
                  </a:lnTo>
                  <a:lnTo>
                    <a:pt x="231038" y="0"/>
                  </a:lnTo>
                  <a:lnTo>
                    <a:pt x="229327" y="0"/>
                  </a:lnTo>
                  <a:lnTo>
                    <a:pt x="227615" y="0"/>
                  </a:lnTo>
                  <a:lnTo>
                    <a:pt x="225904" y="0"/>
                  </a:lnTo>
                  <a:lnTo>
                    <a:pt x="224192" y="0"/>
                  </a:lnTo>
                  <a:lnTo>
                    <a:pt x="222481" y="0"/>
                  </a:lnTo>
                  <a:lnTo>
                    <a:pt x="220770" y="0"/>
                  </a:lnTo>
                  <a:lnTo>
                    <a:pt x="219058" y="0"/>
                  </a:lnTo>
                  <a:lnTo>
                    <a:pt x="217347" y="0"/>
                  </a:lnTo>
                  <a:lnTo>
                    <a:pt x="215635" y="0"/>
                  </a:lnTo>
                  <a:lnTo>
                    <a:pt x="213924" y="0"/>
                  </a:lnTo>
                  <a:lnTo>
                    <a:pt x="212213" y="0"/>
                  </a:lnTo>
                  <a:lnTo>
                    <a:pt x="210501" y="0"/>
                  </a:lnTo>
                  <a:lnTo>
                    <a:pt x="208790" y="0"/>
                  </a:lnTo>
                  <a:lnTo>
                    <a:pt x="207079" y="0"/>
                  </a:lnTo>
                  <a:lnTo>
                    <a:pt x="205367" y="0"/>
                  </a:lnTo>
                  <a:lnTo>
                    <a:pt x="203656" y="0"/>
                  </a:lnTo>
                  <a:lnTo>
                    <a:pt x="201944" y="0"/>
                  </a:lnTo>
                  <a:lnTo>
                    <a:pt x="200233" y="0"/>
                  </a:lnTo>
                  <a:lnTo>
                    <a:pt x="198522" y="0"/>
                  </a:lnTo>
                  <a:lnTo>
                    <a:pt x="196810" y="0"/>
                  </a:lnTo>
                  <a:lnTo>
                    <a:pt x="195099" y="0"/>
                  </a:lnTo>
                  <a:lnTo>
                    <a:pt x="193387" y="0"/>
                  </a:lnTo>
                  <a:lnTo>
                    <a:pt x="191676" y="0"/>
                  </a:lnTo>
                  <a:lnTo>
                    <a:pt x="189965" y="0"/>
                  </a:lnTo>
                  <a:lnTo>
                    <a:pt x="188253" y="0"/>
                  </a:lnTo>
                  <a:lnTo>
                    <a:pt x="186542" y="0"/>
                  </a:lnTo>
                  <a:lnTo>
                    <a:pt x="184830" y="0"/>
                  </a:lnTo>
                  <a:lnTo>
                    <a:pt x="183119" y="0"/>
                  </a:lnTo>
                  <a:lnTo>
                    <a:pt x="181408" y="0"/>
                  </a:lnTo>
                  <a:lnTo>
                    <a:pt x="179696" y="0"/>
                  </a:lnTo>
                  <a:lnTo>
                    <a:pt x="177985" y="0"/>
                  </a:lnTo>
                  <a:lnTo>
                    <a:pt x="176273" y="0"/>
                  </a:lnTo>
                  <a:lnTo>
                    <a:pt x="174562" y="0"/>
                  </a:lnTo>
                  <a:lnTo>
                    <a:pt x="172851" y="0"/>
                  </a:lnTo>
                  <a:lnTo>
                    <a:pt x="171139" y="0"/>
                  </a:lnTo>
                  <a:lnTo>
                    <a:pt x="169428" y="0"/>
                  </a:lnTo>
                  <a:lnTo>
                    <a:pt x="167716" y="0"/>
                  </a:lnTo>
                  <a:lnTo>
                    <a:pt x="166005" y="0"/>
                  </a:lnTo>
                  <a:lnTo>
                    <a:pt x="164294" y="0"/>
                  </a:lnTo>
                  <a:lnTo>
                    <a:pt x="162582" y="0"/>
                  </a:lnTo>
                  <a:lnTo>
                    <a:pt x="160871" y="0"/>
                  </a:lnTo>
                  <a:lnTo>
                    <a:pt x="159159" y="0"/>
                  </a:lnTo>
                  <a:lnTo>
                    <a:pt x="157448" y="0"/>
                  </a:lnTo>
                  <a:lnTo>
                    <a:pt x="155737" y="0"/>
                  </a:lnTo>
                  <a:lnTo>
                    <a:pt x="154025" y="0"/>
                  </a:lnTo>
                  <a:lnTo>
                    <a:pt x="152314" y="0"/>
                  </a:lnTo>
                  <a:lnTo>
                    <a:pt x="150602" y="0"/>
                  </a:lnTo>
                  <a:lnTo>
                    <a:pt x="148891" y="0"/>
                  </a:lnTo>
                  <a:lnTo>
                    <a:pt x="147180" y="0"/>
                  </a:lnTo>
                  <a:lnTo>
                    <a:pt x="145468" y="0"/>
                  </a:lnTo>
                  <a:lnTo>
                    <a:pt x="143757" y="0"/>
                  </a:lnTo>
                  <a:lnTo>
                    <a:pt x="142045" y="0"/>
                  </a:lnTo>
                  <a:lnTo>
                    <a:pt x="140334" y="0"/>
                  </a:lnTo>
                  <a:lnTo>
                    <a:pt x="138623" y="0"/>
                  </a:lnTo>
                  <a:lnTo>
                    <a:pt x="136911" y="0"/>
                  </a:lnTo>
                  <a:lnTo>
                    <a:pt x="135200" y="0"/>
                  </a:lnTo>
                  <a:lnTo>
                    <a:pt x="133488" y="0"/>
                  </a:lnTo>
                  <a:lnTo>
                    <a:pt x="131777" y="0"/>
                  </a:lnTo>
                  <a:lnTo>
                    <a:pt x="130066" y="0"/>
                  </a:lnTo>
                  <a:lnTo>
                    <a:pt x="128354" y="0"/>
                  </a:lnTo>
                  <a:lnTo>
                    <a:pt x="126643" y="0"/>
                  </a:lnTo>
                  <a:lnTo>
                    <a:pt x="124931" y="0"/>
                  </a:lnTo>
                  <a:lnTo>
                    <a:pt x="123220" y="0"/>
                  </a:lnTo>
                  <a:lnTo>
                    <a:pt x="121509" y="0"/>
                  </a:lnTo>
                  <a:lnTo>
                    <a:pt x="119797" y="0"/>
                  </a:lnTo>
                  <a:lnTo>
                    <a:pt x="118086" y="0"/>
                  </a:lnTo>
                  <a:lnTo>
                    <a:pt x="116374" y="0"/>
                  </a:lnTo>
                  <a:lnTo>
                    <a:pt x="114663" y="0"/>
                  </a:lnTo>
                  <a:lnTo>
                    <a:pt x="112952" y="0"/>
                  </a:lnTo>
                  <a:lnTo>
                    <a:pt x="111240" y="0"/>
                  </a:lnTo>
                  <a:lnTo>
                    <a:pt x="109529" y="0"/>
                  </a:lnTo>
                  <a:lnTo>
                    <a:pt x="107817" y="0"/>
                  </a:lnTo>
                  <a:lnTo>
                    <a:pt x="106106" y="0"/>
                  </a:lnTo>
                  <a:lnTo>
                    <a:pt x="104395" y="0"/>
                  </a:lnTo>
                  <a:lnTo>
                    <a:pt x="102683" y="0"/>
                  </a:lnTo>
                  <a:lnTo>
                    <a:pt x="100972" y="0"/>
                  </a:lnTo>
                  <a:lnTo>
                    <a:pt x="99261" y="0"/>
                  </a:lnTo>
                  <a:lnTo>
                    <a:pt x="97549" y="0"/>
                  </a:lnTo>
                  <a:lnTo>
                    <a:pt x="95838" y="0"/>
                  </a:lnTo>
                  <a:lnTo>
                    <a:pt x="94126" y="0"/>
                  </a:lnTo>
                  <a:lnTo>
                    <a:pt x="92415" y="0"/>
                  </a:lnTo>
                  <a:lnTo>
                    <a:pt x="90704" y="0"/>
                  </a:lnTo>
                  <a:lnTo>
                    <a:pt x="88992" y="0"/>
                  </a:lnTo>
                  <a:lnTo>
                    <a:pt x="87281" y="0"/>
                  </a:lnTo>
                  <a:lnTo>
                    <a:pt x="85569" y="0"/>
                  </a:lnTo>
                  <a:lnTo>
                    <a:pt x="83858" y="0"/>
                  </a:lnTo>
                  <a:lnTo>
                    <a:pt x="82147" y="0"/>
                  </a:lnTo>
                  <a:lnTo>
                    <a:pt x="80435" y="0"/>
                  </a:lnTo>
                  <a:lnTo>
                    <a:pt x="78724" y="0"/>
                  </a:lnTo>
                  <a:lnTo>
                    <a:pt x="77012" y="0"/>
                  </a:lnTo>
                  <a:lnTo>
                    <a:pt x="75301" y="0"/>
                  </a:lnTo>
                  <a:lnTo>
                    <a:pt x="73590" y="0"/>
                  </a:lnTo>
                  <a:lnTo>
                    <a:pt x="71878" y="0"/>
                  </a:lnTo>
                  <a:lnTo>
                    <a:pt x="70167" y="0"/>
                  </a:lnTo>
                  <a:lnTo>
                    <a:pt x="68455" y="0"/>
                  </a:lnTo>
                  <a:lnTo>
                    <a:pt x="66744" y="0"/>
                  </a:lnTo>
                  <a:lnTo>
                    <a:pt x="65033" y="0"/>
                  </a:lnTo>
                  <a:lnTo>
                    <a:pt x="63321" y="0"/>
                  </a:lnTo>
                  <a:lnTo>
                    <a:pt x="61610" y="0"/>
                  </a:lnTo>
                  <a:lnTo>
                    <a:pt x="59898" y="0"/>
                  </a:lnTo>
                  <a:lnTo>
                    <a:pt x="58187" y="0"/>
                  </a:lnTo>
                  <a:lnTo>
                    <a:pt x="56476" y="0"/>
                  </a:lnTo>
                  <a:lnTo>
                    <a:pt x="54764" y="0"/>
                  </a:lnTo>
                  <a:lnTo>
                    <a:pt x="53053" y="0"/>
                  </a:lnTo>
                  <a:lnTo>
                    <a:pt x="51341" y="0"/>
                  </a:lnTo>
                  <a:lnTo>
                    <a:pt x="49630" y="0"/>
                  </a:lnTo>
                  <a:lnTo>
                    <a:pt x="47919" y="0"/>
                  </a:lnTo>
                  <a:lnTo>
                    <a:pt x="46207" y="0"/>
                  </a:lnTo>
                  <a:lnTo>
                    <a:pt x="44496" y="0"/>
                  </a:lnTo>
                  <a:lnTo>
                    <a:pt x="42784" y="0"/>
                  </a:lnTo>
                  <a:lnTo>
                    <a:pt x="41073" y="0"/>
                  </a:lnTo>
                  <a:lnTo>
                    <a:pt x="39362" y="0"/>
                  </a:lnTo>
                  <a:lnTo>
                    <a:pt x="37650" y="0"/>
                  </a:lnTo>
                  <a:lnTo>
                    <a:pt x="35939" y="0"/>
                  </a:lnTo>
                  <a:lnTo>
                    <a:pt x="34227" y="0"/>
                  </a:lnTo>
                  <a:lnTo>
                    <a:pt x="32516" y="0"/>
                  </a:lnTo>
                  <a:lnTo>
                    <a:pt x="30805" y="0"/>
                  </a:lnTo>
                  <a:lnTo>
                    <a:pt x="29093" y="0"/>
                  </a:lnTo>
                  <a:lnTo>
                    <a:pt x="27382" y="0"/>
                  </a:lnTo>
                  <a:lnTo>
                    <a:pt x="25670" y="0"/>
                  </a:lnTo>
                  <a:lnTo>
                    <a:pt x="23959" y="0"/>
                  </a:lnTo>
                  <a:lnTo>
                    <a:pt x="22248" y="0"/>
                  </a:lnTo>
                  <a:lnTo>
                    <a:pt x="20536" y="0"/>
                  </a:lnTo>
                  <a:lnTo>
                    <a:pt x="18825" y="0"/>
                  </a:lnTo>
                  <a:lnTo>
                    <a:pt x="17113" y="0"/>
                  </a:lnTo>
                  <a:lnTo>
                    <a:pt x="15402" y="0"/>
                  </a:lnTo>
                  <a:lnTo>
                    <a:pt x="13691" y="0"/>
                  </a:lnTo>
                  <a:lnTo>
                    <a:pt x="11979" y="0"/>
                  </a:lnTo>
                  <a:lnTo>
                    <a:pt x="10268" y="0"/>
                  </a:lnTo>
                  <a:lnTo>
                    <a:pt x="8556" y="0"/>
                  </a:lnTo>
                  <a:lnTo>
                    <a:pt x="6845" y="0"/>
                  </a:lnTo>
                  <a:lnTo>
                    <a:pt x="5134" y="0"/>
                  </a:lnTo>
                  <a:lnTo>
                    <a:pt x="3422" y="0"/>
                  </a:lnTo>
                  <a:lnTo>
                    <a:pt x="1711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444934" y="5134812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1" name="tx111"/>
            <p:cNvSpPr/>
            <p:nvPr/>
          </p:nvSpPr>
          <p:spPr>
            <a:xfrm rot="2700000">
              <a:off x="451228" y="4980537"/>
              <a:ext cx="480094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Clrn3</a:t>
              </a:r>
            </a:p>
          </p:txBody>
        </p:sp>
        <p:sp>
          <p:nvSpPr>
            <p:cNvPr id="112" name="tx112"/>
            <p:cNvSpPr/>
            <p:nvPr/>
          </p:nvSpPr>
          <p:spPr>
            <a:xfrm rot="2700000">
              <a:off x="537275" y="4955387"/>
              <a:ext cx="479917" cy="1692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Ptpre</a:t>
              </a:r>
            </a:p>
          </p:txBody>
        </p:sp>
        <p:sp>
          <p:nvSpPr>
            <p:cNvPr id="113" name="tx113"/>
            <p:cNvSpPr/>
            <p:nvPr/>
          </p:nvSpPr>
          <p:spPr>
            <a:xfrm rot="2700000">
              <a:off x="1034893" y="4980537"/>
              <a:ext cx="1429079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5830432E09Rik</a:t>
              </a:r>
            </a:p>
          </p:txBody>
        </p:sp>
        <p:sp>
          <p:nvSpPr>
            <p:cNvPr id="114" name="tx114"/>
            <p:cNvSpPr/>
            <p:nvPr/>
          </p:nvSpPr>
          <p:spPr>
            <a:xfrm rot="2700000">
              <a:off x="2027175" y="4980537"/>
              <a:ext cx="540613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Mki67</a:t>
              </a:r>
            </a:p>
          </p:txBody>
        </p:sp>
        <p:sp>
          <p:nvSpPr>
            <p:cNvPr id="115" name="tx115"/>
            <p:cNvSpPr/>
            <p:nvPr/>
          </p:nvSpPr>
          <p:spPr>
            <a:xfrm rot="2700000">
              <a:off x="2076164" y="4983248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Gm36431</a:t>
              </a:r>
            </a:p>
          </p:txBody>
        </p:sp>
        <p:sp>
          <p:nvSpPr>
            <p:cNvPr id="116" name="tx116"/>
            <p:cNvSpPr/>
            <p:nvPr/>
          </p:nvSpPr>
          <p:spPr>
            <a:xfrm rot="2700000">
              <a:off x="2747153" y="4980537"/>
              <a:ext cx="1450781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6330420H09Rik</a:t>
              </a:r>
            </a:p>
          </p:txBody>
        </p:sp>
        <p:sp>
          <p:nvSpPr>
            <p:cNvPr id="117" name="tx117"/>
            <p:cNvSpPr/>
            <p:nvPr/>
          </p:nvSpPr>
          <p:spPr>
            <a:xfrm rot="2700000">
              <a:off x="3032587" y="4983248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Gm45241</a:t>
              </a:r>
            </a:p>
          </p:txBody>
        </p:sp>
        <p:sp>
          <p:nvSpPr>
            <p:cNvPr id="118" name="tx118"/>
            <p:cNvSpPr/>
            <p:nvPr/>
          </p:nvSpPr>
          <p:spPr>
            <a:xfrm rot="2700000">
              <a:off x="5760964" y="4983248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Gm36737</a:t>
              </a:r>
            </a:p>
          </p:txBody>
        </p:sp>
        <p:sp>
          <p:nvSpPr>
            <p:cNvPr id="119" name="tx119"/>
            <p:cNvSpPr/>
            <p:nvPr/>
          </p:nvSpPr>
          <p:spPr>
            <a:xfrm rot="2700000">
              <a:off x="6289636" y="4980537"/>
              <a:ext cx="1461985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C030029H02Rik</a:t>
              </a:r>
            </a:p>
          </p:txBody>
        </p:sp>
        <p:sp>
          <p:nvSpPr>
            <p:cNvPr id="120" name="tx120"/>
            <p:cNvSpPr/>
            <p:nvPr/>
          </p:nvSpPr>
          <p:spPr>
            <a:xfrm rot="2700000">
              <a:off x="6980345" y="4980537"/>
              <a:ext cx="1468337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C230079O03Rik</a:t>
              </a:r>
            </a:p>
          </p:txBody>
        </p:sp>
        <p:sp>
          <p:nvSpPr>
            <p:cNvPr id="121" name="tx121"/>
            <p:cNvSpPr/>
            <p:nvPr/>
          </p:nvSpPr>
          <p:spPr>
            <a:xfrm rot="2700000">
              <a:off x="7301812" y="4983248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Gm36849</a:t>
              </a:r>
            </a:p>
          </p:txBody>
        </p:sp>
        <p:sp>
          <p:nvSpPr>
            <p:cNvPr id="122" name="pl122"/>
            <p:cNvSpPr/>
            <p:nvPr/>
          </p:nvSpPr>
          <p:spPr>
            <a:xfrm>
              <a:off x="444934" y="3262477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tx123"/>
            <p:cNvSpPr/>
            <p:nvPr/>
          </p:nvSpPr>
          <p:spPr>
            <a:xfrm>
              <a:off x="311199" y="6184908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11199" y="5288013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11199" y="4395646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311199" y="3497168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27" name="pl127"/>
            <p:cNvSpPr/>
            <p:nvPr/>
          </p:nvSpPr>
          <p:spPr>
            <a:xfrm>
              <a:off x="410140" y="622722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410140" y="533180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410140" y="44363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410140" y="354096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582469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721715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6860961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tx135"/>
            <p:cNvSpPr/>
            <p:nvPr/>
          </p:nvSpPr>
          <p:spPr>
            <a:xfrm>
              <a:off x="2262496" y="6439024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135750000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4401742" y="6439024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136000000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6540988" y="6439024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136250000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4680378" y="6607038"/>
              <a:ext cx="82674" cy="76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x</a:t>
              </a:r>
            </a:p>
          </p:txBody>
        </p:sp>
        <p:sp>
          <p:nvSpPr>
            <p:cNvPr id="139" name="tx139"/>
            <p:cNvSpPr/>
            <p:nvPr/>
          </p:nvSpPr>
          <p:spPr>
            <a:xfrm rot="-5400000">
              <a:off x="19378" y="4753364"/>
              <a:ext cx="320737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2026-03-09T10:22:06Z</dcterms:modified>
  <cp:category/>
</cp:coreProperties>
</file>