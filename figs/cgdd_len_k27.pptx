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3480792"/>
              <a:ext cx="477827" cy="1143041"/>
            </a:xfrm>
            <a:custGeom>
              <a:avLst/>
              <a:pathLst>
                <a:path w="477827" h="1143041">
                  <a:moveTo>
                    <a:pt x="0" y="1143041"/>
                  </a:moveTo>
                  <a:lnTo>
                    <a:pt x="477827" y="114304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417282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623833"/>
              <a:ext cx="0" cy="569641"/>
            </a:xfrm>
            <a:custGeom>
              <a:avLst/>
              <a:pathLst>
                <a:path w="0" h="569641">
                  <a:moveTo>
                    <a:pt x="0" y="56964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2350008"/>
              <a:ext cx="0" cy="1130784"/>
            </a:xfrm>
            <a:custGeom>
              <a:avLst/>
              <a:pathLst>
                <a:path w="0" h="1130784">
                  <a:moveTo>
                    <a:pt x="0" y="0"/>
                  </a:moveTo>
                  <a:lnTo>
                    <a:pt x="0" y="1130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1529541" y="3480792"/>
              <a:ext cx="477827" cy="1143041"/>
            </a:xfrm>
            <a:custGeom>
              <a:avLst/>
              <a:pathLst>
                <a:path w="477827" h="1143041">
                  <a:moveTo>
                    <a:pt x="0" y="1143041"/>
                  </a:moveTo>
                  <a:lnTo>
                    <a:pt x="477827" y="114304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126826" y="3300598"/>
              <a:ext cx="477827" cy="1371686"/>
            </a:xfrm>
            <a:custGeom>
              <a:avLst/>
              <a:pathLst>
                <a:path w="477827" h="1371686">
                  <a:moveTo>
                    <a:pt x="0" y="1371686"/>
                  </a:moveTo>
                  <a:lnTo>
                    <a:pt x="477827" y="13716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26826" y="414595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365740" y="4672285"/>
              <a:ext cx="0" cy="521189"/>
            </a:xfrm>
            <a:custGeom>
              <a:avLst/>
              <a:pathLst>
                <a:path w="0" h="521189">
                  <a:moveTo>
                    <a:pt x="0" y="52118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65740" y="2350008"/>
              <a:ext cx="0" cy="950590"/>
            </a:xfrm>
            <a:custGeom>
              <a:avLst/>
              <a:pathLst>
                <a:path w="0" h="950590">
                  <a:moveTo>
                    <a:pt x="0" y="0"/>
                  </a:moveTo>
                  <a:lnTo>
                    <a:pt x="0" y="9505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126826" y="3300598"/>
              <a:ext cx="477827" cy="1371686"/>
            </a:xfrm>
            <a:custGeom>
              <a:avLst/>
              <a:pathLst>
                <a:path w="477827" h="1371686">
                  <a:moveTo>
                    <a:pt x="0" y="1371686"/>
                  </a:moveTo>
                  <a:lnTo>
                    <a:pt x="477827" y="13716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724111" y="3420585"/>
              <a:ext cx="477827" cy="1318660"/>
            </a:xfrm>
            <a:custGeom>
              <a:avLst/>
              <a:pathLst>
                <a:path w="477827" h="1318660">
                  <a:moveTo>
                    <a:pt x="0" y="1318660"/>
                  </a:moveTo>
                  <a:lnTo>
                    <a:pt x="477827" y="13186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724111" y="434569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63025" y="4739245"/>
              <a:ext cx="0" cy="454229"/>
            </a:xfrm>
            <a:custGeom>
              <a:avLst/>
              <a:pathLst>
                <a:path w="0" h="454229">
                  <a:moveTo>
                    <a:pt x="0" y="45422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63025" y="2350008"/>
              <a:ext cx="0" cy="1070577"/>
            </a:xfrm>
            <a:custGeom>
              <a:avLst/>
              <a:pathLst>
                <a:path w="0" h="1070577">
                  <a:moveTo>
                    <a:pt x="0" y="0"/>
                  </a:moveTo>
                  <a:lnTo>
                    <a:pt x="0" y="10705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724111" y="3420585"/>
              <a:ext cx="477827" cy="1318660"/>
            </a:xfrm>
            <a:custGeom>
              <a:avLst/>
              <a:pathLst>
                <a:path w="477827" h="1318660">
                  <a:moveTo>
                    <a:pt x="0" y="1318660"/>
                  </a:moveTo>
                  <a:lnTo>
                    <a:pt x="477827" y="131866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321396" y="3407435"/>
              <a:ext cx="477827" cy="1334650"/>
            </a:xfrm>
            <a:custGeom>
              <a:avLst/>
              <a:pathLst>
                <a:path w="477827" h="1334650">
                  <a:moveTo>
                    <a:pt x="0" y="1334650"/>
                  </a:moveTo>
                  <a:lnTo>
                    <a:pt x="477827" y="133465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321396" y="436224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560310" y="4742085"/>
              <a:ext cx="0" cy="451389"/>
            </a:xfrm>
            <a:custGeom>
              <a:avLst/>
              <a:pathLst>
                <a:path w="0" h="451389">
                  <a:moveTo>
                    <a:pt x="0" y="45138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560310" y="2350008"/>
              <a:ext cx="0" cy="1057427"/>
            </a:xfrm>
            <a:custGeom>
              <a:avLst/>
              <a:pathLst>
                <a:path w="0" h="1057427">
                  <a:moveTo>
                    <a:pt x="0" y="0"/>
                  </a:moveTo>
                  <a:lnTo>
                    <a:pt x="0" y="10574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3321396" y="3407435"/>
              <a:ext cx="477827" cy="1334650"/>
            </a:xfrm>
            <a:custGeom>
              <a:avLst/>
              <a:pathLst>
                <a:path w="477827" h="1334650">
                  <a:moveTo>
                    <a:pt x="0" y="1334650"/>
                  </a:moveTo>
                  <a:lnTo>
                    <a:pt x="477827" y="133465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918681" y="3373909"/>
              <a:ext cx="477827" cy="1373886"/>
            </a:xfrm>
            <a:custGeom>
              <a:avLst/>
              <a:pathLst>
                <a:path w="477827" h="1373886">
                  <a:moveTo>
                    <a:pt x="0" y="1373886"/>
                  </a:moveTo>
                  <a:lnTo>
                    <a:pt x="477827" y="13738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918681" y="437825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157595" y="4747796"/>
              <a:ext cx="0" cy="445678"/>
            </a:xfrm>
            <a:custGeom>
              <a:avLst/>
              <a:pathLst>
                <a:path w="0" h="445678">
                  <a:moveTo>
                    <a:pt x="0" y="4456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157595" y="2350008"/>
              <a:ext cx="0" cy="1023901"/>
            </a:xfrm>
            <a:custGeom>
              <a:avLst/>
              <a:pathLst>
                <a:path w="0" h="1023901">
                  <a:moveTo>
                    <a:pt x="0" y="0"/>
                  </a:moveTo>
                  <a:lnTo>
                    <a:pt x="0" y="10239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918681" y="3373909"/>
              <a:ext cx="477827" cy="1373886"/>
            </a:xfrm>
            <a:custGeom>
              <a:avLst/>
              <a:pathLst>
                <a:path w="477827" h="1373886">
                  <a:moveTo>
                    <a:pt x="0" y="1373886"/>
                  </a:moveTo>
                  <a:lnTo>
                    <a:pt x="477827" y="13738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4515966" y="3259577"/>
              <a:ext cx="477827" cy="1462150"/>
            </a:xfrm>
            <a:custGeom>
              <a:avLst/>
              <a:pathLst>
                <a:path w="477827" h="1462150">
                  <a:moveTo>
                    <a:pt x="0" y="1462150"/>
                  </a:moveTo>
                  <a:lnTo>
                    <a:pt x="477827" y="146215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515966" y="427965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754880" y="4721728"/>
              <a:ext cx="0" cy="471746"/>
            </a:xfrm>
            <a:custGeom>
              <a:avLst/>
              <a:pathLst>
                <a:path w="0" h="471746">
                  <a:moveTo>
                    <a:pt x="0" y="47174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754880" y="2350008"/>
              <a:ext cx="0" cy="909569"/>
            </a:xfrm>
            <a:custGeom>
              <a:avLst/>
              <a:pathLst>
                <a:path w="0" h="909569">
                  <a:moveTo>
                    <a:pt x="0" y="0"/>
                  </a:moveTo>
                  <a:lnTo>
                    <a:pt x="0" y="9095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4515966" y="3259577"/>
              <a:ext cx="477827" cy="1462150"/>
            </a:xfrm>
            <a:custGeom>
              <a:avLst/>
              <a:pathLst>
                <a:path w="477827" h="1462150">
                  <a:moveTo>
                    <a:pt x="0" y="1462150"/>
                  </a:moveTo>
                  <a:lnTo>
                    <a:pt x="477827" y="146215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5113250" y="3082854"/>
              <a:ext cx="477827" cy="1645231"/>
            </a:xfrm>
            <a:custGeom>
              <a:avLst/>
              <a:pathLst>
                <a:path w="477827" h="1645231">
                  <a:moveTo>
                    <a:pt x="0" y="1645231"/>
                  </a:moveTo>
                  <a:lnTo>
                    <a:pt x="477827" y="16452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113250" y="410353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5352164" y="4728086"/>
              <a:ext cx="0" cy="465388"/>
            </a:xfrm>
            <a:custGeom>
              <a:avLst/>
              <a:pathLst>
                <a:path w="0" h="465388">
                  <a:moveTo>
                    <a:pt x="0" y="46538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352164" y="2350008"/>
              <a:ext cx="0" cy="732846"/>
            </a:xfrm>
            <a:custGeom>
              <a:avLst/>
              <a:pathLst>
                <a:path w="0" h="732846">
                  <a:moveTo>
                    <a:pt x="0" y="0"/>
                  </a:moveTo>
                  <a:lnTo>
                    <a:pt x="0" y="7328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5113250" y="3082854"/>
              <a:ext cx="477827" cy="1645231"/>
            </a:xfrm>
            <a:custGeom>
              <a:avLst/>
              <a:pathLst>
                <a:path w="477827" h="1645231">
                  <a:moveTo>
                    <a:pt x="0" y="1645231"/>
                  </a:moveTo>
                  <a:lnTo>
                    <a:pt x="477827" y="16452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5710535" y="3004800"/>
              <a:ext cx="477827" cy="1685887"/>
            </a:xfrm>
            <a:custGeom>
              <a:avLst/>
              <a:pathLst>
                <a:path w="477827" h="1685887">
                  <a:moveTo>
                    <a:pt x="0" y="1685887"/>
                  </a:moveTo>
                  <a:lnTo>
                    <a:pt x="477827" y="168588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5710535" y="392343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5949449" y="4690687"/>
              <a:ext cx="0" cy="502787"/>
            </a:xfrm>
            <a:custGeom>
              <a:avLst/>
              <a:pathLst>
                <a:path w="0" h="502787">
                  <a:moveTo>
                    <a:pt x="0" y="5027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5949449" y="2350008"/>
              <a:ext cx="0" cy="654792"/>
            </a:xfrm>
            <a:custGeom>
              <a:avLst/>
              <a:pathLst>
                <a:path w="0" h="654792">
                  <a:moveTo>
                    <a:pt x="0" y="0"/>
                  </a:moveTo>
                  <a:lnTo>
                    <a:pt x="0" y="654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5710535" y="3004800"/>
              <a:ext cx="477827" cy="1685887"/>
            </a:xfrm>
            <a:custGeom>
              <a:avLst/>
              <a:pathLst>
                <a:path w="477827" h="1685887">
                  <a:moveTo>
                    <a:pt x="0" y="1685887"/>
                  </a:moveTo>
                  <a:lnTo>
                    <a:pt x="477827" y="168588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6307820" y="2909609"/>
              <a:ext cx="477827" cy="1698172"/>
            </a:xfrm>
            <a:custGeom>
              <a:avLst/>
              <a:pathLst>
                <a:path w="477827" h="1698172">
                  <a:moveTo>
                    <a:pt x="0" y="1698172"/>
                  </a:moveTo>
                  <a:lnTo>
                    <a:pt x="477827" y="16981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6307820" y="374875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6546734" y="4607782"/>
              <a:ext cx="0" cy="585692"/>
            </a:xfrm>
            <a:custGeom>
              <a:avLst/>
              <a:pathLst>
                <a:path w="0" h="585692">
                  <a:moveTo>
                    <a:pt x="0" y="58569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6546734" y="2350008"/>
              <a:ext cx="0" cy="559601"/>
            </a:xfrm>
            <a:custGeom>
              <a:avLst/>
              <a:pathLst>
                <a:path w="0" h="559601">
                  <a:moveTo>
                    <a:pt x="0" y="0"/>
                  </a:moveTo>
                  <a:lnTo>
                    <a:pt x="0" y="5596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6307820" y="2909609"/>
              <a:ext cx="477827" cy="1698172"/>
            </a:xfrm>
            <a:custGeom>
              <a:avLst/>
              <a:pathLst>
                <a:path w="477827" h="1698172">
                  <a:moveTo>
                    <a:pt x="0" y="1698172"/>
                  </a:moveTo>
                  <a:lnTo>
                    <a:pt x="477827" y="169817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6905105" y="2826273"/>
              <a:ext cx="477827" cy="1842631"/>
            </a:xfrm>
            <a:custGeom>
              <a:avLst/>
              <a:pathLst>
                <a:path w="477827" h="1842631">
                  <a:moveTo>
                    <a:pt x="0" y="1842631"/>
                  </a:moveTo>
                  <a:lnTo>
                    <a:pt x="477827" y="18426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6905105" y="3881992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7144019" y="4668904"/>
              <a:ext cx="0" cy="524570"/>
            </a:xfrm>
            <a:custGeom>
              <a:avLst/>
              <a:pathLst>
                <a:path w="0" h="524570">
                  <a:moveTo>
                    <a:pt x="0" y="5245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144019" y="2350008"/>
              <a:ext cx="0" cy="476265"/>
            </a:xfrm>
            <a:custGeom>
              <a:avLst/>
              <a:pathLst>
                <a:path w="0" h="476265">
                  <a:moveTo>
                    <a:pt x="0" y="0"/>
                  </a:moveTo>
                  <a:lnTo>
                    <a:pt x="0" y="4762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6905105" y="2826273"/>
              <a:ext cx="477827" cy="1842631"/>
            </a:xfrm>
            <a:custGeom>
              <a:avLst/>
              <a:pathLst>
                <a:path w="477827" h="1842631">
                  <a:moveTo>
                    <a:pt x="0" y="1842631"/>
                  </a:moveTo>
                  <a:lnTo>
                    <a:pt x="477827" y="18426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7502390" y="2746630"/>
              <a:ext cx="477827" cy="1844690"/>
            </a:xfrm>
            <a:custGeom>
              <a:avLst/>
              <a:pathLst>
                <a:path w="477827" h="1844690">
                  <a:moveTo>
                    <a:pt x="0" y="1844690"/>
                  </a:moveTo>
                  <a:lnTo>
                    <a:pt x="477827" y="184469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7502390" y="3627641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7741304" y="4591321"/>
              <a:ext cx="0" cy="602153"/>
            </a:xfrm>
            <a:custGeom>
              <a:avLst/>
              <a:pathLst>
                <a:path w="0" h="602153">
                  <a:moveTo>
                    <a:pt x="0" y="60215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741304" y="2350008"/>
              <a:ext cx="0" cy="396622"/>
            </a:xfrm>
            <a:custGeom>
              <a:avLst/>
              <a:pathLst>
                <a:path w="0" h="396622">
                  <a:moveTo>
                    <a:pt x="0" y="0"/>
                  </a:moveTo>
                  <a:lnTo>
                    <a:pt x="0" y="3966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7502390" y="2746630"/>
              <a:ext cx="477827" cy="1844690"/>
            </a:xfrm>
            <a:custGeom>
              <a:avLst/>
              <a:pathLst>
                <a:path w="477827" h="1844690">
                  <a:moveTo>
                    <a:pt x="0" y="1844690"/>
                  </a:moveTo>
                  <a:lnTo>
                    <a:pt x="477827" y="184469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1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83" name="pl82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8"/>
            <p:cNvSpPr/>
            <p:nvPr/>
          </p:nvSpPr>
          <p:spPr>
            <a:xfrm rot="-5400000">
              <a:off x="883521" y="503261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0" name="tx89"/>
            <p:cNvSpPr/>
            <p:nvPr/>
          </p:nvSpPr>
          <p:spPr>
            <a:xfrm rot="-5400000">
              <a:off x="882442" y="4373322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1" name="tx90"/>
            <p:cNvSpPr/>
            <p:nvPr/>
          </p:nvSpPr>
          <p:spPr>
            <a:xfrm rot="-5400000">
              <a:off x="881437" y="371410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2" name="tx91"/>
            <p:cNvSpPr/>
            <p:nvPr/>
          </p:nvSpPr>
          <p:spPr>
            <a:xfrm rot="-5400000">
              <a:off x="883521" y="305798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3" name="tx92"/>
            <p:cNvSpPr/>
            <p:nvPr/>
          </p:nvSpPr>
          <p:spPr>
            <a:xfrm rot="-5400000">
              <a:off x="881437" y="239768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4" name="pg93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2026-03-10T12:37:48Z</dcterms:modified>
  <cp:category/>
</cp:coreProperties>
</file>